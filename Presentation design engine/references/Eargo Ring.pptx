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53"/>
  </p:notesMasterIdLst>
  <p:sldIdLst>
    <p:sldId id="777" r:id="rId2"/>
    <p:sldId id="776" r:id="rId3"/>
    <p:sldId id="778" r:id="rId4"/>
    <p:sldId id="779" r:id="rId5"/>
    <p:sldId id="781" r:id="rId6"/>
    <p:sldId id="782" r:id="rId7"/>
    <p:sldId id="783" r:id="rId8"/>
    <p:sldId id="784" r:id="rId9"/>
    <p:sldId id="785" r:id="rId10"/>
    <p:sldId id="786" r:id="rId11"/>
    <p:sldId id="787" r:id="rId12"/>
    <p:sldId id="792" r:id="rId13"/>
    <p:sldId id="801" r:id="rId14"/>
    <p:sldId id="814" r:id="rId15"/>
    <p:sldId id="815" r:id="rId16"/>
    <p:sldId id="816" r:id="rId17"/>
    <p:sldId id="824" r:id="rId18"/>
    <p:sldId id="825" r:id="rId19"/>
    <p:sldId id="826" r:id="rId20"/>
    <p:sldId id="788" r:id="rId21"/>
    <p:sldId id="789" r:id="rId22"/>
    <p:sldId id="790" r:id="rId23"/>
    <p:sldId id="791" r:id="rId24"/>
    <p:sldId id="793" r:id="rId25"/>
    <p:sldId id="794" r:id="rId26"/>
    <p:sldId id="795" r:id="rId27"/>
    <p:sldId id="796" r:id="rId28"/>
    <p:sldId id="797" r:id="rId29"/>
    <p:sldId id="798" r:id="rId30"/>
    <p:sldId id="799" r:id="rId31"/>
    <p:sldId id="800" r:id="rId32"/>
    <p:sldId id="817" r:id="rId33"/>
    <p:sldId id="818" r:id="rId34"/>
    <p:sldId id="819" r:id="rId35"/>
    <p:sldId id="823" r:id="rId36"/>
    <p:sldId id="802" r:id="rId37"/>
    <p:sldId id="803" r:id="rId38"/>
    <p:sldId id="804" r:id="rId39"/>
    <p:sldId id="805" r:id="rId40"/>
    <p:sldId id="806" r:id="rId41"/>
    <p:sldId id="807" r:id="rId42"/>
    <p:sldId id="808" r:id="rId43"/>
    <p:sldId id="809" r:id="rId44"/>
    <p:sldId id="810" r:id="rId45"/>
    <p:sldId id="811" r:id="rId46"/>
    <p:sldId id="812" r:id="rId47"/>
    <p:sldId id="813" r:id="rId48"/>
    <p:sldId id="820" r:id="rId49"/>
    <p:sldId id="821" r:id="rId50"/>
    <p:sldId id="822" r:id="rId51"/>
    <p:sldId id="780" r:id="rId5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Untitled Section" id="{472241D6-F0DD-7E49-B946-99C4F3570DA9}">
          <p14:sldIdLst>
            <p14:sldId id="777"/>
          </p14:sldIdLst>
        </p14:section>
        <p14:section name="4 Elements" id="{29DD74B1-27A3-234F-B888-2430049CB600}">
          <p14:sldIdLst>
            <p14:sldId id="776"/>
            <p14:sldId id="778"/>
            <p14:sldId id="779"/>
            <p14:sldId id="781"/>
            <p14:sldId id="782"/>
            <p14:sldId id="783"/>
            <p14:sldId id="784"/>
            <p14:sldId id="785"/>
            <p14:sldId id="786"/>
            <p14:sldId id="787"/>
            <p14:sldId id="792"/>
            <p14:sldId id="801"/>
            <p14:sldId id="814"/>
            <p14:sldId id="815"/>
            <p14:sldId id="816"/>
            <p14:sldId id="824"/>
            <p14:sldId id="825"/>
            <p14:sldId id="826"/>
          </p14:sldIdLst>
        </p14:section>
        <p14:section name="5 Elements" id="{20CC7553-58E9-B44A-801D-8C51D7165211}">
          <p14:sldIdLst>
            <p14:sldId id="788"/>
            <p14:sldId id="789"/>
            <p14:sldId id="790"/>
            <p14:sldId id="791"/>
            <p14:sldId id="793"/>
            <p14:sldId id="794"/>
            <p14:sldId id="795"/>
            <p14:sldId id="796"/>
            <p14:sldId id="797"/>
            <p14:sldId id="798"/>
            <p14:sldId id="799"/>
            <p14:sldId id="800"/>
            <p14:sldId id="817"/>
            <p14:sldId id="818"/>
            <p14:sldId id="819"/>
            <p14:sldId id="823"/>
          </p14:sldIdLst>
        </p14:section>
        <p14:section name="6 Elements" id="{25A660EF-9AAB-1C42-8E3A-66932E54546D}">
          <p14:sldIdLst>
            <p14:sldId id="802"/>
            <p14:sldId id="803"/>
            <p14:sldId id="804"/>
            <p14:sldId id="805"/>
            <p14:sldId id="806"/>
            <p14:sldId id="807"/>
            <p14:sldId id="808"/>
            <p14:sldId id="809"/>
            <p14:sldId id="810"/>
            <p14:sldId id="811"/>
            <p14:sldId id="812"/>
            <p14:sldId id="813"/>
            <p14:sldId id="820"/>
            <p14:sldId id="821"/>
            <p14:sldId id="822"/>
            <p14:sldId id="780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3B4550"/>
    <a:srgbClr val="000000"/>
    <a:srgbClr val="79ADDB"/>
    <a:srgbClr val="4EA7E6"/>
    <a:srgbClr val="3E97D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7079"/>
    <p:restoredTop sz="96410"/>
  </p:normalViewPr>
  <p:slideViewPr>
    <p:cSldViewPr snapToGrid="0" snapToObjects="1">
      <p:cViewPr varScale="1">
        <p:scale>
          <a:sx n="147" d="100"/>
          <a:sy n="147" d="100"/>
        </p:scale>
        <p:origin x="216" y="4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notesMaster" Target="notesMasters/notesMaster1.xml"/><Relationship Id="rId58" Type="http://schemas.microsoft.com/office/2016/11/relationships/changesInfo" Target="changesInfos/changesInfo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pozza magdy" userId="ac1ce3788096011b" providerId="LiveId" clId="{9F356F9C-3060-8647-9775-C493A6C66C81}"/>
    <pc:docChg chg="undo redo custSel addSld delSld modSld modMainMaster">
      <pc:chgData name="pozza magdy" userId="ac1ce3788096011b" providerId="LiveId" clId="{9F356F9C-3060-8647-9775-C493A6C66C81}" dt="2019-12-22T11:20:14.739" v="874" actId="688"/>
      <pc:docMkLst>
        <pc:docMk/>
      </pc:docMkLst>
      <pc:sldChg chg="addSp delSp modSp">
        <pc:chgData name="pozza magdy" userId="ac1ce3788096011b" providerId="LiveId" clId="{9F356F9C-3060-8647-9775-C493A6C66C81}" dt="2019-12-18T12:27:38.132" v="677" actId="478"/>
        <pc:sldMkLst>
          <pc:docMk/>
          <pc:sldMk cId="1488410761" sldId="530"/>
        </pc:sldMkLst>
        <pc:spChg chg="add del mod">
          <ac:chgData name="pozza magdy" userId="ac1ce3788096011b" providerId="LiveId" clId="{9F356F9C-3060-8647-9775-C493A6C66C81}" dt="2019-12-18T12:27:38.132" v="677" actId="478"/>
          <ac:spMkLst>
            <pc:docMk/>
            <pc:sldMk cId="1488410761" sldId="530"/>
            <ac:spMk id="2" creationId="{5C9F5EAF-FB54-A545-88B9-6714F170096A}"/>
          </ac:spMkLst>
        </pc:spChg>
        <pc:spChg chg="mod">
          <ac:chgData name="pozza magdy" userId="ac1ce3788096011b" providerId="LiveId" clId="{9F356F9C-3060-8647-9775-C493A6C66C81}" dt="2019-12-18T12:19:42.484" v="503" actId="207"/>
          <ac:spMkLst>
            <pc:docMk/>
            <pc:sldMk cId="1488410761" sldId="530"/>
            <ac:spMk id="38" creationId="{D5A8A290-E0D1-CE43-B9FA-42A7C4825636}"/>
          </ac:spMkLst>
        </pc:spChg>
        <pc:spChg chg="mod">
          <ac:chgData name="pozza magdy" userId="ac1ce3788096011b" providerId="LiveId" clId="{9F356F9C-3060-8647-9775-C493A6C66C81}" dt="2019-12-17T14:34:49.461" v="19" actId="20577"/>
          <ac:spMkLst>
            <pc:docMk/>
            <pc:sldMk cId="1488410761" sldId="530"/>
            <ac:spMk id="65" creationId="{00000000-0000-0000-0000-000000000000}"/>
          </ac:spMkLst>
        </pc:spChg>
        <pc:spChg chg="mod">
          <ac:chgData name="pozza magdy" userId="ac1ce3788096011b" providerId="LiveId" clId="{9F356F9C-3060-8647-9775-C493A6C66C81}" dt="2019-12-17T14:34:54.964" v="21" actId="20577"/>
          <ac:spMkLst>
            <pc:docMk/>
            <pc:sldMk cId="1488410761" sldId="530"/>
            <ac:spMk id="66" creationId="{00000000-0000-0000-0000-000000000000}"/>
          </ac:spMkLst>
        </pc:spChg>
        <pc:spChg chg="mod">
          <ac:chgData name="pozza magdy" userId="ac1ce3788096011b" providerId="LiveId" clId="{9F356F9C-3060-8647-9775-C493A6C66C81}" dt="2019-12-17T14:34:52.584" v="20" actId="20577"/>
          <ac:spMkLst>
            <pc:docMk/>
            <pc:sldMk cId="1488410761" sldId="530"/>
            <ac:spMk id="67" creationId="{00000000-0000-0000-0000-000000000000}"/>
          </ac:spMkLst>
        </pc:spChg>
        <pc:spChg chg="mod">
          <ac:chgData name="pozza magdy" userId="ac1ce3788096011b" providerId="LiveId" clId="{9F356F9C-3060-8647-9775-C493A6C66C81}" dt="2019-12-17T14:34:57.193" v="22" actId="20577"/>
          <ac:spMkLst>
            <pc:docMk/>
            <pc:sldMk cId="1488410761" sldId="530"/>
            <ac:spMk id="68" creationId="{00000000-0000-0000-0000-000000000000}"/>
          </ac:spMkLst>
        </pc:spChg>
        <pc:grpChg chg="add mod">
          <ac:chgData name="pozza magdy" userId="ac1ce3788096011b" providerId="LiveId" clId="{9F356F9C-3060-8647-9775-C493A6C66C81}" dt="2019-12-18T12:20:07.139" v="509" actId="1036"/>
          <ac:grpSpMkLst>
            <pc:docMk/>
            <pc:sldMk cId="1488410761" sldId="530"/>
            <ac:grpSpMk id="56" creationId="{AC9E9A82-A892-264E-BE41-49BF662A9C79}"/>
          </ac:grpSpMkLst>
        </pc:grpChg>
      </pc:sldChg>
      <pc:sldChg chg="addSp modSp">
        <pc:chgData name="pozza magdy" userId="ac1ce3788096011b" providerId="LiveId" clId="{9F356F9C-3060-8647-9775-C493A6C66C81}" dt="2019-12-19T09:56:12.570" v="757" actId="207"/>
        <pc:sldMkLst>
          <pc:docMk/>
          <pc:sldMk cId="1564026983" sldId="533"/>
        </pc:sldMkLst>
        <pc:spChg chg="mod">
          <ac:chgData name="pozza magdy" userId="ac1ce3788096011b" providerId="LiveId" clId="{9F356F9C-3060-8647-9775-C493A6C66C81}" dt="2019-12-17T14:35:03.946" v="24" actId="20577"/>
          <ac:spMkLst>
            <pc:docMk/>
            <pc:sldMk cId="1564026983" sldId="533"/>
            <ac:spMk id="20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6:12.570" v="757" actId="207"/>
          <ac:spMkLst>
            <pc:docMk/>
            <pc:sldMk cId="1564026983" sldId="533"/>
            <ac:spMk id="21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6:12.570" v="757" actId="207"/>
          <ac:spMkLst>
            <pc:docMk/>
            <pc:sldMk cId="1564026983" sldId="533"/>
            <ac:spMk id="22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6:12.570" v="757" actId="207"/>
          <ac:spMkLst>
            <pc:docMk/>
            <pc:sldMk cId="1564026983" sldId="533"/>
            <ac:spMk id="23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6:12.570" v="757" actId="207"/>
          <ac:spMkLst>
            <pc:docMk/>
            <pc:sldMk cId="1564026983" sldId="533"/>
            <ac:spMk id="24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4:11.173" v="734" actId="207"/>
          <ac:spMkLst>
            <pc:docMk/>
            <pc:sldMk cId="1564026983" sldId="533"/>
            <ac:spMk id="25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4:37.723" v="753" actId="207"/>
          <ac:spMkLst>
            <pc:docMk/>
            <pc:sldMk cId="1564026983" sldId="533"/>
            <ac:spMk id="26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4:18.240" v="742" actId="207"/>
          <ac:spMkLst>
            <pc:docMk/>
            <pc:sldMk cId="1564026983" sldId="533"/>
            <ac:spMk id="27" creationId="{00000000-0000-0000-0000-000000000000}"/>
          </ac:spMkLst>
        </pc:spChg>
        <pc:spChg chg="mod">
          <ac:chgData name="pozza magdy" userId="ac1ce3788096011b" providerId="LiveId" clId="{9F356F9C-3060-8647-9775-C493A6C66C81}" dt="2019-12-19T09:54:23.327" v="745" actId="207"/>
          <ac:spMkLst>
            <pc:docMk/>
            <pc:sldMk cId="1564026983" sldId="533"/>
            <ac:spMk id="28" creationId="{00000000-0000-0000-0000-000000000000}"/>
          </ac:spMkLst>
        </pc:spChg>
        <pc:spChg chg="mod">
          <ac:chgData name="pozza magdy" userId="ac1ce3788096011b" providerId="LiveId" clId="{9F356F9C-3060-8647-9775-C493A6C66C81}" dt="2019-12-17T14:35:01.934" v="23" actId="20577"/>
          <ac:spMkLst>
            <pc:docMk/>
            <pc:sldMk cId="1564026983" sldId="533"/>
            <ac:spMk id="50" creationId="{8B183AE1-76FC-DA45-AF78-0DC6825601FE}"/>
          </ac:spMkLst>
        </pc:spChg>
        <pc:spChg chg="mod">
          <ac:chgData name="pozza magdy" userId="ac1ce3788096011b" providerId="LiveId" clId="{9F356F9C-3060-8647-9775-C493A6C66C81}" dt="2019-12-17T14:35:08.022" v="25" actId="20577"/>
          <ac:spMkLst>
            <pc:docMk/>
            <pc:sldMk cId="1564026983" sldId="533"/>
            <ac:spMk id="51" creationId="{C3EF11DB-7E65-9946-9D6D-B59E0750914F}"/>
          </ac:spMkLst>
        </pc:spChg>
        <pc:spChg chg="mod">
          <ac:chgData name="pozza magdy" userId="ac1ce3788096011b" providerId="LiveId" clId="{9F356F9C-3060-8647-9775-C493A6C66C81}" dt="2019-12-17T14:35:09.726" v="26" actId="20577"/>
          <ac:spMkLst>
            <pc:docMk/>
            <pc:sldMk cId="1564026983" sldId="533"/>
            <ac:spMk id="52" creationId="{1377ED3F-D32D-8B4B-87F2-4F9F9C987B33}"/>
          </ac:spMkLst>
        </pc:spChg>
        <pc:spChg chg="mod">
          <ac:chgData name="pozza magdy" userId="ac1ce3788096011b" providerId="LiveId" clId="{9F356F9C-3060-8647-9775-C493A6C66C81}" dt="2019-12-18T12:20:18.228" v="512" actId="207"/>
          <ac:spMkLst>
            <pc:docMk/>
            <pc:sldMk cId="1564026983" sldId="533"/>
            <ac:spMk id="59" creationId="{06398735-84AC-B246-9FD3-2B2BACF397EB}"/>
          </ac:spMkLst>
        </pc:spChg>
        <pc:grpChg chg="add">
          <ac:chgData name="pozza magdy" userId="ac1ce3788096011b" providerId="LiveId" clId="{9F356F9C-3060-8647-9775-C493A6C66C81}" dt="2019-12-18T12:20:19.247" v="513"/>
          <ac:grpSpMkLst>
            <pc:docMk/>
            <pc:sldMk cId="1564026983" sldId="533"/>
            <ac:grpSpMk id="60" creationId="{29526387-BCAC-D24C-BE79-B9063EAF5E25}"/>
          </ac:grpSpMkLst>
        </pc:grpChg>
      </pc:sldChg>
      <pc:sldChg chg="addSp delSp">
        <pc:chgData name="pozza magdy" userId="ac1ce3788096011b" providerId="LiveId" clId="{9F356F9C-3060-8647-9775-C493A6C66C81}" dt="2019-12-18T12:20:14.558" v="511"/>
        <pc:sldMkLst>
          <pc:docMk/>
          <pc:sldMk cId="1247442321" sldId="539"/>
        </pc:sldMkLst>
        <pc:spChg chg="add">
          <ac:chgData name="pozza magdy" userId="ac1ce3788096011b" providerId="LiveId" clId="{9F356F9C-3060-8647-9775-C493A6C66C81}" dt="2019-12-18T12:19:56.995" v="505"/>
          <ac:spMkLst>
            <pc:docMk/>
            <pc:sldMk cId="1247442321" sldId="539"/>
            <ac:spMk id="41" creationId="{95ABE8E5-E209-7349-ABA5-4D9AF19E315F}"/>
          </ac:spMkLst>
        </pc:spChg>
        <pc:spChg chg="del">
          <ac:chgData name="pozza magdy" userId="ac1ce3788096011b" providerId="LiveId" clId="{9F356F9C-3060-8647-9775-C493A6C66C81}" dt="2019-12-18T12:19:56.413" v="504" actId="478"/>
          <ac:spMkLst>
            <pc:docMk/>
            <pc:sldMk cId="1247442321" sldId="539"/>
            <ac:spMk id="68" creationId="{78BED33F-6406-C744-841D-2780410465C5}"/>
          </ac:spMkLst>
        </pc:spChg>
        <pc:grpChg chg="add del">
          <ac:chgData name="pozza magdy" userId="ac1ce3788096011b" providerId="LiveId" clId="{9F356F9C-3060-8647-9775-C493A6C66C81}" dt="2019-12-18T12:20:14.012" v="510" actId="478"/>
          <ac:grpSpMkLst>
            <pc:docMk/>
            <pc:sldMk cId="1247442321" sldId="539"/>
            <ac:grpSpMk id="69" creationId="{FBA5CD80-53D0-214D-93CE-F5893A525C05}"/>
          </ac:grpSpMkLst>
        </pc:grpChg>
        <pc:grpChg chg="add">
          <ac:chgData name="pozza magdy" userId="ac1ce3788096011b" providerId="LiveId" clId="{9F356F9C-3060-8647-9775-C493A6C66C81}" dt="2019-12-18T12:20:14.558" v="511"/>
          <ac:grpSpMkLst>
            <pc:docMk/>
            <pc:sldMk cId="1247442321" sldId="539"/>
            <ac:grpSpMk id="73" creationId="{B33DCF97-8970-3D4A-B828-186CE54A53F4}"/>
          </ac:grpSpMkLst>
        </pc:grpChg>
      </pc:sldChg>
      <pc:sldChg chg="addSp modSp">
        <pc:chgData name="pozza magdy" userId="ac1ce3788096011b" providerId="LiveId" clId="{9F356F9C-3060-8647-9775-C493A6C66C81}" dt="2019-12-18T12:20:24.360" v="515" actId="207"/>
        <pc:sldMkLst>
          <pc:docMk/>
          <pc:sldMk cId="1788881245" sldId="543"/>
        </pc:sldMkLst>
        <pc:spChg chg="mod">
          <ac:chgData name="pozza magdy" userId="ac1ce3788096011b" providerId="LiveId" clId="{9F356F9C-3060-8647-9775-C493A6C66C81}" dt="2019-12-18T12:20:24.360" v="515" actId="207"/>
          <ac:spMkLst>
            <pc:docMk/>
            <pc:sldMk cId="1788881245" sldId="543"/>
            <ac:spMk id="38" creationId="{D0BCA589-E715-1B47-BA18-663B2D6D2AE5}"/>
          </ac:spMkLst>
        </pc:spChg>
        <pc:grpChg chg="add">
          <ac:chgData name="pozza magdy" userId="ac1ce3788096011b" providerId="LiveId" clId="{9F356F9C-3060-8647-9775-C493A6C66C81}" dt="2019-12-18T12:20:21.643" v="514"/>
          <ac:grpSpMkLst>
            <pc:docMk/>
            <pc:sldMk cId="1788881245" sldId="543"/>
            <ac:grpSpMk id="39" creationId="{E0C14DB8-199B-8941-9A4B-7D51A956FF27}"/>
          </ac:grpSpMkLst>
        </pc:grpChg>
      </pc:sldChg>
      <pc:sldChg chg="addSp modSp">
        <pc:chgData name="pozza magdy" userId="ac1ce3788096011b" providerId="LiveId" clId="{9F356F9C-3060-8647-9775-C493A6C66C81}" dt="2019-12-18T12:20:28.298" v="517" actId="207"/>
        <pc:sldMkLst>
          <pc:docMk/>
          <pc:sldMk cId="3374913858" sldId="545"/>
        </pc:sldMkLst>
        <pc:spChg chg="mod">
          <ac:chgData name="pozza magdy" userId="ac1ce3788096011b" providerId="LiveId" clId="{9F356F9C-3060-8647-9775-C493A6C66C81}" dt="2019-12-18T12:20:28.298" v="517" actId="207"/>
          <ac:spMkLst>
            <pc:docMk/>
            <pc:sldMk cId="3374913858" sldId="545"/>
            <ac:spMk id="50" creationId="{1591C9AF-C84A-014A-9363-61FE2F8006F2}"/>
          </ac:spMkLst>
        </pc:spChg>
        <pc:grpChg chg="add">
          <ac:chgData name="pozza magdy" userId="ac1ce3788096011b" providerId="LiveId" clId="{9F356F9C-3060-8647-9775-C493A6C66C81}" dt="2019-12-18T12:20:26.618" v="516"/>
          <ac:grpSpMkLst>
            <pc:docMk/>
            <pc:sldMk cId="3374913858" sldId="545"/>
            <ac:grpSpMk id="47" creationId="{8FF6A3E6-0140-E444-9DE5-68AC8B178F8A}"/>
          </ac:grpSpMkLst>
        </pc:grpChg>
      </pc:sldChg>
      <pc:sldChg chg="addSp delSp modSp">
        <pc:chgData name="pozza magdy" userId="ac1ce3788096011b" providerId="LiveId" clId="{9F356F9C-3060-8647-9775-C493A6C66C81}" dt="2019-12-18T12:20:40.683" v="523" actId="207"/>
        <pc:sldMkLst>
          <pc:docMk/>
          <pc:sldMk cId="4119075999" sldId="554"/>
        </pc:sldMkLst>
        <pc:spChg chg="mod">
          <ac:chgData name="pozza magdy" userId="ac1ce3788096011b" providerId="LiveId" clId="{9F356F9C-3060-8647-9775-C493A6C66C81}" dt="2019-12-18T12:20:40.683" v="523" actId="207"/>
          <ac:spMkLst>
            <pc:docMk/>
            <pc:sldMk cId="4119075999" sldId="554"/>
            <ac:spMk id="35" creationId="{DA27737F-6D76-EB44-9BB8-944C9A12B09D}"/>
          </ac:spMkLst>
        </pc:spChg>
        <pc:grpChg chg="add">
          <ac:chgData name="pozza magdy" userId="ac1ce3788096011b" providerId="LiveId" clId="{9F356F9C-3060-8647-9775-C493A6C66C81}" dt="2019-12-18T12:20:35.352" v="520"/>
          <ac:grpSpMkLst>
            <pc:docMk/>
            <pc:sldMk cId="4119075999" sldId="554"/>
            <ac:grpSpMk id="40" creationId="{C6B1011F-A43F-1446-8B2B-824A1A79F321}"/>
          </ac:grpSpMkLst>
        </pc:grpChg>
        <pc:grpChg chg="add del mod">
          <ac:chgData name="pozza magdy" userId="ac1ce3788096011b" providerId="LiveId" clId="{9F356F9C-3060-8647-9775-C493A6C66C81}" dt="2019-12-18T12:20:38.621" v="522"/>
          <ac:grpSpMkLst>
            <pc:docMk/>
            <pc:sldMk cId="4119075999" sldId="554"/>
            <ac:grpSpMk id="44" creationId="{0D3027C0-551C-9141-AB0A-18165F0D810B}"/>
          </ac:grpSpMkLst>
        </pc:grpChg>
      </pc:sldChg>
      <pc:sldChg chg="addSp modSp">
        <pc:chgData name="pozza magdy" userId="ac1ce3788096011b" providerId="LiveId" clId="{9F356F9C-3060-8647-9775-C493A6C66C81}" dt="2019-12-18T12:20:33.101" v="519" actId="207"/>
        <pc:sldMkLst>
          <pc:docMk/>
          <pc:sldMk cId="1761635168" sldId="557"/>
        </pc:sldMkLst>
        <pc:spChg chg="mod">
          <ac:chgData name="pozza magdy" userId="ac1ce3788096011b" providerId="LiveId" clId="{9F356F9C-3060-8647-9775-C493A6C66C81}" dt="2019-12-18T12:20:33.101" v="519" actId="207"/>
          <ac:spMkLst>
            <pc:docMk/>
            <pc:sldMk cId="1761635168" sldId="557"/>
            <ac:spMk id="79" creationId="{077B0FCA-DFF1-A44C-A30A-528D1D8EE324}"/>
          </ac:spMkLst>
        </pc:spChg>
        <pc:grpChg chg="add">
          <ac:chgData name="pozza magdy" userId="ac1ce3788096011b" providerId="LiveId" clId="{9F356F9C-3060-8647-9775-C493A6C66C81}" dt="2019-12-18T12:20:30.582" v="518"/>
          <ac:grpSpMkLst>
            <pc:docMk/>
            <pc:sldMk cId="1761635168" sldId="557"/>
            <ac:grpSpMk id="57" creationId="{0271C6FE-5F7D-A948-B961-DB392D532ECB}"/>
          </ac:grpSpMkLst>
        </pc:grpChg>
      </pc:sldChg>
      <pc:sldChg chg="addSp delSp modSp">
        <pc:chgData name="pozza magdy" userId="ac1ce3788096011b" providerId="LiveId" clId="{9F356F9C-3060-8647-9775-C493A6C66C81}" dt="2019-12-18T14:46:42.921" v="704" actId="1076"/>
        <pc:sldMkLst>
          <pc:docMk/>
          <pc:sldMk cId="82150626" sldId="728"/>
        </pc:sldMkLst>
        <pc:spChg chg="mod">
          <ac:chgData name="pozza magdy" userId="ac1ce3788096011b" providerId="LiveId" clId="{9F356F9C-3060-8647-9775-C493A6C66C81}" dt="2019-12-18T12:18:53.280" v="479" actId="692"/>
          <ac:spMkLst>
            <pc:docMk/>
            <pc:sldMk cId="82150626" sldId="728"/>
            <ac:spMk id="20" creationId="{8E8D057A-E98F-C343-B01F-A0BCA71C24DB}"/>
          </ac:spMkLst>
        </pc:spChg>
        <pc:spChg chg="mod">
          <ac:chgData name="pozza magdy" userId="ac1ce3788096011b" providerId="LiveId" clId="{9F356F9C-3060-8647-9775-C493A6C66C81}" dt="2019-12-18T12:18:53.280" v="479" actId="692"/>
          <ac:spMkLst>
            <pc:docMk/>
            <pc:sldMk cId="82150626" sldId="728"/>
            <ac:spMk id="21" creationId="{4BBB32E9-B746-334C-8DAD-9248837C9222}"/>
          </ac:spMkLst>
        </pc:spChg>
        <pc:spChg chg="mod">
          <ac:chgData name="pozza magdy" userId="ac1ce3788096011b" providerId="LiveId" clId="{9F356F9C-3060-8647-9775-C493A6C66C81}" dt="2019-12-18T12:18:53.280" v="479" actId="692"/>
          <ac:spMkLst>
            <pc:docMk/>
            <pc:sldMk cId="82150626" sldId="728"/>
            <ac:spMk id="22" creationId="{C6BC311B-093E-E44B-8C97-9051D51A93F3}"/>
          </ac:spMkLst>
        </pc:spChg>
        <pc:grpChg chg="mod">
          <ac:chgData name="pozza magdy" userId="ac1ce3788096011b" providerId="LiveId" clId="{9F356F9C-3060-8647-9775-C493A6C66C81}" dt="2019-12-18T14:46:26.724" v="702" actId="1076"/>
          <ac:grpSpMkLst>
            <pc:docMk/>
            <pc:sldMk cId="82150626" sldId="728"/>
            <ac:grpSpMk id="6" creationId="{00000000-0000-0000-0000-000000000000}"/>
          </ac:grpSpMkLst>
        </pc:grpChg>
        <pc:grpChg chg="mod">
          <ac:chgData name="pozza magdy" userId="ac1ce3788096011b" providerId="LiveId" clId="{9F356F9C-3060-8647-9775-C493A6C66C81}" dt="2019-12-18T14:46:42.921" v="704" actId="1076"/>
          <ac:grpSpMkLst>
            <pc:docMk/>
            <pc:sldMk cId="82150626" sldId="728"/>
            <ac:grpSpMk id="9" creationId="{00000000-0000-0000-0000-000000000000}"/>
          </ac:grpSpMkLst>
        </pc:grpChg>
        <pc:grpChg chg="add mod">
          <ac:chgData name="pozza magdy" userId="ac1ce3788096011b" providerId="LiveId" clId="{9F356F9C-3060-8647-9775-C493A6C66C81}" dt="2019-12-18T12:19:11.793" v="497" actId="207"/>
          <ac:grpSpMkLst>
            <pc:docMk/>
            <pc:sldMk cId="82150626" sldId="728"/>
            <ac:grpSpMk id="19" creationId="{5F43540A-173C-8A4F-9A1D-C8B2AD74BF4E}"/>
          </ac:grpSpMkLst>
        </pc:grpChg>
        <pc:picChg chg="mod">
          <ac:chgData name="pozza magdy" userId="ac1ce3788096011b" providerId="LiveId" clId="{9F356F9C-3060-8647-9775-C493A6C66C81}" dt="2019-12-18T12:17:00.558" v="461" actId="1036"/>
          <ac:picMkLst>
            <pc:docMk/>
            <pc:sldMk cId="82150626" sldId="728"/>
            <ac:picMk id="10" creationId="{00000000-0000-0000-0000-000000000000}"/>
          </ac:picMkLst>
        </pc:picChg>
        <pc:picChg chg="add mod">
          <ac:chgData name="pozza magdy" userId="ac1ce3788096011b" providerId="LiveId" clId="{9F356F9C-3060-8647-9775-C493A6C66C81}" dt="2019-12-18T12:16:34.439" v="450" actId="167"/>
          <ac:picMkLst>
            <pc:docMk/>
            <pc:sldMk cId="82150626" sldId="728"/>
            <ac:picMk id="15" creationId="{4A68C39E-4630-3D45-AAC9-9F7492830990}"/>
          </ac:picMkLst>
        </pc:picChg>
        <pc:picChg chg="add del mod">
          <ac:chgData name="pozza magdy" userId="ac1ce3788096011b" providerId="LiveId" clId="{9F356F9C-3060-8647-9775-C493A6C66C81}" dt="2019-12-18T12:30:26.523" v="698" actId="478"/>
          <ac:picMkLst>
            <pc:docMk/>
            <pc:sldMk cId="82150626" sldId="728"/>
            <ac:picMk id="17" creationId="{550D8839-A7E7-1145-82F3-4D0C98131E36}"/>
          </ac:picMkLst>
        </pc:picChg>
        <pc:picChg chg="add del mod">
          <ac:chgData name="pozza magdy" userId="ac1ce3788096011b" providerId="LiveId" clId="{9F356F9C-3060-8647-9775-C493A6C66C81}" dt="2019-12-18T12:17:52.159" v="468" actId="478"/>
          <ac:picMkLst>
            <pc:docMk/>
            <pc:sldMk cId="82150626" sldId="728"/>
            <ac:picMk id="18" creationId="{A708CDDC-0D18-6A45-9B88-2AC1614DAB7F}"/>
          </ac:picMkLst>
        </pc:picChg>
        <pc:picChg chg="add mod">
          <ac:chgData name="pozza magdy" userId="ac1ce3788096011b" providerId="LiveId" clId="{9F356F9C-3060-8647-9775-C493A6C66C81}" dt="2019-12-18T12:32:21.729" v="700" actId="167"/>
          <ac:picMkLst>
            <pc:docMk/>
            <pc:sldMk cId="82150626" sldId="728"/>
            <ac:picMk id="23" creationId="{222E2617-28A0-B84C-A9E4-E281EC8323F8}"/>
          </ac:picMkLst>
        </pc:picChg>
      </pc:sldChg>
      <pc:sldChg chg="addSp modSp">
        <pc:chgData name="pozza magdy" userId="ac1ce3788096011b" providerId="LiveId" clId="{9F356F9C-3060-8647-9775-C493A6C66C81}" dt="2019-12-18T12:20:48.448" v="525" actId="207"/>
        <pc:sldMkLst>
          <pc:docMk/>
          <pc:sldMk cId="3671689569" sldId="729"/>
        </pc:sldMkLst>
        <pc:spChg chg="mod">
          <ac:chgData name="pozza magdy" userId="ac1ce3788096011b" providerId="LiveId" clId="{9F356F9C-3060-8647-9775-C493A6C66C81}" dt="2019-12-18T12:20:48.448" v="525" actId="207"/>
          <ac:spMkLst>
            <pc:docMk/>
            <pc:sldMk cId="3671689569" sldId="729"/>
            <ac:spMk id="51" creationId="{98BAFC76-F30F-9E46-A3B9-4984CD78AA6A}"/>
          </ac:spMkLst>
        </pc:spChg>
        <pc:grpChg chg="add">
          <ac:chgData name="pozza magdy" userId="ac1ce3788096011b" providerId="LiveId" clId="{9F356F9C-3060-8647-9775-C493A6C66C81}" dt="2019-12-18T12:20:46.219" v="524"/>
          <ac:grpSpMkLst>
            <pc:docMk/>
            <pc:sldMk cId="3671689569" sldId="729"/>
            <ac:grpSpMk id="62" creationId="{438C35B9-5967-BA44-808D-4EF2F5DCEA11}"/>
          </ac:grpSpMkLst>
        </pc:grpChg>
      </pc:sldChg>
      <pc:sldChg chg="addSp modSp">
        <pc:chgData name="pozza magdy" userId="ac1ce3788096011b" providerId="LiveId" clId="{9F356F9C-3060-8647-9775-C493A6C66C81}" dt="2019-12-18T12:20:52.012" v="527" actId="207"/>
        <pc:sldMkLst>
          <pc:docMk/>
          <pc:sldMk cId="2623412893" sldId="730"/>
        </pc:sldMkLst>
        <pc:spChg chg="mod">
          <ac:chgData name="pozza magdy" userId="ac1ce3788096011b" providerId="LiveId" clId="{9F356F9C-3060-8647-9775-C493A6C66C81}" dt="2019-12-18T12:20:52.012" v="527" actId="207"/>
          <ac:spMkLst>
            <pc:docMk/>
            <pc:sldMk cId="2623412893" sldId="730"/>
            <ac:spMk id="9" creationId="{3430048D-D6BF-964A-B8DA-00930BFC3927}"/>
          </ac:spMkLst>
        </pc:spChg>
        <pc:grpChg chg="add">
          <ac:chgData name="pozza magdy" userId="ac1ce3788096011b" providerId="LiveId" clId="{9F356F9C-3060-8647-9775-C493A6C66C81}" dt="2019-12-18T12:20:50.263" v="526"/>
          <ac:grpSpMkLst>
            <pc:docMk/>
            <pc:sldMk cId="2623412893" sldId="730"/>
            <ac:grpSpMk id="38" creationId="{A9925E58-C2D2-0B41-85FE-B0D3621815F5}"/>
          </ac:grpSpMkLst>
        </pc:grpChg>
      </pc:sldChg>
      <pc:sldChg chg="addSp modSp">
        <pc:chgData name="pozza magdy" userId="ac1ce3788096011b" providerId="LiveId" clId="{9F356F9C-3060-8647-9775-C493A6C66C81}" dt="2019-12-18T12:20:56.467" v="529" actId="207"/>
        <pc:sldMkLst>
          <pc:docMk/>
          <pc:sldMk cId="2584199889" sldId="731"/>
        </pc:sldMkLst>
        <pc:spChg chg="mod">
          <ac:chgData name="pozza magdy" userId="ac1ce3788096011b" providerId="LiveId" clId="{9F356F9C-3060-8647-9775-C493A6C66C81}" dt="2019-12-18T12:20:56.467" v="529" actId="207"/>
          <ac:spMkLst>
            <pc:docMk/>
            <pc:sldMk cId="2584199889" sldId="731"/>
            <ac:spMk id="24" creationId="{E5EA3390-98F0-3048-8FE0-448EA578615A}"/>
          </ac:spMkLst>
        </pc:spChg>
        <pc:grpChg chg="add">
          <ac:chgData name="pozza magdy" userId="ac1ce3788096011b" providerId="LiveId" clId="{9F356F9C-3060-8647-9775-C493A6C66C81}" dt="2019-12-18T12:20:54.381" v="528"/>
          <ac:grpSpMkLst>
            <pc:docMk/>
            <pc:sldMk cId="2584199889" sldId="731"/>
            <ac:grpSpMk id="102" creationId="{4FF33601-5E3F-5C4D-96CA-F25BDD115887}"/>
          </ac:grpSpMkLst>
        </pc:grpChg>
      </pc:sldChg>
      <pc:sldChg chg="addSp modSp">
        <pc:chgData name="pozza magdy" userId="ac1ce3788096011b" providerId="LiveId" clId="{9F356F9C-3060-8647-9775-C493A6C66C81}" dt="2019-12-18T12:20:59.966" v="531" actId="207"/>
        <pc:sldMkLst>
          <pc:docMk/>
          <pc:sldMk cId="1494606019" sldId="732"/>
        </pc:sldMkLst>
        <pc:spChg chg="mod">
          <ac:chgData name="pozza magdy" userId="ac1ce3788096011b" providerId="LiveId" clId="{9F356F9C-3060-8647-9775-C493A6C66C81}" dt="2019-12-18T12:20:59.966" v="531" actId="207"/>
          <ac:spMkLst>
            <pc:docMk/>
            <pc:sldMk cId="1494606019" sldId="732"/>
            <ac:spMk id="20" creationId="{A6A4CDD9-C66E-E443-9672-4C072C2A74C1}"/>
          </ac:spMkLst>
        </pc:spChg>
        <pc:grpChg chg="add">
          <ac:chgData name="pozza magdy" userId="ac1ce3788096011b" providerId="LiveId" clId="{9F356F9C-3060-8647-9775-C493A6C66C81}" dt="2019-12-18T12:20:57.923" v="530"/>
          <ac:grpSpMkLst>
            <pc:docMk/>
            <pc:sldMk cId="1494606019" sldId="732"/>
            <ac:grpSpMk id="96" creationId="{9E8515DA-9AE1-2447-BA5C-C70F742866F2}"/>
          </ac:grpSpMkLst>
        </pc:grpChg>
      </pc:sldChg>
      <pc:sldChg chg="addSp delSp modSp del">
        <pc:chgData name="pozza magdy" userId="ac1ce3788096011b" providerId="LiveId" clId="{9F356F9C-3060-8647-9775-C493A6C66C81}" dt="2019-12-22T11:17:17.394" v="824" actId="2696"/>
        <pc:sldMkLst>
          <pc:docMk/>
          <pc:sldMk cId="3898337743" sldId="733"/>
        </pc:sldMkLst>
        <pc:spChg chg="mod">
          <ac:chgData name="pozza magdy" userId="ac1ce3788096011b" providerId="LiveId" clId="{9F356F9C-3060-8647-9775-C493A6C66C81}" dt="2019-12-18T12:21:03.690" v="533" actId="207"/>
          <ac:spMkLst>
            <pc:docMk/>
            <pc:sldMk cId="3898337743" sldId="733"/>
            <ac:spMk id="21" creationId="{D36EFD54-29ED-334C-BA88-D125B4BCE681}"/>
          </ac:spMkLst>
        </pc:spChg>
        <pc:grpChg chg="add">
          <ac:chgData name="pozza magdy" userId="ac1ce3788096011b" providerId="LiveId" clId="{9F356F9C-3060-8647-9775-C493A6C66C81}" dt="2019-12-18T12:21:01.643" v="532"/>
          <ac:grpSpMkLst>
            <pc:docMk/>
            <pc:sldMk cId="3898337743" sldId="733"/>
            <ac:grpSpMk id="85" creationId="{0A595FF7-C609-684B-BC5B-2FF52B326740}"/>
          </ac:grpSpMkLst>
        </pc:grpChg>
        <pc:grpChg chg="add del mod">
          <ac:chgData name="pozza magdy" userId="ac1ce3788096011b" providerId="LiveId" clId="{9F356F9C-3060-8647-9775-C493A6C66C81}" dt="2019-12-18T12:21:05.835" v="535"/>
          <ac:grpSpMkLst>
            <pc:docMk/>
            <pc:sldMk cId="3898337743" sldId="733"/>
            <ac:grpSpMk id="89" creationId="{C2EEE4E9-A0F2-D645-886B-7A57397F6B24}"/>
          </ac:grpSpMkLst>
        </pc:grpChg>
      </pc:sldChg>
      <pc:sldChg chg="addSp modSp">
        <pc:chgData name="pozza magdy" userId="ac1ce3788096011b" providerId="LiveId" clId="{9F356F9C-3060-8647-9775-C493A6C66C81}" dt="2019-12-18T12:21:09.439" v="537" actId="207"/>
        <pc:sldMkLst>
          <pc:docMk/>
          <pc:sldMk cId="3537455706" sldId="734"/>
        </pc:sldMkLst>
        <pc:spChg chg="mod">
          <ac:chgData name="pozza magdy" userId="ac1ce3788096011b" providerId="LiveId" clId="{9F356F9C-3060-8647-9775-C493A6C66C81}" dt="2019-12-18T12:21:09.439" v="537" actId="207"/>
          <ac:spMkLst>
            <pc:docMk/>
            <pc:sldMk cId="3537455706" sldId="734"/>
            <ac:spMk id="14" creationId="{7593A48A-812F-5A47-B0E0-6439962B9049}"/>
          </ac:spMkLst>
        </pc:spChg>
        <pc:grpChg chg="add">
          <ac:chgData name="pozza magdy" userId="ac1ce3788096011b" providerId="LiveId" clId="{9F356F9C-3060-8647-9775-C493A6C66C81}" dt="2019-12-18T12:21:07.694" v="536"/>
          <ac:grpSpMkLst>
            <pc:docMk/>
            <pc:sldMk cId="3537455706" sldId="734"/>
            <ac:grpSpMk id="86" creationId="{991CED97-732D-EE47-8AF1-22D4806EDDCE}"/>
          </ac:grpSpMkLst>
        </pc:grpChg>
      </pc:sldChg>
      <pc:sldChg chg="addSp modSp">
        <pc:chgData name="pozza magdy" userId="ac1ce3788096011b" providerId="LiveId" clId="{9F356F9C-3060-8647-9775-C493A6C66C81}" dt="2019-12-18T12:21:12.521" v="539" actId="207"/>
        <pc:sldMkLst>
          <pc:docMk/>
          <pc:sldMk cId="3733296939" sldId="735"/>
        </pc:sldMkLst>
        <pc:spChg chg="mod">
          <ac:chgData name="pozza magdy" userId="ac1ce3788096011b" providerId="LiveId" clId="{9F356F9C-3060-8647-9775-C493A6C66C81}" dt="2019-12-18T12:21:12.521" v="539" actId="207"/>
          <ac:spMkLst>
            <pc:docMk/>
            <pc:sldMk cId="3733296939" sldId="735"/>
            <ac:spMk id="3" creationId="{B5357931-92E4-0C4A-8E3A-9F18EF2CD0A7}"/>
          </ac:spMkLst>
        </pc:spChg>
        <pc:grpChg chg="add">
          <ac:chgData name="pozza magdy" userId="ac1ce3788096011b" providerId="LiveId" clId="{9F356F9C-3060-8647-9775-C493A6C66C81}" dt="2019-12-18T12:21:10.843" v="538"/>
          <ac:grpSpMkLst>
            <pc:docMk/>
            <pc:sldMk cId="3733296939" sldId="735"/>
            <ac:grpSpMk id="111" creationId="{85A0180A-4BE6-1244-8553-12E14FB05093}"/>
          </ac:grpSpMkLst>
        </pc:grpChg>
      </pc:sldChg>
      <pc:sldChg chg="addSp delSp modSp">
        <pc:chgData name="pozza magdy" userId="ac1ce3788096011b" providerId="LiveId" clId="{9F356F9C-3060-8647-9775-C493A6C66C81}" dt="2019-12-18T12:21:15.626" v="541" actId="207"/>
        <pc:sldMkLst>
          <pc:docMk/>
          <pc:sldMk cId="625914884" sldId="736"/>
        </pc:sldMkLst>
        <pc:spChg chg="mod topLvl">
          <ac:chgData name="pozza magdy" userId="ac1ce3788096011b" providerId="LiveId" clId="{9F356F9C-3060-8647-9775-C493A6C66C81}" dt="2019-12-17T14:33:37.473" v="8" actId="1036"/>
          <ac:spMkLst>
            <pc:docMk/>
            <pc:sldMk cId="625914884" sldId="736"/>
            <ac:spMk id="4" creationId="{D23C6893-01C9-C449-8CBB-2033E554BF30}"/>
          </ac:spMkLst>
        </pc:spChg>
        <pc:spChg chg="mod topLvl">
          <ac:chgData name="pozza magdy" userId="ac1ce3788096011b" providerId="LiveId" clId="{9F356F9C-3060-8647-9775-C493A6C66C81}" dt="2019-12-17T14:33:39.125" v="9" actId="1037"/>
          <ac:spMkLst>
            <pc:docMk/>
            <pc:sldMk cId="625914884" sldId="736"/>
            <ac:spMk id="5" creationId="{8017FD91-8F3B-3D43-82CA-8B70F0250CC9}"/>
          </ac:spMkLst>
        </pc:spChg>
        <pc:spChg chg="mod topLvl">
          <ac:chgData name="pozza magdy" userId="ac1ce3788096011b" providerId="LiveId" clId="{9F356F9C-3060-8647-9775-C493A6C66C81}" dt="2019-12-17T14:33:45.566" v="12" actId="1035"/>
          <ac:spMkLst>
            <pc:docMk/>
            <pc:sldMk cId="625914884" sldId="736"/>
            <ac:spMk id="7" creationId="{74B3FA85-0369-474C-8F81-E023E8D35C0F}"/>
          </ac:spMkLst>
        </pc:spChg>
        <pc:spChg chg="mod topLvl">
          <ac:chgData name="pozza magdy" userId="ac1ce3788096011b" providerId="LiveId" clId="{9F356F9C-3060-8647-9775-C493A6C66C81}" dt="2019-12-17T14:33:50.319" v="18" actId="1038"/>
          <ac:spMkLst>
            <pc:docMk/>
            <pc:sldMk cId="625914884" sldId="736"/>
            <ac:spMk id="8" creationId="{F21730D5-7130-0540-88A7-E3C715F07266}"/>
          </ac:spMkLst>
        </pc:spChg>
        <pc:spChg chg="mod topLvl">
          <ac:chgData name="pozza magdy" userId="ac1ce3788096011b" providerId="LiveId" clId="{9F356F9C-3060-8647-9775-C493A6C66C81}" dt="2019-12-17T14:33:45.566" v="12" actId="1035"/>
          <ac:spMkLst>
            <pc:docMk/>
            <pc:sldMk cId="625914884" sldId="736"/>
            <ac:spMk id="10" creationId="{45CAFB99-6FAC-C641-95AD-CCCB590B7641}"/>
          </ac:spMkLst>
        </pc:spChg>
        <pc:spChg chg="mod topLvl">
          <ac:chgData name="pozza magdy" userId="ac1ce3788096011b" providerId="LiveId" clId="{9F356F9C-3060-8647-9775-C493A6C66C81}" dt="2019-12-17T14:33:47.858" v="15" actId="1037"/>
          <ac:spMkLst>
            <pc:docMk/>
            <pc:sldMk cId="625914884" sldId="736"/>
            <ac:spMk id="11" creationId="{0139CEC1-875C-AC4E-8934-AF1A1121150B}"/>
          </ac:spMkLst>
        </pc:spChg>
        <pc:spChg chg="mod topLvl">
          <ac:chgData name="pozza magdy" userId="ac1ce3788096011b" providerId="LiveId" clId="{9F356F9C-3060-8647-9775-C493A6C66C81}" dt="2019-12-17T14:33:34.714" v="7" actId="1038"/>
          <ac:spMkLst>
            <pc:docMk/>
            <pc:sldMk cId="625914884" sldId="736"/>
            <ac:spMk id="13" creationId="{DA3ACC74-41B1-C246-923A-4D381DB9A71F}"/>
          </ac:spMkLst>
        </pc:spChg>
        <pc:spChg chg="mod topLvl">
          <ac:chgData name="pozza magdy" userId="ac1ce3788096011b" providerId="LiveId" clId="{9F356F9C-3060-8647-9775-C493A6C66C81}" dt="2019-12-17T14:33:37.473" v="8" actId="1036"/>
          <ac:spMkLst>
            <pc:docMk/>
            <pc:sldMk cId="625914884" sldId="736"/>
            <ac:spMk id="14" creationId="{8C3A9FDF-C82D-774C-B5C7-F2FA28759A7F}"/>
          </ac:spMkLst>
        </pc:spChg>
        <pc:spChg chg="mod">
          <ac:chgData name="pozza magdy" userId="ac1ce3788096011b" providerId="LiveId" clId="{9F356F9C-3060-8647-9775-C493A6C66C81}" dt="2019-12-18T12:21:15.626" v="541" actId="207"/>
          <ac:spMkLst>
            <pc:docMk/>
            <pc:sldMk cId="625914884" sldId="736"/>
            <ac:spMk id="23" creationId="{847E5F6F-B3C4-B94E-92D3-7E5A87096231}"/>
          </ac:spMkLst>
        </pc:spChg>
        <pc:grpChg chg="del">
          <ac:chgData name="pozza magdy" userId="ac1ce3788096011b" providerId="LiveId" clId="{9F356F9C-3060-8647-9775-C493A6C66C81}" dt="2019-12-17T14:33:20.960" v="0" actId="165"/>
          <ac:grpSpMkLst>
            <pc:docMk/>
            <pc:sldMk cId="625914884" sldId="736"/>
            <ac:grpSpMk id="3" creationId="{CD0141E9-5C44-8F45-8FE9-DF6787F4FF9C}"/>
          </ac:grpSpMkLst>
        </pc:grpChg>
        <pc:grpChg chg="del">
          <ac:chgData name="pozza magdy" userId="ac1ce3788096011b" providerId="LiveId" clId="{9F356F9C-3060-8647-9775-C493A6C66C81}" dt="2019-12-17T14:33:20.960" v="0" actId="165"/>
          <ac:grpSpMkLst>
            <pc:docMk/>
            <pc:sldMk cId="625914884" sldId="736"/>
            <ac:grpSpMk id="6" creationId="{3174B6FE-B384-C44E-8850-9C59D4FC7B6E}"/>
          </ac:grpSpMkLst>
        </pc:grpChg>
        <pc:grpChg chg="del">
          <ac:chgData name="pozza magdy" userId="ac1ce3788096011b" providerId="LiveId" clId="{9F356F9C-3060-8647-9775-C493A6C66C81}" dt="2019-12-17T14:33:20.960" v="0" actId="165"/>
          <ac:grpSpMkLst>
            <pc:docMk/>
            <pc:sldMk cId="625914884" sldId="736"/>
            <ac:grpSpMk id="9" creationId="{A345E48C-106C-1A46-8F0B-859DCE571D9A}"/>
          </ac:grpSpMkLst>
        </pc:grpChg>
        <pc:grpChg chg="del">
          <ac:chgData name="pozza magdy" userId="ac1ce3788096011b" providerId="LiveId" clId="{9F356F9C-3060-8647-9775-C493A6C66C81}" dt="2019-12-17T14:33:20.960" v="0" actId="165"/>
          <ac:grpSpMkLst>
            <pc:docMk/>
            <pc:sldMk cId="625914884" sldId="736"/>
            <ac:grpSpMk id="12" creationId="{037F9589-03DD-A74E-A8BC-9EFBA2B2FB14}"/>
          </ac:grpSpMkLst>
        </pc:grpChg>
        <pc:grpChg chg="add">
          <ac:chgData name="pozza magdy" userId="ac1ce3788096011b" providerId="LiveId" clId="{9F356F9C-3060-8647-9775-C493A6C66C81}" dt="2019-12-18T12:21:14.105" v="540"/>
          <ac:grpSpMkLst>
            <pc:docMk/>
            <pc:sldMk cId="625914884" sldId="736"/>
            <ac:grpSpMk id="100" creationId="{49FDD991-D72B-F84E-8835-B9C1F78AC2F1}"/>
          </ac:grpSpMkLst>
        </pc:grpChg>
      </pc:sldChg>
      <pc:sldChg chg="addSp modSp">
        <pc:chgData name="pozza magdy" userId="ac1ce3788096011b" providerId="LiveId" clId="{9F356F9C-3060-8647-9775-C493A6C66C81}" dt="2019-12-18T12:21:19.485" v="543" actId="207"/>
        <pc:sldMkLst>
          <pc:docMk/>
          <pc:sldMk cId="1404806698" sldId="740"/>
        </pc:sldMkLst>
        <pc:spChg chg="mod">
          <ac:chgData name="pozza magdy" userId="ac1ce3788096011b" providerId="LiveId" clId="{9F356F9C-3060-8647-9775-C493A6C66C81}" dt="2019-12-18T12:21:19.485" v="543" actId="207"/>
          <ac:spMkLst>
            <pc:docMk/>
            <pc:sldMk cId="1404806698" sldId="740"/>
            <ac:spMk id="2" creationId="{4A112201-D5C4-CE40-BFCE-56456433A789}"/>
          </ac:spMkLst>
        </pc:spChg>
        <pc:spChg chg="mod">
          <ac:chgData name="pozza magdy" userId="ac1ce3788096011b" providerId="LiveId" clId="{9F356F9C-3060-8647-9775-C493A6C66C81}" dt="2019-12-17T14:37:29.436" v="46" actId="207"/>
          <ac:spMkLst>
            <pc:docMk/>
            <pc:sldMk cId="1404806698" sldId="740"/>
            <ac:spMk id="13" creationId="{7A486CD8-10FD-7848-8F97-7818EE018685}"/>
          </ac:spMkLst>
        </pc:spChg>
        <pc:spChg chg="mod">
          <ac:chgData name="pozza magdy" userId="ac1ce3788096011b" providerId="LiveId" clId="{9F356F9C-3060-8647-9775-C493A6C66C81}" dt="2019-12-17T14:37:22.477" v="42" actId="207"/>
          <ac:spMkLst>
            <pc:docMk/>
            <pc:sldMk cId="1404806698" sldId="740"/>
            <ac:spMk id="15" creationId="{DCF14B11-B53E-2C43-900B-BCE0C064E094}"/>
          </ac:spMkLst>
        </pc:spChg>
        <pc:spChg chg="mod">
          <ac:chgData name="pozza magdy" userId="ac1ce3788096011b" providerId="LiveId" clId="{9F356F9C-3060-8647-9775-C493A6C66C81}" dt="2019-12-17T14:36:47.181" v="33" actId="207"/>
          <ac:spMkLst>
            <pc:docMk/>
            <pc:sldMk cId="1404806698" sldId="740"/>
            <ac:spMk id="17" creationId="{F05D681B-CCCD-3747-A52B-C60607881B01}"/>
          </ac:spMkLst>
        </pc:spChg>
        <pc:spChg chg="mod">
          <ac:chgData name="pozza magdy" userId="ac1ce3788096011b" providerId="LiveId" clId="{9F356F9C-3060-8647-9775-C493A6C66C81}" dt="2019-12-17T14:37:08.347" v="37" actId="207"/>
          <ac:spMkLst>
            <pc:docMk/>
            <pc:sldMk cId="1404806698" sldId="740"/>
            <ac:spMk id="19" creationId="{0EED7BD6-D4B4-CB43-BB90-F72136D35629}"/>
          </ac:spMkLst>
        </pc:spChg>
        <pc:grpChg chg="add">
          <ac:chgData name="pozza magdy" userId="ac1ce3788096011b" providerId="LiveId" clId="{9F356F9C-3060-8647-9775-C493A6C66C81}" dt="2019-12-18T12:21:17.313" v="542"/>
          <ac:grpSpMkLst>
            <pc:docMk/>
            <pc:sldMk cId="1404806698" sldId="740"/>
            <ac:grpSpMk id="113" creationId="{DF10424A-D46D-7B45-A203-785EBC47717D}"/>
          </ac:grpSpMkLst>
        </pc:grpChg>
      </pc:sldChg>
      <pc:sldChg chg="addSp modSp">
        <pc:chgData name="pozza magdy" userId="ac1ce3788096011b" providerId="LiveId" clId="{9F356F9C-3060-8647-9775-C493A6C66C81}" dt="2019-12-18T12:21:23.681" v="545" actId="207"/>
        <pc:sldMkLst>
          <pc:docMk/>
          <pc:sldMk cId="458333314" sldId="741"/>
        </pc:sldMkLst>
        <pc:spChg chg="mod">
          <ac:chgData name="pozza magdy" userId="ac1ce3788096011b" providerId="LiveId" clId="{9F356F9C-3060-8647-9775-C493A6C66C81}" dt="2019-12-17T14:35:31.082" v="29" actId="20577"/>
          <ac:spMkLst>
            <pc:docMk/>
            <pc:sldMk cId="458333314" sldId="741"/>
            <ac:spMk id="31" creationId="{FF997465-959F-2344-8F80-EEDBEAA019B6}"/>
          </ac:spMkLst>
        </pc:spChg>
        <pc:spChg chg="mod">
          <ac:chgData name="pozza magdy" userId="ac1ce3788096011b" providerId="LiveId" clId="{9F356F9C-3060-8647-9775-C493A6C66C81}" dt="2019-12-17T14:35:29.496" v="28" actId="20577"/>
          <ac:spMkLst>
            <pc:docMk/>
            <pc:sldMk cId="458333314" sldId="741"/>
            <ac:spMk id="52" creationId="{74A2D00B-50D2-6C48-9BD7-C46CA97C883C}"/>
          </ac:spMkLst>
        </pc:spChg>
        <pc:spChg chg="mod">
          <ac:chgData name="pozza magdy" userId="ac1ce3788096011b" providerId="LiveId" clId="{9F356F9C-3060-8647-9775-C493A6C66C81}" dt="2019-12-17T14:35:33.409" v="30" actId="20577"/>
          <ac:spMkLst>
            <pc:docMk/>
            <pc:sldMk cId="458333314" sldId="741"/>
            <ac:spMk id="53" creationId="{BF1B7704-65A1-0D4A-8094-0FFB0F9AA83C}"/>
          </ac:spMkLst>
        </pc:spChg>
        <pc:spChg chg="mod">
          <ac:chgData name="pozza magdy" userId="ac1ce3788096011b" providerId="LiveId" clId="{9F356F9C-3060-8647-9775-C493A6C66C81}" dt="2019-12-17T14:35:27.385" v="27" actId="20577"/>
          <ac:spMkLst>
            <pc:docMk/>
            <pc:sldMk cId="458333314" sldId="741"/>
            <ac:spMk id="54" creationId="{EFB6F652-DBB4-8F40-9A3F-C79E296BDF46}"/>
          </ac:spMkLst>
        </pc:spChg>
        <pc:spChg chg="mod">
          <ac:chgData name="pozza magdy" userId="ac1ce3788096011b" providerId="LiveId" clId="{9F356F9C-3060-8647-9775-C493A6C66C81}" dt="2019-12-18T12:21:23.681" v="545" actId="207"/>
          <ac:spMkLst>
            <pc:docMk/>
            <pc:sldMk cId="458333314" sldId="741"/>
            <ac:spMk id="59" creationId="{CE4630CC-9C73-1042-88D6-6FF4377CF3BF}"/>
          </ac:spMkLst>
        </pc:spChg>
        <pc:grpChg chg="add">
          <ac:chgData name="pozza magdy" userId="ac1ce3788096011b" providerId="LiveId" clId="{9F356F9C-3060-8647-9775-C493A6C66C81}" dt="2019-12-18T12:21:22.084" v="544"/>
          <ac:grpSpMkLst>
            <pc:docMk/>
            <pc:sldMk cId="458333314" sldId="741"/>
            <ac:grpSpMk id="66" creationId="{310FA4B0-F05B-EB43-BFB6-0D116C14F160}"/>
          </ac:grpSpMkLst>
        </pc:grpChg>
      </pc:sldChg>
      <pc:sldChg chg="addSp modSp">
        <pc:chgData name="pozza magdy" userId="ac1ce3788096011b" providerId="LiveId" clId="{9F356F9C-3060-8647-9775-C493A6C66C81}" dt="2019-12-18T12:21:26.899" v="547" actId="207"/>
        <pc:sldMkLst>
          <pc:docMk/>
          <pc:sldMk cId="2419525640" sldId="742"/>
        </pc:sldMkLst>
        <pc:spChg chg="mod">
          <ac:chgData name="pozza magdy" userId="ac1ce3788096011b" providerId="LiveId" clId="{9F356F9C-3060-8647-9775-C493A6C66C81}" dt="2019-12-18T12:21:26.899" v="547" actId="207"/>
          <ac:spMkLst>
            <pc:docMk/>
            <pc:sldMk cId="2419525640" sldId="742"/>
            <ac:spMk id="5" creationId="{ED6E0089-BCFE-3D4A-8B80-652357FBC3B1}"/>
          </ac:spMkLst>
        </pc:spChg>
        <pc:grpChg chg="add">
          <ac:chgData name="pozza magdy" userId="ac1ce3788096011b" providerId="LiveId" clId="{9F356F9C-3060-8647-9775-C493A6C66C81}" dt="2019-12-18T12:21:25.366" v="546"/>
          <ac:grpSpMkLst>
            <pc:docMk/>
            <pc:sldMk cId="2419525640" sldId="742"/>
            <ac:grpSpMk id="54" creationId="{E0E98E45-3CCF-1847-B18A-B11D3AEAEFE3}"/>
          </ac:grpSpMkLst>
        </pc:grpChg>
      </pc:sldChg>
      <pc:sldChg chg="addSp modSp">
        <pc:chgData name="pozza magdy" userId="ac1ce3788096011b" providerId="LiveId" clId="{9F356F9C-3060-8647-9775-C493A6C66C81}" dt="2019-12-18T12:21:33.288" v="550" actId="12788"/>
        <pc:sldMkLst>
          <pc:docMk/>
          <pc:sldMk cId="654486628" sldId="743"/>
        </pc:sldMkLst>
        <pc:spChg chg="mod">
          <ac:chgData name="pozza magdy" userId="ac1ce3788096011b" providerId="LiveId" clId="{9F356F9C-3060-8647-9775-C493A6C66C81}" dt="2019-12-18T12:21:30.454" v="548" actId="207"/>
          <ac:spMkLst>
            <pc:docMk/>
            <pc:sldMk cId="654486628" sldId="743"/>
            <ac:spMk id="23" creationId="{5798854B-07DD-934B-9BB6-B894DAB293E7}"/>
          </ac:spMkLst>
        </pc:spChg>
        <pc:grpChg chg="add mod">
          <ac:chgData name="pozza magdy" userId="ac1ce3788096011b" providerId="LiveId" clId="{9F356F9C-3060-8647-9775-C493A6C66C81}" dt="2019-12-18T12:21:33.288" v="550" actId="12788"/>
          <ac:grpSpMkLst>
            <pc:docMk/>
            <pc:sldMk cId="654486628" sldId="743"/>
            <ac:grpSpMk id="72" creationId="{E22182BE-9244-D44D-B14B-9943B2E741F5}"/>
          </ac:grpSpMkLst>
        </pc:grpChg>
      </pc:sldChg>
      <pc:sldChg chg="addSp modSp">
        <pc:chgData name="pozza magdy" userId="ac1ce3788096011b" providerId="LiveId" clId="{9F356F9C-3060-8647-9775-C493A6C66C81}" dt="2019-12-18T12:21:36.563" v="552" actId="207"/>
        <pc:sldMkLst>
          <pc:docMk/>
          <pc:sldMk cId="2991158895" sldId="744"/>
        </pc:sldMkLst>
        <pc:spChg chg="mod">
          <ac:chgData name="pozza magdy" userId="ac1ce3788096011b" providerId="LiveId" clId="{9F356F9C-3060-8647-9775-C493A6C66C81}" dt="2019-12-18T12:21:36.563" v="552" actId="207"/>
          <ac:spMkLst>
            <pc:docMk/>
            <pc:sldMk cId="2991158895" sldId="744"/>
            <ac:spMk id="9" creationId="{AE22BC16-C7D3-9B4F-BCDD-F7D9E00F0C9E}"/>
          </ac:spMkLst>
        </pc:spChg>
        <pc:grpChg chg="add">
          <ac:chgData name="pozza magdy" userId="ac1ce3788096011b" providerId="LiveId" clId="{9F356F9C-3060-8647-9775-C493A6C66C81}" dt="2019-12-18T12:21:34.925" v="551"/>
          <ac:grpSpMkLst>
            <pc:docMk/>
            <pc:sldMk cId="2991158895" sldId="744"/>
            <ac:grpSpMk id="89" creationId="{5225AEBA-602B-C441-BC48-1710971AD029}"/>
          </ac:grpSpMkLst>
        </pc:grpChg>
      </pc:sldChg>
      <pc:sldChg chg="addSp modSp">
        <pc:chgData name="pozza magdy" userId="ac1ce3788096011b" providerId="LiveId" clId="{9F356F9C-3060-8647-9775-C493A6C66C81}" dt="2019-12-18T12:21:41.828" v="554" actId="207"/>
        <pc:sldMkLst>
          <pc:docMk/>
          <pc:sldMk cId="3682733226" sldId="745"/>
        </pc:sldMkLst>
        <pc:spChg chg="mod">
          <ac:chgData name="pozza magdy" userId="ac1ce3788096011b" providerId="LiveId" clId="{9F356F9C-3060-8647-9775-C493A6C66C81}" dt="2019-12-18T12:21:41.828" v="554" actId="207"/>
          <ac:spMkLst>
            <pc:docMk/>
            <pc:sldMk cId="3682733226" sldId="745"/>
            <ac:spMk id="21" creationId="{212C60AE-31E7-2E42-996E-05CED2CF6E7B}"/>
          </ac:spMkLst>
        </pc:spChg>
        <pc:grpChg chg="add">
          <ac:chgData name="pozza magdy" userId="ac1ce3788096011b" providerId="LiveId" clId="{9F356F9C-3060-8647-9775-C493A6C66C81}" dt="2019-12-18T12:21:40.023" v="553"/>
          <ac:grpSpMkLst>
            <pc:docMk/>
            <pc:sldMk cId="3682733226" sldId="745"/>
            <ac:grpSpMk id="153" creationId="{8E7F3FC0-5FDA-FB45-B667-F2403B78201C}"/>
          </ac:grpSpMkLst>
        </pc:grpChg>
      </pc:sldChg>
      <pc:sldChg chg="addSp delSp modSp add">
        <pc:chgData name="pozza magdy" userId="ac1ce3788096011b" providerId="LiveId" clId="{9F356F9C-3060-8647-9775-C493A6C66C81}" dt="2019-12-18T12:23:55.851" v="614" actId="207"/>
        <pc:sldMkLst>
          <pc:docMk/>
          <pc:sldMk cId="325756850" sldId="746"/>
        </pc:sldMkLst>
        <pc:spChg chg="mod">
          <ac:chgData name="pozza magdy" userId="ac1ce3788096011b" providerId="LiveId" clId="{9F356F9C-3060-8647-9775-C493A6C66C81}" dt="2019-12-18T09:40:16.156" v="422" actId="14100"/>
          <ac:spMkLst>
            <pc:docMk/>
            <pc:sldMk cId="325756850" sldId="746"/>
            <ac:spMk id="16" creationId="{C16C345D-4846-6544-B365-10BFFFEE8FC5}"/>
          </ac:spMkLst>
        </pc:spChg>
        <pc:spChg chg="mod">
          <ac:chgData name="pozza magdy" userId="ac1ce3788096011b" providerId="LiveId" clId="{9F356F9C-3060-8647-9775-C493A6C66C81}" dt="2019-12-18T12:23:55.851" v="614" actId="207"/>
          <ac:spMkLst>
            <pc:docMk/>
            <pc:sldMk cId="325756850" sldId="746"/>
            <ac:spMk id="17" creationId="{4932343F-AA00-1545-A0CB-EFA16866C475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24" creationId="{CE76B60F-CBC6-0D40-8830-B54B23B04FD1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26" creationId="{18B031AE-AA91-974A-9C0C-D86FC4C84123}"/>
          </ac:spMkLst>
        </pc:spChg>
        <pc:spChg chg="del mod">
          <ac:chgData name="pozza magdy" userId="ac1ce3788096011b" providerId="LiveId" clId="{9F356F9C-3060-8647-9775-C493A6C66C81}" dt="2019-12-18T09:41:52.071" v="433" actId="478"/>
          <ac:spMkLst>
            <pc:docMk/>
            <pc:sldMk cId="325756850" sldId="746"/>
            <ac:spMk id="27" creationId="{3E7AEBC5-4106-F449-BFB4-D22B4A635405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27" creationId="{9A51CBF4-2F00-F14D-A7D6-7C2AAD9660D1}"/>
          </ac:spMkLst>
        </pc:spChg>
        <pc:spChg chg="mod">
          <ac:chgData name="pozza magdy" userId="ac1ce3788096011b" providerId="LiveId" clId="{9F356F9C-3060-8647-9775-C493A6C66C81}" dt="2019-12-18T09:35:15.653" v="389" actId="1076"/>
          <ac:spMkLst>
            <pc:docMk/>
            <pc:sldMk cId="325756850" sldId="746"/>
            <ac:spMk id="29" creationId="{6C7C8890-B1EF-FD4E-9AB1-308BA275043B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0" creationId="{16921AF5-C705-784F-AB21-D4EE13FE17E7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1" creationId="{D2F79C3A-B4F2-DB43-ACFF-9A75F8B3096F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2" creationId="{F3B48252-FA2C-0545-9DB9-FB41AB8E2D24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4" creationId="{5CB32580-EEDD-CA46-B2C1-A48376E96EE8}"/>
          </ac:spMkLst>
        </pc:spChg>
        <pc:spChg chg="mod">
          <ac:chgData name="pozza magdy" userId="ac1ce3788096011b" providerId="LiveId" clId="{9F356F9C-3060-8647-9775-C493A6C66C81}" dt="2019-12-18T09:39:41.395" v="420" actId="14100"/>
          <ac:spMkLst>
            <pc:docMk/>
            <pc:sldMk cId="325756850" sldId="746"/>
            <ac:spMk id="34" creationId="{5F4C4E1A-25DA-2742-A452-53FF8223C8E9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5" creationId="{ACDA0484-79C3-C74E-A624-BBBB2368C2EC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6" creationId="{8F7FCCA8-03E1-9341-95C1-06141BB7970B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8" creationId="{9C2B847B-1D22-164E-B030-3DF12A184896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39" creationId="{0FD7659F-A081-EA43-8360-84A4A02CFA1C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40" creationId="{C044C13B-2EE2-364F-99EE-19424280741A}"/>
          </ac:spMkLst>
        </pc:spChg>
        <pc:spChg chg="mod">
          <ac:chgData name="pozza magdy" userId="ac1ce3788096011b" providerId="LiveId" clId="{9F356F9C-3060-8647-9775-C493A6C66C81}" dt="2019-12-18T09:39:30.311" v="419" actId="1076"/>
          <ac:spMkLst>
            <pc:docMk/>
            <pc:sldMk cId="325756850" sldId="746"/>
            <ac:spMk id="41" creationId="{5DA19794-B924-1243-A2BA-88D16A400B9A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76" creationId="{9DF7C36A-AC15-0D49-93FD-3984907AFB03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77" creationId="{80609B0C-17C8-E143-AA31-431571C724D5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78" creationId="{6D307051-EF5B-BE4F-A260-A09DC68F9943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79" creationId="{14C97958-EBCB-A646-9614-304788B26DF7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0" creationId="{E8454147-A598-D145-977F-E42822F1A423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1" creationId="{603B89D5-E375-484F-9314-AACFB06A6B32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2" creationId="{6538FA99-1964-8245-8C30-8B71BD4C1F11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3" creationId="{B3318FBA-7008-454E-8238-67890E18A8D8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4" creationId="{1EDBB6B9-64FC-1349-83C8-C7AD6E445B83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5" creationId="{702D7E80-3E1A-A844-9C6F-4FF933E237B0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6" creationId="{07725BF4-07C6-C64B-9E07-0B9294D70D5C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87" creationId="{802B6C12-1AA7-D44F-AAD9-721F20A9962D}"/>
          </ac:spMkLst>
        </pc:spChg>
        <pc:spChg chg="add mod">
          <ac:chgData name="pozza magdy" userId="ac1ce3788096011b" providerId="LiveId" clId="{9F356F9C-3060-8647-9775-C493A6C66C81}" dt="2019-12-18T09:42:05.047" v="437" actId="207"/>
          <ac:spMkLst>
            <pc:docMk/>
            <pc:sldMk cId="325756850" sldId="746"/>
            <ac:spMk id="90" creationId="{865058C2-4F26-B54D-94CF-59B8AC46FACD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05" creationId="{20F45410-40B7-DC40-8CDC-9DE1B7DAA938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06" creationId="{55CE1051-0765-C449-A418-2237D198F310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07" creationId="{D2226321-318F-7F43-80D2-BD67BFAB9CD0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08" creationId="{A82AD04F-0B79-DF42-AFAD-E4A0412AFFB6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11" creationId="{D79E7E7E-9E32-C741-8A80-18DE41B2079A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12" creationId="{5238CAFF-C6C5-4148-AAD7-2F81A990390C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13" creationId="{7927F8D6-D0A4-7640-8A8C-ECBE7436D3C7}"/>
          </ac:spMkLst>
        </pc:spChg>
        <pc:spChg chg="del">
          <ac:chgData name="pozza magdy" userId="ac1ce3788096011b" providerId="LiveId" clId="{9F356F9C-3060-8647-9775-C493A6C66C81}" dt="2019-12-17T15:44:38.540" v="387" actId="478"/>
          <ac:spMkLst>
            <pc:docMk/>
            <pc:sldMk cId="325756850" sldId="746"/>
            <ac:spMk id="114" creationId="{F0FE68C8-C953-3D4E-9869-C3923590EDF0}"/>
          </ac:spMkLst>
        </pc:spChg>
        <pc:grpChg chg="add del mod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2" creationId="{DB023DC0-0FF3-E445-B774-08D07AB02EA1}"/>
          </ac:grpSpMkLst>
        </pc:grpChg>
        <pc:grpChg chg="add del mod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3" creationId="{D673BD31-64D5-8E48-95E6-69787C8DC233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5" creationId="{5DBBD1C5-838C-574A-83FD-80D58F8C8192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8" creationId="{68CE7F53-FD06-9942-A0BF-6883E76AA7A8}"/>
          </ac:grpSpMkLst>
        </pc:grpChg>
        <pc:grpChg chg="add del mod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10" creationId="{19D11830-6F56-6242-A8F9-F6620413F763}"/>
          </ac:grpSpMkLst>
        </pc:grpChg>
        <pc:grpChg chg="add del mod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11" creationId="{0975DB5A-2DD0-9E48-BAF1-74AA1D3029F0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24" creationId="{37B4BC81-C80F-3145-B9C6-93FE58A499CF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31" creationId="{10CB37AE-886B-F249-8EF8-D2D871642B74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38" creationId="{FCEBFD9B-5D38-8E4B-AB67-CA3F2A05C5CD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48" creationId="{3A01A491-1221-F640-80C5-00C51261EFC5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55" creationId="{C75A9898-66F7-C546-8853-D4C08D5C87A0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62" creationId="{44D1B339-F271-F944-9FF9-BB70551CD6D5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71" creationId="{C4A43B49-F8AD-6144-931D-D5DE8C1CAE0F}"/>
          </ac:grpSpMkLst>
        </pc:grpChg>
        <pc:grpChg chg="mod topLvl">
          <ac:chgData name="pozza magdy" userId="ac1ce3788096011b" providerId="LiveId" clId="{9F356F9C-3060-8647-9775-C493A6C66C81}" dt="2019-12-18T09:41:41.567" v="432" actId="165"/>
          <ac:grpSpMkLst>
            <pc:docMk/>
            <pc:sldMk cId="325756850" sldId="746"/>
            <ac:grpSpMk id="73" creationId="{18056BB3-CD70-9A45-8083-7C21D378F5CD}"/>
          </ac:grpSpMkLst>
        </pc:grpChg>
        <pc:grpChg chg="add">
          <ac:chgData name="pozza magdy" userId="ac1ce3788096011b" providerId="LiveId" clId="{9F356F9C-3060-8647-9775-C493A6C66C81}" dt="2019-12-18T12:23:53.499" v="613"/>
          <ac:grpSpMkLst>
            <pc:docMk/>
            <pc:sldMk cId="325756850" sldId="746"/>
            <ac:grpSpMk id="91" creationId="{54A5CF7E-413D-C34E-A18D-BA393CAB6AE9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99" creationId="{5F617FBA-8854-8F4C-8FA3-BC0ECA76F09B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31" creationId="{8CC9618F-740C-2648-B24F-F356A1522C7B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38" creationId="{31F3DEFF-FFE0-1B4A-9AF9-D8FC6F139D33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46" creationId="{8FF94F6A-ABC0-FC46-AEF1-68AB41DF50AF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57" creationId="{2985AE0D-2479-1049-A0C7-3F7B1D29D7A1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70" creationId="{A6F2C278-7C2F-5C4D-9EA8-CAC690E727FA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82" creationId="{23FA9EE7-135C-964D-8E7E-2C3C20A91DD6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192" creationId="{5B2A0C0A-31FF-1449-824D-1FF4F2DB1317}"/>
          </ac:grpSpMkLst>
        </pc:grpChg>
        <pc:grpChg chg="del">
          <ac:chgData name="pozza magdy" userId="ac1ce3788096011b" providerId="LiveId" clId="{9F356F9C-3060-8647-9775-C493A6C66C81}" dt="2019-12-17T15:44:38.540" v="387" actId="478"/>
          <ac:grpSpMkLst>
            <pc:docMk/>
            <pc:sldMk cId="325756850" sldId="746"/>
            <ac:grpSpMk id="200" creationId="{7D7DC6E7-BFF2-D946-8352-A9E6A5FB5CFC}"/>
          </ac:grpSpMkLst>
        </pc:grpChg>
      </pc:sldChg>
      <pc:sldChg chg="addSp delSp modSp add">
        <pc:chgData name="pozza magdy" userId="ac1ce3788096011b" providerId="LiveId" clId="{9F356F9C-3060-8647-9775-C493A6C66C81}" dt="2019-12-18T12:24:27.316" v="626" actId="207"/>
        <pc:sldMkLst>
          <pc:docMk/>
          <pc:sldMk cId="3056462477" sldId="747"/>
        </pc:sldMkLst>
        <pc:spChg chg="mod">
          <ac:chgData name="pozza magdy" userId="ac1ce3788096011b" providerId="LiveId" clId="{9F356F9C-3060-8647-9775-C493A6C66C81}" dt="2019-12-18T12:24:27.316" v="626" actId="207"/>
          <ac:spMkLst>
            <pc:docMk/>
            <pc:sldMk cId="3056462477" sldId="747"/>
            <ac:spMk id="3" creationId="{F28B4547-A1FB-5540-BDF3-2E1D5CB0424D}"/>
          </ac:spMkLst>
        </pc:spChg>
        <pc:spChg chg="mod topLvl">
          <ac:chgData name="pozza magdy" userId="ac1ce3788096011b" providerId="LiveId" clId="{9F356F9C-3060-8647-9775-C493A6C66C81}" dt="2019-12-18T09:42:25.494" v="441" actId="164"/>
          <ac:spMkLst>
            <pc:docMk/>
            <pc:sldMk cId="3056462477" sldId="747"/>
            <ac:spMk id="25" creationId="{4CF7C36C-BEF2-094B-BAE4-B00D51EC3D79}"/>
          </ac:spMkLst>
        </pc:spChg>
        <pc:spChg chg="mod topLvl">
          <ac:chgData name="pozza magdy" userId="ac1ce3788096011b" providerId="LiveId" clId="{9F356F9C-3060-8647-9775-C493A6C66C81}" dt="2019-12-18T09:42:40.825" v="444" actId="164"/>
          <ac:spMkLst>
            <pc:docMk/>
            <pc:sldMk cId="3056462477" sldId="747"/>
            <ac:spMk id="26" creationId="{F4A2E435-1FB8-8C42-8DA9-132EDEC5F699}"/>
          </ac:spMkLst>
        </pc:spChg>
        <pc:spChg chg="mod topLvl">
          <ac:chgData name="pozza magdy" userId="ac1ce3788096011b" providerId="LiveId" clId="{9F356F9C-3060-8647-9775-C493A6C66C81}" dt="2019-12-18T09:42:30.750" v="442" actId="164"/>
          <ac:spMkLst>
            <pc:docMk/>
            <pc:sldMk cId="3056462477" sldId="747"/>
            <ac:spMk id="27" creationId="{9F7D4277-7114-774D-9B28-AD847BC5E053}"/>
          </ac:spMkLst>
        </pc:spChg>
        <pc:spChg chg="mod topLvl">
          <ac:chgData name="pozza magdy" userId="ac1ce3788096011b" providerId="LiveId" clId="{9F356F9C-3060-8647-9775-C493A6C66C81}" dt="2019-12-18T09:42:35.988" v="443" actId="164"/>
          <ac:spMkLst>
            <pc:docMk/>
            <pc:sldMk cId="3056462477" sldId="747"/>
            <ac:spMk id="28" creationId="{D1B335D5-260D-C046-B222-5C6DD570CC16}"/>
          </ac:spMkLst>
        </pc:spChg>
        <pc:spChg chg="mod topLvl">
          <ac:chgData name="pozza magdy" userId="ac1ce3788096011b" providerId="LiveId" clId="{9F356F9C-3060-8647-9775-C493A6C66C81}" dt="2019-12-18T09:42:25.494" v="441" actId="164"/>
          <ac:spMkLst>
            <pc:docMk/>
            <pc:sldMk cId="3056462477" sldId="747"/>
            <ac:spMk id="29" creationId="{342DF52C-2A7C-0B4D-B2F5-A5AD4DADC98D}"/>
          </ac:spMkLst>
        </pc:spChg>
        <pc:spChg chg="mod topLvl">
          <ac:chgData name="pozza magdy" userId="ac1ce3788096011b" providerId="LiveId" clId="{9F356F9C-3060-8647-9775-C493A6C66C81}" dt="2019-12-18T09:42:30.750" v="442" actId="164"/>
          <ac:spMkLst>
            <pc:docMk/>
            <pc:sldMk cId="3056462477" sldId="747"/>
            <ac:spMk id="30" creationId="{989B883E-D70D-5441-9D67-0C04D978C608}"/>
          </ac:spMkLst>
        </pc:spChg>
        <pc:spChg chg="mod topLvl">
          <ac:chgData name="pozza magdy" userId="ac1ce3788096011b" providerId="LiveId" clId="{9F356F9C-3060-8647-9775-C493A6C66C81}" dt="2019-12-18T09:42:35.988" v="443" actId="164"/>
          <ac:spMkLst>
            <pc:docMk/>
            <pc:sldMk cId="3056462477" sldId="747"/>
            <ac:spMk id="73" creationId="{1B778CFF-1F94-1C48-AC92-07B6D9CF16B2}"/>
          </ac:spMkLst>
        </pc:spChg>
        <pc:spChg chg="mod topLvl">
          <ac:chgData name="pozza magdy" userId="ac1ce3788096011b" providerId="LiveId" clId="{9F356F9C-3060-8647-9775-C493A6C66C81}" dt="2019-12-18T09:42:40.825" v="444" actId="164"/>
          <ac:spMkLst>
            <pc:docMk/>
            <pc:sldMk cId="3056462477" sldId="747"/>
            <ac:spMk id="74" creationId="{684FC90D-A4CF-2741-865D-47EEC8546EAF}"/>
          </ac:spMkLst>
        </pc:spChg>
        <pc:spChg chg="mod topLvl">
          <ac:chgData name="pozza magdy" userId="ac1ce3788096011b" providerId="LiveId" clId="{9F356F9C-3060-8647-9775-C493A6C66C81}" dt="2019-12-18T09:42:35.988" v="443" actId="164"/>
          <ac:spMkLst>
            <pc:docMk/>
            <pc:sldMk cId="3056462477" sldId="747"/>
            <ac:spMk id="79" creationId="{9D258251-4B59-724E-BAAE-2EBBD13DB8B4}"/>
          </ac:spMkLst>
        </pc:spChg>
        <pc:spChg chg="mod topLvl">
          <ac:chgData name="pozza magdy" userId="ac1ce3788096011b" providerId="LiveId" clId="{9F356F9C-3060-8647-9775-C493A6C66C81}" dt="2019-12-18T09:42:40.825" v="444" actId="164"/>
          <ac:spMkLst>
            <pc:docMk/>
            <pc:sldMk cId="3056462477" sldId="747"/>
            <ac:spMk id="80" creationId="{8058D853-1BD8-A647-9F63-75B9963D4A02}"/>
          </ac:spMkLst>
        </pc:spChg>
        <pc:spChg chg="mod topLvl">
          <ac:chgData name="pozza magdy" userId="ac1ce3788096011b" providerId="LiveId" clId="{9F356F9C-3060-8647-9775-C493A6C66C81}" dt="2019-12-18T09:42:25.494" v="441" actId="164"/>
          <ac:spMkLst>
            <pc:docMk/>
            <pc:sldMk cId="3056462477" sldId="747"/>
            <ac:spMk id="81" creationId="{F487D38B-2700-3940-AC83-D2EFAE62F88E}"/>
          </ac:spMkLst>
        </pc:spChg>
        <pc:spChg chg="mod topLvl">
          <ac:chgData name="pozza magdy" userId="ac1ce3788096011b" providerId="LiveId" clId="{9F356F9C-3060-8647-9775-C493A6C66C81}" dt="2019-12-18T09:42:30.750" v="442" actId="164"/>
          <ac:spMkLst>
            <pc:docMk/>
            <pc:sldMk cId="3056462477" sldId="747"/>
            <ac:spMk id="82" creationId="{50F07E35-AE20-D240-A095-87321B5ABC67}"/>
          </ac:spMkLst>
        </pc:spChg>
        <pc:spChg chg="mod">
          <ac:chgData name="pozza magdy" userId="ac1ce3788096011b" providerId="LiveId" clId="{9F356F9C-3060-8647-9775-C493A6C66C81}" dt="2019-12-18T09:42:25.494" v="441" actId="164"/>
          <ac:spMkLst>
            <pc:docMk/>
            <pc:sldMk cId="3056462477" sldId="747"/>
            <ac:spMk id="83" creationId="{17CF4997-7597-B14A-ABE8-9213EA02D5FC}"/>
          </ac:spMkLst>
        </pc:spChg>
        <pc:spChg chg="mod">
          <ac:chgData name="pozza magdy" userId="ac1ce3788096011b" providerId="LiveId" clId="{9F356F9C-3060-8647-9775-C493A6C66C81}" dt="2019-12-18T09:42:30.750" v="442" actId="164"/>
          <ac:spMkLst>
            <pc:docMk/>
            <pc:sldMk cId="3056462477" sldId="747"/>
            <ac:spMk id="99" creationId="{33D8621F-0C31-B846-9CCD-CB085601E519}"/>
          </ac:spMkLst>
        </pc:spChg>
        <pc:spChg chg="mod">
          <ac:chgData name="pozza magdy" userId="ac1ce3788096011b" providerId="LiveId" clId="{9F356F9C-3060-8647-9775-C493A6C66C81}" dt="2019-12-18T09:42:40.825" v="444" actId="164"/>
          <ac:spMkLst>
            <pc:docMk/>
            <pc:sldMk cId="3056462477" sldId="747"/>
            <ac:spMk id="100" creationId="{A222A580-72B6-3348-AF5B-50B039761EF5}"/>
          </ac:spMkLst>
        </pc:spChg>
        <pc:spChg chg="mod">
          <ac:chgData name="pozza magdy" userId="ac1ce3788096011b" providerId="LiveId" clId="{9F356F9C-3060-8647-9775-C493A6C66C81}" dt="2019-12-18T09:42:35.988" v="443" actId="164"/>
          <ac:spMkLst>
            <pc:docMk/>
            <pc:sldMk cId="3056462477" sldId="747"/>
            <ac:spMk id="101" creationId="{E1B25397-DDC4-F84F-9C15-09931A09B828}"/>
          </ac:spMkLst>
        </pc:spChg>
        <pc:spChg chg="mod topLvl">
          <ac:chgData name="pozza magdy" userId="ac1ce3788096011b" providerId="LiveId" clId="{9F356F9C-3060-8647-9775-C493A6C66C81}" dt="2019-12-18T12:24:20.485" v="623" actId="165"/>
          <ac:spMkLst>
            <pc:docMk/>
            <pc:sldMk cId="3056462477" sldId="747"/>
            <ac:spMk id="108" creationId="{75D220D5-E852-4D49-81B5-8482540FB618}"/>
          </ac:spMkLst>
        </pc:spChg>
        <pc:grpChg chg="add mod topLvl">
          <ac:chgData name="pozza magdy" userId="ac1ce3788096011b" providerId="LiveId" clId="{9F356F9C-3060-8647-9775-C493A6C66C81}" dt="2019-12-18T12:24:22.301" v="624" actId="165"/>
          <ac:grpSpMkLst>
            <pc:docMk/>
            <pc:sldMk cId="3056462477" sldId="747"/>
            <ac:grpSpMk id="2" creationId="{438141BC-598C-0149-A0E6-E3207852E698}"/>
          </ac:grpSpMkLst>
        </pc:grpChg>
        <pc:grpChg chg="add mod topLvl">
          <ac:chgData name="pozza magdy" userId="ac1ce3788096011b" providerId="LiveId" clId="{9F356F9C-3060-8647-9775-C493A6C66C81}" dt="2019-12-18T12:24:22.301" v="624" actId="165"/>
          <ac:grpSpMkLst>
            <pc:docMk/>
            <pc:sldMk cId="3056462477" sldId="747"/>
            <ac:grpSpMk id="10" creationId="{46E2741A-F601-7540-B91E-7A942BF6349E}"/>
          </ac:grpSpMkLst>
        </pc:grpChg>
        <pc:grpChg chg="add del mod">
          <ac:chgData name="pozza magdy" userId="ac1ce3788096011b" providerId="LiveId" clId="{9F356F9C-3060-8647-9775-C493A6C66C81}" dt="2019-12-18T12:24:22.301" v="624" actId="165"/>
          <ac:grpSpMkLst>
            <pc:docMk/>
            <pc:sldMk cId="3056462477" sldId="747"/>
            <ac:grpSpMk id="11" creationId="{3DCB6E23-C680-7044-9992-3FF425904FB2}"/>
          </ac:grpSpMkLst>
        </pc:grpChg>
        <pc:grpChg chg="del">
          <ac:chgData name="pozza magdy" userId="ac1ce3788096011b" providerId="LiveId" clId="{9F356F9C-3060-8647-9775-C493A6C66C81}" dt="2019-12-18T09:42:12.123" v="438" actId="165"/>
          <ac:grpSpMkLst>
            <pc:docMk/>
            <pc:sldMk cId="3056462477" sldId="747"/>
            <ac:grpSpMk id="11" creationId="{9A4F9CD5-9441-E04F-89D8-0F56DAB92790}"/>
          </ac:grpSpMkLst>
        </pc:grpChg>
        <pc:grpChg chg="add mod topLvl">
          <ac:chgData name="pozza magdy" userId="ac1ce3788096011b" providerId="LiveId" clId="{9F356F9C-3060-8647-9775-C493A6C66C81}" dt="2019-12-18T12:24:22.301" v="624" actId="165"/>
          <ac:grpSpMkLst>
            <pc:docMk/>
            <pc:sldMk cId="3056462477" sldId="747"/>
            <ac:grpSpMk id="12" creationId="{2F136519-838C-B149-8EDF-2BE896AA5B06}"/>
          </ac:grpSpMkLst>
        </pc:grpChg>
        <pc:grpChg chg="add mod topLvl">
          <ac:chgData name="pozza magdy" userId="ac1ce3788096011b" providerId="LiveId" clId="{9F356F9C-3060-8647-9775-C493A6C66C81}" dt="2019-12-18T12:24:22.301" v="624" actId="165"/>
          <ac:grpSpMkLst>
            <pc:docMk/>
            <pc:sldMk cId="3056462477" sldId="747"/>
            <ac:grpSpMk id="13" creationId="{E83B2021-B7AD-8848-8A79-16D76CB30224}"/>
          </ac:grpSpMkLst>
        </pc:grpChg>
        <pc:grpChg chg="add">
          <ac:chgData name="pozza magdy" userId="ac1ce3788096011b" providerId="LiveId" clId="{9F356F9C-3060-8647-9775-C493A6C66C81}" dt="2019-12-18T12:24:25.166" v="625"/>
          <ac:grpSpMkLst>
            <pc:docMk/>
            <pc:sldMk cId="3056462477" sldId="747"/>
            <ac:grpSpMk id="94" creationId="{E43F33F7-B326-DF41-A8F2-1F39156A68E7}"/>
          </ac:grpSpMkLst>
        </pc:grpChg>
        <pc:grpChg chg="add del mod">
          <ac:chgData name="pozza magdy" userId="ac1ce3788096011b" providerId="LiveId" clId="{9F356F9C-3060-8647-9775-C493A6C66C81}" dt="2019-12-18T12:24:20.485" v="623" actId="165"/>
          <ac:grpSpMkLst>
            <pc:docMk/>
            <pc:sldMk cId="3056462477" sldId="747"/>
            <ac:grpSpMk id="105" creationId="{CC683499-653C-B549-8D5E-9C8AC08F81C5}"/>
          </ac:grpSpMkLst>
        </pc:grpChg>
        <pc:grpChg chg="mod">
          <ac:chgData name="pozza magdy" userId="ac1ce3788096011b" providerId="LiveId" clId="{9F356F9C-3060-8647-9775-C493A6C66C81}" dt="2019-12-18T12:24:12.692" v="619" actId="12789"/>
          <ac:grpSpMkLst>
            <pc:docMk/>
            <pc:sldMk cId="3056462477" sldId="747"/>
            <ac:grpSpMk id="109" creationId="{D5D59578-BBD7-2347-831C-3CCBAA2106D2}"/>
          </ac:grpSpMkLst>
        </pc:grpChg>
        <pc:grpChg chg="mod">
          <ac:chgData name="pozza magdy" userId="ac1ce3788096011b" providerId="LiveId" clId="{9F356F9C-3060-8647-9775-C493A6C66C81}" dt="2019-12-18T12:24:12.692" v="619" actId="12789"/>
          <ac:grpSpMkLst>
            <pc:docMk/>
            <pc:sldMk cId="3056462477" sldId="747"/>
            <ac:grpSpMk id="126" creationId="{0E1D6ECE-AE64-E145-895F-F17C133F4A97}"/>
          </ac:grpSpMkLst>
        </pc:grpChg>
        <pc:grpChg chg="mod">
          <ac:chgData name="pozza magdy" userId="ac1ce3788096011b" providerId="LiveId" clId="{9F356F9C-3060-8647-9775-C493A6C66C81}" dt="2019-12-18T12:24:12.692" v="619" actId="12789"/>
          <ac:grpSpMkLst>
            <pc:docMk/>
            <pc:sldMk cId="3056462477" sldId="747"/>
            <ac:grpSpMk id="139" creationId="{B39E32E2-4C08-EC4F-B416-BDB1FC150D9B}"/>
          </ac:grpSpMkLst>
        </pc:grpChg>
        <pc:grpChg chg="mod">
          <ac:chgData name="pozza magdy" userId="ac1ce3788096011b" providerId="LiveId" clId="{9F356F9C-3060-8647-9775-C493A6C66C81}" dt="2019-12-18T12:24:12.692" v="619" actId="12789"/>
          <ac:grpSpMkLst>
            <pc:docMk/>
            <pc:sldMk cId="3056462477" sldId="747"/>
            <ac:grpSpMk id="152" creationId="{F630D7E6-BA7A-B849-8297-1BC838267CE1}"/>
          </ac:grpSpMkLst>
        </pc:grpChg>
        <pc:cxnChg chg="mod topLvl">
          <ac:chgData name="pozza magdy" userId="ac1ce3788096011b" providerId="LiveId" clId="{9F356F9C-3060-8647-9775-C493A6C66C81}" dt="2019-12-18T12:24:20.485" v="623" actId="165"/>
          <ac:cxnSpMkLst>
            <pc:docMk/>
            <pc:sldMk cId="3056462477" sldId="747"/>
            <ac:cxnSpMk id="106" creationId="{72D7C6B0-D692-E94A-8769-7B30EAA561D6}"/>
          </ac:cxnSpMkLst>
        </pc:cxnChg>
        <pc:cxnChg chg="mod topLvl">
          <ac:chgData name="pozza magdy" userId="ac1ce3788096011b" providerId="LiveId" clId="{9F356F9C-3060-8647-9775-C493A6C66C81}" dt="2019-12-18T12:24:20.485" v="623" actId="165"/>
          <ac:cxnSpMkLst>
            <pc:docMk/>
            <pc:sldMk cId="3056462477" sldId="747"/>
            <ac:cxnSpMk id="107" creationId="{435933B3-AAB4-BF49-A164-39E3FF3EAB0F}"/>
          </ac:cxnSpMkLst>
        </pc:cxnChg>
      </pc:sldChg>
      <pc:sldChg chg="addSp delSp modSp add">
        <pc:chgData name="pozza magdy" userId="ac1ce3788096011b" providerId="LiveId" clId="{9F356F9C-3060-8647-9775-C493A6C66C81}" dt="2019-12-18T12:23:48.538" v="612" actId="207"/>
        <pc:sldMkLst>
          <pc:docMk/>
          <pc:sldMk cId="876799116" sldId="748"/>
        </pc:sldMkLst>
        <pc:spChg chg="mod topLvl">
          <ac:chgData name="pozza magdy" userId="ac1ce3788096011b" providerId="LiveId" clId="{9F356F9C-3060-8647-9775-C493A6C66C81}" dt="2019-12-17T15:37:47.322" v="269" actId="164"/>
          <ac:spMkLst>
            <pc:docMk/>
            <pc:sldMk cId="876799116" sldId="748"/>
            <ac:spMk id="6" creationId="{635171DB-4324-6C47-BD10-26E2724754A2}"/>
          </ac:spMkLst>
        </pc:spChg>
        <pc:spChg chg="mod topLvl">
          <ac:chgData name="pozza magdy" userId="ac1ce3788096011b" providerId="LiveId" clId="{9F356F9C-3060-8647-9775-C493A6C66C81}" dt="2019-12-18T09:36:53.074" v="397" actId="164"/>
          <ac:spMkLst>
            <pc:docMk/>
            <pc:sldMk cId="876799116" sldId="748"/>
            <ac:spMk id="7" creationId="{E7CB8207-7827-474E-8DBD-08ACC09ECCEA}"/>
          </ac:spMkLst>
        </pc:spChg>
        <pc:spChg chg="mod topLvl">
          <ac:chgData name="pozza magdy" userId="ac1ce3788096011b" providerId="LiveId" clId="{9F356F9C-3060-8647-9775-C493A6C66C81}" dt="2019-12-17T15:37:40.142" v="267" actId="164"/>
          <ac:spMkLst>
            <pc:docMk/>
            <pc:sldMk cId="876799116" sldId="748"/>
            <ac:spMk id="8" creationId="{99D1F3FE-C86D-9644-9982-7F42D23B13EE}"/>
          </ac:spMkLst>
        </pc:spChg>
        <pc:spChg chg="mod topLvl">
          <ac:chgData name="pozza magdy" userId="ac1ce3788096011b" providerId="LiveId" clId="{9F356F9C-3060-8647-9775-C493A6C66C81}" dt="2019-12-18T09:36:30.031" v="392" actId="164"/>
          <ac:spMkLst>
            <pc:docMk/>
            <pc:sldMk cId="876799116" sldId="748"/>
            <ac:spMk id="9" creationId="{DDF82B19-60E8-014D-A984-75FD047CB48D}"/>
          </ac:spMkLst>
        </pc:spChg>
        <pc:spChg chg="mod topLvl">
          <ac:chgData name="pozza magdy" userId="ac1ce3788096011b" providerId="LiveId" clId="{9F356F9C-3060-8647-9775-C493A6C66C81}" dt="2019-12-17T15:44:13.428" v="386" actId="14100"/>
          <ac:spMkLst>
            <pc:docMk/>
            <pc:sldMk cId="876799116" sldId="748"/>
            <ac:spMk id="10" creationId="{7B08BC9E-E6AA-C04E-9DFB-1BAADCEA00CC}"/>
          </ac:spMkLst>
        </pc:spChg>
        <pc:spChg chg="mod topLvl">
          <ac:chgData name="pozza magdy" userId="ac1ce3788096011b" providerId="LiveId" clId="{9F356F9C-3060-8647-9775-C493A6C66C81}" dt="2019-12-17T15:37:47.322" v="269" actId="164"/>
          <ac:spMkLst>
            <pc:docMk/>
            <pc:sldMk cId="876799116" sldId="748"/>
            <ac:spMk id="11" creationId="{A59BE693-6CE7-3C42-9273-0C77BADC03D4}"/>
          </ac:spMkLst>
        </pc:spChg>
        <pc:spChg chg="mod topLvl">
          <ac:chgData name="pozza magdy" userId="ac1ce3788096011b" providerId="LiveId" clId="{9F356F9C-3060-8647-9775-C493A6C66C81}" dt="2019-12-18T09:36:53.074" v="397" actId="164"/>
          <ac:spMkLst>
            <pc:docMk/>
            <pc:sldMk cId="876799116" sldId="748"/>
            <ac:spMk id="12" creationId="{8E19DA72-B443-8E4E-9961-63AE5D6F5611}"/>
          </ac:spMkLst>
        </pc:spChg>
        <pc:spChg chg="mod topLvl">
          <ac:chgData name="pozza magdy" userId="ac1ce3788096011b" providerId="LiveId" clId="{9F356F9C-3060-8647-9775-C493A6C66C81}" dt="2019-12-17T15:37:40.142" v="267" actId="164"/>
          <ac:spMkLst>
            <pc:docMk/>
            <pc:sldMk cId="876799116" sldId="748"/>
            <ac:spMk id="13" creationId="{C8251538-242F-7641-BE05-3335177ADDDE}"/>
          </ac:spMkLst>
        </pc:spChg>
        <pc:spChg chg="mod topLvl">
          <ac:chgData name="pozza magdy" userId="ac1ce3788096011b" providerId="LiveId" clId="{9F356F9C-3060-8647-9775-C493A6C66C81}" dt="2019-12-18T09:36:30.031" v="392" actId="164"/>
          <ac:spMkLst>
            <pc:docMk/>
            <pc:sldMk cId="876799116" sldId="748"/>
            <ac:spMk id="14" creationId="{B126B440-C5A5-E549-9432-1CE1ADA710EB}"/>
          </ac:spMkLst>
        </pc:spChg>
        <pc:spChg chg="mod topLvl">
          <ac:chgData name="pozza magdy" userId="ac1ce3788096011b" providerId="LiveId" clId="{9F356F9C-3060-8647-9775-C493A6C66C81}" dt="2019-12-17T15:37:47.322" v="269" actId="164"/>
          <ac:spMkLst>
            <pc:docMk/>
            <pc:sldMk cId="876799116" sldId="748"/>
            <ac:spMk id="15" creationId="{19CD630F-22BA-1349-B706-109B171968EC}"/>
          </ac:spMkLst>
        </pc:spChg>
        <pc:spChg chg="mod topLvl">
          <ac:chgData name="pozza magdy" userId="ac1ce3788096011b" providerId="LiveId" clId="{9F356F9C-3060-8647-9775-C493A6C66C81}" dt="2019-12-18T09:36:30.031" v="392" actId="164"/>
          <ac:spMkLst>
            <pc:docMk/>
            <pc:sldMk cId="876799116" sldId="748"/>
            <ac:spMk id="16" creationId="{23208FA1-A01A-C143-B511-52CADFD17BD3}"/>
          </ac:spMkLst>
        </pc:spChg>
        <pc:spChg chg="mod topLvl">
          <ac:chgData name="pozza magdy" userId="ac1ce3788096011b" providerId="LiveId" clId="{9F356F9C-3060-8647-9775-C493A6C66C81}" dt="2019-12-17T15:37:40.142" v="267" actId="164"/>
          <ac:spMkLst>
            <pc:docMk/>
            <pc:sldMk cId="876799116" sldId="748"/>
            <ac:spMk id="17" creationId="{BD04F383-D119-904A-B226-F63A1D9A80E3}"/>
          </ac:spMkLst>
        </pc:spChg>
        <pc:spChg chg="mod topLvl">
          <ac:chgData name="pozza magdy" userId="ac1ce3788096011b" providerId="LiveId" clId="{9F356F9C-3060-8647-9775-C493A6C66C81}" dt="2019-12-18T09:36:53.074" v="397" actId="164"/>
          <ac:spMkLst>
            <pc:docMk/>
            <pc:sldMk cId="876799116" sldId="748"/>
            <ac:spMk id="18" creationId="{EAB9EA3F-9515-2E44-A052-30DFB2372863}"/>
          </ac:spMkLst>
        </pc:spChg>
        <pc:spChg chg="mod">
          <ac:chgData name="pozza magdy" userId="ac1ce3788096011b" providerId="LiveId" clId="{9F356F9C-3060-8647-9775-C493A6C66C81}" dt="2019-12-18T12:23:48.538" v="612" actId="207"/>
          <ac:spMkLst>
            <pc:docMk/>
            <pc:sldMk cId="876799116" sldId="748"/>
            <ac:spMk id="19" creationId="{D0B0B9F5-6E8D-FA4A-8DA3-8546749284D2}"/>
          </ac:spMkLst>
        </pc:spChg>
        <pc:spChg chg="mod">
          <ac:chgData name="pozza magdy" userId="ac1ce3788096011b" providerId="LiveId" clId="{9F356F9C-3060-8647-9775-C493A6C66C81}" dt="2019-12-18T09:36:39.480" v="395" actId="164"/>
          <ac:spMkLst>
            <pc:docMk/>
            <pc:sldMk cId="876799116" sldId="748"/>
            <ac:spMk id="26" creationId="{3C6D8FEE-5E4C-4841-8CDB-4C94242FD4F0}"/>
          </ac:spMkLst>
        </pc:spChg>
        <pc:spChg chg="mod">
          <ac:chgData name="pozza magdy" userId="ac1ce3788096011b" providerId="LiveId" clId="{9F356F9C-3060-8647-9775-C493A6C66C81}" dt="2019-12-18T09:36:30.031" v="392" actId="164"/>
          <ac:spMkLst>
            <pc:docMk/>
            <pc:sldMk cId="876799116" sldId="748"/>
            <ac:spMk id="27" creationId="{36D1F815-6B10-BA42-934D-CE148281B0A8}"/>
          </ac:spMkLst>
        </pc:spChg>
        <pc:spChg chg="mod">
          <ac:chgData name="pozza magdy" userId="ac1ce3788096011b" providerId="LiveId" clId="{9F356F9C-3060-8647-9775-C493A6C66C81}" dt="2019-12-18T09:36:46.115" v="396" actId="164"/>
          <ac:spMkLst>
            <pc:docMk/>
            <pc:sldMk cId="876799116" sldId="748"/>
            <ac:spMk id="28" creationId="{677571C6-B35C-2342-81EE-6C21EC08878A}"/>
          </ac:spMkLst>
        </pc:spChg>
        <pc:spChg chg="mod">
          <ac:chgData name="pozza magdy" userId="ac1ce3788096011b" providerId="LiveId" clId="{9F356F9C-3060-8647-9775-C493A6C66C81}" dt="2019-12-18T09:36:53.074" v="397" actId="164"/>
          <ac:spMkLst>
            <pc:docMk/>
            <pc:sldMk cId="876799116" sldId="748"/>
            <ac:spMk id="29" creationId="{A373938A-0440-AB49-A9D4-A7A0F29C7737}"/>
          </ac:spMkLst>
        </pc:spChg>
        <pc:spChg chg="mod">
          <ac:chgData name="pozza magdy" userId="ac1ce3788096011b" providerId="LiveId" clId="{9F356F9C-3060-8647-9775-C493A6C66C81}" dt="2019-12-17T15:43:18.511" v="350" actId="688"/>
          <ac:spMkLst>
            <pc:docMk/>
            <pc:sldMk cId="876799116" sldId="748"/>
            <ac:spMk id="30" creationId="{F1D3BD98-0DBD-3240-BA36-F2F4D83E2A0E}"/>
          </ac:spMkLst>
        </pc:spChg>
        <pc:spChg chg="mod">
          <ac:chgData name="pozza magdy" userId="ac1ce3788096011b" providerId="LiveId" clId="{9F356F9C-3060-8647-9775-C493A6C66C81}" dt="2019-12-18T09:37:27.393" v="401" actId="1076"/>
          <ac:spMkLst>
            <pc:docMk/>
            <pc:sldMk cId="876799116" sldId="748"/>
            <ac:spMk id="67" creationId="{85A53D9D-569F-A941-BB06-5836E653BA30}"/>
          </ac:spMkLst>
        </pc:spChg>
        <pc:spChg chg="mod">
          <ac:chgData name="pozza magdy" userId="ac1ce3788096011b" providerId="LiveId" clId="{9F356F9C-3060-8647-9775-C493A6C66C81}" dt="2019-12-18T09:37:15.175" v="400" actId="1076"/>
          <ac:spMkLst>
            <pc:docMk/>
            <pc:sldMk cId="876799116" sldId="748"/>
            <ac:spMk id="68" creationId="{7D9E6EA5-57D8-5E4C-91A5-F71C7D935FBC}"/>
          </ac:spMkLst>
        </pc:spChg>
        <pc:spChg chg="mod">
          <ac:chgData name="pozza magdy" userId="ac1ce3788096011b" providerId="LiveId" clId="{9F356F9C-3060-8647-9775-C493A6C66C81}" dt="2019-12-18T09:37:27.393" v="401" actId="1076"/>
          <ac:spMkLst>
            <pc:docMk/>
            <pc:sldMk cId="876799116" sldId="748"/>
            <ac:spMk id="69" creationId="{22D41DB3-D969-594C-8BD7-A9E02044126F}"/>
          </ac:spMkLst>
        </pc:spChg>
        <pc:spChg chg="mod">
          <ac:chgData name="pozza magdy" userId="ac1ce3788096011b" providerId="LiveId" clId="{9F356F9C-3060-8647-9775-C493A6C66C81}" dt="2019-12-18T09:37:15.175" v="400" actId="1076"/>
          <ac:spMkLst>
            <pc:docMk/>
            <pc:sldMk cId="876799116" sldId="748"/>
            <ac:spMk id="70" creationId="{303ED035-E1B5-7247-8E43-A07BB443339C}"/>
          </ac:spMkLst>
        </pc:spChg>
        <pc:spChg chg="mod topLvl">
          <ac:chgData name="pozza magdy" userId="ac1ce3788096011b" providerId="LiveId" clId="{9F356F9C-3060-8647-9775-C493A6C66C81}" dt="2019-12-18T09:36:46.115" v="396" actId="164"/>
          <ac:spMkLst>
            <pc:docMk/>
            <pc:sldMk cId="876799116" sldId="748"/>
            <ac:spMk id="76" creationId="{FA35FA58-653F-C145-9EF6-9E8CD566F30C}"/>
          </ac:spMkLst>
        </pc:spChg>
        <pc:spChg chg="mod topLvl">
          <ac:chgData name="pozza magdy" userId="ac1ce3788096011b" providerId="LiveId" clId="{9F356F9C-3060-8647-9775-C493A6C66C81}" dt="2019-12-18T09:36:46.115" v="396" actId="164"/>
          <ac:spMkLst>
            <pc:docMk/>
            <pc:sldMk cId="876799116" sldId="748"/>
            <ac:spMk id="77" creationId="{73EB349C-187A-874B-A0E1-5151CA52242B}"/>
          </ac:spMkLst>
        </pc:spChg>
        <pc:spChg chg="mod topLvl">
          <ac:chgData name="pozza magdy" userId="ac1ce3788096011b" providerId="LiveId" clId="{9F356F9C-3060-8647-9775-C493A6C66C81}" dt="2019-12-18T09:36:46.115" v="396" actId="164"/>
          <ac:spMkLst>
            <pc:docMk/>
            <pc:sldMk cId="876799116" sldId="748"/>
            <ac:spMk id="78" creationId="{9E383601-7B60-7645-8AE8-98FE192B9986}"/>
          </ac:spMkLst>
        </pc:spChg>
        <pc:spChg chg="mod topLvl">
          <ac:chgData name="pozza magdy" userId="ac1ce3788096011b" providerId="LiveId" clId="{9F356F9C-3060-8647-9775-C493A6C66C81}" dt="2019-12-18T09:36:39.480" v="395" actId="164"/>
          <ac:spMkLst>
            <pc:docMk/>
            <pc:sldMk cId="876799116" sldId="748"/>
            <ac:spMk id="80" creationId="{BEC2C040-8E4D-2949-BFD5-02F62412FF33}"/>
          </ac:spMkLst>
        </pc:spChg>
        <pc:spChg chg="mod topLvl">
          <ac:chgData name="pozza magdy" userId="ac1ce3788096011b" providerId="LiveId" clId="{9F356F9C-3060-8647-9775-C493A6C66C81}" dt="2019-12-18T09:36:39.480" v="395" actId="164"/>
          <ac:spMkLst>
            <pc:docMk/>
            <pc:sldMk cId="876799116" sldId="748"/>
            <ac:spMk id="81" creationId="{1BDBDB8B-472E-1D49-8C80-F2947DB627B6}"/>
          </ac:spMkLst>
        </pc:spChg>
        <pc:spChg chg="mod topLvl">
          <ac:chgData name="pozza magdy" userId="ac1ce3788096011b" providerId="LiveId" clId="{9F356F9C-3060-8647-9775-C493A6C66C81}" dt="2019-12-18T09:36:39.480" v="395" actId="164"/>
          <ac:spMkLst>
            <pc:docMk/>
            <pc:sldMk cId="876799116" sldId="748"/>
            <ac:spMk id="82" creationId="{27F54149-B8BA-834F-9EC7-6C7329DCA65D}"/>
          </ac:spMkLst>
        </pc:spChg>
        <pc:spChg chg="add mod">
          <ac:chgData name="pozza magdy" userId="ac1ce3788096011b" providerId="LiveId" clId="{9F356F9C-3060-8647-9775-C493A6C66C81}" dt="2019-12-17T15:39:59.101" v="304" actId="571"/>
          <ac:spMkLst>
            <pc:docMk/>
            <pc:sldMk cId="876799116" sldId="748"/>
            <ac:spMk id="83" creationId="{C10B787F-7A4C-8F4E-A915-270F186D8752}"/>
          </ac:spMkLst>
        </pc:spChg>
        <pc:spChg chg="add del mod">
          <ac:chgData name="pozza magdy" userId="ac1ce3788096011b" providerId="LiveId" clId="{9F356F9C-3060-8647-9775-C493A6C66C81}" dt="2019-12-17T15:40:40.184" v="314"/>
          <ac:spMkLst>
            <pc:docMk/>
            <pc:sldMk cId="876799116" sldId="748"/>
            <ac:spMk id="84" creationId="{232B70E5-773B-E34F-A7E6-F07C558C80DC}"/>
          </ac:spMkLst>
        </pc:spChg>
        <pc:spChg chg="add del mod">
          <ac:chgData name="pozza magdy" userId="ac1ce3788096011b" providerId="LiveId" clId="{9F356F9C-3060-8647-9775-C493A6C66C81}" dt="2019-12-17T15:40:49.196" v="319" actId="478"/>
          <ac:spMkLst>
            <pc:docMk/>
            <pc:sldMk cId="876799116" sldId="748"/>
            <ac:spMk id="85" creationId="{A3A4F150-C90E-8848-B097-F28731D49399}"/>
          </ac:spMkLst>
        </pc:spChg>
        <pc:grpChg chg="add del mod">
          <ac:chgData name="pozza magdy" userId="ac1ce3788096011b" providerId="LiveId" clId="{9F356F9C-3060-8647-9775-C493A6C66C81}" dt="2019-12-17T15:41:24.328" v="326" actId="165"/>
          <ac:grpSpMkLst>
            <pc:docMk/>
            <pc:sldMk cId="876799116" sldId="748"/>
            <ac:grpSpMk id="2" creationId="{0ED46D1F-01AC-0749-90E9-9D6EC9B4F6EA}"/>
          </ac:grpSpMkLst>
        </pc:grpChg>
        <pc:grpChg chg="add mod">
          <ac:chgData name="pozza magdy" userId="ac1ce3788096011b" providerId="LiveId" clId="{9F356F9C-3060-8647-9775-C493A6C66C81}" dt="2019-12-18T09:37:27.393" v="401" actId="1076"/>
          <ac:grpSpMkLst>
            <pc:docMk/>
            <pc:sldMk cId="876799116" sldId="748"/>
            <ac:grpSpMk id="2" creationId="{74461CC4-7CE6-D24C-AE3D-748085818DBC}"/>
          </ac:grpSpMkLst>
        </pc:grpChg>
        <pc:grpChg chg="add mod">
          <ac:chgData name="pozza magdy" userId="ac1ce3788096011b" providerId="LiveId" clId="{9F356F9C-3060-8647-9775-C493A6C66C81}" dt="2019-12-18T09:36:37.264" v="394" actId="164"/>
          <ac:grpSpMkLst>
            <pc:docMk/>
            <pc:sldMk cId="876799116" sldId="748"/>
            <ac:grpSpMk id="3" creationId="{66C7BFAC-9F90-414E-A143-F48BC1BCABC0}"/>
          </ac:grpSpMkLst>
        </pc:grpChg>
        <pc:grpChg chg="add del mod">
          <ac:chgData name="pozza magdy" userId="ac1ce3788096011b" providerId="LiveId" clId="{9F356F9C-3060-8647-9775-C493A6C66C81}" dt="2019-12-17T15:38:21.983" v="279" actId="478"/>
          <ac:grpSpMkLst>
            <pc:docMk/>
            <pc:sldMk cId="876799116" sldId="748"/>
            <ac:grpSpMk id="3" creationId="{A9379202-C1ED-0A46-8FE5-8218FBA35384}"/>
          </ac:grpSpMkLst>
        </pc:grpChg>
        <pc:grpChg chg="add del mod">
          <ac:chgData name="pozza magdy" userId="ac1ce3788096011b" providerId="LiveId" clId="{9F356F9C-3060-8647-9775-C493A6C66C81}" dt="2019-12-17T15:41:24.328" v="326" actId="165"/>
          <ac:grpSpMkLst>
            <pc:docMk/>
            <pc:sldMk cId="876799116" sldId="748"/>
            <ac:grpSpMk id="4" creationId="{2E1B209D-6EE5-274D-BB32-0378A56F7E8E}"/>
          </ac:grpSpMkLst>
        </pc:grpChg>
        <pc:grpChg chg="add mod">
          <ac:chgData name="pozza magdy" userId="ac1ce3788096011b" providerId="LiveId" clId="{9F356F9C-3060-8647-9775-C493A6C66C81}" dt="2019-12-18T09:37:27.393" v="401" actId="1076"/>
          <ac:grpSpMkLst>
            <pc:docMk/>
            <pc:sldMk cId="876799116" sldId="748"/>
            <ac:grpSpMk id="4" creationId="{E0F453E2-ABE4-FE44-87AB-BA23D74E3AC6}"/>
          </ac:grpSpMkLst>
        </pc:grpChg>
        <pc:grpChg chg="del">
          <ac:chgData name="pozza magdy" userId="ac1ce3788096011b" providerId="LiveId" clId="{9F356F9C-3060-8647-9775-C493A6C66C81}" dt="2019-12-17T15:36:49.373" v="254" actId="165"/>
          <ac:grpSpMkLst>
            <pc:docMk/>
            <pc:sldMk cId="876799116" sldId="748"/>
            <ac:grpSpMk id="5" creationId="{24B80D3D-7663-5D47-93C0-696290B2AF39}"/>
          </ac:grpSpMkLst>
        </pc:grpChg>
        <pc:grpChg chg="add mod">
          <ac:chgData name="pozza magdy" userId="ac1ce3788096011b" providerId="LiveId" clId="{9F356F9C-3060-8647-9775-C493A6C66C81}" dt="2019-12-18T09:37:15.175" v="400" actId="1076"/>
          <ac:grpSpMkLst>
            <pc:docMk/>
            <pc:sldMk cId="876799116" sldId="748"/>
            <ac:grpSpMk id="5" creationId="{5517A0B4-B468-3B43-BA2A-4BF2DF8D5E22}"/>
          </ac:grpSpMkLst>
        </pc:grpChg>
        <pc:grpChg chg="add mod">
          <ac:chgData name="pozza magdy" userId="ac1ce3788096011b" providerId="LiveId" clId="{9F356F9C-3060-8647-9775-C493A6C66C81}" dt="2019-12-18T09:37:15.175" v="400" actId="1076"/>
          <ac:grpSpMkLst>
            <pc:docMk/>
            <pc:sldMk cId="876799116" sldId="748"/>
            <ac:grpSpMk id="6" creationId="{37C86C46-C95E-F448-8CBC-C951D477ADCB}"/>
          </ac:grpSpMkLst>
        </pc:grpChg>
        <pc:grpChg chg="add del mod">
          <ac:chgData name="pozza magdy" userId="ac1ce3788096011b" providerId="LiveId" clId="{9F356F9C-3060-8647-9775-C493A6C66C81}" dt="2019-12-17T15:38:21.983" v="279" actId="478"/>
          <ac:grpSpMkLst>
            <pc:docMk/>
            <pc:sldMk cId="876799116" sldId="748"/>
            <ac:grpSpMk id="31" creationId="{1F612568-65E8-8D42-8C1B-F1A56E126D3D}"/>
          </ac:grpSpMkLst>
        </pc:grpChg>
        <pc:grpChg chg="mod">
          <ac:chgData name="pozza magdy" userId="ac1ce3788096011b" providerId="LiveId" clId="{9F356F9C-3060-8647-9775-C493A6C66C81}" dt="2019-12-18T09:36:53.074" v="397" actId="164"/>
          <ac:grpSpMkLst>
            <pc:docMk/>
            <pc:sldMk cId="876799116" sldId="748"/>
            <ac:grpSpMk id="39" creationId="{9D2F22B9-7D50-9045-BB60-68700081E46B}"/>
          </ac:grpSpMkLst>
        </pc:grpChg>
        <pc:grpChg chg="mod">
          <ac:chgData name="pozza magdy" userId="ac1ce3788096011b" providerId="LiveId" clId="{9F356F9C-3060-8647-9775-C493A6C66C81}" dt="2019-12-18T09:36:39.480" v="395" actId="164"/>
          <ac:grpSpMkLst>
            <pc:docMk/>
            <pc:sldMk cId="876799116" sldId="748"/>
            <ac:grpSpMk id="46" creationId="{D00180C7-7909-6144-AF40-AC3748C42D0D}"/>
          </ac:grpSpMkLst>
        </pc:grpChg>
        <pc:grpChg chg="mod">
          <ac:chgData name="pozza magdy" userId="ac1ce3788096011b" providerId="LiveId" clId="{9F356F9C-3060-8647-9775-C493A6C66C81}" dt="2019-12-18T09:36:30.031" v="392" actId="164"/>
          <ac:grpSpMkLst>
            <pc:docMk/>
            <pc:sldMk cId="876799116" sldId="748"/>
            <ac:grpSpMk id="54" creationId="{2A2787E1-EAED-8C41-B485-8AF0623BEDE8}"/>
          </ac:grpSpMkLst>
        </pc:grpChg>
        <pc:grpChg chg="mod">
          <ac:chgData name="pozza magdy" userId="ac1ce3788096011b" providerId="LiveId" clId="{9F356F9C-3060-8647-9775-C493A6C66C81}" dt="2019-12-18T09:36:46.115" v="396" actId="164"/>
          <ac:grpSpMkLst>
            <pc:docMk/>
            <pc:sldMk cId="876799116" sldId="748"/>
            <ac:grpSpMk id="58" creationId="{4734B4E6-FB59-3A4B-AB97-A2A38B42EDDD}"/>
          </ac:grpSpMkLst>
        </pc:grpChg>
        <pc:grpChg chg="mod">
          <ac:chgData name="pozza magdy" userId="ac1ce3788096011b" providerId="LiveId" clId="{9F356F9C-3060-8647-9775-C493A6C66C81}" dt="2019-12-18T09:37:31.982" v="402" actId="1076"/>
          <ac:grpSpMkLst>
            <pc:docMk/>
            <pc:sldMk cId="876799116" sldId="748"/>
            <ac:grpSpMk id="71" creationId="{D4F39BD2-953D-E747-94EE-E18B62689C0C}"/>
          </ac:grpSpMkLst>
        </pc:grpChg>
        <pc:grpChg chg="add del mod">
          <ac:chgData name="pozza magdy" userId="ac1ce3788096011b" providerId="LiveId" clId="{9F356F9C-3060-8647-9775-C493A6C66C81}" dt="2019-12-17T15:41:24.328" v="326" actId="165"/>
          <ac:grpSpMkLst>
            <pc:docMk/>
            <pc:sldMk cId="876799116" sldId="748"/>
            <ac:grpSpMk id="75" creationId="{0A49AD04-C165-564C-904C-DCFB3EEC0755}"/>
          </ac:grpSpMkLst>
        </pc:grpChg>
        <pc:grpChg chg="add">
          <ac:chgData name="pozza magdy" userId="ac1ce3788096011b" providerId="LiveId" clId="{9F356F9C-3060-8647-9775-C493A6C66C81}" dt="2019-12-18T12:23:46.695" v="611"/>
          <ac:grpSpMkLst>
            <pc:docMk/>
            <pc:sldMk cId="876799116" sldId="748"/>
            <ac:grpSpMk id="75" creationId="{4E9E1BE9-A2D9-FA4C-8714-1E278F39124B}"/>
          </ac:grpSpMkLst>
        </pc:grpChg>
        <pc:grpChg chg="add del mod">
          <ac:chgData name="pozza magdy" userId="ac1ce3788096011b" providerId="LiveId" clId="{9F356F9C-3060-8647-9775-C493A6C66C81}" dt="2019-12-17T15:41:24.328" v="326" actId="165"/>
          <ac:grpSpMkLst>
            <pc:docMk/>
            <pc:sldMk cId="876799116" sldId="748"/>
            <ac:grpSpMk id="79" creationId="{898A658C-48B4-A546-A9C1-84FA4D99E341}"/>
          </ac:grpSpMkLst>
        </pc:grpChg>
        <pc:cxnChg chg="mod">
          <ac:chgData name="pozza magdy" userId="ac1ce3788096011b" providerId="LiveId" clId="{9F356F9C-3060-8647-9775-C493A6C66C81}" dt="2019-12-17T15:43:57.864" v="375" actId="14100"/>
          <ac:cxnSpMkLst>
            <pc:docMk/>
            <pc:sldMk cId="876799116" sldId="748"/>
            <ac:cxnSpMk id="72" creationId="{990C77D7-BC9C-004A-B350-AE91C0266B11}"/>
          </ac:cxnSpMkLst>
        </pc:cxnChg>
        <pc:cxnChg chg="mod">
          <ac:chgData name="pozza magdy" userId="ac1ce3788096011b" providerId="LiveId" clId="{9F356F9C-3060-8647-9775-C493A6C66C81}" dt="2019-12-18T09:37:34.859" v="403" actId="14100"/>
          <ac:cxnSpMkLst>
            <pc:docMk/>
            <pc:sldMk cId="876799116" sldId="748"/>
            <ac:cxnSpMk id="73" creationId="{11298485-6E43-FC49-B5CB-510E701675A3}"/>
          </ac:cxnSpMkLst>
        </pc:cxnChg>
      </pc:sldChg>
      <pc:sldChg chg="addSp modSp">
        <pc:chgData name="pozza magdy" userId="ac1ce3788096011b" providerId="LiveId" clId="{9F356F9C-3060-8647-9775-C493A6C66C81}" dt="2019-12-18T12:21:44.999" v="556" actId="207"/>
        <pc:sldMkLst>
          <pc:docMk/>
          <pc:sldMk cId="2603322994" sldId="749"/>
        </pc:sldMkLst>
        <pc:spChg chg="mod">
          <ac:chgData name="pozza magdy" userId="ac1ce3788096011b" providerId="LiveId" clId="{9F356F9C-3060-8647-9775-C493A6C66C81}" dt="2019-12-18T12:21:44.999" v="556" actId="207"/>
          <ac:spMkLst>
            <pc:docMk/>
            <pc:sldMk cId="2603322994" sldId="749"/>
            <ac:spMk id="5" creationId="{829F9AE6-79FF-7D41-9124-7B256633DDDB}"/>
          </ac:spMkLst>
        </pc:spChg>
        <pc:grpChg chg="add">
          <ac:chgData name="pozza magdy" userId="ac1ce3788096011b" providerId="LiveId" clId="{9F356F9C-3060-8647-9775-C493A6C66C81}" dt="2019-12-18T12:21:43.470" v="555"/>
          <ac:grpSpMkLst>
            <pc:docMk/>
            <pc:sldMk cId="2603322994" sldId="749"/>
            <ac:grpSpMk id="95" creationId="{C57A4D08-56E8-A243-AD7D-BD1766F94A02}"/>
          </ac:grpSpMkLst>
        </pc:grpChg>
      </pc:sldChg>
      <pc:sldChg chg="addSp modSp">
        <pc:chgData name="pozza magdy" userId="ac1ce3788096011b" providerId="LiveId" clId="{9F356F9C-3060-8647-9775-C493A6C66C81}" dt="2019-12-18T12:21:49.715" v="558" actId="207"/>
        <pc:sldMkLst>
          <pc:docMk/>
          <pc:sldMk cId="578976822" sldId="750"/>
        </pc:sldMkLst>
        <pc:spChg chg="mod">
          <ac:chgData name="pozza magdy" userId="ac1ce3788096011b" providerId="LiveId" clId="{9F356F9C-3060-8647-9775-C493A6C66C81}" dt="2019-12-18T12:21:49.715" v="558" actId="207"/>
          <ac:spMkLst>
            <pc:docMk/>
            <pc:sldMk cId="578976822" sldId="750"/>
            <ac:spMk id="46" creationId="{FC9BC99A-222F-F645-B97E-140E8A2FD4E8}"/>
          </ac:spMkLst>
        </pc:spChg>
        <pc:grpChg chg="add">
          <ac:chgData name="pozza magdy" userId="ac1ce3788096011b" providerId="LiveId" clId="{9F356F9C-3060-8647-9775-C493A6C66C81}" dt="2019-12-18T12:21:47.564" v="557"/>
          <ac:grpSpMkLst>
            <pc:docMk/>
            <pc:sldMk cId="578976822" sldId="750"/>
            <ac:grpSpMk id="131" creationId="{3CB75B6E-1085-FD44-AFF6-7A7EEF2545AC}"/>
          </ac:grpSpMkLst>
        </pc:grpChg>
      </pc:sldChg>
      <pc:sldChg chg="addSp modSp">
        <pc:chgData name="pozza magdy" userId="ac1ce3788096011b" providerId="LiveId" clId="{9F356F9C-3060-8647-9775-C493A6C66C81}" dt="2019-12-18T12:21:53.562" v="560" actId="207"/>
        <pc:sldMkLst>
          <pc:docMk/>
          <pc:sldMk cId="467237023" sldId="751"/>
        </pc:sldMkLst>
        <pc:spChg chg="mod">
          <ac:chgData name="pozza magdy" userId="ac1ce3788096011b" providerId="LiveId" clId="{9F356F9C-3060-8647-9775-C493A6C66C81}" dt="2019-12-18T12:21:53.562" v="560" actId="207"/>
          <ac:spMkLst>
            <pc:docMk/>
            <pc:sldMk cId="467237023" sldId="751"/>
            <ac:spMk id="5" creationId="{7AB62F57-A788-E646-AA49-3B92CC15362E}"/>
          </ac:spMkLst>
        </pc:spChg>
        <pc:grpChg chg="add">
          <ac:chgData name="pozza magdy" userId="ac1ce3788096011b" providerId="LiveId" clId="{9F356F9C-3060-8647-9775-C493A6C66C81}" dt="2019-12-18T12:21:51.424" v="559"/>
          <ac:grpSpMkLst>
            <pc:docMk/>
            <pc:sldMk cId="467237023" sldId="751"/>
            <ac:grpSpMk id="146" creationId="{9CCD2A37-8DD3-5240-B130-F3212E9739DE}"/>
          </ac:grpSpMkLst>
        </pc:grpChg>
      </pc:sldChg>
      <pc:sldChg chg="addSp delSp modSp">
        <pc:chgData name="pozza magdy" userId="ac1ce3788096011b" providerId="LiveId" clId="{9F356F9C-3060-8647-9775-C493A6C66C81}" dt="2019-12-18T12:21:57.162" v="562" actId="207"/>
        <pc:sldMkLst>
          <pc:docMk/>
          <pc:sldMk cId="3254086040" sldId="752"/>
        </pc:sldMkLst>
        <pc:spChg chg="mod">
          <ac:chgData name="pozza magdy" userId="ac1ce3788096011b" providerId="LiveId" clId="{9F356F9C-3060-8647-9775-C493A6C66C81}" dt="2019-12-17T14:52:16.187" v="108" actId="1035"/>
          <ac:spMkLst>
            <pc:docMk/>
            <pc:sldMk cId="3254086040" sldId="752"/>
            <ac:spMk id="8" creationId="{6BC1E777-8CF0-3843-A91C-62F3ABEC7561}"/>
          </ac:spMkLst>
        </pc:spChg>
        <pc:spChg chg="del">
          <ac:chgData name="pozza magdy" userId="ac1ce3788096011b" providerId="LiveId" clId="{9F356F9C-3060-8647-9775-C493A6C66C81}" dt="2019-12-17T14:52:48.562" v="118" actId="478"/>
          <ac:spMkLst>
            <pc:docMk/>
            <pc:sldMk cId="3254086040" sldId="752"/>
            <ac:spMk id="15" creationId="{2148A11F-4034-5A40-B024-2C0D206284B6}"/>
          </ac:spMkLst>
        </pc:spChg>
        <pc:spChg chg="mod">
          <ac:chgData name="pozza magdy" userId="ac1ce3788096011b" providerId="LiveId" clId="{9F356F9C-3060-8647-9775-C493A6C66C81}" dt="2019-12-18T12:21:57.162" v="562" actId="207"/>
          <ac:spMkLst>
            <pc:docMk/>
            <pc:sldMk cId="3254086040" sldId="752"/>
            <ac:spMk id="19" creationId="{D60D747D-0593-7B4C-8CAD-646E7A7F8085}"/>
          </ac:spMkLst>
        </pc:spChg>
        <pc:spChg chg="mod">
          <ac:chgData name="pozza magdy" userId="ac1ce3788096011b" providerId="LiveId" clId="{9F356F9C-3060-8647-9775-C493A6C66C81}" dt="2019-12-17T14:51:32.690" v="92" actId="1076"/>
          <ac:spMkLst>
            <pc:docMk/>
            <pc:sldMk cId="3254086040" sldId="752"/>
            <ac:spMk id="53" creationId="{AAB44ABD-4A8A-4943-ABA0-7E86BF3D43D6}"/>
          </ac:spMkLst>
        </pc:spChg>
        <pc:spChg chg="del">
          <ac:chgData name="pozza magdy" userId="ac1ce3788096011b" providerId="LiveId" clId="{9F356F9C-3060-8647-9775-C493A6C66C81}" dt="2019-12-17T14:52:48.562" v="118" actId="478"/>
          <ac:spMkLst>
            <pc:docMk/>
            <pc:sldMk cId="3254086040" sldId="752"/>
            <ac:spMk id="67" creationId="{7550E357-25A9-ED4A-8571-639391D05233}"/>
          </ac:spMkLst>
        </pc:spChg>
        <pc:spChg chg="mod">
          <ac:chgData name="pozza magdy" userId="ac1ce3788096011b" providerId="LiveId" clId="{9F356F9C-3060-8647-9775-C493A6C66C81}" dt="2019-12-17T14:51:25.410" v="91" actId="1076"/>
          <ac:spMkLst>
            <pc:docMk/>
            <pc:sldMk cId="3254086040" sldId="752"/>
            <ac:spMk id="70" creationId="{D232A39A-3FF3-0242-8D78-327C3DA35197}"/>
          </ac:spMkLst>
        </pc:spChg>
        <pc:spChg chg="mod">
          <ac:chgData name="pozza magdy" userId="ac1ce3788096011b" providerId="LiveId" clId="{9F356F9C-3060-8647-9775-C493A6C66C81}" dt="2019-12-17T14:52:26.289" v="111" actId="1036"/>
          <ac:spMkLst>
            <pc:docMk/>
            <pc:sldMk cId="3254086040" sldId="752"/>
            <ac:spMk id="77" creationId="{C538DC12-8B18-7544-95DE-54E40DEE1162}"/>
          </ac:spMkLst>
        </pc:spChg>
        <pc:spChg chg="del mod">
          <ac:chgData name="pozza magdy" userId="ac1ce3788096011b" providerId="LiveId" clId="{9F356F9C-3060-8647-9775-C493A6C66C81}" dt="2019-12-17T14:52:34.774" v="117" actId="478"/>
          <ac:spMkLst>
            <pc:docMk/>
            <pc:sldMk cId="3254086040" sldId="752"/>
            <ac:spMk id="81" creationId="{7DCED9B3-FA22-1544-AF59-FD6C8EA85017}"/>
          </ac:spMkLst>
        </pc:spChg>
        <pc:spChg chg="mod">
          <ac:chgData name="pozza magdy" userId="ac1ce3788096011b" providerId="LiveId" clId="{9F356F9C-3060-8647-9775-C493A6C66C81}" dt="2019-12-17T14:51:32.690" v="92" actId="1076"/>
          <ac:spMkLst>
            <pc:docMk/>
            <pc:sldMk cId="3254086040" sldId="752"/>
            <ac:spMk id="84" creationId="{76708C96-D2AF-0842-9FB9-018F78CDE630}"/>
          </ac:spMkLst>
        </pc:spChg>
        <pc:spChg chg="mod">
          <ac:chgData name="pozza magdy" userId="ac1ce3788096011b" providerId="LiveId" clId="{9F356F9C-3060-8647-9775-C493A6C66C81}" dt="2019-12-17T14:52:26.289" v="111" actId="1036"/>
          <ac:spMkLst>
            <pc:docMk/>
            <pc:sldMk cId="3254086040" sldId="752"/>
            <ac:spMk id="91" creationId="{6D396EE3-F4B5-3242-8B07-7CC3AA9CA8C7}"/>
          </ac:spMkLst>
        </pc:spChg>
        <pc:spChg chg="del mod">
          <ac:chgData name="pozza magdy" userId="ac1ce3788096011b" providerId="LiveId" clId="{9F356F9C-3060-8647-9775-C493A6C66C81}" dt="2019-12-17T14:52:34.774" v="117" actId="478"/>
          <ac:spMkLst>
            <pc:docMk/>
            <pc:sldMk cId="3254086040" sldId="752"/>
            <ac:spMk id="95" creationId="{865F6BC7-EA1F-BF42-83FC-00E00C2A39E3}"/>
          </ac:spMkLst>
        </pc:spChg>
        <pc:spChg chg="mod">
          <ac:chgData name="pozza magdy" userId="ac1ce3788096011b" providerId="LiveId" clId="{9F356F9C-3060-8647-9775-C493A6C66C81}" dt="2019-12-17T14:51:25.410" v="91" actId="1076"/>
          <ac:spMkLst>
            <pc:docMk/>
            <pc:sldMk cId="3254086040" sldId="752"/>
            <ac:spMk id="98" creationId="{106B386D-8E5D-9842-9048-6E782B29AE7E}"/>
          </ac:spMkLst>
        </pc:spChg>
        <pc:grpChg chg="add">
          <ac:chgData name="pozza magdy" userId="ac1ce3788096011b" providerId="LiveId" clId="{9F356F9C-3060-8647-9775-C493A6C66C81}" dt="2019-12-18T12:21:55.181" v="561"/>
          <ac:grpSpMkLst>
            <pc:docMk/>
            <pc:sldMk cId="3254086040" sldId="752"/>
            <ac:grpSpMk id="169" creationId="{A833D1CC-661C-5947-A72E-C104DF707416}"/>
          </ac:grpSpMkLst>
        </pc:grpChg>
      </pc:sldChg>
      <pc:sldChg chg="addSp delSp modSp">
        <pc:chgData name="pozza magdy" userId="ac1ce3788096011b" providerId="LiveId" clId="{9F356F9C-3060-8647-9775-C493A6C66C81}" dt="2019-12-18T12:22:01.706" v="564"/>
        <pc:sldMkLst>
          <pc:docMk/>
          <pc:sldMk cId="650776432" sldId="753"/>
        </pc:sldMkLst>
        <pc:spChg chg="mod">
          <ac:chgData name="pozza magdy" userId="ac1ce3788096011b" providerId="LiveId" clId="{9F356F9C-3060-8647-9775-C493A6C66C81}" dt="2019-12-18T12:22:01.166" v="563" actId="207"/>
          <ac:spMkLst>
            <pc:docMk/>
            <pc:sldMk cId="650776432" sldId="753"/>
            <ac:spMk id="3" creationId="{41AC91A2-33B5-AB4B-9A55-B5FE528E73DE}"/>
          </ac:spMkLst>
        </pc:spChg>
        <pc:spChg chg="mod">
          <ac:chgData name="pozza magdy" userId="ac1ce3788096011b" providerId="LiveId" clId="{9F356F9C-3060-8647-9775-C493A6C66C81}" dt="2019-12-17T14:55:15.064" v="143" actId="1035"/>
          <ac:spMkLst>
            <pc:docMk/>
            <pc:sldMk cId="650776432" sldId="753"/>
            <ac:spMk id="19" creationId="{F3FFC152-DDBB-0545-AECD-CD6C92DBC724}"/>
          </ac:spMkLst>
        </pc:spChg>
        <pc:spChg chg="mod">
          <ac:chgData name="pozza magdy" userId="ac1ce3788096011b" providerId="LiveId" clId="{9F356F9C-3060-8647-9775-C493A6C66C81}" dt="2019-12-17T14:54:15.884" v="123" actId="1076"/>
          <ac:spMkLst>
            <pc:docMk/>
            <pc:sldMk cId="650776432" sldId="753"/>
            <ac:spMk id="23" creationId="{8EF245DD-F817-AD43-9BB4-D71E9FD247CA}"/>
          </ac:spMkLst>
        </pc:spChg>
        <pc:spChg chg="mod topLvl">
          <ac:chgData name="pozza magdy" userId="ac1ce3788096011b" providerId="LiveId" clId="{9F356F9C-3060-8647-9775-C493A6C66C81}" dt="2019-12-17T14:55:17.839" v="144" actId="165"/>
          <ac:spMkLst>
            <pc:docMk/>
            <pc:sldMk cId="650776432" sldId="753"/>
            <ac:spMk id="24" creationId="{A0616EAE-F658-7149-AB47-4C5BE816DF5E}"/>
          </ac:spMkLst>
        </pc:spChg>
        <pc:spChg chg="mod">
          <ac:chgData name="pozza magdy" userId="ac1ce3788096011b" providerId="LiveId" clId="{9F356F9C-3060-8647-9775-C493A6C66C81}" dt="2019-12-17T14:55:15.064" v="143" actId="1035"/>
          <ac:spMkLst>
            <pc:docMk/>
            <pc:sldMk cId="650776432" sldId="753"/>
            <ac:spMk id="25" creationId="{FB81C9EA-CD09-5648-B68C-7552CB1B0538}"/>
          </ac:spMkLst>
        </pc:spChg>
        <pc:spChg chg="mod topLvl">
          <ac:chgData name="pozza magdy" userId="ac1ce3788096011b" providerId="LiveId" clId="{9F356F9C-3060-8647-9775-C493A6C66C81}" dt="2019-12-17T14:55:17.839" v="144" actId="165"/>
          <ac:spMkLst>
            <pc:docMk/>
            <pc:sldMk cId="650776432" sldId="753"/>
            <ac:spMk id="26" creationId="{765589AB-9D90-A142-8011-BAE8276EEE43}"/>
          </ac:spMkLst>
        </pc:spChg>
        <pc:spChg chg="mod topLvl">
          <ac:chgData name="pozza magdy" userId="ac1ce3788096011b" providerId="LiveId" clId="{9F356F9C-3060-8647-9775-C493A6C66C81}" dt="2019-12-17T14:55:17.839" v="144" actId="165"/>
          <ac:spMkLst>
            <pc:docMk/>
            <pc:sldMk cId="650776432" sldId="753"/>
            <ac:spMk id="27" creationId="{DF51FC75-3B9F-2249-B9F7-1BD6AFD9DE14}"/>
          </ac:spMkLst>
        </pc:spChg>
        <pc:spChg chg="mod topLvl">
          <ac:chgData name="pozza magdy" userId="ac1ce3788096011b" providerId="LiveId" clId="{9F356F9C-3060-8647-9775-C493A6C66C81}" dt="2019-12-17T14:53:47.580" v="119" actId="165"/>
          <ac:spMkLst>
            <pc:docMk/>
            <pc:sldMk cId="650776432" sldId="753"/>
            <ac:spMk id="28" creationId="{E80AC73A-4CD2-A749-8D2D-9FDE43F284BB}"/>
          </ac:spMkLst>
        </pc:spChg>
        <pc:spChg chg="mod topLvl">
          <ac:chgData name="pozza magdy" userId="ac1ce3788096011b" providerId="LiveId" clId="{9F356F9C-3060-8647-9775-C493A6C66C81}" dt="2019-12-17T14:55:17.839" v="144" actId="165"/>
          <ac:spMkLst>
            <pc:docMk/>
            <pc:sldMk cId="650776432" sldId="753"/>
            <ac:spMk id="29" creationId="{30BA9C9C-7892-9844-8E3B-BAC3F45770CA}"/>
          </ac:spMkLst>
        </pc:spChg>
        <pc:spChg chg="mod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32" creationId="{C486602A-1EF4-7648-97DE-28BF14ECBC52}"/>
          </ac:spMkLst>
        </pc:spChg>
        <pc:spChg chg="mod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33" creationId="{3486DA65-3900-9D4B-86F9-F5ED7C9C88B1}"/>
          </ac:spMkLst>
        </pc:spChg>
        <pc:spChg chg="mod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34" creationId="{612E083F-8D6A-704B-957B-E83498DDAE8E}"/>
          </ac:spMkLst>
        </pc:spChg>
        <pc:spChg chg="mod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1" creationId="{231712AE-98A3-6644-A501-6037078DE20D}"/>
          </ac:spMkLst>
        </pc:spChg>
        <pc:spChg chg="mod topLvl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2" creationId="{59FB2BDF-B477-A64D-AFA1-507F9D8FB6C8}"/>
          </ac:spMkLst>
        </pc:spChg>
        <pc:spChg chg="mod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3" creationId="{C2EB82FC-83DD-A242-A962-A025E6B5121B}"/>
          </ac:spMkLst>
        </pc:spChg>
        <pc:spChg chg="mod topLvl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4" creationId="{03524543-CD37-BC47-BDD9-44CF65F858EA}"/>
          </ac:spMkLst>
        </pc:spChg>
        <pc:spChg chg="mod topLvl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5" creationId="{769203E6-AEA4-7243-A4FB-1E1959513CBD}"/>
          </ac:spMkLst>
        </pc:spChg>
        <pc:spChg chg="mod topLvl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6" creationId="{86C453FE-0ED7-724E-8057-9CD9115DD87F}"/>
          </ac:spMkLst>
        </pc:spChg>
        <pc:spChg chg="mod topLvl">
          <ac:chgData name="pozza magdy" userId="ac1ce3788096011b" providerId="LiveId" clId="{9F356F9C-3060-8647-9775-C493A6C66C81}" dt="2019-12-17T14:55:33.724" v="146" actId="1076"/>
          <ac:spMkLst>
            <pc:docMk/>
            <pc:sldMk cId="650776432" sldId="753"/>
            <ac:spMk id="47" creationId="{7E2243CE-947B-0C44-8689-C371A4AB2493}"/>
          </ac:spMkLst>
        </pc:spChg>
        <pc:grpChg chg="add del mod">
          <ac:chgData name="pozza magdy" userId="ac1ce3788096011b" providerId="LiveId" clId="{9F356F9C-3060-8647-9775-C493A6C66C81}" dt="2019-12-17T14:55:17.839" v="144" actId="165"/>
          <ac:grpSpMkLst>
            <pc:docMk/>
            <pc:sldMk cId="650776432" sldId="753"/>
            <ac:grpSpMk id="2" creationId="{061D3044-36AC-3142-B5AF-7A4893635752}"/>
          </ac:grpSpMkLst>
        </pc:grpChg>
        <pc:grpChg chg="del">
          <ac:chgData name="pozza magdy" userId="ac1ce3788096011b" providerId="LiveId" clId="{9F356F9C-3060-8647-9775-C493A6C66C81}" dt="2019-12-17T14:53:47.580" v="119" actId="165"/>
          <ac:grpSpMkLst>
            <pc:docMk/>
            <pc:sldMk cId="650776432" sldId="753"/>
            <ac:grpSpMk id="22" creationId="{43B531F1-C75A-CF44-8594-E67886905169}"/>
          </ac:grpSpMkLst>
        </pc:grpChg>
        <pc:grpChg chg="mod">
          <ac:chgData name="pozza magdy" userId="ac1ce3788096011b" providerId="LiveId" clId="{9F356F9C-3060-8647-9775-C493A6C66C81}" dt="2019-12-17T14:55:33.724" v="146" actId="1076"/>
          <ac:grpSpMkLst>
            <pc:docMk/>
            <pc:sldMk cId="650776432" sldId="753"/>
            <ac:grpSpMk id="31" creationId="{16AD11A7-F6CE-0847-94C2-B882FC64004E}"/>
          </ac:grpSpMkLst>
        </pc:grpChg>
        <pc:grpChg chg="del">
          <ac:chgData name="pozza magdy" userId="ac1ce3788096011b" providerId="LiveId" clId="{9F356F9C-3060-8647-9775-C493A6C66C81}" dt="2019-12-17T14:53:47.580" v="119" actId="165"/>
          <ac:grpSpMkLst>
            <pc:docMk/>
            <pc:sldMk cId="650776432" sldId="753"/>
            <ac:grpSpMk id="40" creationId="{7036C647-A61E-6241-8C21-F6B0C57D0006}"/>
          </ac:grpSpMkLst>
        </pc:grpChg>
        <pc:grpChg chg="mod">
          <ac:chgData name="pozza magdy" userId="ac1ce3788096011b" providerId="LiveId" clId="{9F356F9C-3060-8647-9775-C493A6C66C81}" dt="2019-12-17T14:54:15.884" v="123" actId="1076"/>
          <ac:grpSpMkLst>
            <pc:docMk/>
            <pc:sldMk cId="650776432" sldId="753"/>
            <ac:grpSpMk id="57" creationId="{30A22323-0D66-C246-95B2-706AC0AE490E}"/>
          </ac:grpSpMkLst>
        </pc:grpChg>
        <pc:grpChg chg="mod">
          <ac:chgData name="pozza magdy" userId="ac1ce3788096011b" providerId="LiveId" clId="{9F356F9C-3060-8647-9775-C493A6C66C81}" dt="2019-12-17T14:55:33.724" v="146" actId="1076"/>
          <ac:grpSpMkLst>
            <pc:docMk/>
            <pc:sldMk cId="650776432" sldId="753"/>
            <ac:grpSpMk id="64" creationId="{863606AB-01AD-864F-9468-51EE4DD42189}"/>
          </ac:grpSpMkLst>
        </pc:grpChg>
        <pc:grpChg chg="mod">
          <ac:chgData name="pozza magdy" userId="ac1ce3788096011b" providerId="LiveId" clId="{9F356F9C-3060-8647-9775-C493A6C66C81}" dt="2019-12-17T14:55:33.724" v="146" actId="1076"/>
          <ac:grpSpMkLst>
            <pc:docMk/>
            <pc:sldMk cId="650776432" sldId="753"/>
            <ac:grpSpMk id="72" creationId="{FE5DD91F-256A-814F-A837-5574A6A44079}"/>
          </ac:grpSpMkLst>
        </pc:grpChg>
        <pc:grpChg chg="mod">
          <ac:chgData name="pozza magdy" userId="ac1ce3788096011b" providerId="LiveId" clId="{9F356F9C-3060-8647-9775-C493A6C66C81}" dt="2019-12-17T14:55:42.881" v="147" actId="1076"/>
          <ac:grpSpMkLst>
            <pc:docMk/>
            <pc:sldMk cId="650776432" sldId="753"/>
            <ac:grpSpMk id="106" creationId="{F780C9B8-5921-044A-8F45-FD35BF8F4B20}"/>
          </ac:grpSpMkLst>
        </pc:grpChg>
        <pc:grpChg chg="add">
          <ac:chgData name="pozza magdy" userId="ac1ce3788096011b" providerId="LiveId" clId="{9F356F9C-3060-8647-9775-C493A6C66C81}" dt="2019-12-18T12:22:01.706" v="564"/>
          <ac:grpSpMkLst>
            <pc:docMk/>
            <pc:sldMk cId="650776432" sldId="753"/>
            <ac:grpSpMk id="110" creationId="{9040B88E-B989-A947-B48C-3C45483AF15E}"/>
          </ac:grpSpMkLst>
        </pc:grpChg>
        <pc:cxnChg chg="mod">
          <ac:chgData name="pozza magdy" userId="ac1ce3788096011b" providerId="LiveId" clId="{9F356F9C-3060-8647-9775-C493A6C66C81}" dt="2019-12-17T14:55:49.936" v="148" actId="14100"/>
          <ac:cxnSpMkLst>
            <pc:docMk/>
            <pc:sldMk cId="650776432" sldId="753"/>
            <ac:cxnSpMk id="108" creationId="{B5309090-A1E7-264C-8AC4-FC57D2F3243E}"/>
          </ac:cxnSpMkLst>
        </pc:cxnChg>
      </pc:sldChg>
      <pc:sldChg chg="addSp modSp">
        <pc:chgData name="pozza magdy" userId="ac1ce3788096011b" providerId="LiveId" clId="{9F356F9C-3060-8647-9775-C493A6C66C81}" dt="2019-12-18T12:22:05.721" v="566" actId="207"/>
        <pc:sldMkLst>
          <pc:docMk/>
          <pc:sldMk cId="629299207" sldId="754"/>
        </pc:sldMkLst>
        <pc:spChg chg="mod">
          <ac:chgData name="pozza magdy" userId="ac1ce3788096011b" providerId="LiveId" clId="{9F356F9C-3060-8647-9775-C493A6C66C81}" dt="2019-12-18T12:22:05.721" v="566" actId="207"/>
          <ac:spMkLst>
            <pc:docMk/>
            <pc:sldMk cId="629299207" sldId="754"/>
            <ac:spMk id="9" creationId="{12CA8840-C9F6-3D48-93E9-455259600C2D}"/>
          </ac:spMkLst>
        </pc:spChg>
        <pc:grpChg chg="add">
          <ac:chgData name="pozza magdy" userId="ac1ce3788096011b" providerId="LiveId" clId="{9F356F9C-3060-8647-9775-C493A6C66C81}" dt="2019-12-18T12:22:04.153" v="565"/>
          <ac:grpSpMkLst>
            <pc:docMk/>
            <pc:sldMk cId="629299207" sldId="754"/>
            <ac:grpSpMk id="128" creationId="{06CC4510-2840-2041-9CED-43CC8684AED5}"/>
          </ac:grpSpMkLst>
        </pc:grpChg>
      </pc:sldChg>
      <pc:sldChg chg="addSp modSp">
        <pc:chgData name="pozza magdy" userId="ac1ce3788096011b" providerId="LiveId" clId="{9F356F9C-3060-8647-9775-C493A6C66C81}" dt="2019-12-18T12:22:09.074" v="568" actId="207"/>
        <pc:sldMkLst>
          <pc:docMk/>
          <pc:sldMk cId="3799983634" sldId="755"/>
        </pc:sldMkLst>
        <pc:spChg chg="mod">
          <ac:chgData name="pozza magdy" userId="ac1ce3788096011b" providerId="LiveId" clId="{9F356F9C-3060-8647-9775-C493A6C66C81}" dt="2019-12-18T12:22:09.074" v="568" actId="207"/>
          <ac:spMkLst>
            <pc:docMk/>
            <pc:sldMk cId="3799983634" sldId="755"/>
            <ac:spMk id="5" creationId="{F8CAB17A-80E6-7F49-B355-A8CD3520B80B}"/>
          </ac:spMkLst>
        </pc:spChg>
        <pc:spChg chg="mod">
          <ac:chgData name="pozza magdy" userId="ac1ce3788096011b" providerId="LiveId" clId="{9F356F9C-3060-8647-9775-C493A6C66C81}" dt="2019-12-17T14:58:48.003" v="172" actId="12789"/>
          <ac:spMkLst>
            <pc:docMk/>
            <pc:sldMk cId="3799983634" sldId="755"/>
            <ac:spMk id="35" creationId="{262CB144-22AB-294F-A49F-059C2CF8DA61}"/>
          </ac:spMkLst>
        </pc:spChg>
        <pc:spChg chg="mod">
          <ac:chgData name="pozza magdy" userId="ac1ce3788096011b" providerId="LiveId" clId="{9F356F9C-3060-8647-9775-C493A6C66C81}" dt="2019-12-17T15:00:11.801" v="233" actId="554"/>
          <ac:spMkLst>
            <pc:docMk/>
            <pc:sldMk cId="3799983634" sldId="755"/>
            <ac:spMk id="39" creationId="{AAF5ABF8-2C87-154A-81F0-068DF725A2E0}"/>
          </ac:spMkLst>
        </pc:spChg>
        <pc:spChg chg="mod">
          <ac:chgData name="pozza magdy" userId="ac1ce3788096011b" providerId="LiveId" clId="{9F356F9C-3060-8647-9775-C493A6C66C81}" dt="2019-12-17T14:59:16.746" v="174" actId="1076"/>
          <ac:spMkLst>
            <pc:docMk/>
            <pc:sldMk cId="3799983634" sldId="755"/>
            <ac:spMk id="40" creationId="{C0463176-1533-8947-BBF2-1B210F7B1139}"/>
          </ac:spMkLst>
        </pc:spChg>
        <pc:spChg chg="mod">
          <ac:chgData name="pozza magdy" userId="ac1ce3788096011b" providerId="LiveId" clId="{9F356F9C-3060-8647-9775-C493A6C66C81}" dt="2019-12-17T14:59:16.746" v="174" actId="1076"/>
          <ac:spMkLst>
            <pc:docMk/>
            <pc:sldMk cId="3799983634" sldId="755"/>
            <ac:spMk id="41" creationId="{64C24D3D-4AD4-484C-8BD3-2CAB3DB54BBF}"/>
          </ac:spMkLst>
        </pc:spChg>
        <pc:grpChg chg="mod">
          <ac:chgData name="pozza magdy" userId="ac1ce3788096011b" providerId="LiveId" clId="{9F356F9C-3060-8647-9775-C493A6C66C81}" dt="2019-12-17T15:00:39.873" v="244" actId="1035"/>
          <ac:grpSpMkLst>
            <pc:docMk/>
            <pc:sldMk cId="3799983634" sldId="755"/>
            <ac:grpSpMk id="47" creationId="{E2DAB170-A70B-D545-8EBE-FFA7B45B8389}"/>
          </ac:grpSpMkLst>
        </pc:grpChg>
        <pc:grpChg chg="mod">
          <ac:chgData name="pozza magdy" userId="ac1ce3788096011b" providerId="LiveId" clId="{9F356F9C-3060-8647-9775-C493A6C66C81}" dt="2019-12-17T15:00:39.873" v="244" actId="1035"/>
          <ac:grpSpMkLst>
            <pc:docMk/>
            <pc:sldMk cId="3799983634" sldId="755"/>
            <ac:grpSpMk id="54" creationId="{EB2E6BCF-B9D8-6D47-B635-65FA59AA11CF}"/>
          </ac:grpSpMkLst>
        </pc:grpChg>
        <pc:grpChg chg="mod">
          <ac:chgData name="pozza magdy" userId="ac1ce3788096011b" providerId="LiveId" clId="{9F356F9C-3060-8647-9775-C493A6C66C81}" dt="2019-12-17T15:00:33.475" v="243" actId="1076"/>
          <ac:grpSpMkLst>
            <pc:docMk/>
            <pc:sldMk cId="3799983634" sldId="755"/>
            <ac:grpSpMk id="62" creationId="{60809F7F-50E2-9A44-A33E-80798C23A480}"/>
          </ac:grpSpMkLst>
        </pc:grpChg>
        <pc:grpChg chg="mod">
          <ac:chgData name="pozza magdy" userId="ac1ce3788096011b" providerId="LiveId" clId="{9F356F9C-3060-8647-9775-C493A6C66C81}" dt="2019-12-17T15:00:16.473" v="234" actId="1076"/>
          <ac:grpSpMkLst>
            <pc:docMk/>
            <pc:sldMk cId="3799983634" sldId="755"/>
            <ac:grpSpMk id="73" creationId="{F70CF671-1D2A-6949-9941-B65236ED13D8}"/>
          </ac:grpSpMkLst>
        </pc:grpChg>
        <pc:grpChg chg="add">
          <ac:chgData name="pozza magdy" userId="ac1ce3788096011b" providerId="LiveId" clId="{9F356F9C-3060-8647-9775-C493A6C66C81}" dt="2019-12-18T12:22:07.373" v="567"/>
          <ac:grpSpMkLst>
            <pc:docMk/>
            <pc:sldMk cId="3799983634" sldId="755"/>
            <ac:grpSpMk id="91" creationId="{5D9A8797-E886-244C-A311-0F1BC3D761E9}"/>
          </ac:grpSpMkLst>
        </pc:grpChg>
      </pc:sldChg>
      <pc:sldChg chg="addSp modSp">
        <pc:chgData name="pozza magdy" userId="ac1ce3788096011b" providerId="LiveId" clId="{9F356F9C-3060-8647-9775-C493A6C66C81}" dt="2019-12-18T12:22:12.112" v="570" actId="207"/>
        <pc:sldMkLst>
          <pc:docMk/>
          <pc:sldMk cId="2614346818" sldId="756"/>
        </pc:sldMkLst>
        <pc:spChg chg="mod">
          <ac:chgData name="pozza magdy" userId="ac1ce3788096011b" providerId="LiveId" clId="{9F356F9C-3060-8647-9775-C493A6C66C81}" dt="2019-12-18T12:22:12.112" v="570" actId="207"/>
          <ac:spMkLst>
            <pc:docMk/>
            <pc:sldMk cId="2614346818" sldId="756"/>
            <ac:spMk id="3" creationId="{AECB1435-DE31-B84F-925C-74E564C2A77F}"/>
          </ac:spMkLst>
        </pc:spChg>
        <pc:grpChg chg="add">
          <ac:chgData name="pozza magdy" userId="ac1ce3788096011b" providerId="LiveId" clId="{9F356F9C-3060-8647-9775-C493A6C66C81}" dt="2019-12-18T12:22:10.506" v="569"/>
          <ac:grpSpMkLst>
            <pc:docMk/>
            <pc:sldMk cId="2614346818" sldId="756"/>
            <ac:grpSpMk id="76" creationId="{558C43B4-C372-064A-9305-B3B63361D213}"/>
          </ac:grpSpMkLst>
        </pc:grpChg>
      </pc:sldChg>
      <pc:sldChg chg="addSp modSp">
        <pc:chgData name="pozza magdy" userId="ac1ce3788096011b" providerId="LiveId" clId="{9F356F9C-3060-8647-9775-C493A6C66C81}" dt="2019-12-18T12:22:15.295" v="572" actId="207"/>
        <pc:sldMkLst>
          <pc:docMk/>
          <pc:sldMk cId="3536645354" sldId="757"/>
        </pc:sldMkLst>
        <pc:spChg chg="mod">
          <ac:chgData name="pozza magdy" userId="ac1ce3788096011b" providerId="LiveId" clId="{9F356F9C-3060-8647-9775-C493A6C66C81}" dt="2019-12-18T12:22:15.295" v="572" actId="207"/>
          <ac:spMkLst>
            <pc:docMk/>
            <pc:sldMk cId="3536645354" sldId="757"/>
            <ac:spMk id="34" creationId="{37169388-5FCE-F64C-B574-8C0950BA38CF}"/>
          </ac:spMkLst>
        </pc:spChg>
        <pc:grpChg chg="add">
          <ac:chgData name="pozza magdy" userId="ac1ce3788096011b" providerId="LiveId" clId="{9F356F9C-3060-8647-9775-C493A6C66C81}" dt="2019-12-18T12:22:13.638" v="571"/>
          <ac:grpSpMkLst>
            <pc:docMk/>
            <pc:sldMk cId="3536645354" sldId="757"/>
            <ac:grpSpMk id="108" creationId="{5A23C34B-A916-1C48-AB47-B8D85C51E8BF}"/>
          </ac:grpSpMkLst>
        </pc:grpChg>
      </pc:sldChg>
      <pc:sldChg chg="addSp modSp">
        <pc:chgData name="pozza magdy" userId="ac1ce3788096011b" providerId="LiveId" clId="{9F356F9C-3060-8647-9775-C493A6C66C81}" dt="2019-12-18T12:22:18.411" v="574" actId="207"/>
        <pc:sldMkLst>
          <pc:docMk/>
          <pc:sldMk cId="657624423" sldId="758"/>
        </pc:sldMkLst>
        <pc:spChg chg="mod">
          <ac:chgData name="pozza magdy" userId="ac1ce3788096011b" providerId="LiveId" clId="{9F356F9C-3060-8647-9775-C493A6C66C81}" dt="2019-12-18T12:22:18.411" v="574" actId="207"/>
          <ac:spMkLst>
            <pc:docMk/>
            <pc:sldMk cId="657624423" sldId="758"/>
            <ac:spMk id="3" creationId="{1B20C173-2C76-614E-ADA8-6A4DF9A9879E}"/>
          </ac:spMkLst>
        </pc:spChg>
        <pc:grpChg chg="add">
          <ac:chgData name="pozza magdy" userId="ac1ce3788096011b" providerId="LiveId" clId="{9F356F9C-3060-8647-9775-C493A6C66C81}" dt="2019-12-18T12:22:16.924" v="573"/>
          <ac:grpSpMkLst>
            <pc:docMk/>
            <pc:sldMk cId="657624423" sldId="758"/>
            <ac:grpSpMk id="120" creationId="{CDAD4144-7C60-AE4B-A77C-0BC8D1216FE9}"/>
          </ac:grpSpMkLst>
        </pc:grpChg>
      </pc:sldChg>
      <pc:sldChg chg="addSp modSp">
        <pc:chgData name="pozza magdy" userId="ac1ce3788096011b" providerId="LiveId" clId="{9F356F9C-3060-8647-9775-C493A6C66C81}" dt="2019-12-18T12:22:21.674" v="576" actId="207"/>
        <pc:sldMkLst>
          <pc:docMk/>
          <pc:sldMk cId="259918653" sldId="759"/>
        </pc:sldMkLst>
        <pc:spChg chg="mod">
          <ac:chgData name="pozza magdy" userId="ac1ce3788096011b" providerId="LiveId" clId="{9F356F9C-3060-8647-9775-C493A6C66C81}" dt="2019-12-18T12:22:21.674" v="576" actId="207"/>
          <ac:spMkLst>
            <pc:docMk/>
            <pc:sldMk cId="259918653" sldId="759"/>
            <ac:spMk id="10" creationId="{284141F7-DDE0-B747-A221-59841A571A80}"/>
          </ac:spMkLst>
        </pc:spChg>
        <pc:grpChg chg="add">
          <ac:chgData name="pozza magdy" userId="ac1ce3788096011b" providerId="LiveId" clId="{9F356F9C-3060-8647-9775-C493A6C66C81}" dt="2019-12-18T12:22:19.814" v="575"/>
          <ac:grpSpMkLst>
            <pc:docMk/>
            <pc:sldMk cId="259918653" sldId="759"/>
            <ac:grpSpMk id="101" creationId="{B94356D5-50C3-D443-8C6C-2C419687EF29}"/>
          </ac:grpSpMkLst>
        </pc:grpChg>
      </pc:sldChg>
      <pc:sldChg chg="addSp modSp">
        <pc:chgData name="pozza magdy" userId="ac1ce3788096011b" providerId="LiveId" clId="{9F356F9C-3060-8647-9775-C493A6C66C81}" dt="2019-12-18T12:22:26.581" v="578" actId="207"/>
        <pc:sldMkLst>
          <pc:docMk/>
          <pc:sldMk cId="745105056" sldId="760"/>
        </pc:sldMkLst>
        <pc:spChg chg="mod">
          <ac:chgData name="pozza magdy" userId="ac1ce3788096011b" providerId="LiveId" clId="{9F356F9C-3060-8647-9775-C493A6C66C81}" dt="2019-12-18T12:22:26.581" v="578" actId="207"/>
          <ac:spMkLst>
            <pc:docMk/>
            <pc:sldMk cId="745105056" sldId="760"/>
            <ac:spMk id="3" creationId="{1D335E5F-63B6-4A47-AF4A-01D1FAC73F49}"/>
          </ac:spMkLst>
        </pc:spChg>
        <pc:grpChg chg="add">
          <ac:chgData name="pozza magdy" userId="ac1ce3788096011b" providerId="LiveId" clId="{9F356F9C-3060-8647-9775-C493A6C66C81}" dt="2019-12-18T12:22:23.919" v="577"/>
          <ac:grpSpMkLst>
            <pc:docMk/>
            <pc:sldMk cId="745105056" sldId="760"/>
            <ac:grpSpMk id="41" creationId="{FD4F05D7-F9B6-834D-8133-F8FCDD0ED830}"/>
          </ac:grpSpMkLst>
        </pc:grpChg>
      </pc:sldChg>
      <pc:sldChg chg="addSp delSp modSp">
        <pc:chgData name="pozza magdy" userId="ac1ce3788096011b" providerId="LiveId" clId="{9F356F9C-3060-8647-9775-C493A6C66C81}" dt="2019-12-18T12:22:35.852" v="583"/>
        <pc:sldMkLst>
          <pc:docMk/>
          <pc:sldMk cId="989816386" sldId="761"/>
        </pc:sldMkLst>
        <pc:spChg chg="mod">
          <ac:chgData name="pozza magdy" userId="ac1ce3788096011b" providerId="LiveId" clId="{9F356F9C-3060-8647-9775-C493A6C66C81}" dt="2019-12-18T12:22:32.836" v="581" actId="207"/>
          <ac:spMkLst>
            <pc:docMk/>
            <pc:sldMk cId="989816386" sldId="761"/>
            <ac:spMk id="3" creationId="{AF03A6C2-A156-E644-AAA8-54521B8B888E}"/>
          </ac:spMkLst>
        </pc:spChg>
        <pc:grpChg chg="add mod">
          <ac:chgData name="pozza magdy" userId="ac1ce3788096011b" providerId="LiveId" clId="{9F356F9C-3060-8647-9775-C493A6C66C81}" dt="2019-12-18T12:22:29.797" v="580" actId="207"/>
          <ac:grpSpMkLst>
            <pc:docMk/>
            <pc:sldMk cId="989816386" sldId="761"/>
            <ac:grpSpMk id="94" creationId="{816751BF-F9FB-5A40-A65B-204D2A009A0E}"/>
          </ac:grpSpMkLst>
        </pc:grpChg>
        <pc:grpChg chg="add del mod">
          <ac:chgData name="pozza magdy" userId="ac1ce3788096011b" providerId="LiveId" clId="{9F356F9C-3060-8647-9775-C493A6C66C81}" dt="2019-12-18T12:22:35.852" v="583"/>
          <ac:grpSpMkLst>
            <pc:docMk/>
            <pc:sldMk cId="989816386" sldId="761"/>
            <ac:grpSpMk id="98" creationId="{3C08695F-A63B-CC45-A96A-140830753B40}"/>
          </ac:grpSpMkLst>
        </pc:grpChg>
      </pc:sldChg>
      <pc:sldChg chg="addSp modSp">
        <pc:chgData name="pozza magdy" userId="ac1ce3788096011b" providerId="LiveId" clId="{9F356F9C-3060-8647-9775-C493A6C66C81}" dt="2019-12-18T12:22:40.570" v="585"/>
        <pc:sldMkLst>
          <pc:docMk/>
          <pc:sldMk cId="1179275937" sldId="762"/>
        </pc:sldMkLst>
        <pc:spChg chg="mod">
          <ac:chgData name="pozza magdy" userId="ac1ce3788096011b" providerId="LiveId" clId="{9F356F9C-3060-8647-9775-C493A6C66C81}" dt="2019-12-18T12:22:39.327" v="584" actId="207"/>
          <ac:spMkLst>
            <pc:docMk/>
            <pc:sldMk cId="1179275937" sldId="762"/>
            <ac:spMk id="5" creationId="{50FEFF2B-492E-8243-A1C8-6CCBA96E0D61}"/>
          </ac:spMkLst>
        </pc:spChg>
        <pc:grpChg chg="add">
          <ac:chgData name="pozza magdy" userId="ac1ce3788096011b" providerId="LiveId" clId="{9F356F9C-3060-8647-9775-C493A6C66C81}" dt="2019-12-18T12:22:40.570" v="585"/>
          <ac:grpSpMkLst>
            <pc:docMk/>
            <pc:sldMk cId="1179275937" sldId="762"/>
            <ac:grpSpMk id="84" creationId="{84661A0B-C5EE-D647-9F03-6ACE5375CCE4}"/>
          </ac:grpSpMkLst>
        </pc:grpChg>
      </pc:sldChg>
      <pc:sldChg chg="addSp modSp">
        <pc:chgData name="pozza magdy" userId="ac1ce3788096011b" providerId="LiveId" clId="{9F356F9C-3060-8647-9775-C493A6C66C81}" dt="2019-12-18T12:22:45.570" v="587" actId="207"/>
        <pc:sldMkLst>
          <pc:docMk/>
          <pc:sldMk cId="414096494" sldId="763"/>
        </pc:sldMkLst>
        <pc:spChg chg="mod">
          <ac:chgData name="pozza magdy" userId="ac1ce3788096011b" providerId="LiveId" clId="{9F356F9C-3060-8647-9775-C493A6C66C81}" dt="2019-12-18T12:22:45.570" v="587" actId="207"/>
          <ac:spMkLst>
            <pc:docMk/>
            <pc:sldMk cId="414096494" sldId="763"/>
            <ac:spMk id="5" creationId="{C8F6CE67-F2D4-2D4B-807A-837EDB5E2FDA}"/>
          </ac:spMkLst>
        </pc:spChg>
        <pc:grpChg chg="add">
          <ac:chgData name="pozza magdy" userId="ac1ce3788096011b" providerId="LiveId" clId="{9F356F9C-3060-8647-9775-C493A6C66C81}" dt="2019-12-18T12:22:43.690" v="586"/>
          <ac:grpSpMkLst>
            <pc:docMk/>
            <pc:sldMk cId="414096494" sldId="763"/>
            <ac:grpSpMk id="96" creationId="{E654B0D0-B8C5-E84B-9274-4277660DF5F1}"/>
          </ac:grpSpMkLst>
        </pc:grpChg>
      </pc:sldChg>
      <pc:sldChg chg="addSp modSp">
        <pc:chgData name="pozza magdy" userId="ac1ce3788096011b" providerId="LiveId" clId="{9F356F9C-3060-8647-9775-C493A6C66C81}" dt="2019-12-18T12:22:49.227" v="589" actId="207"/>
        <pc:sldMkLst>
          <pc:docMk/>
          <pc:sldMk cId="2738551471" sldId="764"/>
        </pc:sldMkLst>
        <pc:spChg chg="mod">
          <ac:chgData name="pozza magdy" userId="ac1ce3788096011b" providerId="LiveId" clId="{9F356F9C-3060-8647-9775-C493A6C66C81}" dt="2019-12-18T12:22:49.227" v="589" actId="207"/>
          <ac:spMkLst>
            <pc:docMk/>
            <pc:sldMk cId="2738551471" sldId="764"/>
            <ac:spMk id="3" creationId="{66076F7B-057E-7D49-B07F-E223ADF17E65}"/>
          </ac:spMkLst>
        </pc:spChg>
        <pc:grpChg chg="add mod">
          <ac:chgData name="pozza magdy" userId="ac1ce3788096011b" providerId="LiveId" clId="{9F356F9C-3060-8647-9775-C493A6C66C81}" dt="2019-12-17T15:02:37.465" v="251" actId="1076"/>
          <ac:grpSpMkLst>
            <pc:docMk/>
            <pc:sldMk cId="2738551471" sldId="764"/>
            <ac:grpSpMk id="2" creationId="{C6F03575-1D57-0A48-B117-F390A5BADCE8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46" creationId="{68B3A023-3397-DE4E-8D0B-70AA7D0EDC69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53" creationId="{601C019C-A8EA-334B-AEC7-34174EFF8973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61" creationId="{3E987091-0BD8-854E-A071-566377E2B5F4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72" creationId="{31DF47F6-46F8-354F-9819-B24F010706D1}"/>
          </ac:grpSpMkLst>
        </pc:grpChg>
        <pc:grpChg chg="add">
          <ac:chgData name="pozza magdy" userId="ac1ce3788096011b" providerId="LiveId" clId="{9F356F9C-3060-8647-9775-C493A6C66C81}" dt="2019-12-18T12:22:47.570" v="588"/>
          <ac:grpSpMkLst>
            <pc:docMk/>
            <pc:sldMk cId="2738551471" sldId="764"/>
            <ac:grpSpMk id="90" creationId="{58356C95-3A3F-4543-A35F-77981A33F45B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94" creationId="{1904396E-64FF-8F4E-B96B-AC9BFFCF8F3A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98" creationId="{2F44B5DE-8390-364F-B713-8D8F1DEED86F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99" creationId="{8DAE8051-6F79-D043-9F2F-B9C2472EA361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100" creationId="{09835543-8F57-BD47-8CE5-BCCBBDF1E700}"/>
          </ac:grpSpMkLst>
        </pc:grpChg>
        <pc:grpChg chg="mod">
          <ac:chgData name="pozza magdy" userId="ac1ce3788096011b" providerId="LiveId" clId="{9F356F9C-3060-8647-9775-C493A6C66C81}" dt="2019-12-17T15:02:31.884" v="250" actId="12789"/>
          <ac:grpSpMkLst>
            <pc:docMk/>
            <pc:sldMk cId="2738551471" sldId="764"/>
            <ac:grpSpMk id="101" creationId="{532A9C33-73F0-EE42-86B3-99404BB19AFC}"/>
          </ac:grpSpMkLst>
        </pc:grpChg>
      </pc:sldChg>
      <pc:sldChg chg="addSp modSp">
        <pc:chgData name="pozza magdy" userId="ac1ce3788096011b" providerId="LiveId" clId="{9F356F9C-3060-8647-9775-C493A6C66C81}" dt="2019-12-18T12:22:53.086" v="591" actId="207"/>
        <pc:sldMkLst>
          <pc:docMk/>
          <pc:sldMk cId="4016227718" sldId="765"/>
        </pc:sldMkLst>
        <pc:spChg chg="mod">
          <ac:chgData name="pozza magdy" userId="ac1ce3788096011b" providerId="LiveId" clId="{9F356F9C-3060-8647-9775-C493A6C66C81}" dt="2019-12-18T12:22:53.086" v="591" actId="207"/>
          <ac:spMkLst>
            <pc:docMk/>
            <pc:sldMk cId="4016227718" sldId="765"/>
            <ac:spMk id="3" creationId="{67DC01A8-7253-4D49-9F0D-3FA3595982AB}"/>
          </ac:spMkLst>
        </pc:spChg>
        <pc:grpChg chg="add">
          <ac:chgData name="pozza magdy" userId="ac1ce3788096011b" providerId="LiveId" clId="{9F356F9C-3060-8647-9775-C493A6C66C81}" dt="2019-12-18T12:22:51.068" v="590"/>
          <ac:grpSpMkLst>
            <pc:docMk/>
            <pc:sldMk cId="4016227718" sldId="765"/>
            <ac:grpSpMk id="102" creationId="{BAC694B2-8ACE-A046-887A-59F401B01DDD}"/>
          </ac:grpSpMkLst>
        </pc:grpChg>
      </pc:sldChg>
      <pc:sldChg chg="addSp modSp">
        <pc:chgData name="pozza magdy" userId="ac1ce3788096011b" providerId="LiveId" clId="{9F356F9C-3060-8647-9775-C493A6C66C81}" dt="2019-12-18T12:22:56.247" v="593" actId="207"/>
        <pc:sldMkLst>
          <pc:docMk/>
          <pc:sldMk cId="805141998" sldId="766"/>
        </pc:sldMkLst>
        <pc:spChg chg="mod">
          <ac:chgData name="pozza magdy" userId="ac1ce3788096011b" providerId="LiveId" clId="{9F356F9C-3060-8647-9775-C493A6C66C81}" dt="2019-12-18T12:22:56.247" v="593" actId="207"/>
          <ac:spMkLst>
            <pc:docMk/>
            <pc:sldMk cId="805141998" sldId="766"/>
            <ac:spMk id="14" creationId="{635D45FA-F070-EA47-BC5A-5398D385BED9}"/>
          </ac:spMkLst>
        </pc:spChg>
        <pc:grpChg chg="add">
          <ac:chgData name="pozza magdy" userId="ac1ce3788096011b" providerId="LiveId" clId="{9F356F9C-3060-8647-9775-C493A6C66C81}" dt="2019-12-18T12:22:54.673" v="592"/>
          <ac:grpSpMkLst>
            <pc:docMk/>
            <pc:sldMk cId="805141998" sldId="766"/>
            <ac:grpSpMk id="86" creationId="{5590E0C4-5F0D-824F-BA7A-FA228AD00D13}"/>
          </ac:grpSpMkLst>
        </pc:grpChg>
      </pc:sldChg>
      <pc:sldChg chg="addSp modSp">
        <pc:chgData name="pozza magdy" userId="ac1ce3788096011b" providerId="LiveId" clId="{9F356F9C-3060-8647-9775-C493A6C66C81}" dt="2019-12-18T12:23:00.548" v="595"/>
        <pc:sldMkLst>
          <pc:docMk/>
          <pc:sldMk cId="2126242923" sldId="767"/>
        </pc:sldMkLst>
        <pc:spChg chg="mod">
          <ac:chgData name="pozza magdy" userId="ac1ce3788096011b" providerId="LiveId" clId="{9F356F9C-3060-8647-9775-C493A6C66C81}" dt="2019-12-18T12:22:59.149" v="594" actId="207"/>
          <ac:spMkLst>
            <pc:docMk/>
            <pc:sldMk cId="2126242923" sldId="767"/>
            <ac:spMk id="3" creationId="{1FF63021-CB77-CE40-AD12-30C6929D5D30}"/>
          </ac:spMkLst>
        </pc:spChg>
        <pc:grpChg chg="add">
          <ac:chgData name="pozza magdy" userId="ac1ce3788096011b" providerId="LiveId" clId="{9F356F9C-3060-8647-9775-C493A6C66C81}" dt="2019-12-18T12:23:00.548" v="595"/>
          <ac:grpSpMkLst>
            <pc:docMk/>
            <pc:sldMk cId="2126242923" sldId="767"/>
            <ac:grpSpMk id="118" creationId="{13DB5F6F-2F5D-0340-8225-F075D3250195}"/>
          </ac:grpSpMkLst>
        </pc:grpChg>
      </pc:sldChg>
      <pc:sldChg chg="addSp modSp">
        <pc:chgData name="pozza magdy" userId="ac1ce3788096011b" providerId="LiveId" clId="{9F356F9C-3060-8647-9775-C493A6C66C81}" dt="2019-12-19T09:53:04.863" v="709" actId="16037"/>
        <pc:sldMkLst>
          <pc:docMk/>
          <pc:sldMk cId="3242617537" sldId="768"/>
        </pc:sldMkLst>
        <pc:spChg chg="mod">
          <ac:chgData name="pozza magdy" userId="ac1ce3788096011b" providerId="LiveId" clId="{9F356F9C-3060-8647-9775-C493A6C66C81}" dt="2019-12-19T09:53:04.863" v="709" actId="16037"/>
          <ac:spMkLst>
            <pc:docMk/>
            <pc:sldMk cId="3242617537" sldId="768"/>
            <ac:spMk id="5" creationId="{7B4B97E0-D151-4848-BE8A-DF05820869D1}"/>
          </ac:spMkLst>
        </pc:spChg>
        <pc:spChg chg="mod">
          <ac:chgData name="pozza magdy" userId="ac1ce3788096011b" providerId="LiveId" clId="{9F356F9C-3060-8647-9775-C493A6C66C81}" dt="2019-12-18T14:56:16.159" v="705" actId="164"/>
          <ac:spMkLst>
            <pc:docMk/>
            <pc:sldMk cId="3242617537" sldId="768"/>
            <ac:spMk id="49" creationId="{9B2EED9C-8D0F-6448-BA39-D50E7209028C}"/>
          </ac:spMkLst>
        </pc:spChg>
        <pc:spChg chg="mod">
          <ac:chgData name="pozza magdy" userId="ac1ce3788096011b" providerId="LiveId" clId="{9F356F9C-3060-8647-9775-C493A6C66C81}" dt="2019-12-18T14:56:23.403" v="706" actId="20577"/>
          <ac:spMkLst>
            <pc:docMk/>
            <pc:sldMk cId="3242617537" sldId="768"/>
            <ac:spMk id="50" creationId="{587583FE-4E6C-2442-AA8E-94CC2D008CCB}"/>
          </ac:spMkLst>
        </pc:spChg>
        <pc:spChg chg="mod">
          <ac:chgData name="pozza magdy" userId="ac1ce3788096011b" providerId="LiveId" clId="{9F356F9C-3060-8647-9775-C493A6C66C81}" dt="2019-12-18T14:56:25.604" v="707" actId="20577"/>
          <ac:spMkLst>
            <pc:docMk/>
            <pc:sldMk cId="3242617537" sldId="768"/>
            <ac:spMk id="51" creationId="{513C7A41-3F22-0246-A174-9F0F13A7C6DD}"/>
          </ac:spMkLst>
        </pc:spChg>
        <pc:spChg chg="mod">
          <ac:chgData name="pozza magdy" userId="ac1ce3788096011b" providerId="LiveId" clId="{9F356F9C-3060-8647-9775-C493A6C66C81}" dt="2019-12-18T14:56:27.578" v="708" actId="20577"/>
          <ac:spMkLst>
            <pc:docMk/>
            <pc:sldMk cId="3242617537" sldId="768"/>
            <ac:spMk id="53" creationId="{EC121021-313D-F04A-BED6-024E1EB1C45F}"/>
          </ac:spMkLst>
        </pc:spChg>
        <pc:spChg chg="mod">
          <ac:chgData name="pozza magdy" userId="ac1ce3788096011b" providerId="LiveId" clId="{9F356F9C-3060-8647-9775-C493A6C66C81}" dt="2019-12-18T14:56:16.159" v="705" actId="164"/>
          <ac:spMkLst>
            <pc:docMk/>
            <pc:sldMk cId="3242617537" sldId="768"/>
            <ac:spMk id="104" creationId="{3446F6C4-CBED-1446-8345-484DABA7C038}"/>
          </ac:spMkLst>
        </pc:spChg>
        <pc:grpChg chg="add mod">
          <ac:chgData name="pozza magdy" userId="ac1ce3788096011b" providerId="LiveId" clId="{9F356F9C-3060-8647-9775-C493A6C66C81}" dt="2019-12-18T14:56:16.159" v="705" actId="164"/>
          <ac:grpSpMkLst>
            <pc:docMk/>
            <pc:sldMk cId="3242617537" sldId="768"/>
            <ac:grpSpMk id="2" creationId="{56DE5833-A13D-7242-9B8E-8CE53D3CCE4E}"/>
          </ac:grpSpMkLst>
        </pc:grpChg>
        <pc:grpChg chg="mod">
          <ac:chgData name="pozza magdy" userId="ac1ce3788096011b" providerId="LiveId" clId="{9F356F9C-3060-8647-9775-C493A6C66C81}" dt="2019-12-18T14:56:16.159" v="705" actId="164"/>
          <ac:grpSpMkLst>
            <pc:docMk/>
            <pc:sldMk cId="3242617537" sldId="768"/>
            <ac:grpSpMk id="12" creationId="{3DCD7D01-C235-AC4E-BE32-06AB2B0C67F9}"/>
          </ac:grpSpMkLst>
        </pc:grpChg>
        <pc:grpChg chg="mod">
          <ac:chgData name="pozza magdy" userId="ac1ce3788096011b" providerId="LiveId" clId="{9F356F9C-3060-8647-9775-C493A6C66C81}" dt="2019-12-18T14:56:16.159" v="705" actId="164"/>
          <ac:grpSpMkLst>
            <pc:docMk/>
            <pc:sldMk cId="3242617537" sldId="768"/>
            <ac:grpSpMk id="62" creationId="{3F764148-7CEE-384B-A35A-2A34CA81CF57}"/>
          </ac:grpSpMkLst>
        </pc:grpChg>
        <pc:grpChg chg="mod">
          <ac:chgData name="pozza magdy" userId="ac1ce3788096011b" providerId="LiveId" clId="{9F356F9C-3060-8647-9775-C493A6C66C81}" dt="2019-12-18T14:56:16.159" v="705" actId="164"/>
          <ac:grpSpMkLst>
            <pc:docMk/>
            <pc:sldMk cId="3242617537" sldId="768"/>
            <ac:grpSpMk id="69" creationId="{D46556BC-606C-4744-8071-5C8C3ACB80CA}"/>
          </ac:grpSpMkLst>
        </pc:grpChg>
        <pc:grpChg chg="mod">
          <ac:chgData name="pozza magdy" userId="ac1ce3788096011b" providerId="LiveId" clId="{9F356F9C-3060-8647-9775-C493A6C66C81}" dt="2019-12-18T14:56:16.159" v="705" actId="164"/>
          <ac:grpSpMkLst>
            <pc:docMk/>
            <pc:sldMk cId="3242617537" sldId="768"/>
            <ac:grpSpMk id="76" creationId="{B25F0067-FFD9-BB49-AD69-DF9D92E925F6}"/>
          </ac:grpSpMkLst>
        </pc:grpChg>
        <pc:grpChg chg="mod">
          <ac:chgData name="pozza magdy" userId="ac1ce3788096011b" providerId="LiveId" clId="{9F356F9C-3060-8647-9775-C493A6C66C81}" dt="2019-12-18T14:56:16.159" v="705" actId="164"/>
          <ac:grpSpMkLst>
            <pc:docMk/>
            <pc:sldMk cId="3242617537" sldId="768"/>
            <ac:grpSpMk id="87" creationId="{D9C6CEFE-0C0E-FF48-80B9-5D905C90373D}"/>
          </ac:grpSpMkLst>
        </pc:grpChg>
        <pc:grpChg chg="add">
          <ac:chgData name="pozza magdy" userId="ac1ce3788096011b" providerId="LiveId" clId="{9F356F9C-3060-8647-9775-C493A6C66C81}" dt="2019-12-18T12:23:03.843" v="596"/>
          <ac:grpSpMkLst>
            <pc:docMk/>
            <pc:sldMk cId="3242617537" sldId="768"/>
            <ac:grpSpMk id="105" creationId="{400AAF90-8780-3740-8D5E-7EA1B9818FF8}"/>
          </ac:grpSpMkLst>
        </pc:grpChg>
        <pc:cxnChg chg="mod">
          <ac:chgData name="pozza magdy" userId="ac1ce3788096011b" providerId="LiveId" clId="{9F356F9C-3060-8647-9775-C493A6C66C81}" dt="2019-12-18T14:56:16.159" v="705" actId="164"/>
          <ac:cxnSpMkLst>
            <pc:docMk/>
            <pc:sldMk cId="3242617537" sldId="768"/>
            <ac:cxnSpMk id="106" creationId="{BE060B4C-612D-5546-AE44-6B3A385AD9F2}"/>
          </ac:cxnSpMkLst>
        </pc:cxnChg>
        <pc:cxnChg chg="mod">
          <ac:chgData name="pozza magdy" userId="ac1ce3788096011b" providerId="LiveId" clId="{9F356F9C-3060-8647-9775-C493A6C66C81}" dt="2019-12-18T14:56:16.159" v="705" actId="164"/>
          <ac:cxnSpMkLst>
            <pc:docMk/>
            <pc:sldMk cId="3242617537" sldId="768"/>
            <ac:cxnSpMk id="109" creationId="{905CA632-0542-2648-8A7F-C8663B228F71}"/>
          </ac:cxnSpMkLst>
        </pc:cxnChg>
      </pc:sldChg>
      <pc:sldChg chg="addSp modSp">
        <pc:chgData name="pozza magdy" userId="ac1ce3788096011b" providerId="LiveId" clId="{9F356F9C-3060-8647-9775-C493A6C66C81}" dt="2019-12-18T12:23:09.758" v="599" actId="207"/>
        <pc:sldMkLst>
          <pc:docMk/>
          <pc:sldMk cId="2822516853" sldId="769"/>
        </pc:sldMkLst>
        <pc:spChg chg="mod">
          <ac:chgData name="pozza magdy" userId="ac1ce3788096011b" providerId="LiveId" clId="{9F356F9C-3060-8647-9775-C493A6C66C81}" dt="2019-12-18T12:23:09.758" v="599" actId="207"/>
          <ac:spMkLst>
            <pc:docMk/>
            <pc:sldMk cId="2822516853" sldId="769"/>
            <ac:spMk id="3" creationId="{CD2A25B3-13F0-DC47-8320-531546E69418}"/>
          </ac:spMkLst>
        </pc:spChg>
        <pc:grpChg chg="add">
          <ac:chgData name="pozza magdy" userId="ac1ce3788096011b" providerId="LiveId" clId="{9F356F9C-3060-8647-9775-C493A6C66C81}" dt="2019-12-18T12:23:08.165" v="598"/>
          <ac:grpSpMkLst>
            <pc:docMk/>
            <pc:sldMk cId="2822516853" sldId="769"/>
            <ac:grpSpMk id="113" creationId="{C59506AC-AEFC-2246-A0A7-A51908A270D6}"/>
          </ac:grpSpMkLst>
        </pc:grpChg>
      </pc:sldChg>
      <pc:sldChg chg="addSp modSp">
        <pc:chgData name="pozza magdy" userId="ac1ce3788096011b" providerId="LiveId" clId="{9F356F9C-3060-8647-9775-C493A6C66C81}" dt="2019-12-18T12:23:13.326" v="601" actId="207"/>
        <pc:sldMkLst>
          <pc:docMk/>
          <pc:sldMk cId="2359175676" sldId="770"/>
        </pc:sldMkLst>
        <pc:spChg chg="mod">
          <ac:chgData name="pozza magdy" userId="ac1ce3788096011b" providerId="LiveId" clId="{9F356F9C-3060-8647-9775-C493A6C66C81}" dt="2019-12-18T12:23:13.326" v="601" actId="207"/>
          <ac:spMkLst>
            <pc:docMk/>
            <pc:sldMk cId="2359175676" sldId="770"/>
            <ac:spMk id="4" creationId="{FBA5FE10-1164-AF40-8802-6C2B67C1CF4B}"/>
          </ac:spMkLst>
        </pc:spChg>
        <pc:grpChg chg="add">
          <ac:chgData name="pozza magdy" userId="ac1ce3788096011b" providerId="LiveId" clId="{9F356F9C-3060-8647-9775-C493A6C66C81}" dt="2019-12-18T12:23:11.598" v="600"/>
          <ac:grpSpMkLst>
            <pc:docMk/>
            <pc:sldMk cId="2359175676" sldId="770"/>
            <ac:grpSpMk id="55" creationId="{1719E6CC-64B5-E94C-8FE2-AC0596E827A8}"/>
          </ac:grpSpMkLst>
        </pc:grpChg>
      </pc:sldChg>
      <pc:sldChg chg="addSp delSp modSp">
        <pc:chgData name="pozza magdy" userId="ac1ce3788096011b" providerId="LiveId" clId="{9F356F9C-3060-8647-9775-C493A6C66C81}" dt="2019-12-18T12:23:18.618" v="605"/>
        <pc:sldMkLst>
          <pc:docMk/>
          <pc:sldMk cId="661670583" sldId="771"/>
        </pc:sldMkLst>
        <pc:spChg chg="mod">
          <ac:chgData name="pozza magdy" userId="ac1ce3788096011b" providerId="LiveId" clId="{9F356F9C-3060-8647-9775-C493A6C66C81}" dt="2019-12-18T12:23:16.801" v="603" actId="207"/>
          <ac:spMkLst>
            <pc:docMk/>
            <pc:sldMk cId="661670583" sldId="771"/>
            <ac:spMk id="5" creationId="{47506B3E-9C62-5F49-B22E-B726A4F7A7CD}"/>
          </ac:spMkLst>
        </pc:spChg>
        <pc:grpChg chg="add">
          <ac:chgData name="pozza magdy" userId="ac1ce3788096011b" providerId="LiveId" clId="{9F356F9C-3060-8647-9775-C493A6C66C81}" dt="2019-12-18T12:23:14.924" v="602"/>
          <ac:grpSpMkLst>
            <pc:docMk/>
            <pc:sldMk cId="661670583" sldId="771"/>
            <ac:grpSpMk id="52" creationId="{C46F25E7-0D99-3842-959D-041A265A4E77}"/>
          </ac:grpSpMkLst>
        </pc:grpChg>
        <pc:grpChg chg="add del mod">
          <ac:chgData name="pozza magdy" userId="ac1ce3788096011b" providerId="LiveId" clId="{9F356F9C-3060-8647-9775-C493A6C66C81}" dt="2019-12-18T12:23:18.618" v="605"/>
          <ac:grpSpMkLst>
            <pc:docMk/>
            <pc:sldMk cId="661670583" sldId="771"/>
            <ac:grpSpMk id="62" creationId="{CBBDF1FB-EC0F-1E4B-8E7C-692EAEC6D87A}"/>
          </ac:grpSpMkLst>
        </pc:grpChg>
      </pc:sldChg>
      <pc:sldChg chg="addSp modSp">
        <pc:chgData name="pozza magdy" userId="ac1ce3788096011b" providerId="LiveId" clId="{9F356F9C-3060-8647-9775-C493A6C66C81}" dt="2019-12-18T12:23:23.957" v="607" actId="207"/>
        <pc:sldMkLst>
          <pc:docMk/>
          <pc:sldMk cId="1257862437" sldId="772"/>
        </pc:sldMkLst>
        <pc:spChg chg="mod">
          <ac:chgData name="pozza magdy" userId="ac1ce3788096011b" providerId="LiveId" clId="{9F356F9C-3060-8647-9775-C493A6C66C81}" dt="2019-12-18T12:23:23.957" v="607" actId="207"/>
          <ac:spMkLst>
            <pc:docMk/>
            <pc:sldMk cId="1257862437" sldId="772"/>
            <ac:spMk id="5" creationId="{B1E12E53-CB4B-684C-B9E2-754832B539C1}"/>
          </ac:spMkLst>
        </pc:spChg>
        <pc:grpChg chg="add">
          <ac:chgData name="pozza magdy" userId="ac1ce3788096011b" providerId="LiveId" clId="{9F356F9C-3060-8647-9775-C493A6C66C81}" dt="2019-12-18T12:23:21.358" v="606"/>
          <ac:grpSpMkLst>
            <pc:docMk/>
            <pc:sldMk cId="1257862437" sldId="772"/>
            <ac:grpSpMk id="56" creationId="{9001440E-F50E-BC4E-9CBB-608F815E9819}"/>
          </ac:grpSpMkLst>
        </pc:grpChg>
      </pc:sldChg>
      <pc:sldChg chg="addSp modSp">
        <pc:chgData name="pozza magdy" userId="ac1ce3788096011b" providerId="LiveId" clId="{9F356F9C-3060-8647-9775-C493A6C66C81}" dt="2019-12-18T12:23:43.151" v="610" actId="1076"/>
        <pc:sldMkLst>
          <pc:docMk/>
          <pc:sldMk cId="2582269940" sldId="773"/>
        </pc:sldMkLst>
        <pc:spChg chg="mod">
          <ac:chgData name="pozza magdy" userId="ac1ce3788096011b" providerId="LiveId" clId="{9F356F9C-3060-8647-9775-C493A6C66C81}" dt="2019-12-18T12:23:27.940" v="608" actId="207"/>
          <ac:spMkLst>
            <pc:docMk/>
            <pc:sldMk cId="2582269940" sldId="773"/>
            <ac:spMk id="3" creationId="{C1F2F4BC-F650-4D4B-A45F-F8FC6E70CA94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26" creationId="{0F261B54-C244-7D48-9A14-BF20613A6D20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27" creationId="{C2EAEBFD-1BBA-1B4D-ADB3-6EA21E3F4349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28" creationId="{89490CCA-A19F-594A-8D5F-129636632C87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32" creationId="{A8A48A95-51C7-8841-AF05-13A9870B6F6C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33" creationId="{986105B0-8265-3F42-A266-D75815ECDD79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34" creationId="{9447D70E-55AB-EE45-9D99-304A2C330382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43" creationId="{AB7D1403-8019-FD41-90C2-C785E3974A57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44" creationId="{A8E7CECB-137A-304C-8673-7EA62471B65C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45" creationId="{53440CE8-8A69-C14A-BDD6-2D03F3270E4D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54" creationId="{5FD87C8E-D2DC-F14A-8C0C-7C5908E2629E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55" creationId="{B406B056-534A-FF44-BB7F-BFD67CCCCF78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56" creationId="{3FE173EF-E02C-8B46-AEF4-FC81244A7BAE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64" creationId="{58C7AA13-22A1-3E48-8123-DDB213B1763D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65" creationId="{58C540F8-45FE-F74A-B6DA-D340961422FA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66" creationId="{F5A2B85C-E20B-5E43-821C-1981747F4C9F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67" creationId="{45978408-02A9-F742-B5C8-F15D6F687A89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69" creationId="{06845CD8-F557-7948-925D-D547175CEC1A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70" creationId="{EC684186-A43A-4247-9C85-4CECE67C2424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71" creationId="{A1803D7A-0703-7343-A7E9-56C4F1BBB1F8}"/>
          </ac:spMkLst>
        </pc:spChg>
        <pc:spChg chg="mod">
          <ac:chgData name="pozza magdy" userId="ac1ce3788096011b" providerId="LiveId" clId="{9F356F9C-3060-8647-9775-C493A6C66C81}" dt="2019-12-18T12:23:43.151" v="610" actId="1076"/>
          <ac:spMkLst>
            <pc:docMk/>
            <pc:sldMk cId="2582269940" sldId="773"/>
            <ac:spMk id="72" creationId="{150885F2-92A5-0A46-ACBE-1A81F9245783}"/>
          </ac:spMkLst>
        </pc:s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14" creationId="{048D813D-AF0F-BA4E-A580-9E6D2ED50D47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31" creationId="{286D2C98-9792-DD44-B420-3EF3F36E1635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42" creationId="{89783424-F28B-984D-BDCA-EDBA5EAD4398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53" creationId="{9C08F161-6F77-374A-AEC0-19364A9D3002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81" creationId="{FC2CC8A7-D83F-7A4C-848B-C3FB4BEDD8F0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101" creationId="{1E402024-A6DB-3340-B10E-74DCC2D46D56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114" creationId="{06D7F252-9F1B-2C47-BC9F-C52A4C198B7D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127" creationId="{F481B4B1-C54A-CF45-A56C-4A61AA258F31}"/>
          </ac:grpSpMkLst>
        </pc:grpChg>
        <pc:grpChg chg="mod">
          <ac:chgData name="pozza magdy" userId="ac1ce3788096011b" providerId="LiveId" clId="{9F356F9C-3060-8647-9775-C493A6C66C81}" dt="2019-12-18T12:23:43.151" v="610" actId="1076"/>
          <ac:grpSpMkLst>
            <pc:docMk/>
            <pc:sldMk cId="2582269940" sldId="773"/>
            <ac:grpSpMk id="137" creationId="{0267CE65-FD8D-7644-9619-0957CC035C78}"/>
          </ac:grpSpMkLst>
        </pc:grpChg>
        <pc:grpChg chg="add">
          <ac:chgData name="pozza magdy" userId="ac1ce3788096011b" providerId="LiveId" clId="{9F356F9C-3060-8647-9775-C493A6C66C81}" dt="2019-12-18T12:23:30.308" v="609"/>
          <ac:grpSpMkLst>
            <pc:docMk/>
            <pc:sldMk cId="2582269940" sldId="773"/>
            <ac:grpSpMk id="141" creationId="{2FC1DB55-48AC-7741-9EA3-7FD01DC8B024}"/>
          </ac:grpSpMkLst>
        </pc:grpChg>
      </pc:sldChg>
      <pc:sldChg chg="addSp delSp modSp add">
        <pc:chgData name="pozza magdy" userId="ac1ce3788096011b" providerId="LiveId" clId="{9F356F9C-3060-8647-9775-C493A6C66C81}" dt="2019-12-22T11:20:14.739" v="874" actId="688"/>
        <pc:sldMkLst>
          <pc:docMk/>
          <pc:sldMk cId="1258687744" sldId="774"/>
        </pc:sldMkLst>
        <pc:spChg chg="mod topLvl">
          <ac:chgData name="pozza magdy" userId="ac1ce3788096011b" providerId="LiveId" clId="{9F356F9C-3060-8647-9775-C493A6C66C81}" dt="2019-12-22T11:18:12.580" v="837" actId="165"/>
          <ac:spMkLst>
            <pc:docMk/>
            <pc:sldMk cId="1258687744" sldId="774"/>
            <ac:spMk id="3" creationId="{CEE8EB54-D0C1-D94D-A07D-A05CE7FAC8D0}"/>
          </ac:spMkLst>
        </pc:spChg>
        <pc:spChg chg="mod topLvl">
          <ac:chgData name="pozza magdy" userId="ac1ce3788096011b" providerId="LiveId" clId="{9F356F9C-3060-8647-9775-C493A6C66C81}" dt="2019-12-22T11:18:39.330" v="843" actId="207"/>
          <ac:spMkLst>
            <pc:docMk/>
            <pc:sldMk cId="1258687744" sldId="774"/>
            <ac:spMk id="5" creationId="{732EED4E-3FC8-264B-976B-118D20B69B0E}"/>
          </ac:spMkLst>
        </pc:spChg>
        <pc:spChg chg="mod topLvl">
          <ac:chgData name="pozza magdy" userId="ac1ce3788096011b" providerId="LiveId" clId="{9F356F9C-3060-8647-9775-C493A6C66C81}" dt="2019-12-22T11:20:14.739" v="874" actId="688"/>
          <ac:spMkLst>
            <pc:docMk/>
            <pc:sldMk cId="1258687744" sldId="774"/>
            <ac:spMk id="6" creationId="{41337865-C373-6E44-9E6E-FAAB66521FD3}"/>
          </ac:spMkLst>
        </pc:spChg>
        <pc:spChg chg="mod topLvl">
          <ac:chgData name="pozza magdy" userId="ac1ce3788096011b" providerId="LiveId" clId="{9F356F9C-3060-8647-9775-C493A6C66C81}" dt="2019-12-22T11:19:52.708" v="867" actId="1076"/>
          <ac:spMkLst>
            <pc:docMk/>
            <pc:sldMk cId="1258687744" sldId="774"/>
            <ac:spMk id="8" creationId="{728DEF9D-2D7D-AF47-A24F-73EB39998AFB}"/>
          </ac:spMkLst>
        </pc:spChg>
        <pc:spChg chg="mod topLvl">
          <ac:chgData name="pozza magdy" userId="ac1ce3788096011b" providerId="LiveId" clId="{9F356F9C-3060-8647-9775-C493A6C66C81}" dt="2019-12-22T11:19:56.019" v="868" actId="688"/>
          <ac:spMkLst>
            <pc:docMk/>
            <pc:sldMk cId="1258687744" sldId="774"/>
            <ac:spMk id="9" creationId="{8C788260-1541-204E-9530-7D84EF016A29}"/>
          </ac:spMkLst>
        </pc:spChg>
        <pc:spChg chg="mod">
          <ac:chgData name="pozza magdy" userId="ac1ce3788096011b" providerId="LiveId" clId="{9F356F9C-3060-8647-9775-C493A6C66C81}" dt="2019-12-22T11:13:14.375" v="761" actId="164"/>
          <ac:spMkLst>
            <pc:docMk/>
            <pc:sldMk cId="1258687744" sldId="774"/>
            <ac:spMk id="11" creationId="{97A5EE40-6596-384C-9B65-C17B2A2E1333}"/>
          </ac:spMkLst>
        </pc:spChg>
        <pc:spChg chg="mod">
          <ac:chgData name="pozza magdy" userId="ac1ce3788096011b" providerId="LiveId" clId="{9F356F9C-3060-8647-9775-C493A6C66C81}" dt="2019-12-22T11:13:14.375" v="761" actId="164"/>
          <ac:spMkLst>
            <pc:docMk/>
            <pc:sldMk cId="1258687744" sldId="774"/>
            <ac:spMk id="12" creationId="{4FCF0118-43D7-3845-927C-E41562B21130}"/>
          </ac:spMkLst>
        </pc:spChg>
        <pc:spChg chg="mod topLvl">
          <ac:chgData name="pozza magdy" userId="ac1ce3788096011b" providerId="LiveId" clId="{9F356F9C-3060-8647-9775-C493A6C66C81}" dt="2019-12-22T11:18:12.580" v="837" actId="165"/>
          <ac:spMkLst>
            <pc:docMk/>
            <pc:sldMk cId="1258687744" sldId="774"/>
            <ac:spMk id="13" creationId="{9906E6F6-7FC9-7745-912F-C8B27FCCFED9}"/>
          </ac:spMkLst>
        </pc:spChg>
        <pc:spChg chg="mod topLvl">
          <ac:chgData name="pozza magdy" userId="ac1ce3788096011b" providerId="LiveId" clId="{9F356F9C-3060-8647-9775-C493A6C66C81}" dt="2019-12-22T11:18:12.580" v="837" actId="165"/>
          <ac:spMkLst>
            <pc:docMk/>
            <pc:sldMk cId="1258687744" sldId="774"/>
            <ac:spMk id="14" creationId="{AE3560A6-569E-FC45-9CCC-41CBEFCC49B4}"/>
          </ac:spMkLst>
        </pc:spChg>
        <pc:spChg chg="mod">
          <ac:chgData name="pozza magdy" userId="ac1ce3788096011b" providerId="LiveId" clId="{9F356F9C-3060-8647-9775-C493A6C66C81}" dt="2019-12-22T11:13:14.375" v="761" actId="164"/>
          <ac:spMkLst>
            <pc:docMk/>
            <pc:sldMk cId="1258687744" sldId="774"/>
            <ac:spMk id="18" creationId="{5601A2C7-306E-994A-9B31-BCB4F6DBF543}"/>
          </ac:spMkLst>
        </pc:spChg>
        <pc:spChg chg="mod topLvl">
          <ac:chgData name="pozza magdy" userId="ac1ce3788096011b" providerId="LiveId" clId="{9F356F9C-3060-8647-9775-C493A6C66C81}" dt="2019-12-22T11:18:17.087" v="838" actId="165"/>
          <ac:spMkLst>
            <pc:docMk/>
            <pc:sldMk cId="1258687744" sldId="774"/>
            <ac:spMk id="19" creationId="{C15616B3-6F47-F04D-BA1D-10C308B4349E}"/>
          </ac:spMkLst>
        </pc:spChg>
        <pc:spChg chg="mod topLvl">
          <ac:chgData name="pozza magdy" userId="ac1ce3788096011b" providerId="LiveId" clId="{9F356F9C-3060-8647-9775-C493A6C66C81}" dt="2019-12-22T11:18:17.087" v="838" actId="165"/>
          <ac:spMkLst>
            <pc:docMk/>
            <pc:sldMk cId="1258687744" sldId="774"/>
            <ac:spMk id="20" creationId="{B64652CB-6429-2748-9607-B99D1DABE1E4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44" creationId="{845383BB-8C13-9B4E-9F8A-C8797B173DB5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45" creationId="{2721F9F4-377A-E649-AADB-BFD50B60D774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46" creationId="{05031149-D396-B642-8380-533D0031A7BD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47" creationId="{CFE354AD-F389-8541-846F-AE618AEA6497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48" creationId="{94A104DA-183D-1B4D-B2B2-39BD6244F53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49" creationId="{C799EB3F-FE10-D24C-8AC9-F6FF68145EB6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0" creationId="{AA72E1D9-BA4E-A44A-8315-835E0E008729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1" creationId="{351E2D2D-834D-3844-BE48-A5B04F3F9F32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2" creationId="{31166F7A-C1C8-4547-91C0-ED8BE892E91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3" creationId="{53890118-3E92-DD48-91DB-E5099675644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4" creationId="{36971EBD-E6B7-6C49-B260-E84642765BFF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5" creationId="{C5A0E250-F120-4F42-88D7-1494FB035449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6" creationId="{DF6B9240-B121-C646-A12A-ACBB86DDE292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7" creationId="{8D59CC20-3B4F-A740-A0EA-9F7AB16F295A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8" creationId="{7624BB79-2B6F-D44A-82A6-12434240C622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59" creationId="{DAF16356-820D-5943-8E15-2BC992139A42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0" creationId="{1193B72D-67B1-BD42-A833-0F7806819FF0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1" creationId="{EC17E04B-83F1-6245-851A-B9EC976D7B17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2" creationId="{05C660DA-40AA-B64D-8E6D-9E01D3C1BB5E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3" creationId="{D9E27137-1993-354D-B435-864867AFD7E8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4" creationId="{19668887-2599-EE4F-BB82-087C801DB762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5" creationId="{A5A1B04D-4A2A-584A-9186-D96E23AE79E6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6" creationId="{8DF1F1B6-FFA5-F645-875F-ABA34559228A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7" creationId="{F652D37F-CD77-6C41-B567-0779B8521D91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68" creationId="{81F3FED0-3DD5-AA49-A351-9084F9130766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0" creationId="{F13EBD35-9A4B-FB40-AE00-6FF330D69D3C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1" creationId="{F72DEAE7-FB48-9A4B-BE92-C4E8FEFCA7BF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2" creationId="{AEB16347-7BEB-AE40-8AE0-F3EBD5CAB2E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3" creationId="{CB2DBF1B-4C3A-5B48-9F3F-88066097BA09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4" creationId="{45C49D55-6F55-DF40-B2A3-433C19EFCF9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5" creationId="{2B3B7A35-C7F0-D646-A783-DCB279000334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6" creationId="{E8E60868-DF26-F94B-9608-78375A619D6F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7" creationId="{7D7121EC-D1B5-044B-A06B-A5A4642FD3DF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8" creationId="{04D91E44-8F3A-7146-9AC5-06CF3B1273F9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79" creationId="{AFA08FFE-EFEB-3541-8A3B-EC486B2B22B3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80" creationId="{B59ADE2B-0A59-A94A-8D7C-39047F1B6005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81" creationId="{91765CC1-E7CD-8746-B0DD-06D3A3E1B572}"/>
          </ac:spMkLst>
        </pc:spChg>
        <pc:spChg chg="del mod">
          <ac:chgData name="pozza magdy" userId="ac1ce3788096011b" providerId="LiveId" clId="{9F356F9C-3060-8647-9775-C493A6C66C81}" dt="2019-12-22T11:15:11.058" v="792" actId="478"/>
          <ac:spMkLst>
            <pc:docMk/>
            <pc:sldMk cId="1258687744" sldId="774"/>
            <ac:spMk id="82" creationId="{1D86776E-C408-714B-B32F-F45029E10A63}"/>
          </ac:spMkLst>
        </pc:spChg>
        <pc:spChg chg="del">
          <ac:chgData name="pozza magdy" userId="ac1ce3788096011b" providerId="LiveId" clId="{9F356F9C-3060-8647-9775-C493A6C66C81}" dt="2019-12-22T11:15:11.058" v="792" actId="478"/>
          <ac:spMkLst>
            <pc:docMk/>
            <pc:sldMk cId="1258687744" sldId="774"/>
            <ac:spMk id="83" creationId="{7D9A162A-1952-DF46-B2F3-8D3C6CC47233}"/>
          </ac:spMkLst>
        </pc:spChg>
        <pc:spChg chg="mod">
          <ac:chgData name="pozza magdy" userId="ac1ce3788096011b" providerId="LiveId" clId="{9F356F9C-3060-8647-9775-C493A6C66C81}" dt="2019-12-22T11:18:09.396" v="836" actId="207"/>
          <ac:spMkLst>
            <pc:docMk/>
            <pc:sldMk cId="1258687744" sldId="774"/>
            <ac:spMk id="84" creationId="{0F40EE9F-C119-9C4B-A89E-7D29EBD5308D}"/>
          </ac:spMkLst>
        </pc:spChg>
        <pc:spChg chg="mod topLvl">
          <ac:chgData name="pozza magdy" userId="ac1ce3788096011b" providerId="LiveId" clId="{9F356F9C-3060-8647-9775-C493A6C66C81}" dt="2019-12-22T11:20:04.486" v="871" actId="1076"/>
          <ac:spMkLst>
            <pc:docMk/>
            <pc:sldMk cId="1258687744" sldId="774"/>
            <ac:spMk id="90" creationId="{1D3C9936-C739-F940-A5A4-796F59FAFEBD}"/>
          </ac:spMkLst>
        </pc:spChg>
        <pc:spChg chg="mod topLvl">
          <ac:chgData name="pozza magdy" userId="ac1ce3788096011b" providerId="LiveId" clId="{9F356F9C-3060-8647-9775-C493A6C66C81}" dt="2019-12-22T11:20:07.573" v="872" actId="688"/>
          <ac:spMkLst>
            <pc:docMk/>
            <pc:sldMk cId="1258687744" sldId="774"/>
            <ac:spMk id="91" creationId="{E1A157FF-88AB-1D42-B541-C7679EE77918}"/>
          </ac:spMkLst>
        </pc:spChg>
        <pc:spChg chg="mod topLvl">
          <ac:chgData name="pozza magdy" userId="ac1ce3788096011b" providerId="LiveId" clId="{9F356F9C-3060-8647-9775-C493A6C66C81}" dt="2019-12-22T11:18:17.087" v="838" actId="165"/>
          <ac:spMkLst>
            <pc:docMk/>
            <pc:sldMk cId="1258687744" sldId="774"/>
            <ac:spMk id="92" creationId="{CE2D5DD6-B495-2142-984F-5B35E8D9C1B6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94" creationId="{7459A3CB-A01B-394A-A818-185A9FA33D07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95" creationId="{49A2143E-2538-3C47-95F3-E3786E902BDE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96" creationId="{2E0069BD-1E72-B941-BE7D-5240AF304C9D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97" creationId="{B6E39CB3-D304-FC4C-93EA-B5149591F51C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98" creationId="{959C9CAA-A80F-0F43-846B-FC426A9A35C9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99" creationId="{C380ED39-9155-A245-A3E2-C23F88DB40EE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0" creationId="{457651CF-C61E-3048-9768-0FADED20B00C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1" creationId="{AC2F2550-87F8-4044-AB5C-ABA72F8EF02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2" creationId="{3EA1E7F3-EFC4-384A-B633-67FD0038F4E1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3" creationId="{19168FF8-CA34-4F4A-ACE7-F19E67F37EA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4" creationId="{6D9EA993-51F5-A24D-8C0A-B027B2349CE4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5" creationId="{917F9001-4484-2C4F-AF9E-AF137B2602F5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6" creationId="{DC733D5B-07BF-9345-B6D7-0BF8FCF10E50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7" creationId="{E98BCEBB-2383-C345-B4A0-436F8984B193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8" creationId="{87B11FAD-06FA-7B47-B481-28E33E198927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09" creationId="{FA62B028-B5F8-C741-A9B4-C705F9BAA201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0" creationId="{4097B020-8C07-7142-B64B-3572A0CDED8C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1" creationId="{86DBB21D-C200-474A-A1A0-48DAE238117A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2" creationId="{CA201FC8-78AE-BD4D-A44E-93FAA5915DFA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3" creationId="{2E4A6D04-14E0-2541-94DD-C55037B3AC44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4" creationId="{0BAFBFED-483A-CB4E-9D03-0BD0BDFD1B78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5" creationId="{31D36F21-4215-8E45-96A1-D1CBC06573CA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6" creationId="{D0E1CD1D-A52D-D34E-84B9-202A93DF1A28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7" creationId="{FCB3B87A-429C-7244-A559-681C1C1ABF97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18" creationId="{213CD986-B7DC-D845-AE05-BD269BE7898D}"/>
          </ac:spMkLst>
        </pc:spChg>
        <pc:spChg chg="mod topLvl">
          <ac:chgData name="pozza magdy" userId="ac1ce3788096011b" providerId="LiveId" clId="{9F356F9C-3060-8647-9775-C493A6C66C81}" dt="2019-12-22T11:18:17.087" v="838" actId="165"/>
          <ac:spMkLst>
            <pc:docMk/>
            <pc:sldMk cId="1258687744" sldId="774"/>
            <ac:spMk id="120" creationId="{64854188-97AA-7B49-9D9A-6E8FAA844055}"/>
          </ac:spMkLst>
        </pc:spChg>
        <pc:spChg chg="mod topLvl">
          <ac:chgData name="pozza magdy" userId="ac1ce3788096011b" providerId="LiveId" clId="{9F356F9C-3060-8647-9775-C493A6C66C81}" dt="2019-12-22T11:20:00.879" v="869" actId="688"/>
          <ac:spMkLst>
            <pc:docMk/>
            <pc:sldMk cId="1258687744" sldId="774"/>
            <ac:spMk id="121" creationId="{091709AB-39ED-F04B-8756-235D6D6B45C5}"/>
          </ac:spMkLst>
        </pc:spChg>
        <pc:spChg chg="mod topLvl">
          <ac:chgData name="pozza magdy" userId="ac1ce3788096011b" providerId="LiveId" clId="{9F356F9C-3060-8647-9775-C493A6C66C81}" dt="2019-12-22T11:18:17.087" v="838" actId="165"/>
          <ac:spMkLst>
            <pc:docMk/>
            <pc:sldMk cId="1258687744" sldId="774"/>
            <ac:spMk id="122" creationId="{DAD1AD25-E268-C446-BBBA-B45FEFF638F2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24" creationId="{04BEAA02-8915-0B4E-8526-82FF3962E5DD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25" creationId="{B28F74D4-EF41-2D42-B689-4D71EB7AD12C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26" creationId="{094E8B5D-E46A-8140-9AAF-357B1333F196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27" creationId="{0C9F5481-C003-7B44-94B8-ADF00F61B3F4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28" creationId="{A9831D27-348A-3644-AA28-A62800BB34A9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29" creationId="{C30153A7-0CBA-9F49-9C7E-6B64E301EE3E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30" creationId="{DD3344C7-3A28-A742-A816-BEA7CAABA31B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31" creationId="{6180537F-8C2D-274F-A6AA-C2989AE2404D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32" creationId="{C3E339D6-ECB9-4041-B068-4EEB836724C0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33" creationId="{0CF62A00-4080-3248-8F57-29D261BB623A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34" creationId="{5852F750-3578-C542-A3A9-F58020A900A6}"/>
          </ac:spMkLst>
        </pc:spChg>
        <pc:spChg chg="mod">
          <ac:chgData name="pozza magdy" userId="ac1ce3788096011b" providerId="LiveId" clId="{9F356F9C-3060-8647-9775-C493A6C66C81}" dt="2019-12-22T11:16:02.064" v="810" actId="404"/>
          <ac:spMkLst>
            <pc:docMk/>
            <pc:sldMk cId="1258687744" sldId="774"/>
            <ac:spMk id="135" creationId="{D28767A3-5CF2-0242-A0B7-6D7B7C2D1DE8}"/>
          </ac:spMkLst>
        </pc:spChg>
        <pc:spChg chg="add mod">
          <ac:chgData name="pozza magdy" userId="ac1ce3788096011b" providerId="LiveId" clId="{9F356F9C-3060-8647-9775-C493A6C66C81}" dt="2019-12-22T11:17:02.922" v="822" actId="1076"/>
          <ac:spMkLst>
            <pc:docMk/>
            <pc:sldMk cId="1258687744" sldId="774"/>
            <ac:spMk id="136" creationId="{F21C4C52-5A51-094D-AFEB-4A58AEA4A48F}"/>
          </ac:spMkLst>
        </pc:spChg>
        <pc:spChg chg="add mod">
          <ac:chgData name="pozza magdy" userId="ac1ce3788096011b" providerId="LiveId" clId="{9F356F9C-3060-8647-9775-C493A6C66C81}" dt="2019-12-22T11:18:43.953" v="844" actId="207"/>
          <ac:spMkLst>
            <pc:docMk/>
            <pc:sldMk cId="1258687744" sldId="774"/>
            <ac:spMk id="137" creationId="{DD9A4CFD-906C-234E-92ED-85C359561B97}"/>
          </ac:spMkLst>
        </pc:spChg>
        <pc:spChg chg="add mod">
          <ac:chgData name="pozza magdy" userId="ac1ce3788096011b" providerId="LiveId" clId="{9F356F9C-3060-8647-9775-C493A6C66C81}" dt="2019-12-22T11:17:52.264" v="832" actId="207"/>
          <ac:spMkLst>
            <pc:docMk/>
            <pc:sldMk cId="1258687744" sldId="774"/>
            <ac:spMk id="138" creationId="{3AFF2A20-DD07-284B-84E7-2CF0CD56EF93}"/>
          </ac:spMkLst>
        </pc:spChg>
        <pc:spChg chg="del">
          <ac:chgData name="pozza magdy" userId="ac1ce3788096011b" providerId="LiveId" clId="{9F356F9C-3060-8647-9775-C493A6C66C81}" dt="2019-12-22T11:17:36.685" v="826" actId="478"/>
          <ac:spMkLst>
            <pc:docMk/>
            <pc:sldMk cId="1258687744" sldId="774"/>
            <ac:spMk id="142" creationId="{83A6F1F8-FA8D-3346-B0FE-6131A9C91DCC}"/>
          </ac:spMkLst>
        </pc:spChg>
        <pc:grpChg chg="add del mod">
          <ac:chgData name="pozza magdy" userId="ac1ce3788096011b" providerId="LiveId" clId="{9F356F9C-3060-8647-9775-C493A6C66C81}" dt="2019-12-22T11:15:13.627" v="793" actId="478"/>
          <ac:grpSpMkLst>
            <pc:docMk/>
            <pc:sldMk cId="1258687744" sldId="774"/>
            <ac:grpSpMk id="2" creationId="{55015B14-085B-9B4A-883E-2FB4C65A84BA}"/>
          </ac:grpSpMkLst>
        </pc:grpChg>
        <pc:grpChg chg="add mod">
          <ac:chgData name="pozza magdy" userId="ac1ce3788096011b" providerId="LiveId" clId="{9F356F9C-3060-8647-9775-C493A6C66C81}" dt="2019-12-22T11:13:20.126" v="763" actId="164"/>
          <ac:grpSpMkLst>
            <pc:docMk/>
            <pc:sldMk cId="1258687744" sldId="774"/>
            <ac:grpSpMk id="4" creationId="{657ECA74-596B-B646-9444-A03307C92610}"/>
          </ac:grpSpMkLst>
        </pc:grpChg>
        <pc:grpChg chg="add del mod topLvl">
          <ac:chgData name="pozza magdy" userId="ac1ce3788096011b" providerId="LiveId" clId="{9F356F9C-3060-8647-9775-C493A6C66C81}" dt="2019-12-22T11:18:17.087" v="838" actId="165"/>
          <ac:grpSpMkLst>
            <pc:docMk/>
            <pc:sldMk cId="1258687744" sldId="774"/>
            <ac:grpSpMk id="7" creationId="{DA997886-50B8-F747-B1C1-CD56688BBF98}"/>
          </ac:grpSpMkLst>
        </pc:grpChg>
        <pc:grpChg chg="add mod">
          <ac:chgData name="pozza magdy" userId="ac1ce3788096011b" providerId="LiveId" clId="{9F356F9C-3060-8647-9775-C493A6C66C81}" dt="2019-12-22T11:13:27.439" v="766" actId="164"/>
          <ac:grpSpMkLst>
            <pc:docMk/>
            <pc:sldMk cId="1258687744" sldId="774"/>
            <ac:grpSpMk id="10" creationId="{DC96F99F-85CA-8C41-A5A4-A96053760DF9}"/>
          </ac:grpSpMkLst>
        </pc:grpChg>
        <pc:grpChg chg="add del mod topLvl">
          <ac:chgData name="pozza magdy" userId="ac1ce3788096011b" providerId="LiveId" clId="{9F356F9C-3060-8647-9775-C493A6C66C81}" dt="2019-12-22T11:18:17.087" v="838" actId="165"/>
          <ac:grpSpMkLst>
            <pc:docMk/>
            <pc:sldMk cId="1258687744" sldId="774"/>
            <ac:grpSpMk id="15" creationId="{A1BE18E3-A065-B847-BECF-C97DAAFBD958}"/>
          </ac:grpSpMkLst>
        </pc:grpChg>
        <pc:grpChg chg="add del mod">
          <ac:chgData name="pozza magdy" userId="ac1ce3788096011b" providerId="LiveId" clId="{9F356F9C-3060-8647-9775-C493A6C66C81}" dt="2019-12-22T11:18:12.580" v="837" actId="165"/>
          <ac:grpSpMkLst>
            <pc:docMk/>
            <pc:sldMk cId="1258687744" sldId="774"/>
            <ac:grpSpMk id="16" creationId="{3434F674-E5CE-4E42-932E-CB7CB934E167}"/>
          </ac:grpSpMkLst>
        </pc:grpChg>
        <pc:grpChg chg="mod">
          <ac:chgData name="pozza magdy" userId="ac1ce3788096011b" providerId="LiveId" clId="{9F356F9C-3060-8647-9775-C493A6C66C81}" dt="2019-12-22T11:13:14.375" v="761" actId="164"/>
          <ac:grpSpMkLst>
            <pc:docMk/>
            <pc:sldMk cId="1258687744" sldId="774"/>
            <ac:grpSpMk id="34" creationId="{60FF0E65-36F4-8B48-BD11-84CAE3E84FAF}"/>
          </ac:grpSpMkLst>
        </pc:grpChg>
        <pc:grpChg chg="del mod topLvl">
          <ac:chgData name="pozza magdy" userId="ac1ce3788096011b" providerId="LiveId" clId="{9F356F9C-3060-8647-9775-C493A6C66C81}" dt="2019-12-22T11:18:30.559" v="841" actId="478"/>
          <ac:grpSpMkLst>
            <pc:docMk/>
            <pc:sldMk cId="1258687744" sldId="774"/>
            <ac:grpSpMk id="43" creationId="{79BE9229-4E97-1E4E-9B13-7EEB348DB50C}"/>
          </ac:grpSpMkLst>
        </pc:grpChg>
        <pc:grpChg chg="del mod topLvl">
          <ac:chgData name="pozza magdy" userId="ac1ce3788096011b" providerId="LiveId" clId="{9F356F9C-3060-8647-9775-C493A6C66C81}" dt="2019-12-22T11:18:27.320" v="840" actId="478"/>
          <ac:grpSpMkLst>
            <pc:docMk/>
            <pc:sldMk cId="1258687744" sldId="774"/>
            <ac:grpSpMk id="69" creationId="{9909C2FE-4849-C744-BD80-BA83CE38D21D}"/>
          </ac:grpSpMkLst>
        </pc:grpChg>
        <pc:grpChg chg="add del mod topLvl">
          <ac:chgData name="pozza magdy" userId="ac1ce3788096011b" providerId="LiveId" clId="{9F356F9C-3060-8647-9775-C493A6C66C81}" dt="2019-12-22T11:18:17.087" v="838" actId="165"/>
          <ac:grpSpMkLst>
            <pc:docMk/>
            <pc:sldMk cId="1258687744" sldId="774"/>
            <ac:grpSpMk id="89" creationId="{893BE27A-2EFD-9540-9DAC-16083563FD2D}"/>
          </ac:grpSpMkLst>
        </pc:grpChg>
        <pc:grpChg chg="del mod topLvl">
          <ac:chgData name="pozza magdy" userId="ac1ce3788096011b" providerId="LiveId" clId="{9F356F9C-3060-8647-9775-C493A6C66C81}" dt="2019-12-22T11:18:22.719" v="839" actId="478"/>
          <ac:grpSpMkLst>
            <pc:docMk/>
            <pc:sldMk cId="1258687744" sldId="774"/>
            <ac:grpSpMk id="93" creationId="{9FA27FFD-EFBD-AB43-9FAE-1C56735A9647}"/>
          </ac:grpSpMkLst>
        </pc:grpChg>
        <pc:grpChg chg="add del mod topLvl">
          <ac:chgData name="pozza magdy" userId="ac1ce3788096011b" providerId="LiveId" clId="{9F356F9C-3060-8647-9775-C493A6C66C81}" dt="2019-12-22T11:18:17.087" v="838" actId="165"/>
          <ac:grpSpMkLst>
            <pc:docMk/>
            <pc:sldMk cId="1258687744" sldId="774"/>
            <ac:grpSpMk id="119" creationId="{FEC8C748-D89E-7F4E-A568-9256D3C2592B}"/>
          </ac:grpSpMkLst>
        </pc:grpChg>
        <pc:grpChg chg="del mod topLvl">
          <ac:chgData name="pozza magdy" userId="ac1ce3788096011b" providerId="LiveId" clId="{9F356F9C-3060-8647-9775-C493A6C66C81}" dt="2019-12-22T11:18:22.719" v="839" actId="478"/>
          <ac:grpSpMkLst>
            <pc:docMk/>
            <pc:sldMk cId="1258687744" sldId="774"/>
            <ac:grpSpMk id="123" creationId="{28188AE0-5331-A14F-A95A-963DC3CFB039}"/>
          </ac:grpSpMkLst>
        </pc:grpChg>
        <pc:grpChg chg="add mod">
          <ac:chgData name="pozza magdy" userId="ac1ce3788096011b" providerId="LiveId" clId="{9F356F9C-3060-8647-9775-C493A6C66C81}" dt="2019-12-22T11:17:39.339" v="827" actId="167"/>
          <ac:grpSpMkLst>
            <pc:docMk/>
            <pc:sldMk cId="1258687744" sldId="774"/>
            <ac:grpSpMk id="139" creationId="{0FF2A61E-84E5-C440-8B9A-AB1DCC888BE8}"/>
          </ac:grpSpMkLst>
        </pc:grpChg>
        <pc:grpChg chg="mod">
          <ac:chgData name="pozza magdy" userId="ac1ce3788096011b" providerId="LiveId" clId="{9F356F9C-3060-8647-9775-C493A6C66C81}" dt="2019-12-22T11:19:21.301" v="855" actId="12789"/>
          <ac:grpSpMkLst>
            <pc:docMk/>
            <pc:sldMk cId="1258687744" sldId="774"/>
            <ac:grpSpMk id="144" creationId="{894BA949-C94E-C243-970C-A72B0B7CFF9B}"/>
          </ac:grpSpMkLst>
        </pc:grpChg>
        <pc:grpChg chg="mod">
          <ac:chgData name="pozza magdy" userId="ac1ce3788096011b" providerId="LiveId" clId="{9F356F9C-3060-8647-9775-C493A6C66C81}" dt="2019-12-22T11:19:25.408" v="857" actId="12788"/>
          <ac:grpSpMkLst>
            <pc:docMk/>
            <pc:sldMk cId="1258687744" sldId="774"/>
            <ac:grpSpMk id="161" creationId="{FE876C76-AC13-034B-9AC1-A69ECD9F6A9D}"/>
          </ac:grpSpMkLst>
        </pc:grpChg>
        <pc:grpChg chg="mod">
          <ac:chgData name="pozza magdy" userId="ac1ce3788096011b" providerId="LiveId" clId="{9F356F9C-3060-8647-9775-C493A6C66C81}" dt="2019-12-22T11:19:29.356" v="859" actId="12788"/>
          <ac:grpSpMkLst>
            <pc:docMk/>
            <pc:sldMk cId="1258687744" sldId="774"/>
            <ac:grpSpMk id="174" creationId="{EFCEB962-DF0D-2F45-BF77-5DF17EF80922}"/>
          </ac:grpSpMkLst>
        </pc:grpChg>
        <pc:grpChg chg="mod">
          <ac:chgData name="pozza magdy" userId="ac1ce3788096011b" providerId="LiveId" clId="{9F356F9C-3060-8647-9775-C493A6C66C81}" dt="2019-12-22T11:19:37.873" v="863" actId="12789"/>
          <ac:grpSpMkLst>
            <pc:docMk/>
            <pc:sldMk cId="1258687744" sldId="774"/>
            <ac:grpSpMk id="187" creationId="{85BFCF01-0BBF-F24E-A719-41E709AAB160}"/>
          </ac:grpSpMkLst>
        </pc:grpChg>
        <pc:picChg chg="add del mod">
          <ac:chgData name="pozza magdy" userId="ac1ce3788096011b" providerId="LiveId" clId="{9F356F9C-3060-8647-9775-C493A6C66C81}" dt="2019-12-22T11:19:03.602" v="849" actId="27803"/>
          <ac:picMkLst>
            <pc:docMk/>
            <pc:sldMk cId="1258687744" sldId="774"/>
            <ac:picMk id="28" creationId="{894BA949-C94E-C243-970C-A72B0B7CFF9B}"/>
          </ac:picMkLst>
        </pc:picChg>
        <pc:picChg chg="add del mod">
          <ac:chgData name="pozza magdy" userId="ac1ce3788096011b" providerId="LiveId" clId="{9F356F9C-3060-8647-9775-C493A6C66C81}" dt="2019-12-22T11:19:03.602" v="849" actId="27803"/>
          <ac:picMkLst>
            <pc:docMk/>
            <pc:sldMk cId="1258687744" sldId="774"/>
            <ac:picMk id="30" creationId="{FE876C76-AC13-034B-9AC1-A69ECD9F6A9D}"/>
          </ac:picMkLst>
        </pc:picChg>
        <pc:picChg chg="add del mod">
          <ac:chgData name="pozza magdy" userId="ac1ce3788096011b" providerId="LiveId" clId="{9F356F9C-3060-8647-9775-C493A6C66C81}" dt="2019-12-22T11:19:03.602" v="849" actId="27803"/>
          <ac:picMkLst>
            <pc:docMk/>
            <pc:sldMk cId="1258687744" sldId="774"/>
            <ac:picMk id="32" creationId="{EFCEB962-DF0D-2F45-BF77-5DF17EF80922}"/>
          </ac:picMkLst>
        </pc:picChg>
        <pc:picChg chg="add del mod">
          <ac:chgData name="pozza magdy" userId="ac1ce3788096011b" providerId="LiveId" clId="{9F356F9C-3060-8647-9775-C493A6C66C81}" dt="2019-12-22T11:19:03.602" v="849" actId="27803"/>
          <ac:picMkLst>
            <pc:docMk/>
            <pc:sldMk cId="1258687744" sldId="774"/>
            <ac:picMk id="143" creationId="{85BFCF01-0BBF-F24E-A719-41E709AAB160}"/>
          </ac:picMkLst>
        </pc:picChg>
      </pc:sldChg>
      <pc:sldMasterChg chg="addSp delSp modSp modSldLayout">
        <pc:chgData name="pozza magdy" userId="ac1ce3788096011b" providerId="LiveId" clId="{9F356F9C-3060-8647-9775-C493A6C66C81}" dt="2019-12-18T12:29:39.288" v="695"/>
        <pc:sldMasterMkLst>
          <pc:docMk/>
          <pc:sldMasterMk cId="789964072" sldId="2147483648"/>
        </pc:sldMasterMkLst>
        <pc:spChg chg="add del mod">
          <ac:chgData name="pozza magdy" userId="ac1ce3788096011b" providerId="LiveId" clId="{9F356F9C-3060-8647-9775-C493A6C66C81}" dt="2019-12-18T12:27:26.309" v="675" actId="478"/>
          <ac:spMkLst>
            <pc:docMk/>
            <pc:sldMasterMk cId="789964072" sldId="2147483648"/>
            <ac:spMk id="7" creationId="{E61505AD-0BA5-FE44-8ADD-728A307FE77A}"/>
          </ac:spMkLst>
        </pc:spChg>
        <pc:spChg chg="add mod">
          <ac:chgData name="pozza magdy" userId="ac1ce3788096011b" providerId="LiveId" clId="{9F356F9C-3060-8647-9775-C493A6C66C81}" dt="2019-12-18T12:28:31.888" v="694" actId="1038"/>
          <ac:spMkLst>
            <pc:docMk/>
            <pc:sldMasterMk cId="789964072" sldId="2147483648"/>
            <ac:spMk id="8" creationId="{A797C532-120D-3146-954F-DBAB7C770FFD}"/>
          </ac:spMkLst>
        </pc:spChg>
        <pc:sldLayoutChg chg="addSp delSp modSp">
          <pc:chgData name="pozza magdy" userId="ac1ce3788096011b" providerId="LiveId" clId="{9F356F9C-3060-8647-9775-C493A6C66C81}" dt="2019-12-18T12:29:39.288" v="695"/>
          <pc:sldLayoutMkLst>
            <pc:docMk/>
            <pc:sldMasterMk cId="789964072" sldId="2147483648"/>
            <pc:sldLayoutMk cId="2434951968" sldId="2147483655"/>
          </pc:sldLayoutMkLst>
          <pc:spChg chg="add del mod">
            <ac:chgData name="pozza magdy" userId="ac1ce3788096011b" providerId="LiveId" clId="{9F356F9C-3060-8647-9775-C493A6C66C81}" dt="2019-12-18T12:27:11.584" v="671"/>
            <ac:spMkLst>
              <pc:docMk/>
              <pc:sldMasterMk cId="789964072" sldId="2147483648"/>
              <pc:sldLayoutMk cId="2434951968" sldId="2147483655"/>
              <ac:spMk id="5" creationId="{625DCA6E-D7A8-C94A-BD89-A911F1DB2EC2}"/>
            </ac:spMkLst>
          </pc:spChg>
          <pc:picChg chg="add">
            <ac:chgData name="pozza magdy" userId="ac1ce3788096011b" providerId="LiveId" clId="{9F356F9C-3060-8647-9775-C493A6C66C81}" dt="2019-12-18T12:29:39.288" v="695"/>
            <ac:picMkLst>
              <pc:docMk/>
              <pc:sldMasterMk cId="789964072" sldId="2147483648"/>
              <pc:sldLayoutMk cId="2434951968" sldId="2147483655"/>
              <ac:picMk id="6" creationId="{8283EA8D-EB53-934F-A1EA-844F122FB0CC}"/>
            </ac:picMkLst>
          </pc:picChg>
        </pc:sldLayoutChg>
      </pc:sldMasterChg>
    </pc:docChg>
  </pc:docChgLst>
  <pc:docChgLst>
    <pc:chgData name="pozza magdy" userId="ac1ce3788096011b" providerId="LiveId" clId="{2126BC88-333D-C340-B8E1-49B21CAFA2A6}"/>
    <pc:docChg chg="undo redo custSel addSld delSld modSld modSection">
      <pc:chgData name="pozza magdy" userId="ac1ce3788096011b" providerId="LiveId" clId="{2126BC88-333D-C340-B8E1-49B21CAFA2A6}" dt="2020-02-20T08:47:14.133" v="487" actId="2696"/>
      <pc:docMkLst>
        <pc:docMk/>
      </pc:docMkLst>
      <pc:sldChg chg="addSp delSp modSp">
        <pc:chgData name="pozza magdy" userId="ac1ce3788096011b" providerId="LiveId" clId="{2126BC88-333D-C340-B8E1-49B21CAFA2A6}" dt="2020-02-19T12:20:58.203" v="426" actId="478"/>
        <pc:sldMkLst>
          <pc:docMk/>
          <pc:sldMk cId="4104107211" sldId="777"/>
        </pc:sldMkLst>
        <pc:grpChg chg="add del mod">
          <ac:chgData name="pozza magdy" userId="ac1ce3788096011b" providerId="LiveId" clId="{2126BC88-333D-C340-B8E1-49B21CAFA2A6}" dt="2020-02-19T12:20:58.203" v="426" actId="478"/>
          <ac:grpSpMkLst>
            <pc:docMk/>
            <pc:sldMk cId="4104107211" sldId="777"/>
            <ac:grpSpMk id="24" creationId="{9D278249-5710-274B-86A5-F194A75D8A7E}"/>
          </ac:grpSpMkLst>
        </pc:grpChg>
        <pc:grpChg chg="mod">
          <ac:chgData name="pozza magdy" userId="ac1ce3788096011b" providerId="LiveId" clId="{2126BC88-333D-C340-B8E1-49B21CAFA2A6}" dt="2020-02-19T12:20:27.833" v="424" actId="571"/>
          <ac:grpSpMkLst>
            <pc:docMk/>
            <pc:sldMk cId="4104107211" sldId="777"/>
            <ac:grpSpMk id="26" creationId="{D11CE682-51C3-D14B-801E-E3ACF34B7CFC}"/>
          </ac:grpSpMkLst>
        </pc:grpChg>
      </pc:sldChg>
      <pc:sldChg chg="addSp delSp modSp">
        <pc:chgData name="pozza magdy" userId="ac1ce3788096011b" providerId="LiveId" clId="{2126BC88-333D-C340-B8E1-49B21CAFA2A6}" dt="2020-02-18T12:29:02.271" v="423" actId="12789"/>
        <pc:sldMkLst>
          <pc:docMk/>
          <pc:sldMk cId="3864432016" sldId="780"/>
        </pc:sldMkLst>
        <pc:spChg chg="add del mod">
          <ac:chgData name="pozza magdy" userId="ac1ce3788096011b" providerId="LiveId" clId="{2126BC88-333D-C340-B8E1-49B21CAFA2A6}" dt="2020-02-18T12:29:02.271" v="423" actId="12789"/>
          <ac:spMkLst>
            <pc:docMk/>
            <pc:sldMk cId="3864432016" sldId="780"/>
            <ac:spMk id="26" creationId="{0E64E14F-0CF9-5540-AD6F-0F2CEFBC67F2}"/>
          </ac:spMkLst>
        </pc:spChg>
        <pc:grpChg chg="del">
          <ac:chgData name="pozza magdy" userId="ac1ce3788096011b" providerId="LiveId" clId="{2126BC88-333D-C340-B8E1-49B21CAFA2A6}" dt="2020-02-18T12:28:41.202" v="417" actId="478"/>
          <ac:grpSpMkLst>
            <pc:docMk/>
            <pc:sldMk cId="3864432016" sldId="780"/>
            <ac:grpSpMk id="27" creationId="{A9BB03FC-F664-B44E-9274-5D684C85AE74}"/>
          </ac:grpSpMkLst>
        </pc:grpChg>
        <pc:grpChg chg="add mod">
          <ac:chgData name="pozza magdy" userId="ac1ce3788096011b" providerId="LiveId" clId="{2126BC88-333D-C340-B8E1-49B21CAFA2A6}" dt="2020-02-18T12:29:02.271" v="423" actId="12789"/>
          <ac:grpSpMkLst>
            <pc:docMk/>
            <pc:sldMk cId="3864432016" sldId="780"/>
            <ac:grpSpMk id="151" creationId="{E38A5EC1-B258-2844-8847-DA833FF9078D}"/>
          </ac:grpSpMkLst>
        </pc:grpChg>
      </pc:sldChg>
      <pc:sldChg chg="modSp">
        <pc:chgData name="pozza magdy" userId="ac1ce3788096011b" providerId="LiveId" clId="{2126BC88-333D-C340-B8E1-49B21CAFA2A6}" dt="2020-02-18T12:03:35.299" v="1" actId="207"/>
        <pc:sldMkLst>
          <pc:docMk/>
          <pc:sldMk cId="3734713173" sldId="785"/>
        </pc:sldMkLst>
        <pc:spChg chg="mod">
          <ac:chgData name="pozza magdy" userId="ac1ce3788096011b" providerId="LiveId" clId="{2126BC88-333D-C340-B8E1-49B21CAFA2A6}" dt="2020-02-18T12:03:35.299" v="1" actId="207"/>
          <ac:spMkLst>
            <pc:docMk/>
            <pc:sldMk cId="3734713173" sldId="785"/>
            <ac:spMk id="17" creationId="{4B282747-BE68-D842-B1FD-B8C7D516900B}"/>
          </ac:spMkLst>
        </pc:spChg>
        <pc:spChg chg="mod">
          <ac:chgData name="pozza magdy" userId="ac1ce3788096011b" providerId="LiveId" clId="{2126BC88-333D-C340-B8E1-49B21CAFA2A6}" dt="2020-02-18T12:03:29.172" v="0" actId="207"/>
          <ac:spMkLst>
            <pc:docMk/>
            <pc:sldMk cId="3734713173" sldId="785"/>
            <ac:spMk id="18" creationId="{3E855974-4B66-1A4F-B3D8-41988D70FEC6}"/>
          </ac:spMkLst>
        </pc:spChg>
      </pc:sldChg>
      <pc:sldChg chg="addSp delSp modSp">
        <pc:chgData name="pozza magdy" userId="ac1ce3788096011b" providerId="LiveId" clId="{2126BC88-333D-C340-B8E1-49B21CAFA2A6}" dt="2020-02-18T12:03:59.098" v="6" actId="12789"/>
        <pc:sldMkLst>
          <pc:docMk/>
          <pc:sldMk cId="1920658727" sldId="786"/>
        </pc:sldMkLst>
        <pc:spChg chg="mod">
          <ac:chgData name="pozza magdy" userId="ac1ce3788096011b" providerId="LiveId" clId="{2126BC88-333D-C340-B8E1-49B21CAFA2A6}" dt="2020-02-18T12:03:59.098" v="6" actId="12789"/>
          <ac:spMkLst>
            <pc:docMk/>
            <pc:sldMk cId="1920658727" sldId="786"/>
            <ac:spMk id="14" creationId="{18F7F1F5-AD93-FD4A-BDA9-AE8CE5F75E22}"/>
          </ac:spMkLst>
        </pc:spChg>
        <pc:grpChg chg="del">
          <ac:chgData name="pozza magdy" userId="ac1ce3788096011b" providerId="LiveId" clId="{2126BC88-333D-C340-B8E1-49B21CAFA2A6}" dt="2020-02-18T12:03:51.689" v="2" actId="478"/>
          <ac:grpSpMkLst>
            <pc:docMk/>
            <pc:sldMk cId="1920658727" sldId="786"/>
            <ac:grpSpMk id="15" creationId="{E65FAA3D-A69F-874E-9C16-76888B78EBDE}"/>
          </ac:grpSpMkLst>
        </pc:grpChg>
        <pc:grpChg chg="add mod">
          <ac:chgData name="pozza magdy" userId="ac1ce3788096011b" providerId="LiveId" clId="{2126BC88-333D-C340-B8E1-49B21CAFA2A6}" dt="2020-02-18T12:03:59.098" v="6" actId="12789"/>
          <ac:grpSpMkLst>
            <pc:docMk/>
            <pc:sldMk cId="1920658727" sldId="786"/>
            <ac:grpSpMk id="88" creationId="{3F4A8468-1818-5246-B14D-FFD45AF54A9C}"/>
          </ac:grpSpMkLst>
        </pc:grpChg>
      </pc:sldChg>
      <pc:sldChg chg="addSp delSp modSp">
        <pc:chgData name="pozza magdy" userId="ac1ce3788096011b" providerId="LiveId" clId="{2126BC88-333D-C340-B8E1-49B21CAFA2A6}" dt="2020-02-18T12:04:11.429" v="19" actId="12788"/>
        <pc:sldMkLst>
          <pc:docMk/>
          <pc:sldMk cId="2320780783" sldId="787"/>
        </pc:sldMkLst>
        <pc:spChg chg="mod">
          <ac:chgData name="pozza magdy" userId="ac1ce3788096011b" providerId="LiveId" clId="{2126BC88-333D-C340-B8E1-49B21CAFA2A6}" dt="2020-02-18T12:04:11.429" v="19" actId="12788"/>
          <ac:spMkLst>
            <pc:docMk/>
            <pc:sldMk cId="2320780783" sldId="787"/>
            <ac:spMk id="11" creationId="{EB9F9C04-A6A9-B348-862F-0B7A4165673A}"/>
          </ac:spMkLst>
        </pc:spChg>
        <pc:grpChg chg="del">
          <ac:chgData name="pozza magdy" userId="ac1ce3788096011b" providerId="LiveId" clId="{2126BC88-333D-C340-B8E1-49B21CAFA2A6}" dt="2020-02-18T12:04:05.462" v="7" actId="478"/>
          <ac:grpSpMkLst>
            <pc:docMk/>
            <pc:sldMk cId="2320780783" sldId="787"/>
            <ac:grpSpMk id="17" creationId="{BFE2379A-656D-C449-A8BE-16AE8203F5D9}"/>
          </ac:grpSpMkLst>
        </pc:grpChg>
        <pc:grpChg chg="add mod">
          <ac:chgData name="pozza magdy" userId="ac1ce3788096011b" providerId="LiveId" clId="{2126BC88-333D-C340-B8E1-49B21CAFA2A6}" dt="2020-02-18T12:04:11.429" v="19" actId="12788"/>
          <ac:grpSpMkLst>
            <pc:docMk/>
            <pc:sldMk cId="2320780783" sldId="787"/>
            <ac:grpSpMk id="125" creationId="{C39F6FC5-F858-2046-8D8E-B38EA9EE0580}"/>
          </ac:grpSpMkLst>
        </pc:grpChg>
      </pc:sldChg>
      <pc:sldChg chg="addSp delSp modSp">
        <pc:chgData name="pozza magdy" userId="ac1ce3788096011b" providerId="LiveId" clId="{2126BC88-333D-C340-B8E1-49B21CAFA2A6}" dt="2020-02-18T12:06:36.487" v="69" actId="12788"/>
        <pc:sldMkLst>
          <pc:docMk/>
          <pc:sldMk cId="2829027647" sldId="788"/>
        </pc:sldMkLst>
        <pc:spChg chg="mod">
          <ac:chgData name="pozza magdy" userId="ac1ce3788096011b" providerId="LiveId" clId="{2126BC88-333D-C340-B8E1-49B21CAFA2A6}" dt="2020-02-18T12:06:36.487" v="69" actId="12788"/>
          <ac:spMkLst>
            <pc:docMk/>
            <pc:sldMk cId="2829027647" sldId="788"/>
            <ac:spMk id="20" creationId="{9649D29B-DED5-2345-A764-F521E6DE1F95}"/>
          </ac:spMkLst>
        </pc:spChg>
        <pc:grpChg chg="del">
          <ac:chgData name="pozza magdy" userId="ac1ce3788096011b" providerId="LiveId" clId="{2126BC88-333D-C340-B8E1-49B21CAFA2A6}" dt="2020-02-18T12:06:30.945" v="65" actId="478"/>
          <ac:grpSpMkLst>
            <pc:docMk/>
            <pc:sldMk cId="2829027647" sldId="788"/>
            <ac:grpSpMk id="21" creationId="{D0AE95EB-5B0F-784D-B04D-93A6D1621794}"/>
          </ac:grpSpMkLst>
        </pc:grpChg>
        <pc:grpChg chg="add mod">
          <ac:chgData name="pozza magdy" userId="ac1ce3788096011b" providerId="LiveId" clId="{2126BC88-333D-C340-B8E1-49B21CAFA2A6}" dt="2020-02-18T12:06:36.487" v="69" actId="12788"/>
          <ac:grpSpMkLst>
            <pc:docMk/>
            <pc:sldMk cId="2829027647" sldId="788"/>
            <ac:grpSpMk id="110" creationId="{8A868AD6-A0B1-A94C-BAFF-78E946BA8027}"/>
          </ac:grpSpMkLst>
        </pc:grpChg>
      </pc:sldChg>
      <pc:sldChg chg="addSp delSp modSp">
        <pc:chgData name="pozza magdy" userId="ac1ce3788096011b" providerId="LiveId" clId="{2126BC88-333D-C340-B8E1-49B21CAFA2A6}" dt="2020-02-18T12:06:50.504" v="78" actId="12789"/>
        <pc:sldMkLst>
          <pc:docMk/>
          <pc:sldMk cId="1338617595" sldId="789"/>
        </pc:sldMkLst>
        <pc:spChg chg="mod">
          <ac:chgData name="pozza magdy" userId="ac1ce3788096011b" providerId="LiveId" clId="{2126BC88-333D-C340-B8E1-49B21CAFA2A6}" dt="2020-02-18T12:06:50.504" v="78" actId="12789"/>
          <ac:spMkLst>
            <pc:docMk/>
            <pc:sldMk cId="1338617595" sldId="789"/>
            <ac:spMk id="58" creationId="{8B169788-F993-B345-BC99-101822FEED6C}"/>
          </ac:spMkLst>
        </pc:spChg>
        <pc:grpChg chg="del">
          <ac:chgData name="pozza magdy" userId="ac1ce3788096011b" providerId="LiveId" clId="{2126BC88-333D-C340-B8E1-49B21CAFA2A6}" dt="2020-02-18T12:06:41.220" v="70" actId="478"/>
          <ac:grpSpMkLst>
            <pc:docMk/>
            <pc:sldMk cId="1338617595" sldId="789"/>
            <ac:grpSpMk id="59" creationId="{A0DC9091-4033-0948-8544-0CF1931091D3}"/>
          </ac:grpSpMkLst>
        </pc:grpChg>
        <pc:grpChg chg="add mod">
          <ac:chgData name="pozza magdy" userId="ac1ce3788096011b" providerId="LiveId" clId="{2126BC88-333D-C340-B8E1-49B21CAFA2A6}" dt="2020-02-18T12:06:50.504" v="78" actId="12789"/>
          <ac:grpSpMkLst>
            <pc:docMk/>
            <pc:sldMk cId="1338617595" sldId="789"/>
            <ac:grpSpMk id="166" creationId="{4F395FE4-217B-E04B-B587-225986361F00}"/>
          </ac:grpSpMkLst>
        </pc:grpChg>
      </pc:sldChg>
      <pc:sldChg chg="addSp delSp modSp">
        <pc:chgData name="pozza magdy" userId="ac1ce3788096011b" providerId="LiveId" clId="{2126BC88-333D-C340-B8E1-49B21CAFA2A6}" dt="2020-02-18T12:07:02.925" v="81" actId="1076"/>
        <pc:sldMkLst>
          <pc:docMk/>
          <pc:sldMk cId="3620863481" sldId="791"/>
        </pc:sldMkLst>
        <pc:grpChg chg="del">
          <ac:chgData name="pozza magdy" userId="ac1ce3788096011b" providerId="LiveId" clId="{2126BC88-333D-C340-B8E1-49B21CAFA2A6}" dt="2020-02-18T12:06:58.234" v="79" actId="478"/>
          <ac:grpSpMkLst>
            <pc:docMk/>
            <pc:sldMk cId="3620863481" sldId="791"/>
            <ac:grpSpMk id="118" creationId="{8E185087-AC1C-224C-A96E-11FAD243AB39}"/>
          </ac:grpSpMkLst>
        </pc:grpChg>
        <pc:grpChg chg="add mod">
          <ac:chgData name="pozza magdy" userId="ac1ce3788096011b" providerId="LiveId" clId="{2126BC88-333D-C340-B8E1-49B21CAFA2A6}" dt="2020-02-18T12:07:02.925" v="81" actId="1076"/>
          <ac:grpSpMkLst>
            <pc:docMk/>
            <pc:sldMk cId="3620863481" sldId="791"/>
            <ac:grpSpMk id="121" creationId="{08219B47-5093-C843-A6DB-85244C3D3E57}"/>
          </ac:grpSpMkLst>
        </pc:grpChg>
      </pc:sldChg>
      <pc:sldChg chg="addSp delSp modSp">
        <pc:chgData name="pozza magdy" userId="ac1ce3788096011b" providerId="LiveId" clId="{2126BC88-333D-C340-B8E1-49B21CAFA2A6}" dt="2020-02-18T12:04:30.820" v="25" actId="207"/>
        <pc:sldMkLst>
          <pc:docMk/>
          <pc:sldMk cId="2186121570" sldId="792"/>
        </pc:sldMkLst>
        <pc:spChg chg="mod">
          <ac:chgData name="pozza magdy" userId="ac1ce3788096011b" providerId="LiveId" clId="{2126BC88-333D-C340-B8E1-49B21CAFA2A6}" dt="2020-02-18T12:04:21.891" v="24" actId="12788"/>
          <ac:spMkLst>
            <pc:docMk/>
            <pc:sldMk cId="2186121570" sldId="792"/>
            <ac:spMk id="36" creationId="{F4078D02-DF77-3948-914D-D7D635E9A463}"/>
          </ac:spMkLst>
        </pc:spChg>
        <pc:spChg chg="mod">
          <ac:chgData name="pozza magdy" userId="ac1ce3788096011b" providerId="LiveId" clId="{2126BC88-333D-C340-B8E1-49B21CAFA2A6}" dt="2020-02-18T12:04:30.820" v="25" actId="207"/>
          <ac:spMkLst>
            <pc:docMk/>
            <pc:sldMk cId="2186121570" sldId="792"/>
            <ac:spMk id="117" creationId="{45304C39-CFD0-9C44-B0ED-C180C9BE94B4}"/>
          </ac:spMkLst>
        </pc:spChg>
        <pc:spChg chg="mod">
          <ac:chgData name="pozza magdy" userId="ac1ce3788096011b" providerId="LiveId" clId="{2126BC88-333D-C340-B8E1-49B21CAFA2A6}" dt="2020-02-18T12:04:30.820" v="25" actId="207"/>
          <ac:spMkLst>
            <pc:docMk/>
            <pc:sldMk cId="2186121570" sldId="792"/>
            <ac:spMk id="118" creationId="{98FB75CE-8EB2-9D40-BE0C-926A64F6341E}"/>
          </ac:spMkLst>
        </pc:spChg>
        <pc:spChg chg="mod">
          <ac:chgData name="pozza magdy" userId="ac1ce3788096011b" providerId="LiveId" clId="{2126BC88-333D-C340-B8E1-49B21CAFA2A6}" dt="2020-02-18T12:04:30.820" v="25" actId="207"/>
          <ac:spMkLst>
            <pc:docMk/>
            <pc:sldMk cId="2186121570" sldId="792"/>
            <ac:spMk id="119" creationId="{923F6AEE-212F-A640-ABD9-53F55CE6EA57}"/>
          </ac:spMkLst>
        </pc:spChg>
        <pc:spChg chg="mod">
          <ac:chgData name="pozza magdy" userId="ac1ce3788096011b" providerId="LiveId" clId="{2126BC88-333D-C340-B8E1-49B21CAFA2A6}" dt="2020-02-18T12:04:30.820" v="25" actId="207"/>
          <ac:spMkLst>
            <pc:docMk/>
            <pc:sldMk cId="2186121570" sldId="792"/>
            <ac:spMk id="120" creationId="{0B6B81EB-0BB2-9F41-8ACB-86851B1450E7}"/>
          </ac:spMkLst>
        </pc:spChg>
        <pc:grpChg chg="del">
          <ac:chgData name="pozza magdy" userId="ac1ce3788096011b" providerId="LiveId" clId="{2126BC88-333D-C340-B8E1-49B21CAFA2A6}" dt="2020-02-18T12:04:16.803" v="20" actId="478"/>
          <ac:grpSpMkLst>
            <pc:docMk/>
            <pc:sldMk cId="2186121570" sldId="792"/>
            <ac:grpSpMk id="37" creationId="{C689277F-BEFC-F74F-A696-7D8A97F075EF}"/>
          </ac:grpSpMkLst>
        </pc:grpChg>
        <pc:grpChg chg="add mod">
          <ac:chgData name="pozza magdy" userId="ac1ce3788096011b" providerId="LiveId" clId="{2126BC88-333D-C340-B8E1-49B21CAFA2A6}" dt="2020-02-18T12:04:21.891" v="24" actId="12788"/>
          <ac:grpSpMkLst>
            <pc:docMk/>
            <pc:sldMk cId="2186121570" sldId="792"/>
            <ac:grpSpMk id="121" creationId="{E79223D7-DE15-494D-812F-1CEEDF4BCB1D}"/>
          </ac:grpSpMkLst>
        </pc:grpChg>
      </pc:sldChg>
      <pc:sldChg chg="addSp delSp modSp">
        <pc:chgData name="pozza magdy" userId="ac1ce3788096011b" providerId="LiveId" clId="{2126BC88-333D-C340-B8E1-49B21CAFA2A6}" dt="2020-02-18T12:07:41.693" v="103" actId="12789"/>
        <pc:sldMkLst>
          <pc:docMk/>
          <pc:sldMk cId="3239794881" sldId="794"/>
        </pc:sldMkLst>
        <pc:spChg chg="mod">
          <ac:chgData name="pozza magdy" userId="ac1ce3788096011b" providerId="LiveId" clId="{2126BC88-333D-C340-B8E1-49B21CAFA2A6}" dt="2020-02-18T12:07:20.707" v="87" actId="1076"/>
          <ac:spMkLst>
            <pc:docMk/>
            <pc:sldMk cId="3239794881" sldId="794"/>
            <ac:spMk id="47" creationId="{155EFD34-6CD2-404F-A793-0E2CF0D3C323}"/>
          </ac:spMkLst>
        </pc:spChg>
        <pc:spChg chg="add del mod">
          <ac:chgData name="pozza magdy" userId="ac1ce3788096011b" providerId="LiveId" clId="{2126BC88-333D-C340-B8E1-49B21CAFA2A6}" dt="2020-02-18T12:07:41.693" v="103" actId="12789"/>
          <ac:spMkLst>
            <pc:docMk/>
            <pc:sldMk cId="3239794881" sldId="794"/>
            <ac:spMk id="71" creationId="{D1153651-A6F7-7544-B492-932B815B96A6}"/>
          </ac:spMkLst>
        </pc:spChg>
        <pc:spChg chg="mod">
          <ac:chgData name="pozza magdy" userId="ac1ce3788096011b" providerId="LiveId" clId="{2126BC88-333D-C340-B8E1-49B21CAFA2A6}" dt="2020-02-18T12:07:32.067" v="100" actId="1036"/>
          <ac:spMkLst>
            <pc:docMk/>
            <pc:sldMk cId="3239794881" sldId="794"/>
            <ac:spMk id="158" creationId="{7EE23EAD-7688-4C40-96C9-C1476258615C}"/>
          </ac:spMkLst>
        </pc:spChg>
        <pc:grpChg chg="del">
          <ac:chgData name="pozza magdy" userId="ac1ce3788096011b" providerId="LiveId" clId="{2126BC88-333D-C340-B8E1-49B21CAFA2A6}" dt="2020-02-18T12:07:17.321" v="84" actId="478"/>
          <ac:grpSpMkLst>
            <pc:docMk/>
            <pc:sldMk cId="3239794881" sldId="794"/>
            <ac:grpSpMk id="72" creationId="{5D03D338-539B-3940-AE2A-48E5573CEB25}"/>
          </ac:grpSpMkLst>
        </pc:grpChg>
        <pc:grpChg chg="add mod">
          <ac:chgData name="pozza magdy" userId="ac1ce3788096011b" providerId="LiveId" clId="{2126BC88-333D-C340-B8E1-49B21CAFA2A6}" dt="2020-02-18T12:07:41.693" v="103" actId="12789"/>
          <ac:grpSpMkLst>
            <pc:docMk/>
            <pc:sldMk cId="3239794881" sldId="794"/>
            <ac:grpSpMk id="157" creationId="{534544A2-161C-264E-9A85-200A4831059E}"/>
          </ac:grpSpMkLst>
        </pc:grpChg>
      </pc:sldChg>
      <pc:sldChg chg="addSp delSp modSp">
        <pc:chgData name="pozza magdy" userId="ac1ce3788096011b" providerId="LiveId" clId="{2126BC88-333D-C340-B8E1-49B21CAFA2A6}" dt="2020-02-18T12:07:53.044" v="108" actId="12789"/>
        <pc:sldMkLst>
          <pc:docMk/>
          <pc:sldMk cId="3981751651" sldId="795"/>
        </pc:sldMkLst>
        <pc:spChg chg="mod">
          <ac:chgData name="pozza magdy" userId="ac1ce3788096011b" providerId="LiveId" clId="{2126BC88-333D-C340-B8E1-49B21CAFA2A6}" dt="2020-02-18T12:07:53.044" v="108" actId="12789"/>
          <ac:spMkLst>
            <pc:docMk/>
            <pc:sldMk cId="3981751651" sldId="795"/>
            <ac:spMk id="31" creationId="{03D5BD8D-2ECB-2246-8394-D48A9E3123FB}"/>
          </ac:spMkLst>
        </pc:spChg>
        <pc:grpChg chg="del">
          <ac:chgData name="pozza magdy" userId="ac1ce3788096011b" providerId="LiveId" clId="{2126BC88-333D-C340-B8E1-49B21CAFA2A6}" dt="2020-02-18T12:07:47.154" v="104" actId="478"/>
          <ac:grpSpMkLst>
            <pc:docMk/>
            <pc:sldMk cId="3981751651" sldId="795"/>
            <ac:grpSpMk id="32" creationId="{D0B49F75-03A1-934D-A63B-4E5C3DD001EC}"/>
          </ac:grpSpMkLst>
        </pc:grpChg>
        <pc:grpChg chg="add mod">
          <ac:chgData name="pozza magdy" userId="ac1ce3788096011b" providerId="LiveId" clId="{2126BC88-333D-C340-B8E1-49B21CAFA2A6}" dt="2020-02-18T12:07:53.044" v="108" actId="12789"/>
          <ac:grpSpMkLst>
            <pc:docMk/>
            <pc:sldMk cId="3981751651" sldId="795"/>
            <ac:grpSpMk id="133" creationId="{37841378-3376-0541-82A3-CA7DE40F8AC0}"/>
          </ac:grpSpMkLst>
        </pc:grpChg>
      </pc:sldChg>
      <pc:sldChg chg="addSp delSp modSp">
        <pc:chgData name="pozza magdy" userId="ac1ce3788096011b" providerId="LiveId" clId="{2126BC88-333D-C340-B8E1-49B21CAFA2A6}" dt="2020-02-18T12:23:13.665" v="258" actId="164"/>
        <pc:sldMkLst>
          <pc:docMk/>
          <pc:sldMk cId="165246463" sldId="797"/>
        </pc:sldMkLst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0" creationId="{62144C5B-C891-1E46-8CEA-C7505518BB72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1" creationId="{6F514CB2-FF90-9247-ADCC-39D8915B9CAD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2" creationId="{C3555F42-B73F-324F-92E0-ECC11288CB6F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3" creationId="{68D15813-D94F-054B-B5AB-6E51912A29BA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4" creationId="{8EBEAE7D-F060-8145-AB8A-CAEFDD0A5062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5" creationId="{6F7CEDA1-14F1-E945-831E-E3C7CCD9FF43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6" creationId="{C1DD3D3E-11A4-D949-98E5-98BBEA9A8E4C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7" creationId="{BD751A04-6132-6144-B5FB-31868958F957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8" creationId="{41D5DA78-0D8B-AE49-8B04-108F618A417C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59" creationId="{0585F44C-421E-7944-A257-1926D8E5412F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0" creationId="{BD26D7FF-767E-0042-B00E-718D0E122183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1" creationId="{AAE661B7-955C-0140-A839-D99BBA26DB92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2" creationId="{C383E086-AF1A-ED45-9A3C-F0C42E8CD5CA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3" creationId="{1809783B-C1B3-C049-A9AE-EF032D226C87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4" creationId="{464DB967-40FA-5148-9CF3-0EE161025318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5" creationId="{1E07FF90-B0AE-734B-9E25-E386C252D14C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6" creationId="{54B3FADB-F7E8-7C47-AB2E-D19F238D0FB5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7" creationId="{238CCDEE-88D5-3D42-BA6B-B7B2467CFD17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8" creationId="{D68AFDE0-67D6-2A41-A74B-EBEA4B791E7F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69" creationId="{7C3C0D61-84B0-9140-83C7-69E890DF61B3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0" creationId="{BA83D528-1F11-BF41-B9C9-E78D2F2591FF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1" creationId="{D3DD55FF-1958-B642-8CF4-F3D4187443C2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2" creationId="{341A43C2-E698-084B-9582-108EB0F2F2AD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3" creationId="{B3183A2F-62BA-DB43-AD33-04F4C0F9C2A9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4" creationId="{D6F281DA-0BCC-454C-8970-0571FC9CC236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5" creationId="{8DE4E3FE-E831-9C45-A5D6-A4E81FB151B5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6" creationId="{F9DF64EB-1F5A-C94D-A8FA-CBEA7FFCDDC0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7" creationId="{8F5FA77C-884C-8E40-948B-FC58BD4B03BE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8" creationId="{0DE09403-168D-CE4B-AC22-C745FF0B2729}"/>
          </ac:spMkLst>
        </pc:spChg>
        <pc:spChg chg="mod topLvl">
          <ac:chgData name="pozza magdy" userId="ac1ce3788096011b" providerId="LiveId" clId="{2126BC88-333D-C340-B8E1-49B21CAFA2A6}" dt="2020-02-18T12:23:13.665" v="258" actId="164"/>
          <ac:spMkLst>
            <pc:docMk/>
            <pc:sldMk cId="165246463" sldId="797"/>
            <ac:spMk id="179" creationId="{2D8B9E95-BF2E-D149-A4B8-D23EA222199D}"/>
          </ac:spMkLst>
        </pc:spChg>
        <pc:spChg chg="add mod topLvl">
          <ac:chgData name="pozza magdy" userId="ac1ce3788096011b" providerId="LiveId" clId="{2126BC88-333D-C340-B8E1-49B21CAFA2A6}" dt="2020-02-18T12:23:08.276" v="257" actId="165"/>
          <ac:spMkLst>
            <pc:docMk/>
            <pc:sldMk cId="165246463" sldId="797"/>
            <ac:spMk id="180" creationId="{389016F0-BE3E-3742-B213-6E5193571F26}"/>
          </ac:spMkLst>
        </pc:spChg>
        <pc:grpChg chg="add del mod">
          <ac:chgData name="pozza magdy" userId="ac1ce3788096011b" providerId="LiveId" clId="{2126BC88-333D-C340-B8E1-49B21CAFA2A6}" dt="2020-02-18T12:23:08.276" v="257" actId="165"/>
          <ac:grpSpMkLst>
            <pc:docMk/>
            <pc:sldMk cId="165246463" sldId="797"/>
            <ac:grpSpMk id="2" creationId="{FF057394-01EB-624F-9869-9F8882D6D733}"/>
          </ac:grpSpMkLst>
        </pc:grpChg>
        <pc:grpChg chg="add mod">
          <ac:chgData name="pozza magdy" userId="ac1ce3788096011b" providerId="LiveId" clId="{2126BC88-333D-C340-B8E1-49B21CAFA2A6}" dt="2020-02-18T12:23:13.665" v="258" actId="164"/>
          <ac:grpSpMkLst>
            <pc:docMk/>
            <pc:sldMk cId="165246463" sldId="797"/>
            <ac:grpSpMk id="9" creationId="{C395FD6C-C0C0-134B-8626-ACC944A47C0F}"/>
          </ac:grpSpMkLst>
        </pc:grpChg>
        <pc:grpChg chg="del">
          <ac:chgData name="pozza magdy" userId="ac1ce3788096011b" providerId="LiveId" clId="{2126BC88-333D-C340-B8E1-49B21CAFA2A6}" dt="2020-02-18T12:18:42.015" v="214" actId="478"/>
          <ac:grpSpMkLst>
            <pc:docMk/>
            <pc:sldMk cId="165246463" sldId="797"/>
            <ac:grpSpMk id="43" creationId="{CA96CA53-C426-034B-9C3F-9C6FDE0A836D}"/>
          </ac:grpSpMkLst>
        </pc:grpChg>
        <pc:grpChg chg="del">
          <ac:chgData name="pozza magdy" userId="ac1ce3788096011b" providerId="LiveId" clId="{2126BC88-333D-C340-B8E1-49B21CAFA2A6}" dt="2020-02-18T12:18:42.015" v="214" actId="478"/>
          <ac:grpSpMkLst>
            <pc:docMk/>
            <pc:sldMk cId="165246463" sldId="797"/>
            <ac:grpSpMk id="44" creationId="{D36270C0-F5E1-744F-956B-733ECBAFEA2B}"/>
          </ac:grpSpMkLst>
        </pc:grpChg>
        <pc:grpChg chg="del">
          <ac:chgData name="pozza magdy" userId="ac1ce3788096011b" providerId="LiveId" clId="{2126BC88-333D-C340-B8E1-49B21CAFA2A6}" dt="2020-02-18T12:18:42.015" v="214" actId="478"/>
          <ac:grpSpMkLst>
            <pc:docMk/>
            <pc:sldMk cId="165246463" sldId="797"/>
            <ac:grpSpMk id="48" creationId="{CBDA25D9-E89A-6A4C-9E00-A055C47898C8}"/>
          </ac:grpSpMkLst>
        </pc:grpChg>
        <pc:grpChg chg="del">
          <ac:chgData name="pozza magdy" userId="ac1ce3788096011b" providerId="LiveId" clId="{2126BC88-333D-C340-B8E1-49B21CAFA2A6}" dt="2020-02-18T12:18:42.015" v="214" actId="478"/>
          <ac:grpSpMkLst>
            <pc:docMk/>
            <pc:sldMk cId="165246463" sldId="797"/>
            <ac:grpSpMk id="52" creationId="{C5CB52E8-3B4F-374E-8A52-88BDE975B79D}"/>
          </ac:grpSpMkLst>
        </pc:grpChg>
        <pc:grpChg chg="del mod">
          <ac:chgData name="pozza magdy" userId="ac1ce3788096011b" providerId="LiveId" clId="{2126BC88-333D-C340-B8E1-49B21CAFA2A6}" dt="2020-02-18T12:18:42.015" v="214" actId="478"/>
          <ac:grpSpMkLst>
            <pc:docMk/>
            <pc:sldMk cId="165246463" sldId="797"/>
            <ac:grpSpMk id="56" creationId="{EF804E96-EF29-904F-8927-9D61C335FB14}"/>
          </ac:grpSpMkLst>
        </pc:grpChg>
        <pc:grpChg chg="del">
          <ac:chgData name="pozza magdy" userId="ac1ce3788096011b" providerId="LiveId" clId="{2126BC88-333D-C340-B8E1-49B21CAFA2A6}" dt="2020-02-18T12:07:58.747" v="109" actId="478"/>
          <ac:grpSpMkLst>
            <pc:docMk/>
            <pc:sldMk cId="165246463" sldId="797"/>
            <ac:grpSpMk id="61" creationId="{F5A652D7-D1C7-FD4F-ACA9-7752AE4CFDAD}"/>
          </ac:grpSpMkLst>
        </pc:grpChg>
        <pc:grpChg chg="mod topLvl">
          <ac:chgData name="pozza magdy" userId="ac1ce3788096011b" providerId="LiveId" clId="{2126BC88-333D-C340-B8E1-49B21CAFA2A6}" dt="2020-02-18T12:23:13.665" v="258" actId="164"/>
          <ac:grpSpMkLst>
            <pc:docMk/>
            <pc:sldMk cId="165246463" sldId="797"/>
            <ac:grpSpMk id="89" creationId="{53C353EB-B0C3-6144-8936-6BC22EFD66C3}"/>
          </ac:grpSpMkLst>
        </pc:grpChg>
        <pc:grpChg chg="mod topLvl">
          <ac:chgData name="pozza magdy" userId="ac1ce3788096011b" providerId="LiveId" clId="{2126BC88-333D-C340-B8E1-49B21CAFA2A6}" dt="2020-02-18T12:23:13.665" v="258" actId="164"/>
          <ac:grpSpMkLst>
            <pc:docMk/>
            <pc:sldMk cId="165246463" sldId="797"/>
            <ac:grpSpMk id="98" creationId="{AC90CB72-6B86-BF45-9BEC-54D8AE0B7FC4}"/>
          </ac:grpSpMkLst>
        </pc:grpChg>
        <pc:grpChg chg="mod topLvl">
          <ac:chgData name="pozza magdy" userId="ac1ce3788096011b" providerId="LiveId" clId="{2126BC88-333D-C340-B8E1-49B21CAFA2A6}" dt="2020-02-18T12:23:13.665" v="258" actId="164"/>
          <ac:grpSpMkLst>
            <pc:docMk/>
            <pc:sldMk cId="165246463" sldId="797"/>
            <ac:grpSpMk id="124" creationId="{D3ADBF8C-29A7-704A-861F-B426084A5EDF}"/>
          </ac:grpSpMkLst>
        </pc:grpChg>
        <pc:grpChg chg="mod topLvl">
          <ac:chgData name="pozza magdy" userId="ac1ce3788096011b" providerId="LiveId" clId="{2126BC88-333D-C340-B8E1-49B21CAFA2A6}" dt="2020-02-18T12:23:13.665" v="258" actId="164"/>
          <ac:grpSpMkLst>
            <pc:docMk/>
            <pc:sldMk cId="165246463" sldId="797"/>
            <ac:grpSpMk id="134" creationId="{A258BC89-E8EB-BF4C-80C6-E7687373EF06}"/>
          </ac:grpSpMkLst>
        </pc:grpChg>
        <pc:grpChg chg="mod topLvl">
          <ac:chgData name="pozza magdy" userId="ac1ce3788096011b" providerId="LiveId" clId="{2126BC88-333D-C340-B8E1-49B21CAFA2A6}" dt="2020-02-18T12:23:13.665" v="258" actId="164"/>
          <ac:grpSpMkLst>
            <pc:docMk/>
            <pc:sldMk cId="165246463" sldId="797"/>
            <ac:grpSpMk id="142" creationId="{3C1EEDCB-6800-6948-ADCF-34C2DC576FEA}"/>
          </ac:grpSpMkLst>
        </pc:grpChg>
        <pc:grpChg chg="add mod topLvl">
          <ac:chgData name="pozza magdy" userId="ac1ce3788096011b" providerId="LiveId" clId="{2126BC88-333D-C340-B8E1-49B21CAFA2A6}" dt="2020-02-18T12:23:08.276" v="257" actId="165"/>
          <ac:grpSpMkLst>
            <pc:docMk/>
            <pc:sldMk cId="165246463" sldId="797"/>
            <ac:grpSpMk id="146" creationId="{0F1B0E44-F69C-8840-9D7B-A2F432559614}"/>
          </ac:grpSpMkLst>
        </pc:grpChg>
        <pc:grpChg chg="add del mod">
          <ac:chgData name="pozza magdy" userId="ac1ce3788096011b" providerId="LiveId" clId="{2126BC88-333D-C340-B8E1-49B21CAFA2A6}" dt="2020-02-18T12:18:47.073" v="215" actId="165"/>
          <ac:grpSpMkLst>
            <pc:docMk/>
            <pc:sldMk cId="165246463" sldId="797"/>
            <ac:grpSpMk id="149" creationId="{65C4AA1A-DB8C-0043-9EDC-908ECDEB5FD8}"/>
          </ac:grpSpMkLst>
        </pc:grpChg>
        <pc:picChg chg="del">
          <ac:chgData name="pozza magdy" userId="ac1ce3788096011b" providerId="LiveId" clId="{2126BC88-333D-C340-B8E1-49B21CAFA2A6}" dt="2020-02-18T12:18:23.797" v="209" actId="478"/>
          <ac:picMkLst>
            <pc:docMk/>
            <pc:sldMk cId="165246463" sldId="797"/>
            <ac:picMk id="10" creationId="{D03A5A8E-20DF-154A-8D20-D23E1CF1EC7B}"/>
          </ac:picMkLst>
        </pc:picChg>
      </pc:sldChg>
      <pc:sldChg chg="addSp delSp modSp">
        <pc:chgData name="pozza magdy" userId="ac1ce3788096011b" providerId="LiveId" clId="{2126BC88-333D-C340-B8E1-49B21CAFA2A6}" dt="2020-02-18T12:23:34.308" v="264" actId="12788"/>
        <pc:sldMkLst>
          <pc:docMk/>
          <pc:sldMk cId="1209519864" sldId="798"/>
        </pc:sldMkLst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0" creationId="{260D8166-9C5F-514B-9F85-716F4572FE88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1" creationId="{787A2C6E-B7E5-ED4F-89F1-A91D0BA07533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2" creationId="{0AC391D3-E53D-7848-81E5-3F469F300300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3" creationId="{310BDB08-B320-6F40-8C95-BF2585EB28F2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4" creationId="{8476ED94-423C-FC49-8520-7172334D8FDB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5" creationId="{F90EABC8-737C-2643-8423-A251F3C464B4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6" creationId="{5D910EE4-583E-BA4D-8162-5BB3A86FDB6B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7" creationId="{DF36031E-3379-024F-B697-B82FBA19DB3B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8" creationId="{30518E74-7582-9041-817C-9DF614C2CD51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19" creationId="{B9DA1E29-618A-2242-98B9-7E69BEF85FDF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21" creationId="{B706FBB7-98D0-BB45-BC2B-6A23E9E4830F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24" creationId="{6EA0CC10-AD8A-B24A-A74B-100166AD958A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27" creationId="{3924BBD4-E317-FD4E-BBB8-AF25544B0B48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30" creationId="{95AE03FF-5EB8-A843-A9AD-D658651A9DFB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33" creationId="{831C7E6F-9EF7-F94E-99D7-EABDD77BF2BC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36" creationId="{B38EB18A-E563-E741-A4E3-319FDADBE0C4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37" creationId="{53A23FEA-41C4-4F4C-84F4-930C483AE082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54" creationId="{238A41C1-0362-CE44-8945-ADE5CDC62630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55" creationId="{040EB1E7-C2CB-1443-8F5A-02097474FFA0}"/>
          </ac:spMkLst>
        </pc:spChg>
        <pc:spChg chg="mod topLvl">
          <ac:chgData name="pozza magdy" userId="ac1ce3788096011b" providerId="LiveId" clId="{2126BC88-333D-C340-B8E1-49B21CAFA2A6}" dt="2020-02-18T12:23:24.185" v="259" actId="165"/>
          <ac:spMkLst>
            <pc:docMk/>
            <pc:sldMk cId="1209519864" sldId="798"/>
            <ac:spMk id="56" creationId="{5F505C3E-17BA-D747-870C-3E471B140356}"/>
          </ac:spMkLst>
        </pc:spChg>
        <pc:spChg chg="del topLvl">
          <ac:chgData name="pozza magdy" userId="ac1ce3788096011b" providerId="LiveId" clId="{2126BC88-333D-C340-B8E1-49B21CAFA2A6}" dt="2020-02-18T12:23:28.527" v="260" actId="478"/>
          <ac:spMkLst>
            <pc:docMk/>
            <pc:sldMk cId="1209519864" sldId="798"/>
            <ac:spMk id="58" creationId="{16D6795D-963B-2048-ACCF-66D59684AA51}"/>
          </ac:spMkLst>
        </pc:spChg>
        <pc:spChg chg="del topLvl">
          <ac:chgData name="pozza magdy" userId="ac1ce3788096011b" providerId="LiveId" clId="{2126BC88-333D-C340-B8E1-49B21CAFA2A6}" dt="2020-02-18T12:23:28.527" v="260" actId="478"/>
          <ac:spMkLst>
            <pc:docMk/>
            <pc:sldMk cId="1209519864" sldId="798"/>
            <ac:spMk id="59" creationId="{8B67933A-629F-B944-A943-6433C6A6018B}"/>
          </ac:spMkLst>
        </pc:spChg>
        <pc:spChg chg="add mod">
          <ac:chgData name="pozza magdy" userId="ac1ce3788096011b" providerId="LiveId" clId="{2126BC88-333D-C340-B8E1-49B21CAFA2A6}" dt="2020-02-18T12:23:34.308" v="264" actId="12788"/>
          <ac:spMkLst>
            <pc:docMk/>
            <pc:sldMk cId="1209519864" sldId="798"/>
            <ac:spMk id="153" creationId="{D5CB0B7C-F2AD-4F44-9A52-11FB3F873D19}"/>
          </ac:spMkLst>
        </pc:spChg>
        <pc:grpChg chg="del mod topLvl">
          <ac:chgData name="pozza magdy" userId="ac1ce3788096011b" providerId="LiveId" clId="{2126BC88-333D-C340-B8E1-49B21CAFA2A6}" dt="2020-02-18T12:23:28.527" v="260" actId="478"/>
          <ac:grpSpMkLst>
            <pc:docMk/>
            <pc:sldMk cId="1209519864" sldId="798"/>
            <ac:grpSpMk id="57" creationId="{F557FC90-64AE-494D-8BFE-3F76C404E98F}"/>
          </ac:grpSpMkLst>
        </pc:grpChg>
        <pc:grpChg chg="mod topLvl">
          <ac:chgData name="pozza magdy" userId="ac1ce3788096011b" providerId="LiveId" clId="{2126BC88-333D-C340-B8E1-49B21CAFA2A6}" dt="2020-02-18T12:23:24.185" v="259" actId="165"/>
          <ac:grpSpMkLst>
            <pc:docMk/>
            <pc:sldMk cId="1209519864" sldId="798"/>
            <ac:grpSpMk id="70" creationId="{CE84759F-26F3-3042-991C-6885E786D54C}"/>
          </ac:grpSpMkLst>
        </pc:grpChg>
        <pc:grpChg chg="mod topLvl">
          <ac:chgData name="pozza magdy" userId="ac1ce3788096011b" providerId="LiveId" clId="{2126BC88-333D-C340-B8E1-49B21CAFA2A6}" dt="2020-02-18T12:23:24.185" v="259" actId="165"/>
          <ac:grpSpMkLst>
            <pc:docMk/>
            <pc:sldMk cId="1209519864" sldId="798"/>
            <ac:grpSpMk id="84" creationId="{DC760C68-9E12-2B4C-8A75-379C5F19CA64}"/>
          </ac:grpSpMkLst>
        </pc:grpChg>
        <pc:grpChg chg="mod topLvl">
          <ac:chgData name="pozza magdy" userId="ac1ce3788096011b" providerId="LiveId" clId="{2126BC88-333D-C340-B8E1-49B21CAFA2A6}" dt="2020-02-18T12:23:24.185" v="259" actId="165"/>
          <ac:grpSpMkLst>
            <pc:docMk/>
            <pc:sldMk cId="1209519864" sldId="798"/>
            <ac:grpSpMk id="95" creationId="{B3063FF8-31A9-2845-BCF4-E118F0C0171F}"/>
          </ac:grpSpMkLst>
        </pc:grpChg>
        <pc:grpChg chg="mod topLvl">
          <ac:chgData name="pozza magdy" userId="ac1ce3788096011b" providerId="LiveId" clId="{2126BC88-333D-C340-B8E1-49B21CAFA2A6}" dt="2020-02-18T12:23:24.185" v="259" actId="165"/>
          <ac:grpSpMkLst>
            <pc:docMk/>
            <pc:sldMk cId="1209519864" sldId="798"/>
            <ac:grpSpMk id="108" creationId="{85197FB6-0D0A-8D49-9A26-44D6CD1CAEA1}"/>
          </ac:grpSpMkLst>
        </pc:grpChg>
        <pc:grpChg chg="mod topLvl">
          <ac:chgData name="pozza magdy" userId="ac1ce3788096011b" providerId="LiveId" clId="{2126BC88-333D-C340-B8E1-49B21CAFA2A6}" dt="2020-02-18T12:23:24.185" v="259" actId="165"/>
          <ac:grpSpMkLst>
            <pc:docMk/>
            <pc:sldMk cId="1209519864" sldId="798"/>
            <ac:grpSpMk id="123" creationId="{74F92958-EE90-BF4A-A8CD-D47EC41E7B2B}"/>
          </ac:grpSpMkLst>
        </pc:grpChg>
        <pc:grpChg chg="del">
          <ac:chgData name="pozza magdy" userId="ac1ce3788096011b" providerId="LiveId" clId="{2126BC88-333D-C340-B8E1-49B21CAFA2A6}" dt="2020-02-18T12:23:24.185" v="259" actId="165"/>
          <ac:grpSpMkLst>
            <pc:docMk/>
            <pc:sldMk cId="1209519864" sldId="798"/>
            <ac:grpSpMk id="137" creationId="{4963FFD9-5687-EC49-B842-7A6E7FAE4CCF}"/>
          </ac:grpSpMkLst>
        </pc:grpChg>
        <pc:grpChg chg="add mod">
          <ac:chgData name="pozza magdy" userId="ac1ce3788096011b" providerId="LiveId" clId="{2126BC88-333D-C340-B8E1-49B21CAFA2A6}" dt="2020-02-18T12:23:34.308" v="264" actId="12788"/>
          <ac:grpSpMkLst>
            <pc:docMk/>
            <pc:sldMk cId="1209519864" sldId="798"/>
            <ac:grpSpMk id="154" creationId="{A0C77E84-0D51-FB46-8AF9-86A9B8DEFA2D}"/>
          </ac:grpSpMkLst>
        </pc:grpChg>
      </pc:sldChg>
      <pc:sldChg chg="addSp delSp modSp">
        <pc:chgData name="pozza magdy" userId="ac1ce3788096011b" providerId="LiveId" clId="{2126BC88-333D-C340-B8E1-49B21CAFA2A6}" dt="2020-02-18T12:23:48.989" v="269" actId="12788"/>
        <pc:sldMkLst>
          <pc:docMk/>
          <pc:sldMk cId="3966402415" sldId="799"/>
        </pc:sldMkLst>
        <pc:spChg chg="mod">
          <ac:chgData name="pozza magdy" userId="ac1ce3788096011b" providerId="LiveId" clId="{2126BC88-333D-C340-B8E1-49B21CAFA2A6}" dt="2020-02-18T12:23:48.989" v="269" actId="12788"/>
          <ac:spMkLst>
            <pc:docMk/>
            <pc:sldMk cId="3966402415" sldId="799"/>
            <ac:spMk id="132" creationId="{CE1DDD71-BA6E-B344-970E-5F1E6D0CB5E4}"/>
          </ac:spMkLst>
        </pc:spChg>
        <pc:grpChg chg="del">
          <ac:chgData name="pozza magdy" userId="ac1ce3788096011b" providerId="LiveId" clId="{2126BC88-333D-C340-B8E1-49B21CAFA2A6}" dt="2020-02-18T12:23:41.427" v="265" actId="478"/>
          <ac:grpSpMkLst>
            <pc:docMk/>
            <pc:sldMk cId="3966402415" sldId="799"/>
            <ac:grpSpMk id="133" creationId="{EE847C27-F84D-F544-AEA7-89B987136AB1}"/>
          </ac:grpSpMkLst>
        </pc:grpChg>
        <pc:grpChg chg="add mod">
          <ac:chgData name="pozza magdy" userId="ac1ce3788096011b" providerId="LiveId" clId="{2126BC88-333D-C340-B8E1-49B21CAFA2A6}" dt="2020-02-18T12:23:48.989" v="269" actId="12788"/>
          <ac:grpSpMkLst>
            <pc:docMk/>
            <pc:sldMk cId="3966402415" sldId="799"/>
            <ac:grpSpMk id="136" creationId="{777BA318-80F7-5743-A21A-86BF9B674328}"/>
          </ac:grpSpMkLst>
        </pc:grpChg>
      </pc:sldChg>
      <pc:sldChg chg="addSp delSp modSp">
        <pc:chgData name="pozza magdy" userId="ac1ce3788096011b" providerId="LiveId" clId="{2126BC88-333D-C340-B8E1-49B21CAFA2A6}" dt="2020-02-18T12:23:58.991" v="274" actId="12789"/>
        <pc:sldMkLst>
          <pc:docMk/>
          <pc:sldMk cId="2237747477" sldId="800"/>
        </pc:sldMkLst>
        <pc:spChg chg="mod">
          <ac:chgData name="pozza magdy" userId="ac1ce3788096011b" providerId="LiveId" clId="{2126BC88-333D-C340-B8E1-49B21CAFA2A6}" dt="2020-02-18T12:23:58.991" v="274" actId="12789"/>
          <ac:spMkLst>
            <pc:docMk/>
            <pc:sldMk cId="2237747477" sldId="800"/>
            <ac:spMk id="16" creationId="{A85620F4-FECC-ED48-A711-B2AEE10B453C}"/>
          </ac:spMkLst>
        </pc:spChg>
        <pc:grpChg chg="del">
          <ac:chgData name="pozza magdy" userId="ac1ce3788096011b" providerId="LiveId" clId="{2126BC88-333D-C340-B8E1-49B21CAFA2A6}" dt="2020-02-18T12:23:53.158" v="270" actId="478"/>
          <ac:grpSpMkLst>
            <pc:docMk/>
            <pc:sldMk cId="2237747477" sldId="800"/>
            <ac:grpSpMk id="17" creationId="{0F7D19D4-F8ED-7846-91E8-6FDA8BFA5E20}"/>
          </ac:grpSpMkLst>
        </pc:grpChg>
        <pc:grpChg chg="add mod">
          <ac:chgData name="pozza magdy" userId="ac1ce3788096011b" providerId="LiveId" clId="{2126BC88-333D-C340-B8E1-49B21CAFA2A6}" dt="2020-02-18T12:23:58.991" v="274" actId="12789"/>
          <ac:grpSpMkLst>
            <pc:docMk/>
            <pc:sldMk cId="2237747477" sldId="800"/>
            <ac:grpSpMk id="90" creationId="{6E9E1E81-2114-BE4E-A011-35CF4FFB2A3D}"/>
          </ac:grpSpMkLst>
        </pc:grpChg>
      </pc:sldChg>
      <pc:sldChg chg="addSp delSp modSp">
        <pc:chgData name="pozza magdy" userId="ac1ce3788096011b" providerId="LiveId" clId="{2126BC88-333D-C340-B8E1-49B21CAFA2A6}" dt="2020-02-18T12:04:44.942" v="31" actId="12789"/>
        <pc:sldMkLst>
          <pc:docMk/>
          <pc:sldMk cId="2175762291" sldId="801"/>
        </pc:sldMkLst>
        <pc:spChg chg="mod">
          <ac:chgData name="pozza magdy" userId="ac1ce3788096011b" providerId="LiveId" clId="{2126BC88-333D-C340-B8E1-49B21CAFA2A6}" dt="2020-02-18T12:04:44.942" v="31" actId="12789"/>
          <ac:spMkLst>
            <pc:docMk/>
            <pc:sldMk cId="2175762291" sldId="801"/>
            <ac:spMk id="15" creationId="{34D212F9-1884-2747-B1AE-1781C9BBB9D6}"/>
          </ac:spMkLst>
        </pc:spChg>
        <pc:grpChg chg="del">
          <ac:chgData name="pozza magdy" userId="ac1ce3788096011b" providerId="LiveId" clId="{2126BC88-333D-C340-B8E1-49B21CAFA2A6}" dt="2020-02-18T12:04:41.003" v="28" actId="478"/>
          <ac:grpSpMkLst>
            <pc:docMk/>
            <pc:sldMk cId="2175762291" sldId="801"/>
            <ac:grpSpMk id="16" creationId="{0CA34F44-0360-5B4F-A21E-CBBA17BA47D3}"/>
          </ac:grpSpMkLst>
        </pc:grpChg>
        <pc:grpChg chg="add mod">
          <ac:chgData name="pozza magdy" userId="ac1ce3788096011b" providerId="LiveId" clId="{2126BC88-333D-C340-B8E1-49B21CAFA2A6}" dt="2020-02-18T12:04:44.942" v="31" actId="12789"/>
          <ac:grpSpMkLst>
            <pc:docMk/>
            <pc:sldMk cId="2175762291" sldId="801"/>
            <ac:grpSpMk id="109" creationId="{9E7CE2D9-AA6D-D944-92D1-AFD7F46FF4B8}"/>
          </ac:grpSpMkLst>
        </pc:grpChg>
      </pc:sldChg>
      <pc:sldChg chg="addSp delSp modSp">
        <pc:chgData name="pozza magdy" userId="ac1ce3788096011b" providerId="LiveId" clId="{2126BC88-333D-C340-B8E1-49B21CAFA2A6}" dt="2020-02-18T12:25:15.795" v="321" actId="12788"/>
        <pc:sldMkLst>
          <pc:docMk/>
          <pc:sldMk cId="474598180" sldId="802"/>
        </pc:sldMkLst>
        <pc:spChg chg="mod">
          <ac:chgData name="pozza magdy" userId="ac1ce3788096011b" providerId="LiveId" clId="{2126BC88-333D-C340-B8E1-49B21CAFA2A6}" dt="2020-02-18T12:25:15.795" v="321" actId="12788"/>
          <ac:spMkLst>
            <pc:docMk/>
            <pc:sldMk cId="474598180" sldId="802"/>
            <ac:spMk id="51" creationId="{A30A5759-CF08-D340-8177-A8E71799E521}"/>
          </ac:spMkLst>
        </pc:spChg>
        <pc:spChg chg="mod">
          <ac:chgData name="pozza magdy" userId="ac1ce3788096011b" providerId="LiveId" clId="{2126BC88-333D-C340-B8E1-49B21CAFA2A6}" dt="2020-02-18T12:25:08.495" v="310" actId="1036"/>
          <ac:spMkLst>
            <pc:docMk/>
            <pc:sldMk cId="474598180" sldId="802"/>
            <ac:spMk id="163" creationId="{9E62C2FB-5347-174F-BEE2-1D62572B154E}"/>
          </ac:spMkLst>
        </pc:spChg>
        <pc:grpChg chg="del">
          <ac:chgData name="pozza magdy" userId="ac1ce3788096011b" providerId="LiveId" clId="{2126BC88-333D-C340-B8E1-49B21CAFA2A6}" dt="2020-02-18T12:24:58.236" v="297" actId="478"/>
          <ac:grpSpMkLst>
            <pc:docMk/>
            <pc:sldMk cId="474598180" sldId="802"/>
            <ac:grpSpMk id="52" creationId="{30E6442F-3E26-9A4C-A843-B088C8EEFB70}"/>
          </ac:grpSpMkLst>
        </pc:grpChg>
        <pc:grpChg chg="add mod">
          <ac:chgData name="pozza magdy" userId="ac1ce3788096011b" providerId="LiveId" clId="{2126BC88-333D-C340-B8E1-49B21CAFA2A6}" dt="2020-02-18T12:25:15.795" v="321" actId="12788"/>
          <ac:grpSpMkLst>
            <pc:docMk/>
            <pc:sldMk cId="474598180" sldId="802"/>
            <ac:grpSpMk id="162" creationId="{2B8A8026-4FE2-CD4B-9762-B8F2990AA0B1}"/>
          </ac:grpSpMkLst>
        </pc:grpChg>
      </pc:sldChg>
      <pc:sldChg chg="addSp delSp modSp">
        <pc:chgData name="pozza magdy" userId="ac1ce3788096011b" providerId="LiveId" clId="{2126BC88-333D-C340-B8E1-49B21CAFA2A6}" dt="2020-02-18T12:25:31.467" v="329" actId="12789"/>
        <pc:sldMkLst>
          <pc:docMk/>
          <pc:sldMk cId="3077239481" sldId="803"/>
        </pc:sldMkLst>
        <pc:spChg chg="mod">
          <ac:chgData name="pozza magdy" userId="ac1ce3788096011b" providerId="LiveId" clId="{2126BC88-333D-C340-B8E1-49B21CAFA2A6}" dt="2020-02-18T12:25:31.467" v="329" actId="12789"/>
          <ac:spMkLst>
            <pc:docMk/>
            <pc:sldMk cId="3077239481" sldId="803"/>
            <ac:spMk id="37" creationId="{687428EF-3BAC-5747-B3DA-B216CC7726B3}"/>
          </ac:spMkLst>
        </pc:spChg>
        <pc:grpChg chg="del">
          <ac:chgData name="pozza magdy" userId="ac1ce3788096011b" providerId="LiveId" clId="{2126BC88-333D-C340-B8E1-49B21CAFA2A6}" dt="2020-02-18T12:25:20.598" v="322" actId="478"/>
          <ac:grpSpMkLst>
            <pc:docMk/>
            <pc:sldMk cId="3077239481" sldId="803"/>
            <ac:grpSpMk id="38" creationId="{70F899A9-6E0C-EE43-ABCB-5A82FD33113E}"/>
          </ac:grpSpMkLst>
        </pc:grpChg>
        <pc:grpChg chg="add mod">
          <ac:chgData name="pozza magdy" userId="ac1ce3788096011b" providerId="LiveId" clId="{2126BC88-333D-C340-B8E1-49B21CAFA2A6}" dt="2020-02-18T12:25:31.467" v="329" actId="12789"/>
          <ac:grpSpMkLst>
            <pc:docMk/>
            <pc:sldMk cId="3077239481" sldId="803"/>
            <ac:grpSpMk id="163" creationId="{C3716463-58C3-5A43-928A-B8ED274DFD2F}"/>
          </ac:grpSpMkLst>
        </pc:grpChg>
      </pc:sldChg>
      <pc:sldChg chg="addSp delSp modSp">
        <pc:chgData name="pozza magdy" userId="ac1ce3788096011b" providerId="LiveId" clId="{2126BC88-333D-C340-B8E1-49B21CAFA2A6}" dt="2020-02-18T12:25:58.479" v="346" actId="12788"/>
        <pc:sldMkLst>
          <pc:docMk/>
          <pc:sldMk cId="1931982655" sldId="805"/>
        </pc:sldMkLst>
        <pc:spChg chg="mod">
          <ac:chgData name="pozza magdy" userId="ac1ce3788096011b" providerId="LiveId" clId="{2126BC88-333D-C340-B8E1-49B21CAFA2A6}" dt="2020-02-18T12:25:58.479" v="346" actId="12788"/>
          <ac:spMkLst>
            <pc:docMk/>
            <pc:sldMk cId="1931982655" sldId="805"/>
            <ac:spMk id="37" creationId="{82691258-B670-7845-932A-E8DB54BD27DC}"/>
          </ac:spMkLst>
        </pc:spChg>
        <pc:spChg chg="mod">
          <ac:chgData name="pozza magdy" userId="ac1ce3788096011b" providerId="LiveId" clId="{2126BC88-333D-C340-B8E1-49B21CAFA2A6}" dt="2020-02-18T12:25:52.580" v="343" actId="1036"/>
          <ac:spMkLst>
            <pc:docMk/>
            <pc:sldMk cId="1931982655" sldId="805"/>
            <ac:spMk id="147" creationId="{AD868A9A-9831-1B4F-B3A1-3C8C08844E97}"/>
          </ac:spMkLst>
        </pc:spChg>
        <pc:grpChg chg="del">
          <ac:chgData name="pozza magdy" userId="ac1ce3788096011b" providerId="LiveId" clId="{2126BC88-333D-C340-B8E1-49B21CAFA2A6}" dt="2020-02-18T12:25:40.665" v="330" actId="478"/>
          <ac:grpSpMkLst>
            <pc:docMk/>
            <pc:sldMk cId="1931982655" sldId="805"/>
            <ac:grpSpMk id="38" creationId="{9AD61F1E-EB66-A048-B584-5058EB43E99A}"/>
          </ac:grpSpMkLst>
        </pc:grpChg>
        <pc:grpChg chg="add mod">
          <ac:chgData name="pozza magdy" userId="ac1ce3788096011b" providerId="LiveId" clId="{2126BC88-333D-C340-B8E1-49B21CAFA2A6}" dt="2020-02-18T12:25:58.479" v="346" actId="12788"/>
          <ac:grpSpMkLst>
            <pc:docMk/>
            <pc:sldMk cId="1931982655" sldId="805"/>
            <ac:grpSpMk id="146" creationId="{EF19E158-999B-8949-9B27-788345D4BA6E}"/>
          </ac:grpSpMkLst>
        </pc:grpChg>
      </pc:sldChg>
      <pc:sldChg chg="addSp delSp modSp">
        <pc:chgData name="pozza magdy" userId="ac1ce3788096011b" providerId="LiveId" clId="{2126BC88-333D-C340-B8E1-49B21CAFA2A6}" dt="2020-02-18T12:26:20.146" v="355" actId="12788"/>
        <pc:sldMkLst>
          <pc:docMk/>
          <pc:sldMk cId="4104749888" sldId="807"/>
        </pc:sldMkLst>
        <pc:spChg chg="mod">
          <ac:chgData name="pozza magdy" userId="ac1ce3788096011b" providerId="LiveId" clId="{2126BC88-333D-C340-B8E1-49B21CAFA2A6}" dt="2020-02-18T12:26:20.146" v="355" actId="12788"/>
          <ac:spMkLst>
            <pc:docMk/>
            <pc:sldMk cId="4104749888" sldId="807"/>
            <ac:spMk id="137" creationId="{63AF48DD-8B04-C948-B855-603AF6B17A66}"/>
          </ac:spMkLst>
        </pc:spChg>
        <pc:grpChg chg="del">
          <ac:chgData name="pozza magdy" userId="ac1ce3788096011b" providerId="LiveId" clId="{2126BC88-333D-C340-B8E1-49B21CAFA2A6}" dt="2020-02-18T12:26:11.189" v="347" actId="478"/>
          <ac:grpSpMkLst>
            <pc:docMk/>
            <pc:sldMk cId="4104749888" sldId="807"/>
            <ac:grpSpMk id="138" creationId="{48870982-A38E-A744-8A37-A5819D6CB5BE}"/>
          </ac:grpSpMkLst>
        </pc:grpChg>
        <pc:grpChg chg="add mod">
          <ac:chgData name="pozza magdy" userId="ac1ce3788096011b" providerId="LiveId" clId="{2126BC88-333D-C340-B8E1-49B21CAFA2A6}" dt="2020-02-18T12:26:20.146" v="355" actId="12788"/>
          <ac:grpSpMkLst>
            <pc:docMk/>
            <pc:sldMk cId="4104749888" sldId="807"/>
            <ac:grpSpMk id="141" creationId="{7233E60F-CB0C-D944-B14B-E5E0BC46B8C6}"/>
          </ac:grpSpMkLst>
        </pc:grpChg>
      </pc:sldChg>
      <pc:sldChg chg="addSp delSp modSp">
        <pc:chgData name="pozza magdy" userId="ac1ce3788096011b" providerId="LiveId" clId="{2126BC88-333D-C340-B8E1-49B21CAFA2A6}" dt="2020-02-18T12:26:30.395" v="360" actId="12789"/>
        <pc:sldMkLst>
          <pc:docMk/>
          <pc:sldMk cId="2776268981" sldId="808"/>
        </pc:sldMkLst>
        <pc:spChg chg="mod">
          <ac:chgData name="pozza magdy" userId="ac1ce3788096011b" providerId="LiveId" clId="{2126BC88-333D-C340-B8E1-49B21CAFA2A6}" dt="2020-02-18T12:26:30.395" v="360" actId="12789"/>
          <ac:spMkLst>
            <pc:docMk/>
            <pc:sldMk cId="2776268981" sldId="808"/>
            <ac:spMk id="63" creationId="{89C6AD23-8446-F942-AA5B-FE25C923D0FC}"/>
          </ac:spMkLst>
        </pc:spChg>
        <pc:grpChg chg="del">
          <ac:chgData name="pozza magdy" userId="ac1ce3788096011b" providerId="LiveId" clId="{2126BC88-333D-C340-B8E1-49B21CAFA2A6}" dt="2020-02-18T12:26:24.928" v="356" actId="478"/>
          <ac:grpSpMkLst>
            <pc:docMk/>
            <pc:sldMk cId="2776268981" sldId="808"/>
            <ac:grpSpMk id="64" creationId="{A80F94E1-38CC-4544-B427-900B197EBA84}"/>
          </ac:grpSpMkLst>
        </pc:grpChg>
        <pc:grpChg chg="add mod">
          <ac:chgData name="pozza magdy" userId="ac1ce3788096011b" providerId="LiveId" clId="{2126BC88-333D-C340-B8E1-49B21CAFA2A6}" dt="2020-02-18T12:26:30.395" v="360" actId="12789"/>
          <ac:grpSpMkLst>
            <pc:docMk/>
            <pc:sldMk cId="2776268981" sldId="808"/>
            <ac:grpSpMk id="167" creationId="{CB55FD9E-4C36-594A-A9D1-25DD8E8F2E85}"/>
          </ac:grpSpMkLst>
        </pc:grpChg>
      </pc:sldChg>
      <pc:sldChg chg="addSp delSp modSp">
        <pc:chgData name="pozza magdy" userId="ac1ce3788096011b" providerId="LiveId" clId="{2126BC88-333D-C340-B8E1-49B21CAFA2A6}" dt="2020-02-18T12:26:44.301" v="365" actId="12788"/>
        <pc:sldMkLst>
          <pc:docMk/>
          <pc:sldMk cId="3073362593" sldId="809"/>
        </pc:sldMkLst>
        <pc:spChg chg="mod">
          <ac:chgData name="pozza magdy" userId="ac1ce3788096011b" providerId="LiveId" clId="{2126BC88-333D-C340-B8E1-49B21CAFA2A6}" dt="2020-02-18T12:26:44.301" v="365" actId="12788"/>
          <ac:spMkLst>
            <pc:docMk/>
            <pc:sldMk cId="3073362593" sldId="809"/>
            <ac:spMk id="44" creationId="{770170B2-3410-C34D-B68F-224AF564A0A6}"/>
          </ac:spMkLst>
        </pc:spChg>
        <pc:grpChg chg="del">
          <ac:chgData name="pozza magdy" userId="ac1ce3788096011b" providerId="LiveId" clId="{2126BC88-333D-C340-B8E1-49B21CAFA2A6}" dt="2020-02-18T12:26:39.038" v="361" actId="478"/>
          <ac:grpSpMkLst>
            <pc:docMk/>
            <pc:sldMk cId="3073362593" sldId="809"/>
            <ac:grpSpMk id="45" creationId="{312C7E8D-3BC4-A74F-85CF-E5D1C9ECEDE6}"/>
          </ac:grpSpMkLst>
        </pc:grpChg>
        <pc:grpChg chg="add mod">
          <ac:chgData name="pozza magdy" userId="ac1ce3788096011b" providerId="LiveId" clId="{2126BC88-333D-C340-B8E1-49B21CAFA2A6}" dt="2020-02-18T12:26:44.301" v="365" actId="12788"/>
          <ac:grpSpMkLst>
            <pc:docMk/>
            <pc:sldMk cId="3073362593" sldId="809"/>
            <ac:grpSpMk id="139" creationId="{661D5F79-8AB2-944A-9A34-F06807B1907F}"/>
          </ac:grpSpMkLst>
        </pc:grpChg>
      </pc:sldChg>
      <pc:sldChg chg="addSp delSp modSp">
        <pc:chgData name="pozza magdy" userId="ac1ce3788096011b" providerId="LiveId" clId="{2126BC88-333D-C340-B8E1-49B21CAFA2A6}" dt="2020-02-18T12:26:53.851" v="370" actId="12788"/>
        <pc:sldMkLst>
          <pc:docMk/>
          <pc:sldMk cId="3017844115" sldId="810"/>
        </pc:sldMkLst>
        <pc:spChg chg="mod">
          <ac:chgData name="pozza magdy" userId="ac1ce3788096011b" providerId="LiveId" clId="{2126BC88-333D-C340-B8E1-49B21CAFA2A6}" dt="2020-02-18T12:26:53.851" v="370" actId="12788"/>
          <ac:spMkLst>
            <pc:docMk/>
            <pc:sldMk cId="3017844115" sldId="810"/>
            <ac:spMk id="42" creationId="{8EE5B5CD-6340-6C4B-988D-20ECB2C17455}"/>
          </ac:spMkLst>
        </pc:spChg>
        <pc:grpChg chg="del">
          <ac:chgData name="pozza magdy" userId="ac1ce3788096011b" providerId="LiveId" clId="{2126BC88-333D-C340-B8E1-49B21CAFA2A6}" dt="2020-02-18T12:26:49.306" v="366" actId="478"/>
          <ac:grpSpMkLst>
            <pc:docMk/>
            <pc:sldMk cId="3017844115" sldId="810"/>
            <ac:grpSpMk id="43" creationId="{ED69D0F9-FBAA-3A4A-BA7F-2A6C1DCC1991}"/>
          </ac:grpSpMkLst>
        </pc:grpChg>
        <pc:grpChg chg="add mod">
          <ac:chgData name="pozza magdy" userId="ac1ce3788096011b" providerId="LiveId" clId="{2126BC88-333D-C340-B8E1-49B21CAFA2A6}" dt="2020-02-18T12:26:53.851" v="370" actId="12788"/>
          <ac:grpSpMkLst>
            <pc:docMk/>
            <pc:sldMk cId="3017844115" sldId="810"/>
            <ac:grpSpMk id="152" creationId="{40227184-483B-0741-A95C-C8F0D6440C67}"/>
          </ac:grpSpMkLst>
        </pc:grpChg>
      </pc:sldChg>
      <pc:sldChg chg="addSp delSp modSp">
        <pc:chgData name="pozza magdy" userId="ac1ce3788096011b" providerId="LiveId" clId="{2126BC88-333D-C340-B8E1-49B21CAFA2A6}" dt="2020-02-18T12:27:33.373" v="389" actId="12788"/>
        <pc:sldMkLst>
          <pc:docMk/>
          <pc:sldMk cId="2197821465" sldId="811"/>
        </pc:sldMkLst>
        <pc:spChg chg="mod">
          <ac:chgData name="pozza magdy" userId="ac1ce3788096011b" providerId="LiveId" clId="{2126BC88-333D-C340-B8E1-49B21CAFA2A6}" dt="2020-02-18T12:27:03.203" v="371" actId="207"/>
          <ac:spMkLst>
            <pc:docMk/>
            <pc:sldMk cId="2197821465" sldId="811"/>
            <ac:spMk id="22" creationId="{05BAF1FF-D0A2-D04C-8A7B-7C4884B781FF}"/>
          </ac:spMkLst>
        </pc:spChg>
        <pc:spChg chg="mod">
          <ac:chgData name="pozza magdy" userId="ac1ce3788096011b" providerId="LiveId" clId="{2126BC88-333D-C340-B8E1-49B21CAFA2A6}" dt="2020-02-18T12:27:03.203" v="371" actId="207"/>
          <ac:spMkLst>
            <pc:docMk/>
            <pc:sldMk cId="2197821465" sldId="811"/>
            <ac:spMk id="23" creationId="{714E69EA-4DB4-9E47-914F-638C4D9DDDC2}"/>
          </ac:spMkLst>
        </pc:spChg>
        <pc:spChg chg="mod">
          <ac:chgData name="pozza magdy" userId="ac1ce3788096011b" providerId="LiveId" clId="{2126BC88-333D-C340-B8E1-49B21CAFA2A6}" dt="2020-02-18T12:27:03.203" v="371" actId="207"/>
          <ac:spMkLst>
            <pc:docMk/>
            <pc:sldMk cId="2197821465" sldId="811"/>
            <ac:spMk id="24" creationId="{75800F80-7DBB-784E-A716-780655781C6A}"/>
          </ac:spMkLst>
        </pc:spChg>
        <pc:spChg chg="mod">
          <ac:chgData name="pozza magdy" userId="ac1ce3788096011b" providerId="LiveId" clId="{2126BC88-333D-C340-B8E1-49B21CAFA2A6}" dt="2020-02-18T12:27:03.203" v="371" actId="207"/>
          <ac:spMkLst>
            <pc:docMk/>
            <pc:sldMk cId="2197821465" sldId="811"/>
            <ac:spMk id="25" creationId="{FAF26E87-3445-AD43-AD19-90A9958063F6}"/>
          </ac:spMkLst>
        </pc:spChg>
        <pc:spChg chg="mod">
          <ac:chgData name="pozza magdy" userId="ac1ce3788096011b" providerId="LiveId" clId="{2126BC88-333D-C340-B8E1-49B21CAFA2A6}" dt="2020-02-18T12:27:03.203" v="371" actId="207"/>
          <ac:spMkLst>
            <pc:docMk/>
            <pc:sldMk cId="2197821465" sldId="811"/>
            <ac:spMk id="26" creationId="{18F1B064-B20A-9E42-8CCB-B40EC226A81D}"/>
          </ac:spMkLst>
        </pc:spChg>
        <pc:spChg chg="mod">
          <ac:chgData name="pozza magdy" userId="ac1ce3788096011b" providerId="LiveId" clId="{2126BC88-333D-C340-B8E1-49B21CAFA2A6}" dt="2020-02-18T12:27:03.203" v="371" actId="207"/>
          <ac:spMkLst>
            <pc:docMk/>
            <pc:sldMk cId="2197821465" sldId="811"/>
            <ac:spMk id="27" creationId="{6342B80A-6564-E44B-A57E-6339AD37363F}"/>
          </ac:spMkLst>
        </pc:spChg>
        <pc:spChg chg="mod">
          <ac:chgData name="pozza magdy" userId="ac1ce3788096011b" providerId="LiveId" clId="{2126BC88-333D-C340-B8E1-49B21CAFA2A6}" dt="2020-02-18T12:27:33.373" v="389" actId="12788"/>
          <ac:spMkLst>
            <pc:docMk/>
            <pc:sldMk cId="2197821465" sldId="811"/>
            <ac:spMk id="112" creationId="{D463786B-BDA0-FF40-9DCA-FC009B0A53AC}"/>
          </ac:spMkLst>
        </pc:spChg>
        <pc:spChg chg="mod">
          <ac:chgData name="pozza magdy" userId="ac1ce3788096011b" providerId="LiveId" clId="{2126BC88-333D-C340-B8E1-49B21CAFA2A6}" dt="2020-02-18T12:27:18.423" v="386" actId="1036"/>
          <ac:spMkLst>
            <pc:docMk/>
            <pc:sldMk cId="2197821465" sldId="811"/>
            <ac:spMk id="234" creationId="{83485944-E5DC-9C48-88CE-B505AE5695E3}"/>
          </ac:spMkLst>
        </pc:spChg>
        <pc:grpChg chg="del">
          <ac:chgData name="pozza magdy" userId="ac1ce3788096011b" providerId="LiveId" clId="{2126BC88-333D-C340-B8E1-49B21CAFA2A6}" dt="2020-02-18T12:27:08.772" v="372" actId="478"/>
          <ac:grpSpMkLst>
            <pc:docMk/>
            <pc:sldMk cId="2197821465" sldId="811"/>
            <ac:grpSpMk id="113" creationId="{F461CA07-AB70-BD48-912F-5A0E6BFB81FA}"/>
          </ac:grpSpMkLst>
        </pc:grpChg>
        <pc:grpChg chg="add mod">
          <ac:chgData name="pozza magdy" userId="ac1ce3788096011b" providerId="LiveId" clId="{2126BC88-333D-C340-B8E1-49B21CAFA2A6}" dt="2020-02-18T12:27:33.373" v="389" actId="12788"/>
          <ac:grpSpMkLst>
            <pc:docMk/>
            <pc:sldMk cId="2197821465" sldId="811"/>
            <ac:grpSpMk id="233" creationId="{AA6C392B-9A02-7D4A-91FC-E4F8D5273F1B}"/>
          </ac:grpSpMkLst>
        </pc:grpChg>
      </pc:sldChg>
      <pc:sldChg chg="addSp delSp modSp">
        <pc:chgData name="pozza magdy" userId="ac1ce3788096011b" providerId="LiveId" clId="{2126BC88-333D-C340-B8E1-49B21CAFA2A6}" dt="2020-02-20T08:47:05.068" v="486" actId="207"/>
        <pc:sldMkLst>
          <pc:docMk/>
          <pc:sldMk cId="2357366080" sldId="813"/>
        </pc:sldMkLst>
        <pc:spChg chg="mod">
          <ac:chgData name="pozza magdy" userId="ac1ce3788096011b" providerId="LiveId" clId="{2126BC88-333D-C340-B8E1-49B21CAFA2A6}" dt="2020-02-20T08:47:05.068" v="486" actId="207"/>
          <ac:spMkLst>
            <pc:docMk/>
            <pc:sldMk cId="2357366080" sldId="813"/>
            <ac:spMk id="11" creationId="{B55DAA33-1079-554F-B08F-996617F9A36C}"/>
          </ac:spMkLst>
        </pc:spChg>
        <pc:spChg chg="add del">
          <ac:chgData name="pozza magdy" userId="ac1ce3788096011b" providerId="LiveId" clId="{2126BC88-333D-C340-B8E1-49B21CAFA2A6}" dt="2020-02-20T08:46:46.158" v="463" actId="478"/>
          <ac:spMkLst>
            <pc:docMk/>
            <pc:sldMk cId="2357366080" sldId="813"/>
            <ac:spMk id="29" creationId="{7466FA85-B22E-224F-A708-2E148758DA78}"/>
          </ac:spMkLst>
        </pc:spChg>
        <pc:spChg chg="add del">
          <ac:chgData name="pozza magdy" userId="ac1ce3788096011b" providerId="LiveId" clId="{2126BC88-333D-C340-B8E1-49B21CAFA2A6}" dt="2020-02-20T08:46:48.793" v="464" actId="478"/>
          <ac:spMkLst>
            <pc:docMk/>
            <pc:sldMk cId="2357366080" sldId="813"/>
            <ac:spMk id="41" creationId="{CD7F0A70-1A31-BD4B-80D8-C17F88165630}"/>
          </ac:spMkLst>
        </pc:spChg>
        <pc:spChg chg="mod">
          <ac:chgData name="pozza magdy" userId="ac1ce3788096011b" providerId="LiveId" clId="{2126BC88-333D-C340-B8E1-49B21CAFA2A6}" dt="2020-02-18T12:27:49.292" v="394" actId="12788"/>
          <ac:spMkLst>
            <pc:docMk/>
            <pc:sldMk cId="2357366080" sldId="813"/>
            <ac:spMk id="44" creationId="{3119C398-3F1A-6D42-9BC6-986600042F5B}"/>
          </ac:spMkLst>
        </pc:spChg>
        <pc:spChg chg="add del mod">
          <ac:chgData name="pozza magdy" userId="ac1ce3788096011b" providerId="LiveId" clId="{2126BC88-333D-C340-B8E1-49B21CAFA2A6}" dt="2020-02-20T08:46:31.697" v="460"/>
          <ac:spMkLst>
            <pc:docMk/>
            <pc:sldMk cId="2357366080" sldId="813"/>
            <ac:spMk id="177" creationId="{F1018AA1-C5AD-2448-AA0B-49492E1A2377}"/>
          </ac:spMkLst>
        </pc:spChg>
        <pc:spChg chg="add del mod">
          <ac:chgData name="pozza magdy" userId="ac1ce3788096011b" providerId="LiveId" clId="{2126BC88-333D-C340-B8E1-49B21CAFA2A6}" dt="2020-02-20T08:46:31.697" v="460"/>
          <ac:spMkLst>
            <pc:docMk/>
            <pc:sldMk cId="2357366080" sldId="813"/>
            <ac:spMk id="178" creationId="{00F790AA-BCD2-204D-A554-5FCD37F153F4}"/>
          </ac:spMkLst>
        </pc:spChg>
        <pc:spChg chg="mod">
          <ac:chgData name="pozza magdy" userId="ac1ce3788096011b" providerId="LiveId" clId="{2126BC88-333D-C340-B8E1-49B21CAFA2A6}" dt="2020-02-20T08:47:00.287" v="467" actId="207"/>
          <ac:spMkLst>
            <pc:docMk/>
            <pc:sldMk cId="2357366080" sldId="813"/>
            <ac:spMk id="179" creationId="{327128A7-9249-9A48-A448-FF69C5F335C4}"/>
          </ac:spMkLst>
        </pc:spChg>
        <pc:grpChg chg="del">
          <ac:chgData name="pozza magdy" userId="ac1ce3788096011b" providerId="LiveId" clId="{2126BC88-333D-C340-B8E1-49B21CAFA2A6}" dt="2020-02-18T12:27:44.026" v="390" actId="478"/>
          <ac:grpSpMkLst>
            <pc:docMk/>
            <pc:sldMk cId="2357366080" sldId="813"/>
            <ac:grpSpMk id="45" creationId="{391B656C-0EF8-4F4F-A60D-FF18E5BEA866}"/>
          </ac:grpSpMkLst>
        </pc:grpChg>
        <pc:grpChg chg="add mod">
          <ac:chgData name="pozza magdy" userId="ac1ce3788096011b" providerId="LiveId" clId="{2126BC88-333D-C340-B8E1-49B21CAFA2A6}" dt="2020-02-18T12:27:49.292" v="394" actId="12788"/>
          <ac:grpSpMkLst>
            <pc:docMk/>
            <pc:sldMk cId="2357366080" sldId="813"/>
            <ac:grpSpMk id="174" creationId="{39C19A60-4225-4749-95EF-375DDB290036}"/>
          </ac:grpSpMkLst>
        </pc:grpChg>
      </pc:sldChg>
      <pc:sldChg chg="addSp delSp modSp">
        <pc:chgData name="pozza magdy" userId="ac1ce3788096011b" providerId="LiveId" clId="{2126BC88-333D-C340-B8E1-49B21CAFA2A6}" dt="2020-02-18T12:04:55.630" v="36" actId="12789"/>
        <pc:sldMkLst>
          <pc:docMk/>
          <pc:sldMk cId="3039447537" sldId="814"/>
        </pc:sldMkLst>
        <pc:spChg chg="mod">
          <ac:chgData name="pozza magdy" userId="ac1ce3788096011b" providerId="LiveId" clId="{2126BC88-333D-C340-B8E1-49B21CAFA2A6}" dt="2020-02-18T12:04:55.630" v="36" actId="12789"/>
          <ac:spMkLst>
            <pc:docMk/>
            <pc:sldMk cId="3039447537" sldId="814"/>
            <ac:spMk id="51" creationId="{09FECA69-B719-554A-9E6D-D9A87D17B9BC}"/>
          </ac:spMkLst>
        </pc:spChg>
        <pc:grpChg chg="del">
          <ac:chgData name="pozza magdy" userId="ac1ce3788096011b" providerId="LiveId" clId="{2126BC88-333D-C340-B8E1-49B21CAFA2A6}" dt="2020-02-18T12:04:49.956" v="32" actId="478"/>
          <ac:grpSpMkLst>
            <pc:docMk/>
            <pc:sldMk cId="3039447537" sldId="814"/>
            <ac:grpSpMk id="52" creationId="{E7BB63BF-C289-1E4F-8748-FE0C51B3A23D}"/>
          </ac:grpSpMkLst>
        </pc:grpChg>
        <pc:grpChg chg="add mod">
          <ac:chgData name="pozza magdy" userId="ac1ce3788096011b" providerId="LiveId" clId="{2126BC88-333D-C340-B8E1-49B21CAFA2A6}" dt="2020-02-18T12:04:55.630" v="36" actId="12789"/>
          <ac:grpSpMkLst>
            <pc:docMk/>
            <pc:sldMk cId="3039447537" sldId="814"/>
            <ac:grpSpMk id="102" creationId="{87019EE5-6FB2-3044-8237-801493E3CD2C}"/>
          </ac:grpSpMkLst>
        </pc:grpChg>
      </pc:sldChg>
      <pc:sldChg chg="addSp delSp modSp">
        <pc:chgData name="pozza magdy" userId="ac1ce3788096011b" providerId="LiveId" clId="{2126BC88-333D-C340-B8E1-49B21CAFA2A6}" dt="2020-02-18T12:05:15.633" v="42" actId="12789"/>
        <pc:sldMkLst>
          <pc:docMk/>
          <pc:sldMk cId="1682370332" sldId="815"/>
        </pc:sldMkLst>
        <pc:spChg chg="mod">
          <ac:chgData name="pozza magdy" userId="ac1ce3788096011b" providerId="LiveId" clId="{2126BC88-333D-C340-B8E1-49B21CAFA2A6}" dt="2020-02-18T12:05:03.427" v="37" actId="207"/>
          <ac:spMkLst>
            <pc:docMk/>
            <pc:sldMk cId="1682370332" sldId="815"/>
            <ac:spMk id="18" creationId="{DF2C535A-3159-A348-982C-A74D33A144FA}"/>
          </ac:spMkLst>
        </pc:spChg>
        <pc:spChg chg="mod">
          <ac:chgData name="pozza magdy" userId="ac1ce3788096011b" providerId="LiveId" clId="{2126BC88-333D-C340-B8E1-49B21CAFA2A6}" dt="2020-02-18T12:05:03.427" v="37" actId="207"/>
          <ac:spMkLst>
            <pc:docMk/>
            <pc:sldMk cId="1682370332" sldId="815"/>
            <ac:spMk id="19" creationId="{5CD95730-32E8-6841-A0B2-D83D8D07D0B4}"/>
          </ac:spMkLst>
        </pc:spChg>
        <pc:spChg chg="mod">
          <ac:chgData name="pozza magdy" userId="ac1ce3788096011b" providerId="LiveId" clId="{2126BC88-333D-C340-B8E1-49B21CAFA2A6}" dt="2020-02-18T12:05:03.427" v="37" actId="207"/>
          <ac:spMkLst>
            <pc:docMk/>
            <pc:sldMk cId="1682370332" sldId="815"/>
            <ac:spMk id="20" creationId="{9A32A3E2-C0C6-3A45-BC88-BD80C9152C6D}"/>
          </ac:spMkLst>
        </pc:spChg>
        <pc:spChg chg="mod">
          <ac:chgData name="pozza magdy" userId="ac1ce3788096011b" providerId="LiveId" clId="{2126BC88-333D-C340-B8E1-49B21CAFA2A6}" dt="2020-02-18T12:05:03.427" v="37" actId="207"/>
          <ac:spMkLst>
            <pc:docMk/>
            <pc:sldMk cId="1682370332" sldId="815"/>
            <ac:spMk id="21" creationId="{78B504C5-1842-914B-8E22-B24B1A57EF0A}"/>
          </ac:spMkLst>
        </pc:spChg>
        <pc:spChg chg="mod">
          <ac:chgData name="pozza magdy" userId="ac1ce3788096011b" providerId="LiveId" clId="{2126BC88-333D-C340-B8E1-49B21CAFA2A6}" dt="2020-02-18T12:05:15.633" v="42" actId="12789"/>
          <ac:spMkLst>
            <pc:docMk/>
            <pc:sldMk cId="1682370332" sldId="815"/>
            <ac:spMk id="98" creationId="{43F9DA37-C300-B34F-8F33-61E1A8A99BAF}"/>
          </ac:spMkLst>
        </pc:spChg>
        <pc:grpChg chg="del">
          <ac:chgData name="pozza magdy" userId="ac1ce3788096011b" providerId="LiveId" clId="{2126BC88-333D-C340-B8E1-49B21CAFA2A6}" dt="2020-02-18T12:05:07.748" v="38" actId="478"/>
          <ac:grpSpMkLst>
            <pc:docMk/>
            <pc:sldMk cId="1682370332" sldId="815"/>
            <ac:grpSpMk id="99" creationId="{FFD362D3-DC61-9F49-8658-7AEBAD7FA26D}"/>
          </ac:grpSpMkLst>
        </pc:grpChg>
        <pc:grpChg chg="add mod">
          <ac:chgData name="pozza magdy" userId="ac1ce3788096011b" providerId="LiveId" clId="{2126BC88-333D-C340-B8E1-49B21CAFA2A6}" dt="2020-02-18T12:05:15.633" v="42" actId="12789"/>
          <ac:grpSpMkLst>
            <pc:docMk/>
            <pc:sldMk cId="1682370332" sldId="815"/>
            <ac:grpSpMk id="102" creationId="{F2A19780-99BD-B84A-A2B9-1FA2132AFAED}"/>
          </ac:grpSpMkLst>
        </pc:grpChg>
      </pc:sldChg>
      <pc:sldChg chg="addSp delSp modSp">
        <pc:chgData name="pozza magdy" userId="ac1ce3788096011b" providerId="LiveId" clId="{2126BC88-333D-C340-B8E1-49B21CAFA2A6}" dt="2020-02-18T12:05:31.147" v="49" actId="12788"/>
        <pc:sldMkLst>
          <pc:docMk/>
          <pc:sldMk cId="648863287" sldId="816"/>
        </pc:sldMkLst>
        <pc:spChg chg="mod">
          <ac:chgData name="pozza magdy" userId="ac1ce3788096011b" providerId="LiveId" clId="{2126BC88-333D-C340-B8E1-49B21CAFA2A6}" dt="2020-02-18T12:05:31.147" v="49" actId="12788"/>
          <ac:spMkLst>
            <pc:docMk/>
            <pc:sldMk cId="648863287" sldId="816"/>
            <ac:spMk id="133" creationId="{209B5F3A-69EC-6C49-B464-C37E20D25C22}"/>
          </ac:spMkLst>
        </pc:spChg>
        <pc:grpChg chg="del">
          <ac:chgData name="pozza magdy" userId="ac1ce3788096011b" providerId="LiveId" clId="{2126BC88-333D-C340-B8E1-49B21CAFA2A6}" dt="2020-02-18T12:05:23.633" v="43" actId="478"/>
          <ac:grpSpMkLst>
            <pc:docMk/>
            <pc:sldMk cId="648863287" sldId="816"/>
            <ac:grpSpMk id="134" creationId="{36836E94-5A22-AA42-8D70-A81AACA8A5BA}"/>
          </ac:grpSpMkLst>
        </pc:grpChg>
        <pc:grpChg chg="add mod">
          <ac:chgData name="pozza magdy" userId="ac1ce3788096011b" providerId="LiveId" clId="{2126BC88-333D-C340-B8E1-49B21CAFA2A6}" dt="2020-02-18T12:05:31.147" v="49" actId="12788"/>
          <ac:grpSpMkLst>
            <pc:docMk/>
            <pc:sldMk cId="648863287" sldId="816"/>
            <ac:grpSpMk id="137" creationId="{E18BEEDA-5420-5844-95E9-14F3845011EE}"/>
          </ac:grpSpMkLst>
        </pc:grpChg>
      </pc:sldChg>
      <pc:sldChg chg="addSp delSp modSp">
        <pc:chgData name="pozza magdy" userId="ac1ce3788096011b" providerId="LiveId" clId="{2126BC88-333D-C340-B8E1-49B21CAFA2A6}" dt="2020-02-18T12:24:08.407" v="279" actId="12788"/>
        <pc:sldMkLst>
          <pc:docMk/>
          <pc:sldMk cId="923961134" sldId="817"/>
        </pc:sldMkLst>
        <pc:spChg chg="mod">
          <ac:chgData name="pozza magdy" userId="ac1ce3788096011b" providerId="LiveId" clId="{2126BC88-333D-C340-B8E1-49B21CAFA2A6}" dt="2020-02-18T12:24:08.407" v="279" actId="12788"/>
          <ac:spMkLst>
            <pc:docMk/>
            <pc:sldMk cId="923961134" sldId="817"/>
            <ac:spMk id="112" creationId="{34E0562D-7DAD-5E4E-8410-F6D2E7210CAD}"/>
          </ac:spMkLst>
        </pc:spChg>
        <pc:grpChg chg="del">
          <ac:chgData name="pozza magdy" userId="ac1ce3788096011b" providerId="LiveId" clId="{2126BC88-333D-C340-B8E1-49B21CAFA2A6}" dt="2020-02-18T12:24:02.969" v="275" actId="478"/>
          <ac:grpSpMkLst>
            <pc:docMk/>
            <pc:sldMk cId="923961134" sldId="817"/>
            <ac:grpSpMk id="113" creationId="{922078BD-1293-654B-9243-8357096A51AE}"/>
          </ac:grpSpMkLst>
        </pc:grpChg>
        <pc:grpChg chg="add mod">
          <ac:chgData name="pozza magdy" userId="ac1ce3788096011b" providerId="LiveId" clId="{2126BC88-333D-C340-B8E1-49B21CAFA2A6}" dt="2020-02-18T12:24:08.407" v="279" actId="12788"/>
          <ac:grpSpMkLst>
            <pc:docMk/>
            <pc:sldMk cId="923961134" sldId="817"/>
            <ac:grpSpMk id="131" creationId="{BCA30103-EA5F-544A-9291-EB723466CDFC}"/>
          </ac:grpSpMkLst>
        </pc:grpChg>
      </pc:sldChg>
      <pc:sldChg chg="addSp delSp modSp">
        <pc:chgData name="pozza magdy" userId="ac1ce3788096011b" providerId="LiveId" clId="{2126BC88-333D-C340-B8E1-49B21CAFA2A6}" dt="2020-02-18T12:24:21.874" v="284" actId="12788"/>
        <pc:sldMkLst>
          <pc:docMk/>
          <pc:sldMk cId="1378802761" sldId="818"/>
        </pc:sldMkLst>
        <pc:spChg chg="mod">
          <ac:chgData name="pozza magdy" userId="ac1ce3788096011b" providerId="LiveId" clId="{2126BC88-333D-C340-B8E1-49B21CAFA2A6}" dt="2020-02-18T12:24:21.874" v="284" actId="12788"/>
          <ac:spMkLst>
            <pc:docMk/>
            <pc:sldMk cId="1378802761" sldId="818"/>
            <ac:spMk id="107" creationId="{22124A91-CBB5-3F49-B013-6B363287536F}"/>
          </ac:spMkLst>
        </pc:spChg>
        <pc:grpChg chg="del">
          <ac:chgData name="pozza magdy" userId="ac1ce3788096011b" providerId="LiveId" clId="{2126BC88-333D-C340-B8E1-49B21CAFA2A6}" dt="2020-02-18T12:24:15.856" v="280" actId="478"/>
          <ac:grpSpMkLst>
            <pc:docMk/>
            <pc:sldMk cId="1378802761" sldId="818"/>
            <ac:grpSpMk id="108" creationId="{DB667E57-2121-3844-A936-25F7614BF470}"/>
          </ac:grpSpMkLst>
        </pc:grpChg>
        <pc:grpChg chg="add mod">
          <ac:chgData name="pozza magdy" userId="ac1ce3788096011b" providerId="LiveId" clId="{2126BC88-333D-C340-B8E1-49B21CAFA2A6}" dt="2020-02-18T12:24:21.874" v="284" actId="12788"/>
          <ac:grpSpMkLst>
            <pc:docMk/>
            <pc:sldMk cId="1378802761" sldId="818"/>
            <ac:grpSpMk id="126" creationId="{FC2CD921-13CD-844A-8FA7-40D3FD58324E}"/>
          </ac:grpSpMkLst>
        </pc:grpChg>
      </pc:sldChg>
      <pc:sldChg chg="addSp delSp modSp">
        <pc:chgData name="pozza magdy" userId="ac1ce3788096011b" providerId="LiveId" clId="{2126BC88-333D-C340-B8E1-49B21CAFA2A6}" dt="2020-02-18T12:24:38.434" v="291" actId="12788"/>
        <pc:sldMkLst>
          <pc:docMk/>
          <pc:sldMk cId="500051796" sldId="819"/>
        </pc:sldMkLst>
        <pc:spChg chg="mod">
          <ac:chgData name="pozza magdy" userId="ac1ce3788096011b" providerId="LiveId" clId="{2126BC88-333D-C340-B8E1-49B21CAFA2A6}" dt="2020-02-18T12:24:38.434" v="291" actId="12788"/>
          <ac:spMkLst>
            <pc:docMk/>
            <pc:sldMk cId="500051796" sldId="819"/>
            <ac:spMk id="23" creationId="{3E3FE705-4910-464E-BFA6-8D3790E441E1}"/>
          </ac:spMkLst>
        </pc:spChg>
        <pc:grpChg chg="del">
          <ac:chgData name="pozza magdy" userId="ac1ce3788096011b" providerId="LiveId" clId="{2126BC88-333D-C340-B8E1-49B21CAFA2A6}" dt="2020-02-18T12:24:29.622" v="285" actId="478"/>
          <ac:grpSpMkLst>
            <pc:docMk/>
            <pc:sldMk cId="500051796" sldId="819"/>
            <ac:grpSpMk id="24" creationId="{FE0835DD-548B-2F46-BC15-5B5B0957AD5B}"/>
          </ac:grpSpMkLst>
        </pc:grpChg>
        <pc:grpChg chg="add mod">
          <ac:chgData name="pozza magdy" userId="ac1ce3788096011b" providerId="LiveId" clId="{2126BC88-333D-C340-B8E1-49B21CAFA2A6}" dt="2020-02-18T12:24:38.434" v="291" actId="12788"/>
          <ac:grpSpMkLst>
            <pc:docMk/>
            <pc:sldMk cId="500051796" sldId="819"/>
            <ac:grpSpMk id="104" creationId="{8F7FAA17-B5E8-4946-8648-EB31B880CC47}"/>
          </ac:grpSpMkLst>
        </pc:grpChg>
      </pc:sldChg>
      <pc:sldChg chg="addSp delSp modSp">
        <pc:chgData name="pozza magdy" userId="ac1ce3788096011b" providerId="LiveId" clId="{2126BC88-333D-C340-B8E1-49B21CAFA2A6}" dt="2020-02-18T12:27:58.764" v="399" actId="12788"/>
        <pc:sldMkLst>
          <pc:docMk/>
          <pc:sldMk cId="1873414942" sldId="820"/>
        </pc:sldMkLst>
        <pc:spChg chg="mod">
          <ac:chgData name="pozza magdy" userId="ac1ce3788096011b" providerId="LiveId" clId="{2126BC88-333D-C340-B8E1-49B21CAFA2A6}" dt="2020-02-18T12:27:58.764" v="399" actId="12788"/>
          <ac:spMkLst>
            <pc:docMk/>
            <pc:sldMk cId="1873414942" sldId="820"/>
            <ac:spMk id="35" creationId="{864F7CDC-DF0B-5949-B35D-C2621EF8D773}"/>
          </ac:spMkLst>
        </pc:spChg>
        <pc:grpChg chg="del">
          <ac:chgData name="pozza magdy" userId="ac1ce3788096011b" providerId="LiveId" clId="{2126BC88-333D-C340-B8E1-49B21CAFA2A6}" dt="2020-02-18T12:27:53.436" v="395" actId="478"/>
          <ac:grpSpMkLst>
            <pc:docMk/>
            <pc:sldMk cId="1873414942" sldId="820"/>
            <ac:grpSpMk id="36" creationId="{4F048F6E-81DC-5941-92B6-25749D83D5CC}"/>
          </ac:grpSpMkLst>
        </pc:grpChg>
        <pc:grpChg chg="add mod">
          <ac:chgData name="pozza magdy" userId="ac1ce3788096011b" providerId="LiveId" clId="{2126BC88-333D-C340-B8E1-49B21CAFA2A6}" dt="2020-02-18T12:27:58.764" v="399" actId="12788"/>
          <ac:grpSpMkLst>
            <pc:docMk/>
            <pc:sldMk cId="1873414942" sldId="820"/>
            <ac:grpSpMk id="159" creationId="{F0E76BE4-373A-054A-BBB6-EF357F639080}"/>
          </ac:grpSpMkLst>
        </pc:grpChg>
      </pc:sldChg>
      <pc:sldChg chg="addSp delSp modSp">
        <pc:chgData name="pozza magdy" userId="ac1ce3788096011b" providerId="LiveId" clId="{2126BC88-333D-C340-B8E1-49B21CAFA2A6}" dt="2020-02-18T12:28:10.735" v="404" actId="12788"/>
        <pc:sldMkLst>
          <pc:docMk/>
          <pc:sldMk cId="3353627934" sldId="821"/>
        </pc:sldMkLst>
        <pc:spChg chg="mod">
          <ac:chgData name="pozza magdy" userId="ac1ce3788096011b" providerId="LiveId" clId="{2126BC88-333D-C340-B8E1-49B21CAFA2A6}" dt="2020-02-18T12:28:10.735" v="404" actId="12788"/>
          <ac:spMkLst>
            <pc:docMk/>
            <pc:sldMk cId="3353627934" sldId="821"/>
            <ac:spMk id="49" creationId="{1625A4F3-E102-624B-9654-3F83CF0FEC6E}"/>
          </ac:spMkLst>
        </pc:spChg>
        <pc:grpChg chg="del">
          <ac:chgData name="pozza magdy" userId="ac1ce3788096011b" providerId="LiveId" clId="{2126BC88-333D-C340-B8E1-49B21CAFA2A6}" dt="2020-02-18T12:28:05.298" v="400" actId="478"/>
          <ac:grpSpMkLst>
            <pc:docMk/>
            <pc:sldMk cId="3353627934" sldId="821"/>
            <ac:grpSpMk id="50" creationId="{6D390412-0F60-584A-A059-165740CC1A9D}"/>
          </ac:grpSpMkLst>
        </pc:grpChg>
        <pc:grpChg chg="add mod">
          <ac:chgData name="pozza magdy" userId="ac1ce3788096011b" providerId="LiveId" clId="{2126BC88-333D-C340-B8E1-49B21CAFA2A6}" dt="2020-02-18T12:28:10.735" v="404" actId="12788"/>
          <ac:grpSpMkLst>
            <pc:docMk/>
            <pc:sldMk cId="3353627934" sldId="821"/>
            <ac:grpSpMk id="154" creationId="{B74BC857-EC4D-7B47-8E3B-0777CE570FBB}"/>
          </ac:grpSpMkLst>
        </pc:grpChg>
      </pc:sldChg>
      <pc:sldChg chg="addSp delSp modSp">
        <pc:chgData name="pozza magdy" userId="ac1ce3788096011b" providerId="LiveId" clId="{2126BC88-333D-C340-B8E1-49B21CAFA2A6}" dt="2020-02-18T12:28:31.052" v="414" actId="12789"/>
        <pc:sldMkLst>
          <pc:docMk/>
          <pc:sldMk cId="4062418713" sldId="822"/>
        </pc:sldMkLst>
        <pc:spChg chg="mod">
          <ac:chgData name="pozza magdy" userId="ac1ce3788096011b" providerId="LiveId" clId="{2126BC88-333D-C340-B8E1-49B21CAFA2A6}" dt="2020-02-18T12:28:31.052" v="414" actId="12789"/>
          <ac:spMkLst>
            <pc:docMk/>
            <pc:sldMk cId="4062418713" sldId="822"/>
            <ac:spMk id="122" creationId="{88D57A08-3AFA-E24A-8A4A-177282214843}"/>
          </ac:spMkLst>
        </pc:spChg>
        <pc:grpChg chg="del mod">
          <ac:chgData name="pozza magdy" userId="ac1ce3788096011b" providerId="LiveId" clId="{2126BC88-333D-C340-B8E1-49B21CAFA2A6}" dt="2020-02-18T12:28:20.500" v="406" actId="478"/>
          <ac:grpSpMkLst>
            <pc:docMk/>
            <pc:sldMk cId="4062418713" sldId="822"/>
            <ac:grpSpMk id="123" creationId="{3E8181FB-915D-414E-9B83-3A1BA5BFA4A5}"/>
          </ac:grpSpMkLst>
        </pc:grpChg>
        <pc:grpChg chg="add mod">
          <ac:chgData name="pozza magdy" userId="ac1ce3788096011b" providerId="LiveId" clId="{2126BC88-333D-C340-B8E1-49B21CAFA2A6}" dt="2020-02-18T12:28:31.052" v="414" actId="12789"/>
          <ac:grpSpMkLst>
            <pc:docMk/>
            <pc:sldMk cId="4062418713" sldId="822"/>
            <ac:grpSpMk id="144" creationId="{481E5011-E608-0E4C-BE36-7AC772E5FE82}"/>
          </ac:grpSpMkLst>
        </pc:grpChg>
      </pc:sldChg>
      <pc:sldChg chg="addSp delSp modSp">
        <pc:chgData name="pozza magdy" userId="ac1ce3788096011b" providerId="LiveId" clId="{2126BC88-333D-C340-B8E1-49B21CAFA2A6}" dt="2020-02-18T12:24:50.865" v="296" actId="12788"/>
        <pc:sldMkLst>
          <pc:docMk/>
          <pc:sldMk cId="1555925146" sldId="823"/>
        </pc:sldMkLst>
        <pc:spChg chg="mod">
          <ac:chgData name="pozza magdy" userId="ac1ce3788096011b" providerId="LiveId" clId="{2126BC88-333D-C340-B8E1-49B21CAFA2A6}" dt="2020-02-18T12:24:50.865" v="296" actId="12788"/>
          <ac:spMkLst>
            <pc:docMk/>
            <pc:sldMk cId="1555925146" sldId="823"/>
            <ac:spMk id="141" creationId="{5D5436FE-DEC6-9449-96EF-C0633CA9F9F4}"/>
          </ac:spMkLst>
        </pc:spChg>
        <pc:grpChg chg="del">
          <ac:chgData name="pozza magdy" userId="ac1ce3788096011b" providerId="LiveId" clId="{2126BC88-333D-C340-B8E1-49B21CAFA2A6}" dt="2020-02-18T12:24:44.900" v="292" actId="478"/>
          <ac:grpSpMkLst>
            <pc:docMk/>
            <pc:sldMk cId="1555925146" sldId="823"/>
            <ac:grpSpMk id="142" creationId="{3C011605-7EF6-9A41-B676-E6D87DB564B6}"/>
          </ac:grpSpMkLst>
        </pc:grpChg>
        <pc:grpChg chg="add mod">
          <ac:chgData name="pozza magdy" userId="ac1ce3788096011b" providerId="LiveId" clId="{2126BC88-333D-C340-B8E1-49B21CAFA2A6}" dt="2020-02-18T12:24:50.865" v="296" actId="12788"/>
          <ac:grpSpMkLst>
            <pc:docMk/>
            <pc:sldMk cId="1555925146" sldId="823"/>
            <ac:grpSpMk id="145" creationId="{EDBC4C2F-FD39-AF4C-9BB8-04AE5416DC63}"/>
          </ac:grpSpMkLst>
        </pc:grpChg>
      </pc:sldChg>
      <pc:sldChg chg="modSp">
        <pc:chgData name="pozza magdy" userId="ac1ce3788096011b" providerId="LiveId" clId="{2126BC88-333D-C340-B8E1-49B21CAFA2A6}" dt="2020-02-18T12:05:38.926" v="50" actId="207"/>
        <pc:sldMkLst>
          <pc:docMk/>
          <pc:sldMk cId="1689010436" sldId="824"/>
        </pc:sldMkLst>
        <pc:spChg chg="mod">
          <ac:chgData name="pozza magdy" userId="ac1ce3788096011b" providerId="LiveId" clId="{2126BC88-333D-C340-B8E1-49B21CAFA2A6}" dt="2020-02-18T12:05:38.926" v="50" actId="207"/>
          <ac:spMkLst>
            <pc:docMk/>
            <pc:sldMk cId="1689010436" sldId="824"/>
            <ac:spMk id="14" creationId="{2D62CBCC-6E29-0F4A-A1EA-2F64C90ED31B}"/>
          </ac:spMkLst>
        </pc:spChg>
        <pc:spChg chg="mod">
          <ac:chgData name="pozza magdy" userId="ac1ce3788096011b" providerId="LiveId" clId="{2126BC88-333D-C340-B8E1-49B21CAFA2A6}" dt="2020-02-18T12:05:38.926" v="50" actId="207"/>
          <ac:spMkLst>
            <pc:docMk/>
            <pc:sldMk cId="1689010436" sldId="824"/>
            <ac:spMk id="15" creationId="{89F8D22E-501A-A244-B0C0-F677FB8F626A}"/>
          </ac:spMkLst>
        </pc:spChg>
        <pc:spChg chg="mod">
          <ac:chgData name="pozza magdy" userId="ac1ce3788096011b" providerId="LiveId" clId="{2126BC88-333D-C340-B8E1-49B21CAFA2A6}" dt="2020-02-18T12:05:38.926" v="50" actId="207"/>
          <ac:spMkLst>
            <pc:docMk/>
            <pc:sldMk cId="1689010436" sldId="824"/>
            <ac:spMk id="16" creationId="{01DA7E29-C576-1E42-9399-D43BC1B1E6F7}"/>
          </ac:spMkLst>
        </pc:spChg>
        <pc:spChg chg="mod">
          <ac:chgData name="pozza magdy" userId="ac1ce3788096011b" providerId="LiveId" clId="{2126BC88-333D-C340-B8E1-49B21CAFA2A6}" dt="2020-02-18T12:05:38.926" v="50" actId="207"/>
          <ac:spMkLst>
            <pc:docMk/>
            <pc:sldMk cId="1689010436" sldId="824"/>
            <ac:spMk id="17" creationId="{ED035747-B589-D64E-8EA8-0F81C75C51F7}"/>
          </ac:spMkLst>
        </pc:spChg>
      </pc:sldChg>
      <pc:sldChg chg="addSp delSp modSp">
        <pc:chgData name="pozza magdy" userId="ac1ce3788096011b" providerId="LiveId" clId="{2126BC88-333D-C340-B8E1-49B21CAFA2A6}" dt="2020-02-18T12:06:11.546" v="59" actId="12789"/>
        <pc:sldMkLst>
          <pc:docMk/>
          <pc:sldMk cId="953402132" sldId="825"/>
        </pc:sldMkLst>
        <pc:spChg chg="mod">
          <ac:chgData name="pozza magdy" userId="ac1ce3788096011b" providerId="LiveId" clId="{2126BC88-333D-C340-B8E1-49B21CAFA2A6}" dt="2020-02-18T12:06:11.546" v="59" actId="12789"/>
          <ac:spMkLst>
            <pc:docMk/>
            <pc:sldMk cId="953402132" sldId="825"/>
            <ac:spMk id="61" creationId="{F6A5A520-58E8-474A-8925-B0B274DC590E}"/>
          </ac:spMkLst>
        </pc:spChg>
        <pc:grpChg chg="del">
          <ac:chgData name="pozza magdy" userId="ac1ce3788096011b" providerId="LiveId" clId="{2126BC88-333D-C340-B8E1-49B21CAFA2A6}" dt="2020-02-18T12:06:07.050" v="55" actId="478"/>
          <ac:grpSpMkLst>
            <pc:docMk/>
            <pc:sldMk cId="953402132" sldId="825"/>
            <ac:grpSpMk id="62" creationId="{742E3B00-CD20-FB44-8506-6337C4C9460C}"/>
          </ac:grpSpMkLst>
        </pc:grpChg>
        <pc:grpChg chg="mod">
          <ac:chgData name="pozza magdy" userId="ac1ce3788096011b" providerId="LiveId" clId="{2126BC88-333D-C340-B8E1-49B21CAFA2A6}" dt="2020-02-18T12:06:00.850" v="54" actId="207"/>
          <ac:grpSpMkLst>
            <pc:docMk/>
            <pc:sldMk cId="953402132" sldId="825"/>
            <ac:grpSpMk id="103" creationId="{8DD83EDA-FA89-FA40-B0A5-643A552B9EE9}"/>
          </ac:grpSpMkLst>
        </pc:grpChg>
        <pc:grpChg chg="mod">
          <ac:chgData name="pozza magdy" userId="ac1ce3788096011b" providerId="LiveId" clId="{2126BC88-333D-C340-B8E1-49B21CAFA2A6}" dt="2020-02-18T12:06:00.850" v="54" actId="207"/>
          <ac:grpSpMkLst>
            <pc:docMk/>
            <pc:sldMk cId="953402132" sldId="825"/>
            <ac:grpSpMk id="128" creationId="{9A7DC692-B412-3343-8E8B-1F3536E6C224}"/>
          </ac:grpSpMkLst>
        </pc:grpChg>
        <pc:grpChg chg="add mod">
          <ac:chgData name="pozza magdy" userId="ac1ce3788096011b" providerId="LiveId" clId="{2126BC88-333D-C340-B8E1-49B21CAFA2A6}" dt="2020-02-18T12:06:11.546" v="59" actId="12789"/>
          <ac:grpSpMkLst>
            <pc:docMk/>
            <pc:sldMk cId="953402132" sldId="825"/>
            <ac:grpSpMk id="132" creationId="{B307464B-613A-2549-A000-6D90C87883E0}"/>
          </ac:grpSpMkLst>
        </pc:grpChg>
      </pc:sldChg>
      <pc:sldChg chg="addSp delSp modSp">
        <pc:chgData name="pozza magdy" userId="ac1ce3788096011b" providerId="LiveId" clId="{2126BC88-333D-C340-B8E1-49B21CAFA2A6}" dt="2020-02-18T12:06:25.844" v="64" actId="12788"/>
        <pc:sldMkLst>
          <pc:docMk/>
          <pc:sldMk cId="3072252733" sldId="826"/>
        </pc:sldMkLst>
        <pc:spChg chg="mod">
          <ac:chgData name="pozza magdy" userId="ac1ce3788096011b" providerId="LiveId" clId="{2126BC88-333D-C340-B8E1-49B21CAFA2A6}" dt="2020-02-18T12:06:18.100" v="60" actId="207"/>
          <ac:spMkLst>
            <pc:docMk/>
            <pc:sldMk cId="3072252733" sldId="826"/>
            <ac:spMk id="43" creationId="{81FC24C2-B22B-5348-97B7-15488EC31A2B}"/>
          </ac:spMkLst>
        </pc:spChg>
        <pc:spChg chg="mod">
          <ac:chgData name="pozza magdy" userId="ac1ce3788096011b" providerId="LiveId" clId="{2126BC88-333D-C340-B8E1-49B21CAFA2A6}" dt="2020-02-18T12:06:18.100" v="60" actId="207"/>
          <ac:spMkLst>
            <pc:docMk/>
            <pc:sldMk cId="3072252733" sldId="826"/>
            <ac:spMk id="44" creationId="{25B2A6BA-3CB5-6B45-BE05-03072D37A06B}"/>
          </ac:spMkLst>
        </pc:spChg>
        <pc:spChg chg="mod">
          <ac:chgData name="pozza magdy" userId="ac1ce3788096011b" providerId="LiveId" clId="{2126BC88-333D-C340-B8E1-49B21CAFA2A6}" dt="2020-02-18T12:06:18.100" v="60" actId="207"/>
          <ac:spMkLst>
            <pc:docMk/>
            <pc:sldMk cId="3072252733" sldId="826"/>
            <ac:spMk id="45" creationId="{5D67DE62-466C-C643-A345-E2BFB16211DD}"/>
          </ac:spMkLst>
        </pc:spChg>
        <pc:spChg chg="mod">
          <ac:chgData name="pozza magdy" userId="ac1ce3788096011b" providerId="LiveId" clId="{2126BC88-333D-C340-B8E1-49B21CAFA2A6}" dt="2020-02-18T12:06:18.100" v="60" actId="207"/>
          <ac:spMkLst>
            <pc:docMk/>
            <pc:sldMk cId="3072252733" sldId="826"/>
            <ac:spMk id="46" creationId="{3039FBE9-58C8-C447-B444-9D5859310541}"/>
          </ac:spMkLst>
        </pc:spChg>
        <pc:spChg chg="mod">
          <ac:chgData name="pozza magdy" userId="ac1ce3788096011b" providerId="LiveId" clId="{2126BC88-333D-C340-B8E1-49B21CAFA2A6}" dt="2020-02-18T12:06:25.844" v="64" actId="12788"/>
          <ac:spMkLst>
            <pc:docMk/>
            <pc:sldMk cId="3072252733" sldId="826"/>
            <ac:spMk id="47" creationId="{A4AB91F0-D37C-F645-8DBB-3CB0A1F0FEF0}"/>
          </ac:spMkLst>
        </pc:spChg>
        <pc:grpChg chg="del">
          <ac:chgData name="pozza magdy" userId="ac1ce3788096011b" providerId="LiveId" clId="{2126BC88-333D-C340-B8E1-49B21CAFA2A6}" dt="2020-02-18T12:06:22.583" v="61" actId="478"/>
          <ac:grpSpMkLst>
            <pc:docMk/>
            <pc:sldMk cId="3072252733" sldId="826"/>
            <ac:grpSpMk id="48" creationId="{18522CC3-7BB7-7543-84B9-454F1DED3D09}"/>
          </ac:grpSpMkLst>
        </pc:grpChg>
        <pc:grpChg chg="add mod">
          <ac:chgData name="pozza magdy" userId="ac1ce3788096011b" providerId="LiveId" clId="{2126BC88-333D-C340-B8E1-49B21CAFA2A6}" dt="2020-02-18T12:06:25.844" v="64" actId="12788"/>
          <ac:grpSpMkLst>
            <pc:docMk/>
            <pc:sldMk cId="3072252733" sldId="826"/>
            <ac:grpSpMk id="131" creationId="{9C8C0659-D0FE-7247-9606-D9676EAF6034}"/>
          </ac:grpSpMkLst>
        </pc:grpChg>
      </pc:sldChg>
      <pc:sldChg chg="addSp delSp modSp add del">
        <pc:chgData name="pozza magdy" userId="ac1ce3788096011b" providerId="LiveId" clId="{2126BC88-333D-C340-B8E1-49B21CAFA2A6}" dt="2020-02-20T08:47:14.133" v="487" actId="2696"/>
        <pc:sldMkLst>
          <pc:docMk/>
          <pc:sldMk cId="1314900335" sldId="827"/>
        </pc:sldMkLst>
        <pc:spChg chg="del">
          <ac:chgData name="pozza magdy" userId="ac1ce3788096011b" providerId="LiveId" clId="{2126BC88-333D-C340-B8E1-49B21CAFA2A6}" dt="2020-02-20T07:44:31.793" v="428"/>
          <ac:spMkLst>
            <pc:docMk/>
            <pc:sldMk cId="1314900335" sldId="827"/>
            <ac:spMk id="2" creationId="{EA4F4236-8A99-444C-BA34-6282940F9DB7}"/>
          </ac:spMkLst>
        </pc:spChg>
        <pc:spChg chg="add mod">
          <ac:chgData name="pozza magdy" userId="ac1ce3788096011b" providerId="LiveId" clId="{2126BC88-333D-C340-B8E1-49B21CAFA2A6}" dt="2020-02-20T07:44:45.285" v="433" actId="207"/>
          <ac:spMkLst>
            <pc:docMk/>
            <pc:sldMk cId="1314900335" sldId="827"/>
            <ac:spMk id="3" creationId="{215084DA-DE01-4242-B7C0-818F4CDC0F1B}"/>
          </ac:spMkLst>
        </pc:spChg>
        <pc:spChg chg="add del mod">
          <ac:chgData name="pozza magdy" userId="ac1ce3788096011b" providerId="LiveId" clId="{2126BC88-333D-C340-B8E1-49B21CAFA2A6}" dt="2020-02-20T08:04:54.058" v="441" actId="478"/>
          <ac:spMkLst>
            <pc:docMk/>
            <pc:sldMk cId="1314900335" sldId="827"/>
            <ac:spMk id="7" creationId="{8365D3EB-E886-AB49-AD36-BCF0612E02EF}"/>
          </ac:spMkLst>
        </pc:spChg>
        <pc:spChg chg="mod">
          <ac:chgData name="pozza magdy" userId="ac1ce3788096011b" providerId="LiveId" clId="{2126BC88-333D-C340-B8E1-49B21CAFA2A6}" dt="2020-02-20T08:03:59.075" v="439" actId="2085"/>
          <ac:spMkLst>
            <pc:docMk/>
            <pc:sldMk cId="1314900335" sldId="827"/>
            <ac:spMk id="11" creationId="{075E8B6B-3ECD-9548-BF18-1E0E2B87D5BF}"/>
          </ac:spMkLst>
        </pc:spChg>
        <pc:spChg chg="mod">
          <ac:chgData name="pozza magdy" userId="ac1ce3788096011b" providerId="LiveId" clId="{2126BC88-333D-C340-B8E1-49B21CAFA2A6}" dt="2020-02-20T08:03:59.075" v="439" actId="2085"/>
          <ac:spMkLst>
            <pc:docMk/>
            <pc:sldMk cId="1314900335" sldId="827"/>
            <ac:spMk id="12" creationId="{C85381C6-6113-FC46-A9C6-DD54C9E0D9DE}"/>
          </ac:spMkLst>
        </pc:spChg>
        <pc:spChg chg="mod">
          <ac:chgData name="pozza magdy" userId="ac1ce3788096011b" providerId="LiveId" clId="{2126BC88-333D-C340-B8E1-49B21CAFA2A6}" dt="2020-02-20T08:03:59.075" v="439" actId="2085"/>
          <ac:spMkLst>
            <pc:docMk/>
            <pc:sldMk cId="1314900335" sldId="827"/>
            <ac:spMk id="13" creationId="{FE38C702-6C04-0C44-A88C-6890CFEFC5A3}"/>
          </ac:spMkLst>
        </pc:spChg>
        <pc:spChg chg="mod">
          <ac:chgData name="pozza magdy" userId="ac1ce3788096011b" providerId="LiveId" clId="{2126BC88-333D-C340-B8E1-49B21CAFA2A6}" dt="2020-02-20T08:03:59.075" v="439" actId="2085"/>
          <ac:spMkLst>
            <pc:docMk/>
            <pc:sldMk cId="1314900335" sldId="827"/>
            <ac:spMk id="14" creationId="{D9E64D17-B175-AD4F-8C26-6E6BEA79D257}"/>
          </ac:spMkLst>
        </pc:spChg>
        <pc:grpChg chg="add mod">
          <ac:chgData name="pozza magdy" userId="ac1ce3788096011b" providerId="LiveId" clId="{2126BC88-333D-C340-B8E1-49B21CAFA2A6}" dt="2020-02-20T07:44:45.285" v="433" actId="207"/>
          <ac:grpSpMkLst>
            <pc:docMk/>
            <pc:sldMk cId="1314900335" sldId="827"/>
            <ac:grpSpMk id="4" creationId="{5222A927-CBCA-7C43-A1D3-9F76DC0EB36B}"/>
          </ac:grpSpMkLst>
        </pc:grpChg>
        <pc:grpChg chg="add mod">
          <ac:chgData name="pozza magdy" userId="ac1ce3788096011b" providerId="LiveId" clId="{2126BC88-333D-C340-B8E1-49B21CAFA2A6}" dt="2020-02-20T08:02:02.975" v="436" actId="164"/>
          <ac:grpSpMkLst>
            <pc:docMk/>
            <pc:sldMk cId="1314900335" sldId="827"/>
            <ac:grpSpMk id="8" creationId="{F67840AA-5CD4-AE4A-A783-CB75CC170140}"/>
          </ac:grpSpMkLst>
        </pc:grpChg>
        <pc:grpChg chg="add mod">
          <ac:chgData name="pozza magdy" userId="ac1ce3788096011b" providerId="LiveId" clId="{2126BC88-333D-C340-B8E1-49B21CAFA2A6}" dt="2020-02-20T08:02:02.975" v="436" actId="164"/>
          <ac:grpSpMkLst>
            <pc:docMk/>
            <pc:sldMk cId="1314900335" sldId="827"/>
            <ac:grpSpMk id="23" creationId="{E9758B18-61E8-D741-88FB-9AC9ADA1FA6A}"/>
          </ac:grpSpMkLst>
        </pc:grpChg>
        <pc:grpChg chg="add mod">
          <ac:chgData name="pozza magdy" userId="ac1ce3788096011b" providerId="LiveId" clId="{2126BC88-333D-C340-B8E1-49B21CAFA2A6}" dt="2020-02-20T08:02:02.975" v="436" actId="164"/>
          <ac:grpSpMkLst>
            <pc:docMk/>
            <pc:sldMk cId="1314900335" sldId="827"/>
            <ac:grpSpMk id="35" creationId="{4BE63922-9791-244B-9538-9EAB94FB870B}"/>
          </ac:grpSpMkLst>
        </pc:grpChg>
        <pc:grpChg chg="add mod">
          <ac:chgData name="pozza magdy" userId="ac1ce3788096011b" providerId="LiveId" clId="{2126BC88-333D-C340-B8E1-49B21CAFA2A6}" dt="2020-02-20T08:02:02.975" v="436" actId="164"/>
          <ac:grpSpMkLst>
            <pc:docMk/>
            <pc:sldMk cId="1314900335" sldId="827"/>
            <ac:grpSpMk id="44" creationId="{5FEFF869-7312-7740-B036-F8FA967D779F}"/>
          </ac:grpSpMkLst>
        </pc:grpChg>
        <pc:grpChg chg="add mod">
          <ac:chgData name="pozza magdy" userId="ac1ce3788096011b" providerId="LiveId" clId="{2126BC88-333D-C340-B8E1-49B21CAFA2A6}" dt="2020-02-20T08:02:02.975" v="436" actId="164"/>
          <ac:grpSpMkLst>
            <pc:docMk/>
            <pc:sldMk cId="1314900335" sldId="827"/>
            <ac:grpSpMk id="70" creationId="{7B7244D5-52F8-A44D-BD10-B8724DE73095}"/>
          </ac:grpSpMkLst>
        </pc:grpChg>
        <pc:grpChg chg="add mod">
          <ac:chgData name="pozza magdy" userId="ac1ce3788096011b" providerId="LiveId" clId="{2126BC88-333D-C340-B8E1-49B21CAFA2A6}" dt="2020-02-20T08:02:02.975" v="436" actId="164"/>
          <ac:grpSpMkLst>
            <pc:docMk/>
            <pc:sldMk cId="1314900335" sldId="827"/>
            <ac:grpSpMk id="80" creationId="{CD9350D2-D411-BE44-9A3B-A1EE530EC1DD}"/>
          </ac:grpSpMkLst>
        </pc:grpChg>
        <pc:grpChg chg="add mod">
          <ac:chgData name="pozza magdy" userId="ac1ce3788096011b" providerId="LiveId" clId="{2126BC88-333D-C340-B8E1-49B21CAFA2A6}" dt="2020-02-20T08:04:26.542" v="440" actId="1076"/>
          <ac:grpSpMkLst>
            <pc:docMk/>
            <pc:sldMk cId="1314900335" sldId="827"/>
            <ac:grpSpMk id="83" creationId="{0559A3E7-F881-A84A-AD2A-9490A47DC7E8}"/>
          </ac:grpSpMkLst>
        </pc:grpChg>
      </pc:sldChg>
      <pc:sldChg chg="addSp delSp modSp add del">
        <pc:chgData name="pozza magdy" userId="ac1ce3788096011b" providerId="LiveId" clId="{2126BC88-333D-C340-B8E1-49B21CAFA2A6}" dt="2020-02-18T12:15:48.897" v="144" actId="2696"/>
        <pc:sldMkLst>
          <pc:docMk/>
          <pc:sldMk cId="2409429183" sldId="827"/>
        </pc:sldMkLst>
        <pc:picChg chg="add del mod">
          <ac:chgData name="pozza magdy" userId="ac1ce3788096011b" providerId="LiveId" clId="{2126BC88-333D-C340-B8E1-49B21CAFA2A6}" dt="2020-02-18T12:14:14.400" v="118"/>
          <ac:picMkLst>
            <pc:docMk/>
            <pc:sldMk cId="2409429183" sldId="827"/>
            <ac:picMk id="9" creationId="{90D88E2E-7645-C443-B85C-507C263C6B83}"/>
          </ac:picMkLst>
        </pc:picChg>
        <pc:picChg chg="del mod">
          <ac:chgData name="pozza magdy" userId="ac1ce3788096011b" providerId="LiveId" clId="{2126BC88-333D-C340-B8E1-49B21CAFA2A6}" dt="2020-02-18T12:13:56.835" v="114" actId="478"/>
          <ac:picMkLst>
            <pc:docMk/>
            <pc:sldMk cId="2409429183" sldId="827"/>
            <ac:picMk id="10" creationId="{D03A5A8E-20DF-154A-8D20-D23E1CF1EC7B}"/>
          </ac:picMkLst>
        </pc:picChg>
      </pc:sldChg>
      <pc:sldChg chg="addSp delSp modSp add del">
        <pc:chgData name="pozza magdy" userId="ac1ce3788096011b" providerId="LiveId" clId="{2126BC88-333D-C340-B8E1-49B21CAFA2A6}" dt="2020-02-18T12:20:22.846" v="243" actId="2696"/>
        <pc:sldMkLst>
          <pc:docMk/>
          <pc:sldMk cId="435191564" sldId="828"/>
        </pc:sldMkLst>
        <pc:spChg chg="del">
          <ac:chgData name="pozza magdy" userId="ac1ce3788096011b" providerId="LiveId" clId="{2126BC88-333D-C340-B8E1-49B21CAFA2A6}" dt="2020-02-18T12:14:12.314" v="117"/>
          <ac:spMkLst>
            <pc:docMk/>
            <pc:sldMk cId="435191564" sldId="828"/>
            <ac:spMk id="2" creationId="{0FF3E4F7-5241-C944-B99C-A78B583A955C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7" creationId="{52B77899-8433-7E43-BCBC-83E8360400CD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8" creationId="{5F70C90F-1C62-C340-A9C8-A044E3FEDDE5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9" creationId="{D3E62CC9-637D-5A4F-A8C5-330D27605A57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0" creationId="{DFC981CE-3051-5247-8F0A-FF7AA7299939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1" creationId="{12B050C0-AA19-274B-B965-B57EE8BBB008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2" creationId="{D891F91C-0B2B-D64D-8856-F2A39D926364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3" creationId="{0A70422C-A2B3-984C-B270-D72C92E2C89B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4" creationId="{6B88B6A6-CF95-EC4F-AE17-C103561A2F65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5" creationId="{F2EB4F99-1D92-5B4D-AA22-4CC3C30CEEFA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6" creationId="{EA917999-50BA-E54E-B50B-5F3FDF4691FE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7" creationId="{20D56FEB-E24F-BC49-8BB5-FC5C1E703E26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8" creationId="{F6D7DAB7-E46B-0243-BF32-584563D06E09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19" creationId="{8AB55BE9-5211-B046-A3F5-878E36505B61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0" creationId="{DA6338BE-11B8-AE44-BD0B-11C25D0F4C92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1" creationId="{E92A6027-EF2B-E347-9C6C-ACB0BC6A132D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2" creationId="{27C7858D-0FA2-AC4B-801C-1EB31C6C6D3F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3" creationId="{367A7BCE-D32F-084E-960B-7487258130CE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4" creationId="{30309765-D4EE-9349-99D9-59C05AC20F35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5" creationId="{7F29114F-DB8C-DB4D-8155-3528E015B918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6" creationId="{865F1076-FB97-6E41-9E21-343F6BAAB989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7" creationId="{EE2D92D7-EF66-F149-A30F-C637A5F0B137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8" creationId="{D94F7A7B-F1D9-3048-BADC-AFC892520FD7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29" creationId="{3DFAB97E-46D0-8A4D-BEFC-A30412C3DA51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0" creationId="{11858AC0-522A-5841-B9AE-F0D02B43579D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1" creationId="{A84EFCCC-E718-E046-AF34-E4A0B6E13D78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2" creationId="{92CCD597-7175-F44C-A146-29F3F91181B9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3" creationId="{16B2D053-CDDE-FE43-98FC-B733D76656F6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4" creationId="{0845B86F-7F22-874E-B3CA-3B1EC7455389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5" creationId="{3E19EA0B-6C5D-AE43-B0E8-AF1CB38AE69A}"/>
          </ac:spMkLst>
        </pc:spChg>
        <pc:spChg chg="mod topLvl">
          <ac:chgData name="pozza magdy" userId="ac1ce3788096011b" providerId="LiveId" clId="{2126BC88-333D-C340-B8E1-49B21CAFA2A6}" dt="2020-02-18T12:18:10.872" v="208" actId="164"/>
          <ac:spMkLst>
            <pc:docMk/>
            <pc:sldMk cId="435191564" sldId="828"/>
            <ac:spMk id="36" creationId="{F24772ED-F9A8-4243-A136-34B801152AD4}"/>
          </ac:spMkLst>
        </pc:spChg>
        <pc:grpChg chg="del mod">
          <ac:chgData name="pozza magdy" userId="ac1ce3788096011b" providerId="LiveId" clId="{2126BC88-333D-C340-B8E1-49B21CAFA2A6}" dt="2020-02-18T12:16:10.102" v="147" actId="165"/>
          <ac:grpSpMkLst>
            <pc:docMk/>
            <pc:sldMk cId="435191564" sldId="828"/>
            <ac:grpSpMk id="6" creationId="{EA652DDD-B6F8-2042-A88D-5BEAF615B391}"/>
          </ac:grpSpMkLst>
        </pc:grpChg>
        <pc:grpChg chg="add mod">
          <ac:chgData name="pozza magdy" userId="ac1ce3788096011b" providerId="LiveId" clId="{2126BC88-333D-C340-B8E1-49B21CAFA2A6}" dt="2020-02-18T12:18:10.872" v="208" actId="164"/>
          <ac:grpSpMkLst>
            <pc:docMk/>
            <pc:sldMk cId="435191564" sldId="828"/>
            <ac:grpSpMk id="37" creationId="{33AC1F44-D86F-0A43-B6C5-74FD4A0DFE59}"/>
          </ac:grpSpMkLst>
        </pc:grpChg>
        <pc:picChg chg="add del">
          <ac:chgData name="pozza magdy" userId="ac1ce3788096011b" providerId="LiveId" clId="{2126BC88-333D-C340-B8E1-49B21CAFA2A6}" dt="2020-02-18T12:14:19.372" v="120"/>
          <ac:picMkLst>
            <pc:docMk/>
            <pc:sldMk cId="435191564" sldId="828"/>
            <ac:picMk id="3" creationId="{6A5BCCBD-00AF-9848-B5B0-0797A601DE71}"/>
          </ac:picMkLst>
        </pc:picChg>
        <pc:picChg chg="add del mod">
          <ac:chgData name="pozza magdy" userId="ac1ce3788096011b" providerId="LiveId" clId="{2126BC88-333D-C340-B8E1-49B21CAFA2A6}" dt="2020-02-18T12:14:59.871" v="133" actId="27803"/>
          <ac:picMkLst>
            <pc:docMk/>
            <pc:sldMk cId="435191564" sldId="828"/>
            <ac:picMk id="5" creationId="{EA652DDD-B6F8-2042-A88D-5BEAF615B391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030D53D-D642-8C43-97DF-798B83E0E80C}" type="datetimeFigureOut">
              <a:rPr lang="en-US" smtClean="0"/>
              <a:t>2/20/20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D039D37-DCD7-9441-8F2D-ED5EDCE9C88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986417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 you for Downloading our item form Premast.com</a:t>
            </a:r>
          </a:p>
          <a:p>
            <a:r>
              <a:rPr lang="en-US" dirty="0"/>
              <a:t>-------------------------------</a:t>
            </a:r>
          </a:p>
          <a:p>
            <a:endParaRPr lang="en-US" dirty="0"/>
          </a:p>
          <a:p>
            <a:r>
              <a:rPr lang="en-US" dirty="0"/>
              <a:t>You must attribute the graphics to Premast.com :</a:t>
            </a:r>
          </a:p>
          <a:p>
            <a:r>
              <a:rPr lang="en-US" dirty="0"/>
              <a:t>In order to use a content or a part of it, you must attribute it to Premast.com,</a:t>
            </a:r>
          </a:p>
          <a:p>
            <a:r>
              <a:rPr lang="en-US" dirty="0"/>
              <a:t>so we will be able to continue creating new free PowerPoint graphic resources every day.</a:t>
            </a:r>
          </a:p>
          <a:p>
            <a:endParaRPr lang="en-US" dirty="0"/>
          </a:p>
          <a:p>
            <a:r>
              <a:rPr lang="en-US" dirty="0"/>
              <a:t>How to attribute us?</a:t>
            </a:r>
          </a:p>
          <a:p>
            <a:pPr marL="171450" marR="0" lvl="0" indent="-171450" algn="l" rtl="0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FontTx/>
              <a:buChar char="-"/>
            </a:pPr>
            <a:r>
              <a:rPr lang="en-US" sz="1200" dirty="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you must credit </a:t>
            </a:r>
            <a:r>
              <a:rPr lang="en-US" sz="1200" b="1" u="none" dirty="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Premast</a:t>
            </a:r>
            <a:r>
              <a:rPr lang="en-US" sz="1200" dirty="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by keeping the final Credits slide.</a:t>
            </a:r>
          </a:p>
          <a:p>
            <a:pPr marL="171450" marR="0" lvl="0" indent="-171450" algn="l" rtl="0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FontTx/>
              <a:buChar char="-"/>
            </a:pPr>
            <a:endParaRPr lang="en-US" dirty="0"/>
          </a:p>
          <a:p>
            <a:r>
              <a:rPr lang="en-US" dirty="0"/>
              <a:t>"Designed by premast.com"</a:t>
            </a:r>
          </a:p>
          <a:p>
            <a:endParaRPr lang="en-US" dirty="0"/>
          </a:p>
          <a:p>
            <a:r>
              <a:rPr lang="en-US" dirty="0"/>
              <a:t>You are free to use this item:</a:t>
            </a:r>
          </a:p>
          <a:p>
            <a:r>
              <a:rPr lang="en-US" dirty="0"/>
              <a:t>- For both personal and commercial projects and to modify it.</a:t>
            </a:r>
          </a:p>
          <a:p>
            <a:r>
              <a:rPr lang="en-US" dirty="0"/>
              <a:t>- In a website or presentation template or as part of your design.</a:t>
            </a:r>
          </a:p>
          <a:p>
            <a:endParaRPr lang="en-US" dirty="0"/>
          </a:p>
          <a:p>
            <a:r>
              <a:rPr lang="en-US" dirty="0"/>
              <a:t>You are not allowed to:</a:t>
            </a:r>
          </a:p>
          <a:p>
            <a:r>
              <a:rPr lang="en-US" dirty="0"/>
              <a:t>- Sub-license, resell or rent it.</a:t>
            </a:r>
          </a:p>
          <a:p>
            <a:r>
              <a:rPr lang="en-US" dirty="0"/>
              <a:t>- Include it in any online or offline archive or database.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D039D37-DCD7-9441-8F2D-ED5EDCE9C88C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584685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tif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18F6FE3-861E-0749-8DE9-824F7B5A27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31D40C-C50D-AE44-A516-11B01C3A4E13}" type="datetimeFigureOut">
              <a:rPr lang="en-US" smtClean="0"/>
              <a:t>2/20/20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67262FD-B1AE-0E44-B44A-5CE846AC93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AEBC2C9-21AD-FA4D-8F32-EC56A0E65E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B5369A-0001-614B-A688-40736B4FCA44}" type="slidenum">
              <a:rPr lang="en-US" smtClean="0"/>
              <a:t>‹#›</a:t>
            </a:fld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283EA8D-EB53-934F-A1EA-844F122FB0C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flipV="1">
            <a:off x="-5939" y="3718377"/>
            <a:ext cx="12192000" cy="31396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49519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257612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860487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AAB7ED8-875E-9348-8C65-4F6A9871B3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5924D9B-44EC-3C4F-B97D-857ABD769D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A67CF1-35F6-AB4D-9C5A-B6733AE9A94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F31D40C-C50D-AE44-A516-11B01C3A4E13}" type="datetimeFigureOut">
              <a:rPr lang="en-US" smtClean="0"/>
              <a:t>2/20/20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F0CF17-1DB4-344E-ABB5-67DDE905E7E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0832A0-61C2-E247-A1B1-5E2150C381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6B5369A-0001-614B-A688-40736B4FCA4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Slide Number Placeholder 1">
            <a:extLst>
              <a:ext uri="{FF2B5EF4-FFF2-40B4-BE49-F238E27FC236}">
                <a16:creationId xmlns:a16="http://schemas.microsoft.com/office/drawing/2014/main" id="{A797C532-120D-3146-954F-DBAB7C770FFD}"/>
              </a:ext>
            </a:extLst>
          </p:cNvPr>
          <p:cNvSpPr txBox="1">
            <a:spLocks/>
          </p:cNvSpPr>
          <p:nvPr userDrawn="1"/>
        </p:nvSpPr>
        <p:spPr>
          <a:xfrm>
            <a:off x="11323847" y="136525"/>
            <a:ext cx="859191" cy="433537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A6B5369A-0001-614B-A688-40736B4FCA44}" type="slidenum">
              <a:rPr lang="en-US" sz="4000" b="1" smtClean="0">
                <a:solidFill>
                  <a:schemeClr val="tx2">
                    <a:alpha val="20000"/>
                  </a:schemeClr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pPr algn="ctr"/>
              <a:t>‹#›</a:t>
            </a:fld>
            <a:endParaRPr lang="en-US" sz="4000" b="1" dirty="0">
              <a:solidFill>
                <a:schemeClr val="tx2">
                  <a:alpha val="20000"/>
                </a:schemeClr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DA2CE90-EE3A-3748-88D8-57C59B61A29E}"/>
              </a:ext>
            </a:extLst>
          </p:cNvPr>
          <p:cNvGrpSpPr/>
          <p:nvPr userDrawn="1"/>
        </p:nvGrpSpPr>
        <p:grpSpPr>
          <a:xfrm>
            <a:off x="705352" y="6275538"/>
            <a:ext cx="1499556" cy="291208"/>
            <a:chOff x="3777901" y="2638261"/>
            <a:chExt cx="4636199" cy="900331"/>
          </a:xfrm>
        </p:grpSpPr>
        <p:grpSp>
          <p:nvGrpSpPr>
            <p:cNvPr id="22" name="Graphic 17">
              <a:extLst>
                <a:ext uri="{FF2B5EF4-FFF2-40B4-BE49-F238E27FC236}">
                  <a16:creationId xmlns:a16="http://schemas.microsoft.com/office/drawing/2014/main" id="{87238AC9-2644-A441-9CAC-71018B9EBE51}"/>
                </a:ext>
              </a:extLst>
            </p:cNvPr>
            <p:cNvGrpSpPr/>
            <p:nvPr/>
          </p:nvGrpSpPr>
          <p:grpSpPr>
            <a:xfrm>
              <a:off x="3777901" y="2638261"/>
              <a:ext cx="2708777" cy="900331"/>
              <a:chOff x="4930189" y="4690640"/>
              <a:chExt cx="3467537" cy="1152525"/>
            </a:xfrm>
          </p:grpSpPr>
          <p:sp>
            <p:nvSpPr>
              <p:cNvPr id="24" name="Freeform: Shape 33">
                <a:extLst>
                  <a:ext uri="{FF2B5EF4-FFF2-40B4-BE49-F238E27FC236}">
                    <a16:creationId xmlns:a16="http://schemas.microsoft.com/office/drawing/2014/main" id="{5B39E373-AB4D-C843-8B47-A36294ECD639}"/>
                  </a:ext>
                </a:extLst>
              </p:cNvPr>
              <p:cNvSpPr/>
              <p:nvPr/>
            </p:nvSpPr>
            <p:spPr>
              <a:xfrm>
                <a:off x="6941878" y="4690640"/>
                <a:ext cx="733425" cy="1152525"/>
              </a:xfrm>
              <a:custGeom>
                <a:avLst/>
                <a:gdLst>
                  <a:gd name="connsiteX0" fmla="*/ 139532 w 733425"/>
                  <a:gd name="connsiteY0" fmla="*/ 1152525 h 1152525"/>
                  <a:gd name="connsiteX1" fmla="*/ 64285 w 733425"/>
                  <a:gd name="connsiteY1" fmla="*/ 1102995 h 1152525"/>
                  <a:gd name="connsiteX2" fmla="*/ 9040 w 733425"/>
                  <a:gd name="connsiteY2" fmla="*/ 982028 h 1152525"/>
                  <a:gd name="connsiteX3" fmla="*/ 5230 w 733425"/>
                  <a:gd name="connsiteY3" fmla="*/ 860108 h 1152525"/>
                  <a:gd name="connsiteX4" fmla="*/ 13802 w 733425"/>
                  <a:gd name="connsiteY4" fmla="*/ 839153 h 1152525"/>
                  <a:gd name="connsiteX5" fmla="*/ 73810 w 733425"/>
                  <a:gd name="connsiteY5" fmla="*/ 775335 h 1152525"/>
                  <a:gd name="connsiteX6" fmla="*/ 4277 w 733425"/>
                  <a:gd name="connsiteY6" fmla="*/ 671513 h 1152525"/>
                  <a:gd name="connsiteX7" fmla="*/ 48092 w 733425"/>
                  <a:gd name="connsiteY7" fmla="*/ 512445 h 1152525"/>
                  <a:gd name="connsiteX8" fmla="*/ 89049 w 733425"/>
                  <a:gd name="connsiteY8" fmla="*/ 488633 h 1152525"/>
                  <a:gd name="connsiteX9" fmla="*/ 10944 w 733425"/>
                  <a:gd name="connsiteY9" fmla="*/ 345758 h 1152525"/>
                  <a:gd name="connsiteX10" fmla="*/ 8087 w 733425"/>
                  <a:gd name="connsiteY10" fmla="*/ 240030 h 1152525"/>
                  <a:gd name="connsiteX11" fmla="*/ 19517 w 733425"/>
                  <a:gd name="connsiteY11" fmla="*/ 169545 h 1152525"/>
                  <a:gd name="connsiteX12" fmla="*/ 94765 w 733425"/>
                  <a:gd name="connsiteY12" fmla="*/ 51435 h 1152525"/>
                  <a:gd name="connsiteX13" fmla="*/ 250022 w 733425"/>
                  <a:gd name="connsiteY13" fmla="*/ 2857 h 1152525"/>
                  <a:gd name="connsiteX14" fmla="*/ 270977 w 733425"/>
                  <a:gd name="connsiteY14" fmla="*/ 0 h 1152525"/>
                  <a:gd name="connsiteX15" fmla="*/ 739607 w 733425"/>
                  <a:gd name="connsiteY15" fmla="*/ 0 h 1152525"/>
                  <a:gd name="connsiteX16" fmla="*/ 739607 w 733425"/>
                  <a:gd name="connsiteY16" fmla="*/ 110490 h 1152525"/>
                  <a:gd name="connsiteX17" fmla="*/ 726272 w 733425"/>
                  <a:gd name="connsiteY17" fmla="*/ 127635 h 1152525"/>
                  <a:gd name="connsiteX18" fmla="*/ 668170 w 733425"/>
                  <a:gd name="connsiteY18" fmla="*/ 144780 h 1152525"/>
                  <a:gd name="connsiteX19" fmla="*/ 660549 w 733425"/>
                  <a:gd name="connsiteY19" fmla="*/ 162878 h 1152525"/>
                  <a:gd name="connsiteX20" fmla="*/ 673884 w 733425"/>
                  <a:gd name="connsiteY20" fmla="*/ 202883 h 1152525"/>
                  <a:gd name="connsiteX21" fmla="*/ 680552 w 733425"/>
                  <a:gd name="connsiteY21" fmla="*/ 348615 h 1152525"/>
                  <a:gd name="connsiteX22" fmla="*/ 647215 w 733425"/>
                  <a:gd name="connsiteY22" fmla="*/ 450533 h 1152525"/>
                  <a:gd name="connsiteX23" fmla="*/ 451952 w 733425"/>
                  <a:gd name="connsiteY23" fmla="*/ 557213 h 1152525"/>
                  <a:gd name="connsiteX24" fmla="*/ 220494 w 733425"/>
                  <a:gd name="connsiteY24" fmla="*/ 561023 h 1152525"/>
                  <a:gd name="connsiteX25" fmla="*/ 185252 w 733425"/>
                  <a:gd name="connsiteY25" fmla="*/ 587693 h 1152525"/>
                  <a:gd name="connsiteX26" fmla="*/ 210017 w 733425"/>
                  <a:gd name="connsiteY26" fmla="*/ 626745 h 1152525"/>
                  <a:gd name="connsiteX27" fmla="*/ 253832 w 733425"/>
                  <a:gd name="connsiteY27" fmla="*/ 633413 h 1152525"/>
                  <a:gd name="connsiteX28" fmla="*/ 486242 w 733425"/>
                  <a:gd name="connsiteY28" fmla="*/ 633413 h 1152525"/>
                  <a:gd name="connsiteX29" fmla="*/ 548155 w 733425"/>
                  <a:gd name="connsiteY29" fmla="*/ 641033 h 1152525"/>
                  <a:gd name="connsiteX30" fmla="*/ 650072 w 733425"/>
                  <a:gd name="connsiteY30" fmla="*/ 695325 h 1152525"/>
                  <a:gd name="connsiteX31" fmla="*/ 703412 w 733425"/>
                  <a:gd name="connsiteY31" fmla="*/ 836295 h 1152525"/>
                  <a:gd name="connsiteX32" fmla="*/ 697697 w 733425"/>
                  <a:gd name="connsiteY32" fmla="*/ 1010603 h 1152525"/>
                  <a:gd name="connsiteX33" fmla="*/ 605305 w 733425"/>
                  <a:gd name="connsiteY33" fmla="*/ 1138238 h 1152525"/>
                  <a:gd name="connsiteX34" fmla="*/ 577682 w 733425"/>
                  <a:gd name="connsiteY34" fmla="*/ 1153478 h 1152525"/>
                  <a:gd name="connsiteX35" fmla="*/ 139532 w 733425"/>
                  <a:gd name="connsiteY35" fmla="*/ 1152525 h 1152525"/>
                  <a:gd name="connsiteX36" fmla="*/ 357655 w 733425"/>
                  <a:gd name="connsiteY36" fmla="*/ 1004888 h 1152525"/>
                  <a:gd name="connsiteX37" fmla="*/ 438617 w 733425"/>
                  <a:gd name="connsiteY37" fmla="*/ 1004888 h 1152525"/>
                  <a:gd name="connsiteX38" fmla="*/ 501482 w 733425"/>
                  <a:gd name="connsiteY38" fmla="*/ 950595 h 1152525"/>
                  <a:gd name="connsiteX39" fmla="*/ 504340 w 733425"/>
                  <a:gd name="connsiteY39" fmla="*/ 864870 h 1152525"/>
                  <a:gd name="connsiteX40" fmla="*/ 432902 w 733425"/>
                  <a:gd name="connsiteY40" fmla="*/ 798195 h 1152525"/>
                  <a:gd name="connsiteX41" fmla="*/ 230972 w 733425"/>
                  <a:gd name="connsiteY41" fmla="*/ 793433 h 1152525"/>
                  <a:gd name="connsiteX42" fmla="*/ 212874 w 733425"/>
                  <a:gd name="connsiteY42" fmla="*/ 811530 h 1152525"/>
                  <a:gd name="connsiteX43" fmla="*/ 212874 w 733425"/>
                  <a:gd name="connsiteY43" fmla="*/ 935355 h 1152525"/>
                  <a:gd name="connsiteX44" fmla="*/ 282407 w 733425"/>
                  <a:gd name="connsiteY44" fmla="*/ 1004888 h 1152525"/>
                  <a:gd name="connsiteX45" fmla="*/ 357655 w 733425"/>
                  <a:gd name="connsiteY45" fmla="*/ 1004888 h 1152525"/>
                  <a:gd name="connsiteX46" fmla="*/ 343367 w 733425"/>
                  <a:gd name="connsiteY46" fmla="*/ 164783 h 1152525"/>
                  <a:gd name="connsiteX47" fmla="*/ 286217 w 733425"/>
                  <a:gd name="connsiteY47" fmla="*/ 164783 h 1152525"/>
                  <a:gd name="connsiteX48" fmla="*/ 220494 w 733425"/>
                  <a:gd name="connsiteY48" fmla="*/ 208598 h 1152525"/>
                  <a:gd name="connsiteX49" fmla="*/ 213827 w 733425"/>
                  <a:gd name="connsiteY49" fmla="*/ 324803 h 1152525"/>
                  <a:gd name="connsiteX50" fmla="*/ 288122 w 733425"/>
                  <a:gd name="connsiteY50" fmla="*/ 391478 h 1152525"/>
                  <a:gd name="connsiteX51" fmla="*/ 398612 w 733425"/>
                  <a:gd name="connsiteY51" fmla="*/ 391478 h 1152525"/>
                  <a:gd name="connsiteX52" fmla="*/ 472907 w 733425"/>
                  <a:gd name="connsiteY52" fmla="*/ 332423 h 1152525"/>
                  <a:gd name="connsiteX53" fmla="*/ 473859 w 733425"/>
                  <a:gd name="connsiteY53" fmla="*/ 225743 h 1152525"/>
                  <a:gd name="connsiteX54" fmla="*/ 396707 w 733425"/>
                  <a:gd name="connsiteY54" fmla="*/ 164783 h 1152525"/>
                  <a:gd name="connsiteX55" fmla="*/ 343367 w 733425"/>
                  <a:gd name="connsiteY55" fmla="*/ 164783 h 115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733425" h="1152525">
                    <a:moveTo>
                      <a:pt x="139532" y="1152525"/>
                    </a:moveTo>
                    <a:cubicBezTo>
                      <a:pt x="111910" y="1140143"/>
                      <a:pt x="85240" y="1125855"/>
                      <a:pt x="64285" y="1102995"/>
                    </a:cubicBezTo>
                    <a:cubicBezTo>
                      <a:pt x="31899" y="1068705"/>
                      <a:pt x="15707" y="1027748"/>
                      <a:pt x="9040" y="982028"/>
                    </a:cubicBezTo>
                    <a:cubicBezTo>
                      <a:pt x="4277" y="942023"/>
                      <a:pt x="5230" y="901065"/>
                      <a:pt x="5230" y="860108"/>
                    </a:cubicBezTo>
                    <a:cubicBezTo>
                      <a:pt x="5230" y="851535"/>
                      <a:pt x="7135" y="844868"/>
                      <a:pt x="13802" y="839153"/>
                    </a:cubicBezTo>
                    <a:cubicBezTo>
                      <a:pt x="35710" y="819150"/>
                      <a:pt x="54760" y="797243"/>
                      <a:pt x="73810" y="775335"/>
                    </a:cubicBezTo>
                    <a:cubicBezTo>
                      <a:pt x="36662" y="749618"/>
                      <a:pt x="11897" y="715328"/>
                      <a:pt x="4277" y="671513"/>
                    </a:cubicBezTo>
                    <a:cubicBezTo>
                      <a:pt x="-6201" y="612458"/>
                      <a:pt x="467" y="557213"/>
                      <a:pt x="48092" y="512445"/>
                    </a:cubicBezTo>
                    <a:cubicBezTo>
                      <a:pt x="59522" y="501968"/>
                      <a:pt x="74762" y="499110"/>
                      <a:pt x="89049" y="488633"/>
                    </a:cubicBezTo>
                    <a:cubicBezTo>
                      <a:pt x="39519" y="453390"/>
                      <a:pt x="20469" y="401003"/>
                      <a:pt x="10944" y="345758"/>
                    </a:cubicBezTo>
                    <a:cubicBezTo>
                      <a:pt x="4277" y="311468"/>
                      <a:pt x="4277" y="276225"/>
                      <a:pt x="8087" y="240030"/>
                    </a:cubicBezTo>
                    <a:cubicBezTo>
                      <a:pt x="10944" y="216218"/>
                      <a:pt x="13802" y="193358"/>
                      <a:pt x="19517" y="169545"/>
                    </a:cubicBezTo>
                    <a:cubicBezTo>
                      <a:pt x="30947" y="120968"/>
                      <a:pt x="55712" y="80963"/>
                      <a:pt x="94765" y="51435"/>
                    </a:cubicBezTo>
                    <a:cubicBezTo>
                      <a:pt x="140485" y="16192"/>
                      <a:pt x="193824" y="5715"/>
                      <a:pt x="250022" y="2857"/>
                    </a:cubicBezTo>
                    <a:cubicBezTo>
                      <a:pt x="256690" y="2857"/>
                      <a:pt x="265262" y="5715"/>
                      <a:pt x="270977" y="0"/>
                    </a:cubicBezTo>
                    <a:cubicBezTo>
                      <a:pt x="427187" y="0"/>
                      <a:pt x="583397" y="0"/>
                      <a:pt x="739607" y="0"/>
                    </a:cubicBezTo>
                    <a:cubicBezTo>
                      <a:pt x="739607" y="37148"/>
                      <a:pt x="739607" y="73343"/>
                      <a:pt x="739607" y="110490"/>
                    </a:cubicBezTo>
                    <a:cubicBezTo>
                      <a:pt x="739607" y="120968"/>
                      <a:pt x="736749" y="125730"/>
                      <a:pt x="726272" y="127635"/>
                    </a:cubicBezTo>
                    <a:cubicBezTo>
                      <a:pt x="706270" y="132398"/>
                      <a:pt x="687220" y="139065"/>
                      <a:pt x="668170" y="144780"/>
                    </a:cubicBezTo>
                    <a:cubicBezTo>
                      <a:pt x="656740" y="147638"/>
                      <a:pt x="655787" y="153353"/>
                      <a:pt x="660549" y="162878"/>
                    </a:cubicBezTo>
                    <a:cubicBezTo>
                      <a:pt x="666265" y="175260"/>
                      <a:pt x="671027" y="189548"/>
                      <a:pt x="673884" y="202883"/>
                    </a:cubicBezTo>
                    <a:cubicBezTo>
                      <a:pt x="683409" y="250508"/>
                      <a:pt x="688172" y="299085"/>
                      <a:pt x="680552" y="348615"/>
                    </a:cubicBezTo>
                    <a:cubicBezTo>
                      <a:pt x="674837" y="384810"/>
                      <a:pt x="666265" y="420053"/>
                      <a:pt x="647215" y="450533"/>
                    </a:cubicBezTo>
                    <a:cubicBezTo>
                      <a:pt x="603399" y="522923"/>
                      <a:pt x="533867" y="553403"/>
                      <a:pt x="451952" y="557213"/>
                    </a:cubicBezTo>
                    <a:cubicBezTo>
                      <a:pt x="374799" y="560070"/>
                      <a:pt x="297647" y="554355"/>
                      <a:pt x="220494" y="561023"/>
                    </a:cubicBezTo>
                    <a:cubicBezTo>
                      <a:pt x="202397" y="562928"/>
                      <a:pt x="187157" y="572453"/>
                      <a:pt x="185252" y="587693"/>
                    </a:cubicBezTo>
                    <a:cubicBezTo>
                      <a:pt x="182394" y="609600"/>
                      <a:pt x="189062" y="620078"/>
                      <a:pt x="210017" y="626745"/>
                    </a:cubicBezTo>
                    <a:cubicBezTo>
                      <a:pt x="224305" y="631508"/>
                      <a:pt x="238592" y="633413"/>
                      <a:pt x="253832" y="633413"/>
                    </a:cubicBezTo>
                    <a:cubicBezTo>
                      <a:pt x="330985" y="633413"/>
                      <a:pt x="409090" y="633413"/>
                      <a:pt x="486242" y="633413"/>
                    </a:cubicBezTo>
                    <a:cubicBezTo>
                      <a:pt x="507197" y="633413"/>
                      <a:pt x="528152" y="636270"/>
                      <a:pt x="548155" y="641033"/>
                    </a:cubicBezTo>
                    <a:cubicBezTo>
                      <a:pt x="587207" y="649605"/>
                      <a:pt x="622449" y="666750"/>
                      <a:pt x="650072" y="695325"/>
                    </a:cubicBezTo>
                    <a:cubicBezTo>
                      <a:pt x="687220" y="734378"/>
                      <a:pt x="703412" y="783908"/>
                      <a:pt x="703412" y="836295"/>
                    </a:cubicBezTo>
                    <a:cubicBezTo>
                      <a:pt x="704365" y="894398"/>
                      <a:pt x="711032" y="952500"/>
                      <a:pt x="697697" y="1010603"/>
                    </a:cubicBezTo>
                    <a:cubicBezTo>
                      <a:pt x="684362" y="1066800"/>
                      <a:pt x="659597" y="1113473"/>
                      <a:pt x="605305" y="1138238"/>
                    </a:cubicBezTo>
                    <a:cubicBezTo>
                      <a:pt x="595780" y="1143000"/>
                      <a:pt x="585302" y="1145858"/>
                      <a:pt x="577682" y="1153478"/>
                    </a:cubicBezTo>
                    <a:cubicBezTo>
                      <a:pt x="430997" y="1152525"/>
                      <a:pt x="285265" y="1152525"/>
                      <a:pt x="139532" y="1152525"/>
                    </a:cubicBezTo>
                    <a:close/>
                    <a:moveTo>
                      <a:pt x="357655" y="1004888"/>
                    </a:moveTo>
                    <a:cubicBezTo>
                      <a:pt x="384324" y="1004888"/>
                      <a:pt x="411947" y="1004888"/>
                      <a:pt x="438617" y="1004888"/>
                    </a:cubicBezTo>
                    <a:cubicBezTo>
                      <a:pt x="471955" y="1004888"/>
                      <a:pt x="495767" y="982980"/>
                      <a:pt x="501482" y="950595"/>
                    </a:cubicBezTo>
                    <a:cubicBezTo>
                      <a:pt x="507197" y="922020"/>
                      <a:pt x="506245" y="893445"/>
                      <a:pt x="504340" y="864870"/>
                    </a:cubicBezTo>
                    <a:cubicBezTo>
                      <a:pt x="501482" y="821055"/>
                      <a:pt x="485290" y="799148"/>
                      <a:pt x="432902" y="798195"/>
                    </a:cubicBezTo>
                    <a:cubicBezTo>
                      <a:pt x="365274" y="797243"/>
                      <a:pt x="297647" y="801053"/>
                      <a:pt x="230972" y="793433"/>
                    </a:cubicBezTo>
                    <a:cubicBezTo>
                      <a:pt x="212874" y="791528"/>
                      <a:pt x="212874" y="798195"/>
                      <a:pt x="212874" y="811530"/>
                    </a:cubicBezTo>
                    <a:cubicBezTo>
                      <a:pt x="213827" y="852488"/>
                      <a:pt x="212874" y="894398"/>
                      <a:pt x="212874" y="935355"/>
                    </a:cubicBezTo>
                    <a:cubicBezTo>
                      <a:pt x="212874" y="976313"/>
                      <a:pt x="241449" y="1004888"/>
                      <a:pt x="282407" y="1004888"/>
                    </a:cubicBezTo>
                    <a:cubicBezTo>
                      <a:pt x="307172" y="1004888"/>
                      <a:pt x="332890" y="1004888"/>
                      <a:pt x="357655" y="1004888"/>
                    </a:cubicBezTo>
                    <a:close/>
                    <a:moveTo>
                      <a:pt x="343367" y="164783"/>
                    </a:moveTo>
                    <a:cubicBezTo>
                      <a:pt x="324317" y="164783"/>
                      <a:pt x="305267" y="163830"/>
                      <a:pt x="286217" y="164783"/>
                    </a:cubicBezTo>
                    <a:cubicBezTo>
                      <a:pt x="256690" y="167640"/>
                      <a:pt x="232877" y="178118"/>
                      <a:pt x="220494" y="208598"/>
                    </a:cubicBezTo>
                    <a:cubicBezTo>
                      <a:pt x="204302" y="246698"/>
                      <a:pt x="204302" y="286703"/>
                      <a:pt x="213827" y="324803"/>
                    </a:cubicBezTo>
                    <a:cubicBezTo>
                      <a:pt x="222399" y="361950"/>
                      <a:pt x="244307" y="388620"/>
                      <a:pt x="288122" y="391478"/>
                    </a:cubicBezTo>
                    <a:cubicBezTo>
                      <a:pt x="325269" y="394335"/>
                      <a:pt x="361465" y="395288"/>
                      <a:pt x="398612" y="391478"/>
                    </a:cubicBezTo>
                    <a:cubicBezTo>
                      <a:pt x="436712" y="387668"/>
                      <a:pt x="461477" y="367665"/>
                      <a:pt x="472907" y="332423"/>
                    </a:cubicBezTo>
                    <a:cubicBezTo>
                      <a:pt x="484337" y="297180"/>
                      <a:pt x="482432" y="260985"/>
                      <a:pt x="473859" y="225743"/>
                    </a:cubicBezTo>
                    <a:cubicBezTo>
                      <a:pt x="463382" y="182880"/>
                      <a:pt x="438617" y="165735"/>
                      <a:pt x="396707" y="164783"/>
                    </a:cubicBezTo>
                    <a:cubicBezTo>
                      <a:pt x="378610" y="164783"/>
                      <a:pt x="361465" y="164783"/>
                      <a:pt x="343367" y="164783"/>
                    </a:cubicBezTo>
                    <a:close/>
                  </a:path>
                </a:pathLst>
              </a:custGeom>
              <a:gradFill>
                <a:gsLst>
                  <a:gs pos="98000">
                    <a:schemeClr val="accent3"/>
                  </a:gs>
                  <a:gs pos="0">
                    <a:schemeClr val="accent2"/>
                  </a:gs>
                </a:gsLst>
                <a:lin ang="5400000" scaled="0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: Shape 34">
                <a:extLst>
                  <a:ext uri="{FF2B5EF4-FFF2-40B4-BE49-F238E27FC236}">
                    <a16:creationId xmlns:a16="http://schemas.microsoft.com/office/drawing/2014/main" id="{24985CBD-9230-194D-95EB-CC8B34050730}"/>
                  </a:ext>
                </a:extLst>
              </p:cNvPr>
              <p:cNvSpPr/>
              <p:nvPr/>
            </p:nvSpPr>
            <p:spPr>
              <a:xfrm>
                <a:off x="7711926" y="4933871"/>
                <a:ext cx="685800" cy="781050"/>
              </a:xfrm>
              <a:custGeom>
                <a:avLst/>
                <a:gdLst>
                  <a:gd name="connsiteX0" fmla="*/ 688696 w 685800"/>
                  <a:gd name="connsiteY0" fmla="*/ 582586 h 781050"/>
                  <a:gd name="connsiteX1" fmla="*/ 664884 w 685800"/>
                  <a:gd name="connsiteY1" fmla="*/ 648309 h 781050"/>
                  <a:gd name="connsiteX2" fmla="*/ 587731 w 685800"/>
                  <a:gd name="connsiteY2" fmla="*/ 737844 h 781050"/>
                  <a:gd name="connsiteX3" fmla="*/ 455334 w 685800"/>
                  <a:gd name="connsiteY3" fmla="*/ 778801 h 781050"/>
                  <a:gd name="connsiteX4" fmla="*/ 314364 w 685800"/>
                  <a:gd name="connsiteY4" fmla="*/ 785469 h 781050"/>
                  <a:gd name="connsiteX5" fmla="*/ 153391 w 685800"/>
                  <a:gd name="connsiteY5" fmla="*/ 753084 h 781050"/>
                  <a:gd name="connsiteX6" fmla="*/ 31471 w 685800"/>
                  <a:gd name="connsiteY6" fmla="*/ 621639 h 781050"/>
                  <a:gd name="connsiteX7" fmla="*/ 2896 w 685800"/>
                  <a:gd name="connsiteY7" fmla="*/ 473049 h 781050"/>
                  <a:gd name="connsiteX8" fmla="*/ 991 w 685800"/>
                  <a:gd name="connsiteY8" fmla="*/ 348271 h 781050"/>
                  <a:gd name="connsiteX9" fmla="*/ 48616 w 685800"/>
                  <a:gd name="connsiteY9" fmla="*/ 124434 h 781050"/>
                  <a:gd name="connsiteX10" fmla="*/ 160059 w 685800"/>
                  <a:gd name="connsiteY10" fmla="*/ 27279 h 781050"/>
                  <a:gd name="connsiteX11" fmla="*/ 321031 w 685800"/>
                  <a:gd name="connsiteY11" fmla="*/ 609 h 781050"/>
                  <a:gd name="connsiteX12" fmla="*/ 441046 w 685800"/>
                  <a:gd name="connsiteY12" fmla="*/ 4419 h 781050"/>
                  <a:gd name="connsiteX13" fmla="*/ 626784 w 685800"/>
                  <a:gd name="connsiteY13" fmla="*/ 84429 h 781050"/>
                  <a:gd name="connsiteX14" fmla="*/ 678219 w 685800"/>
                  <a:gd name="connsiteY14" fmla="*/ 181584 h 781050"/>
                  <a:gd name="connsiteX15" fmla="*/ 688696 w 685800"/>
                  <a:gd name="connsiteY15" fmla="*/ 213969 h 781050"/>
                  <a:gd name="connsiteX16" fmla="*/ 688696 w 685800"/>
                  <a:gd name="connsiteY16" fmla="*/ 582586 h 781050"/>
                  <a:gd name="connsiteX17" fmla="*/ 202921 w 685800"/>
                  <a:gd name="connsiteY17" fmla="*/ 376846 h 781050"/>
                  <a:gd name="connsiteX18" fmla="*/ 213399 w 685800"/>
                  <a:gd name="connsiteY18" fmla="*/ 534961 h 781050"/>
                  <a:gd name="connsiteX19" fmla="*/ 320079 w 685800"/>
                  <a:gd name="connsiteY19" fmla="*/ 620686 h 781050"/>
                  <a:gd name="connsiteX20" fmla="*/ 397231 w 685800"/>
                  <a:gd name="connsiteY20" fmla="*/ 620686 h 781050"/>
                  <a:gd name="connsiteX21" fmla="*/ 482956 w 685800"/>
                  <a:gd name="connsiteY21" fmla="*/ 558774 h 781050"/>
                  <a:gd name="connsiteX22" fmla="*/ 498196 w 685800"/>
                  <a:gd name="connsiteY22" fmla="*/ 427329 h 781050"/>
                  <a:gd name="connsiteX23" fmla="*/ 488671 w 685800"/>
                  <a:gd name="connsiteY23" fmla="*/ 253021 h 781050"/>
                  <a:gd name="connsiteX24" fmla="*/ 418186 w 685800"/>
                  <a:gd name="connsiteY24" fmla="*/ 170154 h 781050"/>
                  <a:gd name="connsiteX25" fmla="*/ 302934 w 685800"/>
                  <a:gd name="connsiteY25" fmla="*/ 164439 h 781050"/>
                  <a:gd name="connsiteX26" fmla="*/ 250546 w 685800"/>
                  <a:gd name="connsiteY26" fmla="*/ 182536 h 781050"/>
                  <a:gd name="connsiteX27" fmla="*/ 213399 w 685800"/>
                  <a:gd name="connsiteY27" fmla="*/ 248259 h 781050"/>
                  <a:gd name="connsiteX28" fmla="*/ 202921 w 685800"/>
                  <a:gd name="connsiteY28" fmla="*/ 376846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85800" h="781050">
                    <a:moveTo>
                      <a:pt x="688696" y="582586"/>
                    </a:moveTo>
                    <a:cubicBezTo>
                      <a:pt x="679171" y="604494"/>
                      <a:pt x="674409" y="627354"/>
                      <a:pt x="664884" y="648309"/>
                    </a:cubicBezTo>
                    <a:cubicBezTo>
                      <a:pt x="647739" y="685456"/>
                      <a:pt x="624879" y="716889"/>
                      <a:pt x="587731" y="737844"/>
                    </a:cubicBezTo>
                    <a:cubicBezTo>
                      <a:pt x="546774" y="760704"/>
                      <a:pt x="502006" y="772134"/>
                      <a:pt x="455334" y="778801"/>
                    </a:cubicBezTo>
                    <a:cubicBezTo>
                      <a:pt x="408661" y="786421"/>
                      <a:pt x="361036" y="787374"/>
                      <a:pt x="314364" y="785469"/>
                    </a:cubicBezTo>
                    <a:cubicBezTo>
                      <a:pt x="259119" y="783564"/>
                      <a:pt x="203874" y="775944"/>
                      <a:pt x="153391" y="753084"/>
                    </a:cubicBezTo>
                    <a:cubicBezTo>
                      <a:pt x="94336" y="727366"/>
                      <a:pt x="52426" y="683551"/>
                      <a:pt x="31471" y="621639"/>
                    </a:cubicBezTo>
                    <a:cubicBezTo>
                      <a:pt x="15279" y="573061"/>
                      <a:pt x="6706" y="523531"/>
                      <a:pt x="2896" y="473049"/>
                    </a:cubicBezTo>
                    <a:cubicBezTo>
                      <a:pt x="39" y="431139"/>
                      <a:pt x="-914" y="389229"/>
                      <a:pt x="991" y="348271"/>
                    </a:cubicBezTo>
                    <a:cubicBezTo>
                      <a:pt x="4801" y="271119"/>
                      <a:pt x="10516" y="193966"/>
                      <a:pt x="48616" y="124434"/>
                    </a:cubicBezTo>
                    <a:cubicBezTo>
                      <a:pt x="73381" y="78714"/>
                      <a:pt x="110529" y="47281"/>
                      <a:pt x="160059" y="27279"/>
                    </a:cubicBezTo>
                    <a:cubicBezTo>
                      <a:pt x="212446" y="6324"/>
                      <a:pt x="265786" y="-344"/>
                      <a:pt x="321031" y="609"/>
                    </a:cubicBezTo>
                    <a:cubicBezTo>
                      <a:pt x="361036" y="609"/>
                      <a:pt x="401041" y="-2249"/>
                      <a:pt x="441046" y="4419"/>
                    </a:cubicBezTo>
                    <a:cubicBezTo>
                      <a:pt x="509626" y="14896"/>
                      <a:pt x="577254" y="30136"/>
                      <a:pt x="626784" y="84429"/>
                    </a:cubicBezTo>
                    <a:cubicBezTo>
                      <a:pt x="652501" y="113004"/>
                      <a:pt x="667741" y="146341"/>
                      <a:pt x="678219" y="181584"/>
                    </a:cubicBezTo>
                    <a:cubicBezTo>
                      <a:pt x="682029" y="192061"/>
                      <a:pt x="683934" y="203491"/>
                      <a:pt x="688696" y="213969"/>
                    </a:cubicBezTo>
                    <a:cubicBezTo>
                      <a:pt x="688696" y="336841"/>
                      <a:pt x="688696" y="459714"/>
                      <a:pt x="688696" y="582586"/>
                    </a:cubicBezTo>
                    <a:close/>
                    <a:moveTo>
                      <a:pt x="202921" y="376846"/>
                    </a:moveTo>
                    <a:cubicBezTo>
                      <a:pt x="202921" y="439711"/>
                      <a:pt x="201969" y="488289"/>
                      <a:pt x="213399" y="534961"/>
                    </a:cubicBezTo>
                    <a:cubicBezTo>
                      <a:pt x="226734" y="591159"/>
                      <a:pt x="259119" y="620686"/>
                      <a:pt x="320079" y="620686"/>
                    </a:cubicBezTo>
                    <a:cubicBezTo>
                      <a:pt x="345796" y="620686"/>
                      <a:pt x="371514" y="622591"/>
                      <a:pt x="397231" y="620686"/>
                    </a:cubicBezTo>
                    <a:cubicBezTo>
                      <a:pt x="436284" y="617829"/>
                      <a:pt x="466764" y="605446"/>
                      <a:pt x="482956" y="558774"/>
                    </a:cubicBezTo>
                    <a:cubicBezTo>
                      <a:pt x="497244" y="515911"/>
                      <a:pt x="496291" y="471144"/>
                      <a:pt x="498196" y="427329"/>
                    </a:cubicBezTo>
                    <a:cubicBezTo>
                      <a:pt x="502006" y="369226"/>
                      <a:pt x="498196" y="310171"/>
                      <a:pt x="488671" y="253021"/>
                    </a:cubicBezTo>
                    <a:cubicBezTo>
                      <a:pt x="482004" y="212064"/>
                      <a:pt x="462954" y="180631"/>
                      <a:pt x="418186" y="170154"/>
                    </a:cubicBezTo>
                    <a:cubicBezTo>
                      <a:pt x="380086" y="160629"/>
                      <a:pt x="341034" y="162534"/>
                      <a:pt x="302934" y="164439"/>
                    </a:cubicBezTo>
                    <a:cubicBezTo>
                      <a:pt x="285789" y="165391"/>
                      <a:pt x="265786" y="172059"/>
                      <a:pt x="250546" y="182536"/>
                    </a:cubicBezTo>
                    <a:cubicBezTo>
                      <a:pt x="227686" y="197776"/>
                      <a:pt x="219114" y="223494"/>
                      <a:pt x="213399" y="248259"/>
                    </a:cubicBezTo>
                    <a:cubicBezTo>
                      <a:pt x="201969" y="294931"/>
                      <a:pt x="201969" y="343509"/>
                      <a:pt x="202921" y="376846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35">
                <a:extLst>
                  <a:ext uri="{FF2B5EF4-FFF2-40B4-BE49-F238E27FC236}">
                    <a16:creationId xmlns:a16="http://schemas.microsoft.com/office/drawing/2014/main" id="{81B71A2A-FF30-3346-8739-ADBEECB64BD0}"/>
                  </a:ext>
                </a:extLst>
              </p:cNvPr>
              <p:cNvSpPr/>
              <p:nvPr/>
            </p:nvSpPr>
            <p:spPr>
              <a:xfrm>
                <a:off x="4930189" y="4923579"/>
                <a:ext cx="1952625" cy="790575"/>
              </a:xfrm>
              <a:custGeom>
                <a:avLst/>
                <a:gdLst>
                  <a:gd name="connsiteX0" fmla="*/ 1654016 w 1952625"/>
                  <a:gd name="connsiteY0" fmla="*/ 114723 h 790575"/>
                  <a:gd name="connsiteX1" fmla="*/ 1752124 w 1952625"/>
                  <a:gd name="connsiteY1" fmla="*/ 42333 h 790575"/>
                  <a:gd name="connsiteX2" fmla="*/ 1870234 w 1952625"/>
                  <a:gd name="connsiteY2" fmla="*/ 10901 h 790575"/>
                  <a:gd name="connsiteX3" fmla="*/ 1945481 w 1952625"/>
                  <a:gd name="connsiteY3" fmla="*/ 13758 h 790575"/>
                  <a:gd name="connsiteX4" fmla="*/ 1959769 w 1952625"/>
                  <a:gd name="connsiteY4" fmla="*/ 29951 h 790575"/>
                  <a:gd name="connsiteX5" fmla="*/ 1959769 w 1952625"/>
                  <a:gd name="connsiteY5" fmla="*/ 200448 h 790575"/>
                  <a:gd name="connsiteX6" fmla="*/ 1943576 w 1952625"/>
                  <a:gd name="connsiteY6" fmla="*/ 213783 h 790575"/>
                  <a:gd name="connsiteX7" fmla="*/ 1832134 w 1952625"/>
                  <a:gd name="connsiteY7" fmla="*/ 210926 h 790575"/>
                  <a:gd name="connsiteX8" fmla="*/ 1705451 w 1952625"/>
                  <a:gd name="connsiteY8" fmla="*/ 244263 h 790575"/>
                  <a:gd name="connsiteX9" fmla="*/ 1656874 w 1952625"/>
                  <a:gd name="connsiteY9" fmla="*/ 290936 h 790575"/>
                  <a:gd name="connsiteX10" fmla="*/ 1652111 w 1952625"/>
                  <a:gd name="connsiteY10" fmla="*/ 313796 h 790575"/>
                  <a:gd name="connsiteX11" fmla="*/ 1652111 w 1952625"/>
                  <a:gd name="connsiteY11" fmla="*/ 747183 h 790575"/>
                  <a:gd name="connsiteX12" fmla="*/ 1610201 w 1952625"/>
                  <a:gd name="connsiteY12" fmla="*/ 788141 h 790575"/>
                  <a:gd name="connsiteX13" fmla="*/ 1222534 w 1952625"/>
                  <a:gd name="connsiteY13" fmla="*/ 788141 h 790575"/>
                  <a:gd name="connsiteX14" fmla="*/ 1178719 w 1952625"/>
                  <a:gd name="connsiteY14" fmla="*/ 760518 h 790575"/>
                  <a:gd name="connsiteX15" fmla="*/ 1151096 w 1952625"/>
                  <a:gd name="connsiteY15" fmla="*/ 706226 h 790575"/>
                  <a:gd name="connsiteX16" fmla="*/ 961549 w 1952625"/>
                  <a:gd name="connsiteY16" fmla="*/ 793856 h 790575"/>
                  <a:gd name="connsiteX17" fmla="*/ 788194 w 1952625"/>
                  <a:gd name="connsiteY17" fmla="*/ 760518 h 790575"/>
                  <a:gd name="connsiteX18" fmla="*/ 700564 w 1952625"/>
                  <a:gd name="connsiteY18" fmla="*/ 608118 h 790575"/>
                  <a:gd name="connsiteX19" fmla="*/ 697706 w 1952625"/>
                  <a:gd name="connsiteY19" fmla="*/ 531918 h 790575"/>
                  <a:gd name="connsiteX20" fmla="*/ 746284 w 1952625"/>
                  <a:gd name="connsiteY20" fmla="*/ 373803 h 790575"/>
                  <a:gd name="connsiteX21" fmla="*/ 843439 w 1952625"/>
                  <a:gd name="connsiteY21" fmla="*/ 316653 h 790575"/>
                  <a:gd name="connsiteX22" fmla="*/ 936784 w 1952625"/>
                  <a:gd name="connsiteY22" fmla="*/ 306176 h 790575"/>
                  <a:gd name="connsiteX23" fmla="*/ 1136809 w 1952625"/>
                  <a:gd name="connsiteY23" fmla="*/ 306176 h 790575"/>
                  <a:gd name="connsiteX24" fmla="*/ 1152049 w 1952625"/>
                  <a:gd name="connsiteY24" fmla="*/ 290936 h 790575"/>
                  <a:gd name="connsiteX25" fmla="*/ 1144429 w 1952625"/>
                  <a:gd name="connsiteY25" fmla="*/ 213783 h 790575"/>
                  <a:gd name="connsiteX26" fmla="*/ 1086326 w 1952625"/>
                  <a:gd name="connsiteY26" fmla="*/ 164253 h 790575"/>
                  <a:gd name="connsiteX27" fmla="*/ 663416 w 1952625"/>
                  <a:gd name="connsiteY27" fmla="*/ 160443 h 790575"/>
                  <a:gd name="connsiteX28" fmla="*/ 652939 w 1952625"/>
                  <a:gd name="connsiteY28" fmla="*/ 172826 h 790575"/>
                  <a:gd name="connsiteX29" fmla="*/ 656749 w 1952625"/>
                  <a:gd name="connsiteY29" fmla="*/ 204258 h 790575"/>
                  <a:gd name="connsiteX30" fmla="*/ 664369 w 1952625"/>
                  <a:gd name="connsiteY30" fmla="*/ 283316 h 790575"/>
                  <a:gd name="connsiteX31" fmla="*/ 634841 w 1952625"/>
                  <a:gd name="connsiteY31" fmla="*/ 392853 h 790575"/>
                  <a:gd name="connsiteX32" fmla="*/ 531971 w 1952625"/>
                  <a:gd name="connsiteY32" fmla="*/ 463338 h 790575"/>
                  <a:gd name="connsiteX33" fmla="*/ 295751 w 1952625"/>
                  <a:gd name="connsiteY33" fmla="*/ 473816 h 790575"/>
                  <a:gd name="connsiteX34" fmla="*/ 210979 w 1952625"/>
                  <a:gd name="connsiteY34" fmla="*/ 473816 h 790575"/>
                  <a:gd name="connsiteX35" fmla="*/ 199549 w 1952625"/>
                  <a:gd name="connsiteY35" fmla="*/ 481436 h 790575"/>
                  <a:gd name="connsiteX36" fmla="*/ 223361 w 1952625"/>
                  <a:gd name="connsiteY36" fmla="*/ 575733 h 790575"/>
                  <a:gd name="connsiteX37" fmla="*/ 303371 w 1952625"/>
                  <a:gd name="connsiteY37" fmla="*/ 618596 h 790575"/>
                  <a:gd name="connsiteX38" fmla="*/ 484346 w 1952625"/>
                  <a:gd name="connsiteY38" fmla="*/ 617643 h 790575"/>
                  <a:gd name="connsiteX39" fmla="*/ 633889 w 1952625"/>
                  <a:gd name="connsiteY39" fmla="*/ 604308 h 790575"/>
                  <a:gd name="connsiteX40" fmla="*/ 644366 w 1952625"/>
                  <a:gd name="connsiteY40" fmla="*/ 612881 h 790575"/>
                  <a:gd name="connsiteX41" fmla="*/ 644366 w 1952625"/>
                  <a:gd name="connsiteY41" fmla="*/ 736706 h 790575"/>
                  <a:gd name="connsiteX42" fmla="*/ 635794 w 1952625"/>
                  <a:gd name="connsiteY42" fmla="*/ 746231 h 790575"/>
                  <a:gd name="connsiteX43" fmla="*/ 550069 w 1952625"/>
                  <a:gd name="connsiteY43" fmla="*/ 766233 h 790575"/>
                  <a:gd name="connsiteX44" fmla="*/ 357664 w 1952625"/>
                  <a:gd name="connsiteY44" fmla="*/ 781473 h 790575"/>
                  <a:gd name="connsiteX45" fmla="*/ 248126 w 1952625"/>
                  <a:gd name="connsiteY45" fmla="*/ 783378 h 790575"/>
                  <a:gd name="connsiteX46" fmla="*/ 130016 w 1952625"/>
                  <a:gd name="connsiteY46" fmla="*/ 762423 h 790575"/>
                  <a:gd name="connsiteX47" fmla="*/ 47149 w 1952625"/>
                  <a:gd name="connsiteY47" fmla="*/ 679556 h 790575"/>
                  <a:gd name="connsiteX48" fmla="*/ 10001 w 1952625"/>
                  <a:gd name="connsiteY48" fmla="*/ 561446 h 790575"/>
                  <a:gd name="connsiteX49" fmla="*/ 1429 w 1952625"/>
                  <a:gd name="connsiteY49" fmla="*/ 477626 h 790575"/>
                  <a:gd name="connsiteX50" fmla="*/ 1429 w 1952625"/>
                  <a:gd name="connsiteY50" fmla="*/ 305223 h 790575"/>
                  <a:gd name="connsiteX51" fmla="*/ 49054 w 1952625"/>
                  <a:gd name="connsiteY51" fmla="*/ 109961 h 790575"/>
                  <a:gd name="connsiteX52" fmla="*/ 150019 w 1952625"/>
                  <a:gd name="connsiteY52" fmla="*/ 25188 h 790575"/>
                  <a:gd name="connsiteX53" fmla="*/ 250984 w 1952625"/>
                  <a:gd name="connsiteY53" fmla="*/ 3281 h 790575"/>
                  <a:gd name="connsiteX54" fmla="*/ 330994 w 1952625"/>
                  <a:gd name="connsiteY54" fmla="*/ 423 h 790575"/>
                  <a:gd name="connsiteX55" fmla="*/ 1064419 w 1952625"/>
                  <a:gd name="connsiteY55" fmla="*/ 423 h 790575"/>
                  <a:gd name="connsiteX56" fmla="*/ 1237774 w 1952625"/>
                  <a:gd name="connsiteY56" fmla="*/ 30903 h 790575"/>
                  <a:gd name="connsiteX57" fmla="*/ 1322546 w 1952625"/>
                  <a:gd name="connsiteY57" fmla="*/ 106151 h 790575"/>
                  <a:gd name="connsiteX58" fmla="*/ 1353026 w 1952625"/>
                  <a:gd name="connsiteY58" fmla="*/ 236643 h 790575"/>
                  <a:gd name="connsiteX59" fmla="*/ 1353026 w 1952625"/>
                  <a:gd name="connsiteY59" fmla="*/ 580496 h 790575"/>
                  <a:gd name="connsiteX60" fmla="*/ 1353026 w 1952625"/>
                  <a:gd name="connsiteY60" fmla="*/ 593831 h 790575"/>
                  <a:gd name="connsiteX61" fmla="*/ 1393984 w 1952625"/>
                  <a:gd name="connsiteY61" fmla="*/ 629073 h 790575"/>
                  <a:gd name="connsiteX62" fmla="*/ 1395889 w 1952625"/>
                  <a:gd name="connsiteY62" fmla="*/ 629073 h 790575"/>
                  <a:gd name="connsiteX63" fmla="*/ 1453039 w 1952625"/>
                  <a:gd name="connsiteY63" fmla="*/ 573828 h 790575"/>
                  <a:gd name="connsiteX64" fmla="*/ 1452086 w 1952625"/>
                  <a:gd name="connsiteY64" fmla="*/ 29951 h 790575"/>
                  <a:gd name="connsiteX65" fmla="*/ 1470184 w 1952625"/>
                  <a:gd name="connsiteY65" fmla="*/ 12806 h 790575"/>
                  <a:gd name="connsiteX66" fmla="*/ 1608296 w 1952625"/>
                  <a:gd name="connsiteY66" fmla="*/ 12806 h 790575"/>
                  <a:gd name="connsiteX67" fmla="*/ 1627346 w 1952625"/>
                  <a:gd name="connsiteY67" fmla="*/ 26141 h 790575"/>
                  <a:gd name="connsiteX68" fmla="*/ 1654016 w 1952625"/>
                  <a:gd name="connsiteY68" fmla="*/ 114723 h 790575"/>
                  <a:gd name="connsiteX69" fmla="*/ 1150144 w 1952625"/>
                  <a:gd name="connsiteY69" fmla="*/ 505248 h 790575"/>
                  <a:gd name="connsiteX70" fmla="*/ 1150144 w 1952625"/>
                  <a:gd name="connsiteY70" fmla="*/ 447146 h 790575"/>
                  <a:gd name="connsiteX71" fmla="*/ 1137761 w 1952625"/>
                  <a:gd name="connsiteY71" fmla="*/ 434763 h 790575"/>
                  <a:gd name="connsiteX72" fmla="*/ 1095851 w 1952625"/>
                  <a:gd name="connsiteY72" fmla="*/ 437621 h 790575"/>
                  <a:gd name="connsiteX73" fmla="*/ 957739 w 1952625"/>
                  <a:gd name="connsiteY73" fmla="*/ 449051 h 790575"/>
                  <a:gd name="connsiteX74" fmla="*/ 909161 w 1952625"/>
                  <a:gd name="connsiteY74" fmla="*/ 488103 h 790575"/>
                  <a:gd name="connsiteX75" fmla="*/ 902494 w 1952625"/>
                  <a:gd name="connsiteY75" fmla="*/ 578591 h 790575"/>
                  <a:gd name="connsiteX76" fmla="*/ 969169 w 1952625"/>
                  <a:gd name="connsiteY76" fmla="*/ 634788 h 790575"/>
                  <a:gd name="connsiteX77" fmla="*/ 1129189 w 1952625"/>
                  <a:gd name="connsiteY77" fmla="*/ 589068 h 790575"/>
                  <a:gd name="connsiteX78" fmla="*/ 1150144 w 1952625"/>
                  <a:gd name="connsiteY78" fmla="*/ 549063 h 790575"/>
                  <a:gd name="connsiteX79" fmla="*/ 1150144 w 1952625"/>
                  <a:gd name="connsiteY79" fmla="*/ 505248 h 790575"/>
                  <a:gd name="connsiteX80" fmla="*/ 310991 w 1952625"/>
                  <a:gd name="connsiteY80" fmla="*/ 328083 h 790575"/>
                  <a:gd name="connsiteX81" fmla="*/ 403384 w 1952625"/>
                  <a:gd name="connsiteY81" fmla="*/ 328083 h 790575"/>
                  <a:gd name="connsiteX82" fmla="*/ 457676 w 1952625"/>
                  <a:gd name="connsiteY82" fmla="*/ 290936 h 790575"/>
                  <a:gd name="connsiteX83" fmla="*/ 456724 w 1952625"/>
                  <a:gd name="connsiteY83" fmla="*/ 215688 h 790575"/>
                  <a:gd name="connsiteX84" fmla="*/ 437674 w 1952625"/>
                  <a:gd name="connsiteY84" fmla="*/ 175683 h 790575"/>
                  <a:gd name="connsiteX85" fmla="*/ 371951 w 1952625"/>
                  <a:gd name="connsiteY85" fmla="*/ 157586 h 790575"/>
                  <a:gd name="connsiteX86" fmla="*/ 283369 w 1952625"/>
                  <a:gd name="connsiteY86" fmla="*/ 160443 h 790575"/>
                  <a:gd name="connsiteX87" fmla="*/ 216694 w 1952625"/>
                  <a:gd name="connsiteY87" fmla="*/ 207116 h 790575"/>
                  <a:gd name="connsiteX88" fmla="*/ 202406 w 1952625"/>
                  <a:gd name="connsiteY88" fmla="*/ 318558 h 790575"/>
                  <a:gd name="connsiteX89" fmla="*/ 213836 w 1952625"/>
                  <a:gd name="connsiteY89" fmla="*/ 329988 h 790575"/>
                  <a:gd name="connsiteX90" fmla="*/ 310991 w 1952625"/>
                  <a:gd name="connsiteY90" fmla="*/ 328083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1952625" h="790575">
                    <a:moveTo>
                      <a:pt x="1654016" y="114723"/>
                    </a:moveTo>
                    <a:cubicBezTo>
                      <a:pt x="1685449" y="87101"/>
                      <a:pt x="1715929" y="60431"/>
                      <a:pt x="1752124" y="42333"/>
                    </a:cubicBezTo>
                    <a:cubicBezTo>
                      <a:pt x="1789271" y="23283"/>
                      <a:pt x="1827371" y="9948"/>
                      <a:pt x="1870234" y="10901"/>
                    </a:cubicBezTo>
                    <a:cubicBezTo>
                      <a:pt x="1894999" y="11853"/>
                      <a:pt x="1919764" y="8996"/>
                      <a:pt x="1945481" y="13758"/>
                    </a:cubicBezTo>
                    <a:cubicBezTo>
                      <a:pt x="1956911" y="15663"/>
                      <a:pt x="1959769" y="19473"/>
                      <a:pt x="1959769" y="29951"/>
                    </a:cubicBezTo>
                    <a:cubicBezTo>
                      <a:pt x="1959769" y="87101"/>
                      <a:pt x="1958816" y="143298"/>
                      <a:pt x="1959769" y="200448"/>
                    </a:cubicBezTo>
                    <a:cubicBezTo>
                      <a:pt x="1959769" y="213783"/>
                      <a:pt x="1954054" y="215688"/>
                      <a:pt x="1943576" y="213783"/>
                    </a:cubicBezTo>
                    <a:cubicBezTo>
                      <a:pt x="1906429" y="207116"/>
                      <a:pt x="1869281" y="209973"/>
                      <a:pt x="1832134" y="210926"/>
                    </a:cubicBezTo>
                    <a:cubicBezTo>
                      <a:pt x="1787366" y="212831"/>
                      <a:pt x="1743551" y="217593"/>
                      <a:pt x="1705451" y="244263"/>
                    </a:cubicBezTo>
                    <a:cubicBezTo>
                      <a:pt x="1687354" y="257598"/>
                      <a:pt x="1672114" y="273791"/>
                      <a:pt x="1656874" y="290936"/>
                    </a:cubicBezTo>
                    <a:cubicBezTo>
                      <a:pt x="1651159" y="296651"/>
                      <a:pt x="1652111" y="305223"/>
                      <a:pt x="1652111" y="313796"/>
                    </a:cubicBezTo>
                    <a:cubicBezTo>
                      <a:pt x="1652111" y="458576"/>
                      <a:pt x="1652111" y="603356"/>
                      <a:pt x="1652111" y="747183"/>
                    </a:cubicBezTo>
                    <a:cubicBezTo>
                      <a:pt x="1652111" y="773853"/>
                      <a:pt x="1637824" y="788141"/>
                      <a:pt x="1610201" y="788141"/>
                    </a:cubicBezTo>
                    <a:cubicBezTo>
                      <a:pt x="1480661" y="788141"/>
                      <a:pt x="1352074" y="788141"/>
                      <a:pt x="1222534" y="788141"/>
                    </a:cubicBezTo>
                    <a:cubicBezTo>
                      <a:pt x="1201579" y="788141"/>
                      <a:pt x="1187291" y="778616"/>
                      <a:pt x="1178719" y="760518"/>
                    </a:cubicBezTo>
                    <a:cubicBezTo>
                      <a:pt x="1169194" y="742421"/>
                      <a:pt x="1160621" y="724323"/>
                      <a:pt x="1151096" y="706226"/>
                    </a:cubicBezTo>
                    <a:cubicBezTo>
                      <a:pt x="1096804" y="754803"/>
                      <a:pt x="1032034" y="782426"/>
                      <a:pt x="961549" y="793856"/>
                    </a:cubicBezTo>
                    <a:cubicBezTo>
                      <a:pt x="901541" y="803381"/>
                      <a:pt x="841534" y="797666"/>
                      <a:pt x="788194" y="760518"/>
                    </a:cubicBezTo>
                    <a:cubicBezTo>
                      <a:pt x="734854" y="723371"/>
                      <a:pt x="706279" y="673841"/>
                      <a:pt x="700564" y="608118"/>
                    </a:cubicBezTo>
                    <a:cubicBezTo>
                      <a:pt x="698659" y="582401"/>
                      <a:pt x="697706" y="556683"/>
                      <a:pt x="697706" y="531918"/>
                    </a:cubicBezTo>
                    <a:cubicBezTo>
                      <a:pt x="698659" y="474768"/>
                      <a:pt x="708184" y="419523"/>
                      <a:pt x="746284" y="373803"/>
                    </a:cubicBezTo>
                    <a:cubicBezTo>
                      <a:pt x="772001" y="344276"/>
                      <a:pt x="805339" y="325226"/>
                      <a:pt x="843439" y="316653"/>
                    </a:cubicBezTo>
                    <a:cubicBezTo>
                      <a:pt x="873919" y="309986"/>
                      <a:pt x="905351" y="307128"/>
                      <a:pt x="936784" y="306176"/>
                    </a:cubicBezTo>
                    <a:cubicBezTo>
                      <a:pt x="1003459" y="306176"/>
                      <a:pt x="1070134" y="306176"/>
                      <a:pt x="1136809" y="306176"/>
                    </a:cubicBezTo>
                    <a:cubicBezTo>
                      <a:pt x="1149191" y="306176"/>
                      <a:pt x="1152049" y="303318"/>
                      <a:pt x="1152049" y="290936"/>
                    </a:cubicBezTo>
                    <a:cubicBezTo>
                      <a:pt x="1151096" y="265218"/>
                      <a:pt x="1150144" y="239501"/>
                      <a:pt x="1144429" y="213783"/>
                    </a:cubicBezTo>
                    <a:cubicBezTo>
                      <a:pt x="1138714" y="187113"/>
                      <a:pt x="1112996" y="166158"/>
                      <a:pt x="1086326" y="164253"/>
                    </a:cubicBezTo>
                    <a:cubicBezTo>
                      <a:pt x="945356" y="156633"/>
                      <a:pt x="804386" y="163301"/>
                      <a:pt x="663416" y="160443"/>
                    </a:cubicBezTo>
                    <a:cubicBezTo>
                      <a:pt x="653891" y="160443"/>
                      <a:pt x="648176" y="163301"/>
                      <a:pt x="652939" y="172826"/>
                    </a:cubicBezTo>
                    <a:cubicBezTo>
                      <a:pt x="658654" y="183303"/>
                      <a:pt x="656749" y="194733"/>
                      <a:pt x="656749" y="204258"/>
                    </a:cubicBezTo>
                    <a:cubicBezTo>
                      <a:pt x="657701" y="230928"/>
                      <a:pt x="671036" y="256646"/>
                      <a:pt x="664369" y="283316"/>
                    </a:cubicBezTo>
                    <a:cubicBezTo>
                      <a:pt x="654844" y="320463"/>
                      <a:pt x="655796" y="359516"/>
                      <a:pt x="634841" y="392853"/>
                    </a:cubicBezTo>
                    <a:cubicBezTo>
                      <a:pt x="610076" y="430953"/>
                      <a:pt x="575786" y="453813"/>
                      <a:pt x="531971" y="463338"/>
                    </a:cubicBezTo>
                    <a:cubicBezTo>
                      <a:pt x="453866" y="480483"/>
                      <a:pt x="374809" y="471911"/>
                      <a:pt x="295751" y="473816"/>
                    </a:cubicBezTo>
                    <a:cubicBezTo>
                      <a:pt x="268129" y="474768"/>
                      <a:pt x="239554" y="473816"/>
                      <a:pt x="210979" y="473816"/>
                    </a:cubicBezTo>
                    <a:cubicBezTo>
                      <a:pt x="205264" y="473816"/>
                      <a:pt x="198596" y="471911"/>
                      <a:pt x="199549" y="481436"/>
                    </a:cubicBezTo>
                    <a:cubicBezTo>
                      <a:pt x="205264" y="513821"/>
                      <a:pt x="203359" y="546206"/>
                      <a:pt x="223361" y="575733"/>
                    </a:cubicBezTo>
                    <a:cubicBezTo>
                      <a:pt x="243364" y="605261"/>
                      <a:pt x="270034" y="614786"/>
                      <a:pt x="303371" y="618596"/>
                    </a:cubicBezTo>
                    <a:cubicBezTo>
                      <a:pt x="363379" y="626216"/>
                      <a:pt x="424339" y="616691"/>
                      <a:pt x="484346" y="617643"/>
                    </a:cubicBezTo>
                    <a:cubicBezTo>
                      <a:pt x="534829" y="618596"/>
                      <a:pt x="584359" y="613833"/>
                      <a:pt x="633889" y="604308"/>
                    </a:cubicBezTo>
                    <a:cubicBezTo>
                      <a:pt x="640556" y="603356"/>
                      <a:pt x="644366" y="603356"/>
                      <a:pt x="644366" y="612881"/>
                    </a:cubicBezTo>
                    <a:cubicBezTo>
                      <a:pt x="644366" y="653838"/>
                      <a:pt x="644366" y="695748"/>
                      <a:pt x="644366" y="736706"/>
                    </a:cubicBezTo>
                    <a:cubicBezTo>
                      <a:pt x="644366" y="743373"/>
                      <a:pt x="642461" y="744326"/>
                      <a:pt x="635794" y="746231"/>
                    </a:cubicBezTo>
                    <a:cubicBezTo>
                      <a:pt x="608171" y="754803"/>
                      <a:pt x="578644" y="761471"/>
                      <a:pt x="550069" y="766233"/>
                    </a:cubicBezTo>
                    <a:cubicBezTo>
                      <a:pt x="486251" y="774806"/>
                      <a:pt x="421481" y="779568"/>
                      <a:pt x="357664" y="781473"/>
                    </a:cubicBezTo>
                    <a:cubicBezTo>
                      <a:pt x="321469" y="782426"/>
                      <a:pt x="284321" y="783378"/>
                      <a:pt x="248126" y="783378"/>
                    </a:cubicBezTo>
                    <a:cubicBezTo>
                      <a:pt x="208121" y="783378"/>
                      <a:pt x="167164" y="778616"/>
                      <a:pt x="130016" y="762423"/>
                    </a:cubicBezTo>
                    <a:cubicBezTo>
                      <a:pt x="92869" y="746231"/>
                      <a:pt x="65246" y="717656"/>
                      <a:pt x="47149" y="679556"/>
                    </a:cubicBezTo>
                    <a:cubicBezTo>
                      <a:pt x="29051" y="641456"/>
                      <a:pt x="17621" y="602403"/>
                      <a:pt x="10001" y="561446"/>
                    </a:cubicBezTo>
                    <a:cubicBezTo>
                      <a:pt x="4286" y="533823"/>
                      <a:pt x="2381" y="505248"/>
                      <a:pt x="1429" y="477626"/>
                    </a:cubicBezTo>
                    <a:cubicBezTo>
                      <a:pt x="-476" y="420476"/>
                      <a:pt x="-476" y="362373"/>
                      <a:pt x="1429" y="305223"/>
                    </a:cubicBezTo>
                    <a:cubicBezTo>
                      <a:pt x="6191" y="238548"/>
                      <a:pt x="18574" y="171873"/>
                      <a:pt x="49054" y="109961"/>
                    </a:cubicBezTo>
                    <a:cubicBezTo>
                      <a:pt x="70009" y="68051"/>
                      <a:pt x="106204" y="41381"/>
                      <a:pt x="150019" y="25188"/>
                    </a:cubicBezTo>
                    <a:cubicBezTo>
                      <a:pt x="182404" y="12806"/>
                      <a:pt x="216694" y="8043"/>
                      <a:pt x="250984" y="3281"/>
                    </a:cubicBezTo>
                    <a:cubicBezTo>
                      <a:pt x="277654" y="423"/>
                      <a:pt x="304324" y="423"/>
                      <a:pt x="330994" y="423"/>
                    </a:cubicBezTo>
                    <a:cubicBezTo>
                      <a:pt x="575786" y="423"/>
                      <a:pt x="819626" y="-529"/>
                      <a:pt x="1064419" y="423"/>
                    </a:cubicBezTo>
                    <a:cubicBezTo>
                      <a:pt x="1123474" y="423"/>
                      <a:pt x="1183481" y="5186"/>
                      <a:pt x="1237774" y="30903"/>
                    </a:cubicBezTo>
                    <a:cubicBezTo>
                      <a:pt x="1273016" y="48048"/>
                      <a:pt x="1303496" y="70908"/>
                      <a:pt x="1322546" y="106151"/>
                    </a:cubicBezTo>
                    <a:cubicBezTo>
                      <a:pt x="1345406" y="147108"/>
                      <a:pt x="1353026" y="190923"/>
                      <a:pt x="1353026" y="236643"/>
                    </a:cubicBezTo>
                    <a:cubicBezTo>
                      <a:pt x="1353026" y="350943"/>
                      <a:pt x="1353026" y="466196"/>
                      <a:pt x="1353026" y="580496"/>
                    </a:cubicBezTo>
                    <a:cubicBezTo>
                      <a:pt x="1353026" y="585258"/>
                      <a:pt x="1352074" y="590021"/>
                      <a:pt x="1353026" y="593831"/>
                    </a:cubicBezTo>
                    <a:cubicBezTo>
                      <a:pt x="1356836" y="618596"/>
                      <a:pt x="1368266" y="628121"/>
                      <a:pt x="1393984" y="629073"/>
                    </a:cubicBezTo>
                    <a:cubicBezTo>
                      <a:pt x="1394936" y="629073"/>
                      <a:pt x="1394936" y="629073"/>
                      <a:pt x="1395889" y="629073"/>
                    </a:cubicBezTo>
                    <a:cubicBezTo>
                      <a:pt x="1440656" y="630978"/>
                      <a:pt x="1453039" y="624311"/>
                      <a:pt x="1453039" y="573828"/>
                    </a:cubicBezTo>
                    <a:cubicBezTo>
                      <a:pt x="1452086" y="392853"/>
                      <a:pt x="1453039" y="210926"/>
                      <a:pt x="1452086" y="29951"/>
                    </a:cubicBezTo>
                    <a:cubicBezTo>
                      <a:pt x="1452086" y="15663"/>
                      <a:pt x="1455896" y="11853"/>
                      <a:pt x="1470184" y="12806"/>
                    </a:cubicBezTo>
                    <a:cubicBezTo>
                      <a:pt x="1515904" y="13758"/>
                      <a:pt x="1561624" y="13758"/>
                      <a:pt x="1608296" y="12806"/>
                    </a:cubicBezTo>
                    <a:cubicBezTo>
                      <a:pt x="1618774" y="12806"/>
                      <a:pt x="1624489" y="15663"/>
                      <a:pt x="1627346" y="26141"/>
                    </a:cubicBezTo>
                    <a:cubicBezTo>
                      <a:pt x="1634966" y="56621"/>
                      <a:pt x="1644491" y="85196"/>
                      <a:pt x="1654016" y="114723"/>
                    </a:cubicBezTo>
                    <a:close/>
                    <a:moveTo>
                      <a:pt x="1150144" y="505248"/>
                    </a:moveTo>
                    <a:cubicBezTo>
                      <a:pt x="1150144" y="486198"/>
                      <a:pt x="1150144" y="466196"/>
                      <a:pt x="1150144" y="447146"/>
                    </a:cubicBezTo>
                    <a:cubicBezTo>
                      <a:pt x="1150144" y="437621"/>
                      <a:pt x="1148239" y="433811"/>
                      <a:pt x="1137761" y="434763"/>
                    </a:cubicBezTo>
                    <a:cubicBezTo>
                      <a:pt x="1123474" y="435716"/>
                      <a:pt x="1109186" y="437621"/>
                      <a:pt x="1095851" y="437621"/>
                    </a:cubicBezTo>
                    <a:cubicBezTo>
                      <a:pt x="1050131" y="440478"/>
                      <a:pt x="1003459" y="443336"/>
                      <a:pt x="957739" y="449051"/>
                    </a:cubicBezTo>
                    <a:cubicBezTo>
                      <a:pt x="933926" y="451908"/>
                      <a:pt x="916781" y="465243"/>
                      <a:pt x="909161" y="488103"/>
                    </a:cubicBezTo>
                    <a:cubicBezTo>
                      <a:pt x="899636" y="517631"/>
                      <a:pt x="899636" y="549063"/>
                      <a:pt x="902494" y="578591"/>
                    </a:cubicBezTo>
                    <a:cubicBezTo>
                      <a:pt x="907256" y="616691"/>
                      <a:pt x="918686" y="631931"/>
                      <a:pt x="969169" y="634788"/>
                    </a:cubicBezTo>
                    <a:cubicBezTo>
                      <a:pt x="1027271" y="636693"/>
                      <a:pt x="1077754" y="611928"/>
                      <a:pt x="1129189" y="589068"/>
                    </a:cubicBezTo>
                    <a:cubicBezTo>
                      <a:pt x="1147286" y="580496"/>
                      <a:pt x="1153001" y="568113"/>
                      <a:pt x="1150144" y="549063"/>
                    </a:cubicBezTo>
                    <a:cubicBezTo>
                      <a:pt x="1148239" y="533823"/>
                      <a:pt x="1150144" y="519536"/>
                      <a:pt x="1150144" y="505248"/>
                    </a:cubicBezTo>
                    <a:close/>
                    <a:moveTo>
                      <a:pt x="310991" y="328083"/>
                    </a:moveTo>
                    <a:cubicBezTo>
                      <a:pt x="341471" y="328083"/>
                      <a:pt x="372904" y="329036"/>
                      <a:pt x="403384" y="328083"/>
                    </a:cubicBezTo>
                    <a:cubicBezTo>
                      <a:pt x="436721" y="327131"/>
                      <a:pt x="451961" y="311891"/>
                      <a:pt x="457676" y="290936"/>
                    </a:cubicBezTo>
                    <a:cubicBezTo>
                      <a:pt x="465296" y="265218"/>
                      <a:pt x="460534" y="240453"/>
                      <a:pt x="456724" y="215688"/>
                    </a:cubicBezTo>
                    <a:cubicBezTo>
                      <a:pt x="454819" y="201401"/>
                      <a:pt x="451009" y="186161"/>
                      <a:pt x="437674" y="175683"/>
                    </a:cubicBezTo>
                    <a:cubicBezTo>
                      <a:pt x="417671" y="158538"/>
                      <a:pt x="393859" y="158538"/>
                      <a:pt x="371951" y="157586"/>
                    </a:cubicBezTo>
                    <a:cubicBezTo>
                      <a:pt x="342424" y="155681"/>
                      <a:pt x="312896" y="155681"/>
                      <a:pt x="283369" y="160443"/>
                    </a:cubicBezTo>
                    <a:cubicBezTo>
                      <a:pt x="256699" y="164253"/>
                      <a:pt x="222409" y="187113"/>
                      <a:pt x="216694" y="207116"/>
                    </a:cubicBezTo>
                    <a:cubicBezTo>
                      <a:pt x="206216" y="243311"/>
                      <a:pt x="202406" y="280458"/>
                      <a:pt x="202406" y="318558"/>
                    </a:cubicBezTo>
                    <a:cubicBezTo>
                      <a:pt x="202406" y="328083"/>
                      <a:pt x="205264" y="329988"/>
                      <a:pt x="213836" y="329988"/>
                    </a:cubicBezTo>
                    <a:cubicBezTo>
                      <a:pt x="246221" y="327131"/>
                      <a:pt x="278606" y="328083"/>
                      <a:pt x="310991" y="32808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B3B100F-E1E2-B14B-8CD4-83E786379886}"/>
                </a:ext>
              </a:extLst>
            </p:cNvPr>
            <p:cNvSpPr/>
            <p:nvPr/>
          </p:nvSpPr>
          <p:spPr>
            <a:xfrm rot="460086">
              <a:off x="6623248" y="2734486"/>
              <a:ext cx="1790852" cy="790044"/>
            </a:xfrm>
            <a:custGeom>
              <a:avLst/>
              <a:gdLst/>
              <a:ahLst/>
              <a:cxnLst/>
              <a:rect l="l" t="t" r="r" b="b"/>
              <a:pathLst>
                <a:path w="1790852" h="790044">
                  <a:moveTo>
                    <a:pt x="1279722" y="509574"/>
                  </a:moveTo>
                  <a:lnTo>
                    <a:pt x="1326331" y="503299"/>
                  </a:lnTo>
                  <a:cubicBezTo>
                    <a:pt x="1348947" y="500254"/>
                    <a:pt x="1365981" y="500363"/>
                    <a:pt x="1377433" y="503627"/>
                  </a:cubicBezTo>
                  <a:cubicBezTo>
                    <a:pt x="1388885" y="506890"/>
                    <a:pt x="1395445" y="514717"/>
                    <a:pt x="1397113" y="527107"/>
                  </a:cubicBezTo>
                  <a:cubicBezTo>
                    <a:pt x="1399178" y="542447"/>
                    <a:pt x="1391662" y="555773"/>
                    <a:pt x="1374564" y="567085"/>
                  </a:cubicBezTo>
                  <a:cubicBezTo>
                    <a:pt x="1357466" y="578397"/>
                    <a:pt x="1332790" y="586225"/>
                    <a:pt x="1300538" y="590567"/>
                  </a:cubicBezTo>
                  <a:cubicBezTo>
                    <a:pt x="1279102" y="593453"/>
                    <a:pt x="1261957" y="592157"/>
                    <a:pt x="1249106" y="586679"/>
                  </a:cubicBezTo>
                  <a:cubicBezTo>
                    <a:pt x="1236255" y="581202"/>
                    <a:pt x="1228995" y="572268"/>
                    <a:pt x="1227327" y="559878"/>
                  </a:cubicBezTo>
                  <a:cubicBezTo>
                    <a:pt x="1225606" y="547095"/>
                    <a:pt x="1229778" y="536071"/>
                    <a:pt x="1239844" y="526807"/>
                  </a:cubicBezTo>
                  <a:cubicBezTo>
                    <a:pt x="1249909" y="517543"/>
                    <a:pt x="1263202" y="511799"/>
                    <a:pt x="1279722" y="509574"/>
                  </a:cubicBezTo>
                  <a:close/>
                  <a:moveTo>
                    <a:pt x="1265465" y="220763"/>
                  </a:moveTo>
                  <a:cubicBezTo>
                    <a:pt x="1298111" y="216367"/>
                    <a:pt x="1317108" y="234033"/>
                    <a:pt x="1322457" y="273758"/>
                  </a:cubicBezTo>
                  <a:cubicBezTo>
                    <a:pt x="1324866" y="291655"/>
                    <a:pt x="1322839" y="306344"/>
                    <a:pt x="1316376" y="317826"/>
                  </a:cubicBezTo>
                  <a:cubicBezTo>
                    <a:pt x="1309913" y="329309"/>
                    <a:pt x="1298225" y="336188"/>
                    <a:pt x="1281312" y="338466"/>
                  </a:cubicBezTo>
                  <a:cubicBezTo>
                    <a:pt x="1264595" y="340716"/>
                    <a:pt x="1251455" y="337179"/>
                    <a:pt x="1241890" y="327855"/>
                  </a:cubicBezTo>
                  <a:cubicBezTo>
                    <a:pt x="1232325" y="318531"/>
                    <a:pt x="1226338" y="304920"/>
                    <a:pt x="1223928" y="287024"/>
                  </a:cubicBezTo>
                  <a:cubicBezTo>
                    <a:pt x="1218580" y="247298"/>
                    <a:pt x="1232425" y="225211"/>
                    <a:pt x="1265465" y="220763"/>
                  </a:cubicBezTo>
                  <a:close/>
                  <a:moveTo>
                    <a:pt x="558929" y="266633"/>
                  </a:moveTo>
                  <a:lnTo>
                    <a:pt x="603333" y="596437"/>
                  </a:lnTo>
                  <a:lnTo>
                    <a:pt x="693306" y="584324"/>
                  </a:lnTo>
                  <a:lnTo>
                    <a:pt x="648902" y="254520"/>
                  </a:lnTo>
                  <a:close/>
                  <a:moveTo>
                    <a:pt x="1258117" y="166189"/>
                  </a:moveTo>
                  <a:cubicBezTo>
                    <a:pt x="1214654" y="172040"/>
                    <a:pt x="1182545" y="186375"/>
                    <a:pt x="1161790" y="209192"/>
                  </a:cubicBezTo>
                  <a:cubicBezTo>
                    <a:pt x="1141035" y="232010"/>
                    <a:pt x="1133081" y="261413"/>
                    <a:pt x="1137926" y="297402"/>
                  </a:cubicBezTo>
                  <a:cubicBezTo>
                    <a:pt x="1140945" y="319822"/>
                    <a:pt x="1148630" y="338609"/>
                    <a:pt x="1160983" y="353765"/>
                  </a:cubicBezTo>
                  <a:cubicBezTo>
                    <a:pt x="1173334" y="368922"/>
                    <a:pt x="1188667" y="379071"/>
                    <a:pt x="1206980" y="384214"/>
                  </a:cubicBezTo>
                  <a:cubicBezTo>
                    <a:pt x="1194299" y="394131"/>
                    <a:pt x="1184883" y="403758"/>
                    <a:pt x="1178732" y="413096"/>
                  </a:cubicBezTo>
                  <a:cubicBezTo>
                    <a:pt x="1172581" y="422434"/>
                    <a:pt x="1170352" y="433396"/>
                    <a:pt x="1172047" y="445982"/>
                  </a:cubicBezTo>
                  <a:cubicBezTo>
                    <a:pt x="1173397" y="456012"/>
                    <a:pt x="1178116" y="465038"/>
                    <a:pt x="1186205" y="473059"/>
                  </a:cubicBezTo>
                  <a:cubicBezTo>
                    <a:pt x="1194292" y="481081"/>
                    <a:pt x="1203223" y="486436"/>
                    <a:pt x="1212995" y="489125"/>
                  </a:cubicBezTo>
                  <a:cubicBezTo>
                    <a:pt x="1189771" y="498058"/>
                    <a:pt x="1172864" y="510046"/>
                    <a:pt x="1162274" y="525087"/>
                  </a:cubicBezTo>
                  <a:cubicBezTo>
                    <a:pt x="1151685" y="540128"/>
                    <a:pt x="1147728" y="557580"/>
                    <a:pt x="1150402" y="577443"/>
                  </a:cubicBezTo>
                  <a:cubicBezTo>
                    <a:pt x="1154294" y="606353"/>
                    <a:pt x="1169463" y="627186"/>
                    <a:pt x="1195909" y="639944"/>
                  </a:cubicBezTo>
                  <a:cubicBezTo>
                    <a:pt x="1222355" y="652702"/>
                    <a:pt x="1258587" y="655983"/>
                    <a:pt x="1304607" y="649787"/>
                  </a:cubicBezTo>
                  <a:cubicBezTo>
                    <a:pt x="1364785" y="641685"/>
                    <a:pt x="1409522" y="624849"/>
                    <a:pt x="1438817" y="599280"/>
                  </a:cubicBezTo>
                  <a:cubicBezTo>
                    <a:pt x="1468112" y="573712"/>
                    <a:pt x="1480164" y="541654"/>
                    <a:pt x="1474974" y="503108"/>
                  </a:cubicBezTo>
                  <a:cubicBezTo>
                    <a:pt x="1470923" y="473019"/>
                    <a:pt x="1458363" y="451483"/>
                    <a:pt x="1437293" y="438502"/>
                  </a:cubicBezTo>
                  <a:cubicBezTo>
                    <a:pt x="1416223" y="425521"/>
                    <a:pt x="1387595" y="421467"/>
                    <a:pt x="1351409" y="426339"/>
                  </a:cubicBezTo>
                  <a:lnTo>
                    <a:pt x="1295361" y="433885"/>
                  </a:lnTo>
                  <a:cubicBezTo>
                    <a:pt x="1262321" y="438333"/>
                    <a:pt x="1244927" y="434068"/>
                    <a:pt x="1243180" y="421088"/>
                  </a:cubicBezTo>
                  <a:cubicBezTo>
                    <a:pt x="1242015" y="412435"/>
                    <a:pt x="1245577" y="403946"/>
                    <a:pt x="1253867" y="395621"/>
                  </a:cubicBezTo>
                  <a:lnTo>
                    <a:pt x="1267341" y="395309"/>
                  </a:lnTo>
                  <a:lnTo>
                    <a:pt x="1283684" y="394010"/>
                  </a:lnTo>
                  <a:cubicBezTo>
                    <a:pt x="1327540" y="388105"/>
                    <a:pt x="1360478" y="373609"/>
                    <a:pt x="1382499" y="350521"/>
                  </a:cubicBezTo>
                  <a:cubicBezTo>
                    <a:pt x="1404519" y="327434"/>
                    <a:pt x="1413145" y="298190"/>
                    <a:pt x="1408380" y="262791"/>
                  </a:cubicBezTo>
                  <a:cubicBezTo>
                    <a:pt x="1405917" y="244501"/>
                    <a:pt x="1398973" y="228617"/>
                    <a:pt x="1387547" y="215138"/>
                  </a:cubicBezTo>
                  <a:lnTo>
                    <a:pt x="1437384" y="194913"/>
                  </a:lnTo>
                  <a:lnTo>
                    <a:pt x="1431228" y="149189"/>
                  </a:lnTo>
                  <a:lnTo>
                    <a:pt x="1316180" y="164678"/>
                  </a:lnTo>
                  <a:cubicBezTo>
                    <a:pt x="1312534" y="164368"/>
                    <a:pt x="1304256" y="164231"/>
                    <a:pt x="1291346" y="164268"/>
                  </a:cubicBezTo>
                  <a:cubicBezTo>
                    <a:pt x="1278436" y="164304"/>
                    <a:pt x="1267360" y="164944"/>
                    <a:pt x="1258117" y="166189"/>
                  </a:cubicBezTo>
                  <a:close/>
                  <a:moveTo>
                    <a:pt x="934213" y="209799"/>
                  </a:moveTo>
                  <a:cubicBezTo>
                    <a:pt x="911793" y="212817"/>
                    <a:pt x="892332" y="219592"/>
                    <a:pt x="875830" y="230123"/>
                  </a:cubicBezTo>
                  <a:cubicBezTo>
                    <a:pt x="859327" y="240655"/>
                    <a:pt x="847134" y="254561"/>
                    <a:pt x="839249" y="271841"/>
                  </a:cubicBezTo>
                  <a:lnTo>
                    <a:pt x="834234" y="272516"/>
                  </a:lnTo>
                  <a:lnTo>
                    <a:pt x="816459" y="231960"/>
                  </a:lnTo>
                  <a:lnTo>
                    <a:pt x="747725" y="241214"/>
                  </a:lnTo>
                  <a:lnTo>
                    <a:pt x="792130" y="571018"/>
                  </a:lnTo>
                  <a:lnTo>
                    <a:pt x="882103" y="558904"/>
                  </a:lnTo>
                  <a:lnTo>
                    <a:pt x="861211" y="403737"/>
                  </a:lnTo>
                  <a:cubicBezTo>
                    <a:pt x="855969" y="364798"/>
                    <a:pt x="857820" y="336166"/>
                    <a:pt x="866766" y="317842"/>
                  </a:cubicBezTo>
                  <a:cubicBezTo>
                    <a:pt x="875712" y="299518"/>
                    <a:pt x="892772" y="288662"/>
                    <a:pt x="917945" y="285273"/>
                  </a:cubicBezTo>
                  <a:cubicBezTo>
                    <a:pt x="936431" y="282784"/>
                    <a:pt x="950703" y="286919"/>
                    <a:pt x="960762" y="297678"/>
                  </a:cubicBezTo>
                  <a:cubicBezTo>
                    <a:pt x="970820" y="308438"/>
                    <a:pt x="977451" y="325716"/>
                    <a:pt x="980655" y="349512"/>
                  </a:cubicBezTo>
                  <a:lnTo>
                    <a:pt x="1006591" y="542143"/>
                  </a:lnTo>
                  <a:lnTo>
                    <a:pt x="1096564" y="530030"/>
                  </a:lnTo>
                  <a:lnTo>
                    <a:pt x="1067610" y="314978"/>
                  </a:lnTo>
                  <a:cubicBezTo>
                    <a:pt x="1062341" y="275843"/>
                    <a:pt x="1048378" y="247238"/>
                    <a:pt x="1025722" y="229164"/>
                  </a:cubicBezTo>
                  <a:cubicBezTo>
                    <a:pt x="1003065" y="211091"/>
                    <a:pt x="972562" y="204635"/>
                    <a:pt x="934213" y="209799"/>
                  </a:cubicBezTo>
                  <a:close/>
                  <a:moveTo>
                    <a:pt x="468417" y="272513"/>
                  </a:moveTo>
                  <a:cubicBezTo>
                    <a:pt x="447964" y="275266"/>
                    <a:pt x="429796" y="283469"/>
                    <a:pt x="413914" y="297121"/>
                  </a:cubicBezTo>
                  <a:cubicBezTo>
                    <a:pt x="398032" y="310772"/>
                    <a:pt x="386222" y="327529"/>
                    <a:pt x="378484" y="347393"/>
                  </a:cubicBezTo>
                  <a:lnTo>
                    <a:pt x="374059" y="347988"/>
                  </a:lnTo>
                  <a:lnTo>
                    <a:pt x="353318" y="294317"/>
                  </a:lnTo>
                  <a:lnTo>
                    <a:pt x="285174" y="303491"/>
                  </a:lnTo>
                  <a:lnTo>
                    <a:pt x="329578" y="633295"/>
                  </a:lnTo>
                  <a:lnTo>
                    <a:pt x="419552" y="621181"/>
                  </a:lnTo>
                  <a:lnTo>
                    <a:pt x="396952" y="453329"/>
                  </a:lnTo>
                  <a:cubicBezTo>
                    <a:pt x="393378" y="426780"/>
                    <a:pt x="398612" y="405051"/>
                    <a:pt x="412654" y="388144"/>
                  </a:cubicBezTo>
                  <a:cubicBezTo>
                    <a:pt x="426696" y="371236"/>
                    <a:pt x="448073" y="360849"/>
                    <a:pt x="476786" y="356983"/>
                  </a:cubicBezTo>
                  <a:cubicBezTo>
                    <a:pt x="487209" y="355580"/>
                    <a:pt x="496192" y="355372"/>
                    <a:pt x="503733" y="356359"/>
                  </a:cubicBezTo>
                  <a:lnTo>
                    <a:pt x="499158" y="271077"/>
                  </a:lnTo>
                  <a:cubicBezTo>
                    <a:pt x="490857" y="270392"/>
                    <a:pt x="480610" y="270871"/>
                    <a:pt x="468417" y="272513"/>
                  </a:cubicBezTo>
                  <a:close/>
                  <a:moveTo>
                    <a:pt x="586667" y="131349"/>
                  </a:moveTo>
                  <a:cubicBezTo>
                    <a:pt x="554021" y="135745"/>
                    <a:pt x="539670" y="152594"/>
                    <a:pt x="543616" y="181897"/>
                  </a:cubicBezTo>
                  <a:cubicBezTo>
                    <a:pt x="547587" y="211396"/>
                    <a:pt x="565896" y="223948"/>
                    <a:pt x="598542" y="219552"/>
                  </a:cubicBezTo>
                  <a:cubicBezTo>
                    <a:pt x="614865" y="217355"/>
                    <a:pt x="626585" y="211822"/>
                    <a:pt x="633700" y="202955"/>
                  </a:cubicBezTo>
                  <a:cubicBezTo>
                    <a:pt x="640816" y="194088"/>
                    <a:pt x="643434" y="182673"/>
                    <a:pt x="641554" y="168710"/>
                  </a:cubicBezTo>
                  <a:cubicBezTo>
                    <a:pt x="637609" y="139407"/>
                    <a:pt x="619313" y="126954"/>
                    <a:pt x="586667" y="131349"/>
                  </a:cubicBezTo>
                  <a:close/>
                  <a:moveTo>
                    <a:pt x="714967" y="8025"/>
                  </a:moveTo>
                  <a:cubicBezTo>
                    <a:pt x="773257" y="2763"/>
                    <a:pt x="833610" y="0"/>
                    <a:pt x="895426" y="0"/>
                  </a:cubicBezTo>
                  <a:cubicBezTo>
                    <a:pt x="1389956" y="0"/>
                    <a:pt x="1790852" y="176857"/>
                    <a:pt x="1790852" y="395022"/>
                  </a:cubicBezTo>
                  <a:cubicBezTo>
                    <a:pt x="1790852" y="613187"/>
                    <a:pt x="1389956" y="790044"/>
                    <a:pt x="895426" y="790044"/>
                  </a:cubicBezTo>
                  <a:cubicBezTo>
                    <a:pt x="400896" y="790044"/>
                    <a:pt x="0" y="613187"/>
                    <a:pt x="0" y="395022"/>
                  </a:cubicBezTo>
                  <a:cubicBezTo>
                    <a:pt x="0" y="204128"/>
                    <a:pt x="306936" y="44860"/>
                    <a:pt x="714967" y="8025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EG"/>
            </a:p>
          </p:txBody>
        </p:sp>
      </p:grpSp>
    </p:spTree>
    <p:extLst>
      <p:ext uri="{BB962C8B-B14F-4D97-AF65-F5344CB8AC3E}">
        <p14:creationId xmlns:p14="http://schemas.microsoft.com/office/powerpoint/2010/main" val="7899640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7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tiff"/><Relationship Id="rId7" Type="http://schemas.openxmlformats.org/officeDocument/2006/relationships/image" Target="../media/image5.tif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tiff"/><Relationship Id="rId5" Type="http://schemas.openxmlformats.org/officeDocument/2006/relationships/image" Target="../media/image3.tiff"/><Relationship Id="rId4" Type="http://schemas.openxmlformats.org/officeDocument/2006/relationships/image" Target="../media/image2.tiff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4A68C39E-4630-3D45-AAC9-9F74928309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5939" y="11074"/>
            <a:ext cx="12192000" cy="3139623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222E2617-28A0-B84C-A9E4-E281EC8323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V="1">
            <a:off x="-5939" y="3718377"/>
            <a:ext cx="12192000" cy="3139623"/>
          </a:xfrm>
          <a:prstGeom prst="rect">
            <a:avLst/>
          </a:prstGeom>
        </p:spPr>
      </p:pic>
      <p:grpSp>
        <p:nvGrpSpPr>
          <p:cNvPr id="6" name="Group 5"/>
          <p:cNvGrpSpPr/>
          <p:nvPr/>
        </p:nvGrpSpPr>
        <p:grpSpPr>
          <a:xfrm rot="5400000" flipH="1">
            <a:off x="8598687" y="-1712643"/>
            <a:ext cx="1880673" cy="5305959"/>
            <a:chOff x="8583494" y="-1586508"/>
            <a:chExt cx="3608508" cy="10180710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583494" y="-1586508"/>
              <a:ext cx="3608508" cy="10180710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100399" y="-896943"/>
              <a:ext cx="3091602" cy="6582535"/>
            </a:xfrm>
            <a:prstGeom prst="rect">
              <a:avLst/>
            </a:prstGeom>
          </p:spPr>
        </p:pic>
      </p:grpSp>
      <p:grpSp>
        <p:nvGrpSpPr>
          <p:cNvPr id="9" name="Group 8"/>
          <p:cNvGrpSpPr/>
          <p:nvPr/>
        </p:nvGrpSpPr>
        <p:grpSpPr>
          <a:xfrm rot="16200000">
            <a:off x="761738" y="3654980"/>
            <a:ext cx="2445853" cy="3969329"/>
            <a:chOff x="-37352" y="-1"/>
            <a:chExt cx="2997200" cy="4864100"/>
          </a:xfrm>
        </p:grpSpPr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37352" y="-1"/>
              <a:ext cx="2997200" cy="4864100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31749" y="0"/>
              <a:ext cx="2019300" cy="3238500"/>
            </a:xfrm>
            <a:prstGeom prst="rect">
              <a:avLst/>
            </a:prstGeom>
          </p:spPr>
        </p:pic>
      </p:grpSp>
      <p:sp>
        <p:nvSpPr>
          <p:cNvPr id="16" name="TextBox 15"/>
          <p:cNvSpPr txBox="1"/>
          <p:nvPr/>
        </p:nvSpPr>
        <p:spPr>
          <a:xfrm>
            <a:off x="3902932" y="3713999"/>
            <a:ext cx="438613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600" spc="600" dirty="0">
                <a:solidFill>
                  <a:schemeClr val="tx1">
                    <a:lumMod val="75000"/>
                    <a:lumOff val="25000"/>
                  </a:schemeClr>
                </a:solidFill>
                <a:latin typeface="Open Sans" charset="0"/>
                <a:ea typeface="Open Sans" charset="0"/>
                <a:cs typeface="Open Sans" charset="0"/>
              </a:rPr>
              <a:t>INFOGRAPHICS</a:t>
            </a:r>
            <a:endParaRPr lang="en-US" sz="3600" b="1" spc="600" dirty="0">
              <a:solidFill>
                <a:schemeClr val="tx1">
                  <a:lumMod val="75000"/>
                  <a:lumOff val="25000"/>
                </a:schemeClr>
              </a:solidFill>
              <a:latin typeface="Open Sans Extrabold" charset="0"/>
              <a:ea typeface="Open Sans Extrabold" charset="0"/>
              <a:cs typeface="Open Sans Extrabold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F43540A-173C-8A4F-9A1D-C8B2AD74BF4E}"/>
              </a:ext>
            </a:extLst>
          </p:cNvPr>
          <p:cNvGrpSpPr/>
          <p:nvPr/>
        </p:nvGrpSpPr>
        <p:grpSpPr>
          <a:xfrm>
            <a:off x="5664520" y="4442097"/>
            <a:ext cx="862961" cy="50044"/>
            <a:chOff x="5012716" y="1129776"/>
            <a:chExt cx="3148718" cy="103072"/>
          </a:xfr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0" scaled="0"/>
          </a:gradFill>
        </p:grpSpPr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8E8D057A-E98F-C343-B01F-A0BCA71C24DB}"/>
                </a:ext>
              </a:extLst>
            </p:cNvPr>
            <p:cNvSpPr/>
            <p:nvPr/>
          </p:nvSpPr>
          <p:spPr>
            <a:xfrm>
              <a:off x="5012716" y="1129776"/>
              <a:ext cx="1623093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4BBB32E9-B746-334C-8DAD-9248837C9222}"/>
                </a:ext>
              </a:extLst>
            </p:cNvPr>
            <p:cNvSpPr/>
            <p:nvPr/>
          </p:nvSpPr>
          <p:spPr>
            <a:xfrm>
              <a:off x="6910165" y="1129776"/>
              <a:ext cx="660462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C6BC311B-093E-E44B-8C97-9051D51A93F3}"/>
                </a:ext>
              </a:extLst>
            </p:cNvPr>
            <p:cNvSpPr/>
            <p:nvPr/>
          </p:nvSpPr>
          <p:spPr>
            <a:xfrm>
              <a:off x="7831205" y="1129776"/>
              <a:ext cx="330229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3BC8A8A-E5F0-784D-AF9E-E470A785CB34}"/>
              </a:ext>
            </a:extLst>
          </p:cNvPr>
          <p:cNvGrpSpPr/>
          <p:nvPr/>
        </p:nvGrpSpPr>
        <p:grpSpPr>
          <a:xfrm>
            <a:off x="3777901" y="2638261"/>
            <a:ext cx="4636199" cy="900331"/>
            <a:chOff x="3777901" y="2638261"/>
            <a:chExt cx="4636199" cy="900331"/>
          </a:xfrm>
        </p:grpSpPr>
        <p:grpSp>
          <p:nvGrpSpPr>
            <p:cNvPr id="33" name="Graphic 17">
              <a:extLst>
                <a:ext uri="{FF2B5EF4-FFF2-40B4-BE49-F238E27FC236}">
                  <a16:creationId xmlns:a16="http://schemas.microsoft.com/office/drawing/2014/main" id="{DD76B807-8335-4EB3-BB62-48A590C509E6}"/>
                </a:ext>
              </a:extLst>
            </p:cNvPr>
            <p:cNvGrpSpPr/>
            <p:nvPr/>
          </p:nvGrpSpPr>
          <p:grpSpPr>
            <a:xfrm>
              <a:off x="3777901" y="2638261"/>
              <a:ext cx="2708777" cy="900331"/>
              <a:chOff x="4930189" y="4690640"/>
              <a:chExt cx="3467537" cy="1152525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339ABD17-D295-4DD3-8F4B-1F7D469F745E}"/>
                  </a:ext>
                </a:extLst>
              </p:cNvPr>
              <p:cNvSpPr/>
              <p:nvPr/>
            </p:nvSpPr>
            <p:spPr>
              <a:xfrm>
                <a:off x="6941878" y="4690640"/>
                <a:ext cx="733425" cy="1152525"/>
              </a:xfrm>
              <a:custGeom>
                <a:avLst/>
                <a:gdLst>
                  <a:gd name="connsiteX0" fmla="*/ 139532 w 733425"/>
                  <a:gd name="connsiteY0" fmla="*/ 1152525 h 1152525"/>
                  <a:gd name="connsiteX1" fmla="*/ 64285 w 733425"/>
                  <a:gd name="connsiteY1" fmla="*/ 1102995 h 1152525"/>
                  <a:gd name="connsiteX2" fmla="*/ 9040 w 733425"/>
                  <a:gd name="connsiteY2" fmla="*/ 982028 h 1152525"/>
                  <a:gd name="connsiteX3" fmla="*/ 5230 w 733425"/>
                  <a:gd name="connsiteY3" fmla="*/ 860108 h 1152525"/>
                  <a:gd name="connsiteX4" fmla="*/ 13802 w 733425"/>
                  <a:gd name="connsiteY4" fmla="*/ 839153 h 1152525"/>
                  <a:gd name="connsiteX5" fmla="*/ 73810 w 733425"/>
                  <a:gd name="connsiteY5" fmla="*/ 775335 h 1152525"/>
                  <a:gd name="connsiteX6" fmla="*/ 4277 w 733425"/>
                  <a:gd name="connsiteY6" fmla="*/ 671513 h 1152525"/>
                  <a:gd name="connsiteX7" fmla="*/ 48092 w 733425"/>
                  <a:gd name="connsiteY7" fmla="*/ 512445 h 1152525"/>
                  <a:gd name="connsiteX8" fmla="*/ 89049 w 733425"/>
                  <a:gd name="connsiteY8" fmla="*/ 488633 h 1152525"/>
                  <a:gd name="connsiteX9" fmla="*/ 10944 w 733425"/>
                  <a:gd name="connsiteY9" fmla="*/ 345758 h 1152525"/>
                  <a:gd name="connsiteX10" fmla="*/ 8087 w 733425"/>
                  <a:gd name="connsiteY10" fmla="*/ 240030 h 1152525"/>
                  <a:gd name="connsiteX11" fmla="*/ 19517 w 733425"/>
                  <a:gd name="connsiteY11" fmla="*/ 169545 h 1152525"/>
                  <a:gd name="connsiteX12" fmla="*/ 94765 w 733425"/>
                  <a:gd name="connsiteY12" fmla="*/ 51435 h 1152525"/>
                  <a:gd name="connsiteX13" fmla="*/ 250022 w 733425"/>
                  <a:gd name="connsiteY13" fmla="*/ 2857 h 1152525"/>
                  <a:gd name="connsiteX14" fmla="*/ 270977 w 733425"/>
                  <a:gd name="connsiteY14" fmla="*/ 0 h 1152525"/>
                  <a:gd name="connsiteX15" fmla="*/ 739607 w 733425"/>
                  <a:gd name="connsiteY15" fmla="*/ 0 h 1152525"/>
                  <a:gd name="connsiteX16" fmla="*/ 739607 w 733425"/>
                  <a:gd name="connsiteY16" fmla="*/ 110490 h 1152525"/>
                  <a:gd name="connsiteX17" fmla="*/ 726272 w 733425"/>
                  <a:gd name="connsiteY17" fmla="*/ 127635 h 1152525"/>
                  <a:gd name="connsiteX18" fmla="*/ 668170 w 733425"/>
                  <a:gd name="connsiteY18" fmla="*/ 144780 h 1152525"/>
                  <a:gd name="connsiteX19" fmla="*/ 660549 w 733425"/>
                  <a:gd name="connsiteY19" fmla="*/ 162878 h 1152525"/>
                  <a:gd name="connsiteX20" fmla="*/ 673884 w 733425"/>
                  <a:gd name="connsiteY20" fmla="*/ 202883 h 1152525"/>
                  <a:gd name="connsiteX21" fmla="*/ 680552 w 733425"/>
                  <a:gd name="connsiteY21" fmla="*/ 348615 h 1152525"/>
                  <a:gd name="connsiteX22" fmla="*/ 647215 w 733425"/>
                  <a:gd name="connsiteY22" fmla="*/ 450533 h 1152525"/>
                  <a:gd name="connsiteX23" fmla="*/ 451952 w 733425"/>
                  <a:gd name="connsiteY23" fmla="*/ 557213 h 1152525"/>
                  <a:gd name="connsiteX24" fmla="*/ 220494 w 733425"/>
                  <a:gd name="connsiteY24" fmla="*/ 561023 h 1152525"/>
                  <a:gd name="connsiteX25" fmla="*/ 185252 w 733425"/>
                  <a:gd name="connsiteY25" fmla="*/ 587693 h 1152525"/>
                  <a:gd name="connsiteX26" fmla="*/ 210017 w 733425"/>
                  <a:gd name="connsiteY26" fmla="*/ 626745 h 1152525"/>
                  <a:gd name="connsiteX27" fmla="*/ 253832 w 733425"/>
                  <a:gd name="connsiteY27" fmla="*/ 633413 h 1152525"/>
                  <a:gd name="connsiteX28" fmla="*/ 486242 w 733425"/>
                  <a:gd name="connsiteY28" fmla="*/ 633413 h 1152525"/>
                  <a:gd name="connsiteX29" fmla="*/ 548155 w 733425"/>
                  <a:gd name="connsiteY29" fmla="*/ 641033 h 1152525"/>
                  <a:gd name="connsiteX30" fmla="*/ 650072 w 733425"/>
                  <a:gd name="connsiteY30" fmla="*/ 695325 h 1152525"/>
                  <a:gd name="connsiteX31" fmla="*/ 703412 w 733425"/>
                  <a:gd name="connsiteY31" fmla="*/ 836295 h 1152525"/>
                  <a:gd name="connsiteX32" fmla="*/ 697697 w 733425"/>
                  <a:gd name="connsiteY32" fmla="*/ 1010603 h 1152525"/>
                  <a:gd name="connsiteX33" fmla="*/ 605305 w 733425"/>
                  <a:gd name="connsiteY33" fmla="*/ 1138238 h 1152525"/>
                  <a:gd name="connsiteX34" fmla="*/ 577682 w 733425"/>
                  <a:gd name="connsiteY34" fmla="*/ 1153478 h 1152525"/>
                  <a:gd name="connsiteX35" fmla="*/ 139532 w 733425"/>
                  <a:gd name="connsiteY35" fmla="*/ 1152525 h 1152525"/>
                  <a:gd name="connsiteX36" fmla="*/ 357655 w 733425"/>
                  <a:gd name="connsiteY36" fmla="*/ 1004888 h 1152525"/>
                  <a:gd name="connsiteX37" fmla="*/ 438617 w 733425"/>
                  <a:gd name="connsiteY37" fmla="*/ 1004888 h 1152525"/>
                  <a:gd name="connsiteX38" fmla="*/ 501482 w 733425"/>
                  <a:gd name="connsiteY38" fmla="*/ 950595 h 1152525"/>
                  <a:gd name="connsiteX39" fmla="*/ 504340 w 733425"/>
                  <a:gd name="connsiteY39" fmla="*/ 864870 h 1152525"/>
                  <a:gd name="connsiteX40" fmla="*/ 432902 w 733425"/>
                  <a:gd name="connsiteY40" fmla="*/ 798195 h 1152525"/>
                  <a:gd name="connsiteX41" fmla="*/ 230972 w 733425"/>
                  <a:gd name="connsiteY41" fmla="*/ 793433 h 1152525"/>
                  <a:gd name="connsiteX42" fmla="*/ 212874 w 733425"/>
                  <a:gd name="connsiteY42" fmla="*/ 811530 h 1152525"/>
                  <a:gd name="connsiteX43" fmla="*/ 212874 w 733425"/>
                  <a:gd name="connsiteY43" fmla="*/ 935355 h 1152525"/>
                  <a:gd name="connsiteX44" fmla="*/ 282407 w 733425"/>
                  <a:gd name="connsiteY44" fmla="*/ 1004888 h 1152525"/>
                  <a:gd name="connsiteX45" fmla="*/ 357655 w 733425"/>
                  <a:gd name="connsiteY45" fmla="*/ 1004888 h 1152525"/>
                  <a:gd name="connsiteX46" fmla="*/ 343367 w 733425"/>
                  <a:gd name="connsiteY46" fmla="*/ 164783 h 1152525"/>
                  <a:gd name="connsiteX47" fmla="*/ 286217 w 733425"/>
                  <a:gd name="connsiteY47" fmla="*/ 164783 h 1152525"/>
                  <a:gd name="connsiteX48" fmla="*/ 220494 w 733425"/>
                  <a:gd name="connsiteY48" fmla="*/ 208598 h 1152525"/>
                  <a:gd name="connsiteX49" fmla="*/ 213827 w 733425"/>
                  <a:gd name="connsiteY49" fmla="*/ 324803 h 1152525"/>
                  <a:gd name="connsiteX50" fmla="*/ 288122 w 733425"/>
                  <a:gd name="connsiteY50" fmla="*/ 391478 h 1152525"/>
                  <a:gd name="connsiteX51" fmla="*/ 398612 w 733425"/>
                  <a:gd name="connsiteY51" fmla="*/ 391478 h 1152525"/>
                  <a:gd name="connsiteX52" fmla="*/ 472907 w 733425"/>
                  <a:gd name="connsiteY52" fmla="*/ 332423 h 1152525"/>
                  <a:gd name="connsiteX53" fmla="*/ 473859 w 733425"/>
                  <a:gd name="connsiteY53" fmla="*/ 225743 h 1152525"/>
                  <a:gd name="connsiteX54" fmla="*/ 396707 w 733425"/>
                  <a:gd name="connsiteY54" fmla="*/ 164783 h 1152525"/>
                  <a:gd name="connsiteX55" fmla="*/ 343367 w 733425"/>
                  <a:gd name="connsiteY55" fmla="*/ 164783 h 115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733425" h="1152525">
                    <a:moveTo>
                      <a:pt x="139532" y="1152525"/>
                    </a:moveTo>
                    <a:cubicBezTo>
                      <a:pt x="111910" y="1140143"/>
                      <a:pt x="85240" y="1125855"/>
                      <a:pt x="64285" y="1102995"/>
                    </a:cubicBezTo>
                    <a:cubicBezTo>
                      <a:pt x="31899" y="1068705"/>
                      <a:pt x="15707" y="1027748"/>
                      <a:pt x="9040" y="982028"/>
                    </a:cubicBezTo>
                    <a:cubicBezTo>
                      <a:pt x="4277" y="942023"/>
                      <a:pt x="5230" y="901065"/>
                      <a:pt x="5230" y="860108"/>
                    </a:cubicBezTo>
                    <a:cubicBezTo>
                      <a:pt x="5230" y="851535"/>
                      <a:pt x="7135" y="844868"/>
                      <a:pt x="13802" y="839153"/>
                    </a:cubicBezTo>
                    <a:cubicBezTo>
                      <a:pt x="35710" y="819150"/>
                      <a:pt x="54760" y="797243"/>
                      <a:pt x="73810" y="775335"/>
                    </a:cubicBezTo>
                    <a:cubicBezTo>
                      <a:pt x="36662" y="749618"/>
                      <a:pt x="11897" y="715328"/>
                      <a:pt x="4277" y="671513"/>
                    </a:cubicBezTo>
                    <a:cubicBezTo>
                      <a:pt x="-6201" y="612458"/>
                      <a:pt x="467" y="557213"/>
                      <a:pt x="48092" y="512445"/>
                    </a:cubicBezTo>
                    <a:cubicBezTo>
                      <a:pt x="59522" y="501968"/>
                      <a:pt x="74762" y="499110"/>
                      <a:pt x="89049" y="488633"/>
                    </a:cubicBezTo>
                    <a:cubicBezTo>
                      <a:pt x="39519" y="453390"/>
                      <a:pt x="20469" y="401003"/>
                      <a:pt x="10944" y="345758"/>
                    </a:cubicBezTo>
                    <a:cubicBezTo>
                      <a:pt x="4277" y="311468"/>
                      <a:pt x="4277" y="276225"/>
                      <a:pt x="8087" y="240030"/>
                    </a:cubicBezTo>
                    <a:cubicBezTo>
                      <a:pt x="10944" y="216218"/>
                      <a:pt x="13802" y="193358"/>
                      <a:pt x="19517" y="169545"/>
                    </a:cubicBezTo>
                    <a:cubicBezTo>
                      <a:pt x="30947" y="120968"/>
                      <a:pt x="55712" y="80963"/>
                      <a:pt x="94765" y="51435"/>
                    </a:cubicBezTo>
                    <a:cubicBezTo>
                      <a:pt x="140485" y="16192"/>
                      <a:pt x="193824" y="5715"/>
                      <a:pt x="250022" y="2857"/>
                    </a:cubicBezTo>
                    <a:cubicBezTo>
                      <a:pt x="256690" y="2857"/>
                      <a:pt x="265262" y="5715"/>
                      <a:pt x="270977" y="0"/>
                    </a:cubicBezTo>
                    <a:cubicBezTo>
                      <a:pt x="427187" y="0"/>
                      <a:pt x="583397" y="0"/>
                      <a:pt x="739607" y="0"/>
                    </a:cubicBezTo>
                    <a:cubicBezTo>
                      <a:pt x="739607" y="37148"/>
                      <a:pt x="739607" y="73343"/>
                      <a:pt x="739607" y="110490"/>
                    </a:cubicBezTo>
                    <a:cubicBezTo>
                      <a:pt x="739607" y="120968"/>
                      <a:pt x="736749" y="125730"/>
                      <a:pt x="726272" y="127635"/>
                    </a:cubicBezTo>
                    <a:cubicBezTo>
                      <a:pt x="706270" y="132398"/>
                      <a:pt x="687220" y="139065"/>
                      <a:pt x="668170" y="144780"/>
                    </a:cubicBezTo>
                    <a:cubicBezTo>
                      <a:pt x="656740" y="147638"/>
                      <a:pt x="655787" y="153353"/>
                      <a:pt x="660549" y="162878"/>
                    </a:cubicBezTo>
                    <a:cubicBezTo>
                      <a:pt x="666265" y="175260"/>
                      <a:pt x="671027" y="189548"/>
                      <a:pt x="673884" y="202883"/>
                    </a:cubicBezTo>
                    <a:cubicBezTo>
                      <a:pt x="683409" y="250508"/>
                      <a:pt x="688172" y="299085"/>
                      <a:pt x="680552" y="348615"/>
                    </a:cubicBezTo>
                    <a:cubicBezTo>
                      <a:pt x="674837" y="384810"/>
                      <a:pt x="666265" y="420053"/>
                      <a:pt x="647215" y="450533"/>
                    </a:cubicBezTo>
                    <a:cubicBezTo>
                      <a:pt x="603399" y="522923"/>
                      <a:pt x="533867" y="553403"/>
                      <a:pt x="451952" y="557213"/>
                    </a:cubicBezTo>
                    <a:cubicBezTo>
                      <a:pt x="374799" y="560070"/>
                      <a:pt x="297647" y="554355"/>
                      <a:pt x="220494" y="561023"/>
                    </a:cubicBezTo>
                    <a:cubicBezTo>
                      <a:pt x="202397" y="562928"/>
                      <a:pt x="187157" y="572453"/>
                      <a:pt x="185252" y="587693"/>
                    </a:cubicBezTo>
                    <a:cubicBezTo>
                      <a:pt x="182394" y="609600"/>
                      <a:pt x="189062" y="620078"/>
                      <a:pt x="210017" y="626745"/>
                    </a:cubicBezTo>
                    <a:cubicBezTo>
                      <a:pt x="224305" y="631508"/>
                      <a:pt x="238592" y="633413"/>
                      <a:pt x="253832" y="633413"/>
                    </a:cubicBezTo>
                    <a:cubicBezTo>
                      <a:pt x="330985" y="633413"/>
                      <a:pt x="409090" y="633413"/>
                      <a:pt x="486242" y="633413"/>
                    </a:cubicBezTo>
                    <a:cubicBezTo>
                      <a:pt x="507197" y="633413"/>
                      <a:pt x="528152" y="636270"/>
                      <a:pt x="548155" y="641033"/>
                    </a:cubicBezTo>
                    <a:cubicBezTo>
                      <a:pt x="587207" y="649605"/>
                      <a:pt x="622449" y="666750"/>
                      <a:pt x="650072" y="695325"/>
                    </a:cubicBezTo>
                    <a:cubicBezTo>
                      <a:pt x="687220" y="734378"/>
                      <a:pt x="703412" y="783908"/>
                      <a:pt x="703412" y="836295"/>
                    </a:cubicBezTo>
                    <a:cubicBezTo>
                      <a:pt x="704365" y="894398"/>
                      <a:pt x="711032" y="952500"/>
                      <a:pt x="697697" y="1010603"/>
                    </a:cubicBezTo>
                    <a:cubicBezTo>
                      <a:pt x="684362" y="1066800"/>
                      <a:pt x="659597" y="1113473"/>
                      <a:pt x="605305" y="1138238"/>
                    </a:cubicBezTo>
                    <a:cubicBezTo>
                      <a:pt x="595780" y="1143000"/>
                      <a:pt x="585302" y="1145858"/>
                      <a:pt x="577682" y="1153478"/>
                    </a:cubicBezTo>
                    <a:cubicBezTo>
                      <a:pt x="430997" y="1152525"/>
                      <a:pt x="285265" y="1152525"/>
                      <a:pt x="139532" y="1152525"/>
                    </a:cubicBezTo>
                    <a:close/>
                    <a:moveTo>
                      <a:pt x="357655" y="1004888"/>
                    </a:moveTo>
                    <a:cubicBezTo>
                      <a:pt x="384324" y="1004888"/>
                      <a:pt x="411947" y="1004888"/>
                      <a:pt x="438617" y="1004888"/>
                    </a:cubicBezTo>
                    <a:cubicBezTo>
                      <a:pt x="471955" y="1004888"/>
                      <a:pt x="495767" y="982980"/>
                      <a:pt x="501482" y="950595"/>
                    </a:cubicBezTo>
                    <a:cubicBezTo>
                      <a:pt x="507197" y="922020"/>
                      <a:pt x="506245" y="893445"/>
                      <a:pt x="504340" y="864870"/>
                    </a:cubicBezTo>
                    <a:cubicBezTo>
                      <a:pt x="501482" y="821055"/>
                      <a:pt x="485290" y="799148"/>
                      <a:pt x="432902" y="798195"/>
                    </a:cubicBezTo>
                    <a:cubicBezTo>
                      <a:pt x="365274" y="797243"/>
                      <a:pt x="297647" y="801053"/>
                      <a:pt x="230972" y="793433"/>
                    </a:cubicBezTo>
                    <a:cubicBezTo>
                      <a:pt x="212874" y="791528"/>
                      <a:pt x="212874" y="798195"/>
                      <a:pt x="212874" y="811530"/>
                    </a:cubicBezTo>
                    <a:cubicBezTo>
                      <a:pt x="213827" y="852488"/>
                      <a:pt x="212874" y="894398"/>
                      <a:pt x="212874" y="935355"/>
                    </a:cubicBezTo>
                    <a:cubicBezTo>
                      <a:pt x="212874" y="976313"/>
                      <a:pt x="241449" y="1004888"/>
                      <a:pt x="282407" y="1004888"/>
                    </a:cubicBezTo>
                    <a:cubicBezTo>
                      <a:pt x="307172" y="1004888"/>
                      <a:pt x="332890" y="1004888"/>
                      <a:pt x="357655" y="1004888"/>
                    </a:cubicBezTo>
                    <a:close/>
                    <a:moveTo>
                      <a:pt x="343367" y="164783"/>
                    </a:moveTo>
                    <a:cubicBezTo>
                      <a:pt x="324317" y="164783"/>
                      <a:pt x="305267" y="163830"/>
                      <a:pt x="286217" y="164783"/>
                    </a:cubicBezTo>
                    <a:cubicBezTo>
                      <a:pt x="256690" y="167640"/>
                      <a:pt x="232877" y="178118"/>
                      <a:pt x="220494" y="208598"/>
                    </a:cubicBezTo>
                    <a:cubicBezTo>
                      <a:pt x="204302" y="246698"/>
                      <a:pt x="204302" y="286703"/>
                      <a:pt x="213827" y="324803"/>
                    </a:cubicBezTo>
                    <a:cubicBezTo>
                      <a:pt x="222399" y="361950"/>
                      <a:pt x="244307" y="388620"/>
                      <a:pt x="288122" y="391478"/>
                    </a:cubicBezTo>
                    <a:cubicBezTo>
                      <a:pt x="325269" y="394335"/>
                      <a:pt x="361465" y="395288"/>
                      <a:pt x="398612" y="391478"/>
                    </a:cubicBezTo>
                    <a:cubicBezTo>
                      <a:pt x="436712" y="387668"/>
                      <a:pt x="461477" y="367665"/>
                      <a:pt x="472907" y="332423"/>
                    </a:cubicBezTo>
                    <a:cubicBezTo>
                      <a:pt x="484337" y="297180"/>
                      <a:pt x="482432" y="260985"/>
                      <a:pt x="473859" y="225743"/>
                    </a:cubicBezTo>
                    <a:cubicBezTo>
                      <a:pt x="463382" y="182880"/>
                      <a:pt x="438617" y="165735"/>
                      <a:pt x="396707" y="164783"/>
                    </a:cubicBezTo>
                    <a:cubicBezTo>
                      <a:pt x="378610" y="164783"/>
                      <a:pt x="361465" y="164783"/>
                      <a:pt x="343367" y="164783"/>
                    </a:cubicBezTo>
                    <a:close/>
                  </a:path>
                </a:pathLst>
              </a:custGeom>
              <a:gradFill>
                <a:gsLst>
                  <a:gs pos="98000">
                    <a:schemeClr val="accent3"/>
                  </a:gs>
                  <a:gs pos="0">
                    <a:schemeClr val="accent2"/>
                  </a:gs>
                </a:gsLst>
                <a:lin ang="5400000" scaled="0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04A4AC8A-95A5-449E-B9E9-41DEFDDC1213}"/>
                  </a:ext>
                </a:extLst>
              </p:cNvPr>
              <p:cNvSpPr/>
              <p:nvPr/>
            </p:nvSpPr>
            <p:spPr>
              <a:xfrm>
                <a:off x="7711926" y="4933871"/>
                <a:ext cx="685800" cy="781050"/>
              </a:xfrm>
              <a:custGeom>
                <a:avLst/>
                <a:gdLst>
                  <a:gd name="connsiteX0" fmla="*/ 688696 w 685800"/>
                  <a:gd name="connsiteY0" fmla="*/ 582586 h 781050"/>
                  <a:gd name="connsiteX1" fmla="*/ 664884 w 685800"/>
                  <a:gd name="connsiteY1" fmla="*/ 648309 h 781050"/>
                  <a:gd name="connsiteX2" fmla="*/ 587731 w 685800"/>
                  <a:gd name="connsiteY2" fmla="*/ 737844 h 781050"/>
                  <a:gd name="connsiteX3" fmla="*/ 455334 w 685800"/>
                  <a:gd name="connsiteY3" fmla="*/ 778801 h 781050"/>
                  <a:gd name="connsiteX4" fmla="*/ 314364 w 685800"/>
                  <a:gd name="connsiteY4" fmla="*/ 785469 h 781050"/>
                  <a:gd name="connsiteX5" fmla="*/ 153391 w 685800"/>
                  <a:gd name="connsiteY5" fmla="*/ 753084 h 781050"/>
                  <a:gd name="connsiteX6" fmla="*/ 31471 w 685800"/>
                  <a:gd name="connsiteY6" fmla="*/ 621639 h 781050"/>
                  <a:gd name="connsiteX7" fmla="*/ 2896 w 685800"/>
                  <a:gd name="connsiteY7" fmla="*/ 473049 h 781050"/>
                  <a:gd name="connsiteX8" fmla="*/ 991 w 685800"/>
                  <a:gd name="connsiteY8" fmla="*/ 348271 h 781050"/>
                  <a:gd name="connsiteX9" fmla="*/ 48616 w 685800"/>
                  <a:gd name="connsiteY9" fmla="*/ 124434 h 781050"/>
                  <a:gd name="connsiteX10" fmla="*/ 160059 w 685800"/>
                  <a:gd name="connsiteY10" fmla="*/ 27279 h 781050"/>
                  <a:gd name="connsiteX11" fmla="*/ 321031 w 685800"/>
                  <a:gd name="connsiteY11" fmla="*/ 609 h 781050"/>
                  <a:gd name="connsiteX12" fmla="*/ 441046 w 685800"/>
                  <a:gd name="connsiteY12" fmla="*/ 4419 h 781050"/>
                  <a:gd name="connsiteX13" fmla="*/ 626784 w 685800"/>
                  <a:gd name="connsiteY13" fmla="*/ 84429 h 781050"/>
                  <a:gd name="connsiteX14" fmla="*/ 678219 w 685800"/>
                  <a:gd name="connsiteY14" fmla="*/ 181584 h 781050"/>
                  <a:gd name="connsiteX15" fmla="*/ 688696 w 685800"/>
                  <a:gd name="connsiteY15" fmla="*/ 213969 h 781050"/>
                  <a:gd name="connsiteX16" fmla="*/ 688696 w 685800"/>
                  <a:gd name="connsiteY16" fmla="*/ 582586 h 781050"/>
                  <a:gd name="connsiteX17" fmla="*/ 202921 w 685800"/>
                  <a:gd name="connsiteY17" fmla="*/ 376846 h 781050"/>
                  <a:gd name="connsiteX18" fmla="*/ 213399 w 685800"/>
                  <a:gd name="connsiteY18" fmla="*/ 534961 h 781050"/>
                  <a:gd name="connsiteX19" fmla="*/ 320079 w 685800"/>
                  <a:gd name="connsiteY19" fmla="*/ 620686 h 781050"/>
                  <a:gd name="connsiteX20" fmla="*/ 397231 w 685800"/>
                  <a:gd name="connsiteY20" fmla="*/ 620686 h 781050"/>
                  <a:gd name="connsiteX21" fmla="*/ 482956 w 685800"/>
                  <a:gd name="connsiteY21" fmla="*/ 558774 h 781050"/>
                  <a:gd name="connsiteX22" fmla="*/ 498196 w 685800"/>
                  <a:gd name="connsiteY22" fmla="*/ 427329 h 781050"/>
                  <a:gd name="connsiteX23" fmla="*/ 488671 w 685800"/>
                  <a:gd name="connsiteY23" fmla="*/ 253021 h 781050"/>
                  <a:gd name="connsiteX24" fmla="*/ 418186 w 685800"/>
                  <a:gd name="connsiteY24" fmla="*/ 170154 h 781050"/>
                  <a:gd name="connsiteX25" fmla="*/ 302934 w 685800"/>
                  <a:gd name="connsiteY25" fmla="*/ 164439 h 781050"/>
                  <a:gd name="connsiteX26" fmla="*/ 250546 w 685800"/>
                  <a:gd name="connsiteY26" fmla="*/ 182536 h 781050"/>
                  <a:gd name="connsiteX27" fmla="*/ 213399 w 685800"/>
                  <a:gd name="connsiteY27" fmla="*/ 248259 h 781050"/>
                  <a:gd name="connsiteX28" fmla="*/ 202921 w 685800"/>
                  <a:gd name="connsiteY28" fmla="*/ 376846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85800" h="781050">
                    <a:moveTo>
                      <a:pt x="688696" y="582586"/>
                    </a:moveTo>
                    <a:cubicBezTo>
                      <a:pt x="679171" y="604494"/>
                      <a:pt x="674409" y="627354"/>
                      <a:pt x="664884" y="648309"/>
                    </a:cubicBezTo>
                    <a:cubicBezTo>
                      <a:pt x="647739" y="685456"/>
                      <a:pt x="624879" y="716889"/>
                      <a:pt x="587731" y="737844"/>
                    </a:cubicBezTo>
                    <a:cubicBezTo>
                      <a:pt x="546774" y="760704"/>
                      <a:pt x="502006" y="772134"/>
                      <a:pt x="455334" y="778801"/>
                    </a:cubicBezTo>
                    <a:cubicBezTo>
                      <a:pt x="408661" y="786421"/>
                      <a:pt x="361036" y="787374"/>
                      <a:pt x="314364" y="785469"/>
                    </a:cubicBezTo>
                    <a:cubicBezTo>
                      <a:pt x="259119" y="783564"/>
                      <a:pt x="203874" y="775944"/>
                      <a:pt x="153391" y="753084"/>
                    </a:cubicBezTo>
                    <a:cubicBezTo>
                      <a:pt x="94336" y="727366"/>
                      <a:pt x="52426" y="683551"/>
                      <a:pt x="31471" y="621639"/>
                    </a:cubicBezTo>
                    <a:cubicBezTo>
                      <a:pt x="15279" y="573061"/>
                      <a:pt x="6706" y="523531"/>
                      <a:pt x="2896" y="473049"/>
                    </a:cubicBezTo>
                    <a:cubicBezTo>
                      <a:pt x="39" y="431139"/>
                      <a:pt x="-914" y="389229"/>
                      <a:pt x="991" y="348271"/>
                    </a:cubicBezTo>
                    <a:cubicBezTo>
                      <a:pt x="4801" y="271119"/>
                      <a:pt x="10516" y="193966"/>
                      <a:pt x="48616" y="124434"/>
                    </a:cubicBezTo>
                    <a:cubicBezTo>
                      <a:pt x="73381" y="78714"/>
                      <a:pt x="110529" y="47281"/>
                      <a:pt x="160059" y="27279"/>
                    </a:cubicBezTo>
                    <a:cubicBezTo>
                      <a:pt x="212446" y="6324"/>
                      <a:pt x="265786" y="-344"/>
                      <a:pt x="321031" y="609"/>
                    </a:cubicBezTo>
                    <a:cubicBezTo>
                      <a:pt x="361036" y="609"/>
                      <a:pt x="401041" y="-2249"/>
                      <a:pt x="441046" y="4419"/>
                    </a:cubicBezTo>
                    <a:cubicBezTo>
                      <a:pt x="509626" y="14896"/>
                      <a:pt x="577254" y="30136"/>
                      <a:pt x="626784" y="84429"/>
                    </a:cubicBezTo>
                    <a:cubicBezTo>
                      <a:pt x="652501" y="113004"/>
                      <a:pt x="667741" y="146341"/>
                      <a:pt x="678219" y="181584"/>
                    </a:cubicBezTo>
                    <a:cubicBezTo>
                      <a:pt x="682029" y="192061"/>
                      <a:pt x="683934" y="203491"/>
                      <a:pt x="688696" y="213969"/>
                    </a:cubicBezTo>
                    <a:cubicBezTo>
                      <a:pt x="688696" y="336841"/>
                      <a:pt x="688696" y="459714"/>
                      <a:pt x="688696" y="582586"/>
                    </a:cubicBezTo>
                    <a:close/>
                    <a:moveTo>
                      <a:pt x="202921" y="376846"/>
                    </a:moveTo>
                    <a:cubicBezTo>
                      <a:pt x="202921" y="439711"/>
                      <a:pt x="201969" y="488289"/>
                      <a:pt x="213399" y="534961"/>
                    </a:cubicBezTo>
                    <a:cubicBezTo>
                      <a:pt x="226734" y="591159"/>
                      <a:pt x="259119" y="620686"/>
                      <a:pt x="320079" y="620686"/>
                    </a:cubicBezTo>
                    <a:cubicBezTo>
                      <a:pt x="345796" y="620686"/>
                      <a:pt x="371514" y="622591"/>
                      <a:pt x="397231" y="620686"/>
                    </a:cubicBezTo>
                    <a:cubicBezTo>
                      <a:pt x="436284" y="617829"/>
                      <a:pt x="466764" y="605446"/>
                      <a:pt x="482956" y="558774"/>
                    </a:cubicBezTo>
                    <a:cubicBezTo>
                      <a:pt x="497244" y="515911"/>
                      <a:pt x="496291" y="471144"/>
                      <a:pt x="498196" y="427329"/>
                    </a:cubicBezTo>
                    <a:cubicBezTo>
                      <a:pt x="502006" y="369226"/>
                      <a:pt x="498196" y="310171"/>
                      <a:pt x="488671" y="253021"/>
                    </a:cubicBezTo>
                    <a:cubicBezTo>
                      <a:pt x="482004" y="212064"/>
                      <a:pt x="462954" y="180631"/>
                      <a:pt x="418186" y="170154"/>
                    </a:cubicBezTo>
                    <a:cubicBezTo>
                      <a:pt x="380086" y="160629"/>
                      <a:pt x="341034" y="162534"/>
                      <a:pt x="302934" y="164439"/>
                    </a:cubicBezTo>
                    <a:cubicBezTo>
                      <a:pt x="285789" y="165391"/>
                      <a:pt x="265786" y="172059"/>
                      <a:pt x="250546" y="182536"/>
                    </a:cubicBezTo>
                    <a:cubicBezTo>
                      <a:pt x="227686" y="197776"/>
                      <a:pt x="219114" y="223494"/>
                      <a:pt x="213399" y="248259"/>
                    </a:cubicBezTo>
                    <a:cubicBezTo>
                      <a:pt x="201969" y="294931"/>
                      <a:pt x="201969" y="343509"/>
                      <a:pt x="202921" y="376846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5A627AF8-5CFC-4BD1-B1FA-E660A977C88C}"/>
                  </a:ext>
                </a:extLst>
              </p:cNvPr>
              <p:cNvSpPr/>
              <p:nvPr/>
            </p:nvSpPr>
            <p:spPr>
              <a:xfrm>
                <a:off x="4930189" y="4923579"/>
                <a:ext cx="1952625" cy="790575"/>
              </a:xfrm>
              <a:custGeom>
                <a:avLst/>
                <a:gdLst>
                  <a:gd name="connsiteX0" fmla="*/ 1654016 w 1952625"/>
                  <a:gd name="connsiteY0" fmla="*/ 114723 h 790575"/>
                  <a:gd name="connsiteX1" fmla="*/ 1752124 w 1952625"/>
                  <a:gd name="connsiteY1" fmla="*/ 42333 h 790575"/>
                  <a:gd name="connsiteX2" fmla="*/ 1870234 w 1952625"/>
                  <a:gd name="connsiteY2" fmla="*/ 10901 h 790575"/>
                  <a:gd name="connsiteX3" fmla="*/ 1945481 w 1952625"/>
                  <a:gd name="connsiteY3" fmla="*/ 13758 h 790575"/>
                  <a:gd name="connsiteX4" fmla="*/ 1959769 w 1952625"/>
                  <a:gd name="connsiteY4" fmla="*/ 29951 h 790575"/>
                  <a:gd name="connsiteX5" fmla="*/ 1959769 w 1952625"/>
                  <a:gd name="connsiteY5" fmla="*/ 200448 h 790575"/>
                  <a:gd name="connsiteX6" fmla="*/ 1943576 w 1952625"/>
                  <a:gd name="connsiteY6" fmla="*/ 213783 h 790575"/>
                  <a:gd name="connsiteX7" fmla="*/ 1832134 w 1952625"/>
                  <a:gd name="connsiteY7" fmla="*/ 210926 h 790575"/>
                  <a:gd name="connsiteX8" fmla="*/ 1705451 w 1952625"/>
                  <a:gd name="connsiteY8" fmla="*/ 244263 h 790575"/>
                  <a:gd name="connsiteX9" fmla="*/ 1656874 w 1952625"/>
                  <a:gd name="connsiteY9" fmla="*/ 290936 h 790575"/>
                  <a:gd name="connsiteX10" fmla="*/ 1652111 w 1952625"/>
                  <a:gd name="connsiteY10" fmla="*/ 313796 h 790575"/>
                  <a:gd name="connsiteX11" fmla="*/ 1652111 w 1952625"/>
                  <a:gd name="connsiteY11" fmla="*/ 747183 h 790575"/>
                  <a:gd name="connsiteX12" fmla="*/ 1610201 w 1952625"/>
                  <a:gd name="connsiteY12" fmla="*/ 788141 h 790575"/>
                  <a:gd name="connsiteX13" fmla="*/ 1222534 w 1952625"/>
                  <a:gd name="connsiteY13" fmla="*/ 788141 h 790575"/>
                  <a:gd name="connsiteX14" fmla="*/ 1178719 w 1952625"/>
                  <a:gd name="connsiteY14" fmla="*/ 760518 h 790575"/>
                  <a:gd name="connsiteX15" fmla="*/ 1151096 w 1952625"/>
                  <a:gd name="connsiteY15" fmla="*/ 706226 h 790575"/>
                  <a:gd name="connsiteX16" fmla="*/ 961549 w 1952625"/>
                  <a:gd name="connsiteY16" fmla="*/ 793856 h 790575"/>
                  <a:gd name="connsiteX17" fmla="*/ 788194 w 1952625"/>
                  <a:gd name="connsiteY17" fmla="*/ 760518 h 790575"/>
                  <a:gd name="connsiteX18" fmla="*/ 700564 w 1952625"/>
                  <a:gd name="connsiteY18" fmla="*/ 608118 h 790575"/>
                  <a:gd name="connsiteX19" fmla="*/ 697706 w 1952625"/>
                  <a:gd name="connsiteY19" fmla="*/ 531918 h 790575"/>
                  <a:gd name="connsiteX20" fmla="*/ 746284 w 1952625"/>
                  <a:gd name="connsiteY20" fmla="*/ 373803 h 790575"/>
                  <a:gd name="connsiteX21" fmla="*/ 843439 w 1952625"/>
                  <a:gd name="connsiteY21" fmla="*/ 316653 h 790575"/>
                  <a:gd name="connsiteX22" fmla="*/ 936784 w 1952625"/>
                  <a:gd name="connsiteY22" fmla="*/ 306176 h 790575"/>
                  <a:gd name="connsiteX23" fmla="*/ 1136809 w 1952625"/>
                  <a:gd name="connsiteY23" fmla="*/ 306176 h 790575"/>
                  <a:gd name="connsiteX24" fmla="*/ 1152049 w 1952625"/>
                  <a:gd name="connsiteY24" fmla="*/ 290936 h 790575"/>
                  <a:gd name="connsiteX25" fmla="*/ 1144429 w 1952625"/>
                  <a:gd name="connsiteY25" fmla="*/ 213783 h 790575"/>
                  <a:gd name="connsiteX26" fmla="*/ 1086326 w 1952625"/>
                  <a:gd name="connsiteY26" fmla="*/ 164253 h 790575"/>
                  <a:gd name="connsiteX27" fmla="*/ 663416 w 1952625"/>
                  <a:gd name="connsiteY27" fmla="*/ 160443 h 790575"/>
                  <a:gd name="connsiteX28" fmla="*/ 652939 w 1952625"/>
                  <a:gd name="connsiteY28" fmla="*/ 172826 h 790575"/>
                  <a:gd name="connsiteX29" fmla="*/ 656749 w 1952625"/>
                  <a:gd name="connsiteY29" fmla="*/ 204258 h 790575"/>
                  <a:gd name="connsiteX30" fmla="*/ 664369 w 1952625"/>
                  <a:gd name="connsiteY30" fmla="*/ 283316 h 790575"/>
                  <a:gd name="connsiteX31" fmla="*/ 634841 w 1952625"/>
                  <a:gd name="connsiteY31" fmla="*/ 392853 h 790575"/>
                  <a:gd name="connsiteX32" fmla="*/ 531971 w 1952625"/>
                  <a:gd name="connsiteY32" fmla="*/ 463338 h 790575"/>
                  <a:gd name="connsiteX33" fmla="*/ 295751 w 1952625"/>
                  <a:gd name="connsiteY33" fmla="*/ 473816 h 790575"/>
                  <a:gd name="connsiteX34" fmla="*/ 210979 w 1952625"/>
                  <a:gd name="connsiteY34" fmla="*/ 473816 h 790575"/>
                  <a:gd name="connsiteX35" fmla="*/ 199549 w 1952625"/>
                  <a:gd name="connsiteY35" fmla="*/ 481436 h 790575"/>
                  <a:gd name="connsiteX36" fmla="*/ 223361 w 1952625"/>
                  <a:gd name="connsiteY36" fmla="*/ 575733 h 790575"/>
                  <a:gd name="connsiteX37" fmla="*/ 303371 w 1952625"/>
                  <a:gd name="connsiteY37" fmla="*/ 618596 h 790575"/>
                  <a:gd name="connsiteX38" fmla="*/ 484346 w 1952625"/>
                  <a:gd name="connsiteY38" fmla="*/ 617643 h 790575"/>
                  <a:gd name="connsiteX39" fmla="*/ 633889 w 1952625"/>
                  <a:gd name="connsiteY39" fmla="*/ 604308 h 790575"/>
                  <a:gd name="connsiteX40" fmla="*/ 644366 w 1952625"/>
                  <a:gd name="connsiteY40" fmla="*/ 612881 h 790575"/>
                  <a:gd name="connsiteX41" fmla="*/ 644366 w 1952625"/>
                  <a:gd name="connsiteY41" fmla="*/ 736706 h 790575"/>
                  <a:gd name="connsiteX42" fmla="*/ 635794 w 1952625"/>
                  <a:gd name="connsiteY42" fmla="*/ 746231 h 790575"/>
                  <a:gd name="connsiteX43" fmla="*/ 550069 w 1952625"/>
                  <a:gd name="connsiteY43" fmla="*/ 766233 h 790575"/>
                  <a:gd name="connsiteX44" fmla="*/ 357664 w 1952625"/>
                  <a:gd name="connsiteY44" fmla="*/ 781473 h 790575"/>
                  <a:gd name="connsiteX45" fmla="*/ 248126 w 1952625"/>
                  <a:gd name="connsiteY45" fmla="*/ 783378 h 790575"/>
                  <a:gd name="connsiteX46" fmla="*/ 130016 w 1952625"/>
                  <a:gd name="connsiteY46" fmla="*/ 762423 h 790575"/>
                  <a:gd name="connsiteX47" fmla="*/ 47149 w 1952625"/>
                  <a:gd name="connsiteY47" fmla="*/ 679556 h 790575"/>
                  <a:gd name="connsiteX48" fmla="*/ 10001 w 1952625"/>
                  <a:gd name="connsiteY48" fmla="*/ 561446 h 790575"/>
                  <a:gd name="connsiteX49" fmla="*/ 1429 w 1952625"/>
                  <a:gd name="connsiteY49" fmla="*/ 477626 h 790575"/>
                  <a:gd name="connsiteX50" fmla="*/ 1429 w 1952625"/>
                  <a:gd name="connsiteY50" fmla="*/ 305223 h 790575"/>
                  <a:gd name="connsiteX51" fmla="*/ 49054 w 1952625"/>
                  <a:gd name="connsiteY51" fmla="*/ 109961 h 790575"/>
                  <a:gd name="connsiteX52" fmla="*/ 150019 w 1952625"/>
                  <a:gd name="connsiteY52" fmla="*/ 25188 h 790575"/>
                  <a:gd name="connsiteX53" fmla="*/ 250984 w 1952625"/>
                  <a:gd name="connsiteY53" fmla="*/ 3281 h 790575"/>
                  <a:gd name="connsiteX54" fmla="*/ 330994 w 1952625"/>
                  <a:gd name="connsiteY54" fmla="*/ 423 h 790575"/>
                  <a:gd name="connsiteX55" fmla="*/ 1064419 w 1952625"/>
                  <a:gd name="connsiteY55" fmla="*/ 423 h 790575"/>
                  <a:gd name="connsiteX56" fmla="*/ 1237774 w 1952625"/>
                  <a:gd name="connsiteY56" fmla="*/ 30903 h 790575"/>
                  <a:gd name="connsiteX57" fmla="*/ 1322546 w 1952625"/>
                  <a:gd name="connsiteY57" fmla="*/ 106151 h 790575"/>
                  <a:gd name="connsiteX58" fmla="*/ 1353026 w 1952625"/>
                  <a:gd name="connsiteY58" fmla="*/ 236643 h 790575"/>
                  <a:gd name="connsiteX59" fmla="*/ 1353026 w 1952625"/>
                  <a:gd name="connsiteY59" fmla="*/ 580496 h 790575"/>
                  <a:gd name="connsiteX60" fmla="*/ 1353026 w 1952625"/>
                  <a:gd name="connsiteY60" fmla="*/ 593831 h 790575"/>
                  <a:gd name="connsiteX61" fmla="*/ 1393984 w 1952625"/>
                  <a:gd name="connsiteY61" fmla="*/ 629073 h 790575"/>
                  <a:gd name="connsiteX62" fmla="*/ 1395889 w 1952625"/>
                  <a:gd name="connsiteY62" fmla="*/ 629073 h 790575"/>
                  <a:gd name="connsiteX63" fmla="*/ 1453039 w 1952625"/>
                  <a:gd name="connsiteY63" fmla="*/ 573828 h 790575"/>
                  <a:gd name="connsiteX64" fmla="*/ 1452086 w 1952625"/>
                  <a:gd name="connsiteY64" fmla="*/ 29951 h 790575"/>
                  <a:gd name="connsiteX65" fmla="*/ 1470184 w 1952625"/>
                  <a:gd name="connsiteY65" fmla="*/ 12806 h 790575"/>
                  <a:gd name="connsiteX66" fmla="*/ 1608296 w 1952625"/>
                  <a:gd name="connsiteY66" fmla="*/ 12806 h 790575"/>
                  <a:gd name="connsiteX67" fmla="*/ 1627346 w 1952625"/>
                  <a:gd name="connsiteY67" fmla="*/ 26141 h 790575"/>
                  <a:gd name="connsiteX68" fmla="*/ 1654016 w 1952625"/>
                  <a:gd name="connsiteY68" fmla="*/ 114723 h 790575"/>
                  <a:gd name="connsiteX69" fmla="*/ 1150144 w 1952625"/>
                  <a:gd name="connsiteY69" fmla="*/ 505248 h 790575"/>
                  <a:gd name="connsiteX70" fmla="*/ 1150144 w 1952625"/>
                  <a:gd name="connsiteY70" fmla="*/ 447146 h 790575"/>
                  <a:gd name="connsiteX71" fmla="*/ 1137761 w 1952625"/>
                  <a:gd name="connsiteY71" fmla="*/ 434763 h 790575"/>
                  <a:gd name="connsiteX72" fmla="*/ 1095851 w 1952625"/>
                  <a:gd name="connsiteY72" fmla="*/ 437621 h 790575"/>
                  <a:gd name="connsiteX73" fmla="*/ 957739 w 1952625"/>
                  <a:gd name="connsiteY73" fmla="*/ 449051 h 790575"/>
                  <a:gd name="connsiteX74" fmla="*/ 909161 w 1952625"/>
                  <a:gd name="connsiteY74" fmla="*/ 488103 h 790575"/>
                  <a:gd name="connsiteX75" fmla="*/ 902494 w 1952625"/>
                  <a:gd name="connsiteY75" fmla="*/ 578591 h 790575"/>
                  <a:gd name="connsiteX76" fmla="*/ 969169 w 1952625"/>
                  <a:gd name="connsiteY76" fmla="*/ 634788 h 790575"/>
                  <a:gd name="connsiteX77" fmla="*/ 1129189 w 1952625"/>
                  <a:gd name="connsiteY77" fmla="*/ 589068 h 790575"/>
                  <a:gd name="connsiteX78" fmla="*/ 1150144 w 1952625"/>
                  <a:gd name="connsiteY78" fmla="*/ 549063 h 790575"/>
                  <a:gd name="connsiteX79" fmla="*/ 1150144 w 1952625"/>
                  <a:gd name="connsiteY79" fmla="*/ 505248 h 790575"/>
                  <a:gd name="connsiteX80" fmla="*/ 310991 w 1952625"/>
                  <a:gd name="connsiteY80" fmla="*/ 328083 h 790575"/>
                  <a:gd name="connsiteX81" fmla="*/ 403384 w 1952625"/>
                  <a:gd name="connsiteY81" fmla="*/ 328083 h 790575"/>
                  <a:gd name="connsiteX82" fmla="*/ 457676 w 1952625"/>
                  <a:gd name="connsiteY82" fmla="*/ 290936 h 790575"/>
                  <a:gd name="connsiteX83" fmla="*/ 456724 w 1952625"/>
                  <a:gd name="connsiteY83" fmla="*/ 215688 h 790575"/>
                  <a:gd name="connsiteX84" fmla="*/ 437674 w 1952625"/>
                  <a:gd name="connsiteY84" fmla="*/ 175683 h 790575"/>
                  <a:gd name="connsiteX85" fmla="*/ 371951 w 1952625"/>
                  <a:gd name="connsiteY85" fmla="*/ 157586 h 790575"/>
                  <a:gd name="connsiteX86" fmla="*/ 283369 w 1952625"/>
                  <a:gd name="connsiteY86" fmla="*/ 160443 h 790575"/>
                  <a:gd name="connsiteX87" fmla="*/ 216694 w 1952625"/>
                  <a:gd name="connsiteY87" fmla="*/ 207116 h 790575"/>
                  <a:gd name="connsiteX88" fmla="*/ 202406 w 1952625"/>
                  <a:gd name="connsiteY88" fmla="*/ 318558 h 790575"/>
                  <a:gd name="connsiteX89" fmla="*/ 213836 w 1952625"/>
                  <a:gd name="connsiteY89" fmla="*/ 329988 h 790575"/>
                  <a:gd name="connsiteX90" fmla="*/ 310991 w 1952625"/>
                  <a:gd name="connsiteY90" fmla="*/ 328083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1952625" h="790575">
                    <a:moveTo>
                      <a:pt x="1654016" y="114723"/>
                    </a:moveTo>
                    <a:cubicBezTo>
                      <a:pt x="1685449" y="87101"/>
                      <a:pt x="1715929" y="60431"/>
                      <a:pt x="1752124" y="42333"/>
                    </a:cubicBezTo>
                    <a:cubicBezTo>
                      <a:pt x="1789271" y="23283"/>
                      <a:pt x="1827371" y="9948"/>
                      <a:pt x="1870234" y="10901"/>
                    </a:cubicBezTo>
                    <a:cubicBezTo>
                      <a:pt x="1894999" y="11853"/>
                      <a:pt x="1919764" y="8996"/>
                      <a:pt x="1945481" y="13758"/>
                    </a:cubicBezTo>
                    <a:cubicBezTo>
                      <a:pt x="1956911" y="15663"/>
                      <a:pt x="1959769" y="19473"/>
                      <a:pt x="1959769" y="29951"/>
                    </a:cubicBezTo>
                    <a:cubicBezTo>
                      <a:pt x="1959769" y="87101"/>
                      <a:pt x="1958816" y="143298"/>
                      <a:pt x="1959769" y="200448"/>
                    </a:cubicBezTo>
                    <a:cubicBezTo>
                      <a:pt x="1959769" y="213783"/>
                      <a:pt x="1954054" y="215688"/>
                      <a:pt x="1943576" y="213783"/>
                    </a:cubicBezTo>
                    <a:cubicBezTo>
                      <a:pt x="1906429" y="207116"/>
                      <a:pt x="1869281" y="209973"/>
                      <a:pt x="1832134" y="210926"/>
                    </a:cubicBezTo>
                    <a:cubicBezTo>
                      <a:pt x="1787366" y="212831"/>
                      <a:pt x="1743551" y="217593"/>
                      <a:pt x="1705451" y="244263"/>
                    </a:cubicBezTo>
                    <a:cubicBezTo>
                      <a:pt x="1687354" y="257598"/>
                      <a:pt x="1672114" y="273791"/>
                      <a:pt x="1656874" y="290936"/>
                    </a:cubicBezTo>
                    <a:cubicBezTo>
                      <a:pt x="1651159" y="296651"/>
                      <a:pt x="1652111" y="305223"/>
                      <a:pt x="1652111" y="313796"/>
                    </a:cubicBezTo>
                    <a:cubicBezTo>
                      <a:pt x="1652111" y="458576"/>
                      <a:pt x="1652111" y="603356"/>
                      <a:pt x="1652111" y="747183"/>
                    </a:cubicBezTo>
                    <a:cubicBezTo>
                      <a:pt x="1652111" y="773853"/>
                      <a:pt x="1637824" y="788141"/>
                      <a:pt x="1610201" y="788141"/>
                    </a:cubicBezTo>
                    <a:cubicBezTo>
                      <a:pt x="1480661" y="788141"/>
                      <a:pt x="1352074" y="788141"/>
                      <a:pt x="1222534" y="788141"/>
                    </a:cubicBezTo>
                    <a:cubicBezTo>
                      <a:pt x="1201579" y="788141"/>
                      <a:pt x="1187291" y="778616"/>
                      <a:pt x="1178719" y="760518"/>
                    </a:cubicBezTo>
                    <a:cubicBezTo>
                      <a:pt x="1169194" y="742421"/>
                      <a:pt x="1160621" y="724323"/>
                      <a:pt x="1151096" y="706226"/>
                    </a:cubicBezTo>
                    <a:cubicBezTo>
                      <a:pt x="1096804" y="754803"/>
                      <a:pt x="1032034" y="782426"/>
                      <a:pt x="961549" y="793856"/>
                    </a:cubicBezTo>
                    <a:cubicBezTo>
                      <a:pt x="901541" y="803381"/>
                      <a:pt x="841534" y="797666"/>
                      <a:pt x="788194" y="760518"/>
                    </a:cubicBezTo>
                    <a:cubicBezTo>
                      <a:pt x="734854" y="723371"/>
                      <a:pt x="706279" y="673841"/>
                      <a:pt x="700564" y="608118"/>
                    </a:cubicBezTo>
                    <a:cubicBezTo>
                      <a:pt x="698659" y="582401"/>
                      <a:pt x="697706" y="556683"/>
                      <a:pt x="697706" y="531918"/>
                    </a:cubicBezTo>
                    <a:cubicBezTo>
                      <a:pt x="698659" y="474768"/>
                      <a:pt x="708184" y="419523"/>
                      <a:pt x="746284" y="373803"/>
                    </a:cubicBezTo>
                    <a:cubicBezTo>
                      <a:pt x="772001" y="344276"/>
                      <a:pt x="805339" y="325226"/>
                      <a:pt x="843439" y="316653"/>
                    </a:cubicBezTo>
                    <a:cubicBezTo>
                      <a:pt x="873919" y="309986"/>
                      <a:pt x="905351" y="307128"/>
                      <a:pt x="936784" y="306176"/>
                    </a:cubicBezTo>
                    <a:cubicBezTo>
                      <a:pt x="1003459" y="306176"/>
                      <a:pt x="1070134" y="306176"/>
                      <a:pt x="1136809" y="306176"/>
                    </a:cubicBezTo>
                    <a:cubicBezTo>
                      <a:pt x="1149191" y="306176"/>
                      <a:pt x="1152049" y="303318"/>
                      <a:pt x="1152049" y="290936"/>
                    </a:cubicBezTo>
                    <a:cubicBezTo>
                      <a:pt x="1151096" y="265218"/>
                      <a:pt x="1150144" y="239501"/>
                      <a:pt x="1144429" y="213783"/>
                    </a:cubicBezTo>
                    <a:cubicBezTo>
                      <a:pt x="1138714" y="187113"/>
                      <a:pt x="1112996" y="166158"/>
                      <a:pt x="1086326" y="164253"/>
                    </a:cubicBezTo>
                    <a:cubicBezTo>
                      <a:pt x="945356" y="156633"/>
                      <a:pt x="804386" y="163301"/>
                      <a:pt x="663416" y="160443"/>
                    </a:cubicBezTo>
                    <a:cubicBezTo>
                      <a:pt x="653891" y="160443"/>
                      <a:pt x="648176" y="163301"/>
                      <a:pt x="652939" y="172826"/>
                    </a:cubicBezTo>
                    <a:cubicBezTo>
                      <a:pt x="658654" y="183303"/>
                      <a:pt x="656749" y="194733"/>
                      <a:pt x="656749" y="204258"/>
                    </a:cubicBezTo>
                    <a:cubicBezTo>
                      <a:pt x="657701" y="230928"/>
                      <a:pt x="671036" y="256646"/>
                      <a:pt x="664369" y="283316"/>
                    </a:cubicBezTo>
                    <a:cubicBezTo>
                      <a:pt x="654844" y="320463"/>
                      <a:pt x="655796" y="359516"/>
                      <a:pt x="634841" y="392853"/>
                    </a:cubicBezTo>
                    <a:cubicBezTo>
                      <a:pt x="610076" y="430953"/>
                      <a:pt x="575786" y="453813"/>
                      <a:pt x="531971" y="463338"/>
                    </a:cubicBezTo>
                    <a:cubicBezTo>
                      <a:pt x="453866" y="480483"/>
                      <a:pt x="374809" y="471911"/>
                      <a:pt x="295751" y="473816"/>
                    </a:cubicBezTo>
                    <a:cubicBezTo>
                      <a:pt x="268129" y="474768"/>
                      <a:pt x="239554" y="473816"/>
                      <a:pt x="210979" y="473816"/>
                    </a:cubicBezTo>
                    <a:cubicBezTo>
                      <a:pt x="205264" y="473816"/>
                      <a:pt x="198596" y="471911"/>
                      <a:pt x="199549" y="481436"/>
                    </a:cubicBezTo>
                    <a:cubicBezTo>
                      <a:pt x="205264" y="513821"/>
                      <a:pt x="203359" y="546206"/>
                      <a:pt x="223361" y="575733"/>
                    </a:cubicBezTo>
                    <a:cubicBezTo>
                      <a:pt x="243364" y="605261"/>
                      <a:pt x="270034" y="614786"/>
                      <a:pt x="303371" y="618596"/>
                    </a:cubicBezTo>
                    <a:cubicBezTo>
                      <a:pt x="363379" y="626216"/>
                      <a:pt x="424339" y="616691"/>
                      <a:pt x="484346" y="617643"/>
                    </a:cubicBezTo>
                    <a:cubicBezTo>
                      <a:pt x="534829" y="618596"/>
                      <a:pt x="584359" y="613833"/>
                      <a:pt x="633889" y="604308"/>
                    </a:cubicBezTo>
                    <a:cubicBezTo>
                      <a:pt x="640556" y="603356"/>
                      <a:pt x="644366" y="603356"/>
                      <a:pt x="644366" y="612881"/>
                    </a:cubicBezTo>
                    <a:cubicBezTo>
                      <a:pt x="644366" y="653838"/>
                      <a:pt x="644366" y="695748"/>
                      <a:pt x="644366" y="736706"/>
                    </a:cubicBezTo>
                    <a:cubicBezTo>
                      <a:pt x="644366" y="743373"/>
                      <a:pt x="642461" y="744326"/>
                      <a:pt x="635794" y="746231"/>
                    </a:cubicBezTo>
                    <a:cubicBezTo>
                      <a:pt x="608171" y="754803"/>
                      <a:pt x="578644" y="761471"/>
                      <a:pt x="550069" y="766233"/>
                    </a:cubicBezTo>
                    <a:cubicBezTo>
                      <a:pt x="486251" y="774806"/>
                      <a:pt x="421481" y="779568"/>
                      <a:pt x="357664" y="781473"/>
                    </a:cubicBezTo>
                    <a:cubicBezTo>
                      <a:pt x="321469" y="782426"/>
                      <a:pt x="284321" y="783378"/>
                      <a:pt x="248126" y="783378"/>
                    </a:cubicBezTo>
                    <a:cubicBezTo>
                      <a:pt x="208121" y="783378"/>
                      <a:pt x="167164" y="778616"/>
                      <a:pt x="130016" y="762423"/>
                    </a:cubicBezTo>
                    <a:cubicBezTo>
                      <a:pt x="92869" y="746231"/>
                      <a:pt x="65246" y="717656"/>
                      <a:pt x="47149" y="679556"/>
                    </a:cubicBezTo>
                    <a:cubicBezTo>
                      <a:pt x="29051" y="641456"/>
                      <a:pt x="17621" y="602403"/>
                      <a:pt x="10001" y="561446"/>
                    </a:cubicBezTo>
                    <a:cubicBezTo>
                      <a:pt x="4286" y="533823"/>
                      <a:pt x="2381" y="505248"/>
                      <a:pt x="1429" y="477626"/>
                    </a:cubicBezTo>
                    <a:cubicBezTo>
                      <a:pt x="-476" y="420476"/>
                      <a:pt x="-476" y="362373"/>
                      <a:pt x="1429" y="305223"/>
                    </a:cubicBezTo>
                    <a:cubicBezTo>
                      <a:pt x="6191" y="238548"/>
                      <a:pt x="18574" y="171873"/>
                      <a:pt x="49054" y="109961"/>
                    </a:cubicBezTo>
                    <a:cubicBezTo>
                      <a:pt x="70009" y="68051"/>
                      <a:pt x="106204" y="41381"/>
                      <a:pt x="150019" y="25188"/>
                    </a:cubicBezTo>
                    <a:cubicBezTo>
                      <a:pt x="182404" y="12806"/>
                      <a:pt x="216694" y="8043"/>
                      <a:pt x="250984" y="3281"/>
                    </a:cubicBezTo>
                    <a:cubicBezTo>
                      <a:pt x="277654" y="423"/>
                      <a:pt x="304324" y="423"/>
                      <a:pt x="330994" y="423"/>
                    </a:cubicBezTo>
                    <a:cubicBezTo>
                      <a:pt x="575786" y="423"/>
                      <a:pt x="819626" y="-529"/>
                      <a:pt x="1064419" y="423"/>
                    </a:cubicBezTo>
                    <a:cubicBezTo>
                      <a:pt x="1123474" y="423"/>
                      <a:pt x="1183481" y="5186"/>
                      <a:pt x="1237774" y="30903"/>
                    </a:cubicBezTo>
                    <a:cubicBezTo>
                      <a:pt x="1273016" y="48048"/>
                      <a:pt x="1303496" y="70908"/>
                      <a:pt x="1322546" y="106151"/>
                    </a:cubicBezTo>
                    <a:cubicBezTo>
                      <a:pt x="1345406" y="147108"/>
                      <a:pt x="1353026" y="190923"/>
                      <a:pt x="1353026" y="236643"/>
                    </a:cubicBezTo>
                    <a:cubicBezTo>
                      <a:pt x="1353026" y="350943"/>
                      <a:pt x="1353026" y="466196"/>
                      <a:pt x="1353026" y="580496"/>
                    </a:cubicBezTo>
                    <a:cubicBezTo>
                      <a:pt x="1353026" y="585258"/>
                      <a:pt x="1352074" y="590021"/>
                      <a:pt x="1353026" y="593831"/>
                    </a:cubicBezTo>
                    <a:cubicBezTo>
                      <a:pt x="1356836" y="618596"/>
                      <a:pt x="1368266" y="628121"/>
                      <a:pt x="1393984" y="629073"/>
                    </a:cubicBezTo>
                    <a:cubicBezTo>
                      <a:pt x="1394936" y="629073"/>
                      <a:pt x="1394936" y="629073"/>
                      <a:pt x="1395889" y="629073"/>
                    </a:cubicBezTo>
                    <a:cubicBezTo>
                      <a:pt x="1440656" y="630978"/>
                      <a:pt x="1453039" y="624311"/>
                      <a:pt x="1453039" y="573828"/>
                    </a:cubicBezTo>
                    <a:cubicBezTo>
                      <a:pt x="1452086" y="392853"/>
                      <a:pt x="1453039" y="210926"/>
                      <a:pt x="1452086" y="29951"/>
                    </a:cubicBezTo>
                    <a:cubicBezTo>
                      <a:pt x="1452086" y="15663"/>
                      <a:pt x="1455896" y="11853"/>
                      <a:pt x="1470184" y="12806"/>
                    </a:cubicBezTo>
                    <a:cubicBezTo>
                      <a:pt x="1515904" y="13758"/>
                      <a:pt x="1561624" y="13758"/>
                      <a:pt x="1608296" y="12806"/>
                    </a:cubicBezTo>
                    <a:cubicBezTo>
                      <a:pt x="1618774" y="12806"/>
                      <a:pt x="1624489" y="15663"/>
                      <a:pt x="1627346" y="26141"/>
                    </a:cubicBezTo>
                    <a:cubicBezTo>
                      <a:pt x="1634966" y="56621"/>
                      <a:pt x="1644491" y="85196"/>
                      <a:pt x="1654016" y="114723"/>
                    </a:cubicBezTo>
                    <a:close/>
                    <a:moveTo>
                      <a:pt x="1150144" y="505248"/>
                    </a:moveTo>
                    <a:cubicBezTo>
                      <a:pt x="1150144" y="486198"/>
                      <a:pt x="1150144" y="466196"/>
                      <a:pt x="1150144" y="447146"/>
                    </a:cubicBezTo>
                    <a:cubicBezTo>
                      <a:pt x="1150144" y="437621"/>
                      <a:pt x="1148239" y="433811"/>
                      <a:pt x="1137761" y="434763"/>
                    </a:cubicBezTo>
                    <a:cubicBezTo>
                      <a:pt x="1123474" y="435716"/>
                      <a:pt x="1109186" y="437621"/>
                      <a:pt x="1095851" y="437621"/>
                    </a:cubicBezTo>
                    <a:cubicBezTo>
                      <a:pt x="1050131" y="440478"/>
                      <a:pt x="1003459" y="443336"/>
                      <a:pt x="957739" y="449051"/>
                    </a:cubicBezTo>
                    <a:cubicBezTo>
                      <a:pt x="933926" y="451908"/>
                      <a:pt x="916781" y="465243"/>
                      <a:pt x="909161" y="488103"/>
                    </a:cubicBezTo>
                    <a:cubicBezTo>
                      <a:pt x="899636" y="517631"/>
                      <a:pt x="899636" y="549063"/>
                      <a:pt x="902494" y="578591"/>
                    </a:cubicBezTo>
                    <a:cubicBezTo>
                      <a:pt x="907256" y="616691"/>
                      <a:pt x="918686" y="631931"/>
                      <a:pt x="969169" y="634788"/>
                    </a:cubicBezTo>
                    <a:cubicBezTo>
                      <a:pt x="1027271" y="636693"/>
                      <a:pt x="1077754" y="611928"/>
                      <a:pt x="1129189" y="589068"/>
                    </a:cubicBezTo>
                    <a:cubicBezTo>
                      <a:pt x="1147286" y="580496"/>
                      <a:pt x="1153001" y="568113"/>
                      <a:pt x="1150144" y="549063"/>
                    </a:cubicBezTo>
                    <a:cubicBezTo>
                      <a:pt x="1148239" y="533823"/>
                      <a:pt x="1150144" y="519536"/>
                      <a:pt x="1150144" y="505248"/>
                    </a:cubicBezTo>
                    <a:close/>
                    <a:moveTo>
                      <a:pt x="310991" y="328083"/>
                    </a:moveTo>
                    <a:cubicBezTo>
                      <a:pt x="341471" y="328083"/>
                      <a:pt x="372904" y="329036"/>
                      <a:pt x="403384" y="328083"/>
                    </a:cubicBezTo>
                    <a:cubicBezTo>
                      <a:pt x="436721" y="327131"/>
                      <a:pt x="451961" y="311891"/>
                      <a:pt x="457676" y="290936"/>
                    </a:cubicBezTo>
                    <a:cubicBezTo>
                      <a:pt x="465296" y="265218"/>
                      <a:pt x="460534" y="240453"/>
                      <a:pt x="456724" y="215688"/>
                    </a:cubicBezTo>
                    <a:cubicBezTo>
                      <a:pt x="454819" y="201401"/>
                      <a:pt x="451009" y="186161"/>
                      <a:pt x="437674" y="175683"/>
                    </a:cubicBezTo>
                    <a:cubicBezTo>
                      <a:pt x="417671" y="158538"/>
                      <a:pt x="393859" y="158538"/>
                      <a:pt x="371951" y="157586"/>
                    </a:cubicBezTo>
                    <a:cubicBezTo>
                      <a:pt x="342424" y="155681"/>
                      <a:pt x="312896" y="155681"/>
                      <a:pt x="283369" y="160443"/>
                    </a:cubicBezTo>
                    <a:cubicBezTo>
                      <a:pt x="256699" y="164253"/>
                      <a:pt x="222409" y="187113"/>
                      <a:pt x="216694" y="207116"/>
                    </a:cubicBezTo>
                    <a:cubicBezTo>
                      <a:pt x="206216" y="243311"/>
                      <a:pt x="202406" y="280458"/>
                      <a:pt x="202406" y="318558"/>
                    </a:cubicBezTo>
                    <a:cubicBezTo>
                      <a:pt x="202406" y="328083"/>
                      <a:pt x="205264" y="329988"/>
                      <a:pt x="213836" y="329988"/>
                    </a:cubicBezTo>
                    <a:cubicBezTo>
                      <a:pt x="246221" y="327131"/>
                      <a:pt x="278606" y="328083"/>
                      <a:pt x="310991" y="32808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95DC3122-B138-2B4F-AB67-2EFEC8D9FE5F}"/>
                </a:ext>
              </a:extLst>
            </p:cNvPr>
            <p:cNvSpPr/>
            <p:nvPr/>
          </p:nvSpPr>
          <p:spPr>
            <a:xfrm rot="460086">
              <a:off x="6623248" y="2734486"/>
              <a:ext cx="1790852" cy="790044"/>
            </a:xfrm>
            <a:custGeom>
              <a:avLst/>
              <a:gdLst/>
              <a:ahLst/>
              <a:cxnLst/>
              <a:rect l="l" t="t" r="r" b="b"/>
              <a:pathLst>
                <a:path w="1790852" h="790044">
                  <a:moveTo>
                    <a:pt x="1279722" y="509574"/>
                  </a:moveTo>
                  <a:lnTo>
                    <a:pt x="1326331" y="503299"/>
                  </a:lnTo>
                  <a:cubicBezTo>
                    <a:pt x="1348947" y="500254"/>
                    <a:pt x="1365981" y="500363"/>
                    <a:pt x="1377433" y="503627"/>
                  </a:cubicBezTo>
                  <a:cubicBezTo>
                    <a:pt x="1388885" y="506890"/>
                    <a:pt x="1395445" y="514717"/>
                    <a:pt x="1397113" y="527107"/>
                  </a:cubicBezTo>
                  <a:cubicBezTo>
                    <a:pt x="1399178" y="542447"/>
                    <a:pt x="1391662" y="555773"/>
                    <a:pt x="1374564" y="567085"/>
                  </a:cubicBezTo>
                  <a:cubicBezTo>
                    <a:pt x="1357466" y="578397"/>
                    <a:pt x="1332790" y="586225"/>
                    <a:pt x="1300538" y="590567"/>
                  </a:cubicBezTo>
                  <a:cubicBezTo>
                    <a:pt x="1279102" y="593453"/>
                    <a:pt x="1261957" y="592157"/>
                    <a:pt x="1249106" y="586679"/>
                  </a:cubicBezTo>
                  <a:cubicBezTo>
                    <a:pt x="1236255" y="581202"/>
                    <a:pt x="1228995" y="572268"/>
                    <a:pt x="1227327" y="559878"/>
                  </a:cubicBezTo>
                  <a:cubicBezTo>
                    <a:pt x="1225606" y="547095"/>
                    <a:pt x="1229778" y="536071"/>
                    <a:pt x="1239844" y="526807"/>
                  </a:cubicBezTo>
                  <a:cubicBezTo>
                    <a:pt x="1249909" y="517543"/>
                    <a:pt x="1263202" y="511799"/>
                    <a:pt x="1279722" y="509574"/>
                  </a:cubicBezTo>
                  <a:close/>
                  <a:moveTo>
                    <a:pt x="1265465" y="220763"/>
                  </a:moveTo>
                  <a:cubicBezTo>
                    <a:pt x="1298111" y="216367"/>
                    <a:pt x="1317108" y="234033"/>
                    <a:pt x="1322457" y="273758"/>
                  </a:cubicBezTo>
                  <a:cubicBezTo>
                    <a:pt x="1324866" y="291655"/>
                    <a:pt x="1322839" y="306344"/>
                    <a:pt x="1316376" y="317826"/>
                  </a:cubicBezTo>
                  <a:cubicBezTo>
                    <a:pt x="1309913" y="329309"/>
                    <a:pt x="1298225" y="336188"/>
                    <a:pt x="1281312" y="338466"/>
                  </a:cubicBezTo>
                  <a:cubicBezTo>
                    <a:pt x="1264595" y="340716"/>
                    <a:pt x="1251455" y="337179"/>
                    <a:pt x="1241890" y="327855"/>
                  </a:cubicBezTo>
                  <a:cubicBezTo>
                    <a:pt x="1232325" y="318531"/>
                    <a:pt x="1226338" y="304920"/>
                    <a:pt x="1223928" y="287024"/>
                  </a:cubicBezTo>
                  <a:cubicBezTo>
                    <a:pt x="1218580" y="247298"/>
                    <a:pt x="1232425" y="225211"/>
                    <a:pt x="1265465" y="220763"/>
                  </a:cubicBezTo>
                  <a:close/>
                  <a:moveTo>
                    <a:pt x="558929" y="266633"/>
                  </a:moveTo>
                  <a:lnTo>
                    <a:pt x="603333" y="596437"/>
                  </a:lnTo>
                  <a:lnTo>
                    <a:pt x="693306" y="584324"/>
                  </a:lnTo>
                  <a:lnTo>
                    <a:pt x="648902" y="254520"/>
                  </a:lnTo>
                  <a:close/>
                  <a:moveTo>
                    <a:pt x="1258117" y="166189"/>
                  </a:moveTo>
                  <a:cubicBezTo>
                    <a:pt x="1214654" y="172040"/>
                    <a:pt x="1182545" y="186375"/>
                    <a:pt x="1161790" y="209192"/>
                  </a:cubicBezTo>
                  <a:cubicBezTo>
                    <a:pt x="1141035" y="232010"/>
                    <a:pt x="1133081" y="261413"/>
                    <a:pt x="1137926" y="297402"/>
                  </a:cubicBezTo>
                  <a:cubicBezTo>
                    <a:pt x="1140945" y="319822"/>
                    <a:pt x="1148630" y="338609"/>
                    <a:pt x="1160983" y="353765"/>
                  </a:cubicBezTo>
                  <a:cubicBezTo>
                    <a:pt x="1173334" y="368922"/>
                    <a:pt x="1188667" y="379071"/>
                    <a:pt x="1206980" y="384214"/>
                  </a:cubicBezTo>
                  <a:cubicBezTo>
                    <a:pt x="1194299" y="394131"/>
                    <a:pt x="1184883" y="403758"/>
                    <a:pt x="1178732" y="413096"/>
                  </a:cubicBezTo>
                  <a:cubicBezTo>
                    <a:pt x="1172581" y="422434"/>
                    <a:pt x="1170352" y="433396"/>
                    <a:pt x="1172047" y="445982"/>
                  </a:cubicBezTo>
                  <a:cubicBezTo>
                    <a:pt x="1173397" y="456012"/>
                    <a:pt x="1178116" y="465038"/>
                    <a:pt x="1186205" y="473059"/>
                  </a:cubicBezTo>
                  <a:cubicBezTo>
                    <a:pt x="1194292" y="481081"/>
                    <a:pt x="1203223" y="486436"/>
                    <a:pt x="1212995" y="489125"/>
                  </a:cubicBezTo>
                  <a:cubicBezTo>
                    <a:pt x="1189771" y="498058"/>
                    <a:pt x="1172864" y="510046"/>
                    <a:pt x="1162274" y="525087"/>
                  </a:cubicBezTo>
                  <a:cubicBezTo>
                    <a:pt x="1151685" y="540128"/>
                    <a:pt x="1147728" y="557580"/>
                    <a:pt x="1150402" y="577443"/>
                  </a:cubicBezTo>
                  <a:cubicBezTo>
                    <a:pt x="1154294" y="606353"/>
                    <a:pt x="1169463" y="627186"/>
                    <a:pt x="1195909" y="639944"/>
                  </a:cubicBezTo>
                  <a:cubicBezTo>
                    <a:pt x="1222355" y="652702"/>
                    <a:pt x="1258587" y="655983"/>
                    <a:pt x="1304607" y="649787"/>
                  </a:cubicBezTo>
                  <a:cubicBezTo>
                    <a:pt x="1364785" y="641685"/>
                    <a:pt x="1409522" y="624849"/>
                    <a:pt x="1438817" y="599280"/>
                  </a:cubicBezTo>
                  <a:cubicBezTo>
                    <a:pt x="1468112" y="573712"/>
                    <a:pt x="1480164" y="541654"/>
                    <a:pt x="1474974" y="503108"/>
                  </a:cubicBezTo>
                  <a:cubicBezTo>
                    <a:pt x="1470923" y="473019"/>
                    <a:pt x="1458363" y="451483"/>
                    <a:pt x="1437293" y="438502"/>
                  </a:cubicBezTo>
                  <a:cubicBezTo>
                    <a:pt x="1416223" y="425521"/>
                    <a:pt x="1387595" y="421467"/>
                    <a:pt x="1351409" y="426339"/>
                  </a:cubicBezTo>
                  <a:lnTo>
                    <a:pt x="1295361" y="433885"/>
                  </a:lnTo>
                  <a:cubicBezTo>
                    <a:pt x="1262321" y="438333"/>
                    <a:pt x="1244927" y="434068"/>
                    <a:pt x="1243180" y="421088"/>
                  </a:cubicBezTo>
                  <a:cubicBezTo>
                    <a:pt x="1242015" y="412435"/>
                    <a:pt x="1245577" y="403946"/>
                    <a:pt x="1253867" y="395621"/>
                  </a:cubicBezTo>
                  <a:lnTo>
                    <a:pt x="1267341" y="395309"/>
                  </a:lnTo>
                  <a:lnTo>
                    <a:pt x="1283684" y="394010"/>
                  </a:lnTo>
                  <a:cubicBezTo>
                    <a:pt x="1327540" y="388105"/>
                    <a:pt x="1360478" y="373609"/>
                    <a:pt x="1382499" y="350521"/>
                  </a:cubicBezTo>
                  <a:cubicBezTo>
                    <a:pt x="1404519" y="327434"/>
                    <a:pt x="1413145" y="298190"/>
                    <a:pt x="1408380" y="262791"/>
                  </a:cubicBezTo>
                  <a:cubicBezTo>
                    <a:pt x="1405917" y="244501"/>
                    <a:pt x="1398973" y="228617"/>
                    <a:pt x="1387547" y="215138"/>
                  </a:cubicBezTo>
                  <a:lnTo>
                    <a:pt x="1437384" y="194913"/>
                  </a:lnTo>
                  <a:lnTo>
                    <a:pt x="1431228" y="149189"/>
                  </a:lnTo>
                  <a:lnTo>
                    <a:pt x="1316180" y="164678"/>
                  </a:lnTo>
                  <a:cubicBezTo>
                    <a:pt x="1312534" y="164368"/>
                    <a:pt x="1304256" y="164231"/>
                    <a:pt x="1291346" y="164268"/>
                  </a:cubicBezTo>
                  <a:cubicBezTo>
                    <a:pt x="1278436" y="164304"/>
                    <a:pt x="1267360" y="164944"/>
                    <a:pt x="1258117" y="166189"/>
                  </a:cubicBezTo>
                  <a:close/>
                  <a:moveTo>
                    <a:pt x="934213" y="209799"/>
                  </a:moveTo>
                  <a:cubicBezTo>
                    <a:pt x="911793" y="212817"/>
                    <a:pt x="892332" y="219592"/>
                    <a:pt x="875830" y="230123"/>
                  </a:cubicBezTo>
                  <a:cubicBezTo>
                    <a:pt x="859327" y="240655"/>
                    <a:pt x="847134" y="254561"/>
                    <a:pt x="839249" y="271841"/>
                  </a:cubicBezTo>
                  <a:lnTo>
                    <a:pt x="834234" y="272516"/>
                  </a:lnTo>
                  <a:lnTo>
                    <a:pt x="816459" y="231960"/>
                  </a:lnTo>
                  <a:lnTo>
                    <a:pt x="747725" y="241214"/>
                  </a:lnTo>
                  <a:lnTo>
                    <a:pt x="792130" y="571018"/>
                  </a:lnTo>
                  <a:lnTo>
                    <a:pt x="882103" y="558904"/>
                  </a:lnTo>
                  <a:lnTo>
                    <a:pt x="861211" y="403737"/>
                  </a:lnTo>
                  <a:cubicBezTo>
                    <a:pt x="855969" y="364798"/>
                    <a:pt x="857820" y="336166"/>
                    <a:pt x="866766" y="317842"/>
                  </a:cubicBezTo>
                  <a:cubicBezTo>
                    <a:pt x="875712" y="299518"/>
                    <a:pt x="892772" y="288662"/>
                    <a:pt x="917945" y="285273"/>
                  </a:cubicBezTo>
                  <a:cubicBezTo>
                    <a:pt x="936431" y="282784"/>
                    <a:pt x="950703" y="286919"/>
                    <a:pt x="960762" y="297678"/>
                  </a:cubicBezTo>
                  <a:cubicBezTo>
                    <a:pt x="970820" y="308438"/>
                    <a:pt x="977451" y="325716"/>
                    <a:pt x="980655" y="349512"/>
                  </a:cubicBezTo>
                  <a:lnTo>
                    <a:pt x="1006591" y="542143"/>
                  </a:lnTo>
                  <a:lnTo>
                    <a:pt x="1096564" y="530030"/>
                  </a:lnTo>
                  <a:lnTo>
                    <a:pt x="1067610" y="314978"/>
                  </a:lnTo>
                  <a:cubicBezTo>
                    <a:pt x="1062341" y="275843"/>
                    <a:pt x="1048378" y="247238"/>
                    <a:pt x="1025722" y="229164"/>
                  </a:cubicBezTo>
                  <a:cubicBezTo>
                    <a:pt x="1003065" y="211091"/>
                    <a:pt x="972562" y="204635"/>
                    <a:pt x="934213" y="209799"/>
                  </a:cubicBezTo>
                  <a:close/>
                  <a:moveTo>
                    <a:pt x="468417" y="272513"/>
                  </a:moveTo>
                  <a:cubicBezTo>
                    <a:pt x="447964" y="275266"/>
                    <a:pt x="429796" y="283469"/>
                    <a:pt x="413914" y="297121"/>
                  </a:cubicBezTo>
                  <a:cubicBezTo>
                    <a:pt x="398032" y="310772"/>
                    <a:pt x="386222" y="327529"/>
                    <a:pt x="378484" y="347393"/>
                  </a:cubicBezTo>
                  <a:lnTo>
                    <a:pt x="374059" y="347988"/>
                  </a:lnTo>
                  <a:lnTo>
                    <a:pt x="353318" y="294317"/>
                  </a:lnTo>
                  <a:lnTo>
                    <a:pt x="285174" y="303491"/>
                  </a:lnTo>
                  <a:lnTo>
                    <a:pt x="329578" y="633295"/>
                  </a:lnTo>
                  <a:lnTo>
                    <a:pt x="419552" y="621181"/>
                  </a:lnTo>
                  <a:lnTo>
                    <a:pt x="396952" y="453329"/>
                  </a:lnTo>
                  <a:cubicBezTo>
                    <a:pt x="393378" y="426780"/>
                    <a:pt x="398612" y="405051"/>
                    <a:pt x="412654" y="388144"/>
                  </a:cubicBezTo>
                  <a:cubicBezTo>
                    <a:pt x="426696" y="371236"/>
                    <a:pt x="448073" y="360849"/>
                    <a:pt x="476786" y="356983"/>
                  </a:cubicBezTo>
                  <a:cubicBezTo>
                    <a:pt x="487209" y="355580"/>
                    <a:pt x="496192" y="355372"/>
                    <a:pt x="503733" y="356359"/>
                  </a:cubicBezTo>
                  <a:lnTo>
                    <a:pt x="499158" y="271077"/>
                  </a:lnTo>
                  <a:cubicBezTo>
                    <a:pt x="490857" y="270392"/>
                    <a:pt x="480610" y="270871"/>
                    <a:pt x="468417" y="272513"/>
                  </a:cubicBezTo>
                  <a:close/>
                  <a:moveTo>
                    <a:pt x="586667" y="131349"/>
                  </a:moveTo>
                  <a:cubicBezTo>
                    <a:pt x="554021" y="135745"/>
                    <a:pt x="539670" y="152594"/>
                    <a:pt x="543616" y="181897"/>
                  </a:cubicBezTo>
                  <a:cubicBezTo>
                    <a:pt x="547587" y="211396"/>
                    <a:pt x="565896" y="223948"/>
                    <a:pt x="598542" y="219552"/>
                  </a:cubicBezTo>
                  <a:cubicBezTo>
                    <a:pt x="614865" y="217355"/>
                    <a:pt x="626585" y="211822"/>
                    <a:pt x="633700" y="202955"/>
                  </a:cubicBezTo>
                  <a:cubicBezTo>
                    <a:pt x="640816" y="194088"/>
                    <a:pt x="643434" y="182673"/>
                    <a:pt x="641554" y="168710"/>
                  </a:cubicBezTo>
                  <a:cubicBezTo>
                    <a:pt x="637609" y="139407"/>
                    <a:pt x="619313" y="126954"/>
                    <a:pt x="586667" y="131349"/>
                  </a:cubicBezTo>
                  <a:close/>
                  <a:moveTo>
                    <a:pt x="714967" y="8025"/>
                  </a:moveTo>
                  <a:cubicBezTo>
                    <a:pt x="773257" y="2763"/>
                    <a:pt x="833610" y="0"/>
                    <a:pt x="895426" y="0"/>
                  </a:cubicBezTo>
                  <a:cubicBezTo>
                    <a:pt x="1389956" y="0"/>
                    <a:pt x="1790852" y="176857"/>
                    <a:pt x="1790852" y="395022"/>
                  </a:cubicBezTo>
                  <a:cubicBezTo>
                    <a:pt x="1790852" y="613187"/>
                    <a:pt x="1389956" y="790044"/>
                    <a:pt x="895426" y="790044"/>
                  </a:cubicBezTo>
                  <a:cubicBezTo>
                    <a:pt x="400896" y="790044"/>
                    <a:pt x="0" y="613187"/>
                    <a:pt x="0" y="395022"/>
                  </a:cubicBezTo>
                  <a:cubicBezTo>
                    <a:pt x="0" y="204128"/>
                    <a:pt x="306936" y="44860"/>
                    <a:pt x="714967" y="8025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EG" dirty="0"/>
            </a:p>
          </p:txBody>
        </p:sp>
      </p:grpSp>
    </p:spTree>
    <p:extLst>
      <p:ext uri="{BB962C8B-B14F-4D97-AF65-F5344CB8AC3E}">
        <p14:creationId xmlns:p14="http://schemas.microsoft.com/office/powerpoint/2010/main" val="4104107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val 29">
            <a:extLst>
              <a:ext uri="{FF2B5EF4-FFF2-40B4-BE49-F238E27FC236}">
                <a16:creationId xmlns:a16="http://schemas.microsoft.com/office/drawing/2014/main" id="{AD572BB8-E059-CD49-AC16-B1478F4C8243}"/>
              </a:ext>
            </a:extLst>
          </p:cNvPr>
          <p:cNvSpPr/>
          <p:nvPr/>
        </p:nvSpPr>
        <p:spPr>
          <a:xfrm>
            <a:off x="4692217" y="2617320"/>
            <a:ext cx="2807567" cy="280756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90500" sx="105000" sy="105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A18731C8-1754-FD4B-8921-E1F857934244}"/>
              </a:ext>
            </a:extLst>
          </p:cNvPr>
          <p:cNvSpPr txBox="1"/>
          <p:nvPr/>
        </p:nvSpPr>
        <p:spPr>
          <a:xfrm>
            <a:off x="3554964" y="587531"/>
            <a:ext cx="508207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RING </a:t>
            </a:r>
            <a:r>
              <a:rPr lang="en-US" sz="3200" b="1" dirty="0">
                <a:solidFill>
                  <a:schemeClr val="tx2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INFOGRAPHICS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59FD239-D78E-AB4C-81EB-C4C122F89164}"/>
              </a:ext>
            </a:extLst>
          </p:cNvPr>
          <p:cNvGrpSpPr/>
          <p:nvPr/>
        </p:nvGrpSpPr>
        <p:grpSpPr>
          <a:xfrm>
            <a:off x="5664520" y="1132546"/>
            <a:ext cx="862961" cy="50044"/>
            <a:chOff x="5012716" y="1129776"/>
            <a:chExt cx="3148718" cy="103072"/>
          </a:xfr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0" scaled="0"/>
          </a:gradFill>
        </p:grpSpPr>
        <p:sp>
          <p:nvSpPr>
            <p:cNvPr id="45" name="Rounded Rectangle 44">
              <a:extLst>
                <a:ext uri="{FF2B5EF4-FFF2-40B4-BE49-F238E27FC236}">
                  <a16:creationId xmlns:a16="http://schemas.microsoft.com/office/drawing/2014/main" id="{ED1C6D84-3FDA-A34B-9CDF-11632C22D8EF}"/>
                </a:ext>
              </a:extLst>
            </p:cNvPr>
            <p:cNvSpPr/>
            <p:nvPr/>
          </p:nvSpPr>
          <p:spPr>
            <a:xfrm>
              <a:off x="5012716" y="1129776"/>
              <a:ext cx="1623093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Rounded Rectangle 45">
              <a:extLst>
                <a:ext uri="{FF2B5EF4-FFF2-40B4-BE49-F238E27FC236}">
                  <a16:creationId xmlns:a16="http://schemas.microsoft.com/office/drawing/2014/main" id="{436AAD44-7B8D-A047-B38F-84A696AE6C70}"/>
                </a:ext>
              </a:extLst>
            </p:cNvPr>
            <p:cNvSpPr/>
            <p:nvPr/>
          </p:nvSpPr>
          <p:spPr>
            <a:xfrm>
              <a:off x="6910165" y="1129776"/>
              <a:ext cx="660462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7" name="Rounded Rectangle 46">
              <a:extLst>
                <a:ext uri="{FF2B5EF4-FFF2-40B4-BE49-F238E27FC236}">
                  <a16:creationId xmlns:a16="http://schemas.microsoft.com/office/drawing/2014/main" id="{345EEE70-436C-7E4E-91C8-FAF177E706D4}"/>
                </a:ext>
              </a:extLst>
            </p:cNvPr>
            <p:cNvSpPr/>
            <p:nvPr/>
          </p:nvSpPr>
          <p:spPr>
            <a:xfrm>
              <a:off x="7831205" y="1129776"/>
              <a:ext cx="330229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A5BC1E60-1FB5-BD42-A7D8-A02490A6A351}"/>
              </a:ext>
            </a:extLst>
          </p:cNvPr>
          <p:cNvSpPr/>
          <p:nvPr/>
        </p:nvSpPr>
        <p:spPr>
          <a:xfrm>
            <a:off x="5068757" y="4660984"/>
            <a:ext cx="2055467" cy="1491006"/>
          </a:xfrm>
          <a:custGeom>
            <a:avLst/>
            <a:gdLst>
              <a:gd name="connsiteX0" fmla="*/ 2055468 w 2055467"/>
              <a:gd name="connsiteY0" fmla="*/ 379208 h 1491006"/>
              <a:gd name="connsiteX1" fmla="*/ 1971191 w 2055467"/>
              <a:gd name="connsiteY1" fmla="*/ 294928 h 1491006"/>
              <a:gd name="connsiteX2" fmla="*/ 1726719 w 2055467"/>
              <a:gd name="connsiteY2" fmla="*/ 488263 h 1491006"/>
              <a:gd name="connsiteX3" fmla="*/ 769411 w 2055467"/>
              <a:gd name="connsiteY3" fmla="*/ 46112 h 1491006"/>
              <a:gd name="connsiteX4" fmla="*/ 327564 w 2055467"/>
              <a:gd name="connsiteY4" fmla="*/ 487492 h 1491006"/>
              <a:gd name="connsiteX5" fmla="*/ 84276 w 2055467"/>
              <a:gd name="connsiteY5" fmla="*/ 294928 h 1491006"/>
              <a:gd name="connsiteX6" fmla="*/ 0 w 2055467"/>
              <a:gd name="connsiteY6" fmla="*/ 379208 h 1491006"/>
              <a:gd name="connsiteX7" fmla="*/ 0 w 2055467"/>
              <a:gd name="connsiteY7" fmla="*/ 379208 h 1491006"/>
              <a:gd name="connsiteX8" fmla="*/ 294553 w 2055467"/>
              <a:gd name="connsiteY8" fmla="*/ 607037 h 1491006"/>
              <a:gd name="connsiteX9" fmla="*/ 888571 w 2055467"/>
              <a:gd name="connsiteY9" fmla="*/ 1477908 h 1491006"/>
              <a:gd name="connsiteX10" fmla="*/ 1759404 w 2055467"/>
              <a:gd name="connsiteY10" fmla="*/ 883864 h 1491006"/>
              <a:gd name="connsiteX11" fmla="*/ 1759552 w 2055467"/>
              <a:gd name="connsiteY11" fmla="*/ 607808 h 1491006"/>
              <a:gd name="connsiteX12" fmla="*/ 2055468 w 2055467"/>
              <a:gd name="connsiteY12" fmla="*/ 379208 h 1491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55467" h="1491006">
                <a:moveTo>
                  <a:pt x="2055468" y="379208"/>
                </a:moveTo>
                <a:lnTo>
                  <a:pt x="1971191" y="294928"/>
                </a:lnTo>
                <a:cubicBezTo>
                  <a:pt x="1897482" y="368647"/>
                  <a:pt x="1815440" y="433528"/>
                  <a:pt x="1726719" y="488263"/>
                </a:cubicBezTo>
                <a:cubicBezTo>
                  <a:pt x="1584456" y="101801"/>
                  <a:pt x="1155855" y="-96157"/>
                  <a:pt x="769411" y="46112"/>
                </a:cubicBezTo>
                <a:cubicBezTo>
                  <a:pt x="564640" y="121496"/>
                  <a:pt x="403170" y="282802"/>
                  <a:pt x="327564" y="487492"/>
                </a:cubicBezTo>
                <a:cubicBezTo>
                  <a:pt x="239305" y="432912"/>
                  <a:pt x="157666" y="368291"/>
                  <a:pt x="84276" y="294928"/>
                </a:cubicBezTo>
                <a:lnTo>
                  <a:pt x="0" y="379208"/>
                </a:lnTo>
                <a:lnTo>
                  <a:pt x="0" y="379208"/>
                </a:lnTo>
                <a:cubicBezTo>
                  <a:pt x="88081" y="467388"/>
                  <a:pt x="187068" y="543952"/>
                  <a:pt x="294553" y="607037"/>
                </a:cubicBezTo>
                <a:cubicBezTo>
                  <a:pt x="218111" y="1011564"/>
                  <a:pt x="484062" y="1401469"/>
                  <a:pt x="888571" y="1477908"/>
                </a:cubicBezTo>
                <a:cubicBezTo>
                  <a:pt x="1293080" y="1554353"/>
                  <a:pt x="1682968" y="1288390"/>
                  <a:pt x="1759404" y="883864"/>
                </a:cubicBezTo>
                <a:cubicBezTo>
                  <a:pt x="1776644" y="792661"/>
                  <a:pt x="1776692" y="699034"/>
                  <a:pt x="1759552" y="607808"/>
                </a:cubicBezTo>
                <a:cubicBezTo>
                  <a:pt x="1867570" y="544592"/>
                  <a:pt x="1967025" y="467768"/>
                  <a:pt x="2055468" y="379208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99000">
                <a:schemeClr val="accent4"/>
              </a:gs>
            </a:gsLst>
            <a:lin ang="10800000" scaled="0"/>
          </a:gra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D967F980-9F94-0349-816A-24544FE5B7BD}"/>
              </a:ext>
            </a:extLst>
          </p:cNvPr>
          <p:cNvSpPr/>
          <p:nvPr/>
        </p:nvSpPr>
        <p:spPr>
          <a:xfrm>
            <a:off x="6745062" y="2984634"/>
            <a:ext cx="1490935" cy="2055320"/>
          </a:xfrm>
          <a:custGeom>
            <a:avLst/>
            <a:gdLst>
              <a:gd name="connsiteX0" fmla="*/ 745604 w 1490935"/>
              <a:gd name="connsiteY0" fmla="*/ 282416 h 2055320"/>
              <a:gd name="connsiteX1" fmla="*/ 607336 w 1490935"/>
              <a:gd name="connsiteY1" fmla="*/ 295217 h 2055320"/>
              <a:gd name="connsiteX2" fmla="*/ 379162 w 1490935"/>
              <a:gd name="connsiteY2" fmla="*/ 0 h 2055320"/>
              <a:gd name="connsiteX3" fmla="*/ 379162 w 1490935"/>
              <a:gd name="connsiteY3" fmla="*/ 0 h 2055320"/>
              <a:gd name="connsiteX4" fmla="*/ 294886 w 1490935"/>
              <a:gd name="connsiteY4" fmla="*/ 84280 h 2055320"/>
              <a:gd name="connsiteX5" fmla="*/ 487856 w 1490935"/>
              <a:gd name="connsiteY5" fmla="*/ 327934 h 2055320"/>
              <a:gd name="connsiteX6" fmla="*/ 46252 w 1490935"/>
              <a:gd name="connsiteY6" fmla="*/ 1285527 h 2055320"/>
              <a:gd name="connsiteX7" fmla="*/ 487856 w 1490935"/>
              <a:gd name="connsiteY7" fmla="*/ 1727150 h 2055320"/>
              <a:gd name="connsiteX8" fmla="*/ 294886 w 1490935"/>
              <a:gd name="connsiteY8" fmla="*/ 1971041 h 2055320"/>
              <a:gd name="connsiteX9" fmla="*/ 379162 w 1490935"/>
              <a:gd name="connsiteY9" fmla="*/ 2055321 h 2055320"/>
              <a:gd name="connsiteX10" fmla="*/ 607336 w 1490935"/>
              <a:gd name="connsiteY10" fmla="*/ 1760103 h 2055320"/>
              <a:gd name="connsiteX11" fmla="*/ 745604 w 1490935"/>
              <a:gd name="connsiteY11" fmla="*/ 1772905 h 2055320"/>
              <a:gd name="connsiteX12" fmla="*/ 1490935 w 1490935"/>
              <a:gd name="connsiteY12" fmla="*/ 1027542 h 2055320"/>
              <a:gd name="connsiteX13" fmla="*/ 745604 w 1490935"/>
              <a:gd name="connsiteY13" fmla="*/ 282178 h 20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90935" h="2055320">
                <a:moveTo>
                  <a:pt x="745604" y="282416"/>
                </a:moveTo>
                <a:cubicBezTo>
                  <a:pt x="699217" y="282421"/>
                  <a:pt x="652936" y="286707"/>
                  <a:pt x="607336" y="295217"/>
                </a:cubicBezTo>
                <a:cubicBezTo>
                  <a:pt x="544212" y="187461"/>
                  <a:pt x="467528" y="88245"/>
                  <a:pt x="379162" y="0"/>
                </a:cubicBezTo>
                <a:lnTo>
                  <a:pt x="379162" y="0"/>
                </a:lnTo>
                <a:lnTo>
                  <a:pt x="294886" y="84280"/>
                </a:lnTo>
                <a:cubicBezTo>
                  <a:pt x="368417" y="157761"/>
                  <a:pt x="433171" y="239523"/>
                  <a:pt x="487856" y="327934"/>
                </a:cubicBezTo>
                <a:cubicBezTo>
                  <a:pt x="101488" y="470416"/>
                  <a:pt x="-96223" y="899148"/>
                  <a:pt x="46252" y="1285527"/>
                </a:cubicBezTo>
                <a:cubicBezTo>
                  <a:pt x="121751" y="1490265"/>
                  <a:pt x="283133" y="1651653"/>
                  <a:pt x="487856" y="1727150"/>
                </a:cubicBezTo>
                <a:cubicBezTo>
                  <a:pt x="433189" y="1815644"/>
                  <a:pt x="368429" y="1897488"/>
                  <a:pt x="294886" y="1971041"/>
                </a:cubicBezTo>
                <a:lnTo>
                  <a:pt x="379162" y="2055321"/>
                </a:lnTo>
                <a:cubicBezTo>
                  <a:pt x="467528" y="1967075"/>
                  <a:pt x="544212" y="1867860"/>
                  <a:pt x="607336" y="1760103"/>
                </a:cubicBezTo>
                <a:cubicBezTo>
                  <a:pt x="652936" y="1768614"/>
                  <a:pt x="699217" y="1772899"/>
                  <a:pt x="745604" y="1772905"/>
                </a:cubicBezTo>
                <a:cubicBezTo>
                  <a:pt x="1157237" y="1772905"/>
                  <a:pt x="1490935" y="1439193"/>
                  <a:pt x="1490935" y="1027542"/>
                </a:cubicBezTo>
                <a:cubicBezTo>
                  <a:pt x="1490935" y="615891"/>
                  <a:pt x="1157237" y="282178"/>
                  <a:pt x="745604" y="282178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2"/>
              </a:gs>
            </a:gsLst>
            <a:lin ang="16200000" scaled="0"/>
          </a:gra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FD64B84-B82F-4941-BB9F-F37EA7957D1E}"/>
              </a:ext>
            </a:extLst>
          </p:cNvPr>
          <p:cNvSpPr/>
          <p:nvPr/>
        </p:nvSpPr>
        <p:spPr>
          <a:xfrm>
            <a:off x="5068757" y="1872812"/>
            <a:ext cx="2055467" cy="1491000"/>
          </a:xfrm>
          <a:custGeom>
            <a:avLst/>
            <a:gdLst>
              <a:gd name="connsiteX0" fmla="*/ 2055468 w 2055467"/>
              <a:gd name="connsiteY0" fmla="*/ 1111822 h 1491000"/>
              <a:gd name="connsiteX1" fmla="*/ 1760263 w 2055467"/>
              <a:gd name="connsiteY1" fmla="*/ 883637 h 1491000"/>
              <a:gd name="connsiteX2" fmla="*/ 1773065 w 2055467"/>
              <a:gd name="connsiteY2" fmla="*/ 745363 h 1491000"/>
              <a:gd name="connsiteX3" fmla="*/ 1027734 w 2055467"/>
              <a:gd name="connsiteY3" fmla="*/ 0 h 1491000"/>
              <a:gd name="connsiteX4" fmla="*/ 282403 w 2055467"/>
              <a:gd name="connsiteY4" fmla="*/ 745363 h 1491000"/>
              <a:gd name="connsiteX5" fmla="*/ 295205 w 2055467"/>
              <a:gd name="connsiteY5" fmla="*/ 883637 h 1491000"/>
              <a:gd name="connsiteX6" fmla="*/ 0 w 2055467"/>
              <a:gd name="connsiteY6" fmla="*/ 1111822 h 1491000"/>
              <a:gd name="connsiteX7" fmla="*/ 84276 w 2055467"/>
              <a:gd name="connsiteY7" fmla="*/ 1196102 h 1491000"/>
              <a:gd name="connsiteX8" fmla="*/ 328394 w 2055467"/>
              <a:gd name="connsiteY8" fmla="*/ 1003123 h 1491000"/>
              <a:gd name="connsiteX9" fmla="*/ 1285945 w 2055467"/>
              <a:gd name="connsiteY9" fmla="*/ 1444746 h 1491000"/>
              <a:gd name="connsiteX10" fmla="*/ 1727548 w 2055467"/>
              <a:gd name="connsiteY10" fmla="*/ 1003123 h 1491000"/>
              <a:gd name="connsiteX11" fmla="*/ 1971428 w 2055467"/>
              <a:gd name="connsiteY11" fmla="*/ 1196102 h 149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55467" h="1491000">
                <a:moveTo>
                  <a:pt x="2055468" y="1111822"/>
                </a:moveTo>
                <a:cubicBezTo>
                  <a:pt x="1967226" y="1023452"/>
                  <a:pt x="1868015" y="946764"/>
                  <a:pt x="1760263" y="883637"/>
                </a:cubicBezTo>
                <a:cubicBezTo>
                  <a:pt x="1768774" y="838036"/>
                  <a:pt x="1773059" y="791753"/>
                  <a:pt x="1773065" y="745363"/>
                </a:cubicBezTo>
                <a:cubicBezTo>
                  <a:pt x="1773065" y="333711"/>
                  <a:pt x="1439367" y="0"/>
                  <a:pt x="1027734" y="0"/>
                </a:cubicBezTo>
                <a:cubicBezTo>
                  <a:pt x="616101" y="0"/>
                  <a:pt x="282403" y="333711"/>
                  <a:pt x="282403" y="745363"/>
                </a:cubicBezTo>
                <a:cubicBezTo>
                  <a:pt x="282409" y="791753"/>
                  <a:pt x="286694" y="838036"/>
                  <a:pt x="295205" y="883637"/>
                </a:cubicBezTo>
                <a:cubicBezTo>
                  <a:pt x="187453" y="946764"/>
                  <a:pt x="88241" y="1023452"/>
                  <a:pt x="0" y="1111822"/>
                </a:cubicBezTo>
                <a:lnTo>
                  <a:pt x="84276" y="1196102"/>
                </a:lnTo>
                <a:cubicBezTo>
                  <a:pt x="157915" y="1122556"/>
                  <a:pt x="239832" y="1057793"/>
                  <a:pt x="328394" y="1003123"/>
                </a:cubicBezTo>
                <a:cubicBezTo>
                  <a:pt x="470869" y="1389508"/>
                  <a:pt x="899583" y="1587228"/>
                  <a:pt x="1285945" y="1444746"/>
                </a:cubicBezTo>
                <a:cubicBezTo>
                  <a:pt x="1490673" y="1369250"/>
                  <a:pt x="1652055" y="1207855"/>
                  <a:pt x="1727548" y="1003123"/>
                </a:cubicBezTo>
                <a:cubicBezTo>
                  <a:pt x="1816038" y="1057793"/>
                  <a:pt x="1897879" y="1122556"/>
                  <a:pt x="1971428" y="1196102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0" scaled="0"/>
          </a:gra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522A89F-E08A-FE4D-84BE-013B15FAED5C}"/>
              </a:ext>
            </a:extLst>
          </p:cNvPr>
          <p:cNvSpPr/>
          <p:nvPr/>
        </p:nvSpPr>
        <p:spPr>
          <a:xfrm>
            <a:off x="3956004" y="2984990"/>
            <a:ext cx="1491700" cy="2055202"/>
          </a:xfrm>
          <a:custGeom>
            <a:avLst/>
            <a:gdLst>
              <a:gd name="connsiteX0" fmla="*/ 1491701 w 1491700"/>
              <a:gd name="connsiteY0" fmla="*/ 1026949 h 2055202"/>
              <a:gd name="connsiteX1" fmla="*/ 1004415 w 1491700"/>
              <a:gd name="connsiteY1" fmla="*/ 327578 h 2055202"/>
              <a:gd name="connsiteX2" fmla="*/ 1197029 w 1491700"/>
              <a:gd name="connsiteY2" fmla="*/ 84280 h 2055202"/>
              <a:gd name="connsiteX3" fmla="*/ 1112753 w 1491700"/>
              <a:gd name="connsiteY3" fmla="*/ 0 h 2055202"/>
              <a:gd name="connsiteX4" fmla="*/ 884934 w 1491700"/>
              <a:gd name="connsiteY4" fmla="*/ 294566 h 2055202"/>
              <a:gd name="connsiteX5" fmla="*/ 13289 w 1491700"/>
              <a:gd name="connsiteY5" fmla="*/ 887419 h 2055202"/>
              <a:gd name="connsiteX6" fmla="*/ 606117 w 1491700"/>
              <a:gd name="connsiteY6" fmla="*/ 1759108 h 2055202"/>
              <a:gd name="connsiteX7" fmla="*/ 884045 w 1491700"/>
              <a:gd name="connsiteY7" fmla="*/ 1759273 h 2055202"/>
              <a:gd name="connsiteX8" fmla="*/ 1112635 w 1491700"/>
              <a:gd name="connsiteY8" fmla="*/ 2055202 h 2055202"/>
              <a:gd name="connsiteX9" fmla="*/ 1196911 w 1491700"/>
              <a:gd name="connsiteY9" fmla="*/ 1970922 h 2055202"/>
              <a:gd name="connsiteX10" fmla="*/ 1003703 w 1491700"/>
              <a:gd name="connsiteY10" fmla="*/ 1726320 h 2055202"/>
              <a:gd name="connsiteX11" fmla="*/ 1491701 w 1491700"/>
              <a:gd name="connsiteY11" fmla="*/ 1026949 h 2055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1700" h="2055202">
                <a:moveTo>
                  <a:pt x="1491701" y="1026949"/>
                </a:moveTo>
                <a:cubicBezTo>
                  <a:pt x="1491659" y="714810"/>
                  <a:pt x="1297207" y="435726"/>
                  <a:pt x="1004415" y="327578"/>
                </a:cubicBezTo>
                <a:cubicBezTo>
                  <a:pt x="1059034" y="239327"/>
                  <a:pt x="1123670" y="157690"/>
                  <a:pt x="1197029" y="84280"/>
                </a:cubicBezTo>
                <a:lnTo>
                  <a:pt x="1112753" y="0"/>
                </a:lnTo>
                <a:cubicBezTo>
                  <a:pt x="1024595" y="88097"/>
                  <a:pt x="948035" y="187088"/>
                  <a:pt x="884934" y="294566"/>
                </a:cubicBezTo>
                <a:cubicBezTo>
                  <a:pt x="480530" y="217570"/>
                  <a:pt x="90281" y="482999"/>
                  <a:pt x="13289" y="887419"/>
                </a:cubicBezTo>
                <a:cubicBezTo>
                  <a:pt x="-63704" y="1291845"/>
                  <a:pt x="201715" y="1682106"/>
                  <a:pt x="606117" y="1759108"/>
                </a:cubicBezTo>
                <a:cubicBezTo>
                  <a:pt x="697932" y="1776586"/>
                  <a:pt x="792212" y="1776645"/>
                  <a:pt x="884045" y="1759273"/>
                </a:cubicBezTo>
                <a:cubicBezTo>
                  <a:pt x="947258" y="1867297"/>
                  <a:pt x="1024079" y="1966756"/>
                  <a:pt x="1112635" y="2055202"/>
                </a:cubicBezTo>
                <a:lnTo>
                  <a:pt x="1196911" y="1970922"/>
                </a:lnTo>
                <a:cubicBezTo>
                  <a:pt x="1123231" y="1897168"/>
                  <a:pt x="1058388" y="1815081"/>
                  <a:pt x="1003703" y="1726320"/>
                </a:cubicBezTo>
                <a:cubicBezTo>
                  <a:pt x="1296768" y="1618392"/>
                  <a:pt x="1491529" y="1339266"/>
                  <a:pt x="1491701" y="1026949"/>
                </a:cubicBezTo>
                <a:close/>
              </a:path>
            </a:pathLst>
          </a:custGeom>
          <a:gradFill>
            <a:gsLst>
              <a:gs pos="12000">
                <a:schemeClr val="accent1"/>
              </a:gs>
              <a:gs pos="100000">
                <a:schemeClr val="accent4"/>
              </a:gs>
            </a:gsLst>
            <a:lin ang="4800000" scaled="0"/>
          </a:gra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7EEB5C59-CB78-9649-B63D-18DDD00D13C5}"/>
              </a:ext>
            </a:extLst>
          </p:cNvPr>
          <p:cNvSpPr/>
          <p:nvPr/>
        </p:nvSpPr>
        <p:spPr>
          <a:xfrm>
            <a:off x="5552698" y="4862767"/>
            <a:ext cx="1087652" cy="1087699"/>
          </a:xfrm>
          <a:custGeom>
            <a:avLst/>
            <a:gdLst>
              <a:gd name="connsiteX0" fmla="*/ 1087652 w 1087652"/>
              <a:gd name="connsiteY0" fmla="*/ 543850 h 1087699"/>
              <a:gd name="connsiteX1" fmla="*/ 543826 w 1087652"/>
              <a:gd name="connsiteY1" fmla="*/ 1087700 h 1087699"/>
              <a:gd name="connsiteX2" fmla="*/ 0 w 1087652"/>
              <a:gd name="connsiteY2" fmla="*/ 543850 h 1087699"/>
              <a:gd name="connsiteX3" fmla="*/ 543826 w 1087652"/>
              <a:gd name="connsiteY3" fmla="*/ 0 h 1087699"/>
              <a:gd name="connsiteX4" fmla="*/ 1087652 w 1087652"/>
              <a:gd name="connsiteY4" fmla="*/ 543850 h 1087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7652" h="1087699">
                <a:moveTo>
                  <a:pt x="1087652" y="543850"/>
                </a:moveTo>
                <a:cubicBezTo>
                  <a:pt x="1087652" y="844210"/>
                  <a:pt x="844173" y="1087700"/>
                  <a:pt x="543826" y="1087700"/>
                </a:cubicBezTo>
                <a:cubicBezTo>
                  <a:pt x="243479" y="1087700"/>
                  <a:pt x="0" y="844210"/>
                  <a:pt x="0" y="543850"/>
                </a:cubicBezTo>
                <a:cubicBezTo>
                  <a:pt x="0" y="243490"/>
                  <a:pt x="243479" y="0"/>
                  <a:pt x="543826" y="0"/>
                </a:cubicBezTo>
                <a:cubicBezTo>
                  <a:pt x="844173" y="0"/>
                  <a:pt x="1087652" y="243490"/>
                  <a:pt x="1087652" y="543850"/>
                </a:cubicBezTo>
                <a:close/>
              </a:path>
            </a:pathLst>
          </a:custGeom>
          <a:solidFill>
            <a:schemeClr val="bg1"/>
          </a:solidFill>
          <a:ln w="5923" cap="flat">
            <a:noFill/>
            <a:prstDash val="solid"/>
            <a:miter/>
          </a:ln>
          <a:effectLst>
            <a:outerShdw blurRad="1524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0C83CE23-F6EE-3E43-ADF9-97BE043D8203}"/>
              </a:ext>
            </a:extLst>
          </p:cNvPr>
          <p:cNvSpPr/>
          <p:nvPr/>
        </p:nvSpPr>
        <p:spPr>
          <a:xfrm>
            <a:off x="6946802" y="3467791"/>
            <a:ext cx="1087652" cy="1087699"/>
          </a:xfrm>
          <a:custGeom>
            <a:avLst/>
            <a:gdLst>
              <a:gd name="connsiteX0" fmla="*/ 1087652 w 1087652"/>
              <a:gd name="connsiteY0" fmla="*/ 543850 h 1087699"/>
              <a:gd name="connsiteX1" fmla="*/ 543826 w 1087652"/>
              <a:gd name="connsiteY1" fmla="*/ 1087700 h 1087699"/>
              <a:gd name="connsiteX2" fmla="*/ 0 w 1087652"/>
              <a:gd name="connsiteY2" fmla="*/ 543850 h 1087699"/>
              <a:gd name="connsiteX3" fmla="*/ 543826 w 1087652"/>
              <a:gd name="connsiteY3" fmla="*/ 0 h 1087699"/>
              <a:gd name="connsiteX4" fmla="*/ 1087652 w 1087652"/>
              <a:gd name="connsiteY4" fmla="*/ 543850 h 1087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7652" h="1087699">
                <a:moveTo>
                  <a:pt x="1087652" y="543850"/>
                </a:moveTo>
                <a:cubicBezTo>
                  <a:pt x="1087652" y="844210"/>
                  <a:pt x="844173" y="1087700"/>
                  <a:pt x="543826" y="1087700"/>
                </a:cubicBezTo>
                <a:cubicBezTo>
                  <a:pt x="243479" y="1087700"/>
                  <a:pt x="0" y="844210"/>
                  <a:pt x="0" y="543850"/>
                </a:cubicBezTo>
                <a:cubicBezTo>
                  <a:pt x="0" y="243490"/>
                  <a:pt x="243479" y="0"/>
                  <a:pt x="543826" y="0"/>
                </a:cubicBezTo>
                <a:cubicBezTo>
                  <a:pt x="844173" y="0"/>
                  <a:pt x="1087652" y="243490"/>
                  <a:pt x="1087652" y="543850"/>
                </a:cubicBezTo>
                <a:close/>
              </a:path>
            </a:pathLst>
          </a:custGeom>
          <a:solidFill>
            <a:schemeClr val="bg1"/>
          </a:solidFill>
          <a:ln w="5923" cap="flat">
            <a:noFill/>
            <a:prstDash val="solid"/>
            <a:miter/>
          </a:ln>
          <a:effectLst>
            <a:outerShdw blurRad="1524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7CEDB5F6-EBDF-9646-8C78-DE49A8E5BBAB}"/>
              </a:ext>
            </a:extLst>
          </p:cNvPr>
          <p:cNvSpPr/>
          <p:nvPr/>
        </p:nvSpPr>
        <p:spPr>
          <a:xfrm>
            <a:off x="5552640" y="2074353"/>
            <a:ext cx="1087652" cy="1087699"/>
          </a:xfrm>
          <a:custGeom>
            <a:avLst/>
            <a:gdLst>
              <a:gd name="connsiteX0" fmla="*/ 1087652 w 1087652"/>
              <a:gd name="connsiteY0" fmla="*/ 543850 h 1087699"/>
              <a:gd name="connsiteX1" fmla="*/ 543826 w 1087652"/>
              <a:gd name="connsiteY1" fmla="*/ 1087700 h 1087699"/>
              <a:gd name="connsiteX2" fmla="*/ 0 w 1087652"/>
              <a:gd name="connsiteY2" fmla="*/ 543850 h 1087699"/>
              <a:gd name="connsiteX3" fmla="*/ 543826 w 1087652"/>
              <a:gd name="connsiteY3" fmla="*/ 0 h 1087699"/>
              <a:gd name="connsiteX4" fmla="*/ 1087652 w 1087652"/>
              <a:gd name="connsiteY4" fmla="*/ 543850 h 1087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7652" h="1087699">
                <a:moveTo>
                  <a:pt x="1087652" y="543850"/>
                </a:moveTo>
                <a:cubicBezTo>
                  <a:pt x="1087652" y="844210"/>
                  <a:pt x="844173" y="1087700"/>
                  <a:pt x="543826" y="1087700"/>
                </a:cubicBezTo>
                <a:cubicBezTo>
                  <a:pt x="243479" y="1087700"/>
                  <a:pt x="0" y="844210"/>
                  <a:pt x="0" y="543850"/>
                </a:cubicBezTo>
                <a:cubicBezTo>
                  <a:pt x="0" y="243490"/>
                  <a:pt x="243479" y="0"/>
                  <a:pt x="543826" y="0"/>
                </a:cubicBezTo>
                <a:cubicBezTo>
                  <a:pt x="844173" y="0"/>
                  <a:pt x="1087652" y="243490"/>
                  <a:pt x="1087652" y="543850"/>
                </a:cubicBezTo>
                <a:close/>
              </a:path>
            </a:pathLst>
          </a:custGeom>
          <a:solidFill>
            <a:schemeClr val="bg1"/>
          </a:solidFill>
          <a:ln w="5923" cap="flat">
            <a:noFill/>
            <a:prstDash val="solid"/>
            <a:miter/>
          </a:ln>
          <a:effectLst>
            <a:outerShdw blurRad="1524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38AB8F22-3CE8-8442-BB2D-088E85DA8B13}"/>
              </a:ext>
            </a:extLst>
          </p:cNvPr>
          <p:cNvSpPr/>
          <p:nvPr/>
        </p:nvSpPr>
        <p:spPr>
          <a:xfrm>
            <a:off x="4158488" y="3468563"/>
            <a:ext cx="1087651" cy="1087699"/>
          </a:xfrm>
          <a:custGeom>
            <a:avLst/>
            <a:gdLst>
              <a:gd name="connsiteX0" fmla="*/ 1087652 w 1087651"/>
              <a:gd name="connsiteY0" fmla="*/ 543850 h 1087699"/>
              <a:gd name="connsiteX1" fmla="*/ 543826 w 1087651"/>
              <a:gd name="connsiteY1" fmla="*/ 1087700 h 1087699"/>
              <a:gd name="connsiteX2" fmla="*/ 0 w 1087651"/>
              <a:gd name="connsiteY2" fmla="*/ 543850 h 1087699"/>
              <a:gd name="connsiteX3" fmla="*/ 543826 w 1087651"/>
              <a:gd name="connsiteY3" fmla="*/ 0 h 1087699"/>
              <a:gd name="connsiteX4" fmla="*/ 1087652 w 1087651"/>
              <a:gd name="connsiteY4" fmla="*/ 543850 h 1087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7651" h="1087699">
                <a:moveTo>
                  <a:pt x="1087652" y="543850"/>
                </a:moveTo>
                <a:cubicBezTo>
                  <a:pt x="1087652" y="844210"/>
                  <a:pt x="844173" y="1087700"/>
                  <a:pt x="543826" y="1087700"/>
                </a:cubicBezTo>
                <a:cubicBezTo>
                  <a:pt x="243479" y="1087700"/>
                  <a:pt x="0" y="844210"/>
                  <a:pt x="0" y="543850"/>
                </a:cubicBezTo>
                <a:cubicBezTo>
                  <a:pt x="0" y="243490"/>
                  <a:pt x="243479" y="0"/>
                  <a:pt x="543826" y="0"/>
                </a:cubicBezTo>
                <a:cubicBezTo>
                  <a:pt x="844173" y="0"/>
                  <a:pt x="1087652" y="243490"/>
                  <a:pt x="1087652" y="543850"/>
                </a:cubicBezTo>
                <a:close/>
              </a:path>
            </a:pathLst>
          </a:custGeom>
          <a:solidFill>
            <a:schemeClr val="bg1"/>
          </a:solidFill>
          <a:ln w="5923" cap="flat">
            <a:noFill/>
            <a:prstDash val="solid"/>
            <a:miter/>
          </a:ln>
          <a:effectLst>
            <a:outerShdw blurRad="152400" sx="102000" sy="102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83B7DCF-13BD-3542-ADBB-692A4D20AFA0}"/>
              </a:ext>
            </a:extLst>
          </p:cNvPr>
          <p:cNvGrpSpPr/>
          <p:nvPr/>
        </p:nvGrpSpPr>
        <p:grpSpPr>
          <a:xfrm>
            <a:off x="7124175" y="1850724"/>
            <a:ext cx="2783072" cy="723275"/>
            <a:chOff x="7825488" y="1404017"/>
            <a:chExt cx="3368029" cy="723275"/>
          </a:xfrm>
        </p:grpSpPr>
        <p:sp>
          <p:nvSpPr>
            <p:cNvPr id="27" name="Inhaltsplatzhalter 4">
              <a:extLst>
                <a:ext uri="{FF2B5EF4-FFF2-40B4-BE49-F238E27FC236}">
                  <a16:creationId xmlns:a16="http://schemas.microsoft.com/office/drawing/2014/main" id="{496A84D1-F179-3D40-84C1-2D1D83B4453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CE00123-CC15-F541-91E8-D409DF94EC9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89BA5CE6-A9DF-E748-B8EC-0A29CC4F8078}"/>
              </a:ext>
            </a:extLst>
          </p:cNvPr>
          <p:cNvGrpSpPr/>
          <p:nvPr/>
        </p:nvGrpSpPr>
        <p:grpSpPr>
          <a:xfrm flipH="1">
            <a:off x="936451" y="3638505"/>
            <a:ext cx="2783072" cy="723275"/>
            <a:chOff x="7825488" y="1404017"/>
            <a:chExt cx="3368029" cy="723275"/>
          </a:xfrm>
        </p:grpSpPr>
        <p:sp>
          <p:nvSpPr>
            <p:cNvPr id="48" name="Inhaltsplatzhalter 4">
              <a:extLst>
                <a:ext uri="{FF2B5EF4-FFF2-40B4-BE49-F238E27FC236}">
                  <a16:creationId xmlns:a16="http://schemas.microsoft.com/office/drawing/2014/main" id="{09B48595-C5A5-9C4D-A632-401910E44E1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0D6C81D7-A611-CC4A-80B1-B8A78BFBF45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6457BDBA-9B7D-7B4D-9449-4212970FAACF}"/>
              </a:ext>
            </a:extLst>
          </p:cNvPr>
          <p:cNvGrpSpPr/>
          <p:nvPr/>
        </p:nvGrpSpPr>
        <p:grpSpPr>
          <a:xfrm>
            <a:off x="8535746" y="3638505"/>
            <a:ext cx="2783072" cy="723275"/>
            <a:chOff x="7825488" y="1404017"/>
            <a:chExt cx="3368029" cy="723275"/>
          </a:xfrm>
        </p:grpSpPr>
        <p:sp>
          <p:nvSpPr>
            <p:cNvPr id="52" name="Inhaltsplatzhalter 4">
              <a:extLst>
                <a:ext uri="{FF2B5EF4-FFF2-40B4-BE49-F238E27FC236}">
                  <a16:creationId xmlns:a16="http://schemas.microsoft.com/office/drawing/2014/main" id="{B22D6B86-7373-0B4A-8C6B-D63AFBF2E0A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89" y="1404017"/>
              <a:ext cx="3251928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3D7B17-0FBB-BE45-B5ED-5D1A133B398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B044E05-6917-B243-9CBD-9683D7EF697A}"/>
              </a:ext>
            </a:extLst>
          </p:cNvPr>
          <p:cNvGrpSpPr/>
          <p:nvPr/>
        </p:nvGrpSpPr>
        <p:grpSpPr>
          <a:xfrm flipH="1">
            <a:off x="2329455" y="5347806"/>
            <a:ext cx="2783072" cy="723275"/>
            <a:chOff x="7825488" y="1404017"/>
            <a:chExt cx="3368029" cy="723275"/>
          </a:xfrm>
        </p:grpSpPr>
        <p:sp>
          <p:nvSpPr>
            <p:cNvPr id="55" name="Inhaltsplatzhalter 4">
              <a:extLst>
                <a:ext uri="{FF2B5EF4-FFF2-40B4-BE49-F238E27FC236}">
                  <a16:creationId xmlns:a16="http://schemas.microsoft.com/office/drawing/2014/main" id="{61EFFBE6-7A80-B145-85C8-D1398FA8D22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95937B3C-1288-2742-A40F-0C9C71E6E89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aphic 14">
            <a:extLst>
              <a:ext uri="{FF2B5EF4-FFF2-40B4-BE49-F238E27FC236}">
                <a16:creationId xmlns:a16="http://schemas.microsoft.com/office/drawing/2014/main" id="{D1314893-718B-C04E-BEF3-2764E7A8CF05}"/>
              </a:ext>
            </a:extLst>
          </p:cNvPr>
          <p:cNvGrpSpPr>
            <a:grpSpLocks noChangeAspect="1"/>
          </p:cNvGrpSpPr>
          <p:nvPr/>
        </p:nvGrpSpPr>
        <p:grpSpPr>
          <a:xfrm>
            <a:off x="7227103" y="3748115"/>
            <a:ext cx="527050" cy="527050"/>
            <a:chOff x="3816350" y="1149350"/>
            <a:chExt cx="4559300" cy="4559300"/>
          </a:xfrm>
          <a:solidFill>
            <a:schemeClr val="tx2"/>
          </a:solidFill>
        </p:grpSpPr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0C03A6AF-A9BE-1F49-A901-52325771EA74}"/>
                </a:ext>
              </a:extLst>
            </p:cNvPr>
            <p:cNvSpPr/>
            <p:nvPr/>
          </p:nvSpPr>
          <p:spPr>
            <a:xfrm>
              <a:off x="3816349" y="2672451"/>
              <a:ext cx="3937864" cy="1958043"/>
            </a:xfrm>
            <a:custGeom>
              <a:avLst/>
              <a:gdLst>
                <a:gd name="connsiteX0" fmla="*/ 3872759 w 3937864"/>
                <a:gd name="connsiteY0" fmla="*/ 0 h 1958043"/>
                <a:gd name="connsiteX1" fmla="*/ 3872607 w 3937864"/>
                <a:gd name="connsiteY1" fmla="*/ 0 h 1958043"/>
                <a:gd name="connsiteX2" fmla="*/ 65258 w 3937864"/>
                <a:gd name="connsiteY2" fmla="*/ 0 h 1958043"/>
                <a:gd name="connsiteX3" fmla="*/ 0 w 3937864"/>
                <a:gd name="connsiteY3" fmla="*/ 65106 h 1958043"/>
                <a:gd name="connsiteX4" fmla="*/ 0 w 3937864"/>
                <a:gd name="connsiteY4" fmla="*/ 65258 h 1958043"/>
                <a:gd name="connsiteX5" fmla="*/ 0 w 3937864"/>
                <a:gd name="connsiteY5" fmla="*/ 1892785 h 1958043"/>
                <a:gd name="connsiteX6" fmla="*/ 65106 w 3937864"/>
                <a:gd name="connsiteY6" fmla="*/ 1958043 h 1958043"/>
                <a:gd name="connsiteX7" fmla="*/ 65258 w 3937864"/>
                <a:gd name="connsiteY7" fmla="*/ 1958043 h 1958043"/>
                <a:gd name="connsiteX8" fmla="*/ 2654255 w 3937864"/>
                <a:gd name="connsiteY8" fmla="*/ 1958043 h 1958043"/>
                <a:gd name="connsiteX9" fmla="*/ 2719513 w 3937864"/>
                <a:gd name="connsiteY9" fmla="*/ 1892785 h 1958043"/>
                <a:gd name="connsiteX10" fmla="*/ 2654255 w 3937864"/>
                <a:gd name="connsiteY10" fmla="*/ 1827527 h 1958043"/>
                <a:gd name="connsiteX11" fmla="*/ 130516 w 3937864"/>
                <a:gd name="connsiteY11" fmla="*/ 1827527 h 1958043"/>
                <a:gd name="connsiteX12" fmla="*/ 130516 w 3937864"/>
                <a:gd name="connsiteY12" fmla="*/ 130516 h 1958043"/>
                <a:gd name="connsiteX13" fmla="*/ 3807349 w 3937864"/>
                <a:gd name="connsiteY13" fmla="*/ 130516 h 1958043"/>
                <a:gd name="connsiteX14" fmla="*/ 3807349 w 3937864"/>
                <a:gd name="connsiteY14" fmla="*/ 293699 h 1958043"/>
                <a:gd name="connsiteX15" fmla="*/ 3872454 w 3937864"/>
                <a:gd name="connsiteY15" fmla="*/ 358957 h 1958043"/>
                <a:gd name="connsiteX16" fmla="*/ 3872607 w 3937864"/>
                <a:gd name="connsiteY16" fmla="*/ 358957 h 1958043"/>
                <a:gd name="connsiteX17" fmla="*/ 3937865 w 3937864"/>
                <a:gd name="connsiteY17" fmla="*/ 293851 h 1958043"/>
                <a:gd name="connsiteX18" fmla="*/ 3937865 w 3937864"/>
                <a:gd name="connsiteY18" fmla="*/ 293699 h 1958043"/>
                <a:gd name="connsiteX19" fmla="*/ 3937865 w 3937864"/>
                <a:gd name="connsiteY19" fmla="*/ 65258 h 1958043"/>
                <a:gd name="connsiteX20" fmla="*/ 3872759 w 3937864"/>
                <a:gd name="connsiteY20" fmla="*/ 0 h 195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64" h="1958043">
                  <a:moveTo>
                    <a:pt x="3872759" y="0"/>
                  </a:moveTo>
                  <a:cubicBezTo>
                    <a:pt x="3872712" y="0"/>
                    <a:pt x="3872654" y="0"/>
                    <a:pt x="3872607" y="0"/>
                  </a:cubicBezTo>
                  <a:lnTo>
                    <a:pt x="65258" y="0"/>
                  </a:lnTo>
                  <a:cubicBezTo>
                    <a:pt x="29260" y="-38"/>
                    <a:pt x="38" y="29107"/>
                    <a:pt x="0" y="65106"/>
                  </a:cubicBezTo>
                  <a:cubicBezTo>
                    <a:pt x="0" y="65153"/>
                    <a:pt x="0" y="65210"/>
                    <a:pt x="0" y="65258"/>
                  </a:cubicBezTo>
                  <a:lnTo>
                    <a:pt x="0" y="1892785"/>
                  </a:lnTo>
                  <a:cubicBezTo>
                    <a:pt x="-38" y="1928784"/>
                    <a:pt x="29107" y="1958005"/>
                    <a:pt x="65106" y="1958043"/>
                  </a:cubicBezTo>
                  <a:cubicBezTo>
                    <a:pt x="65153" y="1958043"/>
                    <a:pt x="65210" y="1958043"/>
                    <a:pt x="65258" y="1958043"/>
                  </a:cubicBezTo>
                  <a:lnTo>
                    <a:pt x="2654255" y="1958043"/>
                  </a:lnTo>
                  <a:cubicBezTo>
                    <a:pt x="2690292" y="1958043"/>
                    <a:pt x="2719513" y="1928822"/>
                    <a:pt x="2719513" y="1892785"/>
                  </a:cubicBezTo>
                  <a:cubicBezTo>
                    <a:pt x="2719513" y="1856749"/>
                    <a:pt x="2690292" y="1827527"/>
                    <a:pt x="2654255" y="1827527"/>
                  </a:cubicBezTo>
                  <a:lnTo>
                    <a:pt x="130516" y="1827527"/>
                  </a:lnTo>
                  <a:lnTo>
                    <a:pt x="130516" y="130516"/>
                  </a:lnTo>
                  <a:lnTo>
                    <a:pt x="3807349" y="130516"/>
                  </a:lnTo>
                  <a:lnTo>
                    <a:pt x="3807349" y="293699"/>
                  </a:lnTo>
                  <a:cubicBezTo>
                    <a:pt x="3807311" y="329697"/>
                    <a:pt x="3836456" y="358919"/>
                    <a:pt x="3872454" y="358957"/>
                  </a:cubicBezTo>
                  <a:cubicBezTo>
                    <a:pt x="3872502" y="358957"/>
                    <a:pt x="3872559" y="358957"/>
                    <a:pt x="3872607" y="358957"/>
                  </a:cubicBezTo>
                  <a:cubicBezTo>
                    <a:pt x="3908605" y="358995"/>
                    <a:pt x="3937827" y="329850"/>
                    <a:pt x="3937865" y="293851"/>
                  </a:cubicBezTo>
                  <a:cubicBezTo>
                    <a:pt x="3937865" y="293804"/>
                    <a:pt x="3937865" y="293747"/>
                    <a:pt x="3937865" y="293699"/>
                  </a:cubicBezTo>
                  <a:lnTo>
                    <a:pt x="3937865" y="65258"/>
                  </a:lnTo>
                  <a:cubicBezTo>
                    <a:pt x="3937903" y="29260"/>
                    <a:pt x="3908757" y="48"/>
                    <a:pt x="3872759" y="0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78C9B1F2-1E37-DD45-90B0-DAD515B0D87F}"/>
                </a:ext>
              </a:extLst>
            </p:cNvPr>
            <p:cNvSpPr/>
            <p:nvPr/>
          </p:nvSpPr>
          <p:spPr>
            <a:xfrm>
              <a:off x="3968597" y="1682560"/>
              <a:ext cx="3328697" cy="815865"/>
            </a:xfrm>
            <a:custGeom>
              <a:avLst/>
              <a:gdLst>
                <a:gd name="connsiteX0" fmla="*/ 3277793 w 3328697"/>
                <a:gd name="connsiteY0" fmla="*/ 686902 h 815865"/>
                <a:gd name="connsiteX1" fmla="*/ 231914 w 3328697"/>
                <a:gd name="connsiteY1" fmla="*/ 1579 h 815865"/>
                <a:gd name="connsiteX2" fmla="*/ 182647 w 3328697"/>
                <a:gd name="connsiteY2" fmla="*/ 10108 h 815865"/>
                <a:gd name="connsiteX3" fmla="*/ 153863 w 3328697"/>
                <a:gd name="connsiteY3" fmla="*/ 51075 h 815865"/>
                <a:gd name="connsiteX4" fmla="*/ 1569 w 3328697"/>
                <a:gd name="connsiteY4" fmla="*/ 736397 h 815865"/>
                <a:gd name="connsiteX5" fmla="*/ 51141 w 3328697"/>
                <a:gd name="connsiteY5" fmla="*/ 814296 h 815865"/>
                <a:gd name="connsiteX6" fmla="*/ 129039 w 3328697"/>
                <a:gd name="connsiteY6" fmla="*/ 764724 h 815865"/>
                <a:gd name="connsiteX7" fmla="*/ 267094 w 3328697"/>
                <a:gd name="connsiteY7" fmla="*/ 143289 h 815865"/>
                <a:gd name="connsiteX8" fmla="*/ 3249162 w 3328697"/>
                <a:gd name="connsiteY8" fmla="*/ 814220 h 815865"/>
                <a:gd name="connsiteX9" fmla="*/ 3263554 w 3328697"/>
                <a:gd name="connsiteY9" fmla="*/ 815819 h 815865"/>
                <a:gd name="connsiteX10" fmla="*/ 3328697 w 3328697"/>
                <a:gd name="connsiteY10" fmla="*/ 750447 h 815865"/>
                <a:gd name="connsiteX11" fmla="*/ 3277793 w 3328697"/>
                <a:gd name="connsiteY11" fmla="*/ 686902 h 81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28697" h="815865">
                  <a:moveTo>
                    <a:pt x="3277793" y="686902"/>
                  </a:moveTo>
                  <a:lnTo>
                    <a:pt x="231914" y="1579"/>
                  </a:lnTo>
                  <a:cubicBezTo>
                    <a:pt x="215009" y="-2200"/>
                    <a:pt x="197296" y="865"/>
                    <a:pt x="182647" y="10108"/>
                  </a:cubicBezTo>
                  <a:cubicBezTo>
                    <a:pt x="168017" y="19426"/>
                    <a:pt x="157671" y="34151"/>
                    <a:pt x="153863" y="51075"/>
                  </a:cubicBezTo>
                  <a:lnTo>
                    <a:pt x="1569" y="736397"/>
                  </a:lnTo>
                  <a:cubicBezTo>
                    <a:pt x="-6255" y="771596"/>
                    <a:pt x="15942" y="806472"/>
                    <a:pt x="51141" y="814296"/>
                  </a:cubicBezTo>
                  <a:cubicBezTo>
                    <a:pt x="86340" y="822120"/>
                    <a:pt x="121215" y="799923"/>
                    <a:pt x="129039" y="764724"/>
                  </a:cubicBezTo>
                  <a:lnTo>
                    <a:pt x="267094" y="143289"/>
                  </a:lnTo>
                  <a:lnTo>
                    <a:pt x="3249162" y="814220"/>
                  </a:lnTo>
                  <a:cubicBezTo>
                    <a:pt x="3253883" y="815314"/>
                    <a:pt x="3258709" y="815857"/>
                    <a:pt x="3263554" y="815819"/>
                  </a:cubicBezTo>
                  <a:cubicBezTo>
                    <a:pt x="3299590" y="815752"/>
                    <a:pt x="3328754" y="786483"/>
                    <a:pt x="3328697" y="750447"/>
                  </a:cubicBezTo>
                  <a:cubicBezTo>
                    <a:pt x="3328640" y="719978"/>
                    <a:pt x="3307509" y="693612"/>
                    <a:pt x="3277793" y="686902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BEFF930-78F5-5D4A-9CE8-9938E7505F14}"/>
                </a:ext>
              </a:extLst>
            </p:cNvPr>
            <p:cNvSpPr/>
            <p:nvPr/>
          </p:nvSpPr>
          <p:spPr>
            <a:xfrm>
              <a:off x="4805068" y="1225326"/>
              <a:ext cx="2111721" cy="892347"/>
            </a:xfrm>
            <a:custGeom>
              <a:avLst/>
              <a:gdLst>
                <a:gd name="connsiteX0" fmla="*/ 2071476 w 2111721"/>
                <a:gd name="connsiteY0" fmla="*/ 766523 h 892347"/>
                <a:gd name="connsiteX1" fmla="*/ 243949 w 2111721"/>
                <a:gd name="connsiteY1" fmla="*/ 5054 h 892347"/>
                <a:gd name="connsiteX2" fmla="*/ 160187 w 2111721"/>
                <a:gd name="connsiteY2" fmla="*/ 36198 h 892347"/>
                <a:gd name="connsiteX3" fmla="*/ 7893 w 2111721"/>
                <a:gd name="connsiteY3" fmla="*/ 340786 h 892347"/>
                <a:gd name="connsiteX4" fmla="*/ 34354 w 2111721"/>
                <a:gd name="connsiteY4" fmla="*/ 429535 h 892347"/>
                <a:gd name="connsiteX5" fmla="*/ 123104 w 2111721"/>
                <a:gd name="connsiteY5" fmla="*/ 403074 h 892347"/>
                <a:gd name="connsiteX6" fmla="*/ 125007 w 2111721"/>
                <a:gd name="connsiteY6" fmla="*/ 399257 h 892347"/>
                <a:gd name="connsiteX7" fmla="*/ 125007 w 2111721"/>
                <a:gd name="connsiteY7" fmla="*/ 399409 h 892347"/>
                <a:gd name="connsiteX8" fmla="*/ 249965 w 2111721"/>
                <a:gd name="connsiteY8" fmla="*/ 149343 h 892347"/>
                <a:gd name="connsiteX9" fmla="*/ 2021067 w 2111721"/>
                <a:gd name="connsiteY9" fmla="*/ 887283 h 892347"/>
                <a:gd name="connsiteX10" fmla="*/ 2106656 w 2111721"/>
                <a:gd name="connsiteY10" fmla="*/ 852103 h 892347"/>
                <a:gd name="connsiteX11" fmla="*/ 2071476 w 2111721"/>
                <a:gd name="connsiteY11" fmla="*/ 766523 h 89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721" h="892347">
                  <a:moveTo>
                    <a:pt x="2071476" y="766523"/>
                  </a:moveTo>
                  <a:lnTo>
                    <a:pt x="243949" y="5054"/>
                  </a:lnTo>
                  <a:cubicBezTo>
                    <a:pt x="212186" y="-8186"/>
                    <a:pt x="175588" y="5415"/>
                    <a:pt x="160187" y="36198"/>
                  </a:cubicBezTo>
                  <a:lnTo>
                    <a:pt x="7893" y="340786"/>
                  </a:lnTo>
                  <a:cubicBezTo>
                    <a:pt x="-9306" y="372596"/>
                    <a:pt x="2535" y="412335"/>
                    <a:pt x="34354" y="429535"/>
                  </a:cubicBezTo>
                  <a:cubicBezTo>
                    <a:pt x="66165" y="446735"/>
                    <a:pt x="105904" y="434894"/>
                    <a:pt x="123104" y="403074"/>
                  </a:cubicBezTo>
                  <a:cubicBezTo>
                    <a:pt x="123780" y="401827"/>
                    <a:pt x="124417" y="400552"/>
                    <a:pt x="125007" y="399257"/>
                  </a:cubicBezTo>
                  <a:lnTo>
                    <a:pt x="125007" y="399409"/>
                  </a:lnTo>
                  <a:lnTo>
                    <a:pt x="249965" y="149343"/>
                  </a:lnTo>
                  <a:lnTo>
                    <a:pt x="2021067" y="887283"/>
                  </a:lnTo>
                  <a:cubicBezTo>
                    <a:pt x="2054420" y="901199"/>
                    <a:pt x="2092741" y="885456"/>
                    <a:pt x="2106656" y="852103"/>
                  </a:cubicBezTo>
                  <a:cubicBezTo>
                    <a:pt x="2120572" y="818770"/>
                    <a:pt x="2104829" y="780449"/>
                    <a:pt x="2071476" y="766523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41AE991E-37F4-5245-9C9F-2B2C532A0259}"/>
                </a:ext>
              </a:extLst>
            </p:cNvPr>
            <p:cNvSpPr/>
            <p:nvPr/>
          </p:nvSpPr>
          <p:spPr>
            <a:xfrm>
              <a:off x="6253053" y="2977039"/>
              <a:ext cx="734894" cy="130515"/>
            </a:xfrm>
            <a:custGeom>
              <a:avLst/>
              <a:gdLst>
                <a:gd name="connsiteX0" fmla="*/ 669636 w 734894"/>
                <a:gd name="connsiteY0" fmla="*/ 0 h 130515"/>
                <a:gd name="connsiteX1" fmla="*/ 65258 w 734894"/>
                <a:gd name="connsiteY1" fmla="*/ 0 h 130515"/>
                <a:gd name="connsiteX2" fmla="*/ 0 w 734894"/>
                <a:gd name="connsiteY2" fmla="*/ 65258 h 130515"/>
                <a:gd name="connsiteX3" fmla="*/ 65258 w 734894"/>
                <a:gd name="connsiteY3" fmla="*/ 130516 h 130515"/>
                <a:gd name="connsiteX4" fmla="*/ 669636 w 734894"/>
                <a:gd name="connsiteY4" fmla="*/ 130516 h 130515"/>
                <a:gd name="connsiteX5" fmla="*/ 734895 w 734894"/>
                <a:gd name="connsiteY5" fmla="*/ 65258 h 130515"/>
                <a:gd name="connsiteX6" fmla="*/ 669636 w 734894"/>
                <a:gd name="connsiteY6" fmla="*/ 0 h 13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894" h="130515">
                  <a:moveTo>
                    <a:pt x="669636" y="0"/>
                  </a:moveTo>
                  <a:lnTo>
                    <a:pt x="65258" y="0"/>
                  </a:lnTo>
                  <a:cubicBezTo>
                    <a:pt x="29221" y="0"/>
                    <a:pt x="0" y="29221"/>
                    <a:pt x="0" y="65258"/>
                  </a:cubicBezTo>
                  <a:cubicBezTo>
                    <a:pt x="0" y="101294"/>
                    <a:pt x="29221" y="130516"/>
                    <a:pt x="65258" y="130516"/>
                  </a:cubicBezTo>
                  <a:lnTo>
                    <a:pt x="669636" y="130516"/>
                  </a:lnTo>
                  <a:cubicBezTo>
                    <a:pt x="705673" y="130516"/>
                    <a:pt x="734895" y="101294"/>
                    <a:pt x="734895" y="65258"/>
                  </a:cubicBezTo>
                  <a:cubicBezTo>
                    <a:pt x="734895" y="29221"/>
                    <a:pt x="705673" y="0"/>
                    <a:pt x="669636" y="0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0BB878C1-8120-EB46-A410-7A53FB7B2FB9}"/>
                </a:ext>
              </a:extLst>
            </p:cNvPr>
            <p:cNvSpPr/>
            <p:nvPr/>
          </p:nvSpPr>
          <p:spPr>
            <a:xfrm>
              <a:off x="5039041" y="2981379"/>
              <a:ext cx="1340186" cy="1340186"/>
            </a:xfrm>
            <a:custGeom>
              <a:avLst/>
              <a:gdLst>
                <a:gd name="connsiteX0" fmla="*/ 670093 w 1340186"/>
                <a:gd name="connsiteY0" fmla="*/ 0 h 1340186"/>
                <a:gd name="connsiteX1" fmla="*/ 0 w 1340186"/>
                <a:gd name="connsiteY1" fmla="*/ 670093 h 1340186"/>
                <a:gd name="connsiteX2" fmla="*/ 670093 w 1340186"/>
                <a:gd name="connsiteY2" fmla="*/ 1340187 h 1340186"/>
                <a:gd name="connsiteX3" fmla="*/ 1340187 w 1340186"/>
                <a:gd name="connsiteY3" fmla="*/ 670093 h 1340186"/>
                <a:gd name="connsiteX4" fmla="*/ 670093 w 1340186"/>
                <a:gd name="connsiteY4" fmla="*/ 0 h 1340186"/>
                <a:gd name="connsiteX5" fmla="*/ 670093 w 1340186"/>
                <a:gd name="connsiteY5" fmla="*/ 1218351 h 1340186"/>
                <a:gd name="connsiteX6" fmla="*/ 121835 w 1340186"/>
                <a:gd name="connsiteY6" fmla="*/ 670093 h 1340186"/>
                <a:gd name="connsiteX7" fmla="*/ 670093 w 1340186"/>
                <a:gd name="connsiteY7" fmla="*/ 121835 h 1340186"/>
                <a:gd name="connsiteX8" fmla="*/ 1218352 w 1340186"/>
                <a:gd name="connsiteY8" fmla="*/ 670093 h 1340186"/>
                <a:gd name="connsiteX9" fmla="*/ 670093 w 1340186"/>
                <a:gd name="connsiteY9" fmla="*/ 1218351 h 134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0186" h="1340186">
                  <a:moveTo>
                    <a:pt x="670093" y="0"/>
                  </a:moveTo>
                  <a:cubicBezTo>
                    <a:pt x="300010" y="0"/>
                    <a:pt x="0" y="300010"/>
                    <a:pt x="0" y="670093"/>
                  </a:cubicBezTo>
                  <a:cubicBezTo>
                    <a:pt x="381" y="1040015"/>
                    <a:pt x="300171" y="1339806"/>
                    <a:pt x="670093" y="1340187"/>
                  </a:cubicBezTo>
                  <a:cubicBezTo>
                    <a:pt x="1040177" y="1340187"/>
                    <a:pt x="1340187" y="1040177"/>
                    <a:pt x="1340187" y="670093"/>
                  </a:cubicBezTo>
                  <a:cubicBezTo>
                    <a:pt x="1340187" y="300010"/>
                    <a:pt x="1040177" y="0"/>
                    <a:pt x="670093" y="0"/>
                  </a:cubicBezTo>
                  <a:close/>
                  <a:moveTo>
                    <a:pt x="670093" y="1218351"/>
                  </a:moveTo>
                  <a:cubicBezTo>
                    <a:pt x="367295" y="1218351"/>
                    <a:pt x="121835" y="972892"/>
                    <a:pt x="121835" y="670093"/>
                  </a:cubicBezTo>
                  <a:cubicBezTo>
                    <a:pt x="122168" y="367438"/>
                    <a:pt x="367438" y="122168"/>
                    <a:pt x="670093" y="121835"/>
                  </a:cubicBezTo>
                  <a:cubicBezTo>
                    <a:pt x="972892" y="121835"/>
                    <a:pt x="1218352" y="367295"/>
                    <a:pt x="1218352" y="670093"/>
                  </a:cubicBezTo>
                  <a:cubicBezTo>
                    <a:pt x="1218352" y="972892"/>
                    <a:pt x="972892" y="1218351"/>
                    <a:pt x="670093" y="1218351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ED6310E-A719-534B-A888-C514DBE5E613}"/>
                </a:ext>
              </a:extLst>
            </p:cNvPr>
            <p:cNvSpPr/>
            <p:nvPr/>
          </p:nvSpPr>
          <p:spPr>
            <a:xfrm>
              <a:off x="6699045" y="3194591"/>
              <a:ext cx="1675233" cy="2436702"/>
            </a:xfrm>
            <a:custGeom>
              <a:avLst/>
              <a:gdLst>
                <a:gd name="connsiteX0" fmla="*/ 837617 w 1675233"/>
                <a:gd name="connsiteY0" fmla="*/ 0 h 2436702"/>
                <a:gd name="connsiteX1" fmla="*/ 0 w 1675233"/>
                <a:gd name="connsiteY1" fmla="*/ 304588 h 2436702"/>
                <a:gd name="connsiteX2" fmla="*/ 0 w 1675233"/>
                <a:gd name="connsiteY2" fmla="*/ 2132115 h 2436702"/>
                <a:gd name="connsiteX3" fmla="*/ 837617 w 1675233"/>
                <a:gd name="connsiteY3" fmla="*/ 2436703 h 2436702"/>
                <a:gd name="connsiteX4" fmla="*/ 1675233 w 1675233"/>
                <a:gd name="connsiteY4" fmla="*/ 2132115 h 2436702"/>
                <a:gd name="connsiteX5" fmla="*/ 1675233 w 1675233"/>
                <a:gd name="connsiteY5" fmla="*/ 304588 h 2436702"/>
                <a:gd name="connsiteX6" fmla="*/ 837617 w 1675233"/>
                <a:gd name="connsiteY6" fmla="*/ 0 h 2436702"/>
                <a:gd name="connsiteX7" fmla="*/ 1522940 w 1675233"/>
                <a:gd name="connsiteY7" fmla="*/ 2130973 h 2436702"/>
                <a:gd name="connsiteX8" fmla="*/ 837617 w 1675233"/>
                <a:gd name="connsiteY8" fmla="*/ 2284409 h 2436702"/>
                <a:gd name="connsiteX9" fmla="*/ 152294 w 1675233"/>
                <a:gd name="connsiteY9" fmla="*/ 2132115 h 2436702"/>
                <a:gd name="connsiteX10" fmla="*/ 152294 w 1675233"/>
                <a:gd name="connsiteY10" fmla="*/ 2012412 h 2436702"/>
                <a:gd name="connsiteX11" fmla="*/ 837617 w 1675233"/>
                <a:gd name="connsiteY11" fmla="*/ 2132115 h 2436702"/>
                <a:gd name="connsiteX12" fmla="*/ 1522940 w 1675233"/>
                <a:gd name="connsiteY12" fmla="*/ 2012336 h 2436702"/>
                <a:gd name="connsiteX13" fmla="*/ 1522940 w 1675233"/>
                <a:gd name="connsiteY13" fmla="*/ 2130973 h 2436702"/>
                <a:gd name="connsiteX14" fmla="*/ 1522940 w 1675233"/>
                <a:gd name="connsiteY14" fmla="*/ 1826385 h 2436702"/>
                <a:gd name="connsiteX15" fmla="*/ 837617 w 1675233"/>
                <a:gd name="connsiteY15" fmla="*/ 1979821 h 2436702"/>
                <a:gd name="connsiteX16" fmla="*/ 152294 w 1675233"/>
                <a:gd name="connsiteY16" fmla="*/ 1827527 h 2436702"/>
                <a:gd name="connsiteX17" fmla="*/ 152294 w 1675233"/>
                <a:gd name="connsiteY17" fmla="*/ 1707824 h 2436702"/>
                <a:gd name="connsiteX18" fmla="*/ 837617 w 1675233"/>
                <a:gd name="connsiteY18" fmla="*/ 1827527 h 2436702"/>
                <a:gd name="connsiteX19" fmla="*/ 1522940 w 1675233"/>
                <a:gd name="connsiteY19" fmla="*/ 1707748 h 2436702"/>
                <a:gd name="connsiteX20" fmla="*/ 1522940 w 1675233"/>
                <a:gd name="connsiteY20" fmla="*/ 1826385 h 2436702"/>
                <a:gd name="connsiteX21" fmla="*/ 1522940 w 1675233"/>
                <a:gd name="connsiteY21" fmla="*/ 1521797 h 2436702"/>
                <a:gd name="connsiteX22" fmla="*/ 837617 w 1675233"/>
                <a:gd name="connsiteY22" fmla="*/ 1675233 h 2436702"/>
                <a:gd name="connsiteX23" fmla="*/ 152294 w 1675233"/>
                <a:gd name="connsiteY23" fmla="*/ 1522939 h 2436702"/>
                <a:gd name="connsiteX24" fmla="*/ 152294 w 1675233"/>
                <a:gd name="connsiteY24" fmla="*/ 1403236 h 2436702"/>
                <a:gd name="connsiteX25" fmla="*/ 837617 w 1675233"/>
                <a:gd name="connsiteY25" fmla="*/ 1522939 h 2436702"/>
                <a:gd name="connsiteX26" fmla="*/ 1522940 w 1675233"/>
                <a:gd name="connsiteY26" fmla="*/ 1403160 h 2436702"/>
                <a:gd name="connsiteX27" fmla="*/ 1522940 w 1675233"/>
                <a:gd name="connsiteY27" fmla="*/ 1521797 h 2436702"/>
                <a:gd name="connsiteX28" fmla="*/ 1522940 w 1675233"/>
                <a:gd name="connsiteY28" fmla="*/ 1217209 h 2436702"/>
                <a:gd name="connsiteX29" fmla="*/ 837617 w 1675233"/>
                <a:gd name="connsiteY29" fmla="*/ 1370645 h 2436702"/>
                <a:gd name="connsiteX30" fmla="*/ 152294 w 1675233"/>
                <a:gd name="connsiteY30" fmla="*/ 1218351 h 2436702"/>
                <a:gd name="connsiteX31" fmla="*/ 152294 w 1675233"/>
                <a:gd name="connsiteY31" fmla="*/ 1098649 h 2436702"/>
                <a:gd name="connsiteX32" fmla="*/ 837617 w 1675233"/>
                <a:gd name="connsiteY32" fmla="*/ 1218351 h 2436702"/>
                <a:gd name="connsiteX33" fmla="*/ 1522940 w 1675233"/>
                <a:gd name="connsiteY33" fmla="*/ 1098572 h 2436702"/>
                <a:gd name="connsiteX34" fmla="*/ 1522940 w 1675233"/>
                <a:gd name="connsiteY34" fmla="*/ 1217209 h 2436702"/>
                <a:gd name="connsiteX35" fmla="*/ 1522940 w 1675233"/>
                <a:gd name="connsiteY35" fmla="*/ 912621 h 2436702"/>
                <a:gd name="connsiteX36" fmla="*/ 837617 w 1675233"/>
                <a:gd name="connsiteY36" fmla="*/ 1066058 h 2436702"/>
                <a:gd name="connsiteX37" fmla="*/ 152294 w 1675233"/>
                <a:gd name="connsiteY37" fmla="*/ 913764 h 2436702"/>
                <a:gd name="connsiteX38" fmla="*/ 152294 w 1675233"/>
                <a:gd name="connsiteY38" fmla="*/ 794061 h 2436702"/>
                <a:gd name="connsiteX39" fmla="*/ 837617 w 1675233"/>
                <a:gd name="connsiteY39" fmla="*/ 913764 h 2436702"/>
                <a:gd name="connsiteX40" fmla="*/ 1522940 w 1675233"/>
                <a:gd name="connsiteY40" fmla="*/ 793985 h 2436702"/>
                <a:gd name="connsiteX41" fmla="*/ 1522940 w 1675233"/>
                <a:gd name="connsiteY41" fmla="*/ 912621 h 2436702"/>
                <a:gd name="connsiteX42" fmla="*/ 1522940 w 1675233"/>
                <a:gd name="connsiteY42" fmla="*/ 608034 h 2436702"/>
                <a:gd name="connsiteX43" fmla="*/ 837617 w 1675233"/>
                <a:gd name="connsiteY43" fmla="*/ 761470 h 2436702"/>
                <a:gd name="connsiteX44" fmla="*/ 152294 w 1675233"/>
                <a:gd name="connsiteY44" fmla="*/ 609176 h 2436702"/>
                <a:gd name="connsiteX45" fmla="*/ 152294 w 1675233"/>
                <a:gd name="connsiteY45" fmla="*/ 489473 h 2436702"/>
                <a:gd name="connsiteX46" fmla="*/ 837617 w 1675233"/>
                <a:gd name="connsiteY46" fmla="*/ 609176 h 2436702"/>
                <a:gd name="connsiteX47" fmla="*/ 1522940 w 1675233"/>
                <a:gd name="connsiteY47" fmla="*/ 489397 h 2436702"/>
                <a:gd name="connsiteX48" fmla="*/ 1522940 w 1675233"/>
                <a:gd name="connsiteY48" fmla="*/ 608034 h 2436702"/>
                <a:gd name="connsiteX49" fmla="*/ 837617 w 1675233"/>
                <a:gd name="connsiteY49" fmla="*/ 456882 h 2436702"/>
                <a:gd name="connsiteX50" fmla="*/ 152294 w 1675233"/>
                <a:gd name="connsiteY50" fmla="*/ 305959 h 2436702"/>
                <a:gd name="connsiteX51" fmla="*/ 152294 w 1675233"/>
                <a:gd name="connsiteY51" fmla="*/ 305502 h 2436702"/>
                <a:gd name="connsiteX52" fmla="*/ 837617 w 1675233"/>
                <a:gd name="connsiteY52" fmla="*/ 152294 h 2436702"/>
                <a:gd name="connsiteX53" fmla="*/ 1522940 w 1675233"/>
                <a:gd name="connsiteY53" fmla="*/ 304588 h 2436702"/>
                <a:gd name="connsiteX54" fmla="*/ 837617 w 1675233"/>
                <a:gd name="connsiteY54" fmla="*/ 456882 h 243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75233" h="2436702">
                  <a:moveTo>
                    <a:pt x="837617" y="0"/>
                  </a:moveTo>
                  <a:cubicBezTo>
                    <a:pt x="434038" y="0"/>
                    <a:pt x="0" y="95336"/>
                    <a:pt x="0" y="304588"/>
                  </a:cubicBezTo>
                  <a:lnTo>
                    <a:pt x="0" y="2132115"/>
                  </a:lnTo>
                  <a:cubicBezTo>
                    <a:pt x="0" y="2341367"/>
                    <a:pt x="434038" y="2436703"/>
                    <a:pt x="837617" y="2436703"/>
                  </a:cubicBezTo>
                  <a:cubicBezTo>
                    <a:pt x="1241196" y="2436703"/>
                    <a:pt x="1675233" y="2341367"/>
                    <a:pt x="1675233" y="2132115"/>
                  </a:cubicBezTo>
                  <a:lnTo>
                    <a:pt x="1675233" y="304588"/>
                  </a:lnTo>
                  <a:cubicBezTo>
                    <a:pt x="1675233" y="95336"/>
                    <a:pt x="1241196" y="0"/>
                    <a:pt x="837617" y="0"/>
                  </a:cubicBezTo>
                  <a:close/>
                  <a:moveTo>
                    <a:pt x="1522940" y="2130973"/>
                  </a:moveTo>
                  <a:cubicBezTo>
                    <a:pt x="1511442" y="2173235"/>
                    <a:pt x="1283077" y="2284409"/>
                    <a:pt x="837617" y="2284409"/>
                  </a:cubicBezTo>
                  <a:cubicBezTo>
                    <a:pt x="392157" y="2284409"/>
                    <a:pt x="163792" y="2173235"/>
                    <a:pt x="152294" y="2132115"/>
                  </a:cubicBezTo>
                  <a:lnTo>
                    <a:pt x="152294" y="2012412"/>
                  </a:lnTo>
                  <a:cubicBezTo>
                    <a:pt x="314335" y="2094042"/>
                    <a:pt x="581991" y="2132115"/>
                    <a:pt x="837617" y="2132115"/>
                  </a:cubicBezTo>
                  <a:cubicBezTo>
                    <a:pt x="1093242" y="2132115"/>
                    <a:pt x="1360975" y="2093661"/>
                    <a:pt x="1522940" y="2012336"/>
                  </a:cubicBezTo>
                  <a:lnTo>
                    <a:pt x="1522940" y="2130973"/>
                  </a:lnTo>
                  <a:close/>
                  <a:moveTo>
                    <a:pt x="1522940" y="1826385"/>
                  </a:moveTo>
                  <a:cubicBezTo>
                    <a:pt x="1511442" y="1868647"/>
                    <a:pt x="1283077" y="1979821"/>
                    <a:pt x="837617" y="1979821"/>
                  </a:cubicBezTo>
                  <a:cubicBezTo>
                    <a:pt x="392157" y="1979821"/>
                    <a:pt x="163792" y="1868647"/>
                    <a:pt x="152294" y="1827527"/>
                  </a:cubicBezTo>
                  <a:lnTo>
                    <a:pt x="152294" y="1707824"/>
                  </a:lnTo>
                  <a:cubicBezTo>
                    <a:pt x="314335" y="1789454"/>
                    <a:pt x="581991" y="1827527"/>
                    <a:pt x="837617" y="1827527"/>
                  </a:cubicBezTo>
                  <a:cubicBezTo>
                    <a:pt x="1093242" y="1827527"/>
                    <a:pt x="1360975" y="1789073"/>
                    <a:pt x="1522940" y="1707748"/>
                  </a:cubicBezTo>
                  <a:lnTo>
                    <a:pt x="1522940" y="1826385"/>
                  </a:lnTo>
                  <a:close/>
                  <a:moveTo>
                    <a:pt x="1522940" y="1521797"/>
                  </a:moveTo>
                  <a:cubicBezTo>
                    <a:pt x="1511442" y="1564059"/>
                    <a:pt x="1283077" y="1675233"/>
                    <a:pt x="837617" y="1675233"/>
                  </a:cubicBezTo>
                  <a:cubicBezTo>
                    <a:pt x="392157" y="1675233"/>
                    <a:pt x="163792" y="1564059"/>
                    <a:pt x="152294" y="1522939"/>
                  </a:cubicBezTo>
                  <a:lnTo>
                    <a:pt x="152294" y="1403236"/>
                  </a:lnTo>
                  <a:cubicBezTo>
                    <a:pt x="314335" y="1484866"/>
                    <a:pt x="581991" y="1522939"/>
                    <a:pt x="837617" y="1522939"/>
                  </a:cubicBezTo>
                  <a:cubicBezTo>
                    <a:pt x="1093242" y="1522939"/>
                    <a:pt x="1360975" y="1484485"/>
                    <a:pt x="1522940" y="1403160"/>
                  </a:cubicBezTo>
                  <a:lnTo>
                    <a:pt x="1522940" y="1521797"/>
                  </a:lnTo>
                  <a:close/>
                  <a:moveTo>
                    <a:pt x="1522940" y="1217209"/>
                  </a:moveTo>
                  <a:cubicBezTo>
                    <a:pt x="1511442" y="1259471"/>
                    <a:pt x="1283077" y="1370645"/>
                    <a:pt x="837617" y="1370645"/>
                  </a:cubicBezTo>
                  <a:cubicBezTo>
                    <a:pt x="392157" y="1370645"/>
                    <a:pt x="163792" y="1259471"/>
                    <a:pt x="152294" y="1218351"/>
                  </a:cubicBezTo>
                  <a:lnTo>
                    <a:pt x="152294" y="1098649"/>
                  </a:lnTo>
                  <a:cubicBezTo>
                    <a:pt x="314335" y="1180278"/>
                    <a:pt x="581991" y="1218351"/>
                    <a:pt x="837617" y="1218351"/>
                  </a:cubicBezTo>
                  <a:cubicBezTo>
                    <a:pt x="1093242" y="1218351"/>
                    <a:pt x="1360975" y="1179897"/>
                    <a:pt x="1522940" y="1098572"/>
                  </a:cubicBezTo>
                  <a:lnTo>
                    <a:pt x="1522940" y="1217209"/>
                  </a:lnTo>
                  <a:close/>
                  <a:moveTo>
                    <a:pt x="1522940" y="912621"/>
                  </a:moveTo>
                  <a:cubicBezTo>
                    <a:pt x="1511442" y="954883"/>
                    <a:pt x="1283077" y="1066058"/>
                    <a:pt x="837617" y="1066058"/>
                  </a:cubicBezTo>
                  <a:cubicBezTo>
                    <a:pt x="392157" y="1066058"/>
                    <a:pt x="163792" y="954883"/>
                    <a:pt x="152294" y="913764"/>
                  </a:cubicBezTo>
                  <a:lnTo>
                    <a:pt x="152294" y="794061"/>
                  </a:lnTo>
                  <a:cubicBezTo>
                    <a:pt x="314335" y="875310"/>
                    <a:pt x="581991" y="913764"/>
                    <a:pt x="837617" y="913764"/>
                  </a:cubicBezTo>
                  <a:cubicBezTo>
                    <a:pt x="1093242" y="913764"/>
                    <a:pt x="1360975" y="875310"/>
                    <a:pt x="1522940" y="793985"/>
                  </a:cubicBezTo>
                  <a:lnTo>
                    <a:pt x="1522940" y="912621"/>
                  </a:lnTo>
                  <a:close/>
                  <a:moveTo>
                    <a:pt x="1522940" y="608034"/>
                  </a:moveTo>
                  <a:cubicBezTo>
                    <a:pt x="1511442" y="650295"/>
                    <a:pt x="1283077" y="761470"/>
                    <a:pt x="837617" y="761470"/>
                  </a:cubicBezTo>
                  <a:cubicBezTo>
                    <a:pt x="392157" y="761470"/>
                    <a:pt x="163792" y="650295"/>
                    <a:pt x="152294" y="609176"/>
                  </a:cubicBezTo>
                  <a:lnTo>
                    <a:pt x="152294" y="489473"/>
                  </a:lnTo>
                  <a:cubicBezTo>
                    <a:pt x="314335" y="570722"/>
                    <a:pt x="581991" y="609176"/>
                    <a:pt x="837617" y="609176"/>
                  </a:cubicBezTo>
                  <a:cubicBezTo>
                    <a:pt x="1093242" y="609176"/>
                    <a:pt x="1360975" y="570722"/>
                    <a:pt x="1522940" y="489397"/>
                  </a:cubicBezTo>
                  <a:lnTo>
                    <a:pt x="1522940" y="608034"/>
                  </a:lnTo>
                  <a:close/>
                  <a:moveTo>
                    <a:pt x="837617" y="456882"/>
                  </a:moveTo>
                  <a:cubicBezTo>
                    <a:pt x="392842" y="456882"/>
                    <a:pt x="164554" y="346012"/>
                    <a:pt x="152294" y="305959"/>
                  </a:cubicBezTo>
                  <a:lnTo>
                    <a:pt x="152294" y="305502"/>
                  </a:lnTo>
                  <a:cubicBezTo>
                    <a:pt x="164554" y="263088"/>
                    <a:pt x="392842" y="152294"/>
                    <a:pt x="837617" y="152294"/>
                  </a:cubicBezTo>
                  <a:cubicBezTo>
                    <a:pt x="1279269" y="152294"/>
                    <a:pt x="1507710" y="261489"/>
                    <a:pt x="1522940" y="304588"/>
                  </a:cubicBezTo>
                  <a:cubicBezTo>
                    <a:pt x="1507710" y="347687"/>
                    <a:pt x="1279269" y="456882"/>
                    <a:pt x="837617" y="456882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AD4B5C7D-9778-ED4A-8BA7-84E4C37133F5}"/>
                </a:ext>
              </a:extLst>
            </p:cNvPr>
            <p:cNvSpPr/>
            <p:nvPr/>
          </p:nvSpPr>
          <p:spPr>
            <a:xfrm>
              <a:off x="4120861" y="2977038"/>
              <a:ext cx="1044355" cy="1348791"/>
            </a:xfrm>
            <a:custGeom>
              <a:avLst/>
              <a:gdLst>
                <a:gd name="connsiteX0" fmla="*/ 979098 w 1044355"/>
                <a:gd name="connsiteY0" fmla="*/ 1218276 h 1348791"/>
                <a:gd name="connsiteX1" fmla="*/ 403503 w 1044355"/>
                <a:gd name="connsiteY1" fmla="*/ 1218276 h 1348791"/>
                <a:gd name="connsiteX2" fmla="*/ 130592 w 1044355"/>
                <a:gd name="connsiteY2" fmla="*/ 919779 h 1348791"/>
                <a:gd name="connsiteX3" fmla="*/ 130592 w 1044355"/>
                <a:gd name="connsiteY3" fmla="*/ 424824 h 1348791"/>
                <a:gd name="connsiteX4" fmla="*/ 431982 w 1044355"/>
                <a:gd name="connsiteY4" fmla="*/ 130516 h 1348791"/>
                <a:gd name="connsiteX5" fmla="*/ 979098 w 1044355"/>
                <a:gd name="connsiteY5" fmla="*/ 130516 h 1348791"/>
                <a:gd name="connsiteX6" fmla="*/ 1044356 w 1044355"/>
                <a:gd name="connsiteY6" fmla="*/ 65258 h 1348791"/>
                <a:gd name="connsiteX7" fmla="*/ 979098 w 1044355"/>
                <a:gd name="connsiteY7" fmla="*/ 0 h 1348791"/>
                <a:gd name="connsiteX8" fmla="*/ 405483 w 1044355"/>
                <a:gd name="connsiteY8" fmla="*/ 0 h 1348791"/>
                <a:gd name="connsiteX9" fmla="*/ 359795 w 1044355"/>
                <a:gd name="connsiteY9" fmla="*/ 18504 h 1348791"/>
                <a:gd name="connsiteX10" fmla="*/ 19646 w 1044355"/>
                <a:gd name="connsiteY10" fmla="*/ 350276 h 1348791"/>
                <a:gd name="connsiteX11" fmla="*/ 0 w 1044355"/>
                <a:gd name="connsiteY11" fmla="*/ 403579 h 1348791"/>
                <a:gd name="connsiteX12" fmla="*/ 0 w 1044355"/>
                <a:gd name="connsiteY12" fmla="*/ 945136 h 1348791"/>
                <a:gd name="connsiteX13" fmla="*/ 17057 w 1044355"/>
                <a:gd name="connsiteY13" fmla="*/ 989149 h 1348791"/>
                <a:gd name="connsiteX14" fmla="*/ 326442 w 1044355"/>
                <a:gd name="connsiteY14" fmla="*/ 1327547 h 1348791"/>
                <a:gd name="connsiteX15" fmla="*/ 374643 w 1044355"/>
                <a:gd name="connsiteY15" fmla="*/ 1348792 h 1348791"/>
                <a:gd name="connsiteX16" fmla="*/ 979098 w 1044355"/>
                <a:gd name="connsiteY16" fmla="*/ 1348792 h 1348791"/>
                <a:gd name="connsiteX17" fmla="*/ 1044356 w 1044355"/>
                <a:gd name="connsiteY17" fmla="*/ 1283534 h 1348791"/>
                <a:gd name="connsiteX18" fmla="*/ 979098 w 1044355"/>
                <a:gd name="connsiteY18" fmla="*/ 1218276 h 134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4355" h="1348791">
                  <a:moveTo>
                    <a:pt x="979098" y="1218276"/>
                  </a:moveTo>
                  <a:lnTo>
                    <a:pt x="403503" y="1218276"/>
                  </a:lnTo>
                  <a:lnTo>
                    <a:pt x="130592" y="919779"/>
                  </a:lnTo>
                  <a:lnTo>
                    <a:pt x="130592" y="424824"/>
                  </a:lnTo>
                  <a:lnTo>
                    <a:pt x="431982" y="130516"/>
                  </a:lnTo>
                  <a:lnTo>
                    <a:pt x="979098" y="130516"/>
                  </a:lnTo>
                  <a:cubicBezTo>
                    <a:pt x="1015134" y="130516"/>
                    <a:pt x="1044356" y="101295"/>
                    <a:pt x="1044356" y="65258"/>
                  </a:cubicBezTo>
                  <a:cubicBezTo>
                    <a:pt x="1044356" y="29222"/>
                    <a:pt x="1015134" y="0"/>
                    <a:pt x="979098" y="0"/>
                  </a:cubicBezTo>
                  <a:lnTo>
                    <a:pt x="405483" y="0"/>
                  </a:lnTo>
                  <a:cubicBezTo>
                    <a:pt x="388426" y="-38"/>
                    <a:pt x="372026" y="6606"/>
                    <a:pt x="359795" y="18504"/>
                  </a:cubicBezTo>
                  <a:lnTo>
                    <a:pt x="19646" y="350276"/>
                  </a:lnTo>
                  <a:cubicBezTo>
                    <a:pt x="6939" y="365125"/>
                    <a:pt x="-28" y="384038"/>
                    <a:pt x="0" y="403579"/>
                  </a:cubicBezTo>
                  <a:lnTo>
                    <a:pt x="0" y="945136"/>
                  </a:lnTo>
                  <a:cubicBezTo>
                    <a:pt x="0" y="961422"/>
                    <a:pt x="6082" y="977118"/>
                    <a:pt x="17057" y="989149"/>
                  </a:cubicBezTo>
                  <a:lnTo>
                    <a:pt x="326442" y="1327547"/>
                  </a:lnTo>
                  <a:cubicBezTo>
                    <a:pt x="338807" y="1341082"/>
                    <a:pt x="356301" y="1348801"/>
                    <a:pt x="374643" y="1348792"/>
                  </a:cubicBezTo>
                  <a:lnTo>
                    <a:pt x="979098" y="1348792"/>
                  </a:lnTo>
                  <a:cubicBezTo>
                    <a:pt x="1015134" y="1348792"/>
                    <a:pt x="1044356" y="1319570"/>
                    <a:pt x="1044356" y="1283534"/>
                  </a:cubicBezTo>
                  <a:cubicBezTo>
                    <a:pt x="1044356" y="1247497"/>
                    <a:pt x="1015144" y="1218276"/>
                    <a:pt x="979098" y="1218276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886B497-497B-0C49-84AC-5EC4743C3683}"/>
                </a:ext>
              </a:extLst>
            </p:cNvPr>
            <p:cNvSpPr/>
            <p:nvPr/>
          </p:nvSpPr>
          <p:spPr>
            <a:xfrm>
              <a:off x="5480694" y="3308811"/>
              <a:ext cx="456881" cy="685322"/>
            </a:xfrm>
            <a:custGeom>
              <a:avLst/>
              <a:gdLst>
                <a:gd name="connsiteX0" fmla="*/ 266514 w 456881"/>
                <a:gd name="connsiteY0" fmla="*/ 266514 h 685322"/>
                <a:gd name="connsiteX1" fmla="*/ 190367 w 456881"/>
                <a:gd name="connsiteY1" fmla="*/ 266514 h 685322"/>
                <a:gd name="connsiteX2" fmla="*/ 152294 w 456881"/>
                <a:gd name="connsiteY2" fmla="*/ 247478 h 685322"/>
                <a:gd name="connsiteX3" fmla="*/ 190367 w 456881"/>
                <a:gd name="connsiteY3" fmla="*/ 228441 h 685322"/>
                <a:gd name="connsiteX4" fmla="*/ 380735 w 456881"/>
                <a:gd name="connsiteY4" fmla="*/ 228441 h 685322"/>
                <a:gd name="connsiteX5" fmla="*/ 456882 w 456881"/>
                <a:gd name="connsiteY5" fmla="*/ 152294 h 685322"/>
                <a:gd name="connsiteX6" fmla="*/ 380735 w 456881"/>
                <a:gd name="connsiteY6" fmla="*/ 76147 h 685322"/>
                <a:gd name="connsiteX7" fmla="*/ 304588 w 456881"/>
                <a:gd name="connsiteY7" fmla="*/ 76147 h 685322"/>
                <a:gd name="connsiteX8" fmla="*/ 228441 w 456881"/>
                <a:gd name="connsiteY8" fmla="*/ 0 h 685322"/>
                <a:gd name="connsiteX9" fmla="*/ 152294 w 456881"/>
                <a:gd name="connsiteY9" fmla="*/ 76147 h 685322"/>
                <a:gd name="connsiteX10" fmla="*/ 152294 w 456881"/>
                <a:gd name="connsiteY10" fmla="*/ 79574 h 685322"/>
                <a:gd name="connsiteX11" fmla="*/ 0 w 456881"/>
                <a:gd name="connsiteY11" fmla="*/ 247097 h 685322"/>
                <a:gd name="connsiteX12" fmla="*/ 190367 w 456881"/>
                <a:gd name="connsiteY12" fmla="*/ 418808 h 685322"/>
                <a:gd name="connsiteX13" fmla="*/ 266514 w 456881"/>
                <a:gd name="connsiteY13" fmla="*/ 418808 h 685322"/>
                <a:gd name="connsiteX14" fmla="*/ 304588 w 456881"/>
                <a:gd name="connsiteY14" fmla="*/ 437845 h 685322"/>
                <a:gd name="connsiteX15" fmla="*/ 266514 w 456881"/>
                <a:gd name="connsiteY15" fmla="*/ 456882 h 685322"/>
                <a:gd name="connsiteX16" fmla="*/ 76147 w 456881"/>
                <a:gd name="connsiteY16" fmla="*/ 456882 h 685322"/>
                <a:gd name="connsiteX17" fmla="*/ 0 w 456881"/>
                <a:gd name="connsiteY17" fmla="*/ 533029 h 685322"/>
                <a:gd name="connsiteX18" fmla="*/ 76147 w 456881"/>
                <a:gd name="connsiteY18" fmla="*/ 609176 h 685322"/>
                <a:gd name="connsiteX19" fmla="*/ 152294 w 456881"/>
                <a:gd name="connsiteY19" fmla="*/ 609176 h 685322"/>
                <a:gd name="connsiteX20" fmla="*/ 228441 w 456881"/>
                <a:gd name="connsiteY20" fmla="*/ 685323 h 685322"/>
                <a:gd name="connsiteX21" fmla="*/ 304588 w 456881"/>
                <a:gd name="connsiteY21" fmla="*/ 609176 h 685322"/>
                <a:gd name="connsiteX22" fmla="*/ 304588 w 456881"/>
                <a:gd name="connsiteY22" fmla="*/ 605749 h 685322"/>
                <a:gd name="connsiteX23" fmla="*/ 456882 w 456881"/>
                <a:gd name="connsiteY23" fmla="*/ 438226 h 685322"/>
                <a:gd name="connsiteX24" fmla="*/ 266514 w 456881"/>
                <a:gd name="connsiteY24" fmla="*/ 266514 h 68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56881" h="685322">
                  <a:moveTo>
                    <a:pt x="266514" y="266514"/>
                  </a:moveTo>
                  <a:lnTo>
                    <a:pt x="190367" y="266514"/>
                  </a:lnTo>
                  <a:cubicBezTo>
                    <a:pt x="166686" y="266514"/>
                    <a:pt x="152294" y="253265"/>
                    <a:pt x="152294" y="247478"/>
                  </a:cubicBezTo>
                  <a:cubicBezTo>
                    <a:pt x="152294" y="241690"/>
                    <a:pt x="166686" y="228441"/>
                    <a:pt x="190367" y="228441"/>
                  </a:cubicBezTo>
                  <a:lnTo>
                    <a:pt x="380735" y="228441"/>
                  </a:lnTo>
                  <a:cubicBezTo>
                    <a:pt x="422787" y="228441"/>
                    <a:pt x="456882" y="194346"/>
                    <a:pt x="456882" y="152294"/>
                  </a:cubicBezTo>
                  <a:cubicBezTo>
                    <a:pt x="456882" y="110242"/>
                    <a:pt x="422787" y="76147"/>
                    <a:pt x="380735" y="76147"/>
                  </a:cubicBezTo>
                  <a:lnTo>
                    <a:pt x="304588" y="76147"/>
                  </a:lnTo>
                  <a:cubicBezTo>
                    <a:pt x="304588" y="34095"/>
                    <a:pt x="270493" y="0"/>
                    <a:pt x="228441" y="0"/>
                  </a:cubicBezTo>
                  <a:cubicBezTo>
                    <a:pt x="186389" y="0"/>
                    <a:pt x="152294" y="34095"/>
                    <a:pt x="152294" y="76147"/>
                  </a:cubicBezTo>
                  <a:lnTo>
                    <a:pt x="152294" y="79574"/>
                  </a:lnTo>
                  <a:cubicBezTo>
                    <a:pt x="67837" y="91500"/>
                    <a:pt x="3855" y="161888"/>
                    <a:pt x="0" y="247097"/>
                  </a:cubicBezTo>
                  <a:cubicBezTo>
                    <a:pt x="5454" y="346935"/>
                    <a:pt x="90491" y="423644"/>
                    <a:pt x="190367" y="418808"/>
                  </a:cubicBezTo>
                  <a:lnTo>
                    <a:pt x="266514" y="418808"/>
                  </a:lnTo>
                  <a:cubicBezTo>
                    <a:pt x="290196" y="418808"/>
                    <a:pt x="304588" y="432058"/>
                    <a:pt x="304588" y="437845"/>
                  </a:cubicBezTo>
                  <a:cubicBezTo>
                    <a:pt x="304588" y="443632"/>
                    <a:pt x="290196" y="456882"/>
                    <a:pt x="266514" y="456882"/>
                  </a:cubicBezTo>
                  <a:lnTo>
                    <a:pt x="76147" y="456882"/>
                  </a:lnTo>
                  <a:cubicBezTo>
                    <a:pt x="34095" y="456882"/>
                    <a:pt x="0" y="490977"/>
                    <a:pt x="0" y="533029"/>
                  </a:cubicBezTo>
                  <a:cubicBezTo>
                    <a:pt x="0" y="575081"/>
                    <a:pt x="34095" y="609176"/>
                    <a:pt x="76147" y="609176"/>
                  </a:cubicBezTo>
                  <a:lnTo>
                    <a:pt x="152294" y="609176"/>
                  </a:lnTo>
                  <a:cubicBezTo>
                    <a:pt x="152294" y="651228"/>
                    <a:pt x="186389" y="685323"/>
                    <a:pt x="228441" y="685323"/>
                  </a:cubicBezTo>
                  <a:cubicBezTo>
                    <a:pt x="270493" y="685323"/>
                    <a:pt x="304588" y="651228"/>
                    <a:pt x="304588" y="609176"/>
                  </a:cubicBezTo>
                  <a:lnTo>
                    <a:pt x="304588" y="605749"/>
                  </a:lnTo>
                  <a:cubicBezTo>
                    <a:pt x="389044" y="593823"/>
                    <a:pt x="453027" y="523434"/>
                    <a:pt x="456882" y="438226"/>
                  </a:cubicBezTo>
                  <a:cubicBezTo>
                    <a:pt x="451428" y="338388"/>
                    <a:pt x="366391" y="261679"/>
                    <a:pt x="266514" y="266514"/>
                  </a:cubicBezTo>
                  <a:close/>
                </a:path>
              </a:pathLst>
            </a:custGeom>
            <a:grpFill/>
            <a:ln w="95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aphic 25">
            <a:extLst>
              <a:ext uri="{FF2B5EF4-FFF2-40B4-BE49-F238E27FC236}">
                <a16:creationId xmlns:a16="http://schemas.microsoft.com/office/drawing/2014/main" id="{448754D6-9EB9-3549-A8EC-3C24200246FF}"/>
              </a:ext>
            </a:extLst>
          </p:cNvPr>
          <p:cNvGrpSpPr>
            <a:grpSpLocks noChangeAspect="1"/>
          </p:cNvGrpSpPr>
          <p:nvPr/>
        </p:nvGrpSpPr>
        <p:grpSpPr>
          <a:xfrm>
            <a:off x="5848740" y="5158832"/>
            <a:ext cx="495568" cy="495568"/>
            <a:chOff x="3810000" y="1143000"/>
            <a:chExt cx="4572000" cy="4572000"/>
          </a:xfrm>
          <a:solidFill>
            <a:schemeClr val="tx2"/>
          </a:solidFill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C26B2EF-E42A-DC40-8797-95F39CC87318}"/>
                </a:ext>
              </a:extLst>
            </p:cNvPr>
            <p:cNvSpPr/>
            <p:nvPr/>
          </p:nvSpPr>
          <p:spPr>
            <a:xfrm>
              <a:off x="4116533" y="1448809"/>
              <a:ext cx="3200400" cy="3200399"/>
            </a:xfrm>
            <a:custGeom>
              <a:avLst/>
              <a:gdLst>
                <a:gd name="connsiteX0" fmla="*/ 1600200 w 3200400"/>
                <a:gd name="connsiteY0" fmla="*/ 0 h 3200399"/>
                <a:gd name="connsiteX1" fmla="*/ 0 w 3200400"/>
                <a:gd name="connsiteY1" fmla="*/ 1600200 h 3200399"/>
                <a:gd name="connsiteX2" fmla="*/ 1600200 w 3200400"/>
                <a:gd name="connsiteY2" fmla="*/ 3200400 h 3200399"/>
                <a:gd name="connsiteX3" fmla="*/ 3200400 w 3200400"/>
                <a:gd name="connsiteY3" fmla="*/ 1600200 h 3200399"/>
                <a:gd name="connsiteX4" fmla="*/ 1600200 w 3200400"/>
                <a:gd name="connsiteY4" fmla="*/ 0 h 3200399"/>
                <a:gd name="connsiteX5" fmla="*/ 1600200 w 3200400"/>
                <a:gd name="connsiteY5" fmla="*/ 152400 h 3200399"/>
                <a:gd name="connsiteX6" fmla="*/ 2782519 w 3200400"/>
                <a:gd name="connsiteY6" fmla="*/ 767334 h 3200399"/>
                <a:gd name="connsiteX7" fmla="*/ 2592019 w 3200400"/>
                <a:gd name="connsiteY7" fmla="*/ 957834 h 3200399"/>
                <a:gd name="connsiteX8" fmla="*/ 2438400 w 3200400"/>
                <a:gd name="connsiteY8" fmla="*/ 914400 h 3200399"/>
                <a:gd name="connsiteX9" fmla="*/ 2133600 w 3200400"/>
                <a:gd name="connsiteY9" fmla="*/ 1219200 h 3200399"/>
                <a:gd name="connsiteX10" fmla="*/ 2176805 w 3200400"/>
                <a:gd name="connsiteY10" fmla="*/ 1373048 h 3200399"/>
                <a:gd name="connsiteX11" fmla="*/ 1677848 w 3200400"/>
                <a:gd name="connsiteY11" fmla="*/ 1872005 h 3200399"/>
                <a:gd name="connsiteX12" fmla="*/ 1370152 w 3200400"/>
                <a:gd name="connsiteY12" fmla="*/ 1872005 h 3200399"/>
                <a:gd name="connsiteX13" fmla="*/ 1023595 w 3200400"/>
                <a:gd name="connsiteY13" fmla="*/ 1525448 h 3200399"/>
                <a:gd name="connsiteX14" fmla="*/ 1066800 w 3200400"/>
                <a:gd name="connsiteY14" fmla="*/ 1371600 h 3200399"/>
                <a:gd name="connsiteX15" fmla="*/ 762991 w 3200400"/>
                <a:gd name="connsiteY15" fmla="*/ 1067029 h 3200399"/>
                <a:gd name="connsiteX16" fmla="*/ 468020 w 3200400"/>
                <a:gd name="connsiteY16" fmla="*/ 1295400 h 3200399"/>
                <a:gd name="connsiteX17" fmla="*/ 185318 w 3200400"/>
                <a:gd name="connsiteY17" fmla="*/ 1295400 h 3200399"/>
                <a:gd name="connsiteX18" fmla="*/ 1600200 w 3200400"/>
                <a:gd name="connsiteY18" fmla="*/ 152400 h 3200399"/>
                <a:gd name="connsiteX19" fmla="*/ 2590800 w 3200400"/>
                <a:gd name="connsiteY19" fmla="*/ 1219200 h 3200399"/>
                <a:gd name="connsiteX20" fmla="*/ 2438400 w 3200400"/>
                <a:gd name="connsiteY20" fmla="*/ 1371600 h 3200399"/>
                <a:gd name="connsiteX21" fmla="*/ 2286000 w 3200400"/>
                <a:gd name="connsiteY21" fmla="*/ 1219200 h 3200399"/>
                <a:gd name="connsiteX22" fmla="*/ 2438400 w 3200400"/>
                <a:gd name="connsiteY22" fmla="*/ 1066800 h 3200399"/>
                <a:gd name="connsiteX23" fmla="*/ 2590800 w 3200400"/>
                <a:gd name="connsiteY23" fmla="*/ 1219200 h 3200399"/>
                <a:gd name="connsiteX24" fmla="*/ 1676400 w 3200400"/>
                <a:gd name="connsiteY24" fmla="*/ 2133600 h 3200399"/>
                <a:gd name="connsiteX25" fmla="*/ 1524000 w 3200400"/>
                <a:gd name="connsiteY25" fmla="*/ 2286000 h 3200399"/>
                <a:gd name="connsiteX26" fmla="*/ 1371600 w 3200400"/>
                <a:gd name="connsiteY26" fmla="*/ 2133600 h 3200399"/>
                <a:gd name="connsiteX27" fmla="*/ 1524000 w 3200400"/>
                <a:gd name="connsiteY27" fmla="*/ 1981200 h 3200399"/>
                <a:gd name="connsiteX28" fmla="*/ 1676400 w 3200400"/>
                <a:gd name="connsiteY28" fmla="*/ 2133600 h 3200399"/>
                <a:gd name="connsiteX29" fmla="*/ 914400 w 3200400"/>
                <a:gd name="connsiteY29" fmla="*/ 1371600 h 3200399"/>
                <a:gd name="connsiteX30" fmla="*/ 762000 w 3200400"/>
                <a:gd name="connsiteY30" fmla="*/ 1524000 h 3200399"/>
                <a:gd name="connsiteX31" fmla="*/ 609600 w 3200400"/>
                <a:gd name="connsiteY31" fmla="*/ 1371600 h 3200399"/>
                <a:gd name="connsiteX32" fmla="*/ 762000 w 3200400"/>
                <a:gd name="connsiteY32" fmla="*/ 1219200 h 3200399"/>
                <a:gd name="connsiteX33" fmla="*/ 914400 w 3200400"/>
                <a:gd name="connsiteY33" fmla="*/ 1371600 h 3200399"/>
                <a:gd name="connsiteX34" fmla="*/ 2303660 w 3200400"/>
                <a:gd name="connsiteY34" fmla="*/ 2866130 h 3200399"/>
                <a:gd name="connsiteX35" fmla="*/ 1600200 w 3200400"/>
                <a:gd name="connsiteY35" fmla="*/ 3047991 h 3200399"/>
                <a:gd name="connsiteX36" fmla="*/ 152400 w 3200400"/>
                <a:gd name="connsiteY36" fmla="*/ 1602172 h 3200399"/>
                <a:gd name="connsiteX37" fmla="*/ 160553 w 3200400"/>
                <a:gd name="connsiteY37" fmla="*/ 1447791 h 3200399"/>
                <a:gd name="connsiteX38" fmla="*/ 468020 w 3200400"/>
                <a:gd name="connsiteY38" fmla="*/ 1447791 h 3200399"/>
                <a:gd name="connsiteX39" fmla="*/ 762000 w 3200400"/>
                <a:gd name="connsiteY39" fmla="*/ 1676391 h 3200399"/>
                <a:gd name="connsiteX40" fmla="*/ 915848 w 3200400"/>
                <a:gd name="connsiteY40" fmla="*/ 1633185 h 3200399"/>
                <a:gd name="connsiteX41" fmla="*/ 1262405 w 3200400"/>
                <a:gd name="connsiteY41" fmla="*/ 1979743 h 3200399"/>
                <a:gd name="connsiteX42" fmla="*/ 1219200 w 3200400"/>
                <a:gd name="connsiteY42" fmla="*/ 2133591 h 3200399"/>
                <a:gd name="connsiteX43" fmla="*/ 1524000 w 3200400"/>
                <a:gd name="connsiteY43" fmla="*/ 2438391 h 3200399"/>
                <a:gd name="connsiteX44" fmla="*/ 1828800 w 3200400"/>
                <a:gd name="connsiteY44" fmla="*/ 2133591 h 3200399"/>
                <a:gd name="connsiteX45" fmla="*/ 1785595 w 3200400"/>
                <a:gd name="connsiteY45" fmla="*/ 1979743 h 3200399"/>
                <a:gd name="connsiteX46" fmla="*/ 2284552 w 3200400"/>
                <a:gd name="connsiteY46" fmla="*/ 1480785 h 3200399"/>
                <a:gd name="connsiteX47" fmla="*/ 2438400 w 3200400"/>
                <a:gd name="connsiteY47" fmla="*/ 1523991 h 3200399"/>
                <a:gd name="connsiteX48" fmla="*/ 2743200 w 3200400"/>
                <a:gd name="connsiteY48" fmla="*/ 1219191 h 3200399"/>
                <a:gd name="connsiteX49" fmla="*/ 2699995 w 3200400"/>
                <a:gd name="connsiteY49" fmla="*/ 1065343 h 3200399"/>
                <a:gd name="connsiteX50" fmla="*/ 2866111 w 3200400"/>
                <a:gd name="connsiteY50" fmla="*/ 899303 h 3200399"/>
                <a:gd name="connsiteX51" fmla="*/ 2303660 w 3200400"/>
                <a:gd name="connsiteY51" fmla="*/ 2866130 h 320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200400" h="3200399">
                  <a:moveTo>
                    <a:pt x="1600200" y="0"/>
                  </a:moveTo>
                  <a:cubicBezTo>
                    <a:pt x="716432" y="0"/>
                    <a:pt x="0" y="716432"/>
                    <a:pt x="0" y="1600200"/>
                  </a:cubicBezTo>
                  <a:cubicBezTo>
                    <a:pt x="0" y="2483968"/>
                    <a:pt x="716432" y="3200400"/>
                    <a:pt x="1600200" y="3200400"/>
                  </a:cubicBezTo>
                  <a:cubicBezTo>
                    <a:pt x="2483968" y="3200400"/>
                    <a:pt x="3200400" y="2483968"/>
                    <a:pt x="3200400" y="1600200"/>
                  </a:cubicBezTo>
                  <a:cubicBezTo>
                    <a:pt x="3199438" y="716832"/>
                    <a:pt x="2483568" y="962"/>
                    <a:pt x="1600200" y="0"/>
                  </a:cubicBezTo>
                  <a:close/>
                  <a:moveTo>
                    <a:pt x="1600200" y="152400"/>
                  </a:moveTo>
                  <a:cubicBezTo>
                    <a:pt x="2070888" y="152771"/>
                    <a:pt x="2511962" y="382172"/>
                    <a:pt x="2782519" y="767334"/>
                  </a:cubicBezTo>
                  <a:lnTo>
                    <a:pt x="2592019" y="957834"/>
                  </a:lnTo>
                  <a:cubicBezTo>
                    <a:pt x="2545661" y="929783"/>
                    <a:pt x="2492588" y="914772"/>
                    <a:pt x="2438400" y="914400"/>
                  </a:cubicBezTo>
                  <a:cubicBezTo>
                    <a:pt x="2270065" y="914400"/>
                    <a:pt x="2133600" y="1050865"/>
                    <a:pt x="2133600" y="1219200"/>
                  </a:cubicBezTo>
                  <a:cubicBezTo>
                    <a:pt x="2133867" y="1273445"/>
                    <a:pt x="2148793" y="1326604"/>
                    <a:pt x="2176805" y="1373048"/>
                  </a:cubicBezTo>
                  <a:lnTo>
                    <a:pt x="1677848" y="1872005"/>
                  </a:lnTo>
                  <a:cubicBezTo>
                    <a:pt x="1583369" y="1814398"/>
                    <a:pt x="1464631" y="1814398"/>
                    <a:pt x="1370152" y="1872005"/>
                  </a:cubicBezTo>
                  <a:lnTo>
                    <a:pt x="1023595" y="1525448"/>
                  </a:lnTo>
                  <a:cubicBezTo>
                    <a:pt x="1051608" y="1479004"/>
                    <a:pt x="1066533" y="1425845"/>
                    <a:pt x="1066800" y="1371600"/>
                  </a:cubicBezTo>
                  <a:cubicBezTo>
                    <a:pt x="1067010" y="1203598"/>
                    <a:pt x="930993" y="1067238"/>
                    <a:pt x="762991" y="1067029"/>
                  </a:cubicBezTo>
                  <a:cubicBezTo>
                    <a:pt x="624049" y="1066857"/>
                    <a:pt x="502653" y="1160840"/>
                    <a:pt x="468020" y="1295400"/>
                  </a:cubicBezTo>
                  <a:lnTo>
                    <a:pt x="185318" y="1295400"/>
                  </a:lnTo>
                  <a:cubicBezTo>
                    <a:pt x="329594" y="629155"/>
                    <a:pt x="918515" y="153400"/>
                    <a:pt x="1600200" y="152400"/>
                  </a:cubicBezTo>
                  <a:close/>
                  <a:moveTo>
                    <a:pt x="2590800" y="1219200"/>
                  </a:moveTo>
                  <a:cubicBezTo>
                    <a:pt x="2590800" y="1303372"/>
                    <a:pt x="2522573" y="1371600"/>
                    <a:pt x="2438400" y="1371600"/>
                  </a:cubicBezTo>
                  <a:cubicBezTo>
                    <a:pt x="2354228" y="1371600"/>
                    <a:pt x="2286000" y="1303372"/>
                    <a:pt x="2286000" y="1219200"/>
                  </a:cubicBezTo>
                  <a:cubicBezTo>
                    <a:pt x="2286000" y="1135028"/>
                    <a:pt x="2354228" y="1066800"/>
                    <a:pt x="2438400" y="1066800"/>
                  </a:cubicBezTo>
                  <a:cubicBezTo>
                    <a:pt x="2522573" y="1066800"/>
                    <a:pt x="2590800" y="1135028"/>
                    <a:pt x="2590800" y="1219200"/>
                  </a:cubicBezTo>
                  <a:close/>
                  <a:moveTo>
                    <a:pt x="1676400" y="2133600"/>
                  </a:moveTo>
                  <a:cubicBezTo>
                    <a:pt x="1676400" y="2217772"/>
                    <a:pt x="1608172" y="2286000"/>
                    <a:pt x="1524000" y="2286000"/>
                  </a:cubicBezTo>
                  <a:cubicBezTo>
                    <a:pt x="1439828" y="2286000"/>
                    <a:pt x="1371600" y="2217772"/>
                    <a:pt x="1371600" y="2133600"/>
                  </a:cubicBezTo>
                  <a:cubicBezTo>
                    <a:pt x="1371600" y="2049428"/>
                    <a:pt x="1439828" y="1981200"/>
                    <a:pt x="1524000" y="1981200"/>
                  </a:cubicBezTo>
                  <a:cubicBezTo>
                    <a:pt x="1608172" y="1981200"/>
                    <a:pt x="1676400" y="2049428"/>
                    <a:pt x="1676400" y="2133600"/>
                  </a:cubicBezTo>
                  <a:close/>
                  <a:moveTo>
                    <a:pt x="914400" y="1371600"/>
                  </a:moveTo>
                  <a:cubicBezTo>
                    <a:pt x="914400" y="1455772"/>
                    <a:pt x="846172" y="1524000"/>
                    <a:pt x="762000" y="1524000"/>
                  </a:cubicBezTo>
                  <a:cubicBezTo>
                    <a:pt x="677828" y="1524000"/>
                    <a:pt x="609600" y="1455772"/>
                    <a:pt x="609600" y="1371600"/>
                  </a:cubicBezTo>
                  <a:cubicBezTo>
                    <a:pt x="609600" y="1287428"/>
                    <a:pt x="677828" y="1219200"/>
                    <a:pt x="762000" y="1219200"/>
                  </a:cubicBezTo>
                  <a:cubicBezTo>
                    <a:pt x="846172" y="1219200"/>
                    <a:pt x="914400" y="1287428"/>
                    <a:pt x="914400" y="1371600"/>
                  </a:cubicBezTo>
                  <a:close/>
                  <a:moveTo>
                    <a:pt x="2303660" y="2866130"/>
                  </a:moveTo>
                  <a:cubicBezTo>
                    <a:pt x="2088471" y="2985611"/>
                    <a:pt x="1846345" y="3048210"/>
                    <a:pt x="1600200" y="3047991"/>
                  </a:cubicBezTo>
                  <a:cubicBezTo>
                    <a:pt x="801148" y="3048533"/>
                    <a:pt x="152943" y="2401224"/>
                    <a:pt x="152400" y="1602172"/>
                  </a:cubicBezTo>
                  <a:cubicBezTo>
                    <a:pt x="152362" y="1550603"/>
                    <a:pt x="155086" y="1499064"/>
                    <a:pt x="160553" y="1447791"/>
                  </a:cubicBezTo>
                  <a:lnTo>
                    <a:pt x="468020" y="1447791"/>
                  </a:lnTo>
                  <a:cubicBezTo>
                    <a:pt x="502663" y="1581950"/>
                    <a:pt x="623440" y="1675867"/>
                    <a:pt x="762000" y="1676391"/>
                  </a:cubicBezTo>
                  <a:cubicBezTo>
                    <a:pt x="816245" y="1676124"/>
                    <a:pt x="869404" y="1661198"/>
                    <a:pt x="915848" y="1633185"/>
                  </a:cubicBezTo>
                  <a:lnTo>
                    <a:pt x="1262405" y="1979743"/>
                  </a:lnTo>
                  <a:cubicBezTo>
                    <a:pt x="1234392" y="2026187"/>
                    <a:pt x="1219467" y="2079346"/>
                    <a:pt x="1219200" y="2133591"/>
                  </a:cubicBezTo>
                  <a:cubicBezTo>
                    <a:pt x="1219200" y="2301926"/>
                    <a:pt x="1355665" y="2438391"/>
                    <a:pt x="1524000" y="2438391"/>
                  </a:cubicBezTo>
                  <a:cubicBezTo>
                    <a:pt x="1692335" y="2438391"/>
                    <a:pt x="1828800" y="2301926"/>
                    <a:pt x="1828800" y="2133591"/>
                  </a:cubicBezTo>
                  <a:cubicBezTo>
                    <a:pt x="1828533" y="2079346"/>
                    <a:pt x="1813608" y="2026187"/>
                    <a:pt x="1785595" y="1979743"/>
                  </a:cubicBezTo>
                  <a:lnTo>
                    <a:pt x="2284552" y="1480785"/>
                  </a:lnTo>
                  <a:cubicBezTo>
                    <a:pt x="2330996" y="1508798"/>
                    <a:pt x="2384155" y="1523724"/>
                    <a:pt x="2438400" y="1523991"/>
                  </a:cubicBezTo>
                  <a:cubicBezTo>
                    <a:pt x="2606736" y="1523991"/>
                    <a:pt x="2743200" y="1387526"/>
                    <a:pt x="2743200" y="1219191"/>
                  </a:cubicBezTo>
                  <a:cubicBezTo>
                    <a:pt x="2742933" y="1164946"/>
                    <a:pt x="2728008" y="1111787"/>
                    <a:pt x="2699995" y="1065343"/>
                  </a:cubicBezTo>
                  <a:lnTo>
                    <a:pt x="2866111" y="899303"/>
                  </a:lnTo>
                  <a:cubicBezTo>
                    <a:pt x="3253921" y="1597752"/>
                    <a:pt x="3002099" y="2478329"/>
                    <a:pt x="2303660" y="28661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352D657C-6DD2-3646-8E58-50D7C789E945}"/>
                </a:ext>
              </a:extLst>
            </p:cNvPr>
            <p:cNvSpPr/>
            <p:nvPr/>
          </p:nvSpPr>
          <p:spPr>
            <a:xfrm>
              <a:off x="3810002" y="1143764"/>
              <a:ext cx="4573730" cy="4572208"/>
            </a:xfrm>
            <a:custGeom>
              <a:avLst/>
              <a:gdLst>
                <a:gd name="connsiteX0" fmla="*/ 3811731 w 4573730"/>
                <a:gd name="connsiteY0" fmla="*/ 762245 h 4572208"/>
                <a:gd name="connsiteX1" fmla="*/ 4105710 w 4573730"/>
                <a:gd name="connsiteY1" fmla="*/ 533645 h 4572208"/>
                <a:gd name="connsiteX2" fmla="*/ 4573731 w 4573730"/>
                <a:gd name="connsiteY2" fmla="*/ 533645 h 4572208"/>
                <a:gd name="connsiteX3" fmla="*/ 4573731 w 4573730"/>
                <a:gd name="connsiteY3" fmla="*/ 381245 h 4572208"/>
                <a:gd name="connsiteX4" fmla="*/ 4105710 w 4573730"/>
                <a:gd name="connsiteY4" fmla="*/ 381245 h 4572208"/>
                <a:gd name="connsiteX5" fmla="*/ 3811731 w 4573730"/>
                <a:gd name="connsiteY5" fmla="*/ 152645 h 4572208"/>
                <a:gd name="connsiteX6" fmla="*/ 3506931 w 4573730"/>
                <a:gd name="connsiteY6" fmla="*/ 457445 h 4572208"/>
                <a:gd name="connsiteX7" fmla="*/ 3550136 w 4573730"/>
                <a:gd name="connsiteY7" fmla="*/ 611293 h 4572208"/>
                <a:gd name="connsiteX8" fmla="*/ 3416253 w 4573730"/>
                <a:gd name="connsiteY8" fmla="*/ 745176 h 4572208"/>
                <a:gd name="connsiteX9" fmla="*/ 745176 w 4573730"/>
                <a:gd name="connsiteY9" fmla="*/ 393932 h 4572208"/>
                <a:gd name="connsiteX10" fmla="*/ 393932 w 4573730"/>
                <a:gd name="connsiteY10" fmla="*/ 3065018 h 4572208"/>
                <a:gd name="connsiteX11" fmla="*/ 2940612 w 4573730"/>
                <a:gd name="connsiteY11" fmla="*/ 3504073 h 4572208"/>
                <a:gd name="connsiteX12" fmla="*/ 3170584 w 4573730"/>
                <a:gd name="connsiteY12" fmla="*/ 3734045 h 4572208"/>
                <a:gd name="connsiteX13" fmla="*/ 3278331 w 4573730"/>
                <a:gd name="connsiteY13" fmla="*/ 3841792 h 4572208"/>
                <a:gd name="connsiteX14" fmla="*/ 3891741 w 4573730"/>
                <a:gd name="connsiteY14" fmla="*/ 4455202 h 4572208"/>
                <a:gd name="connsiteX15" fmla="*/ 4456688 w 4573730"/>
                <a:gd name="connsiteY15" fmla="*/ 4455202 h 4572208"/>
                <a:gd name="connsiteX16" fmla="*/ 4456688 w 4573730"/>
                <a:gd name="connsiteY16" fmla="*/ 3890255 h 4572208"/>
                <a:gd name="connsiteX17" fmla="*/ 3843277 w 4573730"/>
                <a:gd name="connsiteY17" fmla="*/ 3276845 h 4572208"/>
                <a:gd name="connsiteX18" fmla="*/ 3735531 w 4573730"/>
                <a:gd name="connsiteY18" fmla="*/ 3169098 h 4572208"/>
                <a:gd name="connsiteX19" fmla="*/ 3505559 w 4573730"/>
                <a:gd name="connsiteY19" fmla="*/ 2939126 h 4572208"/>
                <a:gd name="connsiteX20" fmla="*/ 3505559 w 4573730"/>
                <a:gd name="connsiteY20" fmla="*/ 871363 h 4572208"/>
                <a:gd name="connsiteX21" fmla="*/ 3657959 w 4573730"/>
                <a:gd name="connsiteY21" fmla="*/ 718963 h 4572208"/>
                <a:gd name="connsiteX22" fmla="*/ 3811731 w 4573730"/>
                <a:gd name="connsiteY22" fmla="*/ 762245 h 4572208"/>
                <a:gd name="connsiteX23" fmla="*/ 3811731 w 4573730"/>
                <a:gd name="connsiteY23" fmla="*/ 305045 h 4572208"/>
                <a:gd name="connsiteX24" fmla="*/ 3964131 w 4573730"/>
                <a:gd name="connsiteY24" fmla="*/ 457445 h 4572208"/>
                <a:gd name="connsiteX25" fmla="*/ 3811731 w 4573730"/>
                <a:gd name="connsiteY25" fmla="*/ 609845 h 4572208"/>
                <a:gd name="connsiteX26" fmla="*/ 3659331 w 4573730"/>
                <a:gd name="connsiteY26" fmla="*/ 457445 h 4572208"/>
                <a:gd name="connsiteX27" fmla="*/ 3811731 w 4573730"/>
                <a:gd name="connsiteY27" fmla="*/ 305045 h 4572208"/>
                <a:gd name="connsiteX28" fmla="*/ 4348941 w 4573730"/>
                <a:gd name="connsiteY28" fmla="*/ 3998002 h 4572208"/>
                <a:gd name="connsiteX29" fmla="*/ 4352913 w 4573730"/>
                <a:gd name="connsiteY29" fmla="*/ 4347455 h 4572208"/>
                <a:gd name="connsiteX30" fmla="*/ 4003460 w 4573730"/>
                <a:gd name="connsiteY30" fmla="*/ 4351427 h 4572208"/>
                <a:gd name="connsiteX31" fmla="*/ 3999488 w 4573730"/>
                <a:gd name="connsiteY31" fmla="*/ 4347455 h 4572208"/>
                <a:gd name="connsiteX32" fmla="*/ 3386077 w 4573730"/>
                <a:gd name="connsiteY32" fmla="*/ 3734045 h 4572208"/>
                <a:gd name="connsiteX33" fmla="*/ 3735531 w 4573730"/>
                <a:gd name="connsiteY33" fmla="*/ 3384592 h 4572208"/>
                <a:gd name="connsiteX34" fmla="*/ 4348941 w 4573730"/>
                <a:gd name="connsiteY34" fmla="*/ 3998002 h 4572208"/>
                <a:gd name="connsiteX35" fmla="*/ 3627784 w 4573730"/>
                <a:gd name="connsiteY35" fmla="*/ 3276845 h 4572208"/>
                <a:gd name="connsiteX36" fmla="*/ 3278331 w 4573730"/>
                <a:gd name="connsiteY36" fmla="*/ 3626298 h 4572208"/>
                <a:gd name="connsiteX37" fmla="*/ 3067409 w 4573730"/>
                <a:gd name="connsiteY37" fmla="*/ 3415376 h 4572208"/>
                <a:gd name="connsiteX38" fmla="*/ 3098804 w 4573730"/>
                <a:gd name="connsiteY38" fmla="*/ 3389621 h 4572208"/>
                <a:gd name="connsiteX39" fmla="*/ 3133017 w 4573730"/>
                <a:gd name="connsiteY39" fmla="*/ 3361503 h 4572208"/>
                <a:gd name="connsiteX40" fmla="*/ 3182319 w 4573730"/>
                <a:gd name="connsiteY40" fmla="*/ 3318755 h 4572208"/>
                <a:gd name="connsiteX41" fmla="*/ 3206703 w 4573730"/>
                <a:gd name="connsiteY41" fmla="*/ 3295895 h 4572208"/>
                <a:gd name="connsiteX42" fmla="*/ 3297457 w 4573730"/>
                <a:gd name="connsiteY42" fmla="*/ 3205141 h 4572208"/>
                <a:gd name="connsiteX43" fmla="*/ 3320317 w 4573730"/>
                <a:gd name="connsiteY43" fmla="*/ 3180757 h 4572208"/>
                <a:gd name="connsiteX44" fmla="*/ 3363065 w 4573730"/>
                <a:gd name="connsiteY44" fmla="*/ 3131455 h 4572208"/>
                <a:gd name="connsiteX45" fmla="*/ 3391183 w 4573730"/>
                <a:gd name="connsiteY45" fmla="*/ 3097241 h 4572208"/>
                <a:gd name="connsiteX46" fmla="*/ 3416862 w 4573730"/>
                <a:gd name="connsiteY46" fmla="*/ 3065923 h 4572208"/>
                <a:gd name="connsiteX47" fmla="*/ 3627784 w 4573730"/>
                <a:gd name="connsiteY47" fmla="*/ 3276845 h 4572208"/>
                <a:gd name="connsiteX48" fmla="*/ 3332280 w 4573730"/>
                <a:gd name="connsiteY48" fmla="*/ 2922896 h 4572208"/>
                <a:gd name="connsiteX49" fmla="*/ 3257376 w 4573730"/>
                <a:gd name="connsiteY49" fmla="*/ 3020889 h 4572208"/>
                <a:gd name="connsiteX50" fmla="*/ 3233754 w 4573730"/>
                <a:gd name="connsiteY50" fmla="*/ 3048092 h 4572208"/>
                <a:gd name="connsiteX51" fmla="*/ 3161516 w 4573730"/>
                <a:gd name="connsiteY51" fmla="*/ 3127036 h 4572208"/>
                <a:gd name="connsiteX52" fmla="*/ 3128522 w 4573730"/>
                <a:gd name="connsiteY52" fmla="*/ 3160030 h 4572208"/>
                <a:gd name="connsiteX53" fmla="*/ 3049578 w 4573730"/>
                <a:gd name="connsiteY53" fmla="*/ 3232268 h 4572208"/>
                <a:gd name="connsiteX54" fmla="*/ 3022375 w 4573730"/>
                <a:gd name="connsiteY54" fmla="*/ 3255890 h 4572208"/>
                <a:gd name="connsiteX55" fmla="*/ 2924382 w 4573730"/>
                <a:gd name="connsiteY55" fmla="*/ 3330794 h 4572208"/>
                <a:gd name="connsiteX56" fmla="*/ 475695 w 4573730"/>
                <a:gd name="connsiteY56" fmla="*/ 2922896 h 4572208"/>
                <a:gd name="connsiteX57" fmla="*/ 883593 w 4573730"/>
                <a:gd name="connsiteY57" fmla="*/ 474209 h 4572208"/>
                <a:gd name="connsiteX58" fmla="*/ 3332280 w 4573730"/>
                <a:gd name="connsiteY58" fmla="*/ 882107 h 4572208"/>
                <a:gd name="connsiteX59" fmla="*/ 3332280 w 4573730"/>
                <a:gd name="connsiteY59" fmla="*/ 2922896 h 45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73730" h="4572208">
                  <a:moveTo>
                    <a:pt x="3811731" y="762245"/>
                  </a:moveTo>
                  <a:cubicBezTo>
                    <a:pt x="3950291" y="761721"/>
                    <a:pt x="4071068" y="667814"/>
                    <a:pt x="4105710" y="533645"/>
                  </a:cubicBezTo>
                  <a:lnTo>
                    <a:pt x="4573731" y="533645"/>
                  </a:lnTo>
                  <a:lnTo>
                    <a:pt x="4573731" y="381245"/>
                  </a:lnTo>
                  <a:lnTo>
                    <a:pt x="4105710" y="381245"/>
                  </a:lnTo>
                  <a:cubicBezTo>
                    <a:pt x="4071068" y="247076"/>
                    <a:pt x="3950291" y="153169"/>
                    <a:pt x="3811731" y="152645"/>
                  </a:cubicBezTo>
                  <a:cubicBezTo>
                    <a:pt x="3643395" y="152645"/>
                    <a:pt x="3506931" y="289109"/>
                    <a:pt x="3506931" y="457445"/>
                  </a:cubicBezTo>
                  <a:cubicBezTo>
                    <a:pt x="3507197" y="511690"/>
                    <a:pt x="3522123" y="564849"/>
                    <a:pt x="3550136" y="611293"/>
                  </a:cubicBezTo>
                  <a:lnTo>
                    <a:pt x="3416253" y="745176"/>
                  </a:lnTo>
                  <a:cubicBezTo>
                    <a:pt x="2775649" y="-89414"/>
                    <a:pt x="1579766" y="-246672"/>
                    <a:pt x="745176" y="393932"/>
                  </a:cubicBezTo>
                  <a:cubicBezTo>
                    <a:pt x="-89414" y="1034536"/>
                    <a:pt x="-246672" y="2230428"/>
                    <a:pt x="393932" y="3065018"/>
                  </a:cubicBezTo>
                  <a:cubicBezTo>
                    <a:pt x="998617" y="3852803"/>
                    <a:pt x="2107051" y="4043903"/>
                    <a:pt x="2940612" y="3504073"/>
                  </a:cubicBezTo>
                  <a:lnTo>
                    <a:pt x="3170584" y="3734045"/>
                  </a:lnTo>
                  <a:lnTo>
                    <a:pt x="3278331" y="3841792"/>
                  </a:lnTo>
                  <a:lnTo>
                    <a:pt x="3891741" y="4455202"/>
                  </a:lnTo>
                  <a:cubicBezTo>
                    <a:pt x="4047751" y="4611212"/>
                    <a:pt x="4300678" y="4611212"/>
                    <a:pt x="4456688" y="4455202"/>
                  </a:cubicBezTo>
                  <a:cubicBezTo>
                    <a:pt x="4612698" y="4299192"/>
                    <a:pt x="4612698" y="4046265"/>
                    <a:pt x="4456688" y="3890255"/>
                  </a:cubicBezTo>
                  <a:lnTo>
                    <a:pt x="3843277" y="3276845"/>
                  </a:lnTo>
                  <a:lnTo>
                    <a:pt x="3735531" y="3169098"/>
                  </a:lnTo>
                  <a:lnTo>
                    <a:pt x="3505559" y="2939126"/>
                  </a:lnTo>
                  <a:cubicBezTo>
                    <a:pt x="3913791" y="2310324"/>
                    <a:pt x="3913791" y="1500175"/>
                    <a:pt x="3505559" y="871363"/>
                  </a:cubicBezTo>
                  <a:lnTo>
                    <a:pt x="3657959" y="718963"/>
                  </a:lnTo>
                  <a:cubicBezTo>
                    <a:pt x="3704375" y="746986"/>
                    <a:pt x="3757514" y="761940"/>
                    <a:pt x="3811731" y="762245"/>
                  </a:cubicBezTo>
                  <a:close/>
                  <a:moveTo>
                    <a:pt x="3811731" y="305045"/>
                  </a:moveTo>
                  <a:cubicBezTo>
                    <a:pt x="3895903" y="305045"/>
                    <a:pt x="3964131" y="373272"/>
                    <a:pt x="3964131" y="457445"/>
                  </a:cubicBezTo>
                  <a:cubicBezTo>
                    <a:pt x="3964131" y="541617"/>
                    <a:pt x="3895903" y="609845"/>
                    <a:pt x="3811731" y="609845"/>
                  </a:cubicBezTo>
                  <a:cubicBezTo>
                    <a:pt x="3727558" y="609845"/>
                    <a:pt x="3659331" y="541617"/>
                    <a:pt x="3659331" y="457445"/>
                  </a:cubicBezTo>
                  <a:cubicBezTo>
                    <a:pt x="3659331" y="373272"/>
                    <a:pt x="3727568" y="305045"/>
                    <a:pt x="3811731" y="305045"/>
                  </a:cubicBezTo>
                  <a:close/>
                  <a:moveTo>
                    <a:pt x="4348941" y="3998002"/>
                  </a:moveTo>
                  <a:cubicBezTo>
                    <a:pt x="4446534" y="4093404"/>
                    <a:pt x="4448315" y="4249862"/>
                    <a:pt x="4352913" y="4347455"/>
                  </a:cubicBezTo>
                  <a:cubicBezTo>
                    <a:pt x="4257510" y="4445048"/>
                    <a:pt x="4101053" y="4446829"/>
                    <a:pt x="4003460" y="4351427"/>
                  </a:cubicBezTo>
                  <a:cubicBezTo>
                    <a:pt x="4002117" y="4350122"/>
                    <a:pt x="4000802" y="4348798"/>
                    <a:pt x="3999488" y="4347455"/>
                  </a:cubicBezTo>
                  <a:lnTo>
                    <a:pt x="3386077" y="3734045"/>
                  </a:lnTo>
                  <a:lnTo>
                    <a:pt x="3735531" y="3384592"/>
                  </a:lnTo>
                  <a:lnTo>
                    <a:pt x="4348941" y="3998002"/>
                  </a:lnTo>
                  <a:close/>
                  <a:moveTo>
                    <a:pt x="3627784" y="3276845"/>
                  </a:moveTo>
                  <a:lnTo>
                    <a:pt x="3278331" y="3626298"/>
                  </a:lnTo>
                  <a:lnTo>
                    <a:pt x="3067409" y="3415376"/>
                  </a:lnTo>
                  <a:cubicBezTo>
                    <a:pt x="3078153" y="3407147"/>
                    <a:pt x="3088212" y="3398079"/>
                    <a:pt x="3098804" y="3389621"/>
                  </a:cubicBezTo>
                  <a:cubicBezTo>
                    <a:pt x="3109396" y="3381163"/>
                    <a:pt x="3121664" y="3371028"/>
                    <a:pt x="3133017" y="3361503"/>
                  </a:cubicBezTo>
                  <a:cubicBezTo>
                    <a:pt x="3149705" y="3347482"/>
                    <a:pt x="3166164" y="3333309"/>
                    <a:pt x="3182319" y="3318755"/>
                  </a:cubicBezTo>
                  <a:cubicBezTo>
                    <a:pt x="3190625" y="3311135"/>
                    <a:pt x="3198549" y="3303515"/>
                    <a:pt x="3206703" y="3295895"/>
                  </a:cubicBezTo>
                  <a:cubicBezTo>
                    <a:pt x="3237945" y="3266634"/>
                    <a:pt x="3268196" y="3236383"/>
                    <a:pt x="3297457" y="3205141"/>
                  </a:cubicBezTo>
                  <a:cubicBezTo>
                    <a:pt x="3305077" y="3196987"/>
                    <a:pt x="3312697" y="3189063"/>
                    <a:pt x="3320317" y="3180757"/>
                  </a:cubicBezTo>
                  <a:cubicBezTo>
                    <a:pt x="3334871" y="3164602"/>
                    <a:pt x="3349044" y="3148143"/>
                    <a:pt x="3363065" y="3131455"/>
                  </a:cubicBezTo>
                  <a:cubicBezTo>
                    <a:pt x="3372619" y="3120178"/>
                    <a:pt x="3381991" y="3108776"/>
                    <a:pt x="3391183" y="3097241"/>
                  </a:cubicBezTo>
                  <a:cubicBezTo>
                    <a:pt x="3399565" y="3086726"/>
                    <a:pt x="3408633" y="3076667"/>
                    <a:pt x="3416862" y="3065923"/>
                  </a:cubicBezTo>
                  <a:lnTo>
                    <a:pt x="3627784" y="3276845"/>
                  </a:lnTo>
                  <a:close/>
                  <a:moveTo>
                    <a:pt x="3332280" y="2922896"/>
                  </a:moveTo>
                  <a:cubicBezTo>
                    <a:pt x="3308277" y="2956424"/>
                    <a:pt x="3283512" y="2989266"/>
                    <a:pt x="3257376" y="3020889"/>
                  </a:cubicBezTo>
                  <a:cubicBezTo>
                    <a:pt x="3249756" y="3030109"/>
                    <a:pt x="3241602" y="3039025"/>
                    <a:pt x="3233754" y="3048092"/>
                  </a:cubicBezTo>
                  <a:cubicBezTo>
                    <a:pt x="3210436" y="3075220"/>
                    <a:pt x="3186357" y="3101537"/>
                    <a:pt x="3161516" y="3127036"/>
                  </a:cubicBezTo>
                  <a:cubicBezTo>
                    <a:pt x="3150696" y="3138208"/>
                    <a:pt x="3139695" y="3149210"/>
                    <a:pt x="3128522" y="3160030"/>
                  </a:cubicBezTo>
                  <a:cubicBezTo>
                    <a:pt x="3103118" y="3184872"/>
                    <a:pt x="3076810" y="3208951"/>
                    <a:pt x="3049578" y="3232268"/>
                  </a:cubicBezTo>
                  <a:cubicBezTo>
                    <a:pt x="3040510" y="3239888"/>
                    <a:pt x="3031595" y="3248194"/>
                    <a:pt x="3022375" y="3255890"/>
                  </a:cubicBezTo>
                  <a:cubicBezTo>
                    <a:pt x="2990752" y="3282026"/>
                    <a:pt x="2957910" y="3306791"/>
                    <a:pt x="2924382" y="3330794"/>
                  </a:cubicBezTo>
                  <a:cubicBezTo>
                    <a:pt x="2135559" y="3894341"/>
                    <a:pt x="1039241" y="3711718"/>
                    <a:pt x="475695" y="2922896"/>
                  </a:cubicBezTo>
                  <a:cubicBezTo>
                    <a:pt x="-87852" y="2134074"/>
                    <a:pt x="94771" y="1037755"/>
                    <a:pt x="883593" y="474209"/>
                  </a:cubicBezTo>
                  <a:cubicBezTo>
                    <a:pt x="1672416" y="-89338"/>
                    <a:pt x="2768734" y="93275"/>
                    <a:pt x="3332280" y="882107"/>
                  </a:cubicBezTo>
                  <a:cubicBezTo>
                    <a:pt x="3768345" y="1492488"/>
                    <a:pt x="3768345" y="2312515"/>
                    <a:pt x="3332280" y="2922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aphic 30">
            <a:extLst>
              <a:ext uri="{FF2B5EF4-FFF2-40B4-BE49-F238E27FC236}">
                <a16:creationId xmlns:a16="http://schemas.microsoft.com/office/drawing/2014/main" id="{C063158B-8828-9F49-8C5C-79DC64E55F8D}"/>
              </a:ext>
            </a:extLst>
          </p:cNvPr>
          <p:cNvGrpSpPr>
            <a:grpSpLocks noChangeAspect="1"/>
          </p:cNvGrpSpPr>
          <p:nvPr/>
        </p:nvGrpSpPr>
        <p:grpSpPr>
          <a:xfrm>
            <a:off x="4466078" y="3776177"/>
            <a:ext cx="472471" cy="472471"/>
            <a:chOff x="3657600" y="990600"/>
            <a:chExt cx="4876800" cy="4876800"/>
          </a:xfrm>
          <a:solidFill>
            <a:schemeClr val="tx2"/>
          </a:solidFill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DA9195E-DC17-1C4E-A273-534D2FE48788}"/>
                </a:ext>
              </a:extLst>
            </p:cNvPr>
            <p:cNvSpPr/>
            <p:nvPr/>
          </p:nvSpPr>
          <p:spPr>
            <a:xfrm>
              <a:off x="3787149" y="2387479"/>
              <a:ext cx="4617700" cy="3479920"/>
            </a:xfrm>
            <a:custGeom>
              <a:avLst/>
              <a:gdLst>
                <a:gd name="connsiteX0" fmla="*/ 4522451 w 4617700"/>
                <a:gd name="connsiteY0" fmla="*/ 3289421 h 3479920"/>
                <a:gd name="connsiteX1" fmla="*/ 4313539 w 4617700"/>
                <a:gd name="connsiteY1" fmla="*/ 3289421 h 3479920"/>
                <a:gd name="connsiteX2" fmla="*/ 4313539 w 4617700"/>
                <a:gd name="connsiteY2" fmla="*/ 256051 h 3479920"/>
                <a:gd name="connsiteX3" fmla="*/ 4057488 w 4617700"/>
                <a:gd name="connsiteY3" fmla="*/ 0 h 3479920"/>
                <a:gd name="connsiteX4" fmla="*/ 3590535 w 4617700"/>
                <a:gd name="connsiteY4" fmla="*/ 0 h 3479920"/>
                <a:gd name="connsiteX5" fmla="*/ 3334484 w 4617700"/>
                <a:gd name="connsiteY5" fmla="*/ 256051 h 3479920"/>
                <a:gd name="connsiteX6" fmla="*/ 3334484 w 4617700"/>
                <a:gd name="connsiteY6" fmla="*/ 3289421 h 3479920"/>
                <a:gd name="connsiteX7" fmla="*/ 2804017 w 4617700"/>
                <a:gd name="connsiteY7" fmla="*/ 3289421 h 3479920"/>
                <a:gd name="connsiteX8" fmla="*/ 2804017 w 4617700"/>
                <a:gd name="connsiteY8" fmla="*/ 1630404 h 3479920"/>
                <a:gd name="connsiteX9" fmla="*/ 2547966 w 4617700"/>
                <a:gd name="connsiteY9" fmla="*/ 1374353 h 3479920"/>
                <a:gd name="connsiteX10" fmla="*/ 2081013 w 4617700"/>
                <a:gd name="connsiteY10" fmla="*/ 1374353 h 3479920"/>
                <a:gd name="connsiteX11" fmla="*/ 1824961 w 4617700"/>
                <a:gd name="connsiteY11" fmla="*/ 1630404 h 3479920"/>
                <a:gd name="connsiteX12" fmla="*/ 1824961 w 4617700"/>
                <a:gd name="connsiteY12" fmla="*/ 3289421 h 3479920"/>
                <a:gd name="connsiteX13" fmla="*/ 1294495 w 4617700"/>
                <a:gd name="connsiteY13" fmla="*/ 3289421 h 3479920"/>
                <a:gd name="connsiteX14" fmla="*/ 1294495 w 4617700"/>
                <a:gd name="connsiteY14" fmla="*/ 2430228 h 3479920"/>
                <a:gd name="connsiteX15" fmla="*/ 1038444 w 4617700"/>
                <a:gd name="connsiteY15" fmla="*/ 2174177 h 3479920"/>
                <a:gd name="connsiteX16" fmla="*/ 571481 w 4617700"/>
                <a:gd name="connsiteY16" fmla="*/ 2174177 h 3479920"/>
                <a:gd name="connsiteX17" fmla="*/ 315430 w 4617700"/>
                <a:gd name="connsiteY17" fmla="*/ 2430228 h 3479920"/>
                <a:gd name="connsiteX18" fmla="*/ 315430 w 4617700"/>
                <a:gd name="connsiteY18" fmla="*/ 3289421 h 3479920"/>
                <a:gd name="connsiteX19" fmla="*/ 95250 w 4617700"/>
                <a:gd name="connsiteY19" fmla="*/ 3289421 h 3479920"/>
                <a:gd name="connsiteX20" fmla="*/ 0 w 4617700"/>
                <a:gd name="connsiteY20" fmla="*/ 3384671 h 3479920"/>
                <a:gd name="connsiteX21" fmla="*/ 95250 w 4617700"/>
                <a:gd name="connsiteY21" fmla="*/ 3479921 h 3479920"/>
                <a:gd name="connsiteX22" fmla="*/ 4522451 w 4617700"/>
                <a:gd name="connsiteY22" fmla="*/ 3479921 h 3479920"/>
                <a:gd name="connsiteX23" fmla="*/ 4617701 w 4617700"/>
                <a:gd name="connsiteY23" fmla="*/ 3384671 h 3479920"/>
                <a:gd name="connsiteX24" fmla="*/ 4522451 w 4617700"/>
                <a:gd name="connsiteY24" fmla="*/ 3289421 h 3479920"/>
                <a:gd name="connsiteX25" fmla="*/ 1103976 w 4617700"/>
                <a:gd name="connsiteY25" fmla="*/ 3289421 h 3479920"/>
                <a:gd name="connsiteX26" fmla="*/ 505920 w 4617700"/>
                <a:gd name="connsiteY26" fmla="*/ 3289421 h 3479920"/>
                <a:gd name="connsiteX27" fmla="*/ 505920 w 4617700"/>
                <a:gd name="connsiteY27" fmla="*/ 2430228 h 3479920"/>
                <a:gd name="connsiteX28" fmla="*/ 571471 w 4617700"/>
                <a:gd name="connsiteY28" fmla="*/ 2364677 h 3479920"/>
                <a:gd name="connsiteX29" fmla="*/ 1038425 w 4617700"/>
                <a:gd name="connsiteY29" fmla="*/ 2364677 h 3479920"/>
                <a:gd name="connsiteX30" fmla="*/ 1103976 w 4617700"/>
                <a:gd name="connsiteY30" fmla="*/ 2430228 h 3479920"/>
                <a:gd name="connsiteX31" fmla="*/ 1103976 w 4617700"/>
                <a:gd name="connsiteY31" fmla="*/ 3289421 h 3479920"/>
                <a:gd name="connsiteX32" fmla="*/ 2613508 w 4617700"/>
                <a:gd name="connsiteY32" fmla="*/ 3289421 h 3479920"/>
                <a:gd name="connsiteX33" fmla="*/ 2015452 w 4617700"/>
                <a:gd name="connsiteY33" fmla="*/ 3289421 h 3479920"/>
                <a:gd name="connsiteX34" fmla="*/ 2015452 w 4617700"/>
                <a:gd name="connsiteY34" fmla="*/ 1630404 h 3479920"/>
                <a:gd name="connsiteX35" fmla="*/ 2081003 w 4617700"/>
                <a:gd name="connsiteY35" fmla="*/ 1564853 h 3479920"/>
                <a:gd name="connsiteX36" fmla="*/ 2547957 w 4617700"/>
                <a:gd name="connsiteY36" fmla="*/ 1564853 h 3479920"/>
                <a:gd name="connsiteX37" fmla="*/ 2613508 w 4617700"/>
                <a:gd name="connsiteY37" fmla="*/ 1630404 h 3479920"/>
                <a:gd name="connsiteX38" fmla="*/ 2613508 w 4617700"/>
                <a:gd name="connsiteY38" fmla="*/ 3289421 h 3479920"/>
                <a:gd name="connsiteX39" fmla="*/ 4123039 w 4617700"/>
                <a:gd name="connsiteY39" fmla="*/ 3289421 h 3479920"/>
                <a:gd name="connsiteX40" fmla="*/ 3524984 w 4617700"/>
                <a:gd name="connsiteY40" fmla="*/ 3289421 h 3479920"/>
                <a:gd name="connsiteX41" fmla="*/ 3524984 w 4617700"/>
                <a:gd name="connsiteY41" fmla="*/ 256051 h 3479920"/>
                <a:gd name="connsiteX42" fmla="*/ 3590535 w 4617700"/>
                <a:gd name="connsiteY42" fmla="*/ 190500 h 3479920"/>
                <a:gd name="connsiteX43" fmla="*/ 4057488 w 4617700"/>
                <a:gd name="connsiteY43" fmla="*/ 190500 h 3479920"/>
                <a:gd name="connsiteX44" fmla="*/ 4123039 w 4617700"/>
                <a:gd name="connsiteY44" fmla="*/ 256051 h 3479920"/>
                <a:gd name="connsiteX45" fmla="*/ 4123039 w 4617700"/>
                <a:gd name="connsiteY45" fmla="*/ 3289421 h 3479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17700" h="3479920">
                  <a:moveTo>
                    <a:pt x="4522451" y="3289421"/>
                  </a:moveTo>
                  <a:lnTo>
                    <a:pt x="4313539" y="3289421"/>
                  </a:lnTo>
                  <a:lnTo>
                    <a:pt x="4313539" y="256051"/>
                  </a:lnTo>
                  <a:cubicBezTo>
                    <a:pt x="4313539" y="114862"/>
                    <a:pt x="4198668" y="0"/>
                    <a:pt x="4057488" y="0"/>
                  </a:cubicBezTo>
                  <a:lnTo>
                    <a:pt x="3590535" y="0"/>
                  </a:lnTo>
                  <a:cubicBezTo>
                    <a:pt x="3449346" y="0"/>
                    <a:pt x="3334484" y="114871"/>
                    <a:pt x="3334484" y="256051"/>
                  </a:cubicBezTo>
                  <a:lnTo>
                    <a:pt x="3334484" y="3289421"/>
                  </a:lnTo>
                  <a:lnTo>
                    <a:pt x="2804017" y="3289421"/>
                  </a:lnTo>
                  <a:lnTo>
                    <a:pt x="2804017" y="1630404"/>
                  </a:lnTo>
                  <a:cubicBezTo>
                    <a:pt x="2804017" y="1489215"/>
                    <a:pt x="2689155" y="1374353"/>
                    <a:pt x="2547966" y="1374353"/>
                  </a:cubicBezTo>
                  <a:lnTo>
                    <a:pt x="2081013" y="1374353"/>
                  </a:lnTo>
                  <a:cubicBezTo>
                    <a:pt x="1939824" y="1374353"/>
                    <a:pt x="1824961" y="1489224"/>
                    <a:pt x="1824961" y="1630404"/>
                  </a:cubicBezTo>
                  <a:lnTo>
                    <a:pt x="1824961" y="3289421"/>
                  </a:lnTo>
                  <a:lnTo>
                    <a:pt x="1294495" y="3289421"/>
                  </a:lnTo>
                  <a:lnTo>
                    <a:pt x="1294495" y="2430228"/>
                  </a:lnTo>
                  <a:cubicBezTo>
                    <a:pt x="1294495" y="2289038"/>
                    <a:pt x="1179624" y="2174177"/>
                    <a:pt x="1038444" y="2174177"/>
                  </a:cubicBezTo>
                  <a:lnTo>
                    <a:pt x="571481" y="2174177"/>
                  </a:lnTo>
                  <a:cubicBezTo>
                    <a:pt x="430292" y="2174177"/>
                    <a:pt x="315430" y="2289048"/>
                    <a:pt x="315430" y="2430228"/>
                  </a:cubicBezTo>
                  <a:lnTo>
                    <a:pt x="315430" y="3289421"/>
                  </a:lnTo>
                  <a:lnTo>
                    <a:pt x="95250" y="3289421"/>
                  </a:lnTo>
                  <a:cubicBezTo>
                    <a:pt x="42643" y="3289421"/>
                    <a:pt x="0" y="3332064"/>
                    <a:pt x="0" y="3384671"/>
                  </a:cubicBezTo>
                  <a:cubicBezTo>
                    <a:pt x="0" y="3437277"/>
                    <a:pt x="42643" y="3479921"/>
                    <a:pt x="95250" y="3479921"/>
                  </a:cubicBezTo>
                  <a:lnTo>
                    <a:pt x="4522451" y="3479921"/>
                  </a:lnTo>
                  <a:cubicBezTo>
                    <a:pt x="4575058" y="3479921"/>
                    <a:pt x="4617701" y="3437277"/>
                    <a:pt x="4617701" y="3384671"/>
                  </a:cubicBezTo>
                  <a:cubicBezTo>
                    <a:pt x="4617701" y="3332064"/>
                    <a:pt x="4575058" y="3289421"/>
                    <a:pt x="4522451" y="3289421"/>
                  </a:cubicBezTo>
                  <a:close/>
                  <a:moveTo>
                    <a:pt x="1103976" y="3289421"/>
                  </a:moveTo>
                  <a:lnTo>
                    <a:pt x="505920" y="3289421"/>
                  </a:lnTo>
                  <a:lnTo>
                    <a:pt x="505920" y="2430228"/>
                  </a:lnTo>
                  <a:cubicBezTo>
                    <a:pt x="505920" y="2394080"/>
                    <a:pt x="535324" y="2364677"/>
                    <a:pt x="571471" y="2364677"/>
                  </a:cubicBezTo>
                  <a:lnTo>
                    <a:pt x="1038425" y="2364677"/>
                  </a:lnTo>
                  <a:cubicBezTo>
                    <a:pt x="1074572" y="2364677"/>
                    <a:pt x="1103976" y="2394080"/>
                    <a:pt x="1103976" y="2430228"/>
                  </a:cubicBezTo>
                  <a:lnTo>
                    <a:pt x="1103976" y="3289421"/>
                  </a:lnTo>
                  <a:close/>
                  <a:moveTo>
                    <a:pt x="2613508" y="3289421"/>
                  </a:moveTo>
                  <a:lnTo>
                    <a:pt x="2015452" y="3289421"/>
                  </a:lnTo>
                  <a:lnTo>
                    <a:pt x="2015452" y="1630404"/>
                  </a:lnTo>
                  <a:cubicBezTo>
                    <a:pt x="2015452" y="1594256"/>
                    <a:pt x="2044856" y="1564853"/>
                    <a:pt x="2081003" y="1564853"/>
                  </a:cubicBezTo>
                  <a:lnTo>
                    <a:pt x="2547957" y="1564853"/>
                  </a:lnTo>
                  <a:cubicBezTo>
                    <a:pt x="2584095" y="1564853"/>
                    <a:pt x="2613508" y="1594256"/>
                    <a:pt x="2613508" y="1630404"/>
                  </a:cubicBezTo>
                  <a:lnTo>
                    <a:pt x="2613508" y="3289421"/>
                  </a:lnTo>
                  <a:close/>
                  <a:moveTo>
                    <a:pt x="4123039" y="3289421"/>
                  </a:moveTo>
                  <a:lnTo>
                    <a:pt x="3524984" y="3289421"/>
                  </a:lnTo>
                  <a:lnTo>
                    <a:pt x="3524984" y="256051"/>
                  </a:lnTo>
                  <a:cubicBezTo>
                    <a:pt x="3524984" y="219904"/>
                    <a:pt x="3554387" y="190500"/>
                    <a:pt x="3590535" y="190500"/>
                  </a:cubicBezTo>
                  <a:lnTo>
                    <a:pt x="4057488" y="190500"/>
                  </a:lnTo>
                  <a:cubicBezTo>
                    <a:pt x="4093636" y="190500"/>
                    <a:pt x="4123039" y="219904"/>
                    <a:pt x="4123039" y="256051"/>
                  </a:cubicBezTo>
                  <a:lnTo>
                    <a:pt x="4123039" y="328942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C6D40D10-4103-F74A-9F2B-0A2DD0204567}"/>
                </a:ext>
              </a:extLst>
            </p:cNvPr>
            <p:cNvSpPr/>
            <p:nvPr/>
          </p:nvSpPr>
          <p:spPr>
            <a:xfrm>
              <a:off x="4603873" y="990600"/>
              <a:ext cx="3496815" cy="2651931"/>
            </a:xfrm>
            <a:custGeom>
              <a:avLst/>
              <a:gdLst>
                <a:gd name="connsiteX0" fmla="*/ 3496587 w 3496815"/>
                <a:gd name="connsiteY0" fmla="*/ 100165 h 2651931"/>
                <a:gd name="connsiteX1" fmla="*/ 3468926 w 3496815"/>
                <a:gd name="connsiteY1" fmla="*/ 27889 h 2651931"/>
                <a:gd name="connsiteX2" fmla="*/ 3396651 w 3496815"/>
                <a:gd name="connsiteY2" fmla="*/ 229 h 2651931"/>
                <a:gd name="connsiteX3" fmla="*/ 3392041 w 3496815"/>
                <a:gd name="connsiteY3" fmla="*/ 0 h 2651931"/>
                <a:gd name="connsiteX4" fmla="*/ 2815778 w 3496815"/>
                <a:gd name="connsiteY4" fmla="*/ 0 h 2651931"/>
                <a:gd name="connsiteX5" fmla="*/ 2720528 w 3496815"/>
                <a:gd name="connsiteY5" fmla="*/ 95250 h 2651931"/>
                <a:gd name="connsiteX6" fmla="*/ 2815778 w 3496815"/>
                <a:gd name="connsiteY6" fmla="*/ 190500 h 2651931"/>
                <a:gd name="connsiteX7" fmla="*/ 3171604 w 3496815"/>
                <a:gd name="connsiteY7" fmla="*/ 190500 h 2651931"/>
                <a:gd name="connsiteX8" fmla="*/ 2229991 w 3496815"/>
                <a:gd name="connsiteY8" fmla="*/ 1132123 h 2651931"/>
                <a:gd name="connsiteX9" fmla="*/ 1874899 w 3496815"/>
                <a:gd name="connsiteY9" fmla="*/ 777031 h 2651931"/>
                <a:gd name="connsiteX10" fmla="*/ 1807547 w 3496815"/>
                <a:gd name="connsiteY10" fmla="*/ 749132 h 2651931"/>
                <a:gd name="connsiteX11" fmla="*/ 1740196 w 3496815"/>
                <a:gd name="connsiteY11" fmla="*/ 777031 h 2651931"/>
                <a:gd name="connsiteX12" fmla="*/ 27896 w 3496815"/>
                <a:gd name="connsiteY12" fmla="*/ 2489340 h 2651931"/>
                <a:gd name="connsiteX13" fmla="*/ 27896 w 3496815"/>
                <a:gd name="connsiteY13" fmla="*/ 2624052 h 2651931"/>
                <a:gd name="connsiteX14" fmla="*/ 95248 w 3496815"/>
                <a:gd name="connsiteY14" fmla="*/ 2651932 h 2651931"/>
                <a:gd name="connsiteX15" fmla="*/ 162599 w 3496815"/>
                <a:gd name="connsiteY15" fmla="*/ 2624033 h 2651931"/>
                <a:gd name="connsiteX16" fmla="*/ 1807547 w 3496815"/>
                <a:gd name="connsiteY16" fmla="*/ 979075 h 2651931"/>
                <a:gd name="connsiteX17" fmla="*/ 2162639 w 3496815"/>
                <a:gd name="connsiteY17" fmla="*/ 1334167 h 2651931"/>
                <a:gd name="connsiteX18" fmla="*/ 2297351 w 3496815"/>
                <a:gd name="connsiteY18" fmla="*/ 1334167 h 2651931"/>
                <a:gd name="connsiteX19" fmla="*/ 3306316 w 3496815"/>
                <a:gd name="connsiteY19" fmla="*/ 325212 h 2651931"/>
                <a:gd name="connsiteX20" fmla="*/ 3306316 w 3496815"/>
                <a:gd name="connsiteY20" fmla="*/ 647252 h 2651931"/>
                <a:gd name="connsiteX21" fmla="*/ 3401566 w 3496815"/>
                <a:gd name="connsiteY21" fmla="*/ 742502 h 2651931"/>
                <a:gd name="connsiteX22" fmla="*/ 3496816 w 3496815"/>
                <a:gd name="connsiteY22" fmla="*/ 647252 h 2651931"/>
                <a:gd name="connsiteX23" fmla="*/ 3496816 w 3496815"/>
                <a:gd name="connsiteY23" fmla="*/ 104775 h 2651931"/>
                <a:gd name="connsiteX24" fmla="*/ 3496587 w 3496815"/>
                <a:gd name="connsiteY24" fmla="*/ 100165 h 265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96815" h="2651931">
                  <a:moveTo>
                    <a:pt x="3496587" y="100165"/>
                  </a:moveTo>
                  <a:cubicBezTo>
                    <a:pt x="3497921" y="74171"/>
                    <a:pt x="3488777" y="47739"/>
                    <a:pt x="3468926" y="27889"/>
                  </a:cubicBezTo>
                  <a:cubicBezTo>
                    <a:pt x="3449077" y="8039"/>
                    <a:pt x="3422644" y="-1114"/>
                    <a:pt x="3396651" y="229"/>
                  </a:cubicBezTo>
                  <a:cubicBezTo>
                    <a:pt x="3395117" y="162"/>
                    <a:pt x="3393603" y="0"/>
                    <a:pt x="3392041" y="0"/>
                  </a:cubicBezTo>
                  <a:lnTo>
                    <a:pt x="2815778" y="0"/>
                  </a:lnTo>
                  <a:cubicBezTo>
                    <a:pt x="2763172" y="0"/>
                    <a:pt x="2720528" y="42643"/>
                    <a:pt x="2720528" y="95250"/>
                  </a:cubicBezTo>
                  <a:cubicBezTo>
                    <a:pt x="2720528" y="147857"/>
                    <a:pt x="2763172" y="190500"/>
                    <a:pt x="2815778" y="190500"/>
                  </a:cubicBezTo>
                  <a:lnTo>
                    <a:pt x="3171604" y="190500"/>
                  </a:lnTo>
                  <a:lnTo>
                    <a:pt x="2229991" y="1132123"/>
                  </a:lnTo>
                  <a:lnTo>
                    <a:pt x="1874899" y="777031"/>
                  </a:lnTo>
                  <a:cubicBezTo>
                    <a:pt x="1857039" y="759171"/>
                    <a:pt x="1832808" y="749132"/>
                    <a:pt x="1807547" y="749132"/>
                  </a:cubicBezTo>
                  <a:cubicBezTo>
                    <a:pt x="1782287" y="749132"/>
                    <a:pt x="1758056" y="759171"/>
                    <a:pt x="1740196" y="777031"/>
                  </a:cubicBezTo>
                  <a:lnTo>
                    <a:pt x="27896" y="2489340"/>
                  </a:lnTo>
                  <a:cubicBezTo>
                    <a:pt x="-9299" y="2526535"/>
                    <a:pt x="-9299" y="2586847"/>
                    <a:pt x="27896" y="2624052"/>
                  </a:cubicBezTo>
                  <a:cubicBezTo>
                    <a:pt x="46499" y="2642635"/>
                    <a:pt x="70873" y="2651932"/>
                    <a:pt x="95248" y="2651932"/>
                  </a:cubicBezTo>
                  <a:cubicBezTo>
                    <a:pt x="119622" y="2651932"/>
                    <a:pt x="144006" y="2642635"/>
                    <a:pt x="162599" y="2624033"/>
                  </a:cubicBezTo>
                  <a:lnTo>
                    <a:pt x="1807547" y="979075"/>
                  </a:lnTo>
                  <a:lnTo>
                    <a:pt x="2162639" y="1334167"/>
                  </a:lnTo>
                  <a:cubicBezTo>
                    <a:pt x="2199834" y="1371362"/>
                    <a:pt x="2260147" y="1371362"/>
                    <a:pt x="2297351" y="1334167"/>
                  </a:cubicBezTo>
                  <a:lnTo>
                    <a:pt x="3306316" y="325212"/>
                  </a:lnTo>
                  <a:lnTo>
                    <a:pt x="3306316" y="647252"/>
                  </a:lnTo>
                  <a:cubicBezTo>
                    <a:pt x="3306316" y="699859"/>
                    <a:pt x="3348959" y="742502"/>
                    <a:pt x="3401566" y="742502"/>
                  </a:cubicBezTo>
                  <a:cubicBezTo>
                    <a:pt x="3454172" y="742502"/>
                    <a:pt x="3496816" y="699859"/>
                    <a:pt x="3496816" y="647252"/>
                  </a:cubicBezTo>
                  <a:lnTo>
                    <a:pt x="3496816" y="104775"/>
                  </a:lnTo>
                  <a:cubicBezTo>
                    <a:pt x="3496816" y="103222"/>
                    <a:pt x="3496654" y="101708"/>
                    <a:pt x="3496587" y="1001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DDB7F5F1-AFAB-E64C-AD41-D1411CBE2B6A}"/>
                </a:ext>
              </a:extLst>
            </p:cNvPr>
            <p:cNvSpPr/>
            <p:nvPr/>
          </p:nvSpPr>
          <p:spPr>
            <a:xfrm>
              <a:off x="4282821" y="3784377"/>
              <a:ext cx="190500" cy="190500"/>
            </a:xfrm>
            <a:custGeom>
              <a:avLst/>
              <a:gdLst>
                <a:gd name="connsiteX0" fmla="*/ 190500 w 190500"/>
                <a:gd name="connsiteY0" fmla="*/ 95250 h 190500"/>
                <a:gd name="connsiteX1" fmla="*/ 95250 w 190500"/>
                <a:gd name="connsiteY1" fmla="*/ 190500 h 190500"/>
                <a:gd name="connsiteX2" fmla="*/ 0 w 190500"/>
                <a:gd name="connsiteY2" fmla="*/ 95250 h 190500"/>
                <a:gd name="connsiteX3" fmla="*/ 95250 w 190500"/>
                <a:gd name="connsiteY3" fmla="*/ 0 h 190500"/>
                <a:gd name="connsiteX4" fmla="*/ 190500 w 190500"/>
                <a:gd name="connsiteY4" fmla="*/ 9525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0" h="190500">
                  <a:moveTo>
                    <a:pt x="190500" y="95250"/>
                  </a:moveTo>
                  <a:cubicBezTo>
                    <a:pt x="190500" y="147855"/>
                    <a:pt x="147855" y="190500"/>
                    <a:pt x="95250" y="190500"/>
                  </a:cubicBezTo>
                  <a:cubicBezTo>
                    <a:pt x="42645" y="190500"/>
                    <a:pt x="0" y="147855"/>
                    <a:pt x="0" y="95250"/>
                  </a:cubicBezTo>
                  <a:cubicBezTo>
                    <a:pt x="0" y="42645"/>
                    <a:pt x="42645" y="0"/>
                    <a:pt x="95250" y="0"/>
                  </a:cubicBezTo>
                  <a:cubicBezTo>
                    <a:pt x="147855" y="0"/>
                    <a:pt x="190500" y="42645"/>
                    <a:pt x="190500" y="95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3" name="Graphic 48">
            <a:extLst>
              <a:ext uri="{FF2B5EF4-FFF2-40B4-BE49-F238E27FC236}">
                <a16:creationId xmlns:a16="http://schemas.microsoft.com/office/drawing/2014/main" id="{E2A51380-1664-B34B-BB54-41BCD0F61A2A}"/>
              </a:ext>
            </a:extLst>
          </p:cNvPr>
          <p:cNvGrpSpPr>
            <a:grpSpLocks noChangeAspect="1"/>
          </p:cNvGrpSpPr>
          <p:nvPr/>
        </p:nvGrpSpPr>
        <p:grpSpPr>
          <a:xfrm>
            <a:off x="5834543" y="2356279"/>
            <a:ext cx="523847" cy="523847"/>
            <a:chOff x="3829050" y="1162050"/>
            <a:chExt cx="4533900" cy="4533900"/>
          </a:xfrm>
          <a:solidFill>
            <a:schemeClr val="tx2"/>
          </a:solidFill>
        </p:grpSpPr>
        <p:grpSp>
          <p:nvGrpSpPr>
            <p:cNvPr id="74" name="Graphic 48">
              <a:extLst>
                <a:ext uri="{FF2B5EF4-FFF2-40B4-BE49-F238E27FC236}">
                  <a16:creationId xmlns:a16="http://schemas.microsoft.com/office/drawing/2014/main" id="{ECA34FEB-1A7A-5242-9040-19693CEB2EFC}"/>
                </a:ext>
              </a:extLst>
            </p:cNvPr>
            <p:cNvGrpSpPr/>
            <p:nvPr/>
          </p:nvGrpSpPr>
          <p:grpSpPr>
            <a:xfrm>
              <a:off x="3829526" y="1162050"/>
              <a:ext cx="4535804" cy="4536757"/>
              <a:chOff x="3829526" y="1162050"/>
              <a:chExt cx="4535804" cy="4536757"/>
            </a:xfrm>
            <a:grpFill/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78E2B640-DC1F-F247-8648-0FBE667424AB}"/>
                  </a:ext>
                </a:extLst>
              </p:cNvPr>
              <p:cNvSpPr/>
              <p:nvPr/>
            </p:nvSpPr>
            <p:spPr>
              <a:xfrm>
                <a:off x="3829526" y="1648777"/>
                <a:ext cx="4050029" cy="4050029"/>
              </a:xfrm>
              <a:custGeom>
                <a:avLst/>
                <a:gdLst>
                  <a:gd name="connsiteX0" fmla="*/ 3921443 w 4050029"/>
                  <a:gd name="connsiteY0" fmla="*/ 1896428 h 4050029"/>
                  <a:gd name="connsiteX1" fmla="*/ 2153603 w 4050029"/>
                  <a:gd name="connsiteY1" fmla="*/ 1896428 h 4050029"/>
                  <a:gd name="connsiteX2" fmla="*/ 2153603 w 4050029"/>
                  <a:gd name="connsiteY2" fmla="*/ 128588 h 4050029"/>
                  <a:gd name="connsiteX3" fmla="*/ 2025015 w 4050029"/>
                  <a:gd name="connsiteY3" fmla="*/ 0 h 4050029"/>
                  <a:gd name="connsiteX4" fmla="*/ 0 w 4050029"/>
                  <a:gd name="connsiteY4" fmla="*/ 2025015 h 4050029"/>
                  <a:gd name="connsiteX5" fmla="*/ 2025015 w 4050029"/>
                  <a:gd name="connsiteY5" fmla="*/ 4050030 h 4050029"/>
                  <a:gd name="connsiteX6" fmla="*/ 4050030 w 4050029"/>
                  <a:gd name="connsiteY6" fmla="*/ 2025015 h 4050029"/>
                  <a:gd name="connsiteX7" fmla="*/ 3921443 w 4050029"/>
                  <a:gd name="connsiteY7" fmla="*/ 1896428 h 4050029"/>
                  <a:gd name="connsiteX8" fmla="*/ 2025015 w 4050029"/>
                  <a:gd name="connsiteY8" fmla="*/ 3792855 h 4050029"/>
                  <a:gd name="connsiteX9" fmla="*/ 257175 w 4050029"/>
                  <a:gd name="connsiteY9" fmla="*/ 2025015 h 4050029"/>
                  <a:gd name="connsiteX10" fmla="*/ 1896428 w 4050029"/>
                  <a:gd name="connsiteY10" fmla="*/ 261938 h 4050029"/>
                  <a:gd name="connsiteX11" fmla="*/ 1896428 w 4050029"/>
                  <a:gd name="connsiteY11" fmla="*/ 2025015 h 4050029"/>
                  <a:gd name="connsiteX12" fmla="*/ 2025015 w 4050029"/>
                  <a:gd name="connsiteY12" fmla="*/ 2153603 h 4050029"/>
                  <a:gd name="connsiteX13" fmla="*/ 3788093 w 4050029"/>
                  <a:gd name="connsiteY13" fmla="*/ 2153603 h 4050029"/>
                  <a:gd name="connsiteX14" fmla="*/ 2025015 w 4050029"/>
                  <a:gd name="connsiteY14" fmla="*/ 3792855 h 405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50029" h="4050029">
                    <a:moveTo>
                      <a:pt x="3921443" y="1896428"/>
                    </a:moveTo>
                    <a:lnTo>
                      <a:pt x="2153603" y="1896428"/>
                    </a:lnTo>
                    <a:lnTo>
                      <a:pt x="2153603" y="128588"/>
                    </a:lnTo>
                    <a:cubicBezTo>
                      <a:pt x="2153603" y="57150"/>
                      <a:pt x="2096453" y="0"/>
                      <a:pt x="2025015" y="0"/>
                    </a:cubicBezTo>
                    <a:cubicBezTo>
                      <a:pt x="908685" y="0"/>
                      <a:pt x="0" y="908685"/>
                      <a:pt x="0" y="2025015"/>
                    </a:cubicBezTo>
                    <a:cubicBezTo>
                      <a:pt x="0" y="3141345"/>
                      <a:pt x="908685" y="4050030"/>
                      <a:pt x="2025015" y="4050030"/>
                    </a:cubicBezTo>
                    <a:cubicBezTo>
                      <a:pt x="3141345" y="4050030"/>
                      <a:pt x="4050030" y="3141345"/>
                      <a:pt x="4050030" y="2025015"/>
                    </a:cubicBezTo>
                    <a:cubicBezTo>
                      <a:pt x="4050030" y="1954530"/>
                      <a:pt x="3991928" y="1896428"/>
                      <a:pt x="3921443" y="1896428"/>
                    </a:cubicBezTo>
                    <a:close/>
                    <a:moveTo>
                      <a:pt x="2025015" y="3792855"/>
                    </a:moveTo>
                    <a:cubicBezTo>
                      <a:pt x="1050608" y="3792855"/>
                      <a:pt x="257175" y="2999423"/>
                      <a:pt x="257175" y="2025015"/>
                    </a:cubicBezTo>
                    <a:cubicBezTo>
                      <a:pt x="257175" y="1093470"/>
                      <a:pt x="981075" y="327660"/>
                      <a:pt x="1896428" y="261938"/>
                    </a:cubicBezTo>
                    <a:lnTo>
                      <a:pt x="1896428" y="2025015"/>
                    </a:lnTo>
                    <a:cubicBezTo>
                      <a:pt x="1896428" y="2096453"/>
                      <a:pt x="1953578" y="2153603"/>
                      <a:pt x="2025015" y="2153603"/>
                    </a:cubicBezTo>
                    <a:lnTo>
                      <a:pt x="3788093" y="2153603"/>
                    </a:lnTo>
                    <a:cubicBezTo>
                      <a:pt x="3722370" y="3068955"/>
                      <a:pt x="2956560" y="3792855"/>
                      <a:pt x="2025015" y="37928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B73DAE62-7306-5242-9BAE-5C034FBB306D}"/>
                  </a:ext>
                </a:extLst>
              </p:cNvPr>
              <p:cNvSpPr/>
              <p:nvPr/>
            </p:nvSpPr>
            <p:spPr>
              <a:xfrm>
                <a:off x="6211728" y="1162050"/>
                <a:ext cx="2153602" cy="2153602"/>
              </a:xfrm>
              <a:custGeom>
                <a:avLst/>
                <a:gdLst>
                  <a:gd name="connsiteX0" fmla="*/ 2153603 w 2153602"/>
                  <a:gd name="connsiteY0" fmla="*/ 2018348 h 2153602"/>
                  <a:gd name="connsiteX1" fmla="*/ 1646873 w 2153602"/>
                  <a:gd name="connsiteY1" fmla="*/ 684848 h 2153602"/>
                  <a:gd name="connsiteX2" fmla="*/ 128588 w 2153602"/>
                  <a:gd name="connsiteY2" fmla="*/ 0 h 2153602"/>
                  <a:gd name="connsiteX3" fmla="*/ 0 w 2153602"/>
                  <a:gd name="connsiteY3" fmla="*/ 128588 h 2153602"/>
                  <a:gd name="connsiteX4" fmla="*/ 0 w 2153602"/>
                  <a:gd name="connsiteY4" fmla="*/ 2025015 h 2153602"/>
                  <a:gd name="connsiteX5" fmla="*/ 128588 w 2153602"/>
                  <a:gd name="connsiteY5" fmla="*/ 2153603 h 2153602"/>
                  <a:gd name="connsiteX6" fmla="*/ 2025015 w 2153602"/>
                  <a:gd name="connsiteY6" fmla="*/ 2153603 h 2153602"/>
                  <a:gd name="connsiteX7" fmla="*/ 2025015 w 2153602"/>
                  <a:gd name="connsiteY7" fmla="*/ 2153603 h 2153602"/>
                  <a:gd name="connsiteX8" fmla="*/ 2153603 w 2153602"/>
                  <a:gd name="connsiteY8" fmla="*/ 2025015 h 2153602"/>
                  <a:gd name="connsiteX9" fmla="*/ 2153603 w 2153602"/>
                  <a:gd name="connsiteY9" fmla="*/ 2018348 h 2153602"/>
                  <a:gd name="connsiteX10" fmla="*/ 257175 w 2153602"/>
                  <a:gd name="connsiteY10" fmla="*/ 1897380 h 2153602"/>
                  <a:gd name="connsiteX11" fmla="*/ 257175 w 2153602"/>
                  <a:gd name="connsiteY11" fmla="*/ 262890 h 2153602"/>
                  <a:gd name="connsiteX12" fmla="*/ 1453515 w 2153602"/>
                  <a:gd name="connsiteY12" fmla="*/ 856298 h 2153602"/>
                  <a:gd name="connsiteX13" fmla="*/ 1891665 w 2153602"/>
                  <a:gd name="connsiteY13" fmla="*/ 1897380 h 2153602"/>
                  <a:gd name="connsiteX14" fmla="*/ 257175 w 2153602"/>
                  <a:gd name="connsiteY14" fmla="*/ 1897380 h 2153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53602" h="2153602">
                    <a:moveTo>
                      <a:pt x="2153603" y="2018348"/>
                    </a:moveTo>
                    <a:cubicBezTo>
                      <a:pt x="2151698" y="1526858"/>
                      <a:pt x="1971675" y="1053465"/>
                      <a:pt x="1646873" y="684848"/>
                    </a:cubicBezTo>
                    <a:cubicBezTo>
                      <a:pt x="1262063" y="249555"/>
                      <a:pt x="709613" y="0"/>
                      <a:pt x="128588" y="0"/>
                    </a:cubicBezTo>
                    <a:cubicBezTo>
                      <a:pt x="57150" y="0"/>
                      <a:pt x="0" y="57150"/>
                      <a:pt x="0" y="128588"/>
                    </a:cubicBezTo>
                    <a:lnTo>
                      <a:pt x="0" y="2025015"/>
                    </a:lnTo>
                    <a:cubicBezTo>
                      <a:pt x="0" y="2096453"/>
                      <a:pt x="57150" y="2153603"/>
                      <a:pt x="128588" y="2153603"/>
                    </a:cubicBezTo>
                    <a:lnTo>
                      <a:pt x="2025015" y="2153603"/>
                    </a:lnTo>
                    <a:lnTo>
                      <a:pt x="2025015" y="2153603"/>
                    </a:lnTo>
                    <a:cubicBezTo>
                      <a:pt x="2096453" y="2153603"/>
                      <a:pt x="2153603" y="2096453"/>
                      <a:pt x="2153603" y="2025015"/>
                    </a:cubicBezTo>
                    <a:cubicBezTo>
                      <a:pt x="2153603" y="2023110"/>
                      <a:pt x="2153603" y="2021205"/>
                      <a:pt x="2153603" y="2018348"/>
                    </a:cubicBezTo>
                    <a:close/>
                    <a:moveTo>
                      <a:pt x="257175" y="1897380"/>
                    </a:moveTo>
                    <a:lnTo>
                      <a:pt x="257175" y="262890"/>
                    </a:lnTo>
                    <a:cubicBezTo>
                      <a:pt x="716280" y="296228"/>
                      <a:pt x="1146810" y="508635"/>
                      <a:pt x="1453515" y="856298"/>
                    </a:cubicBezTo>
                    <a:cubicBezTo>
                      <a:pt x="1710690" y="1146810"/>
                      <a:pt x="1863090" y="1512570"/>
                      <a:pt x="1891665" y="1897380"/>
                    </a:cubicBezTo>
                    <a:lnTo>
                      <a:pt x="257175" y="189738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E4C729E-7049-584D-A77F-5F62A3541ED1}"/>
              </a:ext>
            </a:extLst>
          </p:cNvPr>
          <p:cNvGrpSpPr/>
          <p:nvPr/>
        </p:nvGrpSpPr>
        <p:grpSpPr>
          <a:xfrm>
            <a:off x="5450177" y="3476683"/>
            <a:ext cx="1286013" cy="1086193"/>
            <a:chOff x="5450177" y="3476683"/>
            <a:chExt cx="1286013" cy="1086193"/>
          </a:xfrm>
        </p:grpSpPr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ACB524C6-68D0-9F44-BBA1-B6D6638D65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65625" y="3476683"/>
              <a:ext cx="455117" cy="40304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78" name="Title 1">
              <a:extLst>
                <a:ext uri="{FF2B5EF4-FFF2-40B4-BE49-F238E27FC236}">
                  <a16:creationId xmlns:a16="http://schemas.microsoft.com/office/drawing/2014/main" id="{749BDE8B-75D2-9043-8AF7-B3DF1DBF464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450177" y="3916545"/>
              <a:ext cx="1286013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 </a:t>
              </a:r>
              <a:r>
                <a:rPr lang="en-IN" sz="20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34652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Oval 90">
            <a:extLst>
              <a:ext uri="{FF2B5EF4-FFF2-40B4-BE49-F238E27FC236}">
                <a16:creationId xmlns:a16="http://schemas.microsoft.com/office/drawing/2014/main" id="{FD89DB80-11C0-8F4E-B43E-4F00EECAC32F}"/>
              </a:ext>
            </a:extLst>
          </p:cNvPr>
          <p:cNvSpPr>
            <a:spLocks noChangeAspect="1"/>
          </p:cNvSpPr>
          <p:nvPr/>
        </p:nvSpPr>
        <p:spPr>
          <a:xfrm>
            <a:off x="4227564" y="1742601"/>
            <a:ext cx="3736872" cy="373687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90500" sx="105000" sy="105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DDDE298-951E-0046-9C5E-464D986BB83D}"/>
              </a:ext>
            </a:extLst>
          </p:cNvPr>
          <p:cNvSpPr txBox="1"/>
          <p:nvPr/>
        </p:nvSpPr>
        <p:spPr>
          <a:xfrm>
            <a:off x="3554964" y="587531"/>
            <a:ext cx="508207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RING </a:t>
            </a:r>
            <a:r>
              <a:rPr lang="en-US" sz="3200" b="1" dirty="0">
                <a:solidFill>
                  <a:schemeClr val="tx2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INFOGRAPHICS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58FBDC7-501C-FD49-9D78-E748C22C1FE5}"/>
              </a:ext>
            </a:extLst>
          </p:cNvPr>
          <p:cNvGrpSpPr/>
          <p:nvPr/>
        </p:nvGrpSpPr>
        <p:grpSpPr>
          <a:xfrm>
            <a:off x="5664520" y="1132546"/>
            <a:ext cx="862961" cy="50044"/>
            <a:chOff x="5012716" y="1129776"/>
            <a:chExt cx="3148718" cy="103072"/>
          </a:xfr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0" scaled="0"/>
          </a:gradFill>
        </p:grpSpPr>
        <p:sp>
          <p:nvSpPr>
            <p:cNvPr id="6" name="Rounded Rectangle 5">
              <a:extLst>
                <a:ext uri="{FF2B5EF4-FFF2-40B4-BE49-F238E27FC236}">
                  <a16:creationId xmlns:a16="http://schemas.microsoft.com/office/drawing/2014/main" id="{DB215920-54E6-3544-BC53-43B2316564BA}"/>
                </a:ext>
              </a:extLst>
            </p:cNvPr>
            <p:cNvSpPr/>
            <p:nvPr/>
          </p:nvSpPr>
          <p:spPr>
            <a:xfrm>
              <a:off x="5012716" y="1129776"/>
              <a:ext cx="1623093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Rounded Rectangle 6">
              <a:extLst>
                <a:ext uri="{FF2B5EF4-FFF2-40B4-BE49-F238E27FC236}">
                  <a16:creationId xmlns:a16="http://schemas.microsoft.com/office/drawing/2014/main" id="{719BD315-4386-BB46-9DCB-8D1F8A1CE774}"/>
                </a:ext>
              </a:extLst>
            </p:cNvPr>
            <p:cNvSpPr/>
            <p:nvPr/>
          </p:nvSpPr>
          <p:spPr>
            <a:xfrm>
              <a:off x="6910165" y="1129776"/>
              <a:ext cx="660462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Rounded Rectangle 7">
              <a:extLst>
                <a:ext uri="{FF2B5EF4-FFF2-40B4-BE49-F238E27FC236}">
                  <a16:creationId xmlns:a16="http://schemas.microsoft.com/office/drawing/2014/main" id="{212DF0BE-CD84-634A-8DE2-3DA002E50ECC}"/>
                </a:ext>
              </a:extLst>
            </p:cNvPr>
            <p:cNvSpPr/>
            <p:nvPr/>
          </p:nvSpPr>
          <p:spPr>
            <a:xfrm>
              <a:off x="7831205" y="1129776"/>
              <a:ext cx="330229" cy="10307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9EC6723B-39AC-9446-8181-CEC11F3960B1}"/>
              </a:ext>
            </a:extLst>
          </p:cNvPr>
          <p:cNvSpPr/>
          <p:nvPr/>
        </p:nvSpPr>
        <p:spPr>
          <a:xfrm rot="10800000">
            <a:off x="4192573" y="1725308"/>
            <a:ext cx="2239567" cy="1881592"/>
          </a:xfrm>
          <a:custGeom>
            <a:avLst/>
            <a:gdLst>
              <a:gd name="connsiteX0" fmla="*/ 370825 w 2466521"/>
              <a:gd name="connsiteY0" fmla="*/ 2072270 h 2072270"/>
              <a:gd name="connsiteX1" fmla="*/ 303147 w 2466521"/>
              <a:gd name="connsiteY1" fmla="*/ 2068853 h 2072270"/>
              <a:gd name="connsiteX2" fmla="*/ 284239 w 2466521"/>
              <a:gd name="connsiteY2" fmla="*/ 2066281 h 2072270"/>
              <a:gd name="connsiteX3" fmla="*/ 47099 w 2466521"/>
              <a:gd name="connsiteY3" fmla="*/ 1877727 h 2072270"/>
              <a:gd name="connsiteX4" fmla="*/ 62381 w 2466521"/>
              <a:gd name="connsiteY4" fmla="*/ 1481505 h 2072270"/>
              <a:gd name="connsiteX5" fmla="*/ 215929 w 2466521"/>
              <a:gd name="connsiteY5" fmla="*/ 1344762 h 2072270"/>
              <a:gd name="connsiteX6" fmla="*/ 307716 w 2466521"/>
              <a:gd name="connsiteY6" fmla="*/ 1313682 h 2072270"/>
              <a:gd name="connsiteX7" fmla="*/ 370825 w 2466521"/>
              <a:gd name="connsiteY7" fmla="*/ 1316868 h 2072270"/>
              <a:gd name="connsiteX8" fmla="*/ 1705439 w 2466521"/>
              <a:gd name="connsiteY8" fmla="*/ 112493 h 2072270"/>
              <a:gd name="connsiteX9" fmla="*/ 1709142 w 2466521"/>
              <a:gd name="connsiteY9" fmla="*/ 39163 h 2072270"/>
              <a:gd name="connsiteX10" fmla="*/ 1718451 w 2466521"/>
              <a:gd name="connsiteY10" fmla="*/ 53001 h 2072270"/>
              <a:gd name="connsiteX11" fmla="*/ 1815545 w 2466521"/>
              <a:gd name="connsiteY11" fmla="*/ 136486 h 2072270"/>
              <a:gd name="connsiteX12" fmla="*/ 2300446 w 2466521"/>
              <a:gd name="connsiteY12" fmla="*/ 155189 h 2072270"/>
              <a:gd name="connsiteX13" fmla="*/ 2403682 w 2466521"/>
              <a:gd name="connsiteY13" fmla="*/ 79431 h 2072270"/>
              <a:gd name="connsiteX14" fmla="*/ 2466521 w 2466521"/>
              <a:gd name="connsiteY14" fmla="*/ 0 h 2072270"/>
              <a:gd name="connsiteX15" fmla="*/ 2456941 w 2466521"/>
              <a:gd name="connsiteY15" fmla="*/ 189728 h 2072270"/>
              <a:gd name="connsiteX16" fmla="*/ 370825 w 2466521"/>
              <a:gd name="connsiteY16" fmla="*/ 2072270 h 207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66521" h="2072270">
                <a:moveTo>
                  <a:pt x="370825" y="2072270"/>
                </a:moveTo>
                <a:lnTo>
                  <a:pt x="303147" y="2068853"/>
                </a:lnTo>
                <a:lnTo>
                  <a:pt x="284239" y="2066281"/>
                </a:lnTo>
                <a:cubicBezTo>
                  <a:pt x="184305" y="2038557"/>
                  <a:pt x="98017" y="1971400"/>
                  <a:pt x="47099" y="1877727"/>
                </a:cubicBezTo>
                <a:cubicBezTo>
                  <a:pt x="-20793" y="1752830"/>
                  <a:pt x="-14929" y="1600802"/>
                  <a:pt x="62381" y="1481505"/>
                </a:cubicBezTo>
                <a:cubicBezTo>
                  <a:pt x="101036" y="1421857"/>
                  <a:pt x="154456" y="1375169"/>
                  <a:pt x="215929" y="1344762"/>
                </a:cubicBezTo>
                <a:lnTo>
                  <a:pt x="307716" y="1313682"/>
                </a:lnTo>
                <a:lnTo>
                  <a:pt x="370825" y="1316868"/>
                </a:lnTo>
                <a:cubicBezTo>
                  <a:pt x="1065430" y="1316868"/>
                  <a:pt x="1636739" y="788972"/>
                  <a:pt x="1705439" y="112493"/>
                </a:cubicBezTo>
                <a:lnTo>
                  <a:pt x="1709142" y="39163"/>
                </a:lnTo>
                <a:lnTo>
                  <a:pt x="1718451" y="53001"/>
                </a:lnTo>
                <a:cubicBezTo>
                  <a:pt x="1746512" y="84662"/>
                  <a:pt x="1779046" y="112833"/>
                  <a:pt x="1815545" y="136486"/>
                </a:cubicBezTo>
                <a:cubicBezTo>
                  <a:pt x="1961542" y="231099"/>
                  <a:pt x="2147595" y="238275"/>
                  <a:pt x="2300446" y="155189"/>
                </a:cubicBezTo>
                <a:cubicBezTo>
                  <a:pt x="2338659" y="134418"/>
                  <a:pt x="2373266" y="108837"/>
                  <a:pt x="2403682" y="79431"/>
                </a:cubicBezTo>
                <a:lnTo>
                  <a:pt x="2466521" y="0"/>
                </a:lnTo>
                <a:lnTo>
                  <a:pt x="2456941" y="189728"/>
                </a:lnTo>
                <a:cubicBezTo>
                  <a:pt x="2349556" y="1247124"/>
                  <a:pt x="1456552" y="2072270"/>
                  <a:pt x="370825" y="207227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 dirty="0">
              <a:solidFill>
                <a:schemeClr val="tx1"/>
              </a:solidFill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48985A91-CA82-1D41-A0CB-A924F10153AB}"/>
              </a:ext>
            </a:extLst>
          </p:cNvPr>
          <p:cNvSpPr/>
          <p:nvPr/>
        </p:nvSpPr>
        <p:spPr>
          <a:xfrm rot="10800000">
            <a:off x="6308892" y="1745530"/>
            <a:ext cx="1690536" cy="2179363"/>
          </a:xfrm>
          <a:custGeom>
            <a:avLst/>
            <a:gdLst>
              <a:gd name="connsiteX0" fmla="*/ 1807547 w 1861852"/>
              <a:gd name="connsiteY0" fmla="*/ 2400216 h 2400216"/>
              <a:gd name="connsiteX1" fmla="*/ 1674335 w 1861852"/>
              <a:gd name="connsiteY1" fmla="*/ 2379885 h 2400216"/>
              <a:gd name="connsiteX2" fmla="*/ 0 w 1861852"/>
              <a:gd name="connsiteY2" fmla="*/ 325545 h 2400216"/>
              <a:gd name="connsiteX3" fmla="*/ 1464 w 1861852"/>
              <a:gd name="connsiteY3" fmla="*/ 296556 h 2400216"/>
              <a:gd name="connsiteX4" fmla="*/ 3139 w 1861852"/>
              <a:gd name="connsiteY4" fmla="*/ 284239 h 2400216"/>
              <a:gd name="connsiteX5" fmla="*/ 191693 w 1861852"/>
              <a:gd name="connsiteY5" fmla="*/ 47099 h 2400216"/>
              <a:gd name="connsiteX6" fmla="*/ 587915 w 1861852"/>
              <a:gd name="connsiteY6" fmla="*/ 62381 h 2400216"/>
              <a:gd name="connsiteX7" fmla="*/ 724658 w 1861852"/>
              <a:gd name="connsiteY7" fmla="*/ 215929 h 2400216"/>
              <a:gd name="connsiteX8" fmla="*/ 756229 w 1861852"/>
              <a:gd name="connsiteY8" fmla="*/ 309165 h 2400216"/>
              <a:gd name="connsiteX9" fmla="*/ 755402 w 1861852"/>
              <a:gd name="connsiteY9" fmla="*/ 325545 h 2400216"/>
              <a:gd name="connsiteX10" fmla="*/ 1826575 w 1861852"/>
              <a:gd name="connsiteY10" fmla="*/ 1639830 h 2400216"/>
              <a:gd name="connsiteX11" fmla="*/ 1861852 w 1861852"/>
              <a:gd name="connsiteY11" fmla="*/ 1645214 h 2400216"/>
              <a:gd name="connsiteX12" fmla="*/ 1799125 w 1861852"/>
              <a:gd name="connsiteY12" fmla="*/ 1687413 h 2400216"/>
              <a:gd name="connsiteX13" fmla="*/ 1715640 w 1861852"/>
              <a:gd name="connsiteY13" fmla="*/ 1784507 h 2400216"/>
              <a:gd name="connsiteX14" fmla="*/ 1696937 w 1861852"/>
              <a:gd name="connsiteY14" fmla="*/ 2269408 h 2400216"/>
              <a:gd name="connsiteX15" fmla="*/ 1772695 w 1861852"/>
              <a:gd name="connsiteY15" fmla="*/ 2372644 h 2400216"/>
              <a:gd name="connsiteX16" fmla="*/ 1807547 w 1861852"/>
              <a:gd name="connsiteY16" fmla="*/ 2400216 h 24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61852" h="2400216">
                <a:moveTo>
                  <a:pt x="1807547" y="2400216"/>
                </a:moveTo>
                <a:lnTo>
                  <a:pt x="1674335" y="2379885"/>
                </a:lnTo>
                <a:cubicBezTo>
                  <a:pt x="718794" y="2184353"/>
                  <a:pt x="0" y="1338891"/>
                  <a:pt x="0" y="325545"/>
                </a:cubicBezTo>
                <a:lnTo>
                  <a:pt x="1464" y="296556"/>
                </a:lnTo>
                <a:lnTo>
                  <a:pt x="3139" y="284239"/>
                </a:lnTo>
                <a:cubicBezTo>
                  <a:pt x="30863" y="184305"/>
                  <a:pt x="98020" y="98017"/>
                  <a:pt x="191693" y="47099"/>
                </a:cubicBezTo>
                <a:cubicBezTo>
                  <a:pt x="316590" y="-20793"/>
                  <a:pt x="468618" y="-14929"/>
                  <a:pt x="587915" y="62381"/>
                </a:cubicBezTo>
                <a:cubicBezTo>
                  <a:pt x="647564" y="101036"/>
                  <a:pt x="694251" y="154456"/>
                  <a:pt x="724658" y="215929"/>
                </a:cubicBezTo>
                <a:lnTo>
                  <a:pt x="756229" y="309165"/>
                </a:lnTo>
                <a:lnTo>
                  <a:pt x="755402" y="325545"/>
                </a:lnTo>
                <a:cubicBezTo>
                  <a:pt x="755402" y="973843"/>
                  <a:pt x="1215258" y="1514736"/>
                  <a:pt x="1826575" y="1639830"/>
                </a:cubicBezTo>
                <a:lnTo>
                  <a:pt x="1861852" y="1645214"/>
                </a:lnTo>
                <a:lnTo>
                  <a:pt x="1799125" y="1687413"/>
                </a:lnTo>
                <a:cubicBezTo>
                  <a:pt x="1767464" y="1715474"/>
                  <a:pt x="1739293" y="1748008"/>
                  <a:pt x="1715640" y="1784507"/>
                </a:cubicBezTo>
                <a:cubicBezTo>
                  <a:pt x="1621027" y="1930504"/>
                  <a:pt x="1613851" y="2116557"/>
                  <a:pt x="1696937" y="2269408"/>
                </a:cubicBezTo>
                <a:cubicBezTo>
                  <a:pt x="1717709" y="2307621"/>
                  <a:pt x="1743290" y="2342228"/>
                  <a:pt x="1772695" y="2372644"/>
                </a:cubicBezTo>
                <a:lnTo>
                  <a:pt x="1807547" y="2400216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000000" scaled="0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>
              <a:solidFill>
                <a:schemeClr val="tx1"/>
              </a:solidFill>
            </a:endParaRP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5757D6BE-B845-A34C-A932-C61DF82EE1E8}"/>
              </a:ext>
            </a:extLst>
          </p:cNvPr>
          <p:cNvSpPr/>
          <p:nvPr/>
        </p:nvSpPr>
        <p:spPr>
          <a:xfrm rot="10800000">
            <a:off x="4200881" y="3492487"/>
            <a:ext cx="1673272" cy="2016700"/>
          </a:xfrm>
          <a:custGeom>
            <a:avLst/>
            <a:gdLst>
              <a:gd name="connsiteX0" fmla="*/ 1444238 w 1842839"/>
              <a:gd name="connsiteY0" fmla="*/ 2220782 h 2221070"/>
              <a:gd name="connsiteX1" fmla="*/ 1248227 w 1842839"/>
              <a:gd name="connsiteY1" fmla="*/ 2158690 h 2221070"/>
              <a:gd name="connsiteX2" fmla="*/ 1111484 w 1842839"/>
              <a:gd name="connsiteY2" fmla="*/ 2005141 h 2221070"/>
              <a:gd name="connsiteX3" fmla="*/ 1091568 w 1842839"/>
              <a:gd name="connsiteY3" fmla="*/ 1946324 h 2221070"/>
              <a:gd name="connsiteX4" fmla="*/ 1090906 w 1842839"/>
              <a:gd name="connsiteY4" fmla="*/ 1933225 h 2221070"/>
              <a:gd name="connsiteX5" fmla="*/ 1073259 w 1842839"/>
              <a:gd name="connsiteY5" fmla="*/ 1817593 h 2221070"/>
              <a:gd name="connsiteX6" fmla="*/ 1072426 w 1842839"/>
              <a:gd name="connsiteY6" fmla="*/ 1803275 h 2221070"/>
              <a:gd name="connsiteX7" fmla="*/ 1071057 w 1842839"/>
              <a:gd name="connsiteY7" fmla="*/ 1803169 h 2221070"/>
              <a:gd name="connsiteX8" fmla="*/ 1070577 w 1842839"/>
              <a:gd name="connsiteY8" fmla="*/ 1800023 h 2221070"/>
              <a:gd name="connsiteX9" fmla="*/ 26659 w 1842839"/>
              <a:gd name="connsiteY9" fmla="*/ 756105 h 2221070"/>
              <a:gd name="connsiteX10" fmla="*/ 0 w 1842839"/>
              <a:gd name="connsiteY10" fmla="*/ 752036 h 2221070"/>
              <a:gd name="connsiteX11" fmla="*/ 71201 w 1842839"/>
              <a:gd name="connsiteY11" fmla="*/ 704136 h 2221070"/>
              <a:gd name="connsiteX12" fmla="*/ 154686 w 1842839"/>
              <a:gd name="connsiteY12" fmla="*/ 607042 h 2221070"/>
              <a:gd name="connsiteX13" fmla="*/ 173389 w 1842839"/>
              <a:gd name="connsiteY13" fmla="*/ 122141 h 2221070"/>
              <a:gd name="connsiteX14" fmla="*/ 97631 w 1842839"/>
              <a:gd name="connsiteY14" fmla="*/ 18905 h 2221070"/>
              <a:gd name="connsiteX15" fmla="*/ 73735 w 1842839"/>
              <a:gd name="connsiteY15" fmla="*/ 0 h 2221070"/>
              <a:gd name="connsiteX16" fmla="*/ 178899 w 1842839"/>
              <a:gd name="connsiteY16" fmla="*/ 16050 h 2221070"/>
              <a:gd name="connsiteX17" fmla="*/ 1842408 w 1842839"/>
              <a:gd name="connsiteY17" fmla="*/ 1855990 h 2221070"/>
              <a:gd name="connsiteX18" fmla="*/ 1842839 w 1842839"/>
              <a:gd name="connsiteY18" fmla="*/ 1864516 h 2221070"/>
              <a:gd name="connsiteX19" fmla="*/ 1833003 w 1842839"/>
              <a:gd name="connsiteY19" fmla="*/ 1936832 h 2221070"/>
              <a:gd name="connsiteX20" fmla="*/ 1644449 w 1842839"/>
              <a:gd name="connsiteY20" fmla="*/ 2173972 h 2221070"/>
              <a:gd name="connsiteX21" fmla="*/ 1444238 w 1842839"/>
              <a:gd name="connsiteY21" fmla="*/ 2220782 h 2221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842839" h="2221070">
                <a:moveTo>
                  <a:pt x="1444238" y="2220782"/>
                </a:moveTo>
                <a:cubicBezTo>
                  <a:pt x="1375707" y="2218139"/>
                  <a:pt x="1307876" y="2197345"/>
                  <a:pt x="1248227" y="2158690"/>
                </a:cubicBezTo>
                <a:cubicBezTo>
                  <a:pt x="1188579" y="2120035"/>
                  <a:pt x="1141891" y="2066615"/>
                  <a:pt x="1111484" y="2005141"/>
                </a:cubicBezTo>
                <a:lnTo>
                  <a:pt x="1091568" y="1946324"/>
                </a:lnTo>
                <a:lnTo>
                  <a:pt x="1090906" y="1933225"/>
                </a:lnTo>
                <a:lnTo>
                  <a:pt x="1073259" y="1817593"/>
                </a:lnTo>
                <a:lnTo>
                  <a:pt x="1072426" y="1803275"/>
                </a:lnTo>
                <a:lnTo>
                  <a:pt x="1071057" y="1803169"/>
                </a:lnTo>
                <a:lnTo>
                  <a:pt x="1070577" y="1800023"/>
                </a:lnTo>
                <a:cubicBezTo>
                  <a:pt x="963354" y="1276037"/>
                  <a:pt x="550645" y="863328"/>
                  <a:pt x="26659" y="756105"/>
                </a:cubicBezTo>
                <a:lnTo>
                  <a:pt x="0" y="752036"/>
                </a:lnTo>
                <a:lnTo>
                  <a:pt x="71201" y="704136"/>
                </a:lnTo>
                <a:cubicBezTo>
                  <a:pt x="102862" y="676075"/>
                  <a:pt x="131033" y="643541"/>
                  <a:pt x="154686" y="607042"/>
                </a:cubicBezTo>
                <a:cubicBezTo>
                  <a:pt x="249299" y="461045"/>
                  <a:pt x="256475" y="274992"/>
                  <a:pt x="173389" y="122141"/>
                </a:cubicBezTo>
                <a:cubicBezTo>
                  <a:pt x="152618" y="83928"/>
                  <a:pt x="127037" y="49321"/>
                  <a:pt x="97631" y="18905"/>
                </a:cubicBezTo>
                <a:lnTo>
                  <a:pt x="73735" y="0"/>
                </a:lnTo>
                <a:lnTo>
                  <a:pt x="178899" y="16050"/>
                </a:lnTo>
                <a:cubicBezTo>
                  <a:pt x="1066187" y="197616"/>
                  <a:pt x="1749341" y="939580"/>
                  <a:pt x="1842408" y="1855990"/>
                </a:cubicBezTo>
                <a:lnTo>
                  <a:pt x="1842839" y="1864516"/>
                </a:lnTo>
                <a:lnTo>
                  <a:pt x="1833003" y="1936832"/>
                </a:lnTo>
                <a:cubicBezTo>
                  <a:pt x="1805279" y="2036766"/>
                  <a:pt x="1738122" y="2123054"/>
                  <a:pt x="1644449" y="2173972"/>
                </a:cubicBezTo>
                <a:cubicBezTo>
                  <a:pt x="1582001" y="2207918"/>
                  <a:pt x="1512769" y="2223425"/>
                  <a:pt x="1444238" y="222078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>
              <a:solidFill>
                <a:schemeClr val="tx1"/>
              </a:solidFill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F85FD253-FB7A-9949-A5BB-D5E3051AFA7D}"/>
              </a:ext>
            </a:extLst>
          </p:cNvPr>
          <p:cNvSpPr/>
          <p:nvPr/>
        </p:nvSpPr>
        <p:spPr>
          <a:xfrm rot="10800000">
            <a:off x="5743214" y="3806115"/>
            <a:ext cx="2243149" cy="1727181"/>
          </a:xfrm>
          <a:custGeom>
            <a:avLst/>
            <a:gdLst>
              <a:gd name="connsiteX0" fmla="*/ 756723 w 2470467"/>
              <a:gd name="connsiteY0" fmla="*/ 1902212 h 1902212"/>
              <a:gd name="connsiteX1" fmla="*/ 717833 w 2470467"/>
              <a:gd name="connsiteY1" fmla="*/ 1844405 h 1902212"/>
              <a:gd name="connsiteX2" fmla="*/ 620739 w 2470467"/>
              <a:gd name="connsiteY2" fmla="*/ 1760920 h 1902212"/>
              <a:gd name="connsiteX3" fmla="*/ 135838 w 2470467"/>
              <a:gd name="connsiteY3" fmla="*/ 1742217 h 1902212"/>
              <a:gd name="connsiteX4" fmla="*/ 32602 w 2470467"/>
              <a:gd name="connsiteY4" fmla="*/ 1817975 h 1902212"/>
              <a:gd name="connsiteX5" fmla="*/ 0 w 2470467"/>
              <a:gd name="connsiteY5" fmla="*/ 1859186 h 1902212"/>
              <a:gd name="connsiteX6" fmla="*/ 28211 w 2470467"/>
              <a:gd name="connsiteY6" fmla="*/ 1674335 h 1902212"/>
              <a:gd name="connsiteX7" fmla="*/ 2082551 w 2470467"/>
              <a:gd name="connsiteY7" fmla="*/ 0 h 1902212"/>
              <a:gd name="connsiteX8" fmla="*/ 2195875 w 2470467"/>
              <a:gd name="connsiteY8" fmla="*/ 5722 h 1902212"/>
              <a:gd name="connsiteX9" fmla="*/ 2280810 w 2470467"/>
              <a:gd name="connsiteY9" fmla="*/ 41993 h 1902212"/>
              <a:gd name="connsiteX10" fmla="*/ 2423369 w 2470467"/>
              <a:gd name="connsiteY10" fmla="*/ 190157 h 1902212"/>
              <a:gd name="connsiteX11" fmla="*/ 2408087 w 2470467"/>
              <a:gd name="connsiteY11" fmla="*/ 586379 h 1902212"/>
              <a:gd name="connsiteX12" fmla="*/ 2157128 w 2470467"/>
              <a:gd name="connsiteY12" fmla="*/ 756107 h 1902212"/>
              <a:gd name="connsiteX13" fmla="*/ 2128954 w 2470467"/>
              <a:gd name="connsiteY13" fmla="*/ 757745 h 1902212"/>
              <a:gd name="connsiteX14" fmla="*/ 2082551 w 2470467"/>
              <a:gd name="connsiteY14" fmla="*/ 755402 h 1902212"/>
              <a:gd name="connsiteX15" fmla="*/ 768266 w 2470467"/>
              <a:gd name="connsiteY15" fmla="*/ 1826575 h 1902212"/>
              <a:gd name="connsiteX16" fmla="*/ 756723 w 2470467"/>
              <a:gd name="connsiteY16" fmla="*/ 1902212 h 1902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70467" h="1902212">
                <a:moveTo>
                  <a:pt x="756723" y="1902212"/>
                </a:moveTo>
                <a:lnTo>
                  <a:pt x="717833" y="1844405"/>
                </a:lnTo>
                <a:cubicBezTo>
                  <a:pt x="689772" y="1812744"/>
                  <a:pt x="657238" y="1784573"/>
                  <a:pt x="620739" y="1760920"/>
                </a:cubicBezTo>
                <a:cubicBezTo>
                  <a:pt x="474742" y="1666307"/>
                  <a:pt x="288689" y="1659131"/>
                  <a:pt x="135838" y="1742217"/>
                </a:cubicBezTo>
                <a:cubicBezTo>
                  <a:pt x="97625" y="1762989"/>
                  <a:pt x="63018" y="1788570"/>
                  <a:pt x="32602" y="1817975"/>
                </a:cubicBezTo>
                <a:lnTo>
                  <a:pt x="0" y="1859186"/>
                </a:lnTo>
                <a:lnTo>
                  <a:pt x="28211" y="1674335"/>
                </a:lnTo>
                <a:cubicBezTo>
                  <a:pt x="223744" y="718794"/>
                  <a:pt x="1069206" y="0"/>
                  <a:pt x="2082551" y="0"/>
                </a:cubicBezTo>
                <a:lnTo>
                  <a:pt x="2195875" y="5722"/>
                </a:lnTo>
                <a:lnTo>
                  <a:pt x="2280810" y="41993"/>
                </a:lnTo>
                <a:cubicBezTo>
                  <a:pt x="2339758" y="77045"/>
                  <a:pt x="2389424" y="127708"/>
                  <a:pt x="2423369" y="190157"/>
                </a:cubicBezTo>
                <a:cubicBezTo>
                  <a:pt x="2491261" y="315054"/>
                  <a:pt x="2485397" y="467082"/>
                  <a:pt x="2408087" y="586379"/>
                </a:cubicBezTo>
                <a:cubicBezTo>
                  <a:pt x="2350105" y="675852"/>
                  <a:pt x="2258900" y="736163"/>
                  <a:pt x="2157128" y="756107"/>
                </a:cubicBezTo>
                <a:lnTo>
                  <a:pt x="2128954" y="757745"/>
                </a:lnTo>
                <a:lnTo>
                  <a:pt x="2082551" y="755402"/>
                </a:lnTo>
                <a:cubicBezTo>
                  <a:pt x="1434253" y="755402"/>
                  <a:pt x="893360" y="1215258"/>
                  <a:pt x="768266" y="1826575"/>
                </a:cubicBezTo>
                <a:lnTo>
                  <a:pt x="756723" y="1902212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>
              <a:solidFill>
                <a:schemeClr val="tx1"/>
              </a:solidFill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79B7FD95-475E-5143-BE2E-FBB34962F589}"/>
              </a:ext>
            </a:extLst>
          </p:cNvPr>
          <p:cNvSpPr/>
          <p:nvPr/>
        </p:nvSpPr>
        <p:spPr>
          <a:xfrm>
            <a:off x="6494682" y="2133097"/>
            <a:ext cx="1131019" cy="983546"/>
          </a:xfrm>
          <a:custGeom>
            <a:avLst/>
            <a:gdLst>
              <a:gd name="connsiteX0" fmla="*/ 3710 w 1245635"/>
              <a:gd name="connsiteY0" fmla="*/ 0 h 1083217"/>
              <a:gd name="connsiteX1" fmla="*/ 148337 w 1245635"/>
              <a:gd name="connsiteY1" fmla="*/ 37188 h 1083217"/>
              <a:gd name="connsiteX2" fmla="*/ 1223559 w 1245635"/>
              <a:gd name="connsiteY2" fmla="*/ 1012048 h 1083217"/>
              <a:gd name="connsiteX3" fmla="*/ 1245635 w 1245635"/>
              <a:gd name="connsiteY3" fmla="*/ 1072364 h 1083217"/>
              <a:gd name="connsiteX4" fmla="*/ 1210672 w 1245635"/>
              <a:gd name="connsiteY4" fmla="*/ 1083217 h 1083217"/>
              <a:gd name="connsiteX5" fmla="*/ 1189837 w 1245635"/>
              <a:gd name="connsiteY5" fmla="*/ 1026293 h 1083217"/>
              <a:gd name="connsiteX6" fmla="*/ 137454 w 1245635"/>
              <a:gd name="connsiteY6" fmla="*/ 72140 h 1083217"/>
              <a:gd name="connsiteX7" fmla="*/ 0 w 1245635"/>
              <a:gd name="connsiteY7" fmla="*/ 36796 h 1083217"/>
              <a:gd name="connsiteX8" fmla="*/ 3710 w 1245635"/>
              <a:gd name="connsiteY8" fmla="*/ 0 h 1083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5635" h="1083217">
                <a:moveTo>
                  <a:pt x="3710" y="0"/>
                </a:moveTo>
                <a:lnTo>
                  <a:pt x="148337" y="37188"/>
                </a:lnTo>
                <a:cubicBezTo>
                  <a:pt x="633904" y="188215"/>
                  <a:pt x="1027387" y="548244"/>
                  <a:pt x="1223559" y="1012048"/>
                </a:cubicBezTo>
                <a:lnTo>
                  <a:pt x="1245635" y="1072364"/>
                </a:lnTo>
                <a:lnTo>
                  <a:pt x="1210672" y="1083217"/>
                </a:lnTo>
                <a:lnTo>
                  <a:pt x="1189837" y="1026293"/>
                </a:lnTo>
                <a:cubicBezTo>
                  <a:pt x="997832" y="572340"/>
                  <a:pt x="612706" y="219958"/>
                  <a:pt x="137454" y="72140"/>
                </a:cubicBezTo>
                <a:lnTo>
                  <a:pt x="0" y="36796"/>
                </a:lnTo>
                <a:lnTo>
                  <a:pt x="371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4ECFDC8E-3100-BC4A-B20F-E96362E157C8}"/>
              </a:ext>
            </a:extLst>
          </p:cNvPr>
          <p:cNvSpPr/>
          <p:nvPr/>
        </p:nvSpPr>
        <p:spPr>
          <a:xfrm>
            <a:off x="4539356" y="2089390"/>
            <a:ext cx="1064059" cy="1328354"/>
          </a:xfrm>
          <a:custGeom>
            <a:avLst/>
            <a:gdLst>
              <a:gd name="connsiteX0" fmla="*/ 1163227 w 1171889"/>
              <a:gd name="connsiteY0" fmla="*/ 0 h 1462967"/>
              <a:gd name="connsiteX1" fmla="*/ 1164400 w 1171889"/>
              <a:gd name="connsiteY1" fmla="*/ 11640 h 1462967"/>
              <a:gd name="connsiteX2" fmla="*/ 1171889 w 1171889"/>
              <a:gd name="connsiteY2" fmla="*/ 35764 h 1462967"/>
              <a:gd name="connsiteX3" fmla="*/ 1058066 w 1171889"/>
              <a:gd name="connsiteY3" fmla="*/ 77424 h 1462967"/>
              <a:gd name="connsiteX4" fmla="*/ 36803 w 1171889"/>
              <a:gd name="connsiteY4" fmla="*/ 1458865 h 1462967"/>
              <a:gd name="connsiteX5" fmla="*/ 36683 w 1171889"/>
              <a:gd name="connsiteY5" fmla="*/ 1461250 h 1462967"/>
              <a:gd name="connsiteX6" fmla="*/ 26857 w 1171889"/>
              <a:gd name="connsiteY6" fmla="*/ 1460259 h 1462967"/>
              <a:gd name="connsiteX7" fmla="*/ 0 w 1171889"/>
              <a:gd name="connsiteY7" fmla="*/ 1462967 h 1462967"/>
              <a:gd name="connsiteX8" fmla="*/ 396 w 1171889"/>
              <a:gd name="connsiteY8" fmla="*/ 1455123 h 1462967"/>
              <a:gd name="connsiteX9" fmla="*/ 1043822 w 1171889"/>
              <a:gd name="connsiteY9" fmla="*/ 43703 h 1462967"/>
              <a:gd name="connsiteX10" fmla="*/ 1163227 w 1171889"/>
              <a:gd name="connsiteY10" fmla="*/ 0 h 1462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71889" h="1462967">
                <a:moveTo>
                  <a:pt x="1163227" y="0"/>
                </a:moveTo>
                <a:lnTo>
                  <a:pt x="1164400" y="11640"/>
                </a:lnTo>
                <a:lnTo>
                  <a:pt x="1171889" y="35764"/>
                </a:lnTo>
                <a:lnTo>
                  <a:pt x="1058066" y="77424"/>
                </a:lnTo>
                <a:cubicBezTo>
                  <a:pt x="503235" y="312097"/>
                  <a:pt x="100134" y="835258"/>
                  <a:pt x="36803" y="1458865"/>
                </a:cubicBezTo>
                <a:lnTo>
                  <a:pt x="36683" y="1461250"/>
                </a:lnTo>
                <a:lnTo>
                  <a:pt x="26857" y="1460259"/>
                </a:lnTo>
                <a:lnTo>
                  <a:pt x="0" y="1462967"/>
                </a:lnTo>
                <a:lnTo>
                  <a:pt x="396" y="1455123"/>
                </a:lnTo>
                <a:cubicBezTo>
                  <a:pt x="65101" y="817983"/>
                  <a:pt x="476950" y="283469"/>
                  <a:pt x="1043822" y="43703"/>
                </a:cubicBezTo>
                <a:lnTo>
                  <a:pt x="1163227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7ACD92CE-D803-DD46-AA3A-C05DABE0F6B6}"/>
              </a:ext>
            </a:extLst>
          </p:cNvPr>
          <p:cNvSpPr/>
          <p:nvPr/>
        </p:nvSpPr>
        <p:spPr>
          <a:xfrm>
            <a:off x="6544899" y="3981620"/>
            <a:ext cx="1066391" cy="1217658"/>
          </a:xfrm>
          <a:custGeom>
            <a:avLst/>
            <a:gdLst>
              <a:gd name="connsiteX0" fmla="*/ 1138039 w 1174458"/>
              <a:gd name="connsiteY0" fmla="*/ 0 h 1341054"/>
              <a:gd name="connsiteX1" fmla="*/ 1174458 w 1174458"/>
              <a:gd name="connsiteY1" fmla="*/ 3672 h 1341054"/>
              <a:gd name="connsiteX2" fmla="*/ 1167502 w 1174458"/>
              <a:gd name="connsiteY2" fmla="*/ 49250 h 1341054"/>
              <a:gd name="connsiteX3" fmla="*/ 150185 w 1174458"/>
              <a:gd name="connsiteY3" fmla="*/ 1289593 h 1341054"/>
              <a:gd name="connsiteX4" fmla="*/ 9583 w 1174458"/>
              <a:gd name="connsiteY4" fmla="*/ 1341054 h 1341054"/>
              <a:gd name="connsiteX5" fmla="*/ 8903 w 1174458"/>
              <a:gd name="connsiteY5" fmla="*/ 1334310 h 1341054"/>
              <a:gd name="connsiteX6" fmla="*/ 0 w 1174458"/>
              <a:gd name="connsiteY6" fmla="*/ 1305627 h 1341054"/>
              <a:gd name="connsiteX7" fmla="*/ 135939 w 1174458"/>
              <a:gd name="connsiteY7" fmla="*/ 1255872 h 1341054"/>
              <a:gd name="connsiteX8" fmla="*/ 1131648 w 1174458"/>
              <a:gd name="connsiteY8" fmla="*/ 41874 h 1341054"/>
              <a:gd name="connsiteX9" fmla="*/ 1138039 w 1174458"/>
              <a:gd name="connsiteY9" fmla="*/ 0 h 1341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4458" h="1341054">
                <a:moveTo>
                  <a:pt x="1138039" y="0"/>
                </a:moveTo>
                <a:lnTo>
                  <a:pt x="1174458" y="3672"/>
                </a:lnTo>
                <a:lnTo>
                  <a:pt x="1167502" y="49250"/>
                </a:lnTo>
                <a:cubicBezTo>
                  <a:pt x="1052744" y="610061"/>
                  <a:pt x="665523" y="1071624"/>
                  <a:pt x="150185" y="1289593"/>
                </a:cubicBezTo>
                <a:lnTo>
                  <a:pt x="9583" y="1341054"/>
                </a:lnTo>
                <a:lnTo>
                  <a:pt x="8903" y="1334310"/>
                </a:lnTo>
                <a:lnTo>
                  <a:pt x="0" y="1305627"/>
                </a:lnTo>
                <a:lnTo>
                  <a:pt x="135939" y="1255872"/>
                </a:lnTo>
                <a:cubicBezTo>
                  <a:pt x="640331" y="1042533"/>
                  <a:pt x="1019327" y="590774"/>
                  <a:pt x="1131648" y="41874"/>
                </a:cubicBezTo>
                <a:lnTo>
                  <a:pt x="11380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E9114694-6D17-D24E-BD59-2AE6125D6293}"/>
              </a:ext>
            </a:extLst>
          </p:cNvPr>
          <p:cNvSpPr/>
          <p:nvPr/>
        </p:nvSpPr>
        <p:spPr>
          <a:xfrm>
            <a:off x="4615921" y="4266657"/>
            <a:ext cx="1064379" cy="863422"/>
          </a:xfrm>
          <a:custGeom>
            <a:avLst/>
            <a:gdLst>
              <a:gd name="connsiteX0" fmla="*/ 35304 w 1172242"/>
              <a:gd name="connsiteY0" fmla="*/ 0 h 950920"/>
              <a:gd name="connsiteX1" fmla="*/ 72353 w 1172242"/>
              <a:gd name="connsiteY1" fmla="*/ 76910 h 950920"/>
              <a:gd name="connsiteX2" fmla="*/ 1053723 w 1172242"/>
              <a:gd name="connsiteY2" fmla="*/ 883649 h 950920"/>
              <a:gd name="connsiteX3" fmla="*/ 1172242 w 1172242"/>
              <a:gd name="connsiteY3" fmla="*/ 914124 h 950920"/>
              <a:gd name="connsiteX4" fmla="*/ 1168532 w 1172242"/>
              <a:gd name="connsiteY4" fmla="*/ 950920 h 950920"/>
              <a:gd name="connsiteX5" fmla="*/ 1042842 w 1172242"/>
              <a:gd name="connsiteY5" fmla="*/ 918601 h 950920"/>
              <a:gd name="connsiteX6" fmla="*/ 40174 w 1172242"/>
              <a:gd name="connsiteY6" fmla="*/ 94354 h 950920"/>
              <a:gd name="connsiteX7" fmla="*/ 0 w 1172242"/>
              <a:gd name="connsiteY7" fmla="*/ 10958 h 950920"/>
              <a:gd name="connsiteX8" fmla="*/ 35304 w 1172242"/>
              <a:gd name="connsiteY8" fmla="*/ 0 h 950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2242" h="950920">
                <a:moveTo>
                  <a:pt x="35304" y="0"/>
                </a:moveTo>
                <a:lnTo>
                  <a:pt x="72353" y="76910"/>
                </a:lnTo>
                <a:cubicBezTo>
                  <a:pt x="280042" y="459230"/>
                  <a:pt x="631277" y="752255"/>
                  <a:pt x="1053723" y="883649"/>
                </a:cubicBezTo>
                <a:lnTo>
                  <a:pt x="1172242" y="914124"/>
                </a:lnTo>
                <a:lnTo>
                  <a:pt x="1168532" y="950920"/>
                </a:lnTo>
                <a:lnTo>
                  <a:pt x="1042842" y="918601"/>
                </a:lnTo>
                <a:cubicBezTo>
                  <a:pt x="611227" y="784355"/>
                  <a:pt x="252370" y="484972"/>
                  <a:pt x="40174" y="94354"/>
                </a:cubicBezTo>
                <a:lnTo>
                  <a:pt x="0" y="10958"/>
                </a:lnTo>
                <a:lnTo>
                  <a:pt x="3530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8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19CEC90-A3C5-C340-B9F2-7ECAE71F97A1}"/>
              </a:ext>
            </a:extLst>
          </p:cNvPr>
          <p:cNvGrpSpPr/>
          <p:nvPr/>
        </p:nvGrpSpPr>
        <p:grpSpPr>
          <a:xfrm>
            <a:off x="5450177" y="2983255"/>
            <a:ext cx="1286013" cy="1283402"/>
            <a:chOff x="5450177" y="3357724"/>
            <a:chExt cx="1286013" cy="1283402"/>
          </a:xfrm>
        </p:grpSpPr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3219E468-EC62-8848-8326-29C463A5DB9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0303" y="3357724"/>
              <a:ext cx="605761" cy="536456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26" name="Title 1">
              <a:extLst>
                <a:ext uri="{FF2B5EF4-FFF2-40B4-BE49-F238E27FC236}">
                  <a16:creationId xmlns:a16="http://schemas.microsoft.com/office/drawing/2014/main" id="{26D924C4-072F-A34F-B427-EEAC38966AB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450177" y="3994795"/>
              <a:ext cx="1286013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 </a:t>
              </a:r>
              <a:r>
                <a:rPr lang="en-IN" sz="20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B67E0B3-C232-044D-918C-5D220B221A4F}"/>
              </a:ext>
            </a:extLst>
          </p:cNvPr>
          <p:cNvGrpSpPr/>
          <p:nvPr/>
        </p:nvGrpSpPr>
        <p:grpSpPr>
          <a:xfrm flipH="1">
            <a:off x="1035774" y="2255752"/>
            <a:ext cx="2783072" cy="723275"/>
            <a:chOff x="7825488" y="1404017"/>
            <a:chExt cx="3368029" cy="723275"/>
          </a:xfrm>
        </p:grpSpPr>
        <p:sp>
          <p:nvSpPr>
            <p:cNvPr id="28" name="Inhaltsplatzhalter 4">
              <a:extLst>
                <a:ext uri="{FF2B5EF4-FFF2-40B4-BE49-F238E27FC236}">
                  <a16:creationId xmlns:a16="http://schemas.microsoft.com/office/drawing/2014/main" id="{BFA8AF48-0E2E-E94B-8A3A-B4B4D372EDC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EFDC23CC-CA84-3140-A6B6-3B5B3EC6722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09B864D-2B87-534D-91C0-F3F5D5C2EB6D}"/>
              </a:ext>
            </a:extLst>
          </p:cNvPr>
          <p:cNvGrpSpPr/>
          <p:nvPr/>
        </p:nvGrpSpPr>
        <p:grpSpPr>
          <a:xfrm flipH="1">
            <a:off x="1035774" y="4329326"/>
            <a:ext cx="2783072" cy="723275"/>
            <a:chOff x="7825488" y="1404017"/>
            <a:chExt cx="3368029" cy="723275"/>
          </a:xfrm>
        </p:grpSpPr>
        <p:sp>
          <p:nvSpPr>
            <p:cNvPr id="31" name="Inhaltsplatzhalter 4">
              <a:extLst>
                <a:ext uri="{FF2B5EF4-FFF2-40B4-BE49-F238E27FC236}">
                  <a16:creationId xmlns:a16="http://schemas.microsoft.com/office/drawing/2014/main" id="{2B0F67E0-D26B-F844-ACF9-B6FB074B548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91DBD11-04F6-D847-8F89-827DBAB80CF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6C201AE-54BF-AB45-B630-338036A782FD}"/>
              </a:ext>
            </a:extLst>
          </p:cNvPr>
          <p:cNvGrpSpPr/>
          <p:nvPr/>
        </p:nvGrpSpPr>
        <p:grpSpPr>
          <a:xfrm>
            <a:off x="8512382" y="2255752"/>
            <a:ext cx="2783072" cy="723275"/>
            <a:chOff x="7825488" y="1404017"/>
            <a:chExt cx="3368029" cy="723275"/>
          </a:xfrm>
        </p:grpSpPr>
        <p:sp>
          <p:nvSpPr>
            <p:cNvPr id="34" name="Inhaltsplatzhalter 4">
              <a:extLst>
                <a:ext uri="{FF2B5EF4-FFF2-40B4-BE49-F238E27FC236}">
                  <a16:creationId xmlns:a16="http://schemas.microsoft.com/office/drawing/2014/main" id="{6F77C778-379E-8A4F-82BC-B61AB9E2938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669AC098-C1C5-494E-A282-0315E5F57C5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6E57B8-19F1-D24E-A8BC-E1A0997F80FF}"/>
              </a:ext>
            </a:extLst>
          </p:cNvPr>
          <p:cNvGrpSpPr/>
          <p:nvPr/>
        </p:nvGrpSpPr>
        <p:grpSpPr>
          <a:xfrm>
            <a:off x="8512382" y="4329326"/>
            <a:ext cx="2783072" cy="723275"/>
            <a:chOff x="7825488" y="1404017"/>
            <a:chExt cx="3368029" cy="723275"/>
          </a:xfrm>
        </p:grpSpPr>
        <p:sp>
          <p:nvSpPr>
            <p:cNvPr id="37" name="Inhaltsplatzhalter 4">
              <a:extLst>
                <a:ext uri="{FF2B5EF4-FFF2-40B4-BE49-F238E27FC236}">
                  <a16:creationId xmlns:a16="http://schemas.microsoft.com/office/drawing/2014/main" id="{CB33240B-525E-7641-9278-ECCDB9E7E03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581E22EE-8080-4749-8057-D6BFC2B1CDE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Graphic 44">
            <a:extLst>
              <a:ext uri="{FF2B5EF4-FFF2-40B4-BE49-F238E27FC236}">
                <a16:creationId xmlns:a16="http://schemas.microsoft.com/office/drawing/2014/main" id="{716645EC-B215-574F-B21A-39D965F9D14D}"/>
              </a:ext>
            </a:extLst>
          </p:cNvPr>
          <p:cNvGrpSpPr>
            <a:grpSpLocks noChangeAspect="1"/>
          </p:cNvGrpSpPr>
          <p:nvPr/>
        </p:nvGrpSpPr>
        <p:grpSpPr>
          <a:xfrm>
            <a:off x="4323031" y="3634555"/>
            <a:ext cx="456400" cy="456400"/>
            <a:chOff x="5843453" y="1863715"/>
            <a:chExt cx="456400" cy="456400"/>
          </a:xfrm>
          <a:solidFill>
            <a:srgbClr val="FFFFFF"/>
          </a:solidFill>
        </p:grpSpPr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6AA8645D-2506-574D-8180-BDCABA462C92}"/>
                </a:ext>
              </a:extLst>
            </p:cNvPr>
            <p:cNvSpPr/>
            <p:nvPr/>
          </p:nvSpPr>
          <p:spPr>
            <a:xfrm>
              <a:off x="5843453" y="1863715"/>
              <a:ext cx="456400" cy="456400"/>
            </a:xfrm>
            <a:custGeom>
              <a:avLst/>
              <a:gdLst>
                <a:gd name="connsiteX0" fmla="*/ 228200 w 456400"/>
                <a:gd name="connsiteY0" fmla="*/ 456400 h 456400"/>
                <a:gd name="connsiteX1" fmla="*/ 0 w 456400"/>
                <a:gd name="connsiteY1" fmla="*/ 228200 h 456400"/>
                <a:gd name="connsiteX2" fmla="*/ 228200 w 456400"/>
                <a:gd name="connsiteY2" fmla="*/ 0 h 456400"/>
                <a:gd name="connsiteX3" fmla="*/ 456400 w 456400"/>
                <a:gd name="connsiteY3" fmla="*/ 228200 h 456400"/>
                <a:gd name="connsiteX4" fmla="*/ 228200 w 456400"/>
                <a:gd name="connsiteY4" fmla="*/ 456400 h 456400"/>
                <a:gd name="connsiteX5" fmla="*/ 228200 w 456400"/>
                <a:gd name="connsiteY5" fmla="*/ 15340 h 456400"/>
                <a:gd name="connsiteX6" fmla="*/ 15341 w 456400"/>
                <a:gd name="connsiteY6" fmla="*/ 227439 h 456400"/>
                <a:gd name="connsiteX7" fmla="*/ 227440 w 456400"/>
                <a:gd name="connsiteY7" fmla="*/ 440299 h 456400"/>
                <a:gd name="connsiteX8" fmla="*/ 440299 w 456400"/>
                <a:gd name="connsiteY8" fmla="*/ 228200 h 456400"/>
                <a:gd name="connsiteX9" fmla="*/ 228200 w 456400"/>
                <a:gd name="connsiteY9" fmla="*/ 15340 h 45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400" h="456400">
                  <a:moveTo>
                    <a:pt x="228200" y="456400"/>
                  </a:moveTo>
                  <a:cubicBezTo>
                    <a:pt x="102169" y="456400"/>
                    <a:pt x="0" y="354231"/>
                    <a:pt x="0" y="228200"/>
                  </a:cubicBezTo>
                  <a:cubicBezTo>
                    <a:pt x="0" y="102169"/>
                    <a:pt x="102169" y="0"/>
                    <a:pt x="228200" y="0"/>
                  </a:cubicBezTo>
                  <a:cubicBezTo>
                    <a:pt x="354231" y="0"/>
                    <a:pt x="456400" y="102169"/>
                    <a:pt x="456400" y="228200"/>
                  </a:cubicBezTo>
                  <a:cubicBezTo>
                    <a:pt x="456400" y="354231"/>
                    <a:pt x="354231" y="456400"/>
                    <a:pt x="228200" y="456400"/>
                  </a:cubicBezTo>
                  <a:close/>
                  <a:moveTo>
                    <a:pt x="228200" y="15340"/>
                  </a:moveTo>
                  <a:cubicBezTo>
                    <a:pt x="110851" y="15130"/>
                    <a:pt x="15551" y="110090"/>
                    <a:pt x="15341" y="227439"/>
                  </a:cubicBezTo>
                  <a:cubicBezTo>
                    <a:pt x="15131" y="344788"/>
                    <a:pt x="110091" y="440089"/>
                    <a:pt x="227440" y="440299"/>
                  </a:cubicBezTo>
                  <a:cubicBezTo>
                    <a:pt x="344789" y="440508"/>
                    <a:pt x="440089" y="345549"/>
                    <a:pt x="440299" y="228200"/>
                  </a:cubicBezTo>
                  <a:cubicBezTo>
                    <a:pt x="440370" y="110908"/>
                    <a:pt x="345491" y="15690"/>
                    <a:pt x="228200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9B9AA49F-05FC-524C-BEF4-2415D9893BAE}"/>
                </a:ext>
              </a:extLst>
            </p:cNvPr>
            <p:cNvSpPr/>
            <p:nvPr/>
          </p:nvSpPr>
          <p:spPr>
            <a:xfrm>
              <a:off x="5843453" y="1863715"/>
              <a:ext cx="456400" cy="456400"/>
            </a:xfrm>
            <a:custGeom>
              <a:avLst/>
              <a:gdLst>
                <a:gd name="connsiteX0" fmla="*/ 228200 w 456400"/>
                <a:gd name="connsiteY0" fmla="*/ 456400 h 456400"/>
                <a:gd name="connsiteX1" fmla="*/ 0 w 456400"/>
                <a:gd name="connsiteY1" fmla="*/ 228200 h 456400"/>
                <a:gd name="connsiteX2" fmla="*/ 228200 w 456400"/>
                <a:gd name="connsiteY2" fmla="*/ 0 h 456400"/>
                <a:gd name="connsiteX3" fmla="*/ 456400 w 456400"/>
                <a:gd name="connsiteY3" fmla="*/ 228200 h 456400"/>
                <a:gd name="connsiteX4" fmla="*/ 228200 w 456400"/>
                <a:gd name="connsiteY4" fmla="*/ 456400 h 456400"/>
                <a:gd name="connsiteX5" fmla="*/ 228200 w 456400"/>
                <a:gd name="connsiteY5" fmla="*/ 15340 h 456400"/>
                <a:gd name="connsiteX6" fmla="*/ 15341 w 456400"/>
                <a:gd name="connsiteY6" fmla="*/ 227439 h 456400"/>
                <a:gd name="connsiteX7" fmla="*/ 227440 w 456400"/>
                <a:gd name="connsiteY7" fmla="*/ 440299 h 456400"/>
                <a:gd name="connsiteX8" fmla="*/ 440299 w 456400"/>
                <a:gd name="connsiteY8" fmla="*/ 228200 h 456400"/>
                <a:gd name="connsiteX9" fmla="*/ 228200 w 456400"/>
                <a:gd name="connsiteY9" fmla="*/ 15340 h 45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400" h="456400">
                  <a:moveTo>
                    <a:pt x="228200" y="456400"/>
                  </a:moveTo>
                  <a:cubicBezTo>
                    <a:pt x="102169" y="456400"/>
                    <a:pt x="0" y="354231"/>
                    <a:pt x="0" y="228200"/>
                  </a:cubicBezTo>
                  <a:cubicBezTo>
                    <a:pt x="0" y="102169"/>
                    <a:pt x="102169" y="0"/>
                    <a:pt x="228200" y="0"/>
                  </a:cubicBezTo>
                  <a:cubicBezTo>
                    <a:pt x="354231" y="0"/>
                    <a:pt x="456400" y="102169"/>
                    <a:pt x="456400" y="228200"/>
                  </a:cubicBezTo>
                  <a:cubicBezTo>
                    <a:pt x="456400" y="354231"/>
                    <a:pt x="354231" y="456400"/>
                    <a:pt x="228200" y="456400"/>
                  </a:cubicBezTo>
                  <a:close/>
                  <a:moveTo>
                    <a:pt x="228200" y="15340"/>
                  </a:moveTo>
                  <a:cubicBezTo>
                    <a:pt x="110851" y="15130"/>
                    <a:pt x="15551" y="110090"/>
                    <a:pt x="15341" y="227439"/>
                  </a:cubicBezTo>
                  <a:cubicBezTo>
                    <a:pt x="15131" y="344788"/>
                    <a:pt x="110091" y="440089"/>
                    <a:pt x="227440" y="440299"/>
                  </a:cubicBezTo>
                  <a:cubicBezTo>
                    <a:pt x="344789" y="440508"/>
                    <a:pt x="440089" y="345549"/>
                    <a:pt x="440299" y="228200"/>
                  </a:cubicBezTo>
                  <a:cubicBezTo>
                    <a:pt x="440370" y="110908"/>
                    <a:pt x="345491" y="15690"/>
                    <a:pt x="228200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6D34315D-40EB-D844-A421-DAB109E21D52}"/>
                </a:ext>
              </a:extLst>
            </p:cNvPr>
            <p:cNvSpPr/>
            <p:nvPr/>
          </p:nvSpPr>
          <p:spPr>
            <a:xfrm>
              <a:off x="5954890" y="1863970"/>
              <a:ext cx="232510" cy="456144"/>
            </a:xfrm>
            <a:custGeom>
              <a:avLst/>
              <a:gdLst>
                <a:gd name="connsiteX0" fmla="*/ 116762 w 232510"/>
                <a:gd name="connsiteY0" fmla="*/ 456145 h 456144"/>
                <a:gd name="connsiteX1" fmla="*/ 55402 w 232510"/>
                <a:gd name="connsiteY1" fmla="*/ 447651 h 456144"/>
                <a:gd name="connsiteX2" fmla="*/ 52613 w 232510"/>
                <a:gd name="connsiteY2" fmla="*/ 446890 h 456144"/>
                <a:gd name="connsiteX3" fmla="*/ 50711 w 232510"/>
                <a:gd name="connsiteY3" fmla="*/ 443467 h 456144"/>
                <a:gd name="connsiteX4" fmla="*/ 0 w 232510"/>
                <a:gd name="connsiteY4" fmla="*/ 227184 h 456144"/>
                <a:gd name="connsiteX5" fmla="*/ 50711 w 232510"/>
                <a:gd name="connsiteY5" fmla="*/ 11662 h 456144"/>
                <a:gd name="connsiteX6" fmla="*/ 52232 w 232510"/>
                <a:gd name="connsiteY6" fmla="*/ 9253 h 456144"/>
                <a:gd name="connsiteX7" fmla="*/ 55022 w 232510"/>
                <a:gd name="connsiteY7" fmla="*/ 8366 h 456144"/>
                <a:gd name="connsiteX8" fmla="*/ 177742 w 232510"/>
                <a:gd name="connsiteY8" fmla="*/ 8366 h 456144"/>
                <a:gd name="connsiteX9" fmla="*/ 180151 w 232510"/>
                <a:gd name="connsiteY9" fmla="*/ 9000 h 456144"/>
                <a:gd name="connsiteX10" fmla="*/ 181799 w 232510"/>
                <a:gd name="connsiteY10" fmla="*/ 11408 h 456144"/>
                <a:gd name="connsiteX11" fmla="*/ 232510 w 232510"/>
                <a:gd name="connsiteY11" fmla="*/ 226931 h 456144"/>
                <a:gd name="connsiteX12" fmla="*/ 181799 w 232510"/>
                <a:gd name="connsiteY12" fmla="*/ 443214 h 456144"/>
                <a:gd name="connsiteX13" fmla="*/ 180151 w 232510"/>
                <a:gd name="connsiteY13" fmla="*/ 445622 h 456144"/>
                <a:gd name="connsiteX14" fmla="*/ 177362 w 232510"/>
                <a:gd name="connsiteY14" fmla="*/ 446383 h 456144"/>
                <a:gd name="connsiteX15" fmla="*/ 116762 w 232510"/>
                <a:gd name="connsiteY15" fmla="*/ 456145 h 456144"/>
                <a:gd name="connsiteX16" fmla="*/ 62375 w 232510"/>
                <a:gd name="connsiteY16" fmla="*/ 433578 h 456144"/>
                <a:gd name="connsiteX17" fmla="*/ 171277 w 232510"/>
                <a:gd name="connsiteY17" fmla="*/ 433578 h 456144"/>
                <a:gd name="connsiteX18" fmla="*/ 217677 w 232510"/>
                <a:gd name="connsiteY18" fmla="*/ 228198 h 456144"/>
                <a:gd name="connsiteX19" fmla="*/ 170896 w 232510"/>
                <a:gd name="connsiteY19" fmla="*/ 22185 h 456144"/>
                <a:gd name="connsiteX20" fmla="*/ 61994 w 232510"/>
                <a:gd name="connsiteY20" fmla="*/ 22185 h 456144"/>
                <a:gd name="connsiteX21" fmla="*/ 15340 w 232510"/>
                <a:gd name="connsiteY21" fmla="*/ 227945 h 456144"/>
                <a:gd name="connsiteX22" fmla="*/ 61994 w 232510"/>
                <a:gd name="connsiteY22" fmla="*/ 432945 h 45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32510" h="456144">
                  <a:moveTo>
                    <a:pt x="116762" y="456145"/>
                  </a:moveTo>
                  <a:cubicBezTo>
                    <a:pt x="96018" y="456106"/>
                    <a:pt x="75376" y="453249"/>
                    <a:pt x="55402" y="447651"/>
                  </a:cubicBezTo>
                  <a:lnTo>
                    <a:pt x="52613" y="446890"/>
                  </a:lnTo>
                  <a:lnTo>
                    <a:pt x="50711" y="443467"/>
                  </a:lnTo>
                  <a:cubicBezTo>
                    <a:pt x="19143" y="395165"/>
                    <a:pt x="0" y="314407"/>
                    <a:pt x="0" y="227184"/>
                  </a:cubicBezTo>
                  <a:cubicBezTo>
                    <a:pt x="0" y="139961"/>
                    <a:pt x="18890" y="59204"/>
                    <a:pt x="50711" y="11662"/>
                  </a:cubicBezTo>
                  <a:lnTo>
                    <a:pt x="52232" y="9253"/>
                  </a:lnTo>
                  <a:lnTo>
                    <a:pt x="55022" y="8366"/>
                  </a:lnTo>
                  <a:cubicBezTo>
                    <a:pt x="95168" y="-2789"/>
                    <a:pt x="137596" y="-2789"/>
                    <a:pt x="177742" y="8366"/>
                  </a:cubicBezTo>
                  <a:lnTo>
                    <a:pt x="180151" y="9000"/>
                  </a:lnTo>
                  <a:lnTo>
                    <a:pt x="181799" y="11408"/>
                  </a:lnTo>
                  <a:cubicBezTo>
                    <a:pt x="213367" y="59584"/>
                    <a:pt x="232510" y="140468"/>
                    <a:pt x="232510" y="226931"/>
                  </a:cubicBezTo>
                  <a:cubicBezTo>
                    <a:pt x="232510" y="313393"/>
                    <a:pt x="213621" y="395038"/>
                    <a:pt x="181799" y="443214"/>
                  </a:cubicBezTo>
                  <a:lnTo>
                    <a:pt x="180151" y="445622"/>
                  </a:lnTo>
                  <a:lnTo>
                    <a:pt x="177362" y="446383"/>
                  </a:lnTo>
                  <a:cubicBezTo>
                    <a:pt x="157692" y="452342"/>
                    <a:pt x="137309" y="455626"/>
                    <a:pt x="116762" y="456145"/>
                  </a:cubicBezTo>
                  <a:close/>
                  <a:moveTo>
                    <a:pt x="62375" y="433578"/>
                  </a:moveTo>
                  <a:cubicBezTo>
                    <a:pt x="98053" y="443086"/>
                    <a:pt x="135599" y="443086"/>
                    <a:pt x="171277" y="433578"/>
                  </a:cubicBezTo>
                  <a:cubicBezTo>
                    <a:pt x="200309" y="387558"/>
                    <a:pt x="217677" y="311111"/>
                    <a:pt x="217677" y="228198"/>
                  </a:cubicBezTo>
                  <a:cubicBezTo>
                    <a:pt x="217677" y="145286"/>
                    <a:pt x="199929" y="68332"/>
                    <a:pt x="170896" y="22185"/>
                  </a:cubicBezTo>
                  <a:cubicBezTo>
                    <a:pt x="135202" y="12805"/>
                    <a:pt x="97689" y="12805"/>
                    <a:pt x="61994" y="22185"/>
                  </a:cubicBezTo>
                  <a:cubicBezTo>
                    <a:pt x="32835" y="68332"/>
                    <a:pt x="15340" y="144779"/>
                    <a:pt x="15340" y="227945"/>
                  </a:cubicBezTo>
                  <a:cubicBezTo>
                    <a:pt x="15340" y="311111"/>
                    <a:pt x="32835" y="386924"/>
                    <a:pt x="61994" y="432945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79AD272-60EA-1444-AA6C-6D058A585E66}"/>
                </a:ext>
              </a:extLst>
            </p:cNvPr>
            <p:cNvSpPr/>
            <p:nvPr/>
          </p:nvSpPr>
          <p:spPr>
            <a:xfrm>
              <a:off x="6063666" y="1871448"/>
              <a:ext cx="15340" cy="440299"/>
            </a:xfrm>
            <a:custGeom>
              <a:avLst/>
              <a:gdLst>
                <a:gd name="connsiteX0" fmla="*/ 0 w 15340"/>
                <a:gd name="connsiteY0" fmla="*/ 0 h 440299"/>
                <a:gd name="connsiteX1" fmla="*/ 15340 w 15340"/>
                <a:gd name="connsiteY1" fmla="*/ 0 h 440299"/>
                <a:gd name="connsiteX2" fmla="*/ 15340 w 15340"/>
                <a:gd name="connsiteY2" fmla="*/ 440299 h 440299"/>
                <a:gd name="connsiteX3" fmla="*/ 0 w 15340"/>
                <a:gd name="connsiteY3" fmla="*/ 440299 h 44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40" h="440299">
                  <a:moveTo>
                    <a:pt x="0" y="0"/>
                  </a:moveTo>
                  <a:lnTo>
                    <a:pt x="15340" y="0"/>
                  </a:lnTo>
                  <a:lnTo>
                    <a:pt x="15340" y="440299"/>
                  </a:lnTo>
                  <a:lnTo>
                    <a:pt x="0" y="440299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6E4B87FE-1946-324F-ABC5-61E656879828}"/>
                </a:ext>
              </a:extLst>
            </p:cNvPr>
            <p:cNvSpPr/>
            <p:nvPr/>
          </p:nvSpPr>
          <p:spPr>
            <a:xfrm>
              <a:off x="5851186" y="2083928"/>
              <a:ext cx="440299" cy="15340"/>
            </a:xfrm>
            <a:custGeom>
              <a:avLst/>
              <a:gdLst>
                <a:gd name="connsiteX0" fmla="*/ 0 w 440299"/>
                <a:gd name="connsiteY0" fmla="*/ 0 h 15340"/>
                <a:gd name="connsiteX1" fmla="*/ 440299 w 440299"/>
                <a:gd name="connsiteY1" fmla="*/ 0 h 15340"/>
                <a:gd name="connsiteX2" fmla="*/ 440299 w 440299"/>
                <a:gd name="connsiteY2" fmla="*/ 15340 h 15340"/>
                <a:gd name="connsiteX3" fmla="*/ 0 w 440299"/>
                <a:gd name="connsiteY3" fmla="*/ 15340 h 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299" h="15340">
                  <a:moveTo>
                    <a:pt x="0" y="0"/>
                  </a:moveTo>
                  <a:lnTo>
                    <a:pt x="440299" y="0"/>
                  </a:lnTo>
                  <a:lnTo>
                    <a:pt x="440299" y="15340"/>
                  </a:lnTo>
                  <a:lnTo>
                    <a:pt x="0" y="15340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4E0E093-E1ED-C944-91B9-29822A6CA0DA}"/>
                </a:ext>
              </a:extLst>
            </p:cNvPr>
            <p:cNvSpPr/>
            <p:nvPr/>
          </p:nvSpPr>
          <p:spPr>
            <a:xfrm>
              <a:off x="5843454" y="1974772"/>
              <a:ext cx="455129" cy="233017"/>
            </a:xfrm>
            <a:custGeom>
              <a:avLst/>
              <a:gdLst>
                <a:gd name="connsiteX0" fmla="*/ 228198 w 455129"/>
                <a:gd name="connsiteY0" fmla="*/ 233018 h 233017"/>
                <a:gd name="connsiteX1" fmla="*/ 12676 w 455129"/>
                <a:gd name="connsiteY1" fmla="*/ 182306 h 233017"/>
                <a:gd name="connsiteX2" fmla="*/ 9253 w 455129"/>
                <a:gd name="connsiteY2" fmla="*/ 180532 h 233017"/>
                <a:gd name="connsiteX3" fmla="*/ 8366 w 455129"/>
                <a:gd name="connsiteY3" fmla="*/ 177742 h 233017"/>
                <a:gd name="connsiteX4" fmla="*/ 8366 w 455129"/>
                <a:gd name="connsiteY4" fmla="*/ 55022 h 233017"/>
                <a:gd name="connsiteX5" fmla="*/ 9253 w 455129"/>
                <a:gd name="connsiteY5" fmla="*/ 52232 h 233017"/>
                <a:gd name="connsiteX6" fmla="*/ 11662 w 455129"/>
                <a:gd name="connsiteY6" fmla="*/ 50711 h 233017"/>
                <a:gd name="connsiteX7" fmla="*/ 227184 w 455129"/>
                <a:gd name="connsiteY7" fmla="*/ 0 h 233017"/>
                <a:gd name="connsiteX8" fmla="*/ 443467 w 455129"/>
                <a:gd name="connsiteY8" fmla="*/ 50711 h 233017"/>
                <a:gd name="connsiteX9" fmla="*/ 445876 w 455129"/>
                <a:gd name="connsiteY9" fmla="*/ 52232 h 233017"/>
                <a:gd name="connsiteX10" fmla="*/ 446637 w 455129"/>
                <a:gd name="connsiteY10" fmla="*/ 55022 h 233017"/>
                <a:gd name="connsiteX11" fmla="*/ 446637 w 455129"/>
                <a:gd name="connsiteY11" fmla="*/ 177742 h 233017"/>
                <a:gd name="connsiteX12" fmla="*/ 445876 w 455129"/>
                <a:gd name="connsiteY12" fmla="*/ 180532 h 233017"/>
                <a:gd name="connsiteX13" fmla="*/ 443467 w 455129"/>
                <a:gd name="connsiteY13" fmla="*/ 182180 h 233017"/>
                <a:gd name="connsiteX14" fmla="*/ 228198 w 455129"/>
                <a:gd name="connsiteY14" fmla="*/ 233018 h 233017"/>
                <a:gd name="connsiteX15" fmla="*/ 22438 w 455129"/>
                <a:gd name="connsiteY15" fmla="*/ 171277 h 233017"/>
                <a:gd name="connsiteX16" fmla="*/ 227818 w 455129"/>
                <a:gd name="connsiteY16" fmla="*/ 217677 h 233017"/>
                <a:gd name="connsiteX17" fmla="*/ 433198 w 455129"/>
                <a:gd name="connsiteY17" fmla="*/ 171277 h 233017"/>
                <a:gd name="connsiteX18" fmla="*/ 433198 w 455129"/>
                <a:gd name="connsiteY18" fmla="*/ 62375 h 233017"/>
                <a:gd name="connsiteX19" fmla="*/ 228198 w 455129"/>
                <a:gd name="connsiteY19" fmla="*/ 15720 h 233017"/>
                <a:gd name="connsiteX20" fmla="*/ 22438 w 455129"/>
                <a:gd name="connsiteY20" fmla="*/ 62375 h 233017"/>
                <a:gd name="connsiteX21" fmla="*/ 22438 w 455129"/>
                <a:gd name="connsiteY21" fmla="*/ 171277 h 23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5129" h="233017">
                  <a:moveTo>
                    <a:pt x="228198" y="233018"/>
                  </a:moveTo>
                  <a:cubicBezTo>
                    <a:pt x="141102" y="233018"/>
                    <a:pt x="60218" y="214128"/>
                    <a:pt x="12676" y="182306"/>
                  </a:cubicBezTo>
                  <a:lnTo>
                    <a:pt x="9253" y="180532"/>
                  </a:lnTo>
                  <a:lnTo>
                    <a:pt x="8366" y="177742"/>
                  </a:lnTo>
                  <a:cubicBezTo>
                    <a:pt x="-2789" y="137596"/>
                    <a:pt x="-2789" y="95168"/>
                    <a:pt x="8366" y="55022"/>
                  </a:cubicBezTo>
                  <a:lnTo>
                    <a:pt x="9253" y="52232"/>
                  </a:lnTo>
                  <a:lnTo>
                    <a:pt x="11662" y="50711"/>
                  </a:lnTo>
                  <a:cubicBezTo>
                    <a:pt x="59838" y="19143"/>
                    <a:pt x="140722" y="0"/>
                    <a:pt x="227184" y="0"/>
                  </a:cubicBezTo>
                  <a:cubicBezTo>
                    <a:pt x="313647" y="0"/>
                    <a:pt x="395165" y="18890"/>
                    <a:pt x="443467" y="50711"/>
                  </a:cubicBezTo>
                  <a:lnTo>
                    <a:pt x="445876" y="52232"/>
                  </a:lnTo>
                  <a:lnTo>
                    <a:pt x="446637" y="55022"/>
                  </a:lnTo>
                  <a:cubicBezTo>
                    <a:pt x="457960" y="95145"/>
                    <a:pt x="457960" y="137619"/>
                    <a:pt x="446637" y="177742"/>
                  </a:cubicBezTo>
                  <a:lnTo>
                    <a:pt x="445876" y="180532"/>
                  </a:lnTo>
                  <a:lnTo>
                    <a:pt x="443467" y="182180"/>
                  </a:lnTo>
                  <a:cubicBezTo>
                    <a:pt x="395799" y="214128"/>
                    <a:pt x="315041" y="233018"/>
                    <a:pt x="228198" y="233018"/>
                  </a:cubicBezTo>
                  <a:close/>
                  <a:moveTo>
                    <a:pt x="22438" y="171277"/>
                  </a:moveTo>
                  <a:cubicBezTo>
                    <a:pt x="68585" y="200309"/>
                    <a:pt x="145032" y="217677"/>
                    <a:pt x="227818" y="217677"/>
                  </a:cubicBezTo>
                  <a:cubicBezTo>
                    <a:pt x="310604" y="217677"/>
                    <a:pt x="387178" y="200309"/>
                    <a:pt x="433198" y="171277"/>
                  </a:cubicBezTo>
                  <a:cubicBezTo>
                    <a:pt x="442664" y="135593"/>
                    <a:pt x="442664" y="98058"/>
                    <a:pt x="433198" y="62375"/>
                  </a:cubicBezTo>
                  <a:cubicBezTo>
                    <a:pt x="387178" y="33216"/>
                    <a:pt x="310731" y="15720"/>
                    <a:pt x="228198" y="15720"/>
                  </a:cubicBezTo>
                  <a:cubicBezTo>
                    <a:pt x="145666" y="15720"/>
                    <a:pt x="68585" y="33216"/>
                    <a:pt x="22438" y="62375"/>
                  </a:cubicBezTo>
                  <a:cubicBezTo>
                    <a:pt x="12972" y="98058"/>
                    <a:pt x="12972" y="135593"/>
                    <a:pt x="22438" y="17127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9" name="Graphic 46">
            <a:extLst>
              <a:ext uri="{FF2B5EF4-FFF2-40B4-BE49-F238E27FC236}">
                <a16:creationId xmlns:a16="http://schemas.microsoft.com/office/drawing/2014/main" id="{78F1A524-496F-6A4A-B90D-92F08A6DB3A3}"/>
              </a:ext>
            </a:extLst>
          </p:cNvPr>
          <p:cNvGrpSpPr>
            <a:grpSpLocks noChangeAspect="1"/>
          </p:cNvGrpSpPr>
          <p:nvPr/>
        </p:nvGrpSpPr>
        <p:grpSpPr>
          <a:xfrm>
            <a:off x="7454262" y="3429000"/>
            <a:ext cx="422266" cy="291566"/>
            <a:chOff x="5860276" y="1948092"/>
            <a:chExt cx="422266" cy="291566"/>
          </a:xfrm>
          <a:solidFill>
            <a:srgbClr val="FFFFFF"/>
          </a:solidFill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912BE4AC-CEB5-044C-BCC3-A9BBA137597E}"/>
                </a:ext>
              </a:extLst>
            </p:cNvPr>
            <p:cNvSpPr/>
            <p:nvPr/>
          </p:nvSpPr>
          <p:spPr>
            <a:xfrm>
              <a:off x="6145507" y="2224413"/>
              <a:ext cx="35870" cy="15244"/>
            </a:xfrm>
            <a:custGeom>
              <a:avLst/>
              <a:gdLst>
                <a:gd name="connsiteX0" fmla="*/ 27320 w 35870"/>
                <a:gd name="connsiteY0" fmla="*/ 15181 h 15244"/>
                <a:gd name="connsiteX1" fmla="*/ 8551 w 35870"/>
                <a:gd name="connsiteY1" fmla="*/ 15181 h 15244"/>
                <a:gd name="connsiteX2" fmla="*/ 63 w 35870"/>
                <a:gd name="connsiteY2" fmla="*/ 8596 h 15244"/>
                <a:gd name="connsiteX3" fmla="*/ 6614 w 35870"/>
                <a:gd name="connsiteY3" fmla="*/ 63 h 15244"/>
                <a:gd name="connsiteX4" fmla="*/ 8551 w 35870"/>
                <a:gd name="connsiteY4" fmla="*/ 63 h 15244"/>
                <a:gd name="connsiteX5" fmla="*/ 27320 w 35870"/>
                <a:gd name="connsiteY5" fmla="*/ 63 h 15244"/>
                <a:gd name="connsiteX6" fmla="*/ 35808 w 35870"/>
                <a:gd name="connsiteY6" fmla="*/ 6648 h 15244"/>
                <a:gd name="connsiteX7" fmla="*/ 29257 w 35870"/>
                <a:gd name="connsiteY7" fmla="*/ 15181 h 15244"/>
                <a:gd name="connsiteX8" fmla="*/ 27320 w 35870"/>
                <a:gd name="connsiteY8" fmla="*/ 15181 h 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870" h="15244">
                  <a:moveTo>
                    <a:pt x="27320" y="15181"/>
                  </a:moveTo>
                  <a:lnTo>
                    <a:pt x="8551" y="15181"/>
                  </a:lnTo>
                  <a:cubicBezTo>
                    <a:pt x="4398" y="15719"/>
                    <a:pt x="598" y="12771"/>
                    <a:pt x="63" y="8596"/>
                  </a:cubicBezTo>
                  <a:cubicBezTo>
                    <a:pt x="-472" y="4421"/>
                    <a:pt x="2461" y="601"/>
                    <a:pt x="6614" y="63"/>
                  </a:cubicBezTo>
                  <a:cubicBezTo>
                    <a:pt x="7257" y="-20"/>
                    <a:pt x="7908" y="-20"/>
                    <a:pt x="8551" y="63"/>
                  </a:cubicBezTo>
                  <a:lnTo>
                    <a:pt x="27320" y="63"/>
                  </a:lnTo>
                  <a:cubicBezTo>
                    <a:pt x="31473" y="-475"/>
                    <a:pt x="35273" y="2474"/>
                    <a:pt x="35808" y="6648"/>
                  </a:cubicBezTo>
                  <a:cubicBezTo>
                    <a:pt x="36343" y="10823"/>
                    <a:pt x="33410" y="14643"/>
                    <a:pt x="29257" y="15181"/>
                  </a:cubicBezTo>
                  <a:cubicBezTo>
                    <a:pt x="28614" y="15264"/>
                    <a:pt x="27963" y="15264"/>
                    <a:pt x="27320" y="1518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F002D747-BD1C-7E40-83DB-53E16B14C1D8}"/>
                </a:ext>
              </a:extLst>
            </p:cNvPr>
            <p:cNvSpPr/>
            <p:nvPr/>
          </p:nvSpPr>
          <p:spPr>
            <a:xfrm>
              <a:off x="5988526" y="2224414"/>
              <a:ext cx="132994" cy="15243"/>
            </a:xfrm>
            <a:custGeom>
              <a:avLst/>
              <a:gdLst>
                <a:gd name="connsiteX0" fmla="*/ 126380 w 132994"/>
                <a:gd name="connsiteY0" fmla="*/ 15180 h 15243"/>
                <a:gd name="connsiteX1" fmla="*/ 87228 w 132994"/>
                <a:gd name="connsiteY1" fmla="*/ 15180 h 15243"/>
                <a:gd name="connsiteX2" fmla="*/ 78740 w 132994"/>
                <a:gd name="connsiteY2" fmla="*/ 8595 h 15243"/>
                <a:gd name="connsiteX3" fmla="*/ 85291 w 132994"/>
                <a:gd name="connsiteY3" fmla="*/ 62 h 15243"/>
                <a:gd name="connsiteX4" fmla="*/ 87228 w 132994"/>
                <a:gd name="connsiteY4" fmla="*/ 62 h 15243"/>
                <a:gd name="connsiteX5" fmla="*/ 126380 w 132994"/>
                <a:gd name="connsiteY5" fmla="*/ 62 h 15243"/>
                <a:gd name="connsiteX6" fmla="*/ 132931 w 132994"/>
                <a:gd name="connsiteY6" fmla="*/ 8595 h 15243"/>
                <a:gd name="connsiteX7" fmla="*/ 126380 w 132994"/>
                <a:gd name="connsiteY7" fmla="*/ 15180 h 15243"/>
                <a:gd name="connsiteX8" fmla="*/ 48076 w 132994"/>
                <a:gd name="connsiteY8" fmla="*/ 15180 h 15243"/>
                <a:gd name="connsiteX9" fmla="*/ 8551 w 132994"/>
                <a:gd name="connsiteY9" fmla="*/ 15180 h 15243"/>
                <a:gd name="connsiteX10" fmla="*/ 63 w 132994"/>
                <a:gd name="connsiteY10" fmla="*/ 8595 h 15243"/>
                <a:gd name="connsiteX11" fmla="*/ 6614 w 132994"/>
                <a:gd name="connsiteY11" fmla="*/ 62 h 15243"/>
                <a:gd name="connsiteX12" fmla="*/ 8551 w 132994"/>
                <a:gd name="connsiteY12" fmla="*/ 62 h 15243"/>
                <a:gd name="connsiteX13" fmla="*/ 47703 w 132994"/>
                <a:gd name="connsiteY13" fmla="*/ 62 h 15243"/>
                <a:gd name="connsiteX14" fmla="*/ 54254 w 132994"/>
                <a:gd name="connsiteY14" fmla="*/ 8595 h 15243"/>
                <a:gd name="connsiteX15" fmla="*/ 47703 w 132994"/>
                <a:gd name="connsiteY15" fmla="*/ 15180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994" h="15243">
                  <a:moveTo>
                    <a:pt x="126380" y="15180"/>
                  </a:moveTo>
                  <a:lnTo>
                    <a:pt x="87228" y="15180"/>
                  </a:lnTo>
                  <a:cubicBezTo>
                    <a:pt x="83075" y="15718"/>
                    <a:pt x="79275" y="12770"/>
                    <a:pt x="78740" y="8595"/>
                  </a:cubicBezTo>
                  <a:cubicBezTo>
                    <a:pt x="78205" y="4420"/>
                    <a:pt x="81138" y="600"/>
                    <a:pt x="85291" y="62"/>
                  </a:cubicBezTo>
                  <a:cubicBezTo>
                    <a:pt x="85934" y="-21"/>
                    <a:pt x="86585" y="-21"/>
                    <a:pt x="87228" y="62"/>
                  </a:cubicBezTo>
                  <a:lnTo>
                    <a:pt x="126380" y="62"/>
                  </a:lnTo>
                  <a:cubicBezTo>
                    <a:pt x="130533" y="600"/>
                    <a:pt x="133466" y="4421"/>
                    <a:pt x="132931" y="8595"/>
                  </a:cubicBezTo>
                  <a:cubicBezTo>
                    <a:pt x="132491" y="12032"/>
                    <a:pt x="129799" y="14737"/>
                    <a:pt x="126380" y="15180"/>
                  </a:cubicBezTo>
                  <a:close/>
                  <a:moveTo>
                    <a:pt x="48076" y="15180"/>
                  </a:moveTo>
                  <a:lnTo>
                    <a:pt x="8551" y="15180"/>
                  </a:lnTo>
                  <a:cubicBezTo>
                    <a:pt x="4398" y="15718"/>
                    <a:pt x="598" y="12770"/>
                    <a:pt x="63" y="8595"/>
                  </a:cubicBezTo>
                  <a:cubicBezTo>
                    <a:pt x="-472" y="4420"/>
                    <a:pt x="2461" y="600"/>
                    <a:pt x="6614" y="62"/>
                  </a:cubicBezTo>
                  <a:cubicBezTo>
                    <a:pt x="7257" y="-21"/>
                    <a:pt x="7908" y="-21"/>
                    <a:pt x="8551" y="62"/>
                  </a:cubicBezTo>
                  <a:lnTo>
                    <a:pt x="47703" y="62"/>
                  </a:lnTo>
                  <a:cubicBezTo>
                    <a:pt x="51856" y="600"/>
                    <a:pt x="54789" y="4421"/>
                    <a:pt x="54254" y="8595"/>
                  </a:cubicBezTo>
                  <a:cubicBezTo>
                    <a:pt x="53814" y="12032"/>
                    <a:pt x="51122" y="14737"/>
                    <a:pt x="47703" y="15180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9B461B0-9C79-5546-AE3B-18E42D0D68DB}"/>
                </a:ext>
              </a:extLst>
            </p:cNvPr>
            <p:cNvSpPr/>
            <p:nvPr/>
          </p:nvSpPr>
          <p:spPr>
            <a:xfrm>
              <a:off x="5932792" y="2224477"/>
              <a:ext cx="32120" cy="15117"/>
            </a:xfrm>
            <a:custGeom>
              <a:avLst/>
              <a:gdLst>
                <a:gd name="connsiteX0" fmla="*/ 25506 w 32120"/>
                <a:gd name="connsiteY0" fmla="*/ 15118 h 15117"/>
                <a:gd name="connsiteX1" fmla="*/ 6614 w 32120"/>
                <a:gd name="connsiteY1" fmla="*/ 15118 h 15117"/>
                <a:gd name="connsiteX2" fmla="*/ 63 w 32120"/>
                <a:gd name="connsiteY2" fmla="*/ 6585 h 15117"/>
                <a:gd name="connsiteX3" fmla="*/ 6614 w 32120"/>
                <a:gd name="connsiteY3" fmla="*/ 0 h 15117"/>
                <a:gd name="connsiteX4" fmla="*/ 25506 w 32120"/>
                <a:gd name="connsiteY4" fmla="*/ 0 h 15117"/>
                <a:gd name="connsiteX5" fmla="*/ 32057 w 32120"/>
                <a:gd name="connsiteY5" fmla="*/ 8533 h 15117"/>
                <a:gd name="connsiteX6" fmla="*/ 25506 w 32120"/>
                <a:gd name="connsiteY6" fmla="*/ 15118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20" h="15117">
                  <a:moveTo>
                    <a:pt x="25506" y="15118"/>
                  </a:moveTo>
                  <a:lnTo>
                    <a:pt x="6614" y="15118"/>
                  </a:lnTo>
                  <a:cubicBezTo>
                    <a:pt x="2461" y="14580"/>
                    <a:pt x="-472" y="10760"/>
                    <a:pt x="63" y="6585"/>
                  </a:cubicBezTo>
                  <a:cubicBezTo>
                    <a:pt x="503" y="3148"/>
                    <a:pt x="3195" y="443"/>
                    <a:pt x="6614" y="0"/>
                  </a:cubicBezTo>
                  <a:lnTo>
                    <a:pt x="25506" y="0"/>
                  </a:lnTo>
                  <a:cubicBezTo>
                    <a:pt x="29659" y="538"/>
                    <a:pt x="32592" y="4358"/>
                    <a:pt x="32057" y="8533"/>
                  </a:cubicBezTo>
                  <a:cubicBezTo>
                    <a:pt x="31617" y="11970"/>
                    <a:pt x="28925" y="14675"/>
                    <a:pt x="25506" y="1511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8BA4C00-971F-9B4E-B21D-57E10CDC8026}"/>
                </a:ext>
              </a:extLst>
            </p:cNvPr>
            <p:cNvSpPr/>
            <p:nvPr/>
          </p:nvSpPr>
          <p:spPr>
            <a:xfrm>
              <a:off x="5860357" y="1948234"/>
              <a:ext cx="421722" cy="291423"/>
            </a:xfrm>
            <a:custGeom>
              <a:avLst/>
              <a:gdLst>
                <a:gd name="connsiteX0" fmla="*/ 414141 w 421722"/>
                <a:gd name="connsiteY0" fmla="*/ 291361 h 291423"/>
                <a:gd name="connsiteX1" fmla="*/ 312470 w 421722"/>
                <a:gd name="connsiteY1" fmla="*/ 291361 h 291423"/>
                <a:gd name="connsiteX2" fmla="*/ 305919 w 421722"/>
                <a:gd name="connsiteY2" fmla="*/ 282828 h 291423"/>
                <a:gd name="connsiteX3" fmla="*/ 312470 w 421722"/>
                <a:gd name="connsiteY3" fmla="*/ 276243 h 291423"/>
                <a:gd name="connsiteX4" fmla="*/ 406559 w 421722"/>
                <a:gd name="connsiteY4" fmla="*/ 276243 h 291423"/>
                <a:gd name="connsiteX5" fmla="*/ 406559 w 421722"/>
                <a:gd name="connsiteY5" fmla="*/ 15118 h 291423"/>
                <a:gd name="connsiteX6" fmla="*/ 15039 w 421722"/>
                <a:gd name="connsiteY6" fmla="*/ 15118 h 291423"/>
                <a:gd name="connsiteX7" fmla="*/ 15039 w 421722"/>
                <a:gd name="connsiteY7" fmla="*/ 276243 h 291423"/>
                <a:gd name="connsiteX8" fmla="*/ 79050 w 421722"/>
                <a:gd name="connsiteY8" fmla="*/ 276243 h 291423"/>
                <a:gd name="connsiteX9" fmla="*/ 87538 w 421722"/>
                <a:gd name="connsiteY9" fmla="*/ 282828 h 291423"/>
                <a:gd name="connsiteX10" fmla="*/ 80987 w 421722"/>
                <a:gd name="connsiteY10" fmla="*/ 291361 h 291423"/>
                <a:gd name="connsiteX11" fmla="*/ 79050 w 421722"/>
                <a:gd name="connsiteY11" fmla="*/ 291361 h 291423"/>
                <a:gd name="connsiteX12" fmla="*/ 7582 w 421722"/>
                <a:gd name="connsiteY12" fmla="*/ 291361 h 291423"/>
                <a:gd name="connsiteX13" fmla="*/ 1 w 421722"/>
                <a:gd name="connsiteY13" fmla="*/ 283991 h 291423"/>
                <a:gd name="connsiteX14" fmla="*/ 0 w 421722"/>
                <a:gd name="connsiteY14" fmla="*/ 283865 h 291423"/>
                <a:gd name="connsiteX15" fmla="*/ 0 w 421722"/>
                <a:gd name="connsiteY15" fmla="*/ 7621 h 291423"/>
                <a:gd name="connsiteX16" fmla="*/ 7582 w 421722"/>
                <a:gd name="connsiteY16" fmla="*/ 0 h 291423"/>
                <a:gd name="connsiteX17" fmla="*/ 414141 w 421722"/>
                <a:gd name="connsiteY17" fmla="*/ 0 h 291423"/>
                <a:gd name="connsiteX18" fmla="*/ 421723 w 421722"/>
                <a:gd name="connsiteY18" fmla="*/ 7621 h 291423"/>
                <a:gd name="connsiteX19" fmla="*/ 421723 w 421722"/>
                <a:gd name="connsiteY19" fmla="*/ 283865 h 291423"/>
                <a:gd name="connsiteX20" fmla="*/ 414266 w 421722"/>
                <a:gd name="connsiteY20" fmla="*/ 291362 h 291423"/>
                <a:gd name="connsiteX21" fmla="*/ 414141 w 421722"/>
                <a:gd name="connsiteY21" fmla="*/ 291361 h 29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1722" h="291423">
                  <a:moveTo>
                    <a:pt x="414141" y="291361"/>
                  </a:moveTo>
                  <a:lnTo>
                    <a:pt x="312470" y="291361"/>
                  </a:lnTo>
                  <a:cubicBezTo>
                    <a:pt x="308317" y="290823"/>
                    <a:pt x="305384" y="287003"/>
                    <a:pt x="305919" y="282828"/>
                  </a:cubicBezTo>
                  <a:cubicBezTo>
                    <a:pt x="306360" y="279392"/>
                    <a:pt x="309051" y="276686"/>
                    <a:pt x="312470" y="276243"/>
                  </a:cubicBezTo>
                  <a:lnTo>
                    <a:pt x="406559" y="276243"/>
                  </a:lnTo>
                  <a:lnTo>
                    <a:pt x="406559" y="15118"/>
                  </a:lnTo>
                  <a:lnTo>
                    <a:pt x="15039" y="15118"/>
                  </a:lnTo>
                  <a:lnTo>
                    <a:pt x="15039" y="276243"/>
                  </a:lnTo>
                  <a:lnTo>
                    <a:pt x="79050" y="276243"/>
                  </a:lnTo>
                  <a:cubicBezTo>
                    <a:pt x="83203" y="275705"/>
                    <a:pt x="87003" y="278654"/>
                    <a:pt x="87538" y="282828"/>
                  </a:cubicBezTo>
                  <a:cubicBezTo>
                    <a:pt x="88073" y="287003"/>
                    <a:pt x="85140" y="290823"/>
                    <a:pt x="80987" y="291361"/>
                  </a:cubicBezTo>
                  <a:cubicBezTo>
                    <a:pt x="80344" y="291444"/>
                    <a:pt x="79693" y="291444"/>
                    <a:pt x="79050" y="291361"/>
                  </a:cubicBezTo>
                  <a:lnTo>
                    <a:pt x="7582" y="291361"/>
                  </a:lnTo>
                  <a:cubicBezTo>
                    <a:pt x="3464" y="291430"/>
                    <a:pt x="70" y="288130"/>
                    <a:pt x="1" y="283991"/>
                  </a:cubicBezTo>
                  <a:cubicBezTo>
                    <a:pt x="0" y="283949"/>
                    <a:pt x="0" y="283907"/>
                    <a:pt x="0" y="283865"/>
                  </a:cubicBezTo>
                  <a:lnTo>
                    <a:pt x="0" y="7621"/>
                  </a:lnTo>
                  <a:cubicBezTo>
                    <a:pt x="0" y="3412"/>
                    <a:pt x="3394" y="0"/>
                    <a:pt x="7582" y="0"/>
                  </a:cubicBezTo>
                  <a:lnTo>
                    <a:pt x="414141" y="0"/>
                  </a:lnTo>
                  <a:cubicBezTo>
                    <a:pt x="418328" y="0"/>
                    <a:pt x="421723" y="3412"/>
                    <a:pt x="421723" y="7621"/>
                  </a:cubicBezTo>
                  <a:lnTo>
                    <a:pt x="421723" y="283865"/>
                  </a:lnTo>
                  <a:cubicBezTo>
                    <a:pt x="421724" y="288005"/>
                    <a:pt x="418385" y="291362"/>
                    <a:pt x="414266" y="291362"/>
                  </a:cubicBezTo>
                  <a:cubicBezTo>
                    <a:pt x="414225" y="291362"/>
                    <a:pt x="414183" y="291362"/>
                    <a:pt x="414141" y="29136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4A1EF11-3123-1646-AABC-915995D40019}"/>
                </a:ext>
              </a:extLst>
            </p:cNvPr>
            <p:cNvSpPr/>
            <p:nvPr/>
          </p:nvSpPr>
          <p:spPr>
            <a:xfrm>
              <a:off x="5860346" y="1948092"/>
              <a:ext cx="422196" cy="168561"/>
            </a:xfrm>
            <a:custGeom>
              <a:avLst/>
              <a:gdLst>
                <a:gd name="connsiteX0" fmla="*/ 211307 w 422196"/>
                <a:gd name="connsiteY0" fmla="*/ 168561 h 168561"/>
                <a:gd name="connsiteX1" fmla="*/ 206832 w 422196"/>
                <a:gd name="connsiteY1" fmla="*/ 167062 h 168561"/>
                <a:gd name="connsiteX2" fmla="*/ 2994 w 422196"/>
                <a:gd name="connsiteY2" fmla="*/ 13760 h 168561"/>
                <a:gd name="connsiteX3" fmla="*/ 1502 w 422196"/>
                <a:gd name="connsiteY3" fmla="*/ 3140 h 168561"/>
                <a:gd name="connsiteX4" fmla="*/ 12280 w 422196"/>
                <a:gd name="connsiteY4" fmla="*/ 1519 h 168561"/>
                <a:gd name="connsiteX5" fmla="*/ 12440 w 422196"/>
                <a:gd name="connsiteY5" fmla="*/ 1641 h 168561"/>
                <a:gd name="connsiteX6" fmla="*/ 211307 w 422196"/>
                <a:gd name="connsiteY6" fmla="*/ 151570 h 168561"/>
                <a:gd name="connsiteX7" fmla="*/ 410174 w 422196"/>
                <a:gd name="connsiteY7" fmla="*/ 1641 h 168561"/>
                <a:gd name="connsiteX8" fmla="*/ 420739 w 422196"/>
                <a:gd name="connsiteY8" fmla="*/ 3140 h 168561"/>
                <a:gd name="connsiteX9" fmla="*/ 419123 w 422196"/>
                <a:gd name="connsiteY9" fmla="*/ 13760 h 168561"/>
                <a:gd name="connsiteX10" fmla="*/ 215409 w 422196"/>
                <a:gd name="connsiteY10" fmla="*/ 167062 h 168561"/>
                <a:gd name="connsiteX11" fmla="*/ 211307 w 422196"/>
                <a:gd name="connsiteY11" fmla="*/ 168561 h 16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2196" h="168561">
                  <a:moveTo>
                    <a:pt x="211307" y="168561"/>
                  </a:moveTo>
                  <a:cubicBezTo>
                    <a:pt x="209696" y="168544"/>
                    <a:pt x="208131" y="168020"/>
                    <a:pt x="206832" y="167062"/>
                  </a:cubicBezTo>
                  <a:lnTo>
                    <a:pt x="2994" y="13760"/>
                  </a:lnTo>
                  <a:cubicBezTo>
                    <a:pt x="-317" y="11230"/>
                    <a:pt x="-982" y="6492"/>
                    <a:pt x="1502" y="3140"/>
                  </a:cubicBezTo>
                  <a:cubicBezTo>
                    <a:pt x="4033" y="-299"/>
                    <a:pt x="8858" y="-1025"/>
                    <a:pt x="12280" y="1519"/>
                  </a:cubicBezTo>
                  <a:cubicBezTo>
                    <a:pt x="12334" y="1559"/>
                    <a:pt x="12387" y="1600"/>
                    <a:pt x="12440" y="1641"/>
                  </a:cubicBezTo>
                  <a:lnTo>
                    <a:pt x="211307" y="151570"/>
                  </a:lnTo>
                  <a:lnTo>
                    <a:pt x="410174" y="1641"/>
                  </a:lnTo>
                  <a:cubicBezTo>
                    <a:pt x="413526" y="-787"/>
                    <a:pt x="418187" y="-126"/>
                    <a:pt x="420739" y="3140"/>
                  </a:cubicBezTo>
                  <a:cubicBezTo>
                    <a:pt x="423196" y="6525"/>
                    <a:pt x="422474" y="11269"/>
                    <a:pt x="419123" y="13760"/>
                  </a:cubicBezTo>
                  <a:lnTo>
                    <a:pt x="215409" y="167062"/>
                  </a:lnTo>
                  <a:cubicBezTo>
                    <a:pt x="214210" y="167943"/>
                    <a:pt x="212788" y="168462"/>
                    <a:pt x="211307" y="16856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7ED72AE2-4AA8-3A4F-9C3E-EC4FD2335C4A}"/>
                </a:ext>
              </a:extLst>
            </p:cNvPr>
            <p:cNvSpPr/>
            <p:nvPr/>
          </p:nvSpPr>
          <p:spPr>
            <a:xfrm>
              <a:off x="5860276" y="2067700"/>
              <a:ext cx="174946" cy="171895"/>
            </a:xfrm>
            <a:custGeom>
              <a:avLst/>
              <a:gdLst>
                <a:gd name="connsiteX0" fmla="*/ 7662 w 174946"/>
                <a:gd name="connsiteY0" fmla="*/ 171895 h 171895"/>
                <a:gd name="connsiteX1" fmla="*/ 2193 w 174946"/>
                <a:gd name="connsiteY1" fmla="*/ 169646 h 171895"/>
                <a:gd name="connsiteX2" fmla="*/ 2175 w 174946"/>
                <a:gd name="connsiteY2" fmla="*/ 159045 h 171895"/>
                <a:gd name="connsiteX3" fmla="*/ 2193 w 174946"/>
                <a:gd name="connsiteY3" fmla="*/ 159026 h 171895"/>
                <a:gd name="connsiteX4" fmla="*/ 161660 w 174946"/>
                <a:gd name="connsiteY4" fmla="*/ 2601 h 171895"/>
                <a:gd name="connsiteX5" fmla="*/ 172359 w 174946"/>
                <a:gd name="connsiteY5" fmla="*/ 1888 h 171895"/>
                <a:gd name="connsiteX6" fmla="*/ 173068 w 174946"/>
                <a:gd name="connsiteY6" fmla="*/ 12642 h 171895"/>
                <a:gd name="connsiteX7" fmla="*/ 172225 w 174946"/>
                <a:gd name="connsiteY7" fmla="*/ 13471 h 171895"/>
                <a:gd name="connsiteX8" fmla="*/ 12510 w 174946"/>
                <a:gd name="connsiteY8" fmla="*/ 169771 h 171895"/>
                <a:gd name="connsiteX9" fmla="*/ 7662 w 174946"/>
                <a:gd name="connsiteY9" fmla="*/ 171895 h 171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946" h="171895">
                  <a:moveTo>
                    <a:pt x="7662" y="171895"/>
                  </a:moveTo>
                  <a:cubicBezTo>
                    <a:pt x="5614" y="171906"/>
                    <a:pt x="3647" y="171096"/>
                    <a:pt x="2193" y="169646"/>
                  </a:cubicBezTo>
                  <a:cubicBezTo>
                    <a:pt x="-724" y="166724"/>
                    <a:pt x="-732" y="161977"/>
                    <a:pt x="2175" y="159045"/>
                  </a:cubicBezTo>
                  <a:cubicBezTo>
                    <a:pt x="2181" y="159038"/>
                    <a:pt x="2187" y="159032"/>
                    <a:pt x="2193" y="159026"/>
                  </a:cubicBezTo>
                  <a:lnTo>
                    <a:pt x="161660" y="2601"/>
                  </a:lnTo>
                  <a:cubicBezTo>
                    <a:pt x="164419" y="-566"/>
                    <a:pt x="169209" y="-885"/>
                    <a:pt x="172359" y="1888"/>
                  </a:cubicBezTo>
                  <a:cubicBezTo>
                    <a:pt x="175509" y="4660"/>
                    <a:pt x="175827" y="9475"/>
                    <a:pt x="173068" y="12642"/>
                  </a:cubicBezTo>
                  <a:cubicBezTo>
                    <a:pt x="172809" y="12940"/>
                    <a:pt x="172527" y="13217"/>
                    <a:pt x="172225" y="13471"/>
                  </a:cubicBezTo>
                  <a:lnTo>
                    <a:pt x="12510" y="169771"/>
                  </a:lnTo>
                  <a:cubicBezTo>
                    <a:pt x="11220" y="171071"/>
                    <a:pt x="9487" y="171830"/>
                    <a:pt x="7662" y="171895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01284A79-F0A0-0347-8D17-BFFB5FED33D4}"/>
                </a:ext>
              </a:extLst>
            </p:cNvPr>
            <p:cNvSpPr/>
            <p:nvPr/>
          </p:nvSpPr>
          <p:spPr>
            <a:xfrm>
              <a:off x="6107888" y="2068180"/>
              <a:ext cx="174076" cy="171416"/>
            </a:xfrm>
            <a:custGeom>
              <a:avLst/>
              <a:gdLst>
                <a:gd name="connsiteX0" fmla="*/ 166609 w 174076"/>
                <a:gd name="connsiteY0" fmla="*/ 171414 h 171416"/>
                <a:gd name="connsiteX1" fmla="*/ 161389 w 174076"/>
                <a:gd name="connsiteY1" fmla="*/ 169290 h 171416"/>
                <a:gd name="connsiteX2" fmla="*/ 2295 w 174076"/>
                <a:gd name="connsiteY2" fmla="*/ 12990 h 171416"/>
                <a:gd name="connsiteX3" fmla="*/ 2109 w 174076"/>
                <a:gd name="connsiteY3" fmla="*/ 2307 h 171416"/>
                <a:gd name="connsiteX4" fmla="*/ 12736 w 174076"/>
                <a:gd name="connsiteY4" fmla="*/ 2120 h 171416"/>
                <a:gd name="connsiteX5" fmla="*/ 171830 w 174076"/>
                <a:gd name="connsiteY5" fmla="*/ 158545 h 171416"/>
                <a:gd name="connsiteX6" fmla="*/ 172026 w 174076"/>
                <a:gd name="connsiteY6" fmla="*/ 168968 h 171416"/>
                <a:gd name="connsiteX7" fmla="*/ 171830 w 174076"/>
                <a:gd name="connsiteY7" fmla="*/ 169165 h 171416"/>
                <a:gd name="connsiteX8" fmla="*/ 166609 w 174076"/>
                <a:gd name="connsiteY8" fmla="*/ 171414 h 17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076" h="171416">
                  <a:moveTo>
                    <a:pt x="166609" y="171414"/>
                  </a:moveTo>
                  <a:cubicBezTo>
                    <a:pt x="164652" y="171462"/>
                    <a:pt x="162762" y="170693"/>
                    <a:pt x="161389" y="169290"/>
                  </a:cubicBezTo>
                  <a:lnTo>
                    <a:pt x="2295" y="12990"/>
                  </a:lnTo>
                  <a:cubicBezTo>
                    <a:pt x="-691" y="10092"/>
                    <a:pt x="-774" y="5309"/>
                    <a:pt x="2109" y="2307"/>
                  </a:cubicBezTo>
                  <a:cubicBezTo>
                    <a:pt x="4992" y="-694"/>
                    <a:pt x="9750" y="-778"/>
                    <a:pt x="12736" y="2120"/>
                  </a:cubicBezTo>
                  <a:lnTo>
                    <a:pt x="171830" y="158545"/>
                  </a:lnTo>
                  <a:cubicBezTo>
                    <a:pt x="174747" y="161369"/>
                    <a:pt x="174835" y="166036"/>
                    <a:pt x="172026" y="168968"/>
                  </a:cubicBezTo>
                  <a:cubicBezTo>
                    <a:pt x="171962" y="169035"/>
                    <a:pt x="171896" y="169101"/>
                    <a:pt x="171830" y="169165"/>
                  </a:cubicBezTo>
                  <a:cubicBezTo>
                    <a:pt x="170453" y="170578"/>
                    <a:pt x="168576" y="171386"/>
                    <a:pt x="166609" y="171414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7" name="Graphic 48">
            <a:extLst>
              <a:ext uri="{FF2B5EF4-FFF2-40B4-BE49-F238E27FC236}">
                <a16:creationId xmlns:a16="http://schemas.microsoft.com/office/drawing/2014/main" id="{12E9002F-29DE-1949-A088-12ACE0440DBC}"/>
              </a:ext>
            </a:extLst>
          </p:cNvPr>
          <p:cNvGrpSpPr>
            <a:grpSpLocks noChangeAspect="1"/>
          </p:cNvGrpSpPr>
          <p:nvPr/>
        </p:nvGrpSpPr>
        <p:grpSpPr>
          <a:xfrm>
            <a:off x="5843446" y="1880619"/>
            <a:ext cx="455111" cy="421351"/>
            <a:chOff x="5843446" y="1880619"/>
            <a:chExt cx="455111" cy="421351"/>
          </a:xfrm>
          <a:solidFill>
            <a:srgbClr val="FFFFFF"/>
          </a:solidFill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860880AC-512B-5740-8374-A1A64A461A81}"/>
                </a:ext>
              </a:extLst>
            </p:cNvPr>
            <p:cNvSpPr/>
            <p:nvPr/>
          </p:nvSpPr>
          <p:spPr>
            <a:xfrm>
              <a:off x="6283508" y="2102132"/>
              <a:ext cx="15049" cy="31172"/>
            </a:xfrm>
            <a:custGeom>
              <a:avLst/>
              <a:gdLst>
                <a:gd name="connsiteX0" fmla="*/ 7587 w 15049"/>
                <a:gd name="connsiteY0" fmla="*/ 31173 h 31172"/>
                <a:gd name="connsiteX1" fmla="*/ 63 w 15049"/>
                <a:gd name="connsiteY1" fmla="*/ 23591 h 31172"/>
                <a:gd name="connsiteX2" fmla="*/ 63 w 15049"/>
                <a:gd name="connsiteY2" fmla="*/ 8551 h 31172"/>
                <a:gd name="connsiteX3" fmla="*/ 6564 w 15049"/>
                <a:gd name="connsiteY3" fmla="*/ 63 h 31172"/>
                <a:gd name="connsiteX4" fmla="*/ 14988 w 15049"/>
                <a:gd name="connsiteY4" fmla="*/ 6614 h 31172"/>
                <a:gd name="connsiteX5" fmla="*/ 14988 w 15049"/>
                <a:gd name="connsiteY5" fmla="*/ 8551 h 31172"/>
                <a:gd name="connsiteX6" fmla="*/ 14988 w 15049"/>
                <a:gd name="connsiteY6" fmla="*/ 23591 h 31172"/>
                <a:gd name="connsiteX7" fmla="*/ 7587 w 15049"/>
                <a:gd name="connsiteY7" fmla="*/ 31173 h 3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9" h="31172">
                  <a:moveTo>
                    <a:pt x="7587" y="31173"/>
                  </a:moveTo>
                  <a:cubicBezTo>
                    <a:pt x="3431" y="31173"/>
                    <a:pt x="63" y="27778"/>
                    <a:pt x="63" y="23591"/>
                  </a:cubicBezTo>
                  <a:lnTo>
                    <a:pt x="63" y="8551"/>
                  </a:lnTo>
                  <a:cubicBezTo>
                    <a:pt x="-468" y="4398"/>
                    <a:pt x="2442" y="598"/>
                    <a:pt x="6564" y="63"/>
                  </a:cubicBezTo>
                  <a:cubicBezTo>
                    <a:pt x="10685" y="-472"/>
                    <a:pt x="14457" y="2461"/>
                    <a:pt x="14988" y="6614"/>
                  </a:cubicBezTo>
                  <a:cubicBezTo>
                    <a:pt x="15070" y="7257"/>
                    <a:pt x="15070" y="7908"/>
                    <a:pt x="14988" y="8551"/>
                  </a:cubicBezTo>
                  <a:lnTo>
                    <a:pt x="14988" y="23591"/>
                  </a:lnTo>
                  <a:cubicBezTo>
                    <a:pt x="14989" y="27730"/>
                    <a:pt x="11694" y="31105"/>
                    <a:pt x="7587" y="3117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EB59F3C-F7FA-9D49-9465-FC285A65C7C9}"/>
                </a:ext>
              </a:extLst>
            </p:cNvPr>
            <p:cNvSpPr/>
            <p:nvPr/>
          </p:nvSpPr>
          <p:spPr>
            <a:xfrm>
              <a:off x="6283508" y="2143894"/>
              <a:ext cx="15049" cy="42731"/>
            </a:xfrm>
            <a:custGeom>
              <a:avLst/>
              <a:gdLst>
                <a:gd name="connsiteX0" fmla="*/ 7587 w 15049"/>
                <a:gd name="connsiteY0" fmla="*/ 42732 h 42731"/>
                <a:gd name="connsiteX1" fmla="*/ 63 w 15049"/>
                <a:gd name="connsiteY1" fmla="*/ 35150 h 42731"/>
                <a:gd name="connsiteX2" fmla="*/ 63 w 15049"/>
                <a:gd name="connsiteY2" fmla="*/ 8551 h 42731"/>
                <a:gd name="connsiteX3" fmla="*/ 6564 w 15049"/>
                <a:gd name="connsiteY3" fmla="*/ 63 h 42731"/>
                <a:gd name="connsiteX4" fmla="*/ 14988 w 15049"/>
                <a:gd name="connsiteY4" fmla="*/ 6614 h 42731"/>
                <a:gd name="connsiteX5" fmla="*/ 14988 w 15049"/>
                <a:gd name="connsiteY5" fmla="*/ 8551 h 42731"/>
                <a:gd name="connsiteX6" fmla="*/ 14988 w 15049"/>
                <a:gd name="connsiteY6" fmla="*/ 35026 h 42731"/>
                <a:gd name="connsiteX7" fmla="*/ 7838 w 15049"/>
                <a:gd name="connsiteY7" fmla="*/ 42728 h 42731"/>
                <a:gd name="connsiteX8" fmla="*/ 7587 w 15049"/>
                <a:gd name="connsiteY8" fmla="*/ 42732 h 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49" h="42731">
                  <a:moveTo>
                    <a:pt x="7587" y="42732"/>
                  </a:moveTo>
                  <a:cubicBezTo>
                    <a:pt x="3431" y="42732"/>
                    <a:pt x="63" y="39337"/>
                    <a:pt x="63" y="35150"/>
                  </a:cubicBezTo>
                  <a:lnTo>
                    <a:pt x="63" y="8551"/>
                  </a:lnTo>
                  <a:cubicBezTo>
                    <a:pt x="-468" y="4398"/>
                    <a:pt x="2442" y="598"/>
                    <a:pt x="6564" y="63"/>
                  </a:cubicBezTo>
                  <a:cubicBezTo>
                    <a:pt x="10685" y="-472"/>
                    <a:pt x="14457" y="2461"/>
                    <a:pt x="14988" y="6614"/>
                  </a:cubicBezTo>
                  <a:cubicBezTo>
                    <a:pt x="15070" y="7257"/>
                    <a:pt x="15070" y="7908"/>
                    <a:pt x="14988" y="8551"/>
                  </a:cubicBezTo>
                  <a:lnTo>
                    <a:pt x="14988" y="35026"/>
                  </a:lnTo>
                  <a:cubicBezTo>
                    <a:pt x="15124" y="39142"/>
                    <a:pt x="11923" y="42590"/>
                    <a:pt x="7838" y="42728"/>
                  </a:cubicBezTo>
                  <a:cubicBezTo>
                    <a:pt x="7754" y="42730"/>
                    <a:pt x="7671" y="42732"/>
                    <a:pt x="7587" y="4273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6463FB20-E6E1-DF44-B89C-7B46F3560A67}"/>
                </a:ext>
              </a:extLst>
            </p:cNvPr>
            <p:cNvSpPr/>
            <p:nvPr/>
          </p:nvSpPr>
          <p:spPr>
            <a:xfrm>
              <a:off x="6283508" y="2197215"/>
              <a:ext cx="15049" cy="31422"/>
            </a:xfrm>
            <a:custGeom>
              <a:avLst/>
              <a:gdLst>
                <a:gd name="connsiteX0" fmla="*/ 7587 w 15049"/>
                <a:gd name="connsiteY0" fmla="*/ 31421 h 31422"/>
                <a:gd name="connsiteX1" fmla="*/ 64 w 15049"/>
                <a:gd name="connsiteY1" fmla="*/ 24089 h 31422"/>
                <a:gd name="connsiteX2" fmla="*/ 63 w 15049"/>
                <a:gd name="connsiteY2" fmla="*/ 23964 h 31422"/>
                <a:gd name="connsiteX3" fmla="*/ 63 w 15049"/>
                <a:gd name="connsiteY3" fmla="*/ 8551 h 31422"/>
                <a:gd name="connsiteX4" fmla="*/ 6564 w 15049"/>
                <a:gd name="connsiteY4" fmla="*/ 63 h 31422"/>
                <a:gd name="connsiteX5" fmla="*/ 14988 w 15049"/>
                <a:gd name="connsiteY5" fmla="*/ 6614 h 31422"/>
                <a:gd name="connsiteX6" fmla="*/ 14988 w 15049"/>
                <a:gd name="connsiteY6" fmla="*/ 8551 h 31422"/>
                <a:gd name="connsiteX7" fmla="*/ 14988 w 15049"/>
                <a:gd name="connsiteY7" fmla="*/ 23591 h 31422"/>
                <a:gd name="connsiteX8" fmla="*/ 7966 w 15049"/>
                <a:gd name="connsiteY8" fmla="*/ 31412 h 31422"/>
                <a:gd name="connsiteX9" fmla="*/ 7587 w 15049"/>
                <a:gd name="connsiteY9" fmla="*/ 31421 h 3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49" h="31422">
                  <a:moveTo>
                    <a:pt x="7587" y="31421"/>
                  </a:moveTo>
                  <a:cubicBezTo>
                    <a:pt x="3500" y="31490"/>
                    <a:pt x="132" y="28207"/>
                    <a:pt x="64" y="24089"/>
                  </a:cubicBezTo>
                  <a:cubicBezTo>
                    <a:pt x="63" y="24047"/>
                    <a:pt x="63" y="24005"/>
                    <a:pt x="63" y="23964"/>
                  </a:cubicBezTo>
                  <a:lnTo>
                    <a:pt x="63" y="8551"/>
                  </a:lnTo>
                  <a:cubicBezTo>
                    <a:pt x="-468" y="4398"/>
                    <a:pt x="2442" y="598"/>
                    <a:pt x="6564" y="63"/>
                  </a:cubicBezTo>
                  <a:cubicBezTo>
                    <a:pt x="10685" y="-472"/>
                    <a:pt x="14457" y="2461"/>
                    <a:pt x="14988" y="6614"/>
                  </a:cubicBezTo>
                  <a:cubicBezTo>
                    <a:pt x="15070" y="7257"/>
                    <a:pt x="15070" y="7908"/>
                    <a:pt x="14988" y="8551"/>
                  </a:cubicBezTo>
                  <a:lnTo>
                    <a:pt x="14988" y="23591"/>
                  </a:lnTo>
                  <a:cubicBezTo>
                    <a:pt x="15192" y="27704"/>
                    <a:pt x="12049" y="31206"/>
                    <a:pt x="7966" y="31412"/>
                  </a:cubicBezTo>
                  <a:cubicBezTo>
                    <a:pt x="7840" y="31418"/>
                    <a:pt x="7713" y="31421"/>
                    <a:pt x="7587" y="3142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F9208064-7C3A-9B4A-9E50-F04C5A1185B9}"/>
                </a:ext>
              </a:extLst>
            </p:cNvPr>
            <p:cNvSpPr/>
            <p:nvPr/>
          </p:nvSpPr>
          <p:spPr>
            <a:xfrm>
              <a:off x="5843446" y="1974085"/>
              <a:ext cx="455055" cy="327884"/>
            </a:xfrm>
            <a:custGeom>
              <a:avLst/>
              <a:gdLst>
                <a:gd name="connsiteX0" fmla="*/ 425075 w 455055"/>
                <a:gd name="connsiteY0" fmla="*/ 327884 h 327884"/>
                <a:gd name="connsiteX1" fmla="*/ 30351 w 455055"/>
                <a:gd name="connsiteY1" fmla="*/ 327884 h 327884"/>
                <a:gd name="connsiteX2" fmla="*/ 7 w 455055"/>
                <a:gd name="connsiteY2" fmla="*/ 297806 h 327884"/>
                <a:gd name="connsiteX3" fmla="*/ 6 w 455055"/>
                <a:gd name="connsiteY3" fmla="*/ 297556 h 327884"/>
                <a:gd name="connsiteX4" fmla="*/ 6 w 455055"/>
                <a:gd name="connsiteY4" fmla="*/ 30826 h 327884"/>
                <a:gd name="connsiteX5" fmla="*/ 29357 w 455055"/>
                <a:gd name="connsiteY5" fmla="*/ 7 h 327884"/>
                <a:gd name="connsiteX6" fmla="*/ 30104 w 455055"/>
                <a:gd name="connsiteY6" fmla="*/ 1 h 327884"/>
                <a:gd name="connsiteX7" fmla="*/ 424829 w 455055"/>
                <a:gd name="connsiteY7" fmla="*/ 1 h 327884"/>
                <a:gd name="connsiteX8" fmla="*/ 455055 w 455055"/>
                <a:gd name="connsiteY8" fmla="*/ 29948 h 327884"/>
                <a:gd name="connsiteX9" fmla="*/ 455050 w 455055"/>
                <a:gd name="connsiteY9" fmla="*/ 30826 h 327884"/>
                <a:gd name="connsiteX10" fmla="*/ 455050 w 455055"/>
                <a:gd name="connsiteY10" fmla="*/ 137220 h 327884"/>
                <a:gd name="connsiteX11" fmla="*/ 446625 w 455055"/>
                <a:gd name="connsiteY11" fmla="*/ 143770 h 327884"/>
                <a:gd name="connsiteX12" fmla="*/ 440124 w 455055"/>
                <a:gd name="connsiteY12" fmla="*/ 137220 h 327884"/>
                <a:gd name="connsiteX13" fmla="*/ 440124 w 455055"/>
                <a:gd name="connsiteY13" fmla="*/ 30826 h 327884"/>
                <a:gd name="connsiteX14" fmla="*/ 425075 w 455055"/>
                <a:gd name="connsiteY14" fmla="*/ 15662 h 327884"/>
                <a:gd name="connsiteX15" fmla="*/ 30351 w 455055"/>
                <a:gd name="connsiteY15" fmla="*/ 15662 h 327884"/>
                <a:gd name="connsiteX16" fmla="*/ 14934 w 455055"/>
                <a:gd name="connsiteY16" fmla="*/ 30699 h 327884"/>
                <a:gd name="connsiteX17" fmla="*/ 14932 w 455055"/>
                <a:gd name="connsiteY17" fmla="*/ 30826 h 327884"/>
                <a:gd name="connsiteX18" fmla="*/ 14932 w 455055"/>
                <a:gd name="connsiteY18" fmla="*/ 297556 h 327884"/>
                <a:gd name="connsiteX19" fmla="*/ 30104 w 455055"/>
                <a:gd name="connsiteY19" fmla="*/ 312844 h 327884"/>
                <a:gd name="connsiteX20" fmla="*/ 424829 w 455055"/>
                <a:gd name="connsiteY20" fmla="*/ 312844 h 327884"/>
                <a:gd name="connsiteX21" fmla="*/ 439877 w 455055"/>
                <a:gd name="connsiteY21" fmla="*/ 297556 h 327884"/>
                <a:gd name="connsiteX22" fmla="*/ 439877 w 455055"/>
                <a:gd name="connsiteY22" fmla="*/ 246721 h 327884"/>
                <a:gd name="connsiteX23" fmla="*/ 446379 w 455055"/>
                <a:gd name="connsiteY23" fmla="*/ 238232 h 327884"/>
                <a:gd name="connsiteX24" fmla="*/ 454803 w 455055"/>
                <a:gd name="connsiteY24" fmla="*/ 244783 h 327884"/>
                <a:gd name="connsiteX25" fmla="*/ 454803 w 455055"/>
                <a:gd name="connsiteY25" fmla="*/ 246721 h 327884"/>
                <a:gd name="connsiteX26" fmla="*/ 454803 w 455055"/>
                <a:gd name="connsiteY26" fmla="*/ 297556 h 327884"/>
                <a:gd name="connsiteX27" fmla="*/ 425075 w 455055"/>
                <a:gd name="connsiteY27" fmla="*/ 327884 h 327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55055" h="327884">
                  <a:moveTo>
                    <a:pt x="425075" y="327884"/>
                  </a:moveTo>
                  <a:lnTo>
                    <a:pt x="30351" y="327884"/>
                  </a:lnTo>
                  <a:cubicBezTo>
                    <a:pt x="13729" y="328021"/>
                    <a:pt x="144" y="314555"/>
                    <a:pt x="7" y="297806"/>
                  </a:cubicBezTo>
                  <a:cubicBezTo>
                    <a:pt x="7" y="297723"/>
                    <a:pt x="6" y="297640"/>
                    <a:pt x="6" y="297556"/>
                  </a:cubicBezTo>
                  <a:lnTo>
                    <a:pt x="6" y="30826"/>
                  </a:lnTo>
                  <a:cubicBezTo>
                    <a:pt x="-334" y="14148"/>
                    <a:pt x="12807" y="351"/>
                    <a:pt x="29357" y="7"/>
                  </a:cubicBezTo>
                  <a:cubicBezTo>
                    <a:pt x="29606" y="2"/>
                    <a:pt x="29855" y="0"/>
                    <a:pt x="30104" y="1"/>
                  </a:cubicBezTo>
                  <a:lnTo>
                    <a:pt x="424829" y="1"/>
                  </a:lnTo>
                  <a:cubicBezTo>
                    <a:pt x="441382" y="-140"/>
                    <a:pt x="454915" y="13268"/>
                    <a:pt x="455055" y="29948"/>
                  </a:cubicBezTo>
                  <a:cubicBezTo>
                    <a:pt x="455057" y="30241"/>
                    <a:pt x="455056" y="30533"/>
                    <a:pt x="455050" y="30826"/>
                  </a:cubicBezTo>
                  <a:lnTo>
                    <a:pt x="455050" y="137220"/>
                  </a:lnTo>
                  <a:cubicBezTo>
                    <a:pt x="454519" y="141373"/>
                    <a:pt x="450747" y="144305"/>
                    <a:pt x="446625" y="143770"/>
                  </a:cubicBezTo>
                  <a:cubicBezTo>
                    <a:pt x="443232" y="143330"/>
                    <a:pt x="440561" y="140639"/>
                    <a:pt x="440124" y="137220"/>
                  </a:cubicBezTo>
                  <a:lnTo>
                    <a:pt x="440124" y="30826"/>
                  </a:lnTo>
                  <a:cubicBezTo>
                    <a:pt x="440124" y="22451"/>
                    <a:pt x="433387" y="15662"/>
                    <a:pt x="425075" y="15662"/>
                  </a:cubicBezTo>
                  <a:lnTo>
                    <a:pt x="30351" y="15662"/>
                  </a:lnTo>
                  <a:cubicBezTo>
                    <a:pt x="21973" y="15524"/>
                    <a:pt x="15070" y="22257"/>
                    <a:pt x="14934" y="30699"/>
                  </a:cubicBezTo>
                  <a:cubicBezTo>
                    <a:pt x="14933" y="30741"/>
                    <a:pt x="14932" y="30783"/>
                    <a:pt x="14932" y="30826"/>
                  </a:cubicBezTo>
                  <a:lnTo>
                    <a:pt x="14932" y="297556"/>
                  </a:lnTo>
                  <a:cubicBezTo>
                    <a:pt x="14932" y="306000"/>
                    <a:pt x="21725" y="312844"/>
                    <a:pt x="30104" y="312844"/>
                  </a:cubicBezTo>
                  <a:lnTo>
                    <a:pt x="424829" y="312844"/>
                  </a:lnTo>
                  <a:cubicBezTo>
                    <a:pt x="433160" y="312776"/>
                    <a:pt x="439878" y="305951"/>
                    <a:pt x="439877" y="297556"/>
                  </a:cubicBezTo>
                  <a:lnTo>
                    <a:pt x="439877" y="246721"/>
                  </a:lnTo>
                  <a:cubicBezTo>
                    <a:pt x="439346" y="242568"/>
                    <a:pt x="442257" y="238767"/>
                    <a:pt x="446379" y="238232"/>
                  </a:cubicBezTo>
                  <a:cubicBezTo>
                    <a:pt x="450500" y="237697"/>
                    <a:pt x="454272" y="240630"/>
                    <a:pt x="454803" y="244783"/>
                  </a:cubicBezTo>
                  <a:cubicBezTo>
                    <a:pt x="454885" y="245427"/>
                    <a:pt x="454885" y="246078"/>
                    <a:pt x="454803" y="246721"/>
                  </a:cubicBezTo>
                  <a:lnTo>
                    <a:pt x="454803" y="297556"/>
                  </a:lnTo>
                  <a:cubicBezTo>
                    <a:pt x="454871" y="314189"/>
                    <a:pt x="441581" y="327747"/>
                    <a:pt x="425075" y="32788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AE6866B7-BDE6-A24C-AADD-D9935FBDC337}"/>
                </a:ext>
              </a:extLst>
            </p:cNvPr>
            <p:cNvSpPr/>
            <p:nvPr/>
          </p:nvSpPr>
          <p:spPr>
            <a:xfrm>
              <a:off x="5844108" y="2039374"/>
              <a:ext cx="454437" cy="73545"/>
            </a:xfrm>
            <a:custGeom>
              <a:avLst/>
              <a:gdLst>
                <a:gd name="connsiteX0" fmla="*/ 285397 w 454437"/>
                <a:gd name="connsiteY0" fmla="*/ 73546 h 73545"/>
                <a:gd name="connsiteX1" fmla="*/ 168460 w 454437"/>
                <a:gd name="connsiteY1" fmla="*/ 73546 h 73545"/>
                <a:gd name="connsiteX2" fmla="*/ 111348 w 454437"/>
                <a:gd name="connsiteY2" fmla="*/ 61117 h 73545"/>
                <a:gd name="connsiteX3" fmla="*/ 3785 w 454437"/>
                <a:gd name="connsiteY3" fmla="*/ 14383 h 73545"/>
                <a:gd name="connsiteX4" fmla="*/ 997 w 454437"/>
                <a:gd name="connsiteY4" fmla="*/ 4035 h 73545"/>
                <a:gd name="connsiteX5" fmla="*/ 9830 w 454437"/>
                <a:gd name="connsiteY5" fmla="*/ 587 h 73545"/>
                <a:gd name="connsiteX6" fmla="*/ 117269 w 454437"/>
                <a:gd name="connsiteY6" fmla="*/ 47693 h 73545"/>
                <a:gd name="connsiteX7" fmla="*/ 168460 w 454437"/>
                <a:gd name="connsiteY7" fmla="*/ 58507 h 73545"/>
                <a:gd name="connsiteX8" fmla="*/ 285397 w 454437"/>
                <a:gd name="connsiteY8" fmla="*/ 58507 h 73545"/>
                <a:gd name="connsiteX9" fmla="*/ 336464 w 454437"/>
                <a:gd name="connsiteY9" fmla="*/ 47693 h 73545"/>
                <a:gd name="connsiteX10" fmla="*/ 444026 w 454437"/>
                <a:gd name="connsiteY10" fmla="*/ 587 h 73545"/>
                <a:gd name="connsiteX11" fmla="*/ 453771 w 454437"/>
                <a:gd name="connsiteY11" fmla="*/ 4440 h 73545"/>
                <a:gd name="connsiteX12" fmla="*/ 450099 w 454437"/>
                <a:gd name="connsiteY12" fmla="*/ 14316 h 73545"/>
                <a:gd name="connsiteX13" fmla="*/ 449947 w 454437"/>
                <a:gd name="connsiteY13" fmla="*/ 14383 h 73545"/>
                <a:gd name="connsiteX14" fmla="*/ 342385 w 454437"/>
                <a:gd name="connsiteY14" fmla="*/ 61490 h 73545"/>
                <a:gd name="connsiteX15" fmla="*/ 285397 w 454437"/>
                <a:gd name="connsiteY15" fmla="*/ 73546 h 7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437" h="73545">
                  <a:moveTo>
                    <a:pt x="285397" y="73546"/>
                  </a:moveTo>
                  <a:lnTo>
                    <a:pt x="168460" y="73546"/>
                  </a:lnTo>
                  <a:cubicBezTo>
                    <a:pt x="148774" y="73427"/>
                    <a:pt x="129327" y="69194"/>
                    <a:pt x="111348" y="61117"/>
                  </a:cubicBezTo>
                  <a:lnTo>
                    <a:pt x="3785" y="14383"/>
                  </a:lnTo>
                  <a:cubicBezTo>
                    <a:pt x="180" y="12301"/>
                    <a:pt x="-1069" y="7669"/>
                    <a:pt x="997" y="4035"/>
                  </a:cubicBezTo>
                  <a:cubicBezTo>
                    <a:pt x="2763" y="928"/>
                    <a:pt x="6447" y="-510"/>
                    <a:pt x="9830" y="587"/>
                  </a:cubicBezTo>
                  <a:lnTo>
                    <a:pt x="117269" y="47693"/>
                  </a:lnTo>
                  <a:cubicBezTo>
                    <a:pt x="133396" y="54861"/>
                    <a:pt x="150834" y="58544"/>
                    <a:pt x="168460" y="58507"/>
                  </a:cubicBezTo>
                  <a:lnTo>
                    <a:pt x="285397" y="58507"/>
                  </a:lnTo>
                  <a:cubicBezTo>
                    <a:pt x="302983" y="58545"/>
                    <a:pt x="320381" y="54861"/>
                    <a:pt x="336464" y="47693"/>
                  </a:cubicBezTo>
                  <a:lnTo>
                    <a:pt x="444026" y="587"/>
                  </a:lnTo>
                  <a:cubicBezTo>
                    <a:pt x="447774" y="-989"/>
                    <a:pt x="452087" y="716"/>
                    <a:pt x="453771" y="4440"/>
                  </a:cubicBezTo>
                  <a:cubicBezTo>
                    <a:pt x="455464" y="8189"/>
                    <a:pt x="453819" y="12610"/>
                    <a:pt x="450099" y="14316"/>
                  </a:cubicBezTo>
                  <a:cubicBezTo>
                    <a:pt x="450049" y="14339"/>
                    <a:pt x="449998" y="14361"/>
                    <a:pt x="449947" y="14383"/>
                  </a:cubicBezTo>
                  <a:lnTo>
                    <a:pt x="342385" y="61490"/>
                  </a:lnTo>
                  <a:cubicBezTo>
                    <a:pt x="324421" y="69436"/>
                    <a:pt x="305016" y="73541"/>
                    <a:pt x="285397" y="7354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22903A6F-D924-B340-AA10-529AE0D8AB6F}"/>
                </a:ext>
              </a:extLst>
            </p:cNvPr>
            <p:cNvSpPr/>
            <p:nvPr/>
          </p:nvSpPr>
          <p:spPr>
            <a:xfrm>
              <a:off x="5952618" y="1880619"/>
              <a:ext cx="237081" cy="108506"/>
            </a:xfrm>
            <a:custGeom>
              <a:avLst/>
              <a:gdLst>
                <a:gd name="connsiteX0" fmla="*/ 229557 w 237081"/>
                <a:gd name="connsiteY0" fmla="*/ 108507 h 108506"/>
                <a:gd name="connsiteX1" fmla="*/ 7524 w 237081"/>
                <a:gd name="connsiteY1" fmla="*/ 108507 h 108506"/>
                <a:gd name="connsiteX2" fmla="*/ 0 w 237081"/>
                <a:gd name="connsiteY2" fmla="*/ 100925 h 108506"/>
                <a:gd name="connsiteX3" fmla="*/ 0 w 237081"/>
                <a:gd name="connsiteY3" fmla="*/ 22621 h 108506"/>
                <a:gd name="connsiteX4" fmla="*/ 22203 w 237081"/>
                <a:gd name="connsiteY4" fmla="*/ 0 h 108506"/>
                <a:gd name="connsiteX5" fmla="*/ 214631 w 237081"/>
                <a:gd name="connsiteY5" fmla="*/ 0 h 108506"/>
                <a:gd name="connsiteX6" fmla="*/ 237081 w 237081"/>
                <a:gd name="connsiteY6" fmla="*/ 22621 h 108506"/>
                <a:gd name="connsiteX7" fmla="*/ 237081 w 237081"/>
                <a:gd name="connsiteY7" fmla="*/ 100925 h 108506"/>
                <a:gd name="connsiteX8" fmla="*/ 229557 w 237081"/>
                <a:gd name="connsiteY8" fmla="*/ 108507 h 108506"/>
                <a:gd name="connsiteX9" fmla="*/ 14185 w 237081"/>
                <a:gd name="connsiteY9" fmla="*/ 93468 h 108506"/>
                <a:gd name="connsiteX10" fmla="*/ 222032 w 237081"/>
                <a:gd name="connsiteY10" fmla="*/ 93468 h 108506"/>
                <a:gd name="connsiteX11" fmla="*/ 222032 w 237081"/>
                <a:gd name="connsiteY11" fmla="*/ 22621 h 108506"/>
                <a:gd name="connsiteX12" fmla="*/ 214756 w 237081"/>
                <a:gd name="connsiteY12" fmla="*/ 15040 h 108506"/>
                <a:gd name="connsiteX13" fmla="*/ 214631 w 237081"/>
                <a:gd name="connsiteY13" fmla="*/ 15039 h 108506"/>
                <a:gd name="connsiteX14" fmla="*/ 22203 w 237081"/>
                <a:gd name="connsiteY14" fmla="*/ 15039 h 108506"/>
                <a:gd name="connsiteX15" fmla="*/ 14679 w 237081"/>
                <a:gd name="connsiteY15" fmla="*/ 22621 h 10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081" h="108506">
                  <a:moveTo>
                    <a:pt x="229557" y="108507"/>
                  </a:moveTo>
                  <a:lnTo>
                    <a:pt x="7524" y="108507"/>
                  </a:lnTo>
                  <a:cubicBezTo>
                    <a:pt x="3369" y="108507"/>
                    <a:pt x="0" y="105112"/>
                    <a:pt x="0" y="100925"/>
                  </a:cubicBezTo>
                  <a:lnTo>
                    <a:pt x="0" y="22621"/>
                  </a:lnTo>
                  <a:cubicBezTo>
                    <a:pt x="-1" y="10224"/>
                    <a:pt x="9901" y="136"/>
                    <a:pt x="22203" y="0"/>
                  </a:cubicBezTo>
                  <a:lnTo>
                    <a:pt x="214631" y="0"/>
                  </a:lnTo>
                  <a:cubicBezTo>
                    <a:pt x="227002" y="68"/>
                    <a:pt x="237014" y="10156"/>
                    <a:pt x="237081" y="22621"/>
                  </a:cubicBezTo>
                  <a:lnTo>
                    <a:pt x="237081" y="100925"/>
                  </a:lnTo>
                  <a:cubicBezTo>
                    <a:pt x="237081" y="105112"/>
                    <a:pt x="233713" y="108507"/>
                    <a:pt x="229557" y="108507"/>
                  </a:cubicBezTo>
                  <a:close/>
                  <a:moveTo>
                    <a:pt x="14185" y="93468"/>
                  </a:moveTo>
                  <a:lnTo>
                    <a:pt x="222032" y="93468"/>
                  </a:lnTo>
                  <a:lnTo>
                    <a:pt x="222032" y="22621"/>
                  </a:lnTo>
                  <a:cubicBezTo>
                    <a:pt x="222101" y="18503"/>
                    <a:pt x="218843" y="15109"/>
                    <a:pt x="214756" y="15040"/>
                  </a:cubicBezTo>
                  <a:cubicBezTo>
                    <a:pt x="214714" y="15040"/>
                    <a:pt x="214673" y="15039"/>
                    <a:pt x="214631" y="15039"/>
                  </a:cubicBezTo>
                  <a:lnTo>
                    <a:pt x="22203" y="15039"/>
                  </a:lnTo>
                  <a:cubicBezTo>
                    <a:pt x="18048" y="15039"/>
                    <a:pt x="14679" y="18434"/>
                    <a:pt x="14679" y="2262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D00C13D5-C296-9A42-A0CC-EA2E10AB8436}"/>
                </a:ext>
              </a:extLst>
            </p:cNvPr>
            <p:cNvSpPr/>
            <p:nvPr/>
          </p:nvSpPr>
          <p:spPr>
            <a:xfrm>
              <a:off x="5992583" y="1915545"/>
              <a:ext cx="156908" cy="73580"/>
            </a:xfrm>
            <a:custGeom>
              <a:avLst/>
              <a:gdLst>
                <a:gd name="connsiteX0" fmla="*/ 149380 w 156908"/>
                <a:gd name="connsiteY0" fmla="*/ 73581 h 73580"/>
                <a:gd name="connsiteX1" fmla="*/ 7402 w 156908"/>
                <a:gd name="connsiteY1" fmla="*/ 73581 h 73580"/>
                <a:gd name="connsiteX2" fmla="*/ 0 w 156908"/>
                <a:gd name="connsiteY2" fmla="*/ 66124 h 73580"/>
                <a:gd name="connsiteX3" fmla="*/ 1 w 156908"/>
                <a:gd name="connsiteY3" fmla="*/ 65999 h 73580"/>
                <a:gd name="connsiteX4" fmla="*/ 1 w 156908"/>
                <a:gd name="connsiteY4" fmla="*/ 14791 h 73580"/>
                <a:gd name="connsiteX5" fmla="*/ 14927 w 156908"/>
                <a:gd name="connsiteY5" fmla="*/ 0 h 73580"/>
                <a:gd name="connsiteX6" fmla="*/ 141978 w 156908"/>
                <a:gd name="connsiteY6" fmla="*/ 0 h 73580"/>
                <a:gd name="connsiteX7" fmla="*/ 156904 w 156908"/>
                <a:gd name="connsiteY7" fmla="*/ 14791 h 73580"/>
                <a:gd name="connsiteX8" fmla="*/ 156904 w 156908"/>
                <a:gd name="connsiteY8" fmla="*/ 65751 h 73580"/>
                <a:gd name="connsiteX9" fmla="*/ 149630 w 156908"/>
                <a:gd name="connsiteY9" fmla="*/ 73577 h 73580"/>
                <a:gd name="connsiteX10" fmla="*/ 149380 w 156908"/>
                <a:gd name="connsiteY10" fmla="*/ 73581 h 73580"/>
                <a:gd name="connsiteX11" fmla="*/ 14927 w 156908"/>
                <a:gd name="connsiteY11" fmla="*/ 58542 h 73580"/>
                <a:gd name="connsiteX12" fmla="*/ 141978 w 156908"/>
                <a:gd name="connsiteY12" fmla="*/ 58542 h 73580"/>
                <a:gd name="connsiteX13" fmla="*/ 141978 w 156908"/>
                <a:gd name="connsiteY13" fmla="*/ 14791 h 73580"/>
                <a:gd name="connsiteX14" fmla="*/ 14927 w 156908"/>
                <a:gd name="connsiteY14" fmla="*/ 14791 h 7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908" h="73580">
                  <a:moveTo>
                    <a:pt x="149380" y="73581"/>
                  </a:moveTo>
                  <a:lnTo>
                    <a:pt x="7402" y="73581"/>
                  </a:lnTo>
                  <a:cubicBezTo>
                    <a:pt x="3315" y="73581"/>
                    <a:pt x="1" y="70243"/>
                    <a:pt x="0" y="66124"/>
                  </a:cubicBezTo>
                  <a:cubicBezTo>
                    <a:pt x="0" y="66083"/>
                    <a:pt x="0" y="66041"/>
                    <a:pt x="1" y="65999"/>
                  </a:cubicBezTo>
                  <a:lnTo>
                    <a:pt x="1" y="14791"/>
                  </a:lnTo>
                  <a:cubicBezTo>
                    <a:pt x="136" y="6582"/>
                    <a:pt x="6779" y="-1"/>
                    <a:pt x="14927" y="0"/>
                  </a:cubicBezTo>
                  <a:lnTo>
                    <a:pt x="141978" y="0"/>
                  </a:lnTo>
                  <a:cubicBezTo>
                    <a:pt x="150126" y="-1"/>
                    <a:pt x="156769" y="6582"/>
                    <a:pt x="156904" y="14791"/>
                  </a:cubicBezTo>
                  <a:lnTo>
                    <a:pt x="156904" y="65751"/>
                  </a:lnTo>
                  <a:cubicBezTo>
                    <a:pt x="157040" y="69936"/>
                    <a:pt x="153784" y="73440"/>
                    <a:pt x="149630" y="73577"/>
                  </a:cubicBezTo>
                  <a:cubicBezTo>
                    <a:pt x="149547" y="73580"/>
                    <a:pt x="149463" y="73581"/>
                    <a:pt x="149380" y="73581"/>
                  </a:cubicBezTo>
                  <a:close/>
                  <a:moveTo>
                    <a:pt x="14927" y="58542"/>
                  </a:moveTo>
                  <a:lnTo>
                    <a:pt x="141978" y="58542"/>
                  </a:lnTo>
                  <a:lnTo>
                    <a:pt x="141978" y="14791"/>
                  </a:lnTo>
                  <a:lnTo>
                    <a:pt x="14927" y="1479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D2586AB-6335-944E-9070-29DA9604F417}"/>
                </a:ext>
              </a:extLst>
            </p:cNvPr>
            <p:cNvSpPr/>
            <p:nvPr/>
          </p:nvSpPr>
          <p:spPr>
            <a:xfrm>
              <a:off x="6031440" y="2097880"/>
              <a:ext cx="79191" cy="84519"/>
            </a:xfrm>
            <a:custGeom>
              <a:avLst/>
              <a:gdLst>
                <a:gd name="connsiteX0" fmla="*/ 56742 w 79191"/>
                <a:gd name="connsiteY0" fmla="*/ 84520 h 84519"/>
                <a:gd name="connsiteX1" fmla="*/ 22327 w 79191"/>
                <a:gd name="connsiteY1" fmla="*/ 84520 h 84519"/>
                <a:gd name="connsiteX2" fmla="*/ 0 w 79191"/>
                <a:gd name="connsiteY2" fmla="*/ 61899 h 84519"/>
                <a:gd name="connsiteX3" fmla="*/ 0 w 79191"/>
                <a:gd name="connsiteY3" fmla="*/ 7459 h 84519"/>
                <a:gd name="connsiteX4" fmla="*/ 7401 w 79191"/>
                <a:gd name="connsiteY4" fmla="*/ 1 h 84519"/>
                <a:gd name="connsiteX5" fmla="*/ 71667 w 79191"/>
                <a:gd name="connsiteY5" fmla="*/ 1 h 84519"/>
                <a:gd name="connsiteX6" fmla="*/ 79191 w 79191"/>
                <a:gd name="connsiteY6" fmla="*/ 7333 h 84519"/>
                <a:gd name="connsiteX7" fmla="*/ 79192 w 79191"/>
                <a:gd name="connsiteY7" fmla="*/ 7459 h 84519"/>
                <a:gd name="connsiteX8" fmla="*/ 79192 w 79191"/>
                <a:gd name="connsiteY8" fmla="*/ 61898 h 84519"/>
                <a:gd name="connsiteX9" fmla="*/ 56742 w 79191"/>
                <a:gd name="connsiteY9" fmla="*/ 84520 h 84519"/>
                <a:gd name="connsiteX10" fmla="*/ 14926 w 79191"/>
                <a:gd name="connsiteY10" fmla="*/ 15040 h 84519"/>
                <a:gd name="connsiteX11" fmla="*/ 14926 w 79191"/>
                <a:gd name="connsiteY11" fmla="*/ 61898 h 84519"/>
                <a:gd name="connsiteX12" fmla="*/ 22327 w 79191"/>
                <a:gd name="connsiteY12" fmla="*/ 69480 h 84519"/>
                <a:gd name="connsiteX13" fmla="*/ 56742 w 79191"/>
                <a:gd name="connsiteY13" fmla="*/ 69480 h 84519"/>
                <a:gd name="connsiteX14" fmla="*/ 64266 w 79191"/>
                <a:gd name="connsiteY14" fmla="*/ 61898 h 84519"/>
                <a:gd name="connsiteX15" fmla="*/ 64266 w 79191"/>
                <a:gd name="connsiteY15" fmla="*/ 15040 h 8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191" h="84519">
                  <a:moveTo>
                    <a:pt x="56742" y="84520"/>
                  </a:moveTo>
                  <a:lnTo>
                    <a:pt x="22327" y="84520"/>
                  </a:lnTo>
                  <a:cubicBezTo>
                    <a:pt x="9976" y="84451"/>
                    <a:pt x="0" y="74343"/>
                    <a:pt x="0" y="61899"/>
                  </a:cubicBezTo>
                  <a:lnTo>
                    <a:pt x="0" y="7459"/>
                  </a:lnTo>
                  <a:cubicBezTo>
                    <a:pt x="0" y="3340"/>
                    <a:pt x="3314" y="1"/>
                    <a:pt x="7401" y="1"/>
                  </a:cubicBezTo>
                  <a:lnTo>
                    <a:pt x="71667" y="1"/>
                  </a:lnTo>
                  <a:cubicBezTo>
                    <a:pt x="75754" y="-68"/>
                    <a:pt x="79122" y="3215"/>
                    <a:pt x="79191" y="7333"/>
                  </a:cubicBezTo>
                  <a:cubicBezTo>
                    <a:pt x="79191" y="7375"/>
                    <a:pt x="79192" y="7417"/>
                    <a:pt x="79192" y="7459"/>
                  </a:cubicBezTo>
                  <a:lnTo>
                    <a:pt x="79192" y="61898"/>
                  </a:lnTo>
                  <a:cubicBezTo>
                    <a:pt x="79124" y="74364"/>
                    <a:pt x="69112" y="84452"/>
                    <a:pt x="56742" y="84520"/>
                  </a:cubicBezTo>
                  <a:close/>
                  <a:moveTo>
                    <a:pt x="14926" y="15040"/>
                  </a:moveTo>
                  <a:lnTo>
                    <a:pt x="14926" y="61898"/>
                  </a:lnTo>
                  <a:cubicBezTo>
                    <a:pt x="14925" y="66038"/>
                    <a:pt x="18219" y="69412"/>
                    <a:pt x="22327" y="69480"/>
                  </a:cubicBezTo>
                  <a:lnTo>
                    <a:pt x="56742" y="69480"/>
                  </a:lnTo>
                  <a:cubicBezTo>
                    <a:pt x="60870" y="69414"/>
                    <a:pt x="64200" y="66058"/>
                    <a:pt x="64266" y="61898"/>
                  </a:cubicBezTo>
                  <a:lnTo>
                    <a:pt x="64266" y="15040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52F4ABC0-B57F-4946-B890-0B58024C79E1}"/>
                </a:ext>
              </a:extLst>
            </p:cNvPr>
            <p:cNvSpPr/>
            <p:nvPr/>
          </p:nvSpPr>
          <p:spPr>
            <a:xfrm>
              <a:off x="6032328" y="2132496"/>
              <a:ext cx="76726" cy="15164"/>
            </a:xfrm>
            <a:custGeom>
              <a:avLst/>
              <a:gdLst>
                <a:gd name="connsiteX0" fmla="*/ 69422 w 76726"/>
                <a:gd name="connsiteY0" fmla="*/ 15101 h 15164"/>
                <a:gd name="connsiteX1" fmla="*/ 8487 w 76726"/>
                <a:gd name="connsiteY1" fmla="*/ 15101 h 15164"/>
                <a:gd name="connsiteX2" fmla="*/ 63 w 76726"/>
                <a:gd name="connsiteY2" fmla="*/ 8551 h 15164"/>
                <a:gd name="connsiteX3" fmla="*/ 6564 w 76726"/>
                <a:gd name="connsiteY3" fmla="*/ 62 h 15164"/>
                <a:gd name="connsiteX4" fmla="*/ 8487 w 76726"/>
                <a:gd name="connsiteY4" fmla="*/ 62 h 15164"/>
                <a:gd name="connsiteX5" fmla="*/ 70162 w 76726"/>
                <a:gd name="connsiteY5" fmla="*/ 62 h 15164"/>
                <a:gd name="connsiteX6" fmla="*/ 76664 w 76726"/>
                <a:gd name="connsiteY6" fmla="*/ 8551 h 15164"/>
                <a:gd name="connsiteX7" fmla="*/ 70162 w 76726"/>
                <a:gd name="connsiteY7" fmla="*/ 15101 h 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726" h="15164">
                  <a:moveTo>
                    <a:pt x="69422" y="15101"/>
                  </a:moveTo>
                  <a:lnTo>
                    <a:pt x="8487" y="15101"/>
                  </a:lnTo>
                  <a:cubicBezTo>
                    <a:pt x="4365" y="15637"/>
                    <a:pt x="593" y="12704"/>
                    <a:pt x="63" y="8551"/>
                  </a:cubicBezTo>
                  <a:cubicBezTo>
                    <a:pt x="-468" y="4398"/>
                    <a:pt x="2442" y="597"/>
                    <a:pt x="6564" y="62"/>
                  </a:cubicBezTo>
                  <a:cubicBezTo>
                    <a:pt x="7202" y="-21"/>
                    <a:pt x="7848" y="-21"/>
                    <a:pt x="8487" y="62"/>
                  </a:cubicBezTo>
                  <a:lnTo>
                    <a:pt x="70162" y="62"/>
                  </a:lnTo>
                  <a:cubicBezTo>
                    <a:pt x="74284" y="597"/>
                    <a:pt x="77195" y="4398"/>
                    <a:pt x="76664" y="8551"/>
                  </a:cubicBezTo>
                  <a:cubicBezTo>
                    <a:pt x="76227" y="11970"/>
                    <a:pt x="73555" y="14661"/>
                    <a:pt x="70162" y="1510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1F35F1D8-4F8F-7C4A-9D84-526C5C2AEBA4}"/>
                </a:ext>
              </a:extLst>
            </p:cNvPr>
            <p:cNvSpPr/>
            <p:nvPr/>
          </p:nvSpPr>
          <p:spPr>
            <a:xfrm>
              <a:off x="5882616" y="2131589"/>
              <a:ext cx="117369" cy="128866"/>
            </a:xfrm>
            <a:custGeom>
              <a:avLst/>
              <a:gdLst>
                <a:gd name="connsiteX0" fmla="*/ 109845 w 117369"/>
                <a:gd name="connsiteY0" fmla="*/ 128866 h 128866"/>
                <a:gd name="connsiteX1" fmla="*/ 16592 w 117369"/>
                <a:gd name="connsiteY1" fmla="*/ 128866 h 128866"/>
                <a:gd name="connsiteX2" fmla="*/ 63 w 117369"/>
                <a:gd name="connsiteY2" fmla="*/ 112211 h 128866"/>
                <a:gd name="connsiteX3" fmla="*/ 63 w 117369"/>
                <a:gd name="connsiteY3" fmla="*/ 8551 h 128866"/>
                <a:gd name="connsiteX4" fmla="*/ 6564 w 117369"/>
                <a:gd name="connsiteY4" fmla="*/ 63 h 128866"/>
                <a:gd name="connsiteX5" fmla="*/ 14988 w 117369"/>
                <a:gd name="connsiteY5" fmla="*/ 6614 h 128866"/>
                <a:gd name="connsiteX6" fmla="*/ 14988 w 117369"/>
                <a:gd name="connsiteY6" fmla="*/ 8551 h 128866"/>
                <a:gd name="connsiteX7" fmla="*/ 14988 w 117369"/>
                <a:gd name="connsiteY7" fmla="*/ 112211 h 128866"/>
                <a:gd name="connsiteX8" fmla="*/ 16463 w 117369"/>
                <a:gd name="connsiteY8" fmla="*/ 113708 h 128866"/>
                <a:gd name="connsiteX9" fmla="*/ 16592 w 117369"/>
                <a:gd name="connsiteY9" fmla="*/ 113702 h 128866"/>
                <a:gd name="connsiteX10" fmla="*/ 109845 w 117369"/>
                <a:gd name="connsiteY10" fmla="*/ 113702 h 128866"/>
                <a:gd name="connsiteX11" fmla="*/ 117370 w 117369"/>
                <a:gd name="connsiteY11" fmla="*/ 121284 h 128866"/>
                <a:gd name="connsiteX12" fmla="*/ 109845 w 117369"/>
                <a:gd name="connsiteY12" fmla="*/ 128866 h 12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69" h="128866">
                  <a:moveTo>
                    <a:pt x="109845" y="128866"/>
                  </a:moveTo>
                  <a:lnTo>
                    <a:pt x="16592" y="128866"/>
                  </a:lnTo>
                  <a:cubicBezTo>
                    <a:pt x="7491" y="128798"/>
                    <a:pt x="130" y="121381"/>
                    <a:pt x="63" y="112211"/>
                  </a:cubicBezTo>
                  <a:lnTo>
                    <a:pt x="63" y="8551"/>
                  </a:lnTo>
                  <a:cubicBezTo>
                    <a:pt x="-468" y="4398"/>
                    <a:pt x="2442" y="598"/>
                    <a:pt x="6564" y="63"/>
                  </a:cubicBezTo>
                  <a:cubicBezTo>
                    <a:pt x="10685" y="-472"/>
                    <a:pt x="14457" y="2461"/>
                    <a:pt x="14988" y="6614"/>
                  </a:cubicBezTo>
                  <a:cubicBezTo>
                    <a:pt x="15070" y="7257"/>
                    <a:pt x="15070" y="7908"/>
                    <a:pt x="14988" y="8551"/>
                  </a:cubicBezTo>
                  <a:lnTo>
                    <a:pt x="14988" y="112211"/>
                  </a:lnTo>
                  <a:cubicBezTo>
                    <a:pt x="14985" y="113035"/>
                    <a:pt x="15646" y="113705"/>
                    <a:pt x="16463" y="113708"/>
                  </a:cubicBezTo>
                  <a:cubicBezTo>
                    <a:pt x="16506" y="113708"/>
                    <a:pt x="16549" y="113706"/>
                    <a:pt x="16592" y="113702"/>
                  </a:cubicBezTo>
                  <a:lnTo>
                    <a:pt x="109845" y="113702"/>
                  </a:lnTo>
                  <a:cubicBezTo>
                    <a:pt x="114001" y="113702"/>
                    <a:pt x="117370" y="117097"/>
                    <a:pt x="117370" y="121284"/>
                  </a:cubicBezTo>
                  <a:cubicBezTo>
                    <a:pt x="117370" y="125472"/>
                    <a:pt x="114001" y="128866"/>
                    <a:pt x="109845" y="12886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8" name="Graphic 50">
            <a:extLst>
              <a:ext uri="{FF2B5EF4-FFF2-40B4-BE49-F238E27FC236}">
                <a16:creationId xmlns:a16="http://schemas.microsoft.com/office/drawing/2014/main" id="{147469F3-179C-5540-A913-0A576BCD4DA7}"/>
              </a:ext>
            </a:extLst>
          </p:cNvPr>
          <p:cNvGrpSpPr>
            <a:grpSpLocks noChangeAspect="1"/>
          </p:cNvGrpSpPr>
          <p:nvPr/>
        </p:nvGrpSpPr>
        <p:grpSpPr>
          <a:xfrm>
            <a:off x="5922943" y="5077880"/>
            <a:ext cx="461328" cy="242796"/>
            <a:chOff x="5843516" y="1973174"/>
            <a:chExt cx="461328" cy="242796"/>
          </a:xfrm>
          <a:solidFill>
            <a:srgbClr val="FFFFFF"/>
          </a:solidFill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33537D7-5DE5-6548-9F62-E225EBF9DD4C}"/>
                </a:ext>
              </a:extLst>
            </p:cNvPr>
            <p:cNvSpPr/>
            <p:nvPr/>
          </p:nvSpPr>
          <p:spPr>
            <a:xfrm>
              <a:off x="6198179" y="1978206"/>
              <a:ext cx="106665" cy="159917"/>
            </a:xfrm>
            <a:custGeom>
              <a:avLst/>
              <a:gdLst>
                <a:gd name="connsiteX0" fmla="*/ 43736 w 106665"/>
                <a:gd name="connsiteY0" fmla="*/ 159918 h 159917"/>
                <a:gd name="connsiteX1" fmla="*/ 36383 w 106665"/>
                <a:gd name="connsiteY1" fmla="*/ 154313 h 159917"/>
                <a:gd name="connsiteX2" fmla="*/ 252 w 106665"/>
                <a:gd name="connsiteY2" fmla="*/ 24154 h 159917"/>
                <a:gd name="connsiteX3" fmla="*/ 1012 w 106665"/>
                <a:gd name="connsiteY3" fmla="*/ 18425 h 159917"/>
                <a:gd name="connsiteX4" fmla="*/ 5703 w 106665"/>
                <a:gd name="connsiteY4" fmla="*/ 14937 h 159917"/>
                <a:gd name="connsiteX5" fmla="*/ 61232 w 106665"/>
                <a:gd name="connsiteY5" fmla="*/ 240 h 159917"/>
                <a:gd name="connsiteX6" fmla="*/ 70613 w 106665"/>
                <a:gd name="connsiteY6" fmla="*/ 5596 h 159917"/>
                <a:gd name="connsiteX7" fmla="*/ 106365 w 106665"/>
                <a:gd name="connsiteY7" fmla="*/ 136004 h 159917"/>
                <a:gd name="connsiteX8" fmla="*/ 105604 w 106665"/>
                <a:gd name="connsiteY8" fmla="*/ 141733 h 159917"/>
                <a:gd name="connsiteX9" fmla="*/ 100913 w 106665"/>
                <a:gd name="connsiteY9" fmla="*/ 145345 h 159917"/>
                <a:gd name="connsiteX10" fmla="*/ 45765 w 106665"/>
                <a:gd name="connsiteY10" fmla="*/ 159669 h 159917"/>
                <a:gd name="connsiteX11" fmla="*/ 17240 w 106665"/>
                <a:gd name="connsiteY11" fmla="*/ 27517 h 159917"/>
                <a:gd name="connsiteX12" fmla="*/ 49188 w 106665"/>
                <a:gd name="connsiteY12" fmla="*/ 143103 h 159917"/>
                <a:gd name="connsiteX13" fmla="*/ 89630 w 106665"/>
                <a:gd name="connsiteY13" fmla="*/ 132392 h 159917"/>
                <a:gd name="connsiteX14" fmla="*/ 57809 w 106665"/>
                <a:gd name="connsiteY14" fmla="*/ 16557 h 15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665" h="159917">
                  <a:moveTo>
                    <a:pt x="43736" y="159918"/>
                  </a:moveTo>
                  <a:cubicBezTo>
                    <a:pt x="40272" y="159913"/>
                    <a:pt x="37249" y="157608"/>
                    <a:pt x="36383" y="154313"/>
                  </a:cubicBezTo>
                  <a:lnTo>
                    <a:pt x="252" y="24154"/>
                  </a:lnTo>
                  <a:cubicBezTo>
                    <a:pt x="-259" y="22220"/>
                    <a:pt x="14" y="20166"/>
                    <a:pt x="1012" y="18425"/>
                  </a:cubicBezTo>
                  <a:cubicBezTo>
                    <a:pt x="2014" y="16672"/>
                    <a:pt x="3714" y="15408"/>
                    <a:pt x="5703" y="14937"/>
                  </a:cubicBezTo>
                  <a:lnTo>
                    <a:pt x="61232" y="240"/>
                  </a:lnTo>
                  <a:cubicBezTo>
                    <a:pt x="65323" y="-791"/>
                    <a:pt x="69500" y="1593"/>
                    <a:pt x="70613" y="5596"/>
                  </a:cubicBezTo>
                  <a:lnTo>
                    <a:pt x="106365" y="136004"/>
                  </a:lnTo>
                  <a:cubicBezTo>
                    <a:pt x="106949" y="137933"/>
                    <a:pt x="106673" y="140016"/>
                    <a:pt x="105604" y="141733"/>
                  </a:cubicBezTo>
                  <a:cubicBezTo>
                    <a:pt x="104563" y="143478"/>
                    <a:pt x="102887" y="144769"/>
                    <a:pt x="100913" y="145345"/>
                  </a:cubicBezTo>
                  <a:lnTo>
                    <a:pt x="45765" y="159669"/>
                  </a:lnTo>
                  <a:close/>
                  <a:moveTo>
                    <a:pt x="17240" y="27517"/>
                  </a:moveTo>
                  <a:lnTo>
                    <a:pt x="49188" y="143103"/>
                  </a:lnTo>
                  <a:lnTo>
                    <a:pt x="89630" y="132392"/>
                  </a:lnTo>
                  <a:lnTo>
                    <a:pt x="57809" y="16557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B51E610-E6D7-DD46-AA63-EB7459C4ACDA}"/>
                </a:ext>
              </a:extLst>
            </p:cNvPr>
            <p:cNvSpPr/>
            <p:nvPr/>
          </p:nvSpPr>
          <p:spPr>
            <a:xfrm>
              <a:off x="6025735" y="1998579"/>
              <a:ext cx="220382" cy="131950"/>
            </a:xfrm>
            <a:custGeom>
              <a:avLst/>
              <a:gdLst>
                <a:gd name="connsiteX0" fmla="*/ 190191 w 220382"/>
                <a:gd name="connsiteY0" fmla="*/ 131947 h 131950"/>
                <a:gd name="connsiteX1" fmla="*/ 164201 w 220382"/>
                <a:gd name="connsiteY1" fmla="*/ 124474 h 131950"/>
                <a:gd name="connsiteX2" fmla="*/ 89656 w 220382"/>
                <a:gd name="connsiteY2" fmla="*/ 75898 h 131950"/>
                <a:gd name="connsiteX3" fmla="*/ 65188 w 220382"/>
                <a:gd name="connsiteY3" fmla="*/ 75898 h 131950"/>
                <a:gd name="connsiteX4" fmla="*/ 36789 w 220382"/>
                <a:gd name="connsiteY4" fmla="*/ 93211 h 131950"/>
                <a:gd name="connsiteX5" fmla="*/ 17266 w 220382"/>
                <a:gd name="connsiteY5" fmla="*/ 95951 h 131950"/>
                <a:gd name="connsiteX6" fmla="*/ 2306 w 220382"/>
                <a:gd name="connsiteY6" fmla="*/ 83496 h 131950"/>
                <a:gd name="connsiteX7" fmla="*/ 7884 w 220382"/>
                <a:gd name="connsiteY7" fmla="*/ 56218 h 131950"/>
                <a:gd name="connsiteX8" fmla="*/ 56694 w 220382"/>
                <a:gd name="connsiteY8" fmla="*/ 12375 h 131950"/>
                <a:gd name="connsiteX9" fmla="*/ 103221 w 220382"/>
                <a:gd name="connsiteY9" fmla="*/ 2037 h 131950"/>
                <a:gd name="connsiteX10" fmla="*/ 140620 w 220382"/>
                <a:gd name="connsiteY10" fmla="*/ 13247 h 131950"/>
                <a:gd name="connsiteX11" fmla="*/ 166610 w 220382"/>
                <a:gd name="connsiteY11" fmla="*/ 13247 h 131950"/>
                <a:gd name="connsiteX12" fmla="*/ 182204 w 220382"/>
                <a:gd name="connsiteY12" fmla="*/ 9012 h 131950"/>
                <a:gd name="connsiteX13" fmla="*/ 188035 w 220382"/>
                <a:gd name="connsiteY13" fmla="*/ 9760 h 131950"/>
                <a:gd name="connsiteX14" fmla="*/ 191585 w 220382"/>
                <a:gd name="connsiteY14" fmla="*/ 14244 h 131950"/>
                <a:gd name="connsiteX15" fmla="*/ 220110 w 220382"/>
                <a:gd name="connsiteY15" fmla="*/ 117250 h 131950"/>
                <a:gd name="connsiteX16" fmla="*/ 215039 w 220382"/>
                <a:gd name="connsiteY16" fmla="*/ 126467 h 131950"/>
                <a:gd name="connsiteX17" fmla="*/ 204516 w 220382"/>
                <a:gd name="connsiteY17" fmla="*/ 129705 h 131950"/>
                <a:gd name="connsiteX18" fmla="*/ 190191 w 220382"/>
                <a:gd name="connsiteY18" fmla="*/ 131947 h 131950"/>
                <a:gd name="connsiteX19" fmla="*/ 77232 w 220382"/>
                <a:gd name="connsiteY19" fmla="*/ 57215 h 131950"/>
                <a:gd name="connsiteX20" fmla="*/ 98150 w 220382"/>
                <a:gd name="connsiteY20" fmla="*/ 63442 h 131950"/>
                <a:gd name="connsiteX21" fmla="*/ 172695 w 220382"/>
                <a:gd name="connsiteY21" fmla="*/ 112018 h 131950"/>
                <a:gd name="connsiteX22" fmla="*/ 199826 w 220382"/>
                <a:gd name="connsiteY22" fmla="*/ 115755 h 131950"/>
                <a:gd name="connsiteX23" fmla="*/ 203375 w 220382"/>
                <a:gd name="connsiteY23" fmla="*/ 114634 h 131950"/>
                <a:gd name="connsiteX24" fmla="*/ 178781 w 220382"/>
                <a:gd name="connsiteY24" fmla="*/ 25578 h 131950"/>
                <a:gd name="connsiteX25" fmla="*/ 170667 w 220382"/>
                <a:gd name="connsiteY25" fmla="*/ 27820 h 131950"/>
                <a:gd name="connsiteX26" fmla="*/ 136183 w 220382"/>
                <a:gd name="connsiteY26" fmla="*/ 27820 h 131950"/>
                <a:gd name="connsiteX27" fmla="*/ 98150 w 220382"/>
                <a:gd name="connsiteY27" fmla="*/ 16610 h 131950"/>
                <a:gd name="connsiteX28" fmla="*/ 66582 w 220382"/>
                <a:gd name="connsiteY28" fmla="*/ 23710 h 131950"/>
                <a:gd name="connsiteX29" fmla="*/ 18153 w 220382"/>
                <a:gd name="connsiteY29" fmla="*/ 67304 h 131950"/>
                <a:gd name="connsiteX30" fmla="*/ 16251 w 220382"/>
                <a:gd name="connsiteY30" fmla="*/ 76894 h 131950"/>
                <a:gd name="connsiteX31" fmla="*/ 21576 w 220382"/>
                <a:gd name="connsiteY31" fmla="*/ 81503 h 131950"/>
                <a:gd name="connsiteX32" fmla="*/ 28549 w 220382"/>
                <a:gd name="connsiteY32" fmla="*/ 80506 h 131950"/>
                <a:gd name="connsiteX33" fmla="*/ 56947 w 220382"/>
                <a:gd name="connsiteY33" fmla="*/ 62197 h 131950"/>
                <a:gd name="connsiteX34" fmla="*/ 77232 w 220382"/>
                <a:gd name="connsiteY34" fmla="*/ 56716 h 13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20382" h="131950">
                  <a:moveTo>
                    <a:pt x="190191" y="131947"/>
                  </a:moveTo>
                  <a:cubicBezTo>
                    <a:pt x="180962" y="132065"/>
                    <a:pt x="171909" y="129462"/>
                    <a:pt x="164201" y="124474"/>
                  </a:cubicBezTo>
                  <a:lnTo>
                    <a:pt x="89656" y="75898"/>
                  </a:lnTo>
                  <a:cubicBezTo>
                    <a:pt x="82208" y="71177"/>
                    <a:pt x="72636" y="71177"/>
                    <a:pt x="65188" y="75898"/>
                  </a:cubicBezTo>
                  <a:lnTo>
                    <a:pt x="36789" y="93211"/>
                  </a:lnTo>
                  <a:cubicBezTo>
                    <a:pt x="30978" y="96820"/>
                    <a:pt x="23873" y="97817"/>
                    <a:pt x="17266" y="95951"/>
                  </a:cubicBezTo>
                  <a:cubicBezTo>
                    <a:pt x="10642" y="94191"/>
                    <a:pt x="5159" y="89626"/>
                    <a:pt x="2306" y="83496"/>
                  </a:cubicBezTo>
                  <a:cubicBezTo>
                    <a:pt x="-2218" y="74196"/>
                    <a:pt x="56" y="63079"/>
                    <a:pt x="7884" y="56218"/>
                  </a:cubicBezTo>
                  <a:lnTo>
                    <a:pt x="56694" y="12375"/>
                  </a:lnTo>
                  <a:cubicBezTo>
                    <a:pt x="69268" y="1121"/>
                    <a:pt x="86941" y="-2806"/>
                    <a:pt x="103221" y="2037"/>
                  </a:cubicBezTo>
                  <a:lnTo>
                    <a:pt x="140620" y="13247"/>
                  </a:lnTo>
                  <a:cubicBezTo>
                    <a:pt x="149098" y="15736"/>
                    <a:pt x="158132" y="15736"/>
                    <a:pt x="166610" y="13247"/>
                  </a:cubicBezTo>
                  <a:lnTo>
                    <a:pt x="182204" y="9012"/>
                  </a:lnTo>
                  <a:cubicBezTo>
                    <a:pt x="184173" y="8511"/>
                    <a:pt x="186263" y="8779"/>
                    <a:pt x="188035" y="9760"/>
                  </a:cubicBezTo>
                  <a:cubicBezTo>
                    <a:pt x="189783" y="10727"/>
                    <a:pt x="191061" y="12342"/>
                    <a:pt x="191585" y="14244"/>
                  </a:cubicBezTo>
                  <a:lnTo>
                    <a:pt x="220110" y="117250"/>
                  </a:lnTo>
                  <a:cubicBezTo>
                    <a:pt x="221191" y="121159"/>
                    <a:pt x="218960" y="125214"/>
                    <a:pt x="215039" y="126467"/>
                  </a:cubicBezTo>
                  <a:lnTo>
                    <a:pt x="204516" y="129705"/>
                  </a:lnTo>
                  <a:cubicBezTo>
                    <a:pt x="199890" y="131186"/>
                    <a:pt x="195056" y="131942"/>
                    <a:pt x="190191" y="131947"/>
                  </a:cubicBezTo>
                  <a:close/>
                  <a:moveTo>
                    <a:pt x="77232" y="57215"/>
                  </a:moveTo>
                  <a:cubicBezTo>
                    <a:pt x="84674" y="57235"/>
                    <a:pt x="91948" y="59400"/>
                    <a:pt x="98150" y="63442"/>
                  </a:cubicBezTo>
                  <a:lnTo>
                    <a:pt x="172695" y="112018"/>
                  </a:lnTo>
                  <a:cubicBezTo>
                    <a:pt x="180695" y="117238"/>
                    <a:pt x="190673" y="118612"/>
                    <a:pt x="199826" y="115755"/>
                  </a:cubicBezTo>
                  <a:lnTo>
                    <a:pt x="203375" y="114634"/>
                  </a:lnTo>
                  <a:lnTo>
                    <a:pt x="178781" y="25578"/>
                  </a:lnTo>
                  <a:lnTo>
                    <a:pt x="170667" y="27820"/>
                  </a:lnTo>
                  <a:cubicBezTo>
                    <a:pt x="159409" y="31058"/>
                    <a:pt x="147441" y="31058"/>
                    <a:pt x="136183" y="27820"/>
                  </a:cubicBezTo>
                  <a:lnTo>
                    <a:pt x="98150" y="16610"/>
                  </a:lnTo>
                  <a:cubicBezTo>
                    <a:pt x="87091" y="13282"/>
                    <a:pt x="75065" y="15986"/>
                    <a:pt x="66582" y="23710"/>
                  </a:cubicBezTo>
                  <a:lnTo>
                    <a:pt x="18153" y="67304"/>
                  </a:lnTo>
                  <a:cubicBezTo>
                    <a:pt x="15366" y="69699"/>
                    <a:pt x="14583" y="73646"/>
                    <a:pt x="16251" y="76894"/>
                  </a:cubicBezTo>
                  <a:cubicBezTo>
                    <a:pt x="17257" y="79120"/>
                    <a:pt x="19202" y="80803"/>
                    <a:pt x="21576" y="81503"/>
                  </a:cubicBezTo>
                  <a:cubicBezTo>
                    <a:pt x="23942" y="82115"/>
                    <a:pt x="26459" y="81755"/>
                    <a:pt x="28549" y="80506"/>
                  </a:cubicBezTo>
                  <a:lnTo>
                    <a:pt x="56947" y="62197"/>
                  </a:lnTo>
                  <a:cubicBezTo>
                    <a:pt x="63050" y="58533"/>
                    <a:pt x="70080" y="56633"/>
                    <a:pt x="77232" y="5671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FDFEB67-1FE7-0144-AD8A-0D5CF641EFC9}"/>
                </a:ext>
              </a:extLst>
            </p:cNvPr>
            <p:cNvSpPr/>
            <p:nvPr/>
          </p:nvSpPr>
          <p:spPr>
            <a:xfrm>
              <a:off x="5906921" y="1991366"/>
              <a:ext cx="198468" cy="146384"/>
            </a:xfrm>
            <a:custGeom>
              <a:avLst/>
              <a:gdLst>
                <a:gd name="connsiteX0" fmla="*/ 42518 w 198468"/>
                <a:gd name="connsiteY0" fmla="*/ 146385 h 146384"/>
                <a:gd name="connsiteX1" fmla="*/ 39349 w 198468"/>
                <a:gd name="connsiteY1" fmla="*/ 145637 h 146384"/>
                <a:gd name="connsiteX2" fmla="*/ 4485 w 198468"/>
                <a:gd name="connsiteY2" fmla="*/ 129694 h 146384"/>
                <a:gd name="connsiteX3" fmla="*/ 555 w 198468"/>
                <a:gd name="connsiteY3" fmla="*/ 119979 h 146384"/>
                <a:gd name="connsiteX4" fmla="*/ 39602 w 198468"/>
                <a:gd name="connsiteY4" fmla="*/ 24696 h 146384"/>
                <a:gd name="connsiteX5" fmla="*/ 47843 w 198468"/>
                <a:gd name="connsiteY5" fmla="*/ 19589 h 146384"/>
                <a:gd name="connsiteX6" fmla="*/ 74339 w 198468"/>
                <a:gd name="connsiteY6" fmla="*/ 23450 h 146384"/>
                <a:gd name="connsiteX7" fmla="*/ 94243 w 198468"/>
                <a:gd name="connsiteY7" fmla="*/ 21457 h 146384"/>
                <a:gd name="connsiteX8" fmla="*/ 149518 w 198468"/>
                <a:gd name="connsiteY8" fmla="*/ 2151 h 146384"/>
                <a:gd name="connsiteX9" fmla="*/ 173099 w 198468"/>
                <a:gd name="connsiteY9" fmla="*/ 2151 h 146384"/>
                <a:gd name="connsiteX10" fmla="*/ 194144 w 198468"/>
                <a:gd name="connsiteY10" fmla="*/ 10496 h 146384"/>
                <a:gd name="connsiteX11" fmla="*/ 197673 w 198468"/>
                <a:gd name="connsiteY11" fmla="*/ 20667 h 146384"/>
                <a:gd name="connsiteX12" fmla="*/ 188439 w 198468"/>
                <a:gd name="connsiteY12" fmla="*/ 24571 h 146384"/>
                <a:gd name="connsiteX13" fmla="*/ 167394 w 198468"/>
                <a:gd name="connsiteY13" fmla="*/ 16226 h 146384"/>
                <a:gd name="connsiteX14" fmla="*/ 154716 w 198468"/>
                <a:gd name="connsiteY14" fmla="*/ 16226 h 146384"/>
                <a:gd name="connsiteX15" fmla="*/ 99441 w 198468"/>
                <a:gd name="connsiteY15" fmla="*/ 36155 h 146384"/>
                <a:gd name="connsiteX16" fmla="*/ 72184 w 198468"/>
                <a:gd name="connsiteY16" fmla="*/ 38895 h 146384"/>
                <a:gd name="connsiteX17" fmla="*/ 51646 w 198468"/>
                <a:gd name="connsiteY17" fmla="*/ 35905 h 146384"/>
                <a:gd name="connsiteX18" fmla="*/ 17543 w 198468"/>
                <a:gd name="connsiteY18" fmla="*/ 119232 h 146384"/>
                <a:gd name="connsiteX19" fmla="*/ 45814 w 198468"/>
                <a:gd name="connsiteY19" fmla="*/ 131687 h 146384"/>
                <a:gd name="connsiteX20" fmla="*/ 49762 w 198468"/>
                <a:gd name="connsiteY20" fmla="*/ 141518 h 146384"/>
                <a:gd name="connsiteX21" fmla="*/ 42518 w 198468"/>
                <a:gd name="connsiteY21" fmla="*/ 146011 h 146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8468" h="146384">
                  <a:moveTo>
                    <a:pt x="42518" y="146385"/>
                  </a:moveTo>
                  <a:cubicBezTo>
                    <a:pt x="41417" y="146376"/>
                    <a:pt x="40333" y="146120"/>
                    <a:pt x="39349" y="145637"/>
                  </a:cubicBezTo>
                  <a:lnTo>
                    <a:pt x="4485" y="129694"/>
                  </a:lnTo>
                  <a:cubicBezTo>
                    <a:pt x="755" y="127997"/>
                    <a:pt x="-972" y="123729"/>
                    <a:pt x="555" y="119979"/>
                  </a:cubicBezTo>
                  <a:lnTo>
                    <a:pt x="39602" y="24696"/>
                  </a:lnTo>
                  <a:cubicBezTo>
                    <a:pt x="40775" y="21294"/>
                    <a:pt x="44212" y="19164"/>
                    <a:pt x="47843" y="19589"/>
                  </a:cubicBezTo>
                  <a:lnTo>
                    <a:pt x="74339" y="23450"/>
                  </a:lnTo>
                  <a:cubicBezTo>
                    <a:pt x="81039" y="24418"/>
                    <a:pt x="87880" y="23733"/>
                    <a:pt x="94243" y="21457"/>
                  </a:cubicBezTo>
                  <a:lnTo>
                    <a:pt x="149518" y="2151"/>
                  </a:lnTo>
                  <a:cubicBezTo>
                    <a:pt x="157107" y="-717"/>
                    <a:pt x="165510" y="-717"/>
                    <a:pt x="173099" y="2151"/>
                  </a:cubicBezTo>
                  <a:lnTo>
                    <a:pt x="194144" y="10496"/>
                  </a:lnTo>
                  <a:cubicBezTo>
                    <a:pt x="197977" y="12347"/>
                    <a:pt x="199557" y="16901"/>
                    <a:pt x="197673" y="20667"/>
                  </a:cubicBezTo>
                  <a:cubicBezTo>
                    <a:pt x="195994" y="24024"/>
                    <a:pt x="192076" y="25681"/>
                    <a:pt x="188439" y="24571"/>
                  </a:cubicBezTo>
                  <a:lnTo>
                    <a:pt x="167394" y="16226"/>
                  </a:lnTo>
                  <a:cubicBezTo>
                    <a:pt x="163317" y="14669"/>
                    <a:pt x="158794" y="14669"/>
                    <a:pt x="154716" y="16226"/>
                  </a:cubicBezTo>
                  <a:lnTo>
                    <a:pt x="99441" y="36155"/>
                  </a:lnTo>
                  <a:cubicBezTo>
                    <a:pt x="90717" y="39230"/>
                    <a:pt x="81361" y="40170"/>
                    <a:pt x="72184" y="38895"/>
                  </a:cubicBezTo>
                  <a:lnTo>
                    <a:pt x="51646" y="35905"/>
                  </a:lnTo>
                  <a:lnTo>
                    <a:pt x="17543" y="119232"/>
                  </a:lnTo>
                  <a:lnTo>
                    <a:pt x="45814" y="131687"/>
                  </a:lnTo>
                  <a:cubicBezTo>
                    <a:pt x="49668" y="133331"/>
                    <a:pt x="51435" y="137732"/>
                    <a:pt x="49762" y="141518"/>
                  </a:cubicBezTo>
                  <a:cubicBezTo>
                    <a:pt x="48517" y="144337"/>
                    <a:pt x="45643" y="146119"/>
                    <a:pt x="42518" y="14601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77DAB67-C8C7-6C4A-9E6B-CEDCE970EBF2}"/>
                </a:ext>
              </a:extLst>
            </p:cNvPr>
            <p:cNvSpPr/>
            <p:nvPr/>
          </p:nvSpPr>
          <p:spPr>
            <a:xfrm>
              <a:off x="5935156" y="2108066"/>
              <a:ext cx="56097" cy="58854"/>
            </a:xfrm>
            <a:custGeom>
              <a:avLst/>
              <a:gdLst>
                <a:gd name="connsiteX0" fmla="*/ 22397 w 56097"/>
                <a:gd name="connsiteY0" fmla="*/ 58830 h 58854"/>
                <a:gd name="connsiteX1" fmla="*/ 9719 w 56097"/>
                <a:gd name="connsiteY1" fmla="*/ 54720 h 58854"/>
                <a:gd name="connsiteX2" fmla="*/ 4200 w 56097"/>
                <a:gd name="connsiteY2" fmla="*/ 23302 h 58854"/>
                <a:gd name="connsiteX3" fmla="*/ 4268 w 56097"/>
                <a:gd name="connsiteY3" fmla="*/ 23208 h 58854"/>
                <a:gd name="connsiteX4" fmla="*/ 13903 w 56097"/>
                <a:gd name="connsiteY4" fmla="*/ 9756 h 58854"/>
                <a:gd name="connsiteX5" fmla="*/ 46168 w 56097"/>
                <a:gd name="connsiteY5" fmla="*/ 4089 h 58854"/>
                <a:gd name="connsiteX6" fmla="*/ 51936 w 56097"/>
                <a:gd name="connsiteY6" fmla="*/ 35788 h 58854"/>
                <a:gd name="connsiteX7" fmla="*/ 42301 w 56097"/>
                <a:gd name="connsiteY7" fmla="*/ 49364 h 58854"/>
                <a:gd name="connsiteX8" fmla="*/ 27341 w 56097"/>
                <a:gd name="connsiteY8" fmla="*/ 58457 h 58854"/>
                <a:gd name="connsiteX9" fmla="*/ 22397 w 56097"/>
                <a:gd name="connsiteY9" fmla="*/ 58830 h 58854"/>
                <a:gd name="connsiteX10" fmla="*/ 32539 w 56097"/>
                <a:gd name="connsiteY10" fmla="*/ 14987 h 58854"/>
                <a:gd name="connsiteX11" fmla="*/ 31271 w 56097"/>
                <a:gd name="connsiteY11" fmla="*/ 14987 h 58854"/>
                <a:gd name="connsiteX12" fmla="*/ 26327 w 56097"/>
                <a:gd name="connsiteY12" fmla="*/ 17977 h 58854"/>
                <a:gd name="connsiteX13" fmla="*/ 16692 w 56097"/>
                <a:gd name="connsiteY13" fmla="*/ 31428 h 58854"/>
                <a:gd name="connsiteX14" fmla="*/ 18467 w 56097"/>
                <a:gd name="connsiteY14" fmla="*/ 41891 h 58854"/>
                <a:gd name="connsiteX15" fmla="*/ 24172 w 56097"/>
                <a:gd name="connsiteY15" fmla="*/ 43136 h 58854"/>
                <a:gd name="connsiteX16" fmla="*/ 29116 w 56097"/>
                <a:gd name="connsiteY16" fmla="*/ 40147 h 58854"/>
                <a:gd name="connsiteX17" fmla="*/ 38751 w 56097"/>
                <a:gd name="connsiteY17" fmla="*/ 27443 h 58854"/>
                <a:gd name="connsiteX18" fmla="*/ 37084 w 56097"/>
                <a:gd name="connsiteY18" fmla="*/ 17180 h 58854"/>
                <a:gd name="connsiteX19" fmla="*/ 36976 w 56097"/>
                <a:gd name="connsiteY19" fmla="*/ 17105 h 58854"/>
                <a:gd name="connsiteX20" fmla="*/ 32539 w 56097"/>
                <a:gd name="connsiteY20" fmla="*/ 14987 h 5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097" h="58854">
                  <a:moveTo>
                    <a:pt x="22397" y="58830"/>
                  </a:moveTo>
                  <a:cubicBezTo>
                    <a:pt x="17846" y="58748"/>
                    <a:pt x="13426" y="57315"/>
                    <a:pt x="9719" y="54720"/>
                  </a:cubicBezTo>
                  <a:cubicBezTo>
                    <a:pt x="-636" y="47542"/>
                    <a:pt x="-3107" y="33475"/>
                    <a:pt x="4200" y="23302"/>
                  </a:cubicBezTo>
                  <a:cubicBezTo>
                    <a:pt x="4222" y="23271"/>
                    <a:pt x="4245" y="23239"/>
                    <a:pt x="4268" y="23208"/>
                  </a:cubicBezTo>
                  <a:lnTo>
                    <a:pt x="13903" y="9756"/>
                  </a:lnTo>
                  <a:cubicBezTo>
                    <a:pt x="21220" y="-562"/>
                    <a:pt x="35665" y="-3100"/>
                    <a:pt x="46168" y="4089"/>
                  </a:cubicBezTo>
                  <a:cubicBezTo>
                    <a:pt x="56670" y="11277"/>
                    <a:pt x="59253" y="25469"/>
                    <a:pt x="51936" y="35788"/>
                  </a:cubicBezTo>
                  <a:lnTo>
                    <a:pt x="42301" y="49364"/>
                  </a:lnTo>
                  <a:cubicBezTo>
                    <a:pt x="38742" y="54227"/>
                    <a:pt x="33359" y="57498"/>
                    <a:pt x="27341" y="58457"/>
                  </a:cubicBezTo>
                  <a:cubicBezTo>
                    <a:pt x="25716" y="58786"/>
                    <a:pt x="24054" y="58911"/>
                    <a:pt x="22397" y="58830"/>
                  </a:cubicBezTo>
                  <a:close/>
                  <a:moveTo>
                    <a:pt x="32539" y="14987"/>
                  </a:moveTo>
                  <a:lnTo>
                    <a:pt x="31271" y="14987"/>
                  </a:lnTo>
                  <a:cubicBezTo>
                    <a:pt x="29276" y="15275"/>
                    <a:pt x="27488" y="16356"/>
                    <a:pt x="26327" y="17977"/>
                  </a:cubicBezTo>
                  <a:lnTo>
                    <a:pt x="16692" y="31428"/>
                  </a:lnTo>
                  <a:cubicBezTo>
                    <a:pt x="14298" y="34812"/>
                    <a:pt x="15085" y="39453"/>
                    <a:pt x="18467" y="41891"/>
                  </a:cubicBezTo>
                  <a:cubicBezTo>
                    <a:pt x="20124" y="43036"/>
                    <a:pt x="22177" y="43484"/>
                    <a:pt x="24172" y="43136"/>
                  </a:cubicBezTo>
                  <a:cubicBezTo>
                    <a:pt x="26148" y="42796"/>
                    <a:pt x="27917" y="41727"/>
                    <a:pt x="29116" y="40147"/>
                  </a:cubicBezTo>
                  <a:lnTo>
                    <a:pt x="38751" y="27443"/>
                  </a:lnTo>
                  <a:cubicBezTo>
                    <a:pt x="41175" y="24156"/>
                    <a:pt x="40429" y="19562"/>
                    <a:pt x="37084" y="17180"/>
                  </a:cubicBezTo>
                  <a:cubicBezTo>
                    <a:pt x="37048" y="17155"/>
                    <a:pt x="37012" y="17130"/>
                    <a:pt x="36976" y="17105"/>
                  </a:cubicBezTo>
                  <a:cubicBezTo>
                    <a:pt x="35816" y="15882"/>
                    <a:pt x="34235" y="15127"/>
                    <a:pt x="32539" y="1498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DE9E9777-6805-D046-8FF6-74752415B10A}"/>
                </a:ext>
              </a:extLst>
            </p:cNvPr>
            <p:cNvSpPr/>
            <p:nvPr/>
          </p:nvSpPr>
          <p:spPr>
            <a:xfrm>
              <a:off x="5955416" y="2102200"/>
              <a:ext cx="77895" cy="89232"/>
            </a:xfrm>
            <a:custGeom>
              <a:avLst/>
              <a:gdLst>
                <a:gd name="connsiteX0" fmla="*/ 23562 w 77895"/>
                <a:gd name="connsiteY0" fmla="*/ 89233 h 89232"/>
                <a:gd name="connsiteX1" fmla="*/ 9997 w 77895"/>
                <a:gd name="connsiteY1" fmla="*/ 84998 h 89232"/>
                <a:gd name="connsiteX2" fmla="*/ 4292 w 77895"/>
                <a:gd name="connsiteY2" fmla="*/ 52738 h 89232"/>
                <a:gd name="connsiteX3" fmla="*/ 33578 w 77895"/>
                <a:gd name="connsiteY3" fmla="*/ 12134 h 89232"/>
                <a:gd name="connsiteX4" fmla="*/ 65545 w 77895"/>
                <a:gd name="connsiteY4" fmla="*/ 2803 h 89232"/>
                <a:gd name="connsiteX5" fmla="*/ 75042 w 77895"/>
                <a:gd name="connsiteY5" fmla="*/ 34209 h 89232"/>
                <a:gd name="connsiteX6" fmla="*/ 71611 w 77895"/>
                <a:gd name="connsiteY6" fmla="*/ 38913 h 89232"/>
                <a:gd name="connsiteX7" fmla="*/ 42452 w 77895"/>
                <a:gd name="connsiteY7" fmla="*/ 79393 h 89232"/>
                <a:gd name="connsiteX8" fmla="*/ 23562 w 77895"/>
                <a:gd name="connsiteY8" fmla="*/ 89233 h 89232"/>
                <a:gd name="connsiteX9" fmla="*/ 52848 w 77895"/>
                <a:gd name="connsiteY9" fmla="*/ 17490 h 89232"/>
                <a:gd name="connsiteX10" fmla="*/ 46129 w 77895"/>
                <a:gd name="connsiteY10" fmla="*/ 20853 h 89232"/>
                <a:gd name="connsiteX11" fmla="*/ 16843 w 77895"/>
                <a:gd name="connsiteY11" fmla="*/ 61457 h 89232"/>
                <a:gd name="connsiteX12" fmla="*/ 18738 w 77895"/>
                <a:gd name="connsiteY12" fmla="*/ 72576 h 89232"/>
                <a:gd name="connsiteX13" fmla="*/ 18871 w 77895"/>
                <a:gd name="connsiteY13" fmla="*/ 72667 h 89232"/>
                <a:gd name="connsiteX14" fmla="*/ 30205 w 77895"/>
                <a:gd name="connsiteY14" fmla="*/ 70904 h 89232"/>
                <a:gd name="connsiteX15" fmla="*/ 30281 w 77895"/>
                <a:gd name="connsiteY15" fmla="*/ 70799 h 89232"/>
                <a:gd name="connsiteX16" fmla="*/ 59440 w 77895"/>
                <a:gd name="connsiteY16" fmla="*/ 30194 h 89232"/>
                <a:gd name="connsiteX17" fmla="*/ 57646 w 77895"/>
                <a:gd name="connsiteY17" fmla="*/ 19060 h 89232"/>
                <a:gd name="connsiteX18" fmla="*/ 57539 w 77895"/>
                <a:gd name="connsiteY18" fmla="*/ 18984 h 89232"/>
                <a:gd name="connsiteX19" fmla="*/ 52848 w 77895"/>
                <a:gd name="connsiteY19" fmla="*/ 17490 h 8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7895" h="89232">
                  <a:moveTo>
                    <a:pt x="23562" y="89233"/>
                  </a:moveTo>
                  <a:cubicBezTo>
                    <a:pt x="18702" y="89244"/>
                    <a:pt x="13959" y="87763"/>
                    <a:pt x="9997" y="84998"/>
                  </a:cubicBezTo>
                  <a:cubicBezTo>
                    <a:pt x="-638" y="77633"/>
                    <a:pt x="-3191" y="63196"/>
                    <a:pt x="4292" y="52738"/>
                  </a:cubicBezTo>
                  <a:lnTo>
                    <a:pt x="33578" y="12134"/>
                  </a:lnTo>
                  <a:cubicBezTo>
                    <a:pt x="39782" y="885"/>
                    <a:pt x="54094" y="-3293"/>
                    <a:pt x="65545" y="2803"/>
                  </a:cubicBezTo>
                  <a:cubicBezTo>
                    <a:pt x="76995" y="8899"/>
                    <a:pt x="81247" y="22960"/>
                    <a:pt x="75042" y="34209"/>
                  </a:cubicBezTo>
                  <a:cubicBezTo>
                    <a:pt x="74103" y="35912"/>
                    <a:pt x="72950" y="37492"/>
                    <a:pt x="71611" y="38913"/>
                  </a:cubicBezTo>
                  <a:lnTo>
                    <a:pt x="42452" y="79393"/>
                  </a:lnTo>
                  <a:cubicBezTo>
                    <a:pt x="38146" y="85482"/>
                    <a:pt x="31108" y="89148"/>
                    <a:pt x="23562" y="89233"/>
                  </a:cubicBezTo>
                  <a:close/>
                  <a:moveTo>
                    <a:pt x="52848" y="17490"/>
                  </a:moveTo>
                  <a:cubicBezTo>
                    <a:pt x="50171" y="17413"/>
                    <a:pt x="47639" y="18680"/>
                    <a:pt x="46129" y="20853"/>
                  </a:cubicBezTo>
                  <a:lnTo>
                    <a:pt x="16843" y="61457"/>
                  </a:lnTo>
                  <a:cubicBezTo>
                    <a:pt x="14241" y="65042"/>
                    <a:pt x="15090" y="70020"/>
                    <a:pt x="18738" y="72576"/>
                  </a:cubicBezTo>
                  <a:cubicBezTo>
                    <a:pt x="18782" y="72607"/>
                    <a:pt x="18827" y="72637"/>
                    <a:pt x="18871" y="72667"/>
                  </a:cubicBezTo>
                  <a:cubicBezTo>
                    <a:pt x="22497" y="75255"/>
                    <a:pt x="27571" y="74466"/>
                    <a:pt x="30205" y="70904"/>
                  </a:cubicBezTo>
                  <a:cubicBezTo>
                    <a:pt x="30231" y="70869"/>
                    <a:pt x="30256" y="70834"/>
                    <a:pt x="30281" y="70799"/>
                  </a:cubicBezTo>
                  <a:lnTo>
                    <a:pt x="59440" y="30194"/>
                  </a:lnTo>
                  <a:cubicBezTo>
                    <a:pt x="62074" y="26633"/>
                    <a:pt x="61271" y="21648"/>
                    <a:pt x="57646" y="19060"/>
                  </a:cubicBezTo>
                  <a:cubicBezTo>
                    <a:pt x="57610" y="19034"/>
                    <a:pt x="57575" y="19009"/>
                    <a:pt x="57539" y="18984"/>
                  </a:cubicBezTo>
                  <a:cubicBezTo>
                    <a:pt x="56167" y="18027"/>
                    <a:pt x="54530" y="17506"/>
                    <a:pt x="52848" y="1749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31250C42-C59C-9145-87C8-14D80E337CED}"/>
                </a:ext>
              </a:extLst>
            </p:cNvPr>
            <p:cNvSpPr/>
            <p:nvPr/>
          </p:nvSpPr>
          <p:spPr>
            <a:xfrm>
              <a:off x="5988241" y="2124697"/>
              <a:ext cx="68026" cy="75205"/>
            </a:xfrm>
            <a:custGeom>
              <a:avLst/>
              <a:gdLst>
                <a:gd name="connsiteX0" fmla="*/ 23572 w 68026"/>
                <a:gd name="connsiteY0" fmla="*/ 75205 h 75205"/>
                <a:gd name="connsiteX1" fmla="*/ 10007 w 68026"/>
                <a:gd name="connsiteY1" fmla="*/ 70970 h 75205"/>
                <a:gd name="connsiteX2" fmla="*/ 4302 w 68026"/>
                <a:gd name="connsiteY2" fmla="*/ 38586 h 75205"/>
                <a:gd name="connsiteX3" fmla="*/ 25220 w 68026"/>
                <a:gd name="connsiteY3" fmla="*/ 9690 h 75205"/>
                <a:gd name="connsiteX4" fmla="*/ 58056 w 68026"/>
                <a:gd name="connsiteY4" fmla="*/ 4210 h 75205"/>
                <a:gd name="connsiteX5" fmla="*/ 67691 w 68026"/>
                <a:gd name="connsiteY5" fmla="*/ 19156 h 75205"/>
                <a:gd name="connsiteX6" fmla="*/ 63634 w 68026"/>
                <a:gd name="connsiteY6" fmla="*/ 36469 h 75205"/>
                <a:gd name="connsiteX7" fmla="*/ 42842 w 68026"/>
                <a:gd name="connsiteY7" fmla="*/ 65365 h 75205"/>
                <a:gd name="connsiteX8" fmla="*/ 23572 w 68026"/>
                <a:gd name="connsiteY8" fmla="*/ 75205 h 75205"/>
                <a:gd name="connsiteX9" fmla="*/ 44490 w 68026"/>
                <a:gd name="connsiteY9" fmla="*/ 15046 h 75205"/>
                <a:gd name="connsiteX10" fmla="*/ 43096 w 68026"/>
                <a:gd name="connsiteY10" fmla="*/ 15046 h 75205"/>
                <a:gd name="connsiteX11" fmla="*/ 37771 w 68026"/>
                <a:gd name="connsiteY11" fmla="*/ 18284 h 75205"/>
                <a:gd name="connsiteX12" fmla="*/ 16853 w 68026"/>
                <a:gd name="connsiteY12" fmla="*/ 47181 h 75205"/>
                <a:gd name="connsiteX13" fmla="*/ 18812 w 68026"/>
                <a:gd name="connsiteY13" fmla="*/ 58467 h 75205"/>
                <a:gd name="connsiteX14" fmla="*/ 18881 w 68026"/>
                <a:gd name="connsiteY14" fmla="*/ 58515 h 75205"/>
                <a:gd name="connsiteX15" fmla="*/ 30291 w 68026"/>
                <a:gd name="connsiteY15" fmla="*/ 56522 h 75205"/>
                <a:gd name="connsiteX16" fmla="*/ 51083 w 68026"/>
                <a:gd name="connsiteY16" fmla="*/ 27626 h 75205"/>
                <a:gd name="connsiteX17" fmla="*/ 52477 w 68026"/>
                <a:gd name="connsiteY17" fmla="*/ 21647 h 75205"/>
                <a:gd name="connsiteX18" fmla="*/ 49181 w 68026"/>
                <a:gd name="connsiteY18" fmla="*/ 16416 h 75205"/>
                <a:gd name="connsiteX19" fmla="*/ 44490 w 68026"/>
                <a:gd name="connsiteY19" fmla="*/ 15046 h 7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026" h="75205">
                  <a:moveTo>
                    <a:pt x="23572" y="75205"/>
                  </a:moveTo>
                  <a:cubicBezTo>
                    <a:pt x="18712" y="75217"/>
                    <a:pt x="13969" y="73736"/>
                    <a:pt x="10007" y="70970"/>
                  </a:cubicBezTo>
                  <a:cubicBezTo>
                    <a:pt x="-644" y="63559"/>
                    <a:pt x="-3194" y="49084"/>
                    <a:pt x="4302" y="38586"/>
                  </a:cubicBezTo>
                  <a:lnTo>
                    <a:pt x="25220" y="9690"/>
                  </a:lnTo>
                  <a:cubicBezTo>
                    <a:pt x="32796" y="-655"/>
                    <a:pt x="47428" y="-3097"/>
                    <a:pt x="58056" y="4210"/>
                  </a:cubicBezTo>
                  <a:cubicBezTo>
                    <a:pt x="63195" y="7704"/>
                    <a:pt x="66672" y="13097"/>
                    <a:pt x="67691" y="19156"/>
                  </a:cubicBezTo>
                  <a:cubicBezTo>
                    <a:pt x="68748" y="25228"/>
                    <a:pt x="67287" y="31463"/>
                    <a:pt x="63634" y="36469"/>
                  </a:cubicBezTo>
                  <a:lnTo>
                    <a:pt x="42842" y="65365"/>
                  </a:lnTo>
                  <a:cubicBezTo>
                    <a:pt x="38416" y="71513"/>
                    <a:pt x="31237" y="75179"/>
                    <a:pt x="23572" y="75205"/>
                  </a:cubicBezTo>
                  <a:close/>
                  <a:moveTo>
                    <a:pt x="44490" y="15046"/>
                  </a:moveTo>
                  <a:lnTo>
                    <a:pt x="43096" y="15046"/>
                  </a:lnTo>
                  <a:cubicBezTo>
                    <a:pt x="40956" y="15395"/>
                    <a:pt x="39043" y="16558"/>
                    <a:pt x="37771" y="18284"/>
                  </a:cubicBezTo>
                  <a:lnTo>
                    <a:pt x="16853" y="47181"/>
                  </a:lnTo>
                  <a:cubicBezTo>
                    <a:pt x="14221" y="50829"/>
                    <a:pt x="15099" y="55882"/>
                    <a:pt x="18812" y="58467"/>
                  </a:cubicBezTo>
                  <a:cubicBezTo>
                    <a:pt x="18835" y="58483"/>
                    <a:pt x="18858" y="58499"/>
                    <a:pt x="18881" y="58515"/>
                  </a:cubicBezTo>
                  <a:cubicBezTo>
                    <a:pt x="22598" y="61034"/>
                    <a:pt x="27686" y="60145"/>
                    <a:pt x="30291" y="56522"/>
                  </a:cubicBezTo>
                  <a:lnTo>
                    <a:pt x="51083" y="27626"/>
                  </a:lnTo>
                  <a:cubicBezTo>
                    <a:pt x="52412" y="25928"/>
                    <a:pt x="52922" y="23744"/>
                    <a:pt x="52477" y="21647"/>
                  </a:cubicBezTo>
                  <a:cubicBezTo>
                    <a:pt x="52179" y="19525"/>
                    <a:pt x="50982" y="17625"/>
                    <a:pt x="49181" y="16416"/>
                  </a:cubicBezTo>
                  <a:cubicBezTo>
                    <a:pt x="47802" y="15488"/>
                    <a:pt x="46161" y="15009"/>
                    <a:pt x="44490" y="1504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4A5092A-1E2E-F745-95F5-209A95B547B6}"/>
                </a:ext>
              </a:extLst>
            </p:cNvPr>
            <p:cNvSpPr/>
            <p:nvPr/>
          </p:nvSpPr>
          <p:spPr>
            <a:xfrm>
              <a:off x="6016367" y="2145658"/>
              <a:ext cx="64770" cy="70311"/>
            </a:xfrm>
            <a:custGeom>
              <a:avLst/>
              <a:gdLst>
                <a:gd name="connsiteX0" fmla="*/ 24098 w 64770"/>
                <a:gd name="connsiteY0" fmla="*/ 70187 h 70311"/>
                <a:gd name="connsiteX1" fmla="*/ 0 w 64770"/>
                <a:gd name="connsiteY1" fmla="*/ 46532 h 70311"/>
                <a:gd name="connsiteX2" fmla="*/ 4447 w 64770"/>
                <a:gd name="connsiteY2" fmla="*/ 32821 h 70311"/>
                <a:gd name="connsiteX3" fmla="*/ 20802 w 64770"/>
                <a:gd name="connsiteY3" fmla="*/ 10028 h 70311"/>
                <a:gd name="connsiteX4" fmla="*/ 54562 w 64770"/>
                <a:gd name="connsiteY4" fmla="*/ 4388 h 70311"/>
                <a:gd name="connsiteX5" fmla="*/ 64413 w 64770"/>
                <a:gd name="connsiteY5" fmla="*/ 19743 h 70311"/>
                <a:gd name="connsiteX6" fmla="*/ 60356 w 64770"/>
                <a:gd name="connsiteY6" fmla="*/ 37554 h 70311"/>
                <a:gd name="connsiteX7" fmla="*/ 43875 w 64770"/>
                <a:gd name="connsiteY7" fmla="*/ 60223 h 70311"/>
                <a:gd name="connsiteX8" fmla="*/ 24098 w 64770"/>
                <a:gd name="connsiteY8" fmla="*/ 70312 h 70311"/>
                <a:gd name="connsiteX9" fmla="*/ 40579 w 64770"/>
                <a:gd name="connsiteY9" fmla="*/ 14761 h 70311"/>
                <a:gd name="connsiteX10" fmla="*/ 39058 w 64770"/>
                <a:gd name="connsiteY10" fmla="*/ 14761 h 70311"/>
                <a:gd name="connsiteX11" fmla="*/ 33353 w 64770"/>
                <a:gd name="connsiteY11" fmla="*/ 18373 h 70311"/>
                <a:gd name="connsiteX12" fmla="*/ 17252 w 64770"/>
                <a:gd name="connsiteY12" fmla="*/ 41415 h 70311"/>
                <a:gd name="connsiteX13" fmla="*/ 19046 w 64770"/>
                <a:gd name="connsiteY13" fmla="*/ 53619 h 70311"/>
                <a:gd name="connsiteX14" fmla="*/ 19407 w 64770"/>
                <a:gd name="connsiteY14" fmla="*/ 53871 h 70311"/>
                <a:gd name="connsiteX15" fmla="*/ 26000 w 64770"/>
                <a:gd name="connsiteY15" fmla="*/ 55365 h 70311"/>
                <a:gd name="connsiteX16" fmla="*/ 31831 w 64770"/>
                <a:gd name="connsiteY16" fmla="*/ 51753 h 70311"/>
                <a:gd name="connsiteX17" fmla="*/ 48186 w 64770"/>
                <a:gd name="connsiteY17" fmla="*/ 29084 h 70311"/>
                <a:gd name="connsiteX18" fmla="*/ 49707 w 64770"/>
                <a:gd name="connsiteY18" fmla="*/ 22483 h 70311"/>
                <a:gd name="connsiteX19" fmla="*/ 46031 w 64770"/>
                <a:gd name="connsiteY19" fmla="*/ 16878 h 70311"/>
                <a:gd name="connsiteX20" fmla="*/ 40579 w 64770"/>
                <a:gd name="connsiteY20" fmla="*/ 14761 h 70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770" h="70311">
                  <a:moveTo>
                    <a:pt x="24098" y="70187"/>
                  </a:moveTo>
                  <a:cubicBezTo>
                    <a:pt x="10795" y="70193"/>
                    <a:pt x="6" y="59602"/>
                    <a:pt x="0" y="46532"/>
                  </a:cubicBezTo>
                  <a:cubicBezTo>
                    <a:pt x="-2" y="41619"/>
                    <a:pt x="1552" y="36827"/>
                    <a:pt x="4447" y="32821"/>
                  </a:cubicBezTo>
                  <a:lnTo>
                    <a:pt x="20802" y="10028"/>
                  </a:lnTo>
                  <a:cubicBezTo>
                    <a:pt x="28539" y="-689"/>
                    <a:pt x="43654" y="-3214"/>
                    <a:pt x="54562" y="4388"/>
                  </a:cubicBezTo>
                  <a:cubicBezTo>
                    <a:pt x="59782" y="8026"/>
                    <a:pt x="63324" y="13547"/>
                    <a:pt x="64413" y="19743"/>
                  </a:cubicBezTo>
                  <a:cubicBezTo>
                    <a:pt x="65511" y="25973"/>
                    <a:pt x="64052" y="32377"/>
                    <a:pt x="60356" y="37554"/>
                  </a:cubicBezTo>
                  <a:lnTo>
                    <a:pt x="43875" y="60223"/>
                  </a:lnTo>
                  <a:cubicBezTo>
                    <a:pt x="39329" y="66527"/>
                    <a:pt x="31962" y="70285"/>
                    <a:pt x="24098" y="70312"/>
                  </a:cubicBezTo>
                  <a:close/>
                  <a:moveTo>
                    <a:pt x="40579" y="14761"/>
                  </a:moveTo>
                  <a:lnTo>
                    <a:pt x="39058" y="14761"/>
                  </a:lnTo>
                  <a:cubicBezTo>
                    <a:pt x="36773" y="15245"/>
                    <a:pt x="34746" y="16529"/>
                    <a:pt x="33353" y="18373"/>
                  </a:cubicBezTo>
                  <a:lnTo>
                    <a:pt x="17252" y="41415"/>
                  </a:lnTo>
                  <a:cubicBezTo>
                    <a:pt x="14317" y="45272"/>
                    <a:pt x="15120" y="50736"/>
                    <a:pt x="19046" y="53619"/>
                  </a:cubicBezTo>
                  <a:cubicBezTo>
                    <a:pt x="19164" y="53706"/>
                    <a:pt x="19285" y="53790"/>
                    <a:pt x="19407" y="53871"/>
                  </a:cubicBezTo>
                  <a:cubicBezTo>
                    <a:pt x="21312" y="55217"/>
                    <a:pt x="23687" y="55756"/>
                    <a:pt x="26000" y="55365"/>
                  </a:cubicBezTo>
                  <a:cubicBezTo>
                    <a:pt x="28376" y="55025"/>
                    <a:pt x="30495" y="53713"/>
                    <a:pt x="31831" y="51753"/>
                  </a:cubicBezTo>
                  <a:lnTo>
                    <a:pt x="48186" y="29084"/>
                  </a:lnTo>
                  <a:cubicBezTo>
                    <a:pt x="49564" y="27169"/>
                    <a:pt x="50111" y="24795"/>
                    <a:pt x="49707" y="22483"/>
                  </a:cubicBezTo>
                  <a:cubicBezTo>
                    <a:pt x="49313" y="20199"/>
                    <a:pt x="47985" y="18174"/>
                    <a:pt x="46031" y="16878"/>
                  </a:cubicBezTo>
                  <a:cubicBezTo>
                    <a:pt x="44495" y="15611"/>
                    <a:pt x="42582" y="14868"/>
                    <a:pt x="40579" y="147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958EDC6-80E4-A444-B8BF-70AC85E7F780}"/>
                </a:ext>
              </a:extLst>
            </p:cNvPr>
            <p:cNvSpPr/>
            <p:nvPr/>
          </p:nvSpPr>
          <p:spPr>
            <a:xfrm>
              <a:off x="6059808" y="2161496"/>
              <a:ext cx="66555" cy="46004"/>
            </a:xfrm>
            <a:custGeom>
              <a:avLst/>
              <a:gdLst>
                <a:gd name="connsiteX0" fmla="*/ 48484 w 66555"/>
                <a:gd name="connsiteY0" fmla="*/ 46004 h 46004"/>
                <a:gd name="connsiteX1" fmla="*/ 40750 w 66555"/>
                <a:gd name="connsiteY1" fmla="*/ 44385 h 46004"/>
                <a:gd name="connsiteX2" fmla="*/ 4492 w 66555"/>
                <a:gd name="connsiteY2" fmla="*/ 28068 h 46004"/>
                <a:gd name="connsiteX3" fmla="*/ 688 w 66555"/>
                <a:gd name="connsiteY3" fmla="*/ 18104 h 46004"/>
                <a:gd name="connsiteX4" fmla="*/ 10831 w 66555"/>
                <a:gd name="connsiteY4" fmla="*/ 14368 h 46004"/>
                <a:gd name="connsiteX5" fmla="*/ 47089 w 66555"/>
                <a:gd name="connsiteY5" fmla="*/ 30684 h 46004"/>
                <a:gd name="connsiteX6" fmla="*/ 51146 w 66555"/>
                <a:gd name="connsiteY6" fmla="*/ 29563 h 46004"/>
                <a:gd name="connsiteX7" fmla="*/ 51146 w 66555"/>
                <a:gd name="connsiteY7" fmla="*/ 26947 h 46004"/>
                <a:gd name="connsiteX8" fmla="*/ 49498 w 66555"/>
                <a:gd name="connsiteY8" fmla="*/ 24830 h 46004"/>
                <a:gd name="connsiteX9" fmla="*/ 29340 w 66555"/>
                <a:gd name="connsiteY9" fmla="*/ 14243 h 46004"/>
                <a:gd name="connsiteX10" fmla="*/ 26298 w 66555"/>
                <a:gd name="connsiteY10" fmla="*/ 4030 h 46004"/>
                <a:gd name="connsiteX11" fmla="*/ 36554 w 66555"/>
                <a:gd name="connsiteY11" fmla="*/ 843 h 46004"/>
                <a:gd name="connsiteX12" fmla="*/ 36693 w 66555"/>
                <a:gd name="connsiteY12" fmla="*/ 916 h 46004"/>
                <a:gd name="connsiteX13" fmla="*/ 56851 w 66555"/>
                <a:gd name="connsiteY13" fmla="*/ 11627 h 46004"/>
                <a:gd name="connsiteX14" fmla="*/ 64270 w 66555"/>
                <a:gd name="connsiteY14" fmla="*/ 36474 h 46004"/>
                <a:gd name="connsiteX15" fmla="*/ 47976 w 66555"/>
                <a:gd name="connsiteY15" fmla="*/ 46004 h 4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555" h="46004">
                  <a:moveTo>
                    <a:pt x="48484" y="46004"/>
                  </a:moveTo>
                  <a:cubicBezTo>
                    <a:pt x="45818" y="46007"/>
                    <a:pt x="43183" y="45455"/>
                    <a:pt x="40750" y="44385"/>
                  </a:cubicBezTo>
                  <a:lnTo>
                    <a:pt x="4492" y="28068"/>
                  </a:lnTo>
                  <a:cubicBezTo>
                    <a:pt x="641" y="26349"/>
                    <a:pt x="-1062" y="21888"/>
                    <a:pt x="688" y="18104"/>
                  </a:cubicBezTo>
                  <a:cubicBezTo>
                    <a:pt x="2439" y="14321"/>
                    <a:pt x="6980" y="12648"/>
                    <a:pt x="10831" y="14368"/>
                  </a:cubicBezTo>
                  <a:lnTo>
                    <a:pt x="47089" y="30684"/>
                  </a:lnTo>
                  <a:cubicBezTo>
                    <a:pt x="48540" y="31319"/>
                    <a:pt x="50245" y="30848"/>
                    <a:pt x="51146" y="29563"/>
                  </a:cubicBezTo>
                  <a:cubicBezTo>
                    <a:pt x="51537" y="28733"/>
                    <a:pt x="51537" y="27777"/>
                    <a:pt x="51146" y="26947"/>
                  </a:cubicBezTo>
                  <a:cubicBezTo>
                    <a:pt x="50917" y="26049"/>
                    <a:pt x="50321" y="25283"/>
                    <a:pt x="49498" y="24830"/>
                  </a:cubicBezTo>
                  <a:lnTo>
                    <a:pt x="29340" y="14243"/>
                  </a:lnTo>
                  <a:cubicBezTo>
                    <a:pt x="25663" y="12221"/>
                    <a:pt x="24310" y="7680"/>
                    <a:pt x="26298" y="4030"/>
                  </a:cubicBezTo>
                  <a:cubicBezTo>
                    <a:pt x="28234" y="367"/>
                    <a:pt x="32826" y="-1060"/>
                    <a:pt x="36554" y="843"/>
                  </a:cubicBezTo>
                  <a:cubicBezTo>
                    <a:pt x="36601" y="867"/>
                    <a:pt x="36647" y="891"/>
                    <a:pt x="36693" y="916"/>
                  </a:cubicBezTo>
                  <a:lnTo>
                    <a:pt x="56851" y="11627"/>
                  </a:lnTo>
                  <a:cubicBezTo>
                    <a:pt x="65883" y="16476"/>
                    <a:pt x="69205" y="27600"/>
                    <a:pt x="64270" y="36474"/>
                  </a:cubicBezTo>
                  <a:cubicBezTo>
                    <a:pt x="61013" y="42331"/>
                    <a:pt x="54770" y="45982"/>
                    <a:pt x="47976" y="4600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D2BFA413-9D1C-E24C-A785-33785B615F8B}"/>
                </a:ext>
              </a:extLst>
            </p:cNvPr>
            <p:cNvSpPr/>
            <p:nvPr/>
          </p:nvSpPr>
          <p:spPr>
            <a:xfrm>
              <a:off x="6078103" y="2122625"/>
              <a:ext cx="80532" cy="74412"/>
            </a:xfrm>
            <a:custGeom>
              <a:avLst/>
              <a:gdLst>
                <a:gd name="connsiteX0" fmla="*/ 59094 w 80532"/>
                <a:gd name="connsiteY0" fmla="*/ 74413 h 74412"/>
                <a:gd name="connsiteX1" fmla="*/ 49459 w 80532"/>
                <a:gd name="connsiteY1" fmla="*/ 72171 h 74412"/>
                <a:gd name="connsiteX2" fmla="*/ 29682 w 80532"/>
                <a:gd name="connsiteY2" fmla="*/ 62705 h 74412"/>
                <a:gd name="connsiteX3" fmla="*/ 26065 w 80532"/>
                <a:gd name="connsiteY3" fmla="*/ 52751 h 74412"/>
                <a:gd name="connsiteX4" fmla="*/ 26132 w 80532"/>
                <a:gd name="connsiteY4" fmla="*/ 52616 h 74412"/>
                <a:gd name="connsiteX5" fmla="*/ 36401 w 80532"/>
                <a:gd name="connsiteY5" fmla="*/ 49128 h 74412"/>
                <a:gd name="connsiteX6" fmla="*/ 56305 w 80532"/>
                <a:gd name="connsiteY6" fmla="*/ 58719 h 74412"/>
                <a:gd name="connsiteX7" fmla="*/ 64852 w 80532"/>
                <a:gd name="connsiteY7" fmla="*/ 55526 h 74412"/>
                <a:gd name="connsiteX8" fmla="*/ 65306 w 80532"/>
                <a:gd name="connsiteY8" fmla="*/ 51744 h 74412"/>
                <a:gd name="connsiteX9" fmla="*/ 62264 w 80532"/>
                <a:gd name="connsiteY9" fmla="*/ 47634 h 74412"/>
                <a:gd name="connsiteX10" fmla="*/ 3819 w 80532"/>
                <a:gd name="connsiteY10" fmla="*/ 14129 h 74412"/>
                <a:gd name="connsiteX11" fmla="*/ 1030 w 80532"/>
                <a:gd name="connsiteY11" fmla="*/ 3791 h 74412"/>
                <a:gd name="connsiteX12" fmla="*/ 11197 w 80532"/>
                <a:gd name="connsiteY12" fmla="*/ 921 h 74412"/>
                <a:gd name="connsiteX13" fmla="*/ 11426 w 80532"/>
                <a:gd name="connsiteY13" fmla="*/ 1051 h 74412"/>
                <a:gd name="connsiteX14" fmla="*/ 69617 w 80532"/>
                <a:gd name="connsiteY14" fmla="*/ 34431 h 74412"/>
                <a:gd name="connsiteX15" fmla="*/ 77613 w 80532"/>
                <a:gd name="connsiteY15" fmla="*/ 63692 h 74412"/>
                <a:gd name="connsiteX16" fmla="*/ 58714 w 80532"/>
                <a:gd name="connsiteY16" fmla="*/ 74413 h 7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532" h="74412">
                  <a:moveTo>
                    <a:pt x="59094" y="74413"/>
                  </a:moveTo>
                  <a:cubicBezTo>
                    <a:pt x="55752" y="74384"/>
                    <a:pt x="52459" y="73618"/>
                    <a:pt x="49459" y="72171"/>
                  </a:cubicBezTo>
                  <a:lnTo>
                    <a:pt x="29682" y="62705"/>
                  </a:lnTo>
                  <a:cubicBezTo>
                    <a:pt x="25885" y="60937"/>
                    <a:pt x="24266" y="56481"/>
                    <a:pt x="26065" y="52751"/>
                  </a:cubicBezTo>
                  <a:cubicBezTo>
                    <a:pt x="26087" y="52706"/>
                    <a:pt x="26109" y="52661"/>
                    <a:pt x="26132" y="52616"/>
                  </a:cubicBezTo>
                  <a:cubicBezTo>
                    <a:pt x="28007" y="48889"/>
                    <a:pt x="32583" y="47335"/>
                    <a:pt x="36401" y="49128"/>
                  </a:cubicBezTo>
                  <a:lnTo>
                    <a:pt x="56305" y="58719"/>
                  </a:lnTo>
                  <a:cubicBezTo>
                    <a:pt x="59563" y="60156"/>
                    <a:pt x="63389" y="58726"/>
                    <a:pt x="64852" y="55526"/>
                  </a:cubicBezTo>
                  <a:cubicBezTo>
                    <a:pt x="65393" y="54340"/>
                    <a:pt x="65552" y="53020"/>
                    <a:pt x="65306" y="51744"/>
                  </a:cubicBezTo>
                  <a:cubicBezTo>
                    <a:pt x="64918" y="50018"/>
                    <a:pt x="63816" y="48528"/>
                    <a:pt x="62264" y="47634"/>
                  </a:cubicBezTo>
                  <a:lnTo>
                    <a:pt x="3819" y="14129"/>
                  </a:lnTo>
                  <a:cubicBezTo>
                    <a:pt x="160" y="12018"/>
                    <a:pt x="-1085" y="7405"/>
                    <a:pt x="1030" y="3791"/>
                  </a:cubicBezTo>
                  <a:cubicBezTo>
                    <a:pt x="3031" y="240"/>
                    <a:pt x="7582" y="-1045"/>
                    <a:pt x="11197" y="921"/>
                  </a:cubicBezTo>
                  <a:cubicBezTo>
                    <a:pt x="11274" y="963"/>
                    <a:pt x="11350" y="1006"/>
                    <a:pt x="11426" y="1051"/>
                  </a:cubicBezTo>
                  <a:lnTo>
                    <a:pt x="69617" y="34431"/>
                  </a:lnTo>
                  <a:cubicBezTo>
                    <a:pt x="80049" y="40342"/>
                    <a:pt x="83629" y="53442"/>
                    <a:pt x="77613" y="63692"/>
                  </a:cubicBezTo>
                  <a:cubicBezTo>
                    <a:pt x="73718" y="70328"/>
                    <a:pt x="66512" y="74416"/>
                    <a:pt x="58714" y="744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C91F4247-9274-FE4C-93F0-E88CF3711655}"/>
                </a:ext>
              </a:extLst>
            </p:cNvPr>
            <p:cNvSpPr/>
            <p:nvPr/>
          </p:nvSpPr>
          <p:spPr>
            <a:xfrm>
              <a:off x="6095406" y="2099510"/>
              <a:ext cx="85057" cy="77225"/>
            </a:xfrm>
            <a:custGeom>
              <a:avLst/>
              <a:gdLst>
                <a:gd name="connsiteX0" fmla="*/ 62329 w 85057"/>
                <a:gd name="connsiteY0" fmla="*/ 77226 h 77225"/>
                <a:gd name="connsiteX1" fmla="*/ 50919 w 85057"/>
                <a:gd name="connsiteY1" fmla="*/ 74236 h 77225"/>
                <a:gd name="connsiteX2" fmla="*/ 5152 w 85057"/>
                <a:gd name="connsiteY2" fmla="*/ 48454 h 77225"/>
                <a:gd name="connsiteX3" fmla="*/ 410 w 85057"/>
                <a:gd name="connsiteY3" fmla="*/ 38967 h 77225"/>
                <a:gd name="connsiteX4" fmla="*/ 10065 w 85057"/>
                <a:gd name="connsiteY4" fmla="*/ 34308 h 77225"/>
                <a:gd name="connsiteX5" fmla="*/ 12886 w 85057"/>
                <a:gd name="connsiteY5" fmla="*/ 35998 h 77225"/>
                <a:gd name="connsiteX6" fmla="*/ 58779 w 85057"/>
                <a:gd name="connsiteY6" fmla="*/ 60909 h 77225"/>
                <a:gd name="connsiteX7" fmla="*/ 64357 w 85057"/>
                <a:gd name="connsiteY7" fmla="*/ 61656 h 77225"/>
                <a:gd name="connsiteX8" fmla="*/ 68795 w 85057"/>
                <a:gd name="connsiteY8" fmla="*/ 58169 h 77225"/>
                <a:gd name="connsiteX9" fmla="*/ 66259 w 85057"/>
                <a:gd name="connsiteY9" fmla="*/ 48578 h 77225"/>
                <a:gd name="connsiteX10" fmla="*/ 8829 w 85057"/>
                <a:gd name="connsiteY10" fmla="*/ 13952 h 77225"/>
                <a:gd name="connsiteX11" fmla="*/ 6293 w 85057"/>
                <a:gd name="connsiteY11" fmla="*/ 3614 h 77225"/>
                <a:gd name="connsiteX12" fmla="*/ 16735 w 85057"/>
                <a:gd name="connsiteY12" fmla="*/ 1075 h 77225"/>
                <a:gd name="connsiteX13" fmla="*/ 16816 w 85057"/>
                <a:gd name="connsiteY13" fmla="*/ 1123 h 77225"/>
                <a:gd name="connsiteX14" fmla="*/ 74246 w 85057"/>
                <a:gd name="connsiteY14" fmla="*/ 35998 h 77225"/>
                <a:gd name="connsiteX15" fmla="*/ 81693 w 85057"/>
                <a:gd name="connsiteY15" fmla="*/ 66668 h 77225"/>
                <a:gd name="connsiteX16" fmla="*/ 68414 w 85057"/>
                <a:gd name="connsiteY16" fmla="*/ 76478 h 77225"/>
                <a:gd name="connsiteX17" fmla="*/ 62329 w 85057"/>
                <a:gd name="connsiteY17" fmla="*/ 77226 h 7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057" h="77225">
                  <a:moveTo>
                    <a:pt x="62329" y="77226"/>
                  </a:moveTo>
                  <a:cubicBezTo>
                    <a:pt x="58325" y="77224"/>
                    <a:pt x="54392" y="76194"/>
                    <a:pt x="50919" y="74236"/>
                  </a:cubicBezTo>
                  <a:lnTo>
                    <a:pt x="5152" y="48454"/>
                  </a:lnTo>
                  <a:cubicBezTo>
                    <a:pt x="1176" y="47121"/>
                    <a:pt x="-947" y="42874"/>
                    <a:pt x="410" y="38967"/>
                  </a:cubicBezTo>
                  <a:cubicBezTo>
                    <a:pt x="1766" y="35061"/>
                    <a:pt x="6089" y="32975"/>
                    <a:pt x="10065" y="34308"/>
                  </a:cubicBezTo>
                  <a:cubicBezTo>
                    <a:pt x="11120" y="34662"/>
                    <a:pt x="12083" y="35239"/>
                    <a:pt x="12886" y="35998"/>
                  </a:cubicBezTo>
                  <a:lnTo>
                    <a:pt x="58779" y="60909"/>
                  </a:lnTo>
                  <a:cubicBezTo>
                    <a:pt x="60454" y="61903"/>
                    <a:pt x="62473" y="62173"/>
                    <a:pt x="64357" y="61656"/>
                  </a:cubicBezTo>
                  <a:cubicBezTo>
                    <a:pt x="66273" y="61166"/>
                    <a:pt x="67887" y="59898"/>
                    <a:pt x="68795" y="58169"/>
                  </a:cubicBezTo>
                  <a:cubicBezTo>
                    <a:pt x="70666" y="54817"/>
                    <a:pt x="69554" y="50612"/>
                    <a:pt x="66259" y="48578"/>
                  </a:cubicBezTo>
                  <a:lnTo>
                    <a:pt x="8829" y="13952"/>
                  </a:lnTo>
                  <a:cubicBezTo>
                    <a:pt x="5261" y="11758"/>
                    <a:pt x="4134" y="7164"/>
                    <a:pt x="6293" y="3614"/>
                  </a:cubicBezTo>
                  <a:cubicBezTo>
                    <a:pt x="8463" y="80"/>
                    <a:pt x="13138" y="-1057"/>
                    <a:pt x="16735" y="1075"/>
                  </a:cubicBezTo>
                  <a:cubicBezTo>
                    <a:pt x="16762" y="1091"/>
                    <a:pt x="16789" y="1107"/>
                    <a:pt x="16816" y="1123"/>
                  </a:cubicBezTo>
                  <a:lnTo>
                    <a:pt x="74246" y="35998"/>
                  </a:lnTo>
                  <a:cubicBezTo>
                    <a:pt x="84923" y="42447"/>
                    <a:pt x="88257" y="56179"/>
                    <a:pt x="81693" y="66668"/>
                  </a:cubicBezTo>
                  <a:cubicBezTo>
                    <a:pt x="78688" y="71469"/>
                    <a:pt x="73943" y="74975"/>
                    <a:pt x="68414" y="76478"/>
                  </a:cubicBezTo>
                  <a:cubicBezTo>
                    <a:pt x="66424" y="76968"/>
                    <a:pt x="64381" y="77219"/>
                    <a:pt x="62329" y="7722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C898DB2A-C256-D842-8D1E-25979CAB7175}"/>
                </a:ext>
              </a:extLst>
            </p:cNvPr>
            <p:cNvSpPr/>
            <p:nvPr/>
          </p:nvSpPr>
          <p:spPr>
            <a:xfrm>
              <a:off x="6140663" y="2080681"/>
              <a:ext cx="66627" cy="75129"/>
            </a:xfrm>
            <a:custGeom>
              <a:avLst/>
              <a:gdLst>
                <a:gd name="connsiteX0" fmla="*/ 40145 w 66627"/>
                <a:gd name="connsiteY0" fmla="*/ 75130 h 75129"/>
                <a:gd name="connsiteX1" fmla="*/ 26073 w 66627"/>
                <a:gd name="connsiteY1" fmla="*/ 71144 h 75129"/>
                <a:gd name="connsiteX2" fmla="*/ 3506 w 66627"/>
                <a:gd name="connsiteY2" fmla="*/ 57194 h 75129"/>
                <a:gd name="connsiteX3" fmla="*/ 1224 w 66627"/>
                <a:gd name="connsiteY3" fmla="*/ 46731 h 75129"/>
                <a:gd name="connsiteX4" fmla="*/ 11702 w 66627"/>
                <a:gd name="connsiteY4" fmla="*/ 44337 h 75129"/>
                <a:gd name="connsiteX5" fmla="*/ 11747 w 66627"/>
                <a:gd name="connsiteY5" fmla="*/ 44365 h 75129"/>
                <a:gd name="connsiteX6" fmla="*/ 34313 w 66627"/>
                <a:gd name="connsiteY6" fmla="*/ 58315 h 75129"/>
                <a:gd name="connsiteX7" fmla="*/ 42807 w 66627"/>
                <a:gd name="connsiteY7" fmla="*/ 59685 h 75129"/>
                <a:gd name="connsiteX8" fmla="*/ 49780 w 66627"/>
                <a:gd name="connsiteY8" fmla="*/ 54578 h 75129"/>
                <a:gd name="connsiteX9" fmla="*/ 46230 w 66627"/>
                <a:gd name="connsiteY9" fmla="*/ 40130 h 75129"/>
                <a:gd name="connsiteX10" fmla="*/ 5915 w 66627"/>
                <a:gd name="connsiteY10" fmla="*/ 13725 h 75129"/>
                <a:gd name="connsiteX11" fmla="*/ 3823 w 66627"/>
                <a:gd name="connsiteY11" fmla="*/ 3325 h 75129"/>
                <a:gd name="connsiteX12" fmla="*/ 14409 w 66627"/>
                <a:gd name="connsiteY12" fmla="*/ 1269 h 75129"/>
                <a:gd name="connsiteX13" fmla="*/ 54724 w 66627"/>
                <a:gd name="connsiteY13" fmla="*/ 27550 h 75129"/>
                <a:gd name="connsiteX14" fmla="*/ 62299 w 66627"/>
                <a:gd name="connsiteY14" fmla="*/ 63425 h 75129"/>
                <a:gd name="connsiteX15" fmla="*/ 46484 w 66627"/>
                <a:gd name="connsiteY15" fmla="*/ 74382 h 75129"/>
                <a:gd name="connsiteX16" fmla="*/ 40145 w 66627"/>
                <a:gd name="connsiteY16" fmla="*/ 75130 h 75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27" h="75129">
                  <a:moveTo>
                    <a:pt x="40145" y="75130"/>
                  </a:moveTo>
                  <a:cubicBezTo>
                    <a:pt x="35167" y="75120"/>
                    <a:pt x="30292" y="73739"/>
                    <a:pt x="26073" y="71144"/>
                  </a:cubicBezTo>
                  <a:lnTo>
                    <a:pt x="3506" y="57194"/>
                  </a:lnTo>
                  <a:cubicBezTo>
                    <a:pt x="-49" y="54913"/>
                    <a:pt x="-1068" y="50243"/>
                    <a:pt x="1224" y="46731"/>
                  </a:cubicBezTo>
                  <a:cubicBezTo>
                    <a:pt x="3445" y="43228"/>
                    <a:pt x="8136" y="42156"/>
                    <a:pt x="11702" y="44337"/>
                  </a:cubicBezTo>
                  <a:cubicBezTo>
                    <a:pt x="11717" y="44347"/>
                    <a:pt x="11732" y="44356"/>
                    <a:pt x="11747" y="44365"/>
                  </a:cubicBezTo>
                  <a:lnTo>
                    <a:pt x="34313" y="58315"/>
                  </a:lnTo>
                  <a:cubicBezTo>
                    <a:pt x="36816" y="59941"/>
                    <a:pt x="39907" y="60439"/>
                    <a:pt x="42807" y="59685"/>
                  </a:cubicBezTo>
                  <a:cubicBezTo>
                    <a:pt x="45765" y="59035"/>
                    <a:pt x="48301" y="57178"/>
                    <a:pt x="49780" y="54578"/>
                  </a:cubicBezTo>
                  <a:cubicBezTo>
                    <a:pt x="52743" y="49608"/>
                    <a:pt x="51175" y="43225"/>
                    <a:pt x="46230" y="40130"/>
                  </a:cubicBezTo>
                  <a:lnTo>
                    <a:pt x="5915" y="13725"/>
                  </a:lnTo>
                  <a:cubicBezTo>
                    <a:pt x="2414" y="11420"/>
                    <a:pt x="1477" y="6764"/>
                    <a:pt x="3823" y="3325"/>
                  </a:cubicBezTo>
                  <a:cubicBezTo>
                    <a:pt x="6169" y="-115"/>
                    <a:pt x="10908" y="-1035"/>
                    <a:pt x="14409" y="1269"/>
                  </a:cubicBezTo>
                  <a:lnTo>
                    <a:pt x="54724" y="27550"/>
                  </a:lnTo>
                  <a:cubicBezTo>
                    <a:pt x="66899" y="35402"/>
                    <a:pt x="70291" y="51463"/>
                    <a:pt x="62299" y="63425"/>
                  </a:cubicBezTo>
                  <a:cubicBezTo>
                    <a:pt x="58632" y="68915"/>
                    <a:pt x="52979" y="72831"/>
                    <a:pt x="46484" y="74382"/>
                  </a:cubicBezTo>
                  <a:cubicBezTo>
                    <a:pt x="44407" y="74869"/>
                    <a:pt x="42280" y="75120"/>
                    <a:pt x="40145" y="751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205F4BD-CA05-FC49-9AF8-C00EE5854C94}"/>
                </a:ext>
              </a:extLst>
            </p:cNvPr>
            <p:cNvSpPr/>
            <p:nvPr/>
          </p:nvSpPr>
          <p:spPr>
            <a:xfrm>
              <a:off x="5843516" y="1973174"/>
              <a:ext cx="124974" cy="163339"/>
            </a:xfrm>
            <a:custGeom>
              <a:avLst/>
              <a:gdLst>
                <a:gd name="connsiteX0" fmla="*/ 64594 w 124974"/>
                <a:gd name="connsiteY0" fmla="*/ 163206 h 163339"/>
                <a:gd name="connsiteX1" fmla="*/ 61931 w 124974"/>
                <a:gd name="connsiteY1" fmla="*/ 163206 h 163339"/>
                <a:gd name="connsiteX2" fmla="*/ 4881 w 124974"/>
                <a:gd name="connsiteY2" fmla="*/ 141160 h 163339"/>
                <a:gd name="connsiteX3" fmla="*/ 571 w 124974"/>
                <a:gd name="connsiteY3" fmla="*/ 137424 h 163339"/>
                <a:gd name="connsiteX4" fmla="*/ 571 w 124974"/>
                <a:gd name="connsiteY4" fmla="*/ 131694 h 163339"/>
                <a:gd name="connsiteX5" fmla="*/ 49887 w 124974"/>
                <a:gd name="connsiteY5" fmla="*/ 5272 h 163339"/>
                <a:gd name="connsiteX6" fmla="*/ 59398 w 124974"/>
                <a:gd name="connsiteY6" fmla="*/ 334 h 163339"/>
                <a:gd name="connsiteX7" fmla="*/ 59649 w 124974"/>
                <a:gd name="connsiteY7" fmla="*/ 415 h 163339"/>
                <a:gd name="connsiteX8" fmla="*/ 119869 w 124974"/>
                <a:gd name="connsiteY8" fmla="*/ 21963 h 163339"/>
                <a:gd name="connsiteX9" fmla="*/ 124306 w 124974"/>
                <a:gd name="connsiteY9" fmla="*/ 26073 h 163339"/>
                <a:gd name="connsiteX10" fmla="*/ 124306 w 124974"/>
                <a:gd name="connsiteY10" fmla="*/ 31927 h 163339"/>
                <a:gd name="connsiteX11" fmla="*/ 117206 w 124974"/>
                <a:gd name="connsiteY11" fmla="*/ 48617 h 163339"/>
                <a:gd name="connsiteX12" fmla="*/ 78159 w 124974"/>
                <a:gd name="connsiteY12" fmla="*/ 143901 h 163339"/>
                <a:gd name="connsiteX13" fmla="*/ 71693 w 124974"/>
                <a:gd name="connsiteY13" fmla="*/ 158723 h 163339"/>
                <a:gd name="connsiteX14" fmla="*/ 64594 w 124974"/>
                <a:gd name="connsiteY14" fmla="*/ 163206 h 163339"/>
                <a:gd name="connsiteX15" fmla="*/ 17559 w 124974"/>
                <a:gd name="connsiteY15" fmla="*/ 129826 h 163339"/>
                <a:gd name="connsiteX16" fmla="*/ 60537 w 124974"/>
                <a:gd name="connsiteY16" fmla="*/ 146018 h 163339"/>
                <a:gd name="connsiteX17" fmla="*/ 64086 w 124974"/>
                <a:gd name="connsiteY17" fmla="*/ 138047 h 163339"/>
                <a:gd name="connsiteX18" fmla="*/ 103007 w 124974"/>
                <a:gd name="connsiteY18" fmla="*/ 42888 h 163339"/>
                <a:gd name="connsiteX19" fmla="*/ 107064 w 124974"/>
                <a:gd name="connsiteY19" fmla="*/ 33546 h 163339"/>
                <a:gd name="connsiteX20" fmla="*/ 61551 w 124974"/>
                <a:gd name="connsiteY20" fmla="*/ 17603 h 16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974" h="163339">
                  <a:moveTo>
                    <a:pt x="64594" y="163206"/>
                  </a:moveTo>
                  <a:cubicBezTo>
                    <a:pt x="63715" y="163384"/>
                    <a:pt x="62809" y="163384"/>
                    <a:pt x="61931" y="163206"/>
                  </a:cubicBezTo>
                  <a:lnTo>
                    <a:pt x="4881" y="141160"/>
                  </a:lnTo>
                  <a:cubicBezTo>
                    <a:pt x="3022" y="140484"/>
                    <a:pt x="1486" y="139152"/>
                    <a:pt x="571" y="137424"/>
                  </a:cubicBezTo>
                  <a:cubicBezTo>
                    <a:pt x="-190" y="135587"/>
                    <a:pt x="-190" y="133531"/>
                    <a:pt x="571" y="131694"/>
                  </a:cubicBezTo>
                  <a:lnTo>
                    <a:pt x="49887" y="5272"/>
                  </a:lnTo>
                  <a:cubicBezTo>
                    <a:pt x="51126" y="1328"/>
                    <a:pt x="55384" y="-883"/>
                    <a:pt x="59398" y="334"/>
                  </a:cubicBezTo>
                  <a:cubicBezTo>
                    <a:pt x="59482" y="360"/>
                    <a:pt x="59566" y="386"/>
                    <a:pt x="59649" y="415"/>
                  </a:cubicBezTo>
                  <a:lnTo>
                    <a:pt x="119869" y="21963"/>
                  </a:lnTo>
                  <a:cubicBezTo>
                    <a:pt x="121867" y="22665"/>
                    <a:pt x="123475" y="24155"/>
                    <a:pt x="124306" y="26073"/>
                  </a:cubicBezTo>
                  <a:cubicBezTo>
                    <a:pt x="125197" y="27926"/>
                    <a:pt x="125197" y="30074"/>
                    <a:pt x="124306" y="31927"/>
                  </a:cubicBezTo>
                  <a:lnTo>
                    <a:pt x="117206" y="48617"/>
                  </a:lnTo>
                  <a:lnTo>
                    <a:pt x="78159" y="143901"/>
                  </a:lnTo>
                  <a:lnTo>
                    <a:pt x="71693" y="158723"/>
                  </a:lnTo>
                  <a:cubicBezTo>
                    <a:pt x="70413" y="161445"/>
                    <a:pt x="67645" y="163193"/>
                    <a:pt x="64594" y="163206"/>
                  </a:cubicBezTo>
                  <a:close/>
                  <a:moveTo>
                    <a:pt x="17559" y="129826"/>
                  </a:moveTo>
                  <a:lnTo>
                    <a:pt x="60537" y="146018"/>
                  </a:lnTo>
                  <a:lnTo>
                    <a:pt x="64086" y="138047"/>
                  </a:lnTo>
                  <a:lnTo>
                    <a:pt x="103007" y="42888"/>
                  </a:lnTo>
                  <a:lnTo>
                    <a:pt x="107064" y="33546"/>
                  </a:lnTo>
                  <a:lnTo>
                    <a:pt x="61551" y="17603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</p:spTree>
    <p:extLst>
      <p:ext uri="{BB962C8B-B14F-4D97-AF65-F5344CB8AC3E}">
        <p14:creationId xmlns:p14="http://schemas.microsoft.com/office/powerpoint/2010/main" val="1006352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Oval 128">
            <a:extLst>
              <a:ext uri="{FF2B5EF4-FFF2-40B4-BE49-F238E27FC236}">
                <a16:creationId xmlns:a16="http://schemas.microsoft.com/office/drawing/2014/main" id="{274E76A9-7CE8-6445-9156-824AF1A75273}"/>
              </a:ext>
            </a:extLst>
          </p:cNvPr>
          <p:cNvSpPr>
            <a:spLocks noChangeAspect="1"/>
          </p:cNvSpPr>
          <p:nvPr/>
        </p:nvSpPr>
        <p:spPr>
          <a:xfrm>
            <a:off x="4303230" y="2078883"/>
            <a:ext cx="3568122" cy="356812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90500" sx="105000" sy="105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22BCE01-3746-B347-9B0A-3EFE9FAFC24F}"/>
              </a:ext>
            </a:extLst>
          </p:cNvPr>
          <p:cNvGrpSpPr/>
          <p:nvPr/>
        </p:nvGrpSpPr>
        <p:grpSpPr>
          <a:xfrm rot="2700000">
            <a:off x="3974783" y="1733019"/>
            <a:ext cx="4242434" cy="4242433"/>
            <a:chOff x="3974783" y="1898482"/>
            <a:chExt cx="4242434" cy="42424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29C790E1-3382-0949-8502-732275A82027}"/>
                </a:ext>
              </a:extLst>
            </p:cNvPr>
            <p:cNvGrpSpPr/>
            <p:nvPr/>
          </p:nvGrpSpPr>
          <p:grpSpPr>
            <a:xfrm>
              <a:off x="4298571" y="2241085"/>
              <a:ext cx="3594858" cy="3587043"/>
              <a:chOff x="3961690" y="1907220"/>
              <a:chExt cx="4268620" cy="4259342"/>
            </a:xfrm>
          </p:grpSpPr>
          <p:sp>
            <p:nvSpPr>
              <p:cNvPr id="4" name="Shape 6">
                <a:extLst>
                  <a:ext uri="{FF2B5EF4-FFF2-40B4-BE49-F238E27FC236}">
                    <a16:creationId xmlns:a16="http://schemas.microsoft.com/office/drawing/2014/main" id="{E2820AE0-476B-084B-8679-420530972C35}"/>
                  </a:ext>
                </a:extLst>
              </p:cNvPr>
              <p:cNvSpPr/>
              <p:nvPr/>
            </p:nvSpPr>
            <p:spPr>
              <a:xfrm>
                <a:off x="3966773" y="3416365"/>
                <a:ext cx="1409805" cy="16144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132" extrusionOk="0">
                    <a:moveTo>
                      <a:pt x="13929" y="3851"/>
                    </a:moveTo>
                    <a:cubicBezTo>
                      <a:pt x="14600" y="1451"/>
                      <a:pt x="17626" y="-268"/>
                      <a:pt x="21600" y="376"/>
                    </a:cubicBezTo>
                    <a:cubicBezTo>
                      <a:pt x="21573" y="372"/>
                      <a:pt x="21544" y="364"/>
                      <a:pt x="21517" y="359"/>
                    </a:cubicBezTo>
                    <a:cubicBezTo>
                      <a:pt x="19214" y="-228"/>
                      <a:pt x="4602" y="-1468"/>
                      <a:pt x="0" y="9812"/>
                    </a:cubicBezTo>
                    <a:cubicBezTo>
                      <a:pt x="278" y="12533"/>
                      <a:pt x="886" y="15276"/>
                      <a:pt x="3578" y="20132"/>
                    </a:cubicBezTo>
                    <a:lnTo>
                      <a:pt x="15687" y="15236"/>
                    </a:lnTo>
                    <a:cubicBezTo>
                      <a:pt x="13277" y="10565"/>
                      <a:pt x="13027" y="6823"/>
                      <a:pt x="13929" y="3851"/>
                    </a:cubicBezTo>
                    <a:close/>
                  </a:path>
                </a:pathLst>
              </a:custGeom>
              <a:gradFill>
                <a:gsLst>
                  <a:gs pos="65000">
                    <a:schemeClr val="accent4">
                      <a:lumMod val="75000"/>
                    </a:schemeClr>
                  </a:gs>
                  <a:gs pos="25000">
                    <a:schemeClr val="accent4">
                      <a:lumMod val="50000"/>
                    </a:schemeClr>
                  </a:gs>
                </a:gsLst>
                <a:lin ang="36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5" name="Shape 7">
                <a:extLst>
                  <a:ext uri="{FF2B5EF4-FFF2-40B4-BE49-F238E27FC236}">
                    <a16:creationId xmlns:a16="http://schemas.microsoft.com/office/drawing/2014/main" id="{1E6E5F80-1463-E24F-A471-11ECF7C21A09}"/>
                  </a:ext>
                </a:extLst>
              </p:cNvPr>
              <p:cNvSpPr/>
              <p:nvPr/>
            </p:nvSpPr>
            <p:spPr>
              <a:xfrm>
                <a:off x="5476604" y="4753354"/>
                <a:ext cx="1614422" cy="140980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32" h="21600" extrusionOk="0">
                    <a:moveTo>
                      <a:pt x="3851" y="7671"/>
                    </a:moveTo>
                    <a:cubicBezTo>
                      <a:pt x="1451" y="7000"/>
                      <a:pt x="-268" y="3974"/>
                      <a:pt x="376" y="0"/>
                    </a:cubicBezTo>
                    <a:cubicBezTo>
                      <a:pt x="372" y="27"/>
                      <a:pt x="364" y="56"/>
                      <a:pt x="359" y="83"/>
                    </a:cubicBezTo>
                    <a:cubicBezTo>
                      <a:pt x="-228" y="2386"/>
                      <a:pt x="-1468" y="16998"/>
                      <a:pt x="9812" y="21600"/>
                    </a:cubicBezTo>
                    <a:cubicBezTo>
                      <a:pt x="12533" y="21322"/>
                      <a:pt x="15276" y="20714"/>
                      <a:pt x="20132" y="18022"/>
                    </a:cubicBezTo>
                    <a:lnTo>
                      <a:pt x="15236" y="5913"/>
                    </a:lnTo>
                    <a:cubicBezTo>
                      <a:pt x="10565" y="8323"/>
                      <a:pt x="6823" y="8573"/>
                      <a:pt x="3851" y="7671"/>
                    </a:cubicBezTo>
                    <a:close/>
                  </a:path>
                </a:pathLst>
              </a:custGeom>
              <a:gradFill>
                <a:gsLst>
                  <a:gs pos="25000">
                    <a:schemeClr val="accent3">
                      <a:lumMod val="50000"/>
                    </a:schemeClr>
                  </a:gs>
                  <a:gs pos="65000">
                    <a:schemeClr val="accent3">
                      <a:lumMod val="75000"/>
                    </a:schemeClr>
                  </a:gs>
                </a:gsLst>
                <a:lin ang="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6" name="Shape 8">
                <a:extLst>
                  <a:ext uri="{FF2B5EF4-FFF2-40B4-BE49-F238E27FC236}">
                    <a16:creationId xmlns:a16="http://schemas.microsoft.com/office/drawing/2014/main" id="{2A308FAD-275E-FC4C-97E9-091127E5D0A8}"/>
                  </a:ext>
                </a:extLst>
              </p:cNvPr>
              <p:cNvSpPr/>
              <p:nvPr/>
            </p:nvSpPr>
            <p:spPr>
              <a:xfrm>
                <a:off x="6813592" y="3045948"/>
                <a:ext cx="1409805" cy="16144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132" extrusionOk="0">
                    <a:moveTo>
                      <a:pt x="7671" y="16281"/>
                    </a:moveTo>
                    <a:cubicBezTo>
                      <a:pt x="7000" y="18681"/>
                      <a:pt x="3974" y="20400"/>
                      <a:pt x="0" y="19756"/>
                    </a:cubicBezTo>
                    <a:cubicBezTo>
                      <a:pt x="27" y="19760"/>
                      <a:pt x="56" y="19768"/>
                      <a:pt x="83" y="19773"/>
                    </a:cubicBezTo>
                    <a:cubicBezTo>
                      <a:pt x="2386" y="20360"/>
                      <a:pt x="16998" y="21600"/>
                      <a:pt x="21600" y="10320"/>
                    </a:cubicBezTo>
                    <a:cubicBezTo>
                      <a:pt x="21322" y="7599"/>
                      <a:pt x="20714" y="4856"/>
                      <a:pt x="18022" y="0"/>
                    </a:cubicBezTo>
                    <a:lnTo>
                      <a:pt x="5913" y="4896"/>
                    </a:lnTo>
                    <a:cubicBezTo>
                      <a:pt x="8323" y="9567"/>
                      <a:pt x="8573" y="13309"/>
                      <a:pt x="7671" y="16281"/>
                    </a:cubicBezTo>
                    <a:close/>
                  </a:path>
                </a:pathLst>
              </a:custGeom>
              <a:gradFill>
                <a:gsLst>
                  <a:gs pos="25000">
                    <a:schemeClr val="accent2">
                      <a:lumMod val="50000"/>
                    </a:schemeClr>
                  </a:gs>
                  <a:gs pos="65000">
                    <a:schemeClr val="accent2">
                      <a:lumMod val="75000"/>
                    </a:schemeClr>
                  </a:gs>
                </a:gsLst>
                <a:lin ang="150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7" name="Shape 9">
                <a:extLst>
                  <a:ext uri="{FF2B5EF4-FFF2-40B4-BE49-F238E27FC236}">
                    <a16:creationId xmlns:a16="http://schemas.microsoft.com/office/drawing/2014/main" id="{5C72AA50-7D08-964B-9C79-713DD6E9DEB8}"/>
                  </a:ext>
                </a:extLst>
              </p:cNvPr>
              <p:cNvSpPr/>
              <p:nvPr/>
            </p:nvSpPr>
            <p:spPr>
              <a:xfrm>
                <a:off x="5100314" y="1911515"/>
                <a:ext cx="1614422" cy="1409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32" h="21600" extrusionOk="0">
                    <a:moveTo>
                      <a:pt x="16281" y="13929"/>
                    </a:moveTo>
                    <a:cubicBezTo>
                      <a:pt x="18681" y="14600"/>
                      <a:pt x="20400" y="17626"/>
                      <a:pt x="19756" y="21600"/>
                    </a:cubicBezTo>
                    <a:cubicBezTo>
                      <a:pt x="19760" y="21573"/>
                      <a:pt x="19768" y="21544"/>
                      <a:pt x="19773" y="21517"/>
                    </a:cubicBezTo>
                    <a:cubicBezTo>
                      <a:pt x="20360" y="19214"/>
                      <a:pt x="21600" y="4602"/>
                      <a:pt x="10320" y="0"/>
                    </a:cubicBezTo>
                    <a:cubicBezTo>
                      <a:pt x="7599" y="278"/>
                      <a:pt x="4856" y="886"/>
                      <a:pt x="0" y="3578"/>
                    </a:cubicBezTo>
                    <a:lnTo>
                      <a:pt x="4896" y="15687"/>
                    </a:lnTo>
                    <a:cubicBezTo>
                      <a:pt x="9567" y="13277"/>
                      <a:pt x="13309" y="13027"/>
                      <a:pt x="16281" y="13929"/>
                    </a:cubicBezTo>
                    <a:close/>
                  </a:path>
                </a:pathLst>
              </a:custGeom>
              <a:gradFill>
                <a:gsLst>
                  <a:gs pos="65000">
                    <a:schemeClr val="accent1">
                      <a:lumMod val="50000"/>
                    </a:schemeClr>
                  </a:gs>
                  <a:gs pos="25000">
                    <a:schemeClr val="accent1">
                      <a:lumMod val="75000"/>
                    </a:schemeClr>
                  </a:gs>
                </a:gsLst>
                <a:lin ang="192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8" name="Shape 10">
                <a:extLst>
                  <a:ext uri="{FF2B5EF4-FFF2-40B4-BE49-F238E27FC236}">
                    <a16:creationId xmlns:a16="http://schemas.microsoft.com/office/drawing/2014/main" id="{249FBA9B-6A2F-CB40-8787-C997013C08B2}"/>
                  </a:ext>
                </a:extLst>
              </p:cNvPr>
              <p:cNvSpPr/>
              <p:nvPr/>
            </p:nvSpPr>
            <p:spPr>
              <a:xfrm>
                <a:off x="3961690" y="2140381"/>
                <a:ext cx="1702292" cy="206604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42" h="21600" extrusionOk="0">
                    <a:moveTo>
                      <a:pt x="18755" y="8290"/>
                    </a:moveTo>
                    <a:lnTo>
                      <a:pt x="13932" y="0"/>
                    </a:lnTo>
                    <a:cubicBezTo>
                      <a:pt x="4453" y="4270"/>
                      <a:pt x="-758" y="12901"/>
                      <a:pt x="90" y="21600"/>
                    </a:cubicBezTo>
                    <a:cubicBezTo>
                      <a:pt x="3767" y="12143"/>
                      <a:pt x="15444" y="13183"/>
                      <a:pt x="17285" y="13675"/>
                    </a:cubicBezTo>
                    <a:cubicBezTo>
                      <a:pt x="18392" y="13854"/>
                      <a:pt x="19594" y="14276"/>
                      <a:pt x="20842" y="15000"/>
                    </a:cubicBezTo>
                    <a:cubicBezTo>
                      <a:pt x="20781" y="13165"/>
                      <a:pt x="19921" y="10282"/>
                      <a:pt x="18755" y="8290"/>
                    </a:cubicBezTo>
                    <a:close/>
                  </a:path>
                </a:pathLst>
              </a:custGeom>
              <a:gradFill>
                <a:gsLst>
                  <a:gs pos="65000">
                    <a:schemeClr val="accent4">
                      <a:lumMod val="75000"/>
                    </a:schemeClr>
                  </a:gs>
                  <a:gs pos="15000">
                    <a:schemeClr val="accent4"/>
                  </a:gs>
                </a:gsLst>
                <a:lin ang="12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9" name="Shape 11">
                <a:extLst>
                  <a:ext uri="{FF2B5EF4-FFF2-40B4-BE49-F238E27FC236}">
                    <a16:creationId xmlns:a16="http://schemas.microsoft.com/office/drawing/2014/main" id="{190E02B0-8EA7-3844-BC86-8D97EF02E800}"/>
                  </a:ext>
                </a:extLst>
              </p:cNvPr>
              <p:cNvSpPr/>
              <p:nvPr/>
            </p:nvSpPr>
            <p:spPr>
              <a:xfrm>
                <a:off x="4200620" y="4464269"/>
                <a:ext cx="2066041" cy="17022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842" extrusionOk="0">
                    <a:moveTo>
                      <a:pt x="8290" y="2087"/>
                    </a:moveTo>
                    <a:lnTo>
                      <a:pt x="0" y="6910"/>
                    </a:lnTo>
                    <a:cubicBezTo>
                      <a:pt x="4270" y="16389"/>
                      <a:pt x="12901" y="21600"/>
                      <a:pt x="21600" y="20752"/>
                    </a:cubicBezTo>
                    <a:cubicBezTo>
                      <a:pt x="12143" y="17075"/>
                      <a:pt x="13183" y="5398"/>
                      <a:pt x="13675" y="3557"/>
                    </a:cubicBezTo>
                    <a:cubicBezTo>
                      <a:pt x="13854" y="2450"/>
                      <a:pt x="14276" y="1248"/>
                      <a:pt x="15000" y="0"/>
                    </a:cubicBezTo>
                    <a:cubicBezTo>
                      <a:pt x="13165" y="61"/>
                      <a:pt x="10282" y="921"/>
                      <a:pt x="8290" y="2087"/>
                    </a:cubicBezTo>
                    <a:close/>
                  </a:path>
                </a:pathLst>
              </a:custGeom>
              <a:gradFill>
                <a:gsLst>
                  <a:gs pos="15000">
                    <a:schemeClr val="accent3">
                      <a:lumMod val="75000"/>
                    </a:schemeClr>
                  </a:gs>
                  <a:gs pos="65000">
                    <a:schemeClr val="accent3"/>
                  </a:gs>
                </a:gsLst>
                <a:lin ang="66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10" name="Shape 12">
                <a:extLst>
                  <a:ext uri="{FF2B5EF4-FFF2-40B4-BE49-F238E27FC236}">
                    <a16:creationId xmlns:a16="http://schemas.microsoft.com/office/drawing/2014/main" id="{D2F85967-6585-6646-A57D-9369481303EE}"/>
                  </a:ext>
                </a:extLst>
              </p:cNvPr>
              <p:cNvSpPr/>
              <p:nvPr/>
            </p:nvSpPr>
            <p:spPr>
              <a:xfrm>
                <a:off x="6528018" y="3870173"/>
                <a:ext cx="1702292" cy="206604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42" h="21600" extrusionOk="0">
                    <a:moveTo>
                      <a:pt x="2087" y="13310"/>
                    </a:moveTo>
                    <a:lnTo>
                      <a:pt x="6910" y="21600"/>
                    </a:lnTo>
                    <a:cubicBezTo>
                      <a:pt x="16389" y="17330"/>
                      <a:pt x="21600" y="8699"/>
                      <a:pt x="20752" y="0"/>
                    </a:cubicBezTo>
                    <a:cubicBezTo>
                      <a:pt x="17075" y="9457"/>
                      <a:pt x="5398" y="8417"/>
                      <a:pt x="3557" y="7925"/>
                    </a:cubicBezTo>
                    <a:cubicBezTo>
                      <a:pt x="2450" y="7746"/>
                      <a:pt x="1248" y="7324"/>
                      <a:pt x="0" y="6600"/>
                    </a:cubicBezTo>
                    <a:cubicBezTo>
                      <a:pt x="61" y="8435"/>
                      <a:pt x="921" y="11318"/>
                      <a:pt x="2087" y="13310"/>
                    </a:cubicBezTo>
                    <a:close/>
                  </a:path>
                </a:pathLst>
              </a:custGeom>
              <a:gradFill>
                <a:gsLst>
                  <a:gs pos="15000">
                    <a:schemeClr val="accent2">
                      <a:lumMod val="75000"/>
                    </a:schemeClr>
                  </a:gs>
                  <a:gs pos="65000">
                    <a:schemeClr val="accent2"/>
                  </a:gs>
                </a:gsLst>
                <a:lin ang="30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  <p:sp>
            <p:nvSpPr>
              <p:cNvPr id="11" name="Shape 13">
                <a:extLst>
                  <a:ext uri="{FF2B5EF4-FFF2-40B4-BE49-F238E27FC236}">
                    <a16:creationId xmlns:a16="http://schemas.microsoft.com/office/drawing/2014/main" id="{0FFEE159-2491-3342-806F-E9AA70F841B9}"/>
                  </a:ext>
                </a:extLst>
              </p:cNvPr>
              <p:cNvSpPr/>
              <p:nvPr/>
            </p:nvSpPr>
            <p:spPr>
              <a:xfrm>
                <a:off x="5928049" y="1907220"/>
                <a:ext cx="2066042" cy="17022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842" extrusionOk="0">
                    <a:moveTo>
                      <a:pt x="13310" y="18755"/>
                    </a:moveTo>
                    <a:lnTo>
                      <a:pt x="21600" y="13932"/>
                    </a:lnTo>
                    <a:cubicBezTo>
                      <a:pt x="17330" y="4453"/>
                      <a:pt x="8699" y="-758"/>
                      <a:pt x="0" y="90"/>
                    </a:cubicBezTo>
                    <a:cubicBezTo>
                      <a:pt x="9457" y="3767"/>
                      <a:pt x="8417" y="15444"/>
                      <a:pt x="7925" y="17285"/>
                    </a:cubicBezTo>
                    <a:cubicBezTo>
                      <a:pt x="7746" y="18392"/>
                      <a:pt x="7324" y="19594"/>
                      <a:pt x="6600" y="20842"/>
                    </a:cubicBezTo>
                    <a:cubicBezTo>
                      <a:pt x="8435" y="20781"/>
                      <a:pt x="11318" y="19921"/>
                      <a:pt x="13310" y="18755"/>
                    </a:cubicBezTo>
                    <a:close/>
                  </a:path>
                </a:pathLst>
              </a:custGeom>
              <a:gradFill>
                <a:gsLst>
                  <a:gs pos="65000">
                    <a:schemeClr val="accent1"/>
                  </a:gs>
                  <a:gs pos="15000">
                    <a:schemeClr val="accent1">
                      <a:lumMod val="75000"/>
                    </a:schemeClr>
                  </a:gs>
                </a:gsLst>
                <a:lin ang="17400000" scaled="0"/>
              </a:gradFill>
              <a:ln w="12700">
                <a:miter lim="400000"/>
              </a:ln>
            </p:spPr>
            <p:txBody>
              <a:bodyPr lIns="0" tIns="0" rIns="0" bIns="0" anchor="ctr"/>
              <a:lstStyle/>
              <a:p>
                <a:pPr lvl="0">
                  <a:defRPr sz="3000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/>
              </a:p>
            </p:txBody>
          </p:sp>
        </p:grp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79129FFF-E229-4B4B-94A3-A52B75741319}"/>
                </a:ext>
              </a:extLst>
            </p:cNvPr>
            <p:cNvSpPr/>
            <p:nvPr/>
          </p:nvSpPr>
          <p:spPr>
            <a:xfrm>
              <a:off x="4072926" y="2020299"/>
              <a:ext cx="4028615" cy="4028613"/>
            </a:xfrm>
            <a:prstGeom prst="ellipse">
              <a:avLst/>
            </a:prstGeom>
            <a:noFill/>
            <a:ln w="19050">
              <a:solidFill>
                <a:schemeClr val="tx1">
                  <a:alpha val="2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BAAC6F26-C596-1A43-A321-BDF318E0D85A}"/>
                </a:ext>
              </a:extLst>
            </p:cNvPr>
            <p:cNvSpPr/>
            <p:nvPr/>
          </p:nvSpPr>
          <p:spPr>
            <a:xfrm>
              <a:off x="5991133" y="1898482"/>
              <a:ext cx="207648" cy="207646"/>
            </a:xfrm>
            <a:prstGeom prst="ellipse">
              <a:avLst/>
            </a:prstGeom>
            <a:solidFill>
              <a:schemeClr val="accent1"/>
            </a:solidFill>
            <a:ln w="508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A002854F-B62B-0843-8D5C-E211BC0920A9}"/>
                </a:ext>
              </a:extLst>
            </p:cNvPr>
            <p:cNvSpPr/>
            <p:nvPr/>
          </p:nvSpPr>
          <p:spPr>
            <a:xfrm>
              <a:off x="5991133" y="5933269"/>
              <a:ext cx="207648" cy="207646"/>
            </a:xfrm>
            <a:prstGeom prst="ellipse">
              <a:avLst/>
            </a:prstGeom>
            <a:solidFill>
              <a:schemeClr val="accent3"/>
            </a:solidFill>
            <a:ln w="508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7DF55914-63A2-BB4E-B3D3-DB5DF728C7B7}"/>
                </a:ext>
              </a:extLst>
            </p:cNvPr>
            <p:cNvSpPr/>
            <p:nvPr/>
          </p:nvSpPr>
          <p:spPr>
            <a:xfrm rot="16200000">
              <a:off x="3974783" y="3878211"/>
              <a:ext cx="207646" cy="207646"/>
            </a:xfrm>
            <a:prstGeom prst="ellipse">
              <a:avLst/>
            </a:prstGeom>
            <a:solidFill>
              <a:schemeClr val="accent4"/>
            </a:solidFill>
            <a:ln w="508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7D0535C1-B957-EB41-9206-D924EAE00F97}"/>
                </a:ext>
              </a:extLst>
            </p:cNvPr>
            <p:cNvSpPr/>
            <p:nvPr/>
          </p:nvSpPr>
          <p:spPr>
            <a:xfrm rot="16200000">
              <a:off x="8009571" y="3878211"/>
              <a:ext cx="207646" cy="207646"/>
            </a:xfrm>
            <a:prstGeom prst="ellipse">
              <a:avLst/>
            </a:prstGeom>
            <a:solidFill>
              <a:schemeClr val="accent2"/>
            </a:solidFill>
            <a:ln w="508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C855970C-2BF2-F749-9E21-A5F193C9AC4C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A9001C7-20E9-A64E-AFCF-3AEB92E1C12C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2C5E0477-C3BC-0E43-A2E9-500C3D879B28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7E6D744F-2161-1243-BB43-8A692E75162C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" name="Rounded Rectangle 35">
                <a:extLst>
                  <a:ext uri="{FF2B5EF4-FFF2-40B4-BE49-F238E27FC236}">
                    <a16:creationId xmlns:a16="http://schemas.microsoft.com/office/drawing/2014/main" id="{39110E22-DEF8-FA41-99C5-500388F32343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7" name="Rounded Rectangle 36">
                <a:extLst>
                  <a:ext uri="{FF2B5EF4-FFF2-40B4-BE49-F238E27FC236}">
                    <a16:creationId xmlns:a16="http://schemas.microsoft.com/office/drawing/2014/main" id="{A85FDA0E-7C80-754A-AB0F-24402D920A9E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1AEF549-C019-BC46-8749-9E05101202DE}"/>
              </a:ext>
            </a:extLst>
          </p:cNvPr>
          <p:cNvGrpSpPr/>
          <p:nvPr/>
        </p:nvGrpSpPr>
        <p:grpSpPr>
          <a:xfrm flipH="1">
            <a:off x="1071600" y="2049544"/>
            <a:ext cx="2783072" cy="723275"/>
            <a:chOff x="7825488" y="1404017"/>
            <a:chExt cx="3368029" cy="723275"/>
          </a:xfrm>
        </p:grpSpPr>
        <p:sp>
          <p:nvSpPr>
            <p:cNvPr id="40" name="Inhaltsplatzhalter 4">
              <a:extLst>
                <a:ext uri="{FF2B5EF4-FFF2-40B4-BE49-F238E27FC236}">
                  <a16:creationId xmlns:a16="http://schemas.microsoft.com/office/drawing/2014/main" id="{539A9DB3-61C2-E84D-BD06-644E528995D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7778CD9-6BF7-B44A-A1F8-33A427A931F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D3726131-9B08-044E-9057-975698904B80}"/>
              </a:ext>
            </a:extLst>
          </p:cNvPr>
          <p:cNvGrpSpPr/>
          <p:nvPr/>
        </p:nvGrpSpPr>
        <p:grpSpPr>
          <a:xfrm flipH="1">
            <a:off x="1071600" y="4879470"/>
            <a:ext cx="2783072" cy="723275"/>
            <a:chOff x="7825488" y="1404017"/>
            <a:chExt cx="3368029" cy="723275"/>
          </a:xfrm>
        </p:grpSpPr>
        <p:sp>
          <p:nvSpPr>
            <p:cNvPr id="43" name="Inhaltsplatzhalter 4">
              <a:extLst>
                <a:ext uri="{FF2B5EF4-FFF2-40B4-BE49-F238E27FC236}">
                  <a16:creationId xmlns:a16="http://schemas.microsoft.com/office/drawing/2014/main" id="{7B1971BB-6E0D-824D-83D9-58B02397B77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7E2FAE7-4260-4D47-9D9D-2B5248F969F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41A7B9BB-B014-5D42-AB86-E532328E903F}"/>
              </a:ext>
            </a:extLst>
          </p:cNvPr>
          <p:cNvGrpSpPr/>
          <p:nvPr/>
        </p:nvGrpSpPr>
        <p:grpSpPr>
          <a:xfrm>
            <a:off x="8228074" y="2049544"/>
            <a:ext cx="2783072" cy="723275"/>
            <a:chOff x="7825488" y="1404017"/>
            <a:chExt cx="3368029" cy="723275"/>
          </a:xfrm>
        </p:grpSpPr>
        <p:sp>
          <p:nvSpPr>
            <p:cNvPr id="46" name="Inhaltsplatzhalter 4">
              <a:extLst>
                <a:ext uri="{FF2B5EF4-FFF2-40B4-BE49-F238E27FC236}">
                  <a16:creationId xmlns:a16="http://schemas.microsoft.com/office/drawing/2014/main" id="{BEBA9110-8610-1C45-B97F-C80E3045B85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D6206B7F-93CF-9345-BB80-83F5C63261E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E55A17-504D-9B45-8914-427AA6CFFB93}"/>
              </a:ext>
            </a:extLst>
          </p:cNvPr>
          <p:cNvGrpSpPr/>
          <p:nvPr/>
        </p:nvGrpSpPr>
        <p:grpSpPr>
          <a:xfrm>
            <a:off x="8228074" y="4879470"/>
            <a:ext cx="2783072" cy="723275"/>
            <a:chOff x="7825488" y="1404017"/>
            <a:chExt cx="3368029" cy="723275"/>
          </a:xfrm>
        </p:grpSpPr>
        <p:sp>
          <p:nvSpPr>
            <p:cNvPr id="49" name="Inhaltsplatzhalter 4">
              <a:extLst>
                <a:ext uri="{FF2B5EF4-FFF2-40B4-BE49-F238E27FC236}">
                  <a16:creationId xmlns:a16="http://schemas.microsoft.com/office/drawing/2014/main" id="{2A36A55F-53FF-2043-91DE-3513DA7FEBA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F1D7628-8E81-FF42-9923-ABB70A2017F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aphic 54">
            <a:extLst>
              <a:ext uri="{FF2B5EF4-FFF2-40B4-BE49-F238E27FC236}">
                <a16:creationId xmlns:a16="http://schemas.microsoft.com/office/drawing/2014/main" id="{76E97439-60DC-9F44-8054-38F2B7924BEE}"/>
              </a:ext>
            </a:extLst>
          </p:cNvPr>
          <p:cNvGrpSpPr>
            <a:grpSpLocks noChangeAspect="1"/>
          </p:cNvGrpSpPr>
          <p:nvPr/>
        </p:nvGrpSpPr>
        <p:grpSpPr>
          <a:xfrm>
            <a:off x="5840758" y="2273502"/>
            <a:ext cx="485379" cy="388187"/>
            <a:chOff x="5840758" y="2273502"/>
            <a:chExt cx="485379" cy="388187"/>
          </a:xfrm>
          <a:solidFill>
            <a:srgbClr val="FFFFFF"/>
          </a:solidFill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B9254548-2FD2-9347-BE01-5E4E34DCE0CF}"/>
                </a:ext>
              </a:extLst>
            </p:cNvPr>
            <p:cNvSpPr/>
            <p:nvPr/>
          </p:nvSpPr>
          <p:spPr>
            <a:xfrm>
              <a:off x="5840758" y="2273502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9688BD5D-F836-D246-9D64-D585C7DB2F72}"/>
                </a:ext>
              </a:extLst>
            </p:cNvPr>
            <p:cNvSpPr/>
            <p:nvPr/>
          </p:nvSpPr>
          <p:spPr>
            <a:xfrm>
              <a:off x="5910788" y="2370582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49E9BA23-DAB5-4942-9B01-E3F91D149FA4}"/>
                </a:ext>
              </a:extLst>
            </p:cNvPr>
            <p:cNvSpPr/>
            <p:nvPr/>
          </p:nvSpPr>
          <p:spPr>
            <a:xfrm>
              <a:off x="5981647" y="2370582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111A060-2290-0647-B8E1-39A3DDBAB880}"/>
                </a:ext>
              </a:extLst>
            </p:cNvPr>
            <p:cNvSpPr/>
            <p:nvPr/>
          </p:nvSpPr>
          <p:spPr>
            <a:xfrm>
              <a:off x="6052645" y="2370582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D07AF01-2CBC-B44C-A7D9-ADC36F11E25D}"/>
                </a:ext>
              </a:extLst>
            </p:cNvPr>
            <p:cNvSpPr/>
            <p:nvPr/>
          </p:nvSpPr>
          <p:spPr>
            <a:xfrm>
              <a:off x="6216740" y="251398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158BDADE-20D9-5944-B261-6EE49C75E05C}"/>
                </a:ext>
              </a:extLst>
            </p:cNvPr>
            <p:cNvSpPr/>
            <p:nvPr/>
          </p:nvSpPr>
          <p:spPr>
            <a:xfrm>
              <a:off x="6145743" y="251398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0829D4B-BD18-C04A-BFD8-C12213A5DF11}"/>
                </a:ext>
              </a:extLst>
            </p:cNvPr>
            <p:cNvSpPr/>
            <p:nvPr/>
          </p:nvSpPr>
          <p:spPr>
            <a:xfrm>
              <a:off x="6074745" y="251398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AC3E14CA-E0B3-A64D-9FED-76568AAD34E4}"/>
                </a:ext>
              </a:extLst>
            </p:cNvPr>
            <p:cNvSpPr/>
            <p:nvPr/>
          </p:nvSpPr>
          <p:spPr>
            <a:xfrm>
              <a:off x="6002919" y="2417574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91181DC-977A-5F4F-B1F1-6D08968FBDB5}"/>
                </a:ext>
              </a:extLst>
            </p:cNvPr>
            <p:cNvSpPr/>
            <p:nvPr/>
          </p:nvSpPr>
          <p:spPr>
            <a:xfrm>
              <a:off x="6295978" y="2416148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30AE36-80D0-6446-834B-5EC27646D657}"/>
                </a:ext>
              </a:extLst>
            </p:cNvPr>
            <p:cNvSpPr/>
            <p:nvPr/>
          </p:nvSpPr>
          <p:spPr>
            <a:xfrm>
              <a:off x="6229348" y="2387985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3C6FEB2E-C083-A141-B0A1-47D5D23C06CD}"/>
                </a:ext>
              </a:extLst>
            </p:cNvPr>
            <p:cNvSpPr/>
            <p:nvPr/>
          </p:nvSpPr>
          <p:spPr>
            <a:xfrm>
              <a:off x="6176131" y="2378526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4" name="Graphic 56">
            <a:extLst>
              <a:ext uri="{FF2B5EF4-FFF2-40B4-BE49-F238E27FC236}">
                <a16:creationId xmlns:a16="http://schemas.microsoft.com/office/drawing/2014/main" id="{1226A15F-06E0-3E4D-BAF8-512F232CBA93}"/>
              </a:ext>
            </a:extLst>
          </p:cNvPr>
          <p:cNvGrpSpPr>
            <a:grpSpLocks noChangeAspect="1"/>
          </p:cNvGrpSpPr>
          <p:nvPr/>
        </p:nvGrpSpPr>
        <p:grpSpPr>
          <a:xfrm>
            <a:off x="4499358" y="3677286"/>
            <a:ext cx="466028" cy="350638"/>
            <a:chOff x="5848988" y="2292097"/>
            <a:chExt cx="466028" cy="350638"/>
          </a:xfrm>
          <a:solidFill>
            <a:srgbClr val="FFFFFF"/>
          </a:solidFill>
        </p:grpSpPr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AC6FA545-1B37-C04A-A626-05E5925FB75B}"/>
                </a:ext>
              </a:extLst>
            </p:cNvPr>
            <p:cNvSpPr/>
            <p:nvPr/>
          </p:nvSpPr>
          <p:spPr>
            <a:xfrm>
              <a:off x="5848988" y="2626156"/>
              <a:ext cx="466028" cy="16579"/>
            </a:xfrm>
            <a:custGeom>
              <a:avLst/>
              <a:gdLst>
                <a:gd name="connsiteX0" fmla="*/ 456622 w 466028"/>
                <a:gd name="connsiteY0" fmla="*/ 16510 h 16579"/>
                <a:gd name="connsiteX1" fmla="*/ 9407 w 466028"/>
                <a:gd name="connsiteY1" fmla="*/ 16510 h 16579"/>
                <a:gd name="connsiteX2" fmla="*/ 69 w 466028"/>
                <a:gd name="connsiteY2" fmla="*/ 9349 h 16579"/>
                <a:gd name="connsiteX3" fmla="*/ 7275 w 466028"/>
                <a:gd name="connsiteY3" fmla="*/ 69 h 16579"/>
                <a:gd name="connsiteX4" fmla="*/ 9407 w 466028"/>
                <a:gd name="connsiteY4" fmla="*/ 69 h 16579"/>
                <a:gd name="connsiteX5" fmla="*/ 456622 w 466028"/>
                <a:gd name="connsiteY5" fmla="*/ 69 h 16579"/>
                <a:gd name="connsiteX6" fmla="*/ 465959 w 466028"/>
                <a:gd name="connsiteY6" fmla="*/ 7230 h 16579"/>
                <a:gd name="connsiteX7" fmla="*/ 458753 w 466028"/>
                <a:gd name="connsiteY7" fmla="*/ 16510 h 16579"/>
                <a:gd name="connsiteX8" fmla="*/ 456622 w 466028"/>
                <a:gd name="connsiteY8" fmla="*/ 16510 h 1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028" h="16579">
                  <a:moveTo>
                    <a:pt x="456622" y="16510"/>
                  </a:moveTo>
                  <a:lnTo>
                    <a:pt x="9407" y="16510"/>
                  </a:lnTo>
                  <a:cubicBezTo>
                    <a:pt x="4838" y="17095"/>
                    <a:pt x="658" y="13889"/>
                    <a:pt x="69" y="9349"/>
                  </a:cubicBezTo>
                  <a:cubicBezTo>
                    <a:pt x="-519" y="4808"/>
                    <a:pt x="2707" y="654"/>
                    <a:pt x="7275" y="69"/>
                  </a:cubicBezTo>
                  <a:cubicBezTo>
                    <a:pt x="7983" y="-22"/>
                    <a:pt x="8699" y="-22"/>
                    <a:pt x="9407" y="69"/>
                  </a:cubicBezTo>
                  <a:lnTo>
                    <a:pt x="456622" y="69"/>
                  </a:lnTo>
                  <a:cubicBezTo>
                    <a:pt x="461190" y="-516"/>
                    <a:pt x="465370" y="2690"/>
                    <a:pt x="465959" y="7230"/>
                  </a:cubicBezTo>
                  <a:cubicBezTo>
                    <a:pt x="466547" y="11771"/>
                    <a:pt x="463321" y="15925"/>
                    <a:pt x="458753" y="16510"/>
                  </a:cubicBezTo>
                  <a:cubicBezTo>
                    <a:pt x="458045" y="16601"/>
                    <a:pt x="457329" y="16601"/>
                    <a:pt x="456622" y="1651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535A5109-24B6-5B4A-AC3D-133375575916}"/>
                </a:ext>
              </a:extLst>
            </p:cNvPr>
            <p:cNvSpPr/>
            <p:nvPr/>
          </p:nvSpPr>
          <p:spPr>
            <a:xfrm>
              <a:off x="5893463" y="2357997"/>
              <a:ext cx="95363" cy="238986"/>
            </a:xfrm>
            <a:custGeom>
              <a:avLst/>
              <a:gdLst>
                <a:gd name="connsiteX0" fmla="*/ 87023 w 95363"/>
                <a:gd name="connsiteY0" fmla="*/ 237926 h 238986"/>
                <a:gd name="connsiteX1" fmla="*/ 78819 w 95363"/>
                <a:gd name="connsiteY1" fmla="*/ 229775 h 238986"/>
                <a:gd name="connsiteX2" fmla="*/ 78820 w 95363"/>
                <a:gd name="connsiteY2" fmla="*/ 229638 h 238986"/>
                <a:gd name="connsiteX3" fmla="*/ 78820 w 95363"/>
                <a:gd name="connsiteY3" fmla="*/ 16443 h 238986"/>
                <a:gd name="connsiteX4" fmla="*/ 16612 w 95363"/>
                <a:gd name="connsiteY4" fmla="*/ 16443 h 238986"/>
                <a:gd name="connsiteX5" fmla="*/ 16612 w 95363"/>
                <a:gd name="connsiteY5" fmla="*/ 229638 h 238986"/>
                <a:gd name="connsiteX6" fmla="*/ 9406 w 95363"/>
                <a:gd name="connsiteY6" fmla="*/ 238917 h 238986"/>
                <a:gd name="connsiteX7" fmla="*/ 68 w 95363"/>
                <a:gd name="connsiteY7" fmla="*/ 231756 h 238986"/>
                <a:gd name="connsiteX8" fmla="*/ 68 w 95363"/>
                <a:gd name="connsiteY8" fmla="*/ 229638 h 238986"/>
                <a:gd name="connsiteX9" fmla="*/ 68 w 95363"/>
                <a:gd name="connsiteY9" fmla="*/ 8154 h 238986"/>
                <a:gd name="connsiteX10" fmla="*/ 8270 w 95363"/>
                <a:gd name="connsiteY10" fmla="*/ 0 h 238986"/>
                <a:gd name="connsiteX11" fmla="*/ 8408 w 95363"/>
                <a:gd name="connsiteY11" fmla="*/ 1 h 238986"/>
                <a:gd name="connsiteX12" fmla="*/ 87023 w 95363"/>
                <a:gd name="connsiteY12" fmla="*/ 1 h 238986"/>
                <a:gd name="connsiteX13" fmla="*/ 95362 w 95363"/>
                <a:gd name="connsiteY13" fmla="*/ 8017 h 238986"/>
                <a:gd name="connsiteX14" fmla="*/ 95363 w 95363"/>
                <a:gd name="connsiteY14" fmla="*/ 8154 h 238986"/>
                <a:gd name="connsiteX15" fmla="*/ 95363 w 95363"/>
                <a:gd name="connsiteY15" fmla="*/ 229638 h 238986"/>
                <a:gd name="connsiteX16" fmla="*/ 87023 w 95363"/>
                <a:gd name="connsiteY16" fmla="*/ 237926 h 238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363" h="238986">
                  <a:moveTo>
                    <a:pt x="87023" y="237926"/>
                  </a:moveTo>
                  <a:cubicBezTo>
                    <a:pt x="82492" y="237927"/>
                    <a:pt x="78819" y="234277"/>
                    <a:pt x="78819" y="229775"/>
                  </a:cubicBezTo>
                  <a:cubicBezTo>
                    <a:pt x="78819" y="229729"/>
                    <a:pt x="78819" y="229683"/>
                    <a:pt x="78820" y="229638"/>
                  </a:cubicBezTo>
                  <a:lnTo>
                    <a:pt x="78820" y="16443"/>
                  </a:lnTo>
                  <a:lnTo>
                    <a:pt x="16612" y="16443"/>
                  </a:lnTo>
                  <a:lnTo>
                    <a:pt x="16612" y="229638"/>
                  </a:lnTo>
                  <a:cubicBezTo>
                    <a:pt x="17200" y="234178"/>
                    <a:pt x="13974" y="238333"/>
                    <a:pt x="9406" y="238917"/>
                  </a:cubicBezTo>
                  <a:cubicBezTo>
                    <a:pt x="4837" y="239502"/>
                    <a:pt x="657" y="236296"/>
                    <a:pt x="68" y="231756"/>
                  </a:cubicBezTo>
                  <a:cubicBezTo>
                    <a:pt x="-23" y="231053"/>
                    <a:pt x="-23" y="230341"/>
                    <a:pt x="68" y="229638"/>
                  </a:cubicBezTo>
                  <a:lnTo>
                    <a:pt x="68" y="8154"/>
                  </a:lnTo>
                  <a:cubicBezTo>
                    <a:pt x="68" y="3651"/>
                    <a:pt x="3740" y="1"/>
                    <a:pt x="8270" y="0"/>
                  </a:cubicBezTo>
                  <a:cubicBezTo>
                    <a:pt x="8316" y="0"/>
                    <a:pt x="8362" y="0"/>
                    <a:pt x="8408" y="1"/>
                  </a:cubicBezTo>
                  <a:lnTo>
                    <a:pt x="87023" y="1"/>
                  </a:lnTo>
                  <a:cubicBezTo>
                    <a:pt x="91553" y="-74"/>
                    <a:pt x="95286" y="3515"/>
                    <a:pt x="95362" y="8017"/>
                  </a:cubicBezTo>
                  <a:cubicBezTo>
                    <a:pt x="95363" y="8063"/>
                    <a:pt x="95363" y="8108"/>
                    <a:pt x="95363" y="8154"/>
                  </a:cubicBezTo>
                  <a:lnTo>
                    <a:pt x="95363" y="229638"/>
                  </a:lnTo>
                  <a:cubicBezTo>
                    <a:pt x="95363" y="234215"/>
                    <a:pt x="91629" y="237926"/>
                    <a:pt x="87023" y="237926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B884063A-5740-B741-A5B6-EC45E03EEDD8}"/>
                </a:ext>
              </a:extLst>
            </p:cNvPr>
            <p:cNvSpPr/>
            <p:nvPr/>
          </p:nvSpPr>
          <p:spPr>
            <a:xfrm>
              <a:off x="6034286" y="2324572"/>
              <a:ext cx="95363" cy="272411"/>
            </a:xfrm>
            <a:custGeom>
              <a:avLst/>
              <a:gdLst>
                <a:gd name="connsiteX0" fmla="*/ 87023 w 95363"/>
                <a:gd name="connsiteY0" fmla="*/ 271352 h 272411"/>
                <a:gd name="connsiteX1" fmla="*/ 78819 w 95363"/>
                <a:gd name="connsiteY1" fmla="*/ 263200 h 272411"/>
                <a:gd name="connsiteX2" fmla="*/ 78820 w 95363"/>
                <a:gd name="connsiteY2" fmla="*/ 263063 h 272411"/>
                <a:gd name="connsiteX3" fmla="*/ 78820 w 95363"/>
                <a:gd name="connsiteY3" fmla="*/ 16849 h 272411"/>
                <a:gd name="connsiteX4" fmla="*/ 16612 w 95363"/>
                <a:gd name="connsiteY4" fmla="*/ 16849 h 272411"/>
                <a:gd name="connsiteX5" fmla="*/ 16612 w 95363"/>
                <a:gd name="connsiteY5" fmla="*/ 263063 h 272411"/>
                <a:gd name="connsiteX6" fmla="*/ 9406 w 95363"/>
                <a:gd name="connsiteY6" fmla="*/ 272343 h 272411"/>
                <a:gd name="connsiteX7" fmla="*/ 68 w 95363"/>
                <a:gd name="connsiteY7" fmla="*/ 265181 h 272411"/>
                <a:gd name="connsiteX8" fmla="*/ 68 w 95363"/>
                <a:gd name="connsiteY8" fmla="*/ 263063 h 272411"/>
                <a:gd name="connsiteX9" fmla="*/ 68 w 95363"/>
                <a:gd name="connsiteY9" fmla="*/ 8289 h 272411"/>
                <a:gd name="connsiteX10" fmla="*/ 8408 w 95363"/>
                <a:gd name="connsiteY10" fmla="*/ 0 h 272411"/>
                <a:gd name="connsiteX11" fmla="*/ 87023 w 95363"/>
                <a:gd name="connsiteY11" fmla="*/ 0 h 272411"/>
                <a:gd name="connsiteX12" fmla="*/ 95363 w 95363"/>
                <a:gd name="connsiteY12" fmla="*/ 8289 h 272411"/>
                <a:gd name="connsiteX13" fmla="*/ 95363 w 95363"/>
                <a:gd name="connsiteY13" fmla="*/ 263063 h 272411"/>
                <a:gd name="connsiteX14" fmla="*/ 87023 w 95363"/>
                <a:gd name="connsiteY14" fmla="*/ 271352 h 27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363" h="272411">
                  <a:moveTo>
                    <a:pt x="87023" y="271352"/>
                  </a:moveTo>
                  <a:cubicBezTo>
                    <a:pt x="82492" y="271352"/>
                    <a:pt x="78819" y="267703"/>
                    <a:pt x="78819" y="263200"/>
                  </a:cubicBezTo>
                  <a:cubicBezTo>
                    <a:pt x="78819" y="263154"/>
                    <a:pt x="78819" y="263109"/>
                    <a:pt x="78820" y="263063"/>
                  </a:cubicBezTo>
                  <a:lnTo>
                    <a:pt x="78820" y="16849"/>
                  </a:lnTo>
                  <a:lnTo>
                    <a:pt x="16612" y="16849"/>
                  </a:lnTo>
                  <a:lnTo>
                    <a:pt x="16612" y="263063"/>
                  </a:lnTo>
                  <a:cubicBezTo>
                    <a:pt x="17200" y="267603"/>
                    <a:pt x="13974" y="271758"/>
                    <a:pt x="9406" y="272343"/>
                  </a:cubicBezTo>
                  <a:cubicBezTo>
                    <a:pt x="4837" y="272928"/>
                    <a:pt x="657" y="269721"/>
                    <a:pt x="68" y="265181"/>
                  </a:cubicBezTo>
                  <a:cubicBezTo>
                    <a:pt x="-23" y="264478"/>
                    <a:pt x="-23" y="263766"/>
                    <a:pt x="68" y="263063"/>
                  </a:cubicBezTo>
                  <a:lnTo>
                    <a:pt x="68" y="8289"/>
                  </a:lnTo>
                  <a:cubicBezTo>
                    <a:pt x="68" y="3711"/>
                    <a:pt x="3802" y="0"/>
                    <a:pt x="8408" y="0"/>
                  </a:cubicBezTo>
                  <a:lnTo>
                    <a:pt x="87023" y="0"/>
                  </a:lnTo>
                  <a:cubicBezTo>
                    <a:pt x="91629" y="0"/>
                    <a:pt x="95363" y="3711"/>
                    <a:pt x="95363" y="8289"/>
                  </a:cubicBezTo>
                  <a:lnTo>
                    <a:pt x="95363" y="263063"/>
                  </a:lnTo>
                  <a:cubicBezTo>
                    <a:pt x="95363" y="267641"/>
                    <a:pt x="91629" y="271352"/>
                    <a:pt x="87023" y="271352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C9644D18-7A91-CF4B-B864-8199FF165587}"/>
                </a:ext>
              </a:extLst>
            </p:cNvPr>
            <p:cNvSpPr/>
            <p:nvPr/>
          </p:nvSpPr>
          <p:spPr>
            <a:xfrm>
              <a:off x="6175176" y="2292097"/>
              <a:ext cx="95295" cy="303827"/>
            </a:xfrm>
            <a:custGeom>
              <a:avLst/>
              <a:gdLst>
                <a:gd name="connsiteX0" fmla="*/ 8204 w 95295"/>
                <a:gd name="connsiteY0" fmla="*/ 303827 h 303827"/>
                <a:gd name="connsiteX1" fmla="*/ 0 w 95295"/>
                <a:gd name="connsiteY1" fmla="*/ 295675 h 303827"/>
                <a:gd name="connsiteX2" fmla="*/ 1 w 95295"/>
                <a:gd name="connsiteY2" fmla="*/ 295538 h 303827"/>
                <a:gd name="connsiteX3" fmla="*/ 1 w 95295"/>
                <a:gd name="connsiteY3" fmla="*/ 8289 h 303827"/>
                <a:gd name="connsiteX4" fmla="*/ 8067 w 95295"/>
                <a:gd name="connsiteY4" fmla="*/ 1 h 303827"/>
                <a:gd name="connsiteX5" fmla="*/ 8204 w 95295"/>
                <a:gd name="connsiteY5" fmla="*/ 0 h 303827"/>
                <a:gd name="connsiteX6" fmla="*/ 86956 w 95295"/>
                <a:gd name="connsiteY6" fmla="*/ 0 h 303827"/>
                <a:gd name="connsiteX7" fmla="*/ 95296 w 95295"/>
                <a:gd name="connsiteY7" fmla="*/ 8289 h 303827"/>
                <a:gd name="connsiteX8" fmla="*/ 95296 w 95295"/>
                <a:gd name="connsiteY8" fmla="*/ 66581 h 303827"/>
                <a:gd name="connsiteX9" fmla="*/ 86956 w 95295"/>
                <a:gd name="connsiteY9" fmla="*/ 74870 h 303827"/>
                <a:gd name="connsiteX10" fmla="*/ 78616 w 95295"/>
                <a:gd name="connsiteY10" fmla="*/ 66581 h 303827"/>
                <a:gd name="connsiteX11" fmla="*/ 78616 w 95295"/>
                <a:gd name="connsiteY11" fmla="*/ 16441 h 303827"/>
                <a:gd name="connsiteX12" fmla="*/ 16681 w 95295"/>
                <a:gd name="connsiteY12" fmla="*/ 16441 h 303827"/>
                <a:gd name="connsiteX13" fmla="*/ 16681 w 95295"/>
                <a:gd name="connsiteY13" fmla="*/ 295538 h 303827"/>
                <a:gd name="connsiteX14" fmla="*/ 8342 w 95295"/>
                <a:gd name="connsiteY14" fmla="*/ 303828 h 303827"/>
                <a:gd name="connsiteX15" fmla="*/ 8204 w 95295"/>
                <a:gd name="connsiteY15" fmla="*/ 303827 h 303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95" h="303827">
                  <a:moveTo>
                    <a:pt x="8204" y="303827"/>
                  </a:moveTo>
                  <a:cubicBezTo>
                    <a:pt x="3674" y="303827"/>
                    <a:pt x="1" y="300178"/>
                    <a:pt x="0" y="295675"/>
                  </a:cubicBezTo>
                  <a:cubicBezTo>
                    <a:pt x="0" y="295630"/>
                    <a:pt x="0" y="295584"/>
                    <a:pt x="1" y="295538"/>
                  </a:cubicBezTo>
                  <a:lnTo>
                    <a:pt x="1" y="8289"/>
                  </a:lnTo>
                  <a:cubicBezTo>
                    <a:pt x="-74" y="3787"/>
                    <a:pt x="3537" y="76"/>
                    <a:pt x="8067" y="1"/>
                  </a:cubicBezTo>
                  <a:cubicBezTo>
                    <a:pt x="8113" y="0"/>
                    <a:pt x="8158" y="0"/>
                    <a:pt x="8204" y="0"/>
                  </a:cubicBezTo>
                  <a:lnTo>
                    <a:pt x="86956" y="0"/>
                  </a:lnTo>
                  <a:cubicBezTo>
                    <a:pt x="91562" y="0"/>
                    <a:pt x="95296" y="3711"/>
                    <a:pt x="95296" y="8289"/>
                  </a:cubicBezTo>
                  <a:lnTo>
                    <a:pt x="95296" y="66581"/>
                  </a:lnTo>
                  <a:cubicBezTo>
                    <a:pt x="95296" y="71159"/>
                    <a:pt x="91562" y="74870"/>
                    <a:pt x="86956" y="74870"/>
                  </a:cubicBezTo>
                  <a:cubicBezTo>
                    <a:pt x="82350" y="74870"/>
                    <a:pt x="78616" y="71159"/>
                    <a:pt x="78616" y="66581"/>
                  </a:cubicBezTo>
                  <a:lnTo>
                    <a:pt x="78616" y="16441"/>
                  </a:lnTo>
                  <a:lnTo>
                    <a:pt x="16681" y="16441"/>
                  </a:lnTo>
                  <a:lnTo>
                    <a:pt x="16681" y="295538"/>
                  </a:lnTo>
                  <a:cubicBezTo>
                    <a:pt x="16682" y="300116"/>
                    <a:pt x="12948" y="303827"/>
                    <a:pt x="8342" y="303828"/>
                  </a:cubicBezTo>
                  <a:cubicBezTo>
                    <a:pt x="8296" y="303828"/>
                    <a:pt x="8250" y="303828"/>
                    <a:pt x="8204" y="30382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64F2472D-7758-474B-AAAA-39E1B8E6EDA2}"/>
                </a:ext>
              </a:extLst>
            </p:cNvPr>
            <p:cNvSpPr/>
            <p:nvPr/>
          </p:nvSpPr>
          <p:spPr>
            <a:xfrm>
              <a:off x="6253792" y="2499585"/>
              <a:ext cx="16680" cy="41171"/>
            </a:xfrm>
            <a:custGeom>
              <a:avLst/>
              <a:gdLst>
                <a:gd name="connsiteX0" fmla="*/ 8340 w 16680"/>
                <a:gd name="connsiteY0" fmla="*/ 41172 h 41171"/>
                <a:gd name="connsiteX1" fmla="*/ 0 w 16680"/>
                <a:gd name="connsiteY1" fmla="*/ 33019 h 41171"/>
                <a:gd name="connsiteX2" fmla="*/ 0 w 16680"/>
                <a:gd name="connsiteY2" fmla="*/ 8289 h 41171"/>
                <a:gd name="connsiteX3" fmla="*/ 8340 w 16680"/>
                <a:gd name="connsiteY3" fmla="*/ 0 h 41171"/>
                <a:gd name="connsiteX4" fmla="*/ 16680 w 16680"/>
                <a:gd name="connsiteY4" fmla="*/ 8289 h 41171"/>
                <a:gd name="connsiteX5" fmla="*/ 16680 w 16680"/>
                <a:gd name="connsiteY5" fmla="*/ 33019 h 41171"/>
                <a:gd name="connsiteX6" fmla="*/ 8340 w 16680"/>
                <a:gd name="connsiteY6" fmla="*/ 41172 h 4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41171">
                  <a:moveTo>
                    <a:pt x="8340" y="41172"/>
                  </a:moveTo>
                  <a:cubicBezTo>
                    <a:pt x="3787" y="41172"/>
                    <a:pt x="75" y="37543"/>
                    <a:pt x="0" y="33019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33019"/>
                  </a:lnTo>
                  <a:cubicBezTo>
                    <a:pt x="16605" y="37543"/>
                    <a:pt x="12893" y="41172"/>
                    <a:pt x="8340" y="41172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FC04D95-EDB9-3847-BD78-4A06D7415773}"/>
                </a:ext>
              </a:extLst>
            </p:cNvPr>
            <p:cNvSpPr/>
            <p:nvPr/>
          </p:nvSpPr>
          <p:spPr>
            <a:xfrm>
              <a:off x="6253792" y="2416562"/>
              <a:ext cx="16680" cy="58020"/>
            </a:xfrm>
            <a:custGeom>
              <a:avLst/>
              <a:gdLst>
                <a:gd name="connsiteX0" fmla="*/ 8340 w 16680"/>
                <a:gd name="connsiteY0" fmla="*/ 58021 h 58020"/>
                <a:gd name="connsiteX1" fmla="*/ 0 w 16680"/>
                <a:gd name="connsiteY1" fmla="*/ 49732 h 58020"/>
                <a:gd name="connsiteX2" fmla="*/ 0 w 16680"/>
                <a:gd name="connsiteY2" fmla="*/ 8289 h 58020"/>
                <a:gd name="connsiteX3" fmla="*/ 8340 w 16680"/>
                <a:gd name="connsiteY3" fmla="*/ 0 h 58020"/>
                <a:gd name="connsiteX4" fmla="*/ 16680 w 16680"/>
                <a:gd name="connsiteY4" fmla="*/ 8289 h 58020"/>
                <a:gd name="connsiteX5" fmla="*/ 16680 w 16680"/>
                <a:gd name="connsiteY5" fmla="*/ 49732 h 58020"/>
                <a:gd name="connsiteX6" fmla="*/ 8340 w 16680"/>
                <a:gd name="connsiteY6" fmla="*/ 58021 h 5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58020">
                  <a:moveTo>
                    <a:pt x="8340" y="58021"/>
                  </a:moveTo>
                  <a:cubicBezTo>
                    <a:pt x="3734" y="58021"/>
                    <a:pt x="0" y="54310"/>
                    <a:pt x="0" y="49732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49732"/>
                  </a:lnTo>
                  <a:cubicBezTo>
                    <a:pt x="16680" y="54310"/>
                    <a:pt x="12946" y="58021"/>
                    <a:pt x="8340" y="58021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62C193E1-D9E8-254B-BE34-8DCA186310D7}"/>
                </a:ext>
              </a:extLst>
            </p:cNvPr>
            <p:cNvSpPr/>
            <p:nvPr/>
          </p:nvSpPr>
          <p:spPr>
            <a:xfrm>
              <a:off x="6253792" y="2350389"/>
              <a:ext cx="16680" cy="41171"/>
            </a:xfrm>
            <a:custGeom>
              <a:avLst/>
              <a:gdLst>
                <a:gd name="connsiteX0" fmla="*/ 8340 w 16680"/>
                <a:gd name="connsiteY0" fmla="*/ 41172 h 41171"/>
                <a:gd name="connsiteX1" fmla="*/ 0 w 16680"/>
                <a:gd name="connsiteY1" fmla="*/ 32883 h 41171"/>
                <a:gd name="connsiteX2" fmla="*/ 0 w 16680"/>
                <a:gd name="connsiteY2" fmla="*/ 8289 h 41171"/>
                <a:gd name="connsiteX3" fmla="*/ 8340 w 16680"/>
                <a:gd name="connsiteY3" fmla="*/ 0 h 41171"/>
                <a:gd name="connsiteX4" fmla="*/ 16680 w 16680"/>
                <a:gd name="connsiteY4" fmla="*/ 8289 h 41171"/>
                <a:gd name="connsiteX5" fmla="*/ 16680 w 16680"/>
                <a:gd name="connsiteY5" fmla="*/ 32883 h 41171"/>
                <a:gd name="connsiteX6" fmla="*/ 8340 w 16680"/>
                <a:gd name="connsiteY6" fmla="*/ 41172 h 4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41171">
                  <a:moveTo>
                    <a:pt x="8340" y="41172"/>
                  </a:moveTo>
                  <a:cubicBezTo>
                    <a:pt x="3734" y="41172"/>
                    <a:pt x="0" y="37461"/>
                    <a:pt x="0" y="32883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32883"/>
                  </a:lnTo>
                  <a:cubicBezTo>
                    <a:pt x="16680" y="37461"/>
                    <a:pt x="12946" y="41172"/>
                    <a:pt x="8340" y="41172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6AE80CF9-03A7-864D-8255-991830150197}"/>
                </a:ext>
              </a:extLst>
            </p:cNvPr>
            <p:cNvSpPr/>
            <p:nvPr/>
          </p:nvSpPr>
          <p:spPr>
            <a:xfrm>
              <a:off x="6253792" y="2524315"/>
              <a:ext cx="16680" cy="71608"/>
            </a:xfrm>
            <a:custGeom>
              <a:avLst/>
              <a:gdLst>
                <a:gd name="connsiteX0" fmla="*/ 8340 w 16680"/>
                <a:gd name="connsiteY0" fmla="*/ 71609 h 71608"/>
                <a:gd name="connsiteX1" fmla="*/ 0 w 16680"/>
                <a:gd name="connsiteY1" fmla="*/ 63320 h 71608"/>
                <a:gd name="connsiteX2" fmla="*/ 0 w 16680"/>
                <a:gd name="connsiteY2" fmla="*/ 8289 h 71608"/>
                <a:gd name="connsiteX3" fmla="*/ 8340 w 16680"/>
                <a:gd name="connsiteY3" fmla="*/ 0 h 71608"/>
                <a:gd name="connsiteX4" fmla="*/ 16680 w 16680"/>
                <a:gd name="connsiteY4" fmla="*/ 8289 h 71608"/>
                <a:gd name="connsiteX5" fmla="*/ 16680 w 16680"/>
                <a:gd name="connsiteY5" fmla="*/ 63320 h 71608"/>
                <a:gd name="connsiteX6" fmla="*/ 8340 w 16680"/>
                <a:gd name="connsiteY6" fmla="*/ 71609 h 71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71608">
                  <a:moveTo>
                    <a:pt x="8340" y="71609"/>
                  </a:moveTo>
                  <a:cubicBezTo>
                    <a:pt x="3734" y="71609"/>
                    <a:pt x="0" y="67898"/>
                    <a:pt x="0" y="63320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63320"/>
                  </a:lnTo>
                  <a:cubicBezTo>
                    <a:pt x="16680" y="67898"/>
                    <a:pt x="12946" y="71609"/>
                    <a:pt x="8340" y="7160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3" name="Graphic 58">
            <a:extLst>
              <a:ext uri="{FF2B5EF4-FFF2-40B4-BE49-F238E27FC236}">
                <a16:creationId xmlns:a16="http://schemas.microsoft.com/office/drawing/2014/main" id="{A73FF7E0-DE41-C74F-AE15-FEADE46D55BF}"/>
              </a:ext>
            </a:extLst>
          </p:cNvPr>
          <p:cNvGrpSpPr>
            <a:grpSpLocks noChangeAspect="1"/>
          </p:cNvGrpSpPr>
          <p:nvPr/>
        </p:nvGrpSpPr>
        <p:grpSpPr>
          <a:xfrm>
            <a:off x="7260100" y="3606674"/>
            <a:ext cx="498785" cy="378982"/>
            <a:chOff x="5830402" y="2282516"/>
            <a:chExt cx="498785" cy="378982"/>
          </a:xfrm>
          <a:solidFill>
            <a:srgbClr val="FFFFFF"/>
          </a:solidFill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F039F6E5-FF9A-C948-B1B4-3D8128546DDD}"/>
                </a:ext>
              </a:extLst>
            </p:cNvPr>
            <p:cNvSpPr/>
            <p:nvPr/>
          </p:nvSpPr>
          <p:spPr>
            <a:xfrm>
              <a:off x="5845775" y="2299741"/>
              <a:ext cx="125986" cy="361689"/>
            </a:xfrm>
            <a:custGeom>
              <a:avLst/>
              <a:gdLst>
                <a:gd name="connsiteX0" fmla="*/ 117845 w 125986"/>
                <a:gd name="connsiteY0" fmla="*/ 361689 h 361689"/>
                <a:gd name="connsiteX1" fmla="*/ 8346 w 125986"/>
                <a:gd name="connsiteY1" fmla="*/ 361689 h 361689"/>
                <a:gd name="connsiteX2" fmla="*/ 70 w 125986"/>
                <a:gd name="connsiteY2" fmla="*/ 353564 h 361689"/>
                <a:gd name="connsiteX3" fmla="*/ 69 w 125986"/>
                <a:gd name="connsiteY3" fmla="*/ 353425 h 361689"/>
                <a:gd name="connsiteX4" fmla="*/ 69 w 125986"/>
                <a:gd name="connsiteY4" fmla="*/ 248609 h 361689"/>
                <a:gd name="connsiteX5" fmla="*/ 7220 w 125986"/>
                <a:gd name="connsiteY5" fmla="*/ 239203 h 361689"/>
                <a:gd name="connsiteX6" fmla="*/ 16487 w 125986"/>
                <a:gd name="connsiteY6" fmla="*/ 246462 h 361689"/>
                <a:gd name="connsiteX7" fmla="*/ 16487 w 125986"/>
                <a:gd name="connsiteY7" fmla="*/ 248609 h 361689"/>
                <a:gd name="connsiteX8" fmla="*/ 16487 w 125986"/>
                <a:gd name="connsiteY8" fmla="*/ 345023 h 361689"/>
                <a:gd name="connsiteX9" fmla="*/ 109568 w 125986"/>
                <a:gd name="connsiteY9" fmla="*/ 345023 h 361689"/>
                <a:gd name="connsiteX10" fmla="*/ 109568 w 125986"/>
                <a:gd name="connsiteY10" fmla="*/ 16804 h 361689"/>
                <a:gd name="connsiteX11" fmla="*/ 16487 w 125986"/>
                <a:gd name="connsiteY11" fmla="*/ 16804 h 361689"/>
                <a:gd name="connsiteX12" fmla="*/ 16487 w 125986"/>
                <a:gd name="connsiteY12" fmla="*/ 87323 h 361689"/>
                <a:gd name="connsiteX13" fmla="*/ 7220 w 125986"/>
                <a:gd name="connsiteY13" fmla="*/ 94583 h 361689"/>
                <a:gd name="connsiteX14" fmla="*/ 69 w 125986"/>
                <a:gd name="connsiteY14" fmla="*/ 87323 h 361689"/>
                <a:gd name="connsiteX15" fmla="*/ 69 w 125986"/>
                <a:gd name="connsiteY15" fmla="*/ 8402 h 361689"/>
                <a:gd name="connsiteX16" fmla="*/ 8346 w 125986"/>
                <a:gd name="connsiteY16" fmla="*/ 0 h 361689"/>
                <a:gd name="connsiteX17" fmla="*/ 117845 w 125986"/>
                <a:gd name="connsiteY17" fmla="*/ 0 h 361689"/>
                <a:gd name="connsiteX18" fmla="*/ 125987 w 125986"/>
                <a:gd name="connsiteY18" fmla="*/ 8263 h 361689"/>
                <a:gd name="connsiteX19" fmla="*/ 125986 w 125986"/>
                <a:gd name="connsiteY19" fmla="*/ 8402 h 361689"/>
                <a:gd name="connsiteX20" fmla="*/ 125986 w 125986"/>
                <a:gd name="connsiteY20" fmla="*/ 353425 h 361689"/>
                <a:gd name="connsiteX21" fmla="*/ 117845 w 125986"/>
                <a:gd name="connsiteY21" fmla="*/ 361689 h 36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5986" h="361689">
                  <a:moveTo>
                    <a:pt x="117845" y="361689"/>
                  </a:moveTo>
                  <a:lnTo>
                    <a:pt x="8346" y="361689"/>
                  </a:lnTo>
                  <a:cubicBezTo>
                    <a:pt x="3850" y="361765"/>
                    <a:pt x="145" y="358127"/>
                    <a:pt x="70" y="353564"/>
                  </a:cubicBezTo>
                  <a:cubicBezTo>
                    <a:pt x="69" y="353517"/>
                    <a:pt x="69" y="353471"/>
                    <a:pt x="69" y="353425"/>
                  </a:cubicBezTo>
                  <a:lnTo>
                    <a:pt x="69" y="248609"/>
                  </a:lnTo>
                  <a:cubicBezTo>
                    <a:pt x="-515" y="244007"/>
                    <a:pt x="2686" y="239796"/>
                    <a:pt x="7220" y="239203"/>
                  </a:cubicBezTo>
                  <a:cubicBezTo>
                    <a:pt x="11754" y="238610"/>
                    <a:pt x="15903" y="241860"/>
                    <a:pt x="16487" y="246462"/>
                  </a:cubicBezTo>
                  <a:cubicBezTo>
                    <a:pt x="16577" y="247175"/>
                    <a:pt x="16577" y="247897"/>
                    <a:pt x="16487" y="248609"/>
                  </a:cubicBezTo>
                  <a:lnTo>
                    <a:pt x="16487" y="345023"/>
                  </a:lnTo>
                  <a:lnTo>
                    <a:pt x="109568" y="345023"/>
                  </a:lnTo>
                  <a:lnTo>
                    <a:pt x="109568" y="16804"/>
                  </a:lnTo>
                  <a:lnTo>
                    <a:pt x="16487" y="16804"/>
                  </a:lnTo>
                  <a:lnTo>
                    <a:pt x="16487" y="87323"/>
                  </a:lnTo>
                  <a:cubicBezTo>
                    <a:pt x="15903" y="91925"/>
                    <a:pt x="11754" y="95175"/>
                    <a:pt x="7220" y="94583"/>
                  </a:cubicBezTo>
                  <a:cubicBezTo>
                    <a:pt x="3488" y="94094"/>
                    <a:pt x="550" y="91112"/>
                    <a:pt x="69" y="87323"/>
                  </a:cubicBezTo>
                  <a:lnTo>
                    <a:pt x="69" y="8402"/>
                  </a:lnTo>
                  <a:cubicBezTo>
                    <a:pt x="69" y="3762"/>
                    <a:pt x="3774" y="0"/>
                    <a:pt x="8346" y="0"/>
                  </a:cubicBezTo>
                  <a:lnTo>
                    <a:pt x="117845" y="0"/>
                  </a:lnTo>
                  <a:cubicBezTo>
                    <a:pt x="122341" y="-1"/>
                    <a:pt x="125986" y="3699"/>
                    <a:pt x="125987" y="8263"/>
                  </a:cubicBezTo>
                  <a:cubicBezTo>
                    <a:pt x="125987" y="8309"/>
                    <a:pt x="125987" y="8355"/>
                    <a:pt x="125986" y="8402"/>
                  </a:cubicBezTo>
                  <a:lnTo>
                    <a:pt x="125986" y="353425"/>
                  </a:lnTo>
                  <a:cubicBezTo>
                    <a:pt x="125986" y="357989"/>
                    <a:pt x="122341" y="361689"/>
                    <a:pt x="117845" y="361689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C169006C-B1C3-604B-92F7-57B9B1DB1014}"/>
                </a:ext>
              </a:extLst>
            </p:cNvPr>
            <p:cNvSpPr/>
            <p:nvPr/>
          </p:nvSpPr>
          <p:spPr>
            <a:xfrm>
              <a:off x="5845843" y="2515953"/>
              <a:ext cx="16418" cy="40798"/>
            </a:xfrm>
            <a:custGeom>
              <a:avLst/>
              <a:gdLst>
                <a:gd name="connsiteX0" fmla="*/ 8277 w 16418"/>
                <a:gd name="connsiteY0" fmla="*/ 40798 h 40798"/>
                <a:gd name="connsiteX1" fmla="*/ 0 w 16418"/>
                <a:gd name="connsiteY1" fmla="*/ 32397 h 40798"/>
                <a:gd name="connsiteX2" fmla="*/ 0 w 16418"/>
                <a:gd name="connsiteY2" fmla="*/ 7329 h 40798"/>
                <a:gd name="connsiteX3" fmla="*/ 9267 w 16418"/>
                <a:gd name="connsiteY3" fmla="*/ 70 h 40798"/>
                <a:gd name="connsiteX4" fmla="*/ 16418 w 16418"/>
                <a:gd name="connsiteY4" fmla="*/ 7329 h 40798"/>
                <a:gd name="connsiteX5" fmla="*/ 16418 w 16418"/>
                <a:gd name="connsiteY5" fmla="*/ 32397 h 40798"/>
                <a:gd name="connsiteX6" fmla="*/ 8277 w 16418"/>
                <a:gd name="connsiteY6" fmla="*/ 40798 h 40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18" h="40798">
                  <a:moveTo>
                    <a:pt x="8277" y="40798"/>
                  </a:moveTo>
                  <a:cubicBezTo>
                    <a:pt x="3706" y="40798"/>
                    <a:pt x="0" y="37037"/>
                    <a:pt x="0" y="32397"/>
                  </a:cubicBezTo>
                  <a:lnTo>
                    <a:pt x="0" y="7329"/>
                  </a:lnTo>
                  <a:cubicBezTo>
                    <a:pt x="584" y="2727"/>
                    <a:pt x="4733" y="-523"/>
                    <a:pt x="9267" y="70"/>
                  </a:cubicBezTo>
                  <a:cubicBezTo>
                    <a:pt x="12999" y="558"/>
                    <a:pt x="15937" y="3540"/>
                    <a:pt x="16418" y="7329"/>
                  </a:cubicBezTo>
                  <a:lnTo>
                    <a:pt x="16418" y="32397"/>
                  </a:lnTo>
                  <a:cubicBezTo>
                    <a:pt x="16419" y="36984"/>
                    <a:pt x="12795" y="40723"/>
                    <a:pt x="8277" y="40798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9962205-FB0B-1349-A8D2-50A7E9619D8E}"/>
                </a:ext>
              </a:extLst>
            </p:cNvPr>
            <p:cNvSpPr/>
            <p:nvPr/>
          </p:nvSpPr>
          <p:spPr>
            <a:xfrm>
              <a:off x="5845775" y="2439706"/>
              <a:ext cx="16554" cy="54928"/>
            </a:xfrm>
            <a:custGeom>
              <a:avLst/>
              <a:gdLst>
                <a:gd name="connsiteX0" fmla="*/ 8346 w 16554"/>
                <a:gd name="connsiteY0" fmla="*/ 54928 h 54928"/>
                <a:gd name="connsiteX1" fmla="*/ 69 w 16554"/>
                <a:gd name="connsiteY1" fmla="*/ 46527 h 54928"/>
                <a:gd name="connsiteX2" fmla="*/ 69 w 16554"/>
                <a:gd name="connsiteY2" fmla="*/ 9476 h 54928"/>
                <a:gd name="connsiteX3" fmla="*/ 7220 w 16554"/>
                <a:gd name="connsiteY3" fmla="*/ 70 h 54928"/>
                <a:gd name="connsiteX4" fmla="*/ 16487 w 16554"/>
                <a:gd name="connsiteY4" fmla="*/ 7329 h 54928"/>
                <a:gd name="connsiteX5" fmla="*/ 16487 w 16554"/>
                <a:gd name="connsiteY5" fmla="*/ 9476 h 54928"/>
                <a:gd name="connsiteX6" fmla="*/ 16487 w 16554"/>
                <a:gd name="connsiteY6" fmla="*/ 46527 h 54928"/>
                <a:gd name="connsiteX7" fmla="*/ 8346 w 16554"/>
                <a:gd name="connsiteY7" fmla="*/ 54928 h 5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54928">
                  <a:moveTo>
                    <a:pt x="8346" y="54928"/>
                  </a:moveTo>
                  <a:cubicBezTo>
                    <a:pt x="3774" y="54928"/>
                    <a:pt x="69" y="51167"/>
                    <a:pt x="69" y="46527"/>
                  </a:cubicBezTo>
                  <a:lnTo>
                    <a:pt x="69" y="9476"/>
                  </a:lnTo>
                  <a:cubicBezTo>
                    <a:pt x="-515" y="4874"/>
                    <a:pt x="2686" y="663"/>
                    <a:pt x="7220" y="70"/>
                  </a:cubicBezTo>
                  <a:cubicBezTo>
                    <a:pt x="11754" y="-523"/>
                    <a:pt x="15903" y="2727"/>
                    <a:pt x="16487" y="7329"/>
                  </a:cubicBezTo>
                  <a:cubicBezTo>
                    <a:pt x="16577" y="8042"/>
                    <a:pt x="16577" y="8763"/>
                    <a:pt x="16487" y="9476"/>
                  </a:cubicBezTo>
                  <a:lnTo>
                    <a:pt x="16487" y="46527"/>
                  </a:lnTo>
                  <a:cubicBezTo>
                    <a:pt x="16487" y="51113"/>
                    <a:pt x="12864" y="54853"/>
                    <a:pt x="8346" y="54928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45304BED-AE05-5748-BE2B-15E9BF712B08}"/>
                </a:ext>
              </a:extLst>
            </p:cNvPr>
            <p:cNvSpPr/>
            <p:nvPr/>
          </p:nvSpPr>
          <p:spPr>
            <a:xfrm>
              <a:off x="5845775" y="2377588"/>
              <a:ext cx="16554" cy="42945"/>
            </a:xfrm>
            <a:custGeom>
              <a:avLst/>
              <a:gdLst>
                <a:gd name="connsiteX0" fmla="*/ 8346 w 16554"/>
                <a:gd name="connsiteY0" fmla="*/ 42945 h 42945"/>
                <a:gd name="connsiteX1" fmla="*/ 69 w 16554"/>
                <a:gd name="connsiteY1" fmla="*/ 34544 h 42945"/>
                <a:gd name="connsiteX2" fmla="*/ 69 w 16554"/>
                <a:gd name="connsiteY2" fmla="*/ 9476 h 42945"/>
                <a:gd name="connsiteX3" fmla="*/ 7220 w 16554"/>
                <a:gd name="connsiteY3" fmla="*/ 70 h 42945"/>
                <a:gd name="connsiteX4" fmla="*/ 16487 w 16554"/>
                <a:gd name="connsiteY4" fmla="*/ 7329 h 42945"/>
                <a:gd name="connsiteX5" fmla="*/ 16487 w 16554"/>
                <a:gd name="connsiteY5" fmla="*/ 9476 h 42945"/>
                <a:gd name="connsiteX6" fmla="*/ 16487 w 16554"/>
                <a:gd name="connsiteY6" fmla="*/ 34406 h 42945"/>
                <a:gd name="connsiteX7" fmla="*/ 8622 w 16554"/>
                <a:gd name="connsiteY7" fmla="*/ 42941 h 42945"/>
                <a:gd name="connsiteX8" fmla="*/ 8346 w 16554"/>
                <a:gd name="connsiteY8" fmla="*/ 42946 h 42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2945">
                  <a:moveTo>
                    <a:pt x="8346" y="42945"/>
                  </a:moveTo>
                  <a:cubicBezTo>
                    <a:pt x="3774" y="42945"/>
                    <a:pt x="69" y="39184"/>
                    <a:pt x="69" y="34544"/>
                  </a:cubicBezTo>
                  <a:lnTo>
                    <a:pt x="69" y="9476"/>
                  </a:lnTo>
                  <a:cubicBezTo>
                    <a:pt x="-515" y="4874"/>
                    <a:pt x="2686" y="663"/>
                    <a:pt x="7220" y="70"/>
                  </a:cubicBezTo>
                  <a:cubicBezTo>
                    <a:pt x="11754" y="-523"/>
                    <a:pt x="15903" y="2727"/>
                    <a:pt x="16487" y="7329"/>
                  </a:cubicBezTo>
                  <a:cubicBezTo>
                    <a:pt x="16577" y="8042"/>
                    <a:pt x="16577" y="8763"/>
                    <a:pt x="16487" y="9476"/>
                  </a:cubicBezTo>
                  <a:lnTo>
                    <a:pt x="16487" y="34406"/>
                  </a:lnTo>
                  <a:cubicBezTo>
                    <a:pt x="16637" y="38968"/>
                    <a:pt x="13115" y="42789"/>
                    <a:pt x="8622" y="42941"/>
                  </a:cubicBezTo>
                  <a:cubicBezTo>
                    <a:pt x="8530" y="42944"/>
                    <a:pt x="8438" y="42946"/>
                    <a:pt x="8346" y="4294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8B92C50-CACD-314C-BE8D-CE363DCE0B39}"/>
                </a:ext>
              </a:extLst>
            </p:cNvPr>
            <p:cNvSpPr/>
            <p:nvPr/>
          </p:nvSpPr>
          <p:spPr>
            <a:xfrm>
              <a:off x="5870674" y="2331695"/>
              <a:ext cx="76255" cy="77406"/>
            </a:xfrm>
            <a:custGeom>
              <a:avLst/>
              <a:gdLst>
                <a:gd name="connsiteX0" fmla="*/ 38128 w 76255"/>
                <a:gd name="connsiteY0" fmla="*/ 77406 h 77406"/>
                <a:gd name="connsiteX1" fmla="*/ 0 w 76255"/>
                <a:gd name="connsiteY1" fmla="*/ 38703 h 77406"/>
                <a:gd name="connsiteX2" fmla="*/ 38128 w 76255"/>
                <a:gd name="connsiteY2" fmla="*/ 0 h 77406"/>
                <a:gd name="connsiteX3" fmla="*/ 76256 w 76255"/>
                <a:gd name="connsiteY3" fmla="*/ 38703 h 77406"/>
                <a:gd name="connsiteX4" fmla="*/ 38128 w 76255"/>
                <a:gd name="connsiteY4" fmla="*/ 77406 h 77406"/>
                <a:gd name="connsiteX5" fmla="*/ 38128 w 76255"/>
                <a:gd name="connsiteY5" fmla="*/ 16666 h 77406"/>
                <a:gd name="connsiteX6" fmla="*/ 16418 w 76255"/>
                <a:gd name="connsiteY6" fmla="*/ 38703 h 77406"/>
                <a:gd name="connsiteX7" fmla="*/ 38128 w 76255"/>
                <a:gd name="connsiteY7" fmla="*/ 60741 h 77406"/>
                <a:gd name="connsiteX8" fmla="*/ 59838 w 76255"/>
                <a:gd name="connsiteY8" fmla="*/ 38703 h 77406"/>
                <a:gd name="connsiteX9" fmla="*/ 38128 w 76255"/>
                <a:gd name="connsiteY9" fmla="*/ 16666 h 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255" h="77406">
                  <a:moveTo>
                    <a:pt x="38128" y="77406"/>
                  </a:moveTo>
                  <a:cubicBezTo>
                    <a:pt x="17070" y="77406"/>
                    <a:pt x="0" y="60078"/>
                    <a:pt x="0" y="38703"/>
                  </a:cubicBezTo>
                  <a:cubicBezTo>
                    <a:pt x="0" y="17328"/>
                    <a:pt x="17070" y="0"/>
                    <a:pt x="38128" y="0"/>
                  </a:cubicBezTo>
                  <a:cubicBezTo>
                    <a:pt x="59185" y="0"/>
                    <a:pt x="76256" y="17328"/>
                    <a:pt x="76256" y="38703"/>
                  </a:cubicBezTo>
                  <a:cubicBezTo>
                    <a:pt x="76256" y="60078"/>
                    <a:pt x="59185" y="77406"/>
                    <a:pt x="38128" y="77406"/>
                  </a:cubicBezTo>
                  <a:close/>
                  <a:moveTo>
                    <a:pt x="38128" y="16666"/>
                  </a:moveTo>
                  <a:cubicBezTo>
                    <a:pt x="26138" y="16666"/>
                    <a:pt x="16418" y="26532"/>
                    <a:pt x="16418" y="38703"/>
                  </a:cubicBezTo>
                  <a:cubicBezTo>
                    <a:pt x="16418" y="50874"/>
                    <a:pt x="26138" y="60741"/>
                    <a:pt x="38128" y="60741"/>
                  </a:cubicBezTo>
                  <a:cubicBezTo>
                    <a:pt x="50118" y="60741"/>
                    <a:pt x="59838" y="50874"/>
                    <a:pt x="59838" y="38703"/>
                  </a:cubicBezTo>
                  <a:cubicBezTo>
                    <a:pt x="59838" y="26532"/>
                    <a:pt x="50118" y="16666"/>
                    <a:pt x="38128" y="1666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C1AA4ADB-3101-7445-A179-EBC9EF0D36A2}"/>
                </a:ext>
              </a:extLst>
            </p:cNvPr>
            <p:cNvSpPr/>
            <p:nvPr/>
          </p:nvSpPr>
          <p:spPr>
            <a:xfrm>
              <a:off x="5871080" y="2428659"/>
              <a:ext cx="75578" cy="16803"/>
            </a:xfrm>
            <a:custGeom>
              <a:avLst/>
              <a:gdLst>
                <a:gd name="connsiteX0" fmla="*/ 67302 w 75578"/>
                <a:gd name="connsiteY0" fmla="*/ 16804 h 16803"/>
                <a:gd name="connsiteX1" fmla="*/ 8142 w 75578"/>
                <a:gd name="connsiteY1" fmla="*/ 16804 h 16803"/>
                <a:gd name="connsiteX2" fmla="*/ 0 w 75578"/>
                <a:gd name="connsiteY2" fmla="*/ 8541 h 16803"/>
                <a:gd name="connsiteX3" fmla="*/ 1 w 75578"/>
                <a:gd name="connsiteY3" fmla="*/ 8402 h 16803"/>
                <a:gd name="connsiteX4" fmla="*/ 8142 w 75578"/>
                <a:gd name="connsiteY4" fmla="*/ 0 h 16803"/>
                <a:gd name="connsiteX5" fmla="*/ 67302 w 75578"/>
                <a:gd name="connsiteY5" fmla="*/ 0 h 16803"/>
                <a:gd name="connsiteX6" fmla="*/ 75579 w 75578"/>
                <a:gd name="connsiteY6" fmla="*/ 8402 h 16803"/>
                <a:gd name="connsiteX7" fmla="*/ 67302 w 75578"/>
                <a:gd name="connsiteY7" fmla="*/ 16804 h 16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78" h="16803">
                  <a:moveTo>
                    <a:pt x="67302" y="16804"/>
                  </a:moveTo>
                  <a:lnTo>
                    <a:pt x="8142" y="16804"/>
                  </a:lnTo>
                  <a:cubicBezTo>
                    <a:pt x="3646" y="16804"/>
                    <a:pt x="1" y="13105"/>
                    <a:pt x="0" y="8541"/>
                  </a:cubicBezTo>
                  <a:cubicBezTo>
                    <a:pt x="0" y="8494"/>
                    <a:pt x="0" y="8448"/>
                    <a:pt x="1" y="8402"/>
                  </a:cubicBezTo>
                  <a:cubicBezTo>
                    <a:pt x="1" y="3815"/>
                    <a:pt x="3624" y="75"/>
                    <a:pt x="8142" y="0"/>
                  </a:cubicBezTo>
                  <a:lnTo>
                    <a:pt x="67302" y="0"/>
                  </a:lnTo>
                  <a:cubicBezTo>
                    <a:pt x="71873" y="0"/>
                    <a:pt x="75579" y="3762"/>
                    <a:pt x="75579" y="8402"/>
                  </a:cubicBezTo>
                  <a:cubicBezTo>
                    <a:pt x="75579" y="13042"/>
                    <a:pt x="71873" y="16804"/>
                    <a:pt x="67302" y="16804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5E028D64-098E-ED4B-8781-C4237EAD270E}"/>
                </a:ext>
              </a:extLst>
            </p:cNvPr>
            <p:cNvSpPr/>
            <p:nvPr/>
          </p:nvSpPr>
          <p:spPr>
            <a:xfrm>
              <a:off x="5872002" y="2458891"/>
              <a:ext cx="75714" cy="16804"/>
            </a:xfrm>
            <a:custGeom>
              <a:avLst/>
              <a:gdLst>
                <a:gd name="connsiteX0" fmla="*/ 66380 w 75714"/>
                <a:gd name="connsiteY0" fmla="*/ 16736 h 16804"/>
                <a:gd name="connsiteX1" fmla="*/ 7220 w 75714"/>
                <a:gd name="connsiteY1" fmla="*/ 16736 h 16804"/>
                <a:gd name="connsiteX2" fmla="*/ 69 w 75714"/>
                <a:gd name="connsiteY2" fmla="*/ 7329 h 16804"/>
                <a:gd name="connsiteX3" fmla="*/ 7220 w 75714"/>
                <a:gd name="connsiteY3" fmla="*/ 70 h 16804"/>
                <a:gd name="connsiteX4" fmla="*/ 66380 w 75714"/>
                <a:gd name="connsiteY4" fmla="*/ 70 h 16804"/>
                <a:gd name="connsiteX5" fmla="*/ 75646 w 75714"/>
                <a:gd name="connsiteY5" fmla="*/ 7329 h 16804"/>
                <a:gd name="connsiteX6" fmla="*/ 68495 w 75714"/>
                <a:gd name="connsiteY6" fmla="*/ 16736 h 16804"/>
                <a:gd name="connsiteX7" fmla="*/ 66380 w 75714"/>
                <a:gd name="connsiteY7" fmla="*/ 16736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4" h="16804">
                  <a:moveTo>
                    <a:pt x="66380" y="16736"/>
                  </a:moveTo>
                  <a:lnTo>
                    <a:pt x="7220" y="16736"/>
                  </a:lnTo>
                  <a:cubicBezTo>
                    <a:pt x="2686" y="16143"/>
                    <a:pt x="-515" y="11931"/>
                    <a:pt x="69" y="7329"/>
                  </a:cubicBezTo>
                  <a:cubicBezTo>
                    <a:pt x="550" y="3540"/>
                    <a:pt x="3488" y="558"/>
                    <a:pt x="7220" y="70"/>
                  </a:cubicBezTo>
                  <a:lnTo>
                    <a:pt x="66380" y="70"/>
                  </a:lnTo>
                  <a:cubicBezTo>
                    <a:pt x="70913" y="-523"/>
                    <a:pt x="75062" y="2727"/>
                    <a:pt x="75646" y="7329"/>
                  </a:cubicBezTo>
                  <a:cubicBezTo>
                    <a:pt x="76230" y="11931"/>
                    <a:pt x="73028" y="16143"/>
                    <a:pt x="68495" y="16736"/>
                  </a:cubicBezTo>
                  <a:cubicBezTo>
                    <a:pt x="67793" y="16827"/>
                    <a:pt x="67082" y="16827"/>
                    <a:pt x="66380" y="1673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51FA42E-80C2-AD49-A725-F5D085A6AF17}"/>
                </a:ext>
              </a:extLst>
            </p:cNvPr>
            <p:cNvSpPr/>
            <p:nvPr/>
          </p:nvSpPr>
          <p:spPr>
            <a:xfrm>
              <a:off x="5872002" y="2489606"/>
              <a:ext cx="75714" cy="16804"/>
            </a:xfrm>
            <a:custGeom>
              <a:avLst/>
              <a:gdLst>
                <a:gd name="connsiteX0" fmla="*/ 66380 w 75714"/>
                <a:gd name="connsiteY0" fmla="*/ 16736 h 16804"/>
                <a:gd name="connsiteX1" fmla="*/ 7220 w 75714"/>
                <a:gd name="connsiteY1" fmla="*/ 16736 h 16804"/>
                <a:gd name="connsiteX2" fmla="*/ 69 w 75714"/>
                <a:gd name="connsiteY2" fmla="*/ 7329 h 16804"/>
                <a:gd name="connsiteX3" fmla="*/ 7220 w 75714"/>
                <a:gd name="connsiteY3" fmla="*/ 70 h 16804"/>
                <a:gd name="connsiteX4" fmla="*/ 66380 w 75714"/>
                <a:gd name="connsiteY4" fmla="*/ 70 h 16804"/>
                <a:gd name="connsiteX5" fmla="*/ 75646 w 75714"/>
                <a:gd name="connsiteY5" fmla="*/ 7329 h 16804"/>
                <a:gd name="connsiteX6" fmla="*/ 68495 w 75714"/>
                <a:gd name="connsiteY6" fmla="*/ 16736 h 16804"/>
                <a:gd name="connsiteX7" fmla="*/ 66380 w 75714"/>
                <a:gd name="connsiteY7" fmla="*/ 16736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4" h="16804">
                  <a:moveTo>
                    <a:pt x="66380" y="16736"/>
                  </a:moveTo>
                  <a:lnTo>
                    <a:pt x="7220" y="16736"/>
                  </a:lnTo>
                  <a:cubicBezTo>
                    <a:pt x="2686" y="16143"/>
                    <a:pt x="-515" y="11931"/>
                    <a:pt x="69" y="7329"/>
                  </a:cubicBezTo>
                  <a:cubicBezTo>
                    <a:pt x="550" y="3540"/>
                    <a:pt x="3488" y="558"/>
                    <a:pt x="7220" y="70"/>
                  </a:cubicBezTo>
                  <a:lnTo>
                    <a:pt x="66380" y="70"/>
                  </a:lnTo>
                  <a:cubicBezTo>
                    <a:pt x="70913" y="-523"/>
                    <a:pt x="75062" y="2727"/>
                    <a:pt x="75646" y="7329"/>
                  </a:cubicBezTo>
                  <a:cubicBezTo>
                    <a:pt x="76230" y="11931"/>
                    <a:pt x="73028" y="16143"/>
                    <a:pt x="68495" y="16736"/>
                  </a:cubicBezTo>
                  <a:cubicBezTo>
                    <a:pt x="67793" y="16827"/>
                    <a:pt x="67082" y="16827"/>
                    <a:pt x="66380" y="1673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1C8BCE3-3A6F-E744-8319-7FA039EE761D}"/>
                </a:ext>
              </a:extLst>
            </p:cNvPr>
            <p:cNvSpPr/>
            <p:nvPr/>
          </p:nvSpPr>
          <p:spPr>
            <a:xfrm>
              <a:off x="5872002" y="2520045"/>
              <a:ext cx="75714" cy="16804"/>
            </a:xfrm>
            <a:custGeom>
              <a:avLst/>
              <a:gdLst>
                <a:gd name="connsiteX0" fmla="*/ 66380 w 75714"/>
                <a:gd name="connsiteY0" fmla="*/ 16736 h 16804"/>
                <a:gd name="connsiteX1" fmla="*/ 7220 w 75714"/>
                <a:gd name="connsiteY1" fmla="*/ 16736 h 16804"/>
                <a:gd name="connsiteX2" fmla="*/ 69 w 75714"/>
                <a:gd name="connsiteY2" fmla="*/ 7329 h 16804"/>
                <a:gd name="connsiteX3" fmla="*/ 7220 w 75714"/>
                <a:gd name="connsiteY3" fmla="*/ 70 h 16804"/>
                <a:gd name="connsiteX4" fmla="*/ 66380 w 75714"/>
                <a:gd name="connsiteY4" fmla="*/ 70 h 16804"/>
                <a:gd name="connsiteX5" fmla="*/ 75646 w 75714"/>
                <a:gd name="connsiteY5" fmla="*/ 7329 h 16804"/>
                <a:gd name="connsiteX6" fmla="*/ 68495 w 75714"/>
                <a:gd name="connsiteY6" fmla="*/ 16736 h 16804"/>
                <a:gd name="connsiteX7" fmla="*/ 66380 w 75714"/>
                <a:gd name="connsiteY7" fmla="*/ 16736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4" h="16804">
                  <a:moveTo>
                    <a:pt x="66380" y="16736"/>
                  </a:moveTo>
                  <a:lnTo>
                    <a:pt x="7220" y="16736"/>
                  </a:lnTo>
                  <a:cubicBezTo>
                    <a:pt x="2686" y="16143"/>
                    <a:pt x="-515" y="11931"/>
                    <a:pt x="69" y="7329"/>
                  </a:cubicBezTo>
                  <a:cubicBezTo>
                    <a:pt x="550" y="3540"/>
                    <a:pt x="3488" y="558"/>
                    <a:pt x="7220" y="70"/>
                  </a:cubicBezTo>
                  <a:lnTo>
                    <a:pt x="66380" y="70"/>
                  </a:lnTo>
                  <a:cubicBezTo>
                    <a:pt x="70913" y="-523"/>
                    <a:pt x="75062" y="2727"/>
                    <a:pt x="75646" y="7329"/>
                  </a:cubicBezTo>
                  <a:cubicBezTo>
                    <a:pt x="76230" y="11931"/>
                    <a:pt x="73028" y="16143"/>
                    <a:pt x="68495" y="16736"/>
                  </a:cubicBezTo>
                  <a:cubicBezTo>
                    <a:pt x="67793" y="16827"/>
                    <a:pt x="67082" y="16827"/>
                    <a:pt x="66380" y="1673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FF997AA-8B77-D94F-934D-F0272DBD4BFA}"/>
                </a:ext>
              </a:extLst>
            </p:cNvPr>
            <p:cNvSpPr/>
            <p:nvPr/>
          </p:nvSpPr>
          <p:spPr>
            <a:xfrm>
              <a:off x="5845843" y="2593802"/>
              <a:ext cx="125918" cy="16803"/>
            </a:xfrm>
            <a:custGeom>
              <a:avLst/>
              <a:gdLst>
                <a:gd name="connsiteX0" fmla="*/ 117776 w 125918"/>
                <a:gd name="connsiteY0" fmla="*/ 16804 h 16803"/>
                <a:gd name="connsiteX1" fmla="*/ 8277 w 125918"/>
                <a:gd name="connsiteY1" fmla="*/ 16804 h 16803"/>
                <a:gd name="connsiteX2" fmla="*/ 0 w 125918"/>
                <a:gd name="connsiteY2" fmla="*/ 8402 h 16803"/>
                <a:gd name="connsiteX3" fmla="*/ 8277 w 125918"/>
                <a:gd name="connsiteY3" fmla="*/ 0 h 16803"/>
                <a:gd name="connsiteX4" fmla="*/ 117776 w 125918"/>
                <a:gd name="connsiteY4" fmla="*/ 0 h 16803"/>
                <a:gd name="connsiteX5" fmla="*/ 125917 w 125918"/>
                <a:gd name="connsiteY5" fmla="*/ 8402 h 16803"/>
                <a:gd name="connsiteX6" fmla="*/ 117913 w 125918"/>
                <a:gd name="connsiteY6" fmla="*/ 16802 h 16803"/>
                <a:gd name="connsiteX7" fmla="*/ 117776 w 125918"/>
                <a:gd name="connsiteY7" fmla="*/ 16804 h 16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918" h="16803">
                  <a:moveTo>
                    <a:pt x="117776" y="16804"/>
                  </a:moveTo>
                  <a:lnTo>
                    <a:pt x="8277" y="16804"/>
                  </a:lnTo>
                  <a:cubicBezTo>
                    <a:pt x="3706" y="16804"/>
                    <a:pt x="0" y="13042"/>
                    <a:pt x="0" y="8402"/>
                  </a:cubicBezTo>
                  <a:cubicBezTo>
                    <a:pt x="0" y="3762"/>
                    <a:pt x="3706" y="0"/>
                    <a:pt x="8277" y="0"/>
                  </a:cubicBezTo>
                  <a:lnTo>
                    <a:pt x="117776" y="0"/>
                  </a:lnTo>
                  <a:cubicBezTo>
                    <a:pt x="122294" y="75"/>
                    <a:pt x="125918" y="3815"/>
                    <a:pt x="125917" y="8402"/>
                  </a:cubicBezTo>
                  <a:cubicBezTo>
                    <a:pt x="125992" y="12965"/>
                    <a:pt x="122408" y="16726"/>
                    <a:pt x="117913" y="16802"/>
                  </a:cubicBezTo>
                  <a:cubicBezTo>
                    <a:pt x="117867" y="16803"/>
                    <a:pt x="117821" y="16804"/>
                    <a:pt x="117776" y="16804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E54DE74B-DB98-B14B-A672-C2E1A1B9BE6A}"/>
                </a:ext>
              </a:extLst>
            </p:cNvPr>
            <p:cNvSpPr/>
            <p:nvPr/>
          </p:nvSpPr>
          <p:spPr>
            <a:xfrm>
              <a:off x="5987636" y="2300429"/>
              <a:ext cx="125918" cy="361000"/>
            </a:xfrm>
            <a:custGeom>
              <a:avLst/>
              <a:gdLst>
                <a:gd name="connsiteX0" fmla="*/ 117776 w 125918"/>
                <a:gd name="connsiteY0" fmla="*/ 361000 h 361000"/>
                <a:gd name="connsiteX1" fmla="*/ 8277 w 125918"/>
                <a:gd name="connsiteY1" fmla="*/ 361000 h 361000"/>
                <a:gd name="connsiteX2" fmla="*/ 0 w 125918"/>
                <a:gd name="connsiteY2" fmla="*/ 352736 h 361000"/>
                <a:gd name="connsiteX3" fmla="*/ 0 w 125918"/>
                <a:gd name="connsiteY3" fmla="*/ 8402 h 361000"/>
                <a:gd name="connsiteX4" fmla="*/ 8277 w 125918"/>
                <a:gd name="connsiteY4" fmla="*/ 0 h 361000"/>
                <a:gd name="connsiteX5" fmla="*/ 117776 w 125918"/>
                <a:gd name="connsiteY5" fmla="*/ 0 h 361000"/>
                <a:gd name="connsiteX6" fmla="*/ 125918 w 125918"/>
                <a:gd name="connsiteY6" fmla="*/ 8263 h 361000"/>
                <a:gd name="connsiteX7" fmla="*/ 125917 w 125918"/>
                <a:gd name="connsiteY7" fmla="*/ 8402 h 361000"/>
                <a:gd name="connsiteX8" fmla="*/ 125917 w 125918"/>
                <a:gd name="connsiteY8" fmla="*/ 352736 h 361000"/>
                <a:gd name="connsiteX9" fmla="*/ 117776 w 125918"/>
                <a:gd name="connsiteY9" fmla="*/ 361000 h 361000"/>
                <a:gd name="connsiteX10" fmla="*/ 16554 w 125918"/>
                <a:gd name="connsiteY10" fmla="*/ 344334 h 361000"/>
                <a:gd name="connsiteX11" fmla="*/ 109499 w 125918"/>
                <a:gd name="connsiteY11" fmla="*/ 344334 h 361000"/>
                <a:gd name="connsiteX12" fmla="*/ 109499 w 125918"/>
                <a:gd name="connsiteY12" fmla="*/ 16115 h 361000"/>
                <a:gd name="connsiteX13" fmla="*/ 16554 w 125918"/>
                <a:gd name="connsiteY13" fmla="*/ 16115 h 36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5918" h="361000">
                  <a:moveTo>
                    <a:pt x="117776" y="361000"/>
                  </a:moveTo>
                  <a:lnTo>
                    <a:pt x="8277" y="361000"/>
                  </a:lnTo>
                  <a:cubicBezTo>
                    <a:pt x="3758" y="361001"/>
                    <a:pt x="74" y="357322"/>
                    <a:pt x="0" y="352736"/>
                  </a:cubicBezTo>
                  <a:lnTo>
                    <a:pt x="0" y="8402"/>
                  </a:lnTo>
                  <a:cubicBezTo>
                    <a:pt x="0" y="3762"/>
                    <a:pt x="3706" y="0"/>
                    <a:pt x="8277" y="0"/>
                  </a:cubicBezTo>
                  <a:lnTo>
                    <a:pt x="117776" y="0"/>
                  </a:lnTo>
                  <a:cubicBezTo>
                    <a:pt x="122272" y="-1"/>
                    <a:pt x="125918" y="3699"/>
                    <a:pt x="125918" y="8263"/>
                  </a:cubicBezTo>
                  <a:cubicBezTo>
                    <a:pt x="125918" y="8309"/>
                    <a:pt x="125918" y="8355"/>
                    <a:pt x="125917" y="8402"/>
                  </a:cubicBezTo>
                  <a:lnTo>
                    <a:pt x="125917" y="352736"/>
                  </a:lnTo>
                  <a:cubicBezTo>
                    <a:pt x="125917" y="357300"/>
                    <a:pt x="122272" y="361000"/>
                    <a:pt x="117776" y="361000"/>
                  </a:cubicBezTo>
                  <a:close/>
                  <a:moveTo>
                    <a:pt x="16554" y="344334"/>
                  </a:moveTo>
                  <a:lnTo>
                    <a:pt x="109499" y="344334"/>
                  </a:lnTo>
                  <a:lnTo>
                    <a:pt x="109499" y="16115"/>
                  </a:lnTo>
                  <a:lnTo>
                    <a:pt x="16554" y="16115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E2589D5-63A9-DE4A-A0E3-32603EE1EABB}"/>
                </a:ext>
              </a:extLst>
            </p:cNvPr>
            <p:cNvSpPr/>
            <p:nvPr/>
          </p:nvSpPr>
          <p:spPr>
            <a:xfrm>
              <a:off x="6013009" y="2331699"/>
              <a:ext cx="76255" cy="77406"/>
            </a:xfrm>
            <a:custGeom>
              <a:avLst/>
              <a:gdLst>
                <a:gd name="connsiteX0" fmla="*/ 37585 w 76255"/>
                <a:gd name="connsiteY0" fmla="*/ 77403 h 77406"/>
                <a:gd name="connsiteX1" fmla="*/ 4 w 76255"/>
                <a:gd name="connsiteY1" fmla="*/ 38152 h 77406"/>
                <a:gd name="connsiteX2" fmla="*/ 38671 w 76255"/>
                <a:gd name="connsiteY2" fmla="*/ 4 h 77406"/>
                <a:gd name="connsiteX3" fmla="*/ 76256 w 76255"/>
                <a:gd name="connsiteY3" fmla="*/ 38699 h 77406"/>
                <a:gd name="connsiteX4" fmla="*/ 38132 w 76255"/>
                <a:gd name="connsiteY4" fmla="*/ 77406 h 77406"/>
                <a:gd name="connsiteX5" fmla="*/ 37585 w 76255"/>
                <a:gd name="connsiteY5" fmla="*/ 77403 h 77406"/>
                <a:gd name="connsiteX6" fmla="*/ 37585 w 76255"/>
                <a:gd name="connsiteY6" fmla="*/ 16662 h 77406"/>
                <a:gd name="connsiteX7" fmla="*/ 15875 w 76255"/>
                <a:gd name="connsiteY7" fmla="*/ 38699 h 77406"/>
                <a:gd name="connsiteX8" fmla="*/ 37585 w 76255"/>
                <a:gd name="connsiteY8" fmla="*/ 60737 h 77406"/>
                <a:gd name="connsiteX9" fmla="*/ 59295 w 76255"/>
                <a:gd name="connsiteY9" fmla="*/ 38699 h 77406"/>
                <a:gd name="connsiteX10" fmla="*/ 37585 w 76255"/>
                <a:gd name="connsiteY10" fmla="*/ 16662 h 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255" h="77406">
                  <a:moveTo>
                    <a:pt x="37585" y="77403"/>
                  </a:moveTo>
                  <a:cubicBezTo>
                    <a:pt x="16530" y="77098"/>
                    <a:pt x="-296" y="59525"/>
                    <a:pt x="4" y="38152"/>
                  </a:cubicBezTo>
                  <a:cubicBezTo>
                    <a:pt x="304" y="16779"/>
                    <a:pt x="17615" y="-300"/>
                    <a:pt x="38671" y="4"/>
                  </a:cubicBezTo>
                  <a:cubicBezTo>
                    <a:pt x="59513" y="305"/>
                    <a:pt x="76254" y="17541"/>
                    <a:pt x="76256" y="38699"/>
                  </a:cubicBezTo>
                  <a:cubicBezTo>
                    <a:pt x="76258" y="60075"/>
                    <a:pt x="59189" y="77404"/>
                    <a:pt x="38132" y="77406"/>
                  </a:cubicBezTo>
                  <a:cubicBezTo>
                    <a:pt x="37950" y="77406"/>
                    <a:pt x="37767" y="77405"/>
                    <a:pt x="37585" y="77403"/>
                  </a:cubicBezTo>
                  <a:close/>
                  <a:moveTo>
                    <a:pt x="37585" y="16662"/>
                  </a:moveTo>
                  <a:cubicBezTo>
                    <a:pt x="25595" y="16662"/>
                    <a:pt x="15875" y="26528"/>
                    <a:pt x="15875" y="38699"/>
                  </a:cubicBezTo>
                  <a:cubicBezTo>
                    <a:pt x="15875" y="50870"/>
                    <a:pt x="25595" y="60737"/>
                    <a:pt x="37585" y="60737"/>
                  </a:cubicBezTo>
                  <a:cubicBezTo>
                    <a:pt x="49575" y="60737"/>
                    <a:pt x="59295" y="50870"/>
                    <a:pt x="59295" y="38699"/>
                  </a:cubicBezTo>
                  <a:cubicBezTo>
                    <a:pt x="59295" y="26528"/>
                    <a:pt x="49575" y="16662"/>
                    <a:pt x="37585" y="1666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269AA1B1-5E47-A744-BB2C-C014E639A2F6}"/>
                </a:ext>
              </a:extLst>
            </p:cNvPr>
            <p:cNvSpPr/>
            <p:nvPr/>
          </p:nvSpPr>
          <p:spPr>
            <a:xfrm>
              <a:off x="6013279" y="2428659"/>
              <a:ext cx="75578" cy="16813"/>
            </a:xfrm>
            <a:custGeom>
              <a:avLst/>
              <a:gdLst>
                <a:gd name="connsiteX0" fmla="*/ 66895 w 75578"/>
                <a:gd name="connsiteY0" fmla="*/ 16804 h 16813"/>
                <a:gd name="connsiteX1" fmla="*/ 8142 w 75578"/>
                <a:gd name="connsiteY1" fmla="*/ 16804 h 16813"/>
                <a:gd name="connsiteX2" fmla="*/ 0 w 75578"/>
                <a:gd name="connsiteY2" fmla="*/ 8541 h 16813"/>
                <a:gd name="connsiteX3" fmla="*/ 1 w 75578"/>
                <a:gd name="connsiteY3" fmla="*/ 8402 h 16813"/>
                <a:gd name="connsiteX4" fmla="*/ 8142 w 75578"/>
                <a:gd name="connsiteY4" fmla="*/ 0 h 16813"/>
                <a:gd name="connsiteX5" fmla="*/ 67302 w 75578"/>
                <a:gd name="connsiteY5" fmla="*/ 0 h 16813"/>
                <a:gd name="connsiteX6" fmla="*/ 75579 w 75578"/>
                <a:gd name="connsiteY6" fmla="*/ 8402 h 16813"/>
                <a:gd name="connsiteX7" fmla="*/ 67312 w 75578"/>
                <a:gd name="connsiteY7" fmla="*/ 16814 h 16813"/>
                <a:gd name="connsiteX8" fmla="*/ 66895 w 75578"/>
                <a:gd name="connsiteY8" fmla="*/ 16804 h 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578" h="16813">
                  <a:moveTo>
                    <a:pt x="66895" y="16804"/>
                  </a:moveTo>
                  <a:lnTo>
                    <a:pt x="8142" y="16804"/>
                  </a:lnTo>
                  <a:cubicBezTo>
                    <a:pt x="3646" y="16804"/>
                    <a:pt x="1" y="13105"/>
                    <a:pt x="0" y="8541"/>
                  </a:cubicBezTo>
                  <a:cubicBezTo>
                    <a:pt x="0" y="8494"/>
                    <a:pt x="0" y="8448"/>
                    <a:pt x="1" y="8402"/>
                  </a:cubicBezTo>
                  <a:cubicBezTo>
                    <a:pt x="1" y="3815"/>
                    <a:pt x="3624" y="75"/>
                    <a:pt x="8142" y="0"/>
                  </a:cubicBezTo>
                  <a:lnTo>
                    <a:pt x="67302" y="0"/>
                  </a:lnTo>
                  <a:cubicBezTo>
                    <a:pt x="71873" y="0"/>
                    <a:pt x="75579" y="3762"/>
                    <a:pt x="75579" y="8402"/>
                  </a:cubicBezTo>
                  <a:cubicBezTo>
                    <a:pt x="75584" y="13042"/>
                    <a:pt x="71883" y="16808"/>
                    <a:pt x="67312" y="16814"/>
                  </a:cubicBezTo>
                  <a:cubicBezTo>
                    <a:pt x="67173" y="16814"/>
                    <a:pt x="67034" y="16810"/>
                    <a:pt x="66895" y="16804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1FB93528-3139-FB40-B7E8-4CB37667B126}"/>
                </a:ext>
              </a:extLst>
            </p:cNvPr>
            <p:cNvSpPr/>
            <p:nvPr/>
          </p:nvSpPr>
          <p:spPr>
            <a:xfrm>
              <a:off x="6014201" y="2458891"/>
              <a:ext cx="75714" cy="16804"/>
            </a:xfrm>
            <a:custGeom>
              <a:avLst/>
              <a:gdLst>
                <a:gd name="connsiteX0" fmla="*/ 65972 w 75714"/>
                <a:gd name="connsiteY0" fmla="*/ 16736 h 16804"/>
                <a:gd name="connsiteX1" fmla="*/ 7220 w 75714"/>
                <a:gd name="connsiteY1" fmla="*/ 16736 h 16804"/>
                <a:gd name="connsiteX2" fmla="*/ 69 w 75714"/>
                <a:gd name="connsiteY2" fmla="*/ 7329 h 16804"/>
                <a:gd name="connsiteX3" fmla="*/ 7220 w 75714"/>
                <a:gd name="connsiteY3" fmla="*/ 70 h 16804"/>
                <a:gd name="connsiteX4" fmla="*/ 66380 w 75714"/>
                <a:gd name="connsiteY4" fmla="*/ 70 h 16804"/>
                <a:gd name="connsiteX5" fmla="*/ 75646 w 75714"/>
                <a:gd name="connsiteY5" fmla="*/ 7329 h 16804"/>
                <a:gd name="connsiteX6" fmla="*/ 68495 w 75714"/>
                <a:gd name="connsiteY6" fmla="*/ 16736 h 16804"/>
                <a:gd name="connsiteX7" fmla="*/ 66380 w 75714"/>
                <a:gd name="connsiteY7" fmla="*/ 16736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4" h="16804">
                  <a:moveTo>
                    <a:pt x="65972" y="16736"/>
                  </a:moveTo>
                  <a:lnTo>
                    <a:pt x="7220" y="16736"/>
                  </a:lnTo>
                  <a:cubicBezTo>
                    <a:pt x="2686" y="16143"/>
                    <a:pt x="-515" y="11931"/>
                    <a:pt x="69" y="7329"/>
                  </a:cubicBezTo>
                  <a:cubicBezTo>
                    <a:pt x="550" y="3540"/>
                    <a:pt x="3488" y="558"/>
                    <a:pt x="7220" y="70"/>
                  </a:cubicBezTo>
                  <a:lnTo>
                    <a:pt x="66380" y="70"/>
                  </a:lnTo>
                  <a:cubicBezTo>
                    <a:pt x="70913" y="-523"/>
                    <a:pt x="75062" y="2727"/>
                    <a:pt x="75646" y="7329"/>
                  </a:cubicBezTo>
                  <a:cubicBezTo>
                    <a:pt x="76230" y="11931"/>
                    <a:pt x="73028" y="16143"/>
                    <a:pt x="68495" y="16736"/>
                  </a:cubicBezTo>
                  <a:cubicBezTo>
                    <a:pt x="67793" y="16827"/>
                    <a:pt x="67082" y="16827"/>
                    <a:pt x="66380" y="1673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80988E2-2C6B-F046-926D-2788883CFD4C}"/>
                </a:ext>
              </a:extLst>
            </p:cNvPr>
            <p:cNvSpPr/>
            <p:nvPr/>
          </p:nvSpPr>
          <p:spPr>
            <a:xfrm>
              <a:off x="6013077" y="2489330"/>
              <a:ext cx="76839" cy="17011"/>
            </a:xfrm>
            <a:custGeom>
              <a:avLst/>
              <a:gdLst>
                <a:gd name="connsiteX0" fmla="*/ 67097 w 76839"/>
                <a:gd name="connsiteY0" fmla="*/ 17011 h 17011"/>
                <a:gd name="connsiteX1" fmla="*/ 8345 w 76839"/>
                <a:gd name="connsiteY1" fmla="*/ 17011 h 17011"/>
                <a:gd name="connsiteX2" fmla="*/ 0 w 76839"/>
                <a:gd name="connsiteY2" fmla="*/ 8540 h 17011"/>
                <a:gd name="connsiteX3" fmla="*/ 8345 w 76839"/>
                <a:gd name="connsiteY3" fmla="*/ 70 h 17011"/>
                <a:gd name="connsiteX4" fmla="*/ 67504 w 76839"/>
                <a:gd name="connsiteY4" fmla="*/ 70 h 17011"/>
                <a:gd name="connsiteX5" fmla="*/ 76771 w 76839"/>
                <a:gd name="connsiteY5" fmla="*/ 7329 h 17011"/>
                <a:gd name="connsiteX6" fmla="*/ 69619 w 76839"/>
                <a:gd name="connsiteY6" fmla="*/ 16736 h 17011"/>
                <a:gd name="connsiteX7" fmla="*/ 67504 w 76839"/>
                <a:gd name="connsiteY7" fmla="*/ 16736 h 1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839" h="17011">
                  <a:moveTo>
                    <a:pt x="67097" y="17011"/>
                  </a:moveTo>
                  <a:lnTo>
                    <a:pt x="8345" y="17011"/>
                  </a:lnTo>
                  <a:cubicBezTo>
                    <a:pt x="3736" y="17011"/>
                    <a:pt x="0" y="13219"/>
                    <a:pt x="0" y="8540"/>
                  </a:cubicBezTo>
                  <a:cubicBezTo>
                    <a:pt x="0" y="3862"/>
                    <a:pt x="3736" y="70"/>
                    <a:pt x="8345" y="70"/>
                  </a:cubicBezTo>
                  <a:lnTo>
                    <a:pt x="67504" y="70"/>
                  </a:lnTo>
                  <a:cubicBezTo>
                    <a:pt x="72038" y="-523"/>
                    <a:pt x="76187" y="2727"/>
                    <a:pt x="76771" y="7329"/>
                  </a:cubicBezTo>
                  <a:cubicBezTo>
                    <a:pt x="77355" y="11931"/>
                    <a:pt x="74153" y="16143"/>
                    <a:pt x="69619" y="16736"/>
                  </a:cubicBezTo>
                  <a:cubicBezTo>
                    <a:pt x="68917" y="16827"/>
                    <a:pt x="68206" y="16827"/>
                    <a:pt x="67504" y="1673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1EA870B2-41B8-7344-AF41-2A1A629AAEAB}"/>
                </a:ext>
              </a:extLst>
            </p:cNvPr>
            <p:cNvSpPr/>
            <p:nvPr/>
          </p:nvSpPr>
          <p:spPr>
            <a:xfrm>
              <a:off x="6014201" y="2520045"/>
              <a:ext cx="75714" cy="16804"/>
            </a:xfrm>
            <a:custGeom>
              <a:avLst/>
              <a:gdLst>
                <a:gd name="connsiteX0" fmla="*/ 65972 w 75714"/>
                <a:gd name="connsiteY0" fmla="*/ 16736 h 16804"/>
                <a:gd name="connsiteX1" fmla="*/ 7220 w 75714"/>
                <a:gd name="connsiteY1" fmla="*/ 16736 h 16804"/>
                <a:gd name="connsiteX2" fmla="*/ 69 w 75714"/>
                <a:gd name="connsiteY2" fmla="*/ 7329 h 16804"/>
                <a:gd name="connsiteX3" fmla="*/ 7220 w 75714"/>
                <a:gd name="connsiteY3" fmla="*/ 70 h 16804"/>
                <a:gd name="connsiteX4" fmla="*/ 66380 w 75714"/>
                <a:gd name="connsiteY4" fmla="*/ 70 h 16804"/>
                <a:gd name="connsiteX5" fmla="*/ 75646 w 75714"/>
                <a:gd name="connsiteY5" fmla="*/ 7329 h 16804"/>
                <a:gd name="connsiteX6" fmla="*/ 68495 w 75714"/>
                <a:gd name="connsiteY6" fmla="*/ 16736 h 16804"/>
                <a:gd name="connsiteX7" fmla="*/ 66380 w 75714"/>
                <a:gd name="connsiteY7" fmla="*/ 16736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4" h="16804">
                  <a:moveTo>
                    <a:pt x="65972" y="16736"/>
                  </a:moveTo>
                  <a:lnTo>
                    <a:pt x="7220" y="16736"/>
                  </a:lnTo>
                  <a:cubicBezTo>
                    <a:pt x="2686" y="16143"/>
                    <a:pt x="-515" y="11931"/>
                    <a:pt x="69" y="7329"/>
                  </a:cubicBezTo>
                  <a:cubicBezTo>
                    <a:pt x="550" y="3540"/>
                    <a:pt x="3488" y="558"/>
                    <a:pt x="7220" y="70"/>
                  </a:cubicBezTo>
                  <a:lnTo>
                    <a:pt x="66380" y="70"/>
                  </a:lnTo>
                  <a:cubicBezTo>
                    <a:pt x="70913" y="-523"/>
                    <a:pt x="75062" y="2727"/>
                    <a:pt x="75646" y="7329"/>
                  </a:cubicBezTo>
                  <a:cubicBezTo>
                    <a:pt x="76230" y="11931"/>
                    <a:pt x="73028" y="16143"/>
                    <a:pt x="68495" y="16736"/>
                  </a:cubicBezTo>
                  <a:cubicBezTo>
                    <a:pt x="67793" y="16827"/>
                    <a:pt x="67082" y="16827"/>
                    <a:pt x="66380" y="16736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E9C12CD-EB59-3345-8EAF-F4CF43F817CA}"/>
                </a:ext>
              </a:extLst>
            </p:cNvPr>
            <p:cNvSpPr/>
            <p:nvPr/>
          </p:nvSpPr>
          <p:spPr>
            <a:xfrm>
              <a:off x="5987636" y="2593802"/>
              <a:ext cx="125918" cy="16803"/>
            </a:xfrm>
            <a:custGeom>
              <a:avLst/>
              <a:gdLst>
                <a:gd name="connsiteX0" fmla="*/ 117776 w 125918"/>
                <a:gd name="connsiteY0" fmla="*/ 16804 h 16803"/>
                <a:gd name="connsiteX1" fmla="*/ 8277 w 125918"/>
                <a:gd name="connsiteY1" fmla="*/ 16804 h 16803"/>
                <a:gd name="connsiteX2" fmla="*/ 0 w 125918"/>
                <a:gd name="connsiteY2" fmla="*/ 8402 h 16803"/>
                <a:gd name="connsiteX3" fmla="*/ 8277 w 125918"/>
                <a:gd name="connsiteY3" fmla="*/ 0 h 16803"/>
                <a:gd name="connsiteX4" fmla="*/ 117776 w 125918"/>
                <a:gd name="connsiteY4" fmla="*/ 0 h 16803"/>
                <a:gd name="connsiteX5" fmla="*/ 125917 w 125918"/>
                <a:gd name="connsiteY5" fmla="*/ 8402 h 16803"/>
                <a:gd name="connsiteX6" fmla="*/ 117913 w 125918"/>
                <a:gd name="connsiteY6" fmla="*/ 16802 h 16803"/>
                <a:gd name="connsiteX7" fmla="*/ 117776 w 125918"/>
                <a:gd name="connsiteY7" fmla="*/ 16804 h 16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918" h="16803">
                  <a:moveTo>
                    <a:pt x="117776" y="16804"/>
                  </a:moveTo>
                  <a:lnTo>
                    <a:pt x="8277" y="16804"/>
                  </a:lnTo>
                  <a:cubicBezTo>
                    <a:pt x="3706" y="16804"/>
                    <a:pt x="0" y="13042"/>
                    <a:pt x="0" y="8402"/>
                  </a:cubicBezTo>
                  <a:cubicBezTo>
                    <a:pt x="73" y="3793"/>
                    <a:pt x="3736" y="74"/>
                    <a:pt x="8277" y="0"/>
                  </a:cubicBezTo>
                  <a:lnTo>
                    <a:pt x="117776" y="0"/>
                  </a:lnTo>
                  <a:cubicBezTo>
                    <a:pt x="122294" y="75"/>
                    <a:pt x="125918" y="3815"/>
                    <a:pt x="125917" y="8402"/>
                  </a:cubicBezTo>
                  <a:cubicBezTo>
                    <a:pt x="125992" y="12965"/>
                    <a:pt x="122408" y="16726"/>
                    <a:pt x="117913" y="16802"/>
                  </a:cubicBezTo>
                  <a:cubicBezTo>
                    <a:pt x="117867" y="16803"/>
                    <a:pt x="117822" y="16804"/>
                    <a:pt x="117776" y="16804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2EA9360-F08F-F44B-93AB-25AFEEFB49C4}"/>
                </a:ext>
              </a:extLst>
            </p:cNvPr>
            <p:cNvSpPr/>
            <p:nvPr/>
          </p:nvSpPr>
          <p:spPr>
            <a:xfrm>
              <a:off x="6097679" y="2282516"/>
              <a:ext cx="209823" cy="378916"/>
            </a:xfrm>
            <a:custGeom>
              <a:avLst/>
              <a:gdLst>
                <a:gd name="connsiteX0" fmla="*/ 95928 w 209823"/>
                <a:gd name="connsiteY0" fmla="*/ 378913 h 378916"/>
                <a:gd name="connsiteX1" fmla="*/ 91722 w 209823"/>
                <a:gd name="connsiteY1" fmla="*/ 377811 h 378916"/>
                <a:gd name="connsiteX2" fmla="*/ 87923 w 209823"/>
                <a:gd name="connsiteY2" fmla="*/ 372164 h 378916"/>
                <a:gd name="connsiteX3" fmla="*/ 269 w 209823"/>
                <a:gd name="connsiteY3" fmla="*/ 39400 h 378916"/>
                <a:gd name="connsiteX4" fmla="*/ 1083 w 209823"/>
                <a:gd name="connsiteY4" fmla="*/ 33064 h 378916"/>
                <a:gd name="connsiteX5" fmla="*/ 6104 w 209823"/>
                <a:gd name="connsiteY5" fmla="*/ 29207 h 378916"/>
                <a:gd name="connsiteX6" fmla="*/ 111804 w 209823"/>
                <a:gd name="connsiteY6" fmla="*/ 283 h 378916"/>
                <a:gd name="connsiteX7" fmla="*/ 118045 w 209823"/>
                <a:gd name="connsiteY7" fmla="*/ 1110 h 378916"/>
                <a:gd name="connsiteX8" fmla="*/ 121844 w 209823"/>
                <a:gd name="connsiteY8" fmla="*/ 6206 h 378916"/>
                <a:gd name="connsiteX9" fmla="*/ 209498 w 209823"/>
                <a:gd name="connsiteY9" fmla="*/ 339521 h 378916"/>
                <a:gd name="connsiteX10" fmla="*/ 204067 w 209823"/>
                <a:gd name="connsiteY10" fmla="*/ 349605 h 378916"/>
                <a:gd name="connsiteX11" fmla="*/ 203663 w 209823"/>
                <a:gd name="connsiteY11" fmla="*/ 349714 h 378916"/>
                <a:gd name="connsiteX12" fmla="*/ 97964 w 209823"/>
                <a:gd name="connsiteY12" fmla="*/ 378362 h 378916"/>
                <a:gd name="connsiteX13" fmla="*/ 95928 w 209823"/>
                <a:gd name="connsiteY13" fmla="*/ 378913 h 378916"/>
                <a:gd name="connsiteX14" fmla="*/ 18723 w 209823"/>
                <a:gd name="connsiteY14" fmla="*/ 43256 h 378916"/>
                <a:gd name="connsiteX15" fmla="*/ 102034 w 209823"/>
                <a:gd name="connsiteY15" fmla="*/ 360044 h 378916"/>
                <a:gd name="connsiteX16" fmla="*/ 191994 w 209823"/>
                <a:gd name="connsiteY16" fmla="*/ 335665 h 378916"/>
                <a:gd name="connsiteX17" fmla="*/ 108547 w 209823"/>
                <a:gd name="connsiteY17" fmla="*/ 18877 h 37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823" h="378916">
                  <a:moveTo>
                    <a:pt x="95928" y="378913"/>
                  </a:moveTo>
                  <a:cubicBezTo>
                    <a:pt x="94452" y="378954"/>
                    <a:pt x="92995" y="378572"/>
                    <a:pt x="91722" y="377811"/>
                  </a:cubicBezTo>
                  <a:cubicBezTo>
                    <a:pt x="89686" y="376602"/>
                    <a:pt x="88291" y="374529"/>
                    <a:pt x="87923" y="372164"/>
                  </a:cubicBezTo>
                  <a:lnTo>
                    <a:pt x="269" y="39400"/>
                  </a:lnTo>
                  <a:cubicBezTo>
                    <a:pt x="-277" y="37260"/>
                    <a:pt x="15" y="34989"/>
                    <a:pt x="1083" y="33064"/>
                  </a:cubicBezTo>
                  <a:cubicBezTo>
                    <a:pt x="2155" y="31125"/>
                    <a:pt x="3975" y="29728"/>
                    <a:pt x="6104" y="29207"/>
                  </a:cubicBezTo>
                  <a:lnTo>
                    <a:pt x="111804" y="283"/>
                  </a:lnTo>
                  <a:cubicBezTo>
                    <a:pt x="113910" y="-286"/>
                    <a:pt x="116153" y="10"/>
                    <a:pt x="118045" y="1110"/>
                  </a:cubicBezTo>
                  <a:cubicBezTo>
                    <a:pt x="119955" y="2198"/>
                    <a:pt x="121332" y="4044"/>
                    <a:pt x="121844" y="6206"/>
                  </a:cubicBezTo>
                  <a:lnTo>
                    <a:pt x="209498" y="339521"/>
                  </a:lnTo>
                  <a:cubicBezTo>
                    <a:pt x="210741" y="343828"/>
                    <a:pt x="208310" y="348343"/>
                    <a:pt x="204067" y="349605"/>
                  </a:cubicBezTo>
                  <a:cubicBezTo>
                    <a:pt x="203933" y="349645"/>
                    <a:pt x="203799" y="349681"/>
                    <a:pt x="203663" y="349714"/>
                  </a:cubicBezTo>
                  <a:lnTo>
                    <a:pt x="97964" y="378362"/>
                  </a:lnTo>
                  <a:cubicBezTo>
                    <a:pt x="97328" y="378682"/>
                    <a:pt x="96636" y="378870"/>
                    <a:pt x="95928" y="378913"/>
                  </a:cubicBezTo>
                  <a:close/>
                  <a:moveTo>
                    <a:pt x="18723" y="43256"/>
                  </a:moveTo>
                  <a:lnTo>
                    <a:pt x="102034" y="360044"/>
                  </a:lnTo>
                  <a:lnTo>
                    <a:pt x="191994" y="335665"/>
                  </a:lnTo>
                  <a:lnTo>
                    <a:pt x="108547" y="18877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ECE8C9E-C7E7-8841-9432-100388E6A69F}"/>
                </a:ext>
              </a:extLst>
            </p:cNvPr>
            <p:cNvSpPr/>
            <p:nvPr/>
          </p:nvSpPr>
          <p:spPr>
            <a:xfrm>
              <a:off x="6136473" y="2326909"/>
              <a:ext cx="76336" cy="77509"/>
            </a:xfrm>
            <a:custGeom>
              <a:avLst/>
              <a:gdLst>
                <a:gd name="connsiteX0" fmla="*/ 38138 w 76336"/>
                <a:gd name="connsiteY0" fmla="*/ 77509 h 77509"/>
                <a:gd name="connsiteX1" fmla="*/ 1232 w 76336"/>
                <a:gd name="connsiteY1" fmla="*/ 48723 h 77509"/>
                <a:gd name="connsiteX2" fmla="*/ 28369 w 76336"/>
                <a:gd name="connsiteY2" fmla="*/ 1342 h 77509"/>
                <a:gd name="connsiteX3" fmla="*/ 74950 w 76336"/>
                <a:gd name="connsiteY3" fmla="*/ 28524 h 77509"/>
                <a:gd name="connsiteX4" fmla="*/ 75045 w 76336"/>
                <a:gd name="connsiteY4" fmla="*/ 28889 h 77509"/>
                <a:gd name="connsiteX5" fmla="*/ 48004 w 76336"/>
                <a:gd name="connsiteY5" fmla="*/ 76244 h 77509"/>
                <a:gd name="connsiteX6" fmla="*/ 47908 w 76336"/>
                <a:gd name="connsiteY6" fmla="*/ 76270 h 77509"/>
                <a:gd name="connsiteX7" fmla="*/ 38138 w 76336"/>
                <a:gd name="connsiteY7" fmla="*/ 77509 h 77509"/>
                <a:gd name="connsiteX8" fmla="*/ 38138 w 76336"/>
                <a:gd name="connsiteY8" fmla="*/ 16631 h 77509"/>
                <a:gd name="connsiteX9" fmla="*/ 32575 w 76336"/>
                <a:gd name="connsiteY9" fmla="*/ 17457 h 77509"/>
                <a:gd name="connsiteX10" fmla="*/ 19006 w 76336"/>
                <a:gd name="connsiteY10" fmla="*/ 27650 h 77509"/>
                <a:gd name="connsiteX11" fmla="*/ 26836 w 76336"/>
                <a:gd name="connsiteY11" fmla="*/ 57785 h 77509"/>
                <a:gd name="connsiteX12" fmla="*/ 43430 w 76336"/>
                <a:gd name="connsiteY12" fmla="*/ 60017 h 77509"/>
                <a:gd name="connsiteX13" fmla="*/ 58807 w 76336"/>
                <a:gd name="connsiteY13" fmla="*/ 33042 h 77509"/>
                <a:gd name="connsiteX14" fmla="*/ 48722 w 76336"/>
                <a:gd name="connsiteY14" fmla="*/ 19661 h 77509"/>
                <a:gd name="connsiteX15" fmla="*/ 38138 w 76336"/>
                <a:gd name="connsiteY15" fmla="*/ 16631 h 7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336" h="77509">
                  <a:moveTo>
                    <a:pt x="38138" y="77509"/>
                  </a:moveTo>
                  <a:cubicBezTo>
                    <a:pt x="20872" y="77391"/>
                    <a:pt x="5791" y="65628"/>
                    <a:pt x="1232" y="48723"/>
                  </a:cubicBezTo>
                  <a:cubicBezTo>
                    <a:pt x="-4034" y="28050"/>
                    <a:pt x="8065" y="6925"/>
                    <a:pt x="28369" y="1342"/>
                  </a:cubicBezTo>
                  <a:cubicBezTo>
                    <a:pt x="48626" y="-4209"/>
                    <a:pt x="69481" y="7961"/>
                    <a:pt x="74950" y="28524"/>
                  </a:cubicBezTo>
                  <a:cubicBezTo>
                    <a:pt x="74982" y="28646"/>
                    <a:pt x="75014" y="28767"/>
                    <a:pt x="75045" y="28889"/>
                  </a:cubicBezTo>
                  <a:cubicBezTo>
                    <a:pt x="80460" y="49545"/>
                    <a:pt x="68354" y="70747"/>
                    <a:pt x="48004" y="76244"/>
                  </a:cubicBezTo>
                  <a:cubicBezTo>
                    <a:pt x="47972" y="76252"/>
                    <a:pt x="47940" y="76261"/>
                    <a:pt x="47908" y="76270"/>
                  </a:cubicBezTo>
                  <a:cubicBezTo>
                    <a:pt x="44713" y="77082"/>
                    <a:pt x="41432" y="77499"/>
                    <a:pt x="38138" y="77509"/>
                  </a:cubicBezTo>
                  <a:close/>
                  <a:moveTo>
                    <a:pt x="38138" y="16631"/>
                  </a:moveTo>
                  <a:cubicBezTo>
                    <a:pt x="36254" y="16625"/>
                    <a:pt x="34379" y="16903"/>
                    <a:pt x="32575" y="17457"/>
                  </a:cubicBezTo>
                  <a:cubicBezTo>
                    <a:pt x="26876" y="18843"/>
                    <a:pt x="21978" y="22523"/>
                    <a:pt x="19006" y="27650"/>
                  </a:cubicBezTo>
                  <a:cubicBezTo>
                    <a:pt x="12971" y="38166"/>
                    <a:pt x="16476" y="51658"/>
                    <a:pt x="26836" y="57785"/>
                  </a:cubicBezTo>
                  <a:cubicBezTo>
                    <a:pt x="31851" y="60750"/>
                    <a:pt x="37827" y="61554"/>
                    <a:pt x="43430" y="60017"/>
                  </a:cubicBezTo>
                  <a:cubicBezTo>
                    <a:pt x="55014" y="56878"/>
                    <a:pt x="61899" y="44801"/>
                    <a:pt x="58807" y="33042"/>
                  </a:cubicBezTo>
                  <a:cubicBezTo>
                    <a:pt x="57324" y="27402"/>
                    <a:pt x="53697" y="22589"/>
                    <a:pt x="48722" y="19661"/>
                  </a:cubicBezTo>
                  <a:cubicBezTo>
                    <a:pt x="45502" y="17763"/>
                    <a:pt x="41861" y="16720"/>
                    <a:pt x="38138" y="16631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467CE97-133A-BB4B-AC54-5CC880BDC3B1}"/>
                </a:ext>
              </a:extLst>
            </p:cNvPr>
            <p:cNvSpPr/>
            <p:nvPr/>
          </p:nvSpPr>
          <p:spPr>
            <a:xfrm>
              <a:off x="6155033" y="2413960"/>
              <a:ext cx="73300" cy="32191"/>
            </a:xfrm>
            <a:custGeom>
              <a:avLst/>
              <a:gdLst>
                <a:gd name="connsiteX0" fmla="*/ 7909 w 73300"/>
                <a:gd name="connsiteY0" fmla="*/ 32191 h 32191"/>
                <a:gd name="connsiteX1" fmla="*/ 8 w 73300"/>
                <a:gd name="connsiteY1" fmla="*/ 23425 h 32191"/>
                <a:gd name="connsiteX2" fmla="*/ 5739 w 73300"/>
                <a:gd name="connsiteY2" fmla="*/ 15801 h 32191"/>
                <a:gd name="connsiteX3" fmla="*/ 62998 w 73300"/>
                <a:gd name="connsiteY3" fmla="*/ 237 h 32191"/>
                <a:gd name="connsiteX4" fmla="*/ 73039 w 73300"/>
                <a:gd name="connsiteY4" fmla="*/ 6160 h 32191"/>
                <a:gd name="connsiteX5" fmla="*/ 67204 w 73300"/>
                <a:gd name="connsiteY5" fmla="*/ 16352 h 32191"/>
                <a:gd name="connsiteX6" fmla="*/ 10080 w 73300"/>
                <a:gd name="connsiteY6" fmla="*/ 31916 h 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300" h="32191">
                  <a:moveTo>
                    <a:pt x="7909" y="32191"/>
                  </a:moveTo>
                  <a:cubicBezTo>
                    <a:pt x="3343" y="31985"/>
                    <a:pt x="-195" y="28060"/>
                    <a:pt x="8" y="23425"/>
                  </a:cubicBezTo>
                  <a:cubicBezTo>
                    <a:pt x="162" y="19918"/>
                    <a:pt x="2447" y="16878"/>
                    <a:pt x="5739" y="15801"/>
                  </a:cubicBezTo>
                  <a:lnTo>
                    <a:pt x="62998" y="237"/>
                  </a:lnTo>
                  <a:cubicBezTo>
                    <a:pt x="67366" y="-826"/>
                    <a:pt x="71786" y="1781"/>
                    <a:pt x="73039" y="6160"/>
                  </a:cubicBezTo>
                  <a:cubicBezTo>
                    <a:pt x="74162" y="10604"/>
                    <a:pt x="71565" y="15142"/>
                    <a:pt x="67204" y="16352"/>
                  </a:cubicBezTo>
                  <a:lnTo>
                    <a:pt x="10080" y="31916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88FDCCF-25A6-2842-9118-86633E3D81C5}"/>
                </a:ext>
              </a:extLst>
            </p:cNvPr>
            <p:cNvSpPr/>
            <p:nvPr/>
          </p:nvSpPr>
          <p:spPr>
            <a:xfrm>
              <a:off x="6162767" y="2443597"/>
              <a:ext cx="72375" cy="32029"/>
            </a:xfrm>
            <a:custGeom>
              <a:avLst/>
              <a:gdLst>
                <a:gd name="connsiteX0" fmla="*/ 7909 w 72375"/>
                <a:gd name="connsiteY0" fmla="*/ 32030 h 32029"/>
                <a:gd name="connsiteX1" fmla="*/ 8 w 72375"/>
                <a:gd name="connsiteY1" fmla="*/ 23263 h 32029"/>
                <a:gd name="connsiteX2" fmla="*/ 5739 w 72375"/>
                <a:gd name="connsiteY2" fmla="*/ 15639 h 32029"/>
                <a:gd name="connsiteX3" fmla="*/ 62998 w 72375"/>
                <a:gd name="connsiteY3" fmla="*/ 76 h 32029"/>
                <a:gd name="connsiteX4" fmla="*/ 72302 w 72375"/>
                <a:gd name="connsiteY4" fmla="*/ 7286 h 32029"/>
                <a:gd name="connsiteX5" fmla="*/ 67204 w 72375"/>
                <a:gd name="connsiteY5" fmla="*/ 16190 h 32029"/>
                <a:gd name="connsiteX6" fmla="*/ 10080 w 72375"/>
                <a:gd name="connsiteY6" fmla="*/ 32030 h 3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75" h="32029">
                  <a:moveTo>
                    <a:pt x="7909" y="32030"/>
                  </a:moveTo>
                  <a:cubicBezTo>
                    <a:pt x="3343" y="31824"/>
                    <a:pt x="-195" y="27899"/>
                    <a:pt x="8" y="23263"/>
                  </a:cubicBezTo>
                  <a:cubicBezTo>
                    <a:pt x="162" y="19756"/>
                    <a:pt x="2447" y="16716"/>
                    <a:pt x="5739" y="15639"/>
                  </a:cubicBezTo>
                  <a:lnTo>
                    <a:pt x="62998" y="76"/>
                  </a:lnTo>
                  <a:cubicBezTo>
                    <a:pt x="67529" y="-541"/>
                    <a:pt x="71694" y="2687"/>
                    <a:pt x="72302" y="7286"/>
                  </a:cubicBezTo>
                  <a:cubicBezTo>
                    <a:pt x="72804" y="11087"/>
                    <a:pt x="70706" y="14751"/>
                    <a:pt x="67204" y="16190"/>
                  </a:cubicBezTo>
                  <a:lnTo>
                    <a:pt x="10080" y="3203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728697B-C8FA-B740-8286-A63AFD085177}"/>
                </a:ext>
              </a:extLst>
            </p:cNvPr>
            <p:cNvSpPr/>
            <p:nvPr/>
          </p:nvSpPr>
          <p:spPr>
            <a:xfrm>
              <a:off x="6170618" y="2472851"/>
              <a:ext cx="73183" cy="32123"/>
            </a:xfrm>
            <a:custGeom>
              <a:avLst/>
              <a:gdLst>
                <a:gd name="connsiteX0" fmla="*/ 7793 w 73183"/>
                <a:gd name="connsiteY0" fmla="*/ 32113 h 32123"/>
                <a:gd name="connsiteX1" fmla="*/ 14 w 73183"/>
                <a:gd name="connsiteY1" fmla="*/ 23234 h 32123"/>
                <a:gd name="connsiteX2" fmla="*/ 5757 w 73183"/>
                <a:gd name="connsiteY2" fmla="*/ 15723 h 32123"/>
                <a:gd name="connsiteX3" fmla="*/ 62881 w 73183"/>
                <a:gd name="connsiteY3" fmla="*/ 296 h 32123"/>
                <a:gd name="connsiteX4" fmla="*/ 72886 w 73183"/>
                <a:gd name="connsiteY4" fmla="*/ 6080 h 32123"/>
                <a:gd name="connsiteX5" fmla="*/ 72922 w 73183"/>
                <a:gd name="connsiteY5" fmla="*/ 6219 h 32123"/>
                <a:gd name="connsiteX6" fmla="*/ 67088 w 73183"/>
                <a:gd name="connsiteY6" fmla="*/ 16411 h 32123"/>
                <a:gd name="connsiteX7" fmla="*/ 9964 w 73183"/>
                <a:gd name="connsiteY7" fmla="*/ 31837 h 32123"/>
                <a:gd name="connsiteX8" fmla="*/ 7793 w 73183"/>
                <a:gd name="connsiteY8" fmla="*/ 32113 h 3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183" h="32123">
                  <a:moveTo>
                    <a:pt x="7793" y="32113"/>
                  </a:moveTo>
                  <a:cubicBezTo>
                    <a:pt x="3229" y="31841"/>
                    <a:pt x="-253" y="27866"/>
                    <a:pt x="14" y="23234"/>
                  </a:cubicBezTo>
                  <a:cubicBezTo>
                    <a:pt x="215" y="19766"/>
                    <a:pt x="2497" y="16780"/>
                    <a:pt x="5757" y="15723"/>
                  </a:cubicBezTo>
                  <a:lnTo>
                    <a:pt x="62881" y="296"/>
                  </a:lnTo>
                  <a:cubicBezTo>
                    <a:pt x="67217" y="-911"/>
                    <a:pt x="71697" y="1679"/>
                    <a:pt x="72886" y="6080"/>
                  </a:cubicBezTo>
                  <a:cubicBezTo>
                    <a:pt x="72898" y="6126"/>
                    <a:pt x="72911" y="6173"/>
                    <a:pt x="72922" y="6219"/>
                  </a:cubicBezTo>
                  <a:cubicBezTo>
                    <a:pt x="74046" y="10664"/>
                    <a:pt x="71448" y="15201"/>
                    <a:pt x="67088" y="16411"/>
                  </a:cubicBezTo>
                  <a:lnTo>
                    <a:pt x="9964" y="31837"/>
                  </a:lnTo>
                  <a:cubicBezTo>
                    <a:pt x="9263" y="32064"/>
                    <a:pt x="8527" y="32158"/>
                    <a:pt x="7793" y="3211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90E3A4E6-3727-A942-9AFE-FE750F493B10}"/>
                </a:ext>
              </a:extLst>
            </p:cNvPr>
            <p:cNvSpPr/>
            <p:nvPr/>
          </p:nvSpPr>
          <p:spPr>
            <a:xfrm>
              <a:off x="6178465" y="2502868"/>
              <a:ext cx="73105" cy="31571"/>
            </a:xfrm>
            <a:custGeom>
              <a:avLst/>
              <a:gdLst>
                <a:gd name="connsiteX0" fmla="*/ 7680 w 73105"/>
                <a:gd name="connsiteY0" fmla="*/ 31571 h 31571"/>
                <a:gd name="connsiteX1" fmla="*/ 22 w 73105"/>
                <a:gd name="connsiteY1" fmla="*/ 22586 h 31571"/>
                <a:gd name="connsiteX2" fmla="*/ 5781 w 73105"/>
                <a:gd name="connsiteY2" fmla="*/ 15181 h 31571"/>
                <a:gd name="connsiteX3" fmla="*/ 62769 w 73105"/>
                <a:gd name="connsiteY3" fmla="*/ 306 h 31571"/>
                <a:gd name="connsiteX4" fmla="*/ 72798 w 73105"/>
                <a:gd name="connsiteY4" fmla="*/ 6046 h 31571"/>
                <a:gd name="connsiteX5" fmla="*/ 72810 w 73105"/>
                <a:gd name="connsiteY5" fmla="*/ 6091 h 31571"/>
                <a:gd name="connsiteX6" fmla="*/ 67010 w 73105"/>
                <a:gd name="connsiteY6" fmla="*/ 16411 h 31571"/>
                <a:gd name="connsiteX7" fmla="*/ 66975 w 73105"/>
                <a:gd name="connsiteY7" fmla="*/ 16421 h 31571"/>
                <a:gd name="connsiteX8" fmla="*/ 9851 w 73105"/>
                <a:gd name="connsiteY8" fmla="*/ 31296 h 3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105" h="31571">
                  <a:moveTo>
                    <a:pt x="7680" y="31571"/>
                  </a:moveTo>
                  <a:cubicBezTo>
                    <a:pt x="3121" y="31237"/>
                    <a:pt x="-308" y="27214"/>
                    <a:pt x="22" y="22586"/>
                  </a:cubicBezTo>
                  <a:cubicBezTo>
                    <a:pt x="266" y="19153"/>
                    <a:pt x="2548" y="16219"/>
                    <a:pt x="5781" y="15181"/>
                  </a:cubicBezTo>
                  <a:lnTo>
                    <a:pt x="62769" y="306"/>
                  </a:lnTo>
                  <a:cubicBezTo>
                    <a:pt x="67100" y="-920"/>
                    <a:pt x="71590" y="1650"/>
                    <a:pt x="72798" y="6046"/>
                  </a:cubicBezTo>
                  <a:cubicBezTo>
                    <a:pt x="72802" y="6061"/>
                    <a:pt x="72806" y="6076"/>
                    <a:pt x="72810" y="6091"/>
                  </a:cubicBezTo>
                  <a:cubicBezTo>
                    <a:pt x="74016" y="10566"/>
                    <a:pt x="71419" y="15187"/>
                    <a:pt x="67010" y="16411"/>
                  </a:cubicBezTo>
                  <a:cubicBezTo>
                    <a:pt x="66998" y="16414"/>
                    <a:pt x="66987" y="16418"/>
                    <a:pt x="66975" y="16421"/>
                  </a:cubicBezTo>
                  <a:lnTo>
                    <a:pt x="9851" y="31296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87076D32-F6F3-0049-AB93-478A991359E9}"/>
                </a:ext>
              </a:extLst>
            </p:cNvPr>
            <p:cNvSpPr/>
            <p:nvPr/>
          </p:nvSpPr>
          <p:spPr>
            <a:xfrm>
              <a:off x="6172789" y="2567144"/>
              <a:ext cx="120834" cy="45114"/>
            </a:xfrm>
            <a:custGeom>
              <a:avLst/>
              <a:gdLst>
                <a:gd name="connsiteX0" fmla="*/ 7793 w 120834"/>
                <a:gd name="connsiteY0" fmla="*/ 45114 h 45114"/>
                <a:gd name="connsiteX1" fmla="*/ 14 w 120834"/>
                <a:gd name="connsiteY1" fmla="*/ 36235 h 45114"/>
                <a:gd name="connsiteX2" fmla="*/ 5757 w 120834"/>
                <a:gd name="connsiteY2" fmla="*/ 28724 h 45114"/>
                <a:gd name="connsiteX3" fmla="*/ 111457 w 120834"/>
                <a:gd name="connsiteY3" fmla="*/ 76 h 45114"/>
                <a:gd name="connsiteX4" fmla="*/ 120761 w 120834"/>
                <a:gd name="connsiteY4" fmla="*/ 7286 h 45114"/>
                <a:gd name="connsiteX5" fmla="*/ 115663 w 120834"/>
                <a:gd name="connsiteY5" fmla="*/ 16190 h 45114"/>
                <a:gd name="connsiteX6" fmla="*/ 9964 w 120834"/>
                <a:gd name="connsiteY6" fmla="*/ 44839 h 45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834" h="45114">
                  <a:moveTo>
                    <a:pt x="7793" y="45114"/>
                  </a:moveTo>
                  <a:cubicBezTo>
                    <a:pt x="3229" y="44843"/>
                    <a:pt x="-253" y="40868"/>
                    <a:pt x="14" y="36235"/>
                  </a:cubicBezTo>
                  <a:cubicBezTo>
                    <a:pt x="215" y="32767"/>
                    <a:pt x="2497" y="29782"/>
                    <a:pt x="5757" y="28724"/>
                  </a:cubicBezTo>
                  <a:lnTo>
                    <a:pt x="111457" y="76"/>
                  </a:lnTo>
                  <a:cubicBezTo>
                    <a:pt x="115988" y="-541"/>
                    <a:pt x="120153" y="2687"/>
                    <a:pt x="120761" y="7286"/>
                  </a:cubicBezTo>
                  <a:cubicBezTo>
                    <a:pt x="121263" y="11087"/>
                    <a:pt x="119165" y="14751"/>
                    <a:pt x="115663" y="16190"/>
                  </a:cubicBezTo>
                  <a:lnTo>
                    <a:pt x="9964" y="44839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15C8DE40-B72A-1340-BD53-732EC7F016E2}"/>
                </a:ext>
              </a:extLst>
            </p:cNvPr>
            <p:cNvSpPr/>
            <p:nvPr/>
          </p:nvSpPr>
          <p:spPr>
            <a:xfrm>
              <a:off x="5830402" y="2644695"/>
              <a:ext cx="498785" cy="16804"/>
            </a:xfrm>
            <a:custGeom>
              <a:avLst/>
              <a:gdLst>
                <a:gd name="connsiteX0" fmla="*/ 491565 w 498785"/>
                <a:gd name="connsiteY0" fmla="*/ 16735 h 16804"/>
                <a:gd name="connsiteX1" fmla="*/ 9335 w 498785"/>
                <a:gd name="connsiteY1" fmla="*/ 16735 h 16804"/>
                <a:gd name="connsiteX2" fmla="*/ 69 w 498785"/>
                <a:gd name="connsiteY2" fmla="*/ 9475 h 16804"/>
                <a:gd name="connsiteX3" fmla="*/ 7220 w 498785"/>
                <a:gd name="connsiteY3" fmla="*/ 69 h 16804"/>
                <a:gd name="connsiteX4" fmla="*/ 9335 w 498785"/>
                <a:gd name="connsiteY4" fmla="*/ 69 h 16804"/>
                <a:gd name="connsiteX5" fmla="*/ 491565 w 498785"/>
                <a:gd name="connsiteY5" fmla="*/ 69 h 16804"/>
                <a:gd name="connsiteX6" fmla="*/ 498717 w 498785"/>
                <a:gd name="connsiteY6" fmla="*/ 9475 h 16804"/>
                <a:gd name="connsiteX7" fmla="*/ 491565 w 498785"/>
                <a:gd name="connsiteY7" fmla="*/ 16735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785" h="16804">
                  <a:moveTo>
                    <a:pt x="491565" y="16735"/>
                  </a:moveTo>
                  <a:lnTo>
                    <a:pt x="9335" y="16735"/>
                  </a:lnTo>
                  <a:cubicBezTo>
                    <a:pt x="4802" y="17328"/>
                    <a:pt x="653" y="14077"/>
                    <a:pt x="69" y="9475"/>
                  </a:cubicBezTo>
                  <a:cubicBezTo>
                    <a:pt x="-515" y="4873"/>
                    <a:pt x="2686" y="662"/>
                    <a:pt x="7220" y="69"/>
                  </a:cubicBezTo>
                  <a:cubicBezTo>
                    <a:pt x="7922" y="-23"/>
                    <a:pt x="8633" y="-23"/>
                    <a:pt x="9335" y="69"/>
                  </a:cubicBezTo>
                  <a:lnTo>
                    <a:pt x="491565" y="69"/>
                  </a:lnTo>
                  <a:cubicBezTo>
                    <a:pt x="496099" y="662"/>
                    <a:pt x="499301" y="4873"/>
                    <a:pt x="498717" y="9475"/>
                  </a:cubicBezTo>
                  <a:cubicBezTo>
                    <a:pt x="498236" y="13264"/>
                    <a:pt x="495298" y="16247"/>
                    <a:pt x="491565" y="1673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9" name="Graphic 60">
            <a:extLst>
              <a:ext uri="{FF2B5EF4-FFF2-40B4-BE49-F238E27FC236}">
                <a16:creationId xmlns:a16="http://schemas.microsoft.com/office/drawing/2014/main" id="{1661377B-2CD3-D14A-AF1C-A07E5E0F1733}"/>
              </a:ext>
            </a:extLst>
          </p:cNvPr>
          <p:cNvGrpSpPr>
            <a:grpSpLocks noChangeAspect="1"/>
          </p:cNvGrpSpPr>
          <p:nvPr/>
        </p:nvGrpSpPr>
        <p:grpSpPr>
          <a:xfrm>
            <a:off x="5887471" y="4909913"/>
            <a:ext cx="390247" cy="506110"/>
            <a:chOff x="5887471" y="2217584"/>
            <a:chExt cx="390247" cy="506110"/>
          </a:xfrm>
          <a:solidFill>
            <a:srgbClr val="FFFFFF"/>
          </a:solidFill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181BADD-53B3-6A49-A3D0-DB8DE9F090C6}"/>
                </a:ext>
              </a:extLst>
            </p:cNvPr>
            <p:cNvSpPr/>
            <p:nvPr/>
          </p:nvSpPr>
          <p:spPr>
            <a:xfrm>
              <a:off x="5985265" y="2242014"/>
              <a:ext cx="63553" cy="64044"/>
            </a:xfrm>
            <a:custGeom>
              <a:avLst/>
              <a:gdLst>
                <a:gd name="connsiteX0" fmla="*/ 32450 w 63553"/>
                <a:gd name="connsiteY0" fmla="*/ 64037 h 64044"/>
                <a:gd name="connsiteX1" fmla="*/ 7 w 63553"/>
                <a:gd name="connsiteY1" fmla="*/ 32701 h 64044"/>
                <a:gd name="connsiteX2" fmla="*/ 31104 w 63553"/>
                <a:gd name="connsiteY2" fmla="*/ 7 h 64044"/>
                <a:gd name="connsiteX3" fmla="*/ 63546 w 63553"/>
                <a:gd name="connsiteY3" fmla="*/ 31344 h 64044"/>
                <a:gd name="connsiteX4" fmla="*/ 63553 w 63553"/>
                <a:gd name="connsiteY4" fmla="*/ 32015 h 64044"/>
                <a:gd name="connsiteX5" fmla="*/ 32450 w 63553"/>
                <a:gd name="connsiteY5" fmla="*/ 64037 h 64044"/>
                <a:gd name="connsiteX6" fmla="*/ 32450 w 63553"/>
                <a:gd name="connsiteY6" fmla="*/ 16547 h 64044"/>
                <a:gd name="connsiteX7" fmla="*/ 16832 w 63553"/>
                <a:gd name="connsiteY7" fmla="*/ 32015 h 64044"/>
                <a:gd name="connsiteX8" fmla="*/ 32182 w 63553"/>
                <a:gd name="connsiteY8" fmla="*/ 47753 h 64044"/>
                <a:gd name="connsiteX9" fmla="*/ 47800 w 63553"/>
                <a:gd name="connsiteY9" fmla="*/ 32285 h 64044"/>
                <a:gd name="connsiteX10" fmla="*/ 47800 w 63553"/>
                <a:gd name="connsiteY10" fmla="*/ 32015 h 64044"/>
                <a:gd name="connsiteX11" fmla="*/ 32585 w 63553"/>
                <a:gd name="connsiteY11" fmla="*/ 16412 h 64044"/>
                <a:gd name="connsiteX12" fmla="*/ 32450 w 63553"/>
                <a:gd name="connsiteY12" fmla="*/ 16411 h 6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553" h="64044">
                  <a:moveTo>
                    <a:pt x="32450" y="64037"/>
                  </a:moveTo>
                  <a:cubicBezTo>
                    <a:pt x="14904" y="64412"/>
                    <a:pt x="379" y="50382"/>
                    <a:pt x="7" y="32701"/>
                  </a:cubicBezTo>
                  <a:cubicBezTo>
                    <a:pt x="-365" y="15019"/>
                    <a:pt x="13558" y="382"/>
                    <a:pt x="31104" y="7"/>
                  </a:cubicBezTo>
                  <a:cubicBezTo>
                    <a:pt x="48649" y="-367"/>
                    <a:pt x="63175" y="13662"/>
                    <a:pt x="63546" y="31344"/>
                  </a:cubicBezTo>
                  <a:cubicBezTo>
                    <a:pt x="63551" y="31567"/>
                    <a:pt x="63553" y="31791"/>
                    <a:pt x="63553" y="32015"/>
                  </a:cubicBezTo>
                  <a:cubicBezTo>
                    <a:pt x="63557" y="49439"/>
                    <a:pt x="49736" y="63668"/>
                    <a:pt x="32450" y="64037"/>
                  </a:cubicBezTo>
                  <a:close/>
                  <a:moveTo>
                    <a:pt x="32450" y="16547"/>
                  </a:moveTo>
                  <a:cubicBezTo>
                    <a:pt x="23899" y="16472"/>
                    <a:pt x="16906" y="23397"/>
                    <a:pt x="16832" y="32015"/>
                  </a:cubicBezTo>
                  <a:cubicBezTo>
                    <a:pt x="16758" y="40632"/>
                    <a:pt x="23630" y="47679"/>
                    <a:pt x="32182" y="47753"/>
                  </a:cubicBezTo>
                  <a:cubicBezTo>
                    <a:pt x="40733" y="47828"/>
                    <a:pt x="47726" y="40903"/>
                    <a:pt x="47800" y="32285"/>
                  </a:cubicBezTo>
                  <a:cubicBezTo>
                    <a:pt x="47801" y="32195"/>
                    <a:pt x="47801" y="32105"/>
                    <a:pt x="47800" y="32015"/>
                  </a:cubicBezTo>
                  <a:cubicBezTo>
                    <a:pt x="47874" y="23472"/>
                    <a:pt x="41062" y="16487"/>
                    <a:pt x="32585" y="16412"/>
                  </a:cubicBezTo>
                  <a:cubicBezTo>
                    <a:pt x="32540" y="16411"/>
                    <a:pt x="32495" y="16411"/>
                    <a:pt x="32450" y="16411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5440322-3074-6849-A3D8-A1E8AE6EA38C}"/>
                </a:ext>
              </a:extLst>
            </p:cNvPr>
            <p:cNvSpPr/>
            <p:nvPr/>
          </p:nvSpPr>
          <p:spPr>
            <a:xfrm>
              <a:off x="5959144" y="2305916"/>
              <a:ext cx="116609" cy="76798"/>
            </a:xfrm>
            <a:custGeom>
              <a:avLst/>
              <a:gdLst>
                <a:gd name="connsiteX0" fmla="*/ 108929 w 116609"/>
                <a:gd name="connsiteY0" fmla="*/ 76799 h 76798"/>
                <a:gd name="connsiteX1" fmla="*/ 100851 w 116609"/>
                <a:gd name="connsiteY1" fmla="*/ 68657 h 76798"/>
                <a:gd name="connsiteX2" fmla="*/ 100851 w 116609"/>
                <a:gd name="connsiteY2" fmla="*/ 33922 h 76798"/>
                <a:gd name="connsiteX3" fmla="*/ 83481 w 116609"/>
                <a:gd name="connsiteY3" fmla="*/ 16418 h 76798"/>
                <a:gd name="connsiteX4" fmla="*/ 33662 w 116609"/>
                <a:gd name="connsiteY4" fmla="*/ 16418 h 76798"/>
                <a:gd name="connsiteX5" fmla="*/ 16292 w 116609"/>
                <a:gd name="connsiteY5" fmla="*/ 33922 h 76798"/>
                <a:gd name="connsiteX6" fmla="*/ 16292 w 116609"/>
                <a:gd name="connsiteY6" fmla="*/ 68386 h 76798"/>
                <a:gd name="connsiteX7" fmla="*/ 7097 w 116609"/>
                <a:gd name="connsiteY7" fmla="*/ 75537 h 76798"/>
                <a:gd name="connsiteX8" fmla="*/ 0 w 116609"/>
                <a:gd name="connsiteY8" fmla="*/ 68386 h 76798"/>
                <a:gd name="connsiteX9" fmla="*/ 0 w 116609"/>
                <a:gd name="connsiteY9" fmla="*/ 33922 h 76798"/>
                <a:gd name="connsiteX10" fmla="*/ 33662 w 116609"/>
                <a:gd name="connsiteY10" fmla="*/ 0 h 76798"/>
                <a:gd name="connsiteX11" fmla="*/ 83481 w 116609"/>
                <a:gd name="connsiteY11" fmla="*/ 0 h 76798"/>
                <a:gd name="connsiteX12" fmla="*/ 116604 w 116609"/>
                <a:gd name="connsiteY12" fmla="*/ 33922 h 76798"/>
                <a:gd name="connsiteX13" fmla="*/ 116604 w 116609"/>
                <a:gd name="connsiteY13" fmla="*/ 68386 h 76798"/>
                <a:gd name="connsiteX14" fmla="*/ 108929 w 116609"/>
                <a:gd name="connsiteY14" fmla="*/ 76799 h 7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609" h="76798">
                  <a:moveTo>
                    <a:pt x="108929" y="76799"/>
                  </a:moveTo>
                  <a:cubicBezTo>
                    <a:pt x="104468" y="76799"/>
                    <a:pt x="100851" y="73154"/>
                    <a:pt x="100851" y="68657"/>
                  </a:cubicBezTo>
                  <a:lnTo>
                    <a:pt x="100851" y="33922"/>
                  </a:lnTo>
                  <a:cubicBezTo>
                    <a:pt x="100851" y="24255"/>
                    <a:pt x="93074" y="16418"/>
                    <a:pt x="83481" y="16418"/>
                  </a:cubicBezTo>
                  <a:lnTo>
                    <a:pt x="33662" y="16418"/>
                  </a:lnTo>
                  <a:cubicBezTo>
                    <a:pt x="24069" y="16418"/>
                    <a:pt x="16292" y="24255"/>
                    <a:pt x="16292" y="33922"/>
                  </a:cubicBezTo>
                  <a:lnTo>
                    <a:pt x="16292" y="68386"/>
                  </a:lnTo>
                  <a:cubicBezTo>
                    <a:pt x="15713" y="72920"/>
                    <a:pt x="11596" y="76122"/>
                    <a:pt x="7097" y="75537"/>
                  </a:cubicBezTo>
                  <a:cubicBezTo>
                    <a:pt x="3393" y="75057"/>
                    <a:pt x="477" y="72118"/>
                    <a:pt x="0" y="68386"/>
                  </a:cubicBezTo>
                  <a:lnTo>
                    <a:pt x="0" y="33922"/>
                  </a:lnTo>
                  <a:cubicBezTo>
                    <a:pt x="0" y="15187"/>
                    <a:pt x="15071" y="0"/>
                    <a:pt x="33662" y="0"/>
                  </a:cubicBezTo>
                  <a:lnTo>
                    <a:pt x="83481" y="0"/>
                  </a:lnTo>
                  <a:cubicBezTo>
                    <a:pt x="101861" y="296"/>
                    <a:pt x="116607" y="15397"/>
                    <a:pt x="116604" y="33922"/>
                  </a:cubicBezTo>
                  <a:lnTo>
                    <a:pt x="116604" y="68386"/>
                  </a:lnTo>
                  <a:cubicBezTo>
                    <a:pt x="116757" y="72832"/>
                    <a:pt x="113339" y="76579"/>
                    <a:pt x="108929" y="76799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D4DF3C7-7C5E-4646-8B9A-6D03DED3A205}"/>
                </a:ext>
              </a:extLst>
            </p:cNvPr>
            <p:cNvSpPr/>
            <p:nvPr/>
          </p:nvSpPr>
          <p:spPr>
            <a:xfrm>
              <a:off x="5916192" y="2217584"/>
              <a:ext cx="202778" cy="204343"/>
            </a:xfrm>
            <a:custGeom>
              <a:avLst/>
              <a:gdLst>
                <a:gd name="connsiteX0" fmla="*/ 101524 w 202778"/>
                <a:gd name="connsiteY0" fmla="*/ 204344 h 204343"/>
                <a:gd name="connsiteX1" fmla="*/ 0 w 202778"/>
                <a:gd name="connsiteY1" fmla="*/ 102308 h 204343"/>
                <a:gd name="connsiteX2" fmla="*/ 101254 w 202778"/>
                <a:gd name="connsiteY2" fmla="*/ 0 h 204343"/>
                <a:gd name="connsiteX3" fmla="*/ 202778 w 202778"/>
                <a:gd name="connsiteY3" fmla="*/ 102036 h 204343"/>
                <a:gd name="connsiteX4" fmla="*/ 202778 w 202778"/>
                <a:gd name="connsiteY4" fmla="*/ 102172 h 204343"/>
                <a:gd name="connsiteX5" fmla="*/ 101524 w 202778"/>
                <a:gd name="connsiteY5" fmla="*/ 204344 h 204343"/>
                <a:gd name="connsiteX6" fmla="*/ 101524 w 202778"/>
                <a:gd name="connsiteY6" fmla="*/ 16554 h 204343"/>
                <a:gd name="connsiteX7" fmla="*/ 16562 w 202778"/>
                <a:gd name="connsiteY7" fmla="*/ 102172 h 204343"/>
                <a:gd name="connsiteX8" fmla="*/ 101524 w 202778"/>
                <a:gd name="connsiteY8" fmla="*/ 187790 h 204343"/>
                <a:gd name="connsiteX9" fmla="*/ 186486 w 202778"/>
                <a:gd name="connsiteY9" fmla="*/ 102172 h 204343"/>
                <a:gd name="connsiteX10" fmla="*/ 101524 w 202778"/>
                <a:gd name="connsiteY10" fmla="*/ 16554 h 204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778" h="204343">
                  <a:moveTo>
                    <a:pt x="101524" y="204344"/>
                  </a:moveTo>
                  <a:cubicBezTo>
                    <a:pt x="45528" y="204419"/>
                    <a:pt x="74" y="158736"/>
                    <a:pt x="0" y="102308"/>
                  </a:cubicBezTo>
                  <a:cubicBezTo>
                    <a:pt x="-74" y="45880"/>
                    <a:pt x="45259" y="75"/>
                    <a:pt x="101254" y="0"/>
                  </a:cubicBezTo>
                  <a:cubicBezTo>
                    <a:pt x="157250" y="-75"/>
                    <a:pt x="202704" y="45608"/>
                    <a:pt x="202778" y="102036"/>
                  </a:cubicBezTo>
                  <a:cubicBezTo>
                    <a:pt x="202778" y="102081"/>
                    <a:pt x="202778" y="102127"/>
                    <a:pt x="202778" y="102172"/>
                  </a:cubicBezTo>
                  <a:cubicBezTo>
                    <a:pt x="202778" y="158547"/>
                    <a:pt x="157467" y="204269"/>
                    <a:pt x="101524" y="204344"/>
                  </a:cubicBezTo>
                  <a:close/>
                  <a:moveTo>
                    <a:pt x="101524" y="16554"/>
                  </a:moveTo>
                  <a:cubicBezTo>
                    <a:pt x="54600" y="16554"/>
                    <a:pt x="16562" y="54886"/>
                    <a:pt x="16562" y="102172"/>
                  </a:cubicBezTo>
                  <a:cubicBezTo>
                    <a:pt x="16562" y="149457"/>
                    <a:pt x="54600" y="187790"/>
                    <a:pt x="101524" y="187790"/>
                  </a:cubicBezTo>
                  <a:cubicBezTo>
                    <a:pt x="148447" y="187790"/>
                    <a:pt x="186486" y="149457"/>
                    <a:pt x="186486" y="102172"/>
                  </a:cubicBezTo>
                  <a:cubicBezTo>
                    <a:pt x="186412" y="54917"/>
                    <a:pt x="148416" y="16628"/>
                    <a:pt x="101524" y="16554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B004B128-8CB4-F046-AB9F-E887F7C0A6BE}"/>
                </a:ext>
              </a:extLst>
            </p:cNvPr>
            <p:cNvSpPr/>
            <p:nvPr/>
          </p:nvSpPr>
          <p:spPr>
            <a:xfrm>
              <a:off x="6144418" y="2543910"/>
              <a:ext cx="63553" cy="64044"/>
            </a:xfrm>
            <a:custGeom>
              <a:avLst/>
              <a:gdLst>
                <a:gd name="connsiteX0" fmla="*/ 31777 w 63553"/>
                <a:gd name="connsiteY0" fmla="*/ 64044 h 64044"/>
                <a:gd name="connsiteX1" fmla="*/ 0 w 63553"/>
                <a:gd name="connsiteY1" fmla="*/ 32022 h 64044"/>
                <a:gd name="connsiteX2" fmla="*/ 31777 w 63553"/>
                <a:gd name="connsiteY2" fmla="*/ 0 h 64044"/>
                <a:gd name="connsiteX3" fmla="*/ 63553 w 63553"/>
                <a:gd name="connsiteY3" fmla="*/ 32022 h 64044"/>
                <a:gd name="connsiteX4" fmla="*/ 31777 w 63553"/>
                <a:gd name="connsiteY4" fmla="*/ 64044 h 64044"/>
                <a:gd name="connsiteX5" fmla="*/ 31777 w 63553"/>
                <a:gd name="connsiteY5" fmla="*/ 16554 h 64044"/>
                <a:gd name="connsiteX6" fmla="*/ 16293 w 63553"/>
                <a:gd name="connsiteY6" fmla="*/ 32158 h 64044"/>
                <a:gd name="connsiteX7" fmla="*/ 31778 w 63553"/>
                <a:gd name="connsiteY7" fmla="*/ 47762 h 64044"/>
                <a:gd name="connsiteX8" fmla="*/ 47262 w 63553"/>
                <a:gd name="connsiteY8" fmla="*/ 32157 h 64044"/>
                <a:gd name="connsiteX9" fmla="*/ 47261 w 63553"/>
                <a:gd name="connsiteY9" fmla="*/ 32022 h 64044"/>
                <a:gd name="connsiteX10" fmla="*/ 31912 w 63553"/>
                <a:gd name="connsiteY10" fmla="*/ 16553 h 64044"/>
                <a:gd name="connsiteX11" fmla="*/ 31777 w 63553"/>
                <a:gd name="connsiteY11" fmla="*/ 16554 h 6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553" h="64044">
                  <a:moveTo>
                    <a:pt x="31777" y="64044"/>
                  </a:moveTo>
                  <a:cubicBezTo>
                    <a:pt x="14227" y="64044"/>
                    <a:pt x="0" y="49707"/>
                    <a:pt x="0" y="32022"/>
                  </a:cubicBezTo>
                  <a:cubicBezTo>
                    <a:pt x="0" y="14337"/>
                    <a:pt x="14227" y="0"/>
                    <a:pt x="31777" y="0"/>
                  </a:cubicBezTo>
                  <a:cubicBezTo>
                    <a:pt x="49326" y="0"/>
                    <a:pt x="63553" y="14337"/>
                    <a:pt x="63553" y="32022"/>
                  </a:cubicBezTo>
                  <a:cubicBezTo>
                    <a:pt x="63553" y="49707"/>
                    <a:pt x="49326" y="64044"/>
                    <a:pt x="31777" y="64044"/>
                  </a:cubicBezTo>
                  <a:close/>
                  <a:moveTo>
                    <a:pt x="31777" y="16554"/>
                  </a:moveTo>
                  <a:cubicBezTo>
                    <a:pt x="23225" y="16554"/>
                    <a:pt x="16293" y="23540"/>
                    <a:pt x="16293" y="32158"/>
                  </a:cubicBezTo>
                  <a:cubicBezTo>
                    <a:pt x="16293" y="40776"/>
                    <a:pt x="23226" y="47762"/>
                    <a:pt x="31778" y="47762"/>
                  </a:cubicBezTo>
                  <a:cubicBezTo>
                    <a:pt x="40330" y="47761"/>
                    <a:pt x="47262" y="40775"/>
                    <a:pt x="47262" y="32157"/>
                  </a:cubicBezTo>
                  <a:cubicBezTo>
                    <a:pt x="47262" y="32112"/>
                    <a:pt x="47261" y="32067"/>
                    <a:pt x="47261" y="32022"/>
                  </a:cubicBezTo>
                  <a:cubicBezTo>
                    <a:pt x="47261" y="23479"/>
                    <a:pt x="40389" y="16553"/>
                    <a:pt x="31912" y="16553"/>
                  </a:cubicBezTo>
                  <a:cubicBezTo>
                    <a:pt x="31867" y="16553"/>
                    <a:pt x="31822" y="16553"/>
                    <a:pt x="31777" y="16554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A3C63E49-CED0-B840-B9D1-C07D26B59EBE}"/>
                </a:ext>
              </a:extLst>
            </p:cNvPr>
            <p:cNvSpPr/>
            <p:nvPr/>
          </p:nvSpPr>
          <p:spPr>
            <a:xfrm>
              <a:off x="6117758" y="2608090"/>
              <a:ext cx="117008" cy="76528"/>
            </a:xfrm>
            <a:custGeom>
              <a:avLst/>
              <a:gdLst>
                <a:gd name="connsiteX0" fmla="*/ 108929 w 117008"/>
                <a:gd name="connsiteY0" fmla="*/ 76527 h 76528"/>
                <a:gd name="connsiteX1" fmla="*/ 100717 w 117008"/>
                <a:gd name="connsiteY1" fmla="*/ 68523 h 76528"/>
                <a:gd name="connsiteX2" fmla="*/ 100716 w 117008"/>
                <a:gd name="connsiteY2" fmla="*/ 68386 h 76528"/>
                <a:gd name="connsiteX3" fmla="*/ 100716 w 117008"/>
                <a:gd name="connsiteY3" fmla="*/ 33922 h 76528"/>
                <a:gd name="connsiteX4" fmla="*/ 83346 w 117008"/>
                <a:gd name="connsiteY4" fmla="*/ 16689 h 76528"/>
                <a:gd name="connsiteX5" fmla="*/ 33662 w 117008"/>
                <a:gd name="connsiteY5" fmla="*/ 16689 h 76528"/>
                <a:gd name="connsiteX6" fmla="*/ 16292 w 117008"/>
                <a:gd name="connsiteY6" fmla="*/ 34193 h 76528"/>
                <a:gd name="connsiteX7" fmla="*/ 16292 w 117008"/>
                <a:gd name="connsiteY7" fmla="*/ 68657 h 76528"/>
                <a:gd name="connsiteX8" fmla="*/ 7097 w 117008"/>
                <a:gd name="connsiteY8" fmla="*/ 75809 h 76528"/>
                <a:gd name="connsiteX9" fmla="*/ 0 w 117008"/>
                <a:gd name="connsiteY9" fmla="*/ 68657 h 76528"/>
                <a:gd name="connsiteX10" fmla="*/ 0 w 117008"/>
                <a:gd name="connsiteY10" fmla="*/ 33922 h 76528"/>
                <a:gd name="connsiteX11" fmla="*/ 33662 w 117008"/>
                <a:gd name="connsiteY11" fmla="*/ 0 h 76528"/>
                <a:gd name="connsiteX12" fmla="*/ 83346 w 117008"/>
                <a:gd name="connsiteY12" fmla="*/ 0 h 76528"/>
                <a:gd name="connsiteX13" fmla="*/ 117008 w 117008"/>
                <a:gd name="connsiteY13" fmla="*/ 33922 h 76528"/>
                <a:gd name="connsiteX14" fmla="*/ 117008 w 117008"/>
                <a:gd name="connsiteY14" fmla="*/ 68386 h 76528"/>
                <a:gd name="connsiteX15" fmla="*/ 108929 w 117008"/>
                <a:gd name="connsiteY15" fmla="*/ 76527 h 7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7008" h="76528">
                  <a:moveTo>
                    <a:pt x="108929" y="76527"/>
                  </a:moveTo>
                  <a:cubicBezTo>
                    <a:pt x="104468" y="76602"/>
                    <a:pt x="100791" y="73018"/>
                    <a:pt x="100717" y="68523"/>
                  </a:cubicBezTo>
                  <a:cubicBezTo>
                    <a:pt x="100716" y="68477"/>
                    <a:pt x="100716" y="68432"/>
                    <a:pt x="100716" y="68386"/>
                  </a:cubicBezTo>
                  <a:lnTo>
                    <a:pt x="100716" y="33922"/>
                  </a:lnTo>
                  <a:cubicBezTo>
                    <a:pt x="100569" y="24361"/>
                    <a:pt x="92835" y="16688"/>
                    <a:pt x="83346" y="16689"/>
                  </a:cubicBezTo>
                  <a:lnTo>
                    <a:pt x="33662" y="16689"/>
                  </a:lnTo>
                  <a:cubicBezTo>
                    <a:pt x="24069" y="16689"/>
                    <a:pt x="16292" y="24526"/>
                    <a:pt x="16292" y="34193"/>
                  </a:cubicBezTo>
                  <a:lnTo>
                    <a:pt x="16292" y="68657"/>
                  </a:lnTo>
                  <a:cubicBezTo>
                    <a:pt x="15713" y="73191"/>
                    <a:pt x="11596" y="76393"/>
                    <a:pt x="7097" y="75809"/>
                  </a:cubicBezTo>
                  <a:cubicBezTo>
                    <a:pt x="3393" y="75328"/>
                    <a:pt x="477" y="72390"/>
                    <a:pt x="0" y="68657"/>
                  </a:cubicBezTo>
                  <a:lnTo>
                    <a:pt x="0" y="33922"/>
                  </a:lnTo>
                  <a:cubicBezTo>
                    <a:pt x="0" y="15187"/>
                    <a:pt x="15071" y="0"/>
                    <a:pt x="33662" y="0"/>
                  </a:cubicBezTo>
                  <a:lnTo>
                    <a:pt x="83346" y="0"/>
                  </a:lnTo>
                  <a:cubicBezTo>
                    <a:pt x="101937" y="0"/>
                    <a:pt x="117008" y="15187"/>
                    <a:pt x="117008" y="33922"/>
                  </a:cubicBezTo>
                  <a:lnTo>
                    <a:pt x="117008" y="68386"/>
                  </a:lnTo>
                  <a:cubicBezTo>
                    <a:pt x="117008" y="72882"/>
                    <a:pt x="113391" y="76527"/>
                    <a:pt x="108929" y="76527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B76FAAA3-4F81-3B46-9AA1-024F559F9A78}"/>
                </a:ext>
              </a:extLst>
            </p:cNvPr>
            <p:cNvSpPr/>
            <p:nvPr/>
          </p:nvSpPr>
          <p:spPr>
            <a:xfrm>
              <a:off x="6075210" y="2519622"/>
              <a:ext cx="202508" cy="204072"/>
            </a:xfrm>
            <a:custGeom>
              <a:avLst/>
              <a:gdLst>
                <a:gd name="connsiteX0" fmla="*/ 100985 w 202508"/>
                <a:gd name="connsiteY0" fmla="*/ 204072 h 204072"/>
                <a:gd name="connsiteX1" fmla="*/ 0 w 202508"/>
                <a:gd name="connsiteY1" fmla="*/ 101765 h 204072"/>
                <a:gd name="connsiteX2" fmla="*/ 101524 w 202508"/>
                <a:gd name="connsiteY2" fmla="*/ 0 h 204072"/>
                <a:gd name="connsiteX3" fmla="*/ 202509 w 202508"/>
                <a:gd name="connsiteY3" fmla="*/ 102036 h 204072"/>
                <a:gd name="connsiteX4" fmla="*/ 100985 w 202508"/>
                <a:gd name="connsiteY4" fmla="*/ 204072 h 204072"/>
                <a:gd name="connsiteX5" fmla="*/ 100985 w 202508"/>
                <a:gd name="connsiteY5" fmla="*/ 16418 h 204072"/>
                <a:gd name="connsiteX6" fmla="*/ 16158 w 202508"/>
                <a:gd name="connsiteY6" fmla="*/ 102171 h 204072"/>
                <a:gd name="connsiteX7" fmla="*/ 101254 w 202508"/>
                <a:gd name="connsiteY7" fmla="*/ 187654 h 204072"/>
                <a:gd name="connsiteX8" fmla="*/ 186082 w 202508"/>
                <a:gd name="connsiteY8" fmla="*/ 102036 h 204072"/>
                <a:gd name="connsiteX9" fmla="*/ 100985 w 202508"/>
                <a:gd name="connsiteY9" fmla="*/ 16418 h 20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2508" h="204072">
                  <a:moveTo>
                    <a:pt x="100985" y="204072"/>
                  </a:moveTo>
                  <a:cubicBezTo>
                    <a:pt x="45064" y="203922"/>
                    <a:pt x="-148" y="158118"/>
                    <a:pt x="0" y="101765"/>
                  </a:cubicBezTo>
                  <a:cubicBezTo>
                    <a:pt x="149" y="45412"/>
                    <a:pt x="45603" y="-150"/>
                    <a:pt x="101524" y="0"/>
                  </a:cubicBezTo>
                  <a:cubicBezTo>
                    <a:pt x="157340" y="150"/>
                    <a:pt x="202509" y="45789"/>
                    <a:pt x="202509" y="102036"/>
                  </a:cubicBezTo>
                  <a:cubicBezTo>
                    <a:pt x="202435" y="158464"/>
                    <a:pt x="156981" y="204147"/>
                    <a:pt x="100985" y="204072"/>
                  </a:cubicBezTo>
                  <a:close/>
                  <a:moveTo>
                    <a:pt x="100985" y="16418"/>
                  </a:moveTo>
                  <a:cubicBezTo>
                    <a:pt x="54062" y="16493"/>
                    <a:pt x="16083" y="54886"/>
                    <a:pt x="16158" y="102171"/>
                  </a:cubicBezTo>
                  <a:cubicBezTo>
                    <a:pt x="16232" y="149457"/>
                    <a:pt x="54331" y="187729"/>
                    <a:pt x="101254" y="187654"/>
                  </a:cubicBezTo>
                  <a:cubicBezTo>
                    <a:pt x="148125" y="187579"/>
                    <a:pt x="186082" y="149268"/>
                    <a:pt x="186082" y="102036"/>
                  </a:cubicBezTo>
                  <a:cubicBezTo>
                    <a:pt x="186008" y="54728"/>
                    <a:pt x="147930" y="16418"/>
                    <a:pt x="100985" y="16418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3C5BC30-315D-4446-99AA-F7AC60D708B9}"/>
                </a:ext>
              </a:extLst>
            </p:cNvPr>
            <p:cNvSpPr/>
            <p:nvPr/>
          </p:nvSpPr>
          <p:spPr>
            <a:xfrm>
              <a:off x="5887471" y="2293082"/>
              <a:ext cx="373064" cy="372403"/>
            </a:xfrm>
            <a:custGeom>
              <a:avLst/>
              <a:gdLst>
                <a:gd name="connsiteX0" fmla="*/ 186392 w 373064"/>
                <a:gd name="connsiteY0" fmla="*/ 372403 h 372403"/>
                <a:gd name="connsiteX1" fmla="*/ 0 w 373064"/>
                <a:gd name="connsiteY1" fmla="*/ 184112 h 372403"/>
                <a:gd name="connsiteX2" fmla="*/ 41782 w 373064"/>
                <a:gd name="connsiteY2" fmla="*/ 65752 h 372403"/>
                <a:gd name="connsiteX3" fmla="*/ 48918 w 373064"/>
                <a:gd name="connsiteY3" fmla="*/ 62767 h 372403"/>
                <a:gd name="connsiteX4" fmla="*/ 55246 w 373064"/>
                <a:gd name="connsiteY4" fmla="*/ 67109 h 372403"/>
                <a:gd name="connsiteX5" fmla="*/ 170568 w 373064"/>
                <a:gd name="connsiteY5" fmla="*/ 101781 h 372403"/>
                <a:gd name="connsiteX6" fmla="*/ 215207 w 373064"/>
                <a:gd name="connsiteY6" fmla="*/ 26674 h 372403"/>
                <a:gd name="connsiteX7" fmla="*/ 213591 w 373064"/>
                <a:gd name="connsiteY7" fmla="*/ 9849 h 372403"/>
                <a:gd name="connsiteX8" fmla="*/ 219493 w 373064"/>
                <a:gd name="connsiteY8" fmla="*/ 215 h 372403"/>
                <a:gd name="connsiteX9" fmla="*/ 223151 w 373064"/>
                <a:gd name="connsiteY9" fmla="*/ 215 h 372403"/>
                <a:gd name="connsiteX10" fmla="*/ 369375 w 373064"/>
                <a:gd name="connsiteY10" fmla="*/ 221623 h 372403"/>
                <a:gd name="connsiteX11" fmla="*/ 356990 w 373064"/>
                <a:gd name="connsiteY11" fmla="*/ 260869 h 372403"/>
                <a:gd name="connsiteX12" fmla="*/ 351335 w 373064"/>
                <a:gd name="connsiteY12" fmla="*/ 265618 h 372403"/>
                <a:gd name="connsiteX13" fmla="*/ 344199 w 373064"/>
                <a:gd name="connsiteY13" fmla="*/ 263718 h 372403"/>
                <a:gd name="connsiteX14" fmla="*/ 224296 w 373064"/>
                <a:gd name="connsiteY14" fmla="*/ 271555 h 372403"/>
                <a:gd name="connsiteX15" fmla="*/ 209552 w 373064"/>
                <a:gd name="connsiteY15" fmla="*/ 360598 h 372403"/>
                <a:gd name="connsiteX16" fmla="*/ 209552 w 373064"/>
                <a:gd name="connsiteY16" fmla="*/ 367926 h 372403"/>
                <a:gd name="connsiteX17" fmla="*/ 203358 w 373064"/>
                <a:gd name="connsiteY17" fmla="*/ 371860 h 372403"/>
                <a:gd name="connsiteX18" fmla="*/ 186392 w 373064"/>
                <a:gd name="connsiteY18" fmla="*/ 372403 h 372403"/>
                <a:gd name="connsiteX19" fmla="*/ 47437 w 373064"/>
                <a:gd name="connsiteY19" fmla="*/ 85426 h 372403"/>
                <a:gd name="connsiteX20" fmla="*/ 87098 w 373064"/>
                <a:gd name="connsiteY20" fmla="*/ 324854 h 372403"/>
                <a:gd name="connsiteX21" fmla="*/ 186392 w 373064"/>
                <a:gd name="connsiteY21" fmla="*/ 356799 h 372403"/>
                <a:gd name="connsiteX22" fmla="*/ 191240 w 373064"/>
                <a:gd name="connsiteY22" fmla="*/ 356799 h 372403"/>
                <a:gd name="connsiteX23" fmla="*/ 187470 w 373064"/>
                <a:gd name="connsiteY23" fmla="*/ 329662 h 372403"/>
                <a:gd name="connsiteX24" fmla="*/ 288724 w 373064"/>
                <a:gd name="connsiteY24" fmla="*/ 227626 h 372403"/>
                <a:gd name="connsiteX25" fmla="*/ 345949 w 373064"/>
                <a:gd name="connsiteY25" fmla="*/ 245536 h 372403"/>
                <a:gd name="connsiteX26" fmla="*/ 356721 w 373064"/>
                <a:gd name="connsiteY26" fmla="*/ 185699 h 372403"/>
                <a:gd name="connsiteX27" fmla="*/ 231230 w 373064"/>
                <a:gd name="connsiteY27" fmla="*/ 19618 h 372403"/>
                <a:gd name="connsiteX28" fmla="*/ 231230 w 373064"/>
                <a:gd name="connsiteY28" fmla="*/ 27352 h 372403"/>
                <a:gd name="connsiteX29" fmla="*/ 128966 w 373064"/>
                <a:gd name="connsiteY29" fmla="*/ 128361 h 372403"/>
                <a:gd name="connsiteX30" fmla="*/ 47437 w 373064"/>
                <a:gd name="connsiteY30" fmla="*/ 85426 h 37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73064" h="372403">
                  <a:moveTo>
                    <a:pt x="186392" y="372403"/>
                  </a:moveTo>
                  <a:cubicBezTo>
                    <a:pt x="83325" y="372276"/>
                    <a:pt x="-126" y="287975"/>
                    <a:pt x="0" y="184112"/>
                  </a:cubicBezTo>
                  <a:cubicBezTo>
                    <a:pt x="52" y="140999"/>
                    <a:pt x="14803" y="99213"/>
                    <a:pt x="41782" y="65752"/>
                  </a:cubicBezTo>
                  <a:cubicBezTo>
                    <a:pt x="43503" y="63601"/>
                    <a:pt x="46191" y="62476"/>
                    <a:pt x="48918" y="62767"/>
                  </a:cubicBezTo>
                  <a:cubicBezTo>
                    <a:pt x="51626" y="63027"/>
                    <a:pt x="54014" y="64665"/>
                    <a:pt x="55246" y="67109"/>
                  </a:cubicBezTo>
                  <a:cubicBezTo>
                    <a:pt x="77590" y="108774"/>
                    <a:pt x="129222" y="124298"/>
                    <a:pt x="170568" y="101781"/>
                  </a:cubicBezTo>
                  <a:cubicBezTo>
                    <a:pt x="197964" y="86862"/>
                    <a:pt x="215085" y="58054"/>
                    <a:pt x="215207" y="26674"/>
                  </a:cubicBezTo>
                  <a:cubicBezTo>
                    <a:pt x="215203" y="21026"/>
                    <a:pt x="214662" y="15392"/>
                    <a:pt x="213591" y="9849"/>
                  </a:cubicBezTo>
                  <a:cubicBezTo>
                    <a:pt x="212581" y="5546"/>
                    <a:pt x="215223" y="1233"/>
                    <a:pt x="219493" y="215"/>
                  </a:cubicBezTo>
                  <a:cubicBezTo>
                    <a:pt x="220695" y="-72"/>
                    <a:pt x="221948" y="-72"/>
                    <a:pt x="223151" y="215"/>
                  </a:cubicBezTo>
                  <a:cubicBezTo>
                    <a:pt x="324201" y="20665"/>
                    <a:pt x="389668" y="119792"/>
                    <a:pt x="369375" y="221623"/>
                  </a:cubicBezTo>
                  <a:cubicBezTo>
                    <a:pt x="366685" y="235122"/>
                    <a:pt x="362532" y="248283"/>
                    <a:pt x="356990" y="260869"/>
                  </a:cubicBezTo>
                  <a:cubicBezTo>
                    <a:pt x="355905" y="263224"/>
                    <a:pt x="353830" y="264967"/>
                    <a:pt x="351335" y="265618"/>
                  </a:cubicBezTo>
                  <a:cubicBezTo>
                    <a:pt x="348791" y="266181"/>
                    <a:pt x="346135" y="265474"/>
                    <a:pt x="344199" y="263718"/>
                  </a:cubicBezTo>
                  <a:cubicBezTo>
                    <a:pt x="308941" y="232516"/>
                    <a:pt x="255259" y="236025"/>
                    <a:pt x="224296" y="271555"/>
                  </a:cubicBezTo>
                  <a:cubicBezTo>
                    <a:pt x="202991" y="296002"/>
                    <a:pt x="197278" y="330505"/>
                    <a:pt x="209552" y="360598"/>
                  </a:cubicBezTo>
                  <a:cubicBezTo>
                    <a:pt x="210773" y="362886"/>
                    <a:pt x="210773" y="365638"/>
                    <a:pt x="209552" y="367926"/>
                  </a:cubicBezTo>
                  <a:cubicBezTo>
                    <a:pt x="208229" y="370159"/>
                    <a:pt x="205928" y="371621"/>
                    <a:pt x="203358" y="371860"/>
                  </a:cubicBezTo>
                  <a:cubicBezTo>
                    <a:pt x="197299" y="372403"/>
                    <a:pt x="191778" y="372403"/>
                    <a:pt x="186392" y="372403"/>
                  </a:cubicBezTo>
                  <a:close/>
                  <a:moveTo>
                    <a:pt x="47437" y="85426"/>
                  </a:moveTo>
                  <a:cubicBezTo>
                    <a:pt x="-7220" y="162579"/>
                    <a:pt x="10537" y="269774"/>
                    <a:pt x="87098" y="324854"/>
                  </a:cubicBezTo>
                  <a:cubicBezTo>
                    <a:pt x="116071" y="345697"/>
                    <a:pt x="150795" y="356868"/>
                    <a:pt x="186392" y="356799"/>
                  </a:cubicBezTo>
                  <a:lnTo>
                    <a:pt x="191240" y="356799"/>
                  </a:lnTo>
                  <a:cubicBezTo>
                    <a:pt x="188808" y="347959"/>
                    <a:pt x="187540" y="338835"/>
                    <a:pt x="187470" y="329662"/>
                  </a:cubicBezTo>
                  <a:cubicBezTo>
                    <a:pt x="187544" y="273340"/>
                    <a:pt x="232834" y="227700"/>
                    <a:pt x="288724" y="227626"/>
                  </a:cubicBezTo>
                  <a:cubicBezTo>
                    <a:pt x="309164" y="227581"/>
                    <a:pt x="329130" y="233830"/>
                    <a:pt x="345949" y="245536"/>
                  </a:cubicBezTo>
                  <a:cubicBezTo>
                    <a:pt x="353094" y="226409"/>
                    <a:pt x="356743" y="206136"/>
                    <a:pt x="356721" y="185699"/>
                  </a:cubicBezTo>
                  <a:cubicBezTo>
                    <a:pt x="356755" y="108185"/>
                    <a:pt x="305388" y="40203"/>
                    <a:pt x="231230" y="19618"/>
                  </a:cubicBezTo>
                  <a:cubicBezTo>
                    <a:pt x="231364" y="22195"/>
                    <a:pt x="231364" y="24776"/>
                    <a:pt x="231230" y="27352"/>
                  </a:cubicBezTo>
                  <a:cubicBezTo>
                    <a:pt x="230670" y="83703"/>
                    <a:pt x="184885" y="128926"/>
                    <a:pt x="128966" y="128361"/>
                  </a:cubicBezTo>
                  <a:cubicBezTo>
                    <a:pt x="96535" y="128034"/>
                    <a:pt x="66221" y="112070"/>
                    <a:pt x="47437" y="85426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9B00DF0-B713-6749-B196-FD6820FC654D}"/>
                </a:ext>
              </a:extLst>
            </p:cNvPr>
            <p:cNvSpPr/>
            <p:nvPr/>
          </p:nvSpPr>
          <p:spPr>
            <a:xfrm>
              <a:off x="6153421" y="2306468"/>
              <a:ext cx="51712" cy="57928"/>
            </a:xfrm>
            <a:custGeom>
              <a:avLst/>
              <a:gdLst>
                <a:gd name="connsiteX0" fmla="*/ 15098 w 51712"/>
                <a:gd name="connsiteY0" fmla="*/ 57929 h 57928"/>
                <a:gd name="connsiteX1" fmla="*/ 7154 w 51712"/>
                <a:gd name="connsiteY1" fmla="*/ 51280 h 57928"/>
                <a:gd name="connsiteX2" fmla="*/ 153 w 51712"/>
                <a:gd name="connsiteY2" fmla="*/ 16137 h 57928"/>
                <a:gd name="connsiteX3" fmla="*/ 1499 w 51712"/>
                <a:gd name="connsiteY3" fmla="*/ 9896 h 57928"/>
                <a:gd name="connsiteX4" fmla="*/ 6750 w 51712"/>
                <a:gd name="connsiteY4" fmla="*/ 6232 h 57928"/>
                <a:gd name="connsiteX5" fmla="*/ 42162 w 51712"/>
                <a:gd name="connsiteY5" fmla="*/ 126 h 57928"/>
                <a:gd name="connsiteX6" fmla="*/ 51588 w 51712"/>
                <a:gd name="connsiteY6" fmla="*/ 6775 h 57928"/>
                <a:gd name="connsiteX7" fmla="*/ 44990 w 51712"/>
                <a:gd name="connsiteY7" fmla="*/ 16273 h 57928"/>
                <a:gd name="connsiteX8" fmla="*/ 18061 w 51712"/>
                <a:gd name="connsiteY8" fmla="*/ 21022 h 57928"/>
                <a:gd name="connsiteX9" fmla="*/ 23447 w 51712"/>
                <a:gd name="connsiteY9" fmla="*/ 48159 h 57928"/>
                <a:gd name="connsiteX10" fmla="*/ 16983 w 51712"/>
                <a:gd name="connsiteY10" fmla="*/ 57793 h 5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12" h="57928">
                  <a:moveTo>
                    <a:pt x="15098" y="57929"/>
                  </a:moveTo>
                  <a:cubicBezTo>
                    <a:pt x="11226" y="57877"/>
                    <a:pt x="7916" y="55106"/>
                    <a:pt x="7154" y="51280"/>
                  </a:cubicBezTo>
                  <a:lnTo>
                    <a:pt x="153" y="16137"/>
                  </a:lnTo>
                  <a:cubicBezTo>
                    <a:pt x="-277" y="13958"/>
                    <a:pt x="210" y="11698"/>
                    <a:pt x="1499" y="9896"/>
                  </a:cubicBezTo>
                  <a:cubicBezTo>
                    <a:pt x="2687" y="8010"/>
                    <a:pt x="4581" y="6689"/>
                    <a:pt x="6750" y="6232"/>
                  </a:cubicBezTo>
                  <a:lnTo>
                    <a:pt x="42162" y="126"/>
                  </a:lnTo>
                  <a:cubicBezTo>
                    <a:pt x="46587" y="-661"/>
                    <a:pt x="50807" y="2316"/>
                    <a:pt x="51588" y="6775"/>
                  </a:cubicBezTo>
                  <a:cubicBezTo>
                    <a:pt x="52369" y="11234"/>
                    <a:pt x="49415" y="15486"/>
                    <a:pt x="44990" y="16273"/>
                  </a:cubicBezTo>
                  <a:lnTo>
                    <a:pt x="18061" y="21022"/>
                  </a:lnTo>
                  <a:lnTo>
                    <a:pt x="23447" y="48159"/>
                  </a:lnTo>
                  <a:cubicBezTo>
                    <a:pt x="24271" y="52611"/>
                    <a:pt x="21391" y="56904"/>
                    <a:pt x="16983" y="57793"/>
                  </a:cubicBez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ADC1FB2D-F1B7-0F40-A53E-00784CE62FF1}"/>
                </a:ext>
              </a:extLst>
            </p:cNvPr>
            <p:cNvSpPr/>
            <p:nvPr/>
          </p:nvSpPr>
          <p:spPr>
            <a:xfrm>
              <a:off x="5941881" y="2593948"/>
              <a:ext cx="52163" cy="57996"/>
            </a:xfrm>
            <a:custGeom>
              <a:avLst/>
              <a:gdLst>
                <a:gd name="connsiteX0" fmla="*/ 8781 w 52163"/>
                <a:gd name="connsiteY0" fmla="*/ 57968 h 57996"/>
                <a:gd name="connsiteX1" fmla="*/ 28 w 52163"/>
                <a:gd name="connsiteY1" fmla="*/ 50505 h 57996"/>
                <a:gd name="connsiteX2" fmla="*/ 7434 w 52163"/>
                <a:gd name="connsiteY2" fmla="*/ 41686 h 57996"/>
                <a:gd name="connsiteX3" fmla="*/ 34363 w 52163"/>
                <a:gd name="connsiteY3" fmla="*/ 36937 h 57996"/>
                <a:gd name="connsiteX4" fmla="*/ 28978 w 52163"/>
                <a:gd name="connsiteY4" fmla="*/ 9799 h 57996"/>
                <a:gd name="connsiteX5" fmla="*/ 35441 w 52163"/>
                <a:gd name="connsiteY5" fmla="*/ 165 h 57996"/>
                <a:gd name="connsiteX6" fmla="*/ 44970 w 52163"/>
                <a:gd name="connsiteY6" fmla="*/ 6517 h 57996"/>
                <a:gd name="connsiteX7" fmla="*/ 45001 w 52163"/>
                <a:gd name="connsiteY7" fmla="*/ 6678 h 57996"/>
                <a:gd name="connsiteX8" fmla="*/ 52002 w 52163"/>
                <a:gd name="connsiteY8" fmla="*/ 41686 h 57996"/>
                <a:gd name="connsiteX9" fmla="*/ 50656 w 52163"/>
                <a:gd name="connsiteY9" fmla="*/ 47927 h 57996"/>
                <a:gd name="connsiteX10" fmla="*/ 45404 w 52163"/>
                <a:gd name="connsiteY10" fmla="*/ 51455 h 57996"/>
                <a:gd name="connsiteX11" fmla="*/ 10262 w 52163"/>
                <a:gd name="connsiteY11" fmla="*/ 57968 h 57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163" h="57996">
                  <a:moveTo>
                    <a:pt x="8781" y="57968"/>
                  </a:moveTo>
                  <a:cubicBezTo>
                    <a:pt x="4319" y="58343"/>
                    <a:pt x="400" y="55001"/>
                    <a:pt x="28" y="50505"/>
                  </a:cubicBezTo>
                  <a:cubicBezTo>
                    <a:pt x="-343" y="46009"/>
                    <a:pt x="2972" y="42060"/>
                    <a:pt x="7434" y="41686"/>
                  </a:cubicBezTo>
                  <a:lnTo>
                    <a:pt x="34363" y="36937"/>
                  </a:lnTo>
                  <a:lnTo>
                    <a:pt x="28978" y="9799"/>
                  </a:lnTo>
                  <a:cubicBezTo>
                    <a:pt x="28153" y="5347"/>
                    <a:pt x="31033" y="1054"/>
                    <a:pt x="35441" y="165"/>
                  </a:cubicBezTo>
                  <a:cubicBezTo>
                    <a:pt x="39813" y="-732"/>
                    <a:pt x="44079" y="2112"/>
                    <a:pt x="44970" y="6517"/>
                  </a:cubicBezTo>
                  <a:cubicBezTo>
                    <a:pt x="44980" y="6571"/>
                    <a:pt x="44991" y="6625"/>
                    <a:pt x="45001" y="6678"/>
                  </a:cubicBezTo>
                  <a:lnTo>
                    <a:pt x="52002" y="41686"/>
                  </a:lnTo>
                  <a:cubicBezTo>
                    <a:pt x="52449" y="43864"/>
                    <a:pt x="51960" y="46132"/>
                    <a:pt x="50656" y="47927"/>
                  </a:cubicBezTo>
                  <a:cubicBezTo>
                    <a:pt x="49464" y="49783"/>
                    <a:pt x="47563" y="51060"/>
                    <a:pt x="45404" y="51455"/>
                  </a:cubicBezTo>
                  <a:lnTo>
                    <a:pt x="10262" y="57968"/>
                  </a:lnTo>
                  <a:close/>
                </a:path>
              </a:pathLst>
            </a:custGeom>
            <a:grpFill/>
            <a:ln w="131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9CF89CFD-7D4D-7345-B2A9-DBB995491052}"/>
              </a:ext>
            </a:extLst>
          </p:cNvPr>
          <p:cNvGrpSpPr/>
          <p:nvPr/>
        </p:nvGrpSpPr>
        <p:grpSpPr>
          <a:xfrm>
            <a:off x="5450177" y="3407094"/>
            <a:ext cx="1286013" cy="979091"/>
            <a:chOff x="5450177" y="3660462"/>
            <a:chExt cx="1286013" cy="979091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389960BD-3154-6D49-B037-4E6CADF63B6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86312" y="3660462"/>
              <a:ext cx="413743" cy="366406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27" name="Title 1">
              <a:extLst>
                <a:ext uri="{FF2B5EF4-FFF2-40B4-BE49-F238E27FC236}">
                  <a16:creationId xmlns:a16="http://schemas.microsoft.com/office/drawing/2014/main" id="{27ECCD98-430B-0443-B175-A110C21D8E4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450177" y="4048622"/>
              <a:ext cx="1286013" cy="5909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18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 </a:t>
              </a:r>
              <a:r>
                <a:rPr lang="en-IN" sz="18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74785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3DA679DA-0A6F-BF41-AD8A-8272F8200C30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9EA34B1F-267C-4F42-97AA-A10120E98322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0E0EA2-8126-7D4B-BC08-CA236B3E8450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C989991A-BB6E-6842-AFB9-1DA770AB33BE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6AD9AC3A-1DEC-2242-868D-ACAC6F97A3E4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8823FBCB-8E56-D946-B90D-574A0929F637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5">
            <a:extLst>
              <a:ext uri="{FF2B5EF4-FFF2-40B4-BE49-F238E27FC236}">
                <a16:creationId xmlns:a16="http://schemas.microsoft.com/office/drawing/2014/main" id="{B91D02A1-F5CE-514D-8752-37734DBB0C15}"/>
              </a:ext>
            </a:extLst>
          </p:cNvPr>
          <p:cNvSpPr>
            <a:spLocks noEditPoints="1"/>
          </p:cNvSpPr>
          <p:nvPr/>
        </p:nvSpPr>
        <p:spPr bwMode="auto">
          <a:xfrm rot="2521052">
            <a:off x="3772271" y="1454401"/>
            <a:ext cx="4684771" cy="4743823"/>
          </a:xfrm>
          <a:custGeom>
            <a:avLst/>
            <a:gdLst>
              <a:gd name="T0" fmla="*/ 10 w 503"/>
              <a:gd name="T1" fmla="*/ 214 h 504"/>
              <a:gd name="T2" fmla="*/ 0 w 503"/>
              <a:gd name="T3" fmla="*/ 224 h 504"/>
              <a:gd name="T4" fmla="*/ 10 w 503"/>
              <a:gd name="T5" fmla="*/ 234 h 504"/>
              <a:gd name="T6" fmla="*/ 13 w 503"/>
              <a:gd name="T7" fmla="*/ 233 h 504"/>
              <a:gd name="T8" fmla="*/ 53 w 503"/>
              <a:gd name="T9" fmla="*/ 278 h 504"/>
              <a:gd name="T10" fmla="*/ 53 w 503"/>
              <a:gd name="T11" fmla="*/ 273 h 504"/>
              <a:gd name="T12" fmla="*/ 16 w 503"/>
              <a:gd name="T13" fmla="*/ 232 h 504"/>
              <a:gd name="T14" fmla="*/ 20 w 503"/>
              <a:gd name="T15" fmla="*/ 224 h 504"/>
              <a:gd name="T16" fmla="*/ 10 w 503"/>
              <a:gd name="T17" fmla="*/ 214 h 504"/>
              <a:gd name="T18" fmla="*/ 450 w 503"/>
              <a:gd name="T19" fmla="*/ 227 h 504"/>
              <a:gd name="T20" fmla="*/ 451 w 503"/>
              <a:gd name="T21" fmla="*/ 231 h 504"/>
              <a:gd name="T22" fmla="*/ 488 w 503"/>
              <a:gd name="T23" fmla="*/ 273 h 504"/>
              <a:gd name="T24" fmla="*/ 484 w 503"/>
              <a:gd name="T25" fmla="*/ 281 h 504"/>
              <a:gd name="T26" fmla="*/ 494 w 503"/>
              <a:gd name="T27" fmla="*/ 291 h 504"/>
              <a:gd name="T28" fmla="*/ 503 w 503"/>
              <a:gd name="T29" fmla="*/ 281 h 504"/>
              <a:gd name="T30" fmla="*/ 494 w 503"/>
              <a:gd name="T31" fmla="*/ 271 h 504"/>
              <a:gd name="T32" fmla="*/ 491 w 503"/>
              <a:gd name="T33" fmla="*/ 271 h 504"/>
              <a:gd name="T34" fmla="*/ 450 w 503"/>
              <a:gd name="T35" fmla="*/ 227 h 504"/>
              <a:gd name="T36" fmla="*/ 277 w 503"/>
              <a:gd name="T37" fmla="*/ 451 h 504"/>
              <a:gd name="T38" fmla="*/ 277 w 503"/>
              <a:gd name="T39" fmla="*/ 451 h 504"/>
              <a:gd name="T40" fmla="*/ 277 w 503"/>
              <a:gd name="T41" fmla="*/ 451 h 504"/>
              <a:gd name="T42" fmla="*/ 277 w 503"/>
              <a:gd name="T43" fmla="*/ 451 h 504"/>
              <a:gd name="T44" fmla="*/ 273 w 503"/>
              <a:gd name="T45" fmla="*/ 451 h 504"/>
              <a:gd name="T46" fmla="*/ 231 w 503"/>
              <a:gd name="T47" fmla="*/ 488 h 504"/>
              <a:gd name="T48" fmla="*/ 223 w 503"/>
              <a:gd name="T49" fmla="*/ 484 h 504"/>
              <a:gd name="T50" fmla="*/ 213 w 503"/>
              <a:gd name="T51" fmla="*/ 494 h 504"/>
              <a:gd name="T52" fmla="*/ 223 w 503"/>
              <a:gd name="T53" fmla="*/ 504 h 504"/>
              <a:gd name="T54" fmla="*/ 233 w 503"/>
              <a:gd name="T55" fmla="*/ 494 h 504"/>
              <a:gd name="T56" fmla="*/ 233 w 503"/>
              <a:gd name="T57" fmla="*/ 491 h 504"/>
              <a:gd name="T58" fmla="*/ 277 w 503"/>
              <a:gd name="T59" fmla="*/ 451 h 504"/>
              <a:gd name="T60" fmla="*/ 252 w 503"/>
              <a:gd name="T61" fmla="*/ 449 h 504"/>
              <a:gd name="T62" fmla="*/ 55 w 503"/>
              <a:gd name="T63" fmla="*/ 252 h 504"/>
              <a:gd name="T64" fmla="*/ 252 w 503"/>
              <a:gd name="T65" fmla="*/ 55 h 504"/>
              <a:gd name="T66" fmla="*/ 449 w 503"/>
              <a:gd name="T67" fmla="*/ 252 h 504"/>
              <a:gd name="T68" fmla="*/ 252 w 503"/>
              <a:gd name="T69" fmla="*/ 449 h 504"/>
              <a:gd name="T70" fmla="*/ 280 w 503"/>
              <a:gd name="T71" fmla="*/ 0 h 504"/>
              <a:gd name="T72" fmla="*/ 270 w 503"/>
              <a:gd name="T73" fmla="*/ 10 h 504"/>
              <a:gd name="T74" fmla="*/ 271 w 503"/>
              <a:gd name="T75" fmla="*/ 13 h 504"/>
              <a:gd name="T76" fmla="*/ 226 w 503"/>
              <a:gd name="T77" fmla="*/ 53 h 504"/>
              <a:gd name="T78" fmla="*/ 110 w 503"/>
              <a:gd name="T79" fmla="*/ 111 h 504"/>
              <a:gd name="T80" fmla="*/ 51 w 503"/>
              <a:gd name="T81" fmla="*/ 252 h 504"/>
              <a:gd name="T82" fmla="*/ 252 w 503"/>
              <a:gd name="T83" fmla="*/ 453 h 504"/>
              <a:gd name="T84" fmla="*/ 452 w 503"/>
              <a:gd name="T85" fmla="*/ 252 h 504"/>
              <a:gd name="T86" fmla="*/ 252 w 503"/>
              <a:gd name="T87" fmla="*/ 52 h 504"/>
              <a:gd name="T88" fmla="*/ 231 w 503"/>
              <a:gd name="T89" fmla="*/ 53 h 504"/>
              <a:gd name="T90" fmla="*/ 272 w 503"/>
              <a:gd name="T91" fmla="*/ 16 h 504"/>
              <a:gd name="T92" fmla="*/ 280 w 503"/>
              <a:gd name="T93" fmla="*/ 20 h 504"/>
              <a:gd name="T94" fmla="*/ 290 w 503"/>
              <a:gd name="T95" fmla="*/ 10 h 504"/>
              <a:gd name="T96" fmla="*/ 280 w 503"/>
              <a:gd name="T97" fmla="*/ 0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03" h="504">
                <a:moveTo>
                  <a:pt x="10" y="214"/>
                </a:moveTo>
                <a:cubicBezTo>
                  <a:pt x="4" y="214"/>
                  <a:pt x="0" y="218"/>
                  <a:pt x="0" y="224"/>
                </a:cubicBezTo>
                <a:cubicBezTo>
                  <a:pt x="0" y="229"/>
                  <a:pt x="4" y="234"/>
                  <a:pt x="10" y="234"/>
                </a:cubicBezTo>
                <a:cubicBezTo>
                  <a:pt x="11" y="234"/>
                  <a:pt x="12" y="233"/>
                  <a:pt x="13" y="233"/>
                </a:cubicBezTo>
                <a:cubicBezTo>
                  <a:pt x="23" y="251"/>
                  <a:pt x="36" y="266"/>
                  <a:pt x="53" y="278"/>
                </a:cubicBezTo>
                <a:cubicBezTo>
                  <a:pt x="53" y="276"/>
                  <a:pt x="53" y="275"/>
                  <a:pt x="53" y="273"/>
                </a:cubicBezTo>
                <a:cubicBezTo>
                  <a:pt x="37" y="262"/>
                  <a:pt x="25" y="248"/>
                  <a:pt x="16" y="232"/>
                </a:cubicBezTo>
                <a:cubicBezTo>
                  <a:pt x="18" y="230"/>
                  <a:pt x="20" y="227"/>
                  <a:pt x="20" y="224"/>
                </a:cubicBezTo>
                <a:cubicBezTo>
                  <a:pt x="20" y="218"/>
                  <a:pt x="15" y="214"/>
                  <a:pt x="10" y="214"/>
                </a:cubicBezTo>
                <a:moveTo>
                  <a:pt x="450" y="227"/>
                </a:moveTo>
                <a:cubicBezTo>
                  <a:pt x="451" y="228"/>
                  <a:pt x="451" y="230"/>
                  <a:pt x="451" y="231"/>
                </a:cubicBezTo>
                <a:cubicBezTo>
                  <a:pt x="466" y="242"/>
                  <a:pt x="478" y="256"/>
                  <a:pt x="488" y="273"/>
                </a:cubicBezTo>
                <a:cubicBezTo>
                  <a:pt x="485" y="275"/>
                  <a:pt x="484" y="278"/>
                  <a:pt x="484" y="281"/>
                </a:cubicBezTo>
                <a:cubicBezTo>
                  <a:pt x="484" y="286"/>
                  <a:pt x="488" y="291"/>
                  <a:pt x="494" y="291"/>
                </a:cubicBezTo>
                <a:cubicBezTo>
                  <a:pt x="499" y="291"/>
                  <a:pt x="503" y="286"/>
                  <a:pt x="503" y="281"/>
                </a:cubicBezTo>
                <a:cubicBezTo>
                  <a:pt x="503" y="275"/>
                  <a:pt x="499" y="271"/>
                  <a:pt x="494" y="271"/>
                </a:cubicBezTo>
                <a:cubicBezTo>
                  <a:pt x="493" y="271"/>
                  <a:pt x="492" y="271"/>
                  <a:pt x="491" y="271"/>
                </a:cubicBezTo>
                <a:cubicBezTo>
                  <a:pt x="481" y="253"/>
                  <a:pt x="467" y="238"/>
                  <a:pt x="450" y="227"/>
                </a:cubicBezTo>
                <a:moveTo>
                  <a:pt x="277" y="451"/>
                </a:moveTo>
                <a:cubicBezTo>
                  <a:pt x="277" y="451"/>
                  <a:pt x="277" y="451"/>
                  <a:pt x="277" y="451"/>
                </a:cubicBezTo>
                <a:cubicBezTo>
                  <a:pt x="277" y="451"/>
                  <a:pt x="277" y="451"/>
                  <a:pt x="277" y="451"/>
                </a:cubicBezTo>
                <a:moveTo>
                  <a:pt x="277" y="451"/>
                </a:moveTo>
                <a:cubicBezTo>
                  <a:pt x="276" y="451"/>
                  <a:pt x="274" y="451"/>
                  <a:pt x="273" y="451"/>
                </a:cubicBezTo>
                <a:cubicBezTo>
                  <a:pt x="262" y="467"/>
                  <a:pt x="248" y="479"/>
                  <a:pt x="231" y="488"/>
                </a:cubicBezTo>
                <a:cubicBezTo>
                  <a:pt x="229" y="486"/>
                  <a:pt x="226" y="484"/>
                  <a:pt x="223" y="484"/>
                </a:cubicBezTo>
                <a:cubicBezTo>
                  <a:pt x="218" y="484"/>
                  <a:pt x="213" y="489"/>
                  <a:pt x="213" y="494"/>
                </a:cubicBezTo>
                <a:cubicBezTo>
                  <a:pt x="213" y="499"/>
                  <a:pt x="218" y="504"/>
                  <a:pt x="223" y="504"/>
                </a:cubicBezTo>
                <a:cubicBezTo>
                  <a:pt x="229" y="504"/>
                  <a:pt x="233" y="499"/>
                  <a:pt x="233" y="494"/>
                </a:cubicBezTo>
                <a:cubicBezTo>
                  <a:pt x="233" y="493"/>
                  <a:pt x="233" y="492"/>
                  <a:pt x="233" y="491"/>
                </a:cubicBezTo>
                <a:cubicBezTo>
                  <a:pt x="251" y="481"/>
                  <a:pt x="266" y="468"/>
                  <a:pt x="277" y="451"/>
                </a:cubicBezTo>
                <a:moveTo>
                  <a:pt x="252" y="449"/>
                </a:moveTo>
                <a:cubicBezTo>
                  <a:pt x="143" y="449"/>
                  <a:pt x="55" y="361"/>
                  <a:pt x="55" y="252"/>
                </a:cubicBezTo>
                <a:cubicBezTo>
                  <a:pt x="55" y="144"/>
                  <a:pt x="143" y="55"/>
                  <a:pt x="252" y="55"/>
                </a:cubicBezTo>
                <a:cubicBezTo>
                  <a:pt x="360" y="55"/>
                  <a:pt x="449" y="144"/>
                  <a:pt x="449" y="252"/>
                </a:cubicBezTo>
                <a:cubicBezTo>
                  <a:pt x="449" y="361"/>
                  <a:pt x="360" y="449"/>
                  <a:pt x="252" y="449"/>
                </a:cubicBezTo>
                <a:moveTo>
                  <a:pt x="280" y="0"/>
                </a:moveTo>
                <a:cubicBezTo>
                  <a:pt x="275" y="0"/>
                  <a:pt x="270" y="5"/>
                  <a:pt x="270" y="10"/>
                </a:cubicBezTo>
                <a:cubicBezTo>
                  <a:pt x="270" y="11"/>
                  <a:pt x="271" y="12"/>
                  <a:pt x="271" y="13"/>
                </a:cubicBezTo>
                <a:cubicBezTo>
                  <a:pt x="253" y="23"/>
                  <a:pt x="238" y="37"/>
                  <a:pt x="226" y="53"/>
                </a:cubicBezTo>
                <a:cubicBezTo>
                  <a:pt x="182" y="59"/>
                  <a:pt x="142" y="79"/>
                  <a:pt x="110" y="111"/>
                </a:cubicBezTo>
                <a:cubicBezTo>
                  <a:pt x="72" y="148"/>
                  <a:pt x="51" y="199"/>
                  <a:pt x="51" y="252"/>
                </a:cubicBezTo>
                <a:cubicBezTo>
                  <a:pt x="51" y="363"/>
                  <a:pt x="141" y="453"/>
                  <a:pt x="252" y="453"/>
                </a:cubicBezTo>
                <a:cubicBezTo>
                  <a:pt x="362" y="453"/>
                  <a:pt x="452" y="363"/>
                  <a:pt x="452" y="252"/>
                </a:cubicBezTo>
                <a:cubicBezTo>
                  <a:pt x="452" y="142"/>
                  <a:pt x="362" y="52"/>
                  <a:pt x="252" y="52"/>
                </a:cubicBezTo>
                <a:cubicBezTo>
                  <a:pt x="245" y="52"/>
                  <a:pt x="238" y="52"/>
                  <a:pt x="231" y="53"/>
                </a:cubicBezTo>
                <a:cubicBezTo>
                  <a:pt x="242" y="38"/>
                  <a:pt x="256" y="25"/>
                  <a:pt x="272" y="16"/>
                </a:cubicBezTo>
                <a:cubicBezTo>
                  <a:pt x="274" y="19"/>
                  <a:pt x="277" y="20"/>
                  <a:pt x="280" y="20"/>
                </a:cubicBezTo>
                <a:cubicBezTo>
                  <a:pt x="286" y="20"/>
                  <a:pt x="290" y="16"/>
                  <a:pt x="290" y="10"/>
                </a:cubicBezTo>
                <a:cubicBezTo>
                  <a:pt x="290" y="5"/>
                  <a:pt x="286" y="0"/>
                  <a:pt x="280" y="0"/>
                </a:cubicBezTo>
              </a:path>
            </a:pathLst>
          </a:custGeom>
          <a:solidFill>
            <a:schemeClr val="tx2">
              <a:alpha val="50000"/>
            </a:schemeClr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</a:bodyPr>
          <a:lstStyle/>
          <a:p>
            <a:endParaRPr lang="en-US" sz="45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B8AE565-D198-644D-A237-B2C85B529840}"/>
              </a:ext>
            </a:extLst>
          </p:cNvPr>
          <p:cNvGrpSpPr/>
          <p:nvPr/>
        </p:nvGrpSpPr>
        <p:grpSpPr>
          <a:xfrm>
            <a:off x="4375777" y="2063610"/>
            <a:ext cx="3581460" cy="3522384"/>
            <a:chOff x="8708294" y="3332138"/>
            <a:chExt cx="7163852" cy="7045685"/>
          </a:xfrm>
        </p:grpSpPr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1AA21ADD-C9CC-9148-9864-78E30C67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0368" y="4824669"/>
              <a:ext cx="1861778" cy="5045362"/>
            </a:xfrm>
            <a:custGeom>
              <a:avLst/>
              <a:gdLst>
                <a:gd name="T0" fmla="*/ 63 w 100"/>
                <a:gd name="T1" fmla="*/ 11 h 268"/>
                <a:gd name="T2" fmla="*/ 60 w 100"/>
                <a:gd name="T3" fmla="*/ 10 h 268"/>
                <a:gd name="T4" fmla="*/ 16 w 100"/>
                <a:gd name="T5" fmla="*/ 0 h 268"/>
                <a:gd name="T6" fmla="*/ 58 w 100"/>
                <a:gd name="T7" fmla="*/ 130 h 268"/>
                <a:gd name="T8" fmla="*/ 11 w 100"/>
                <a:gd name="T9" fmla="*/ 222 h 268"/>
                <a:gd name="T10" fmla="*/ 1 w 100"/>
                <a:gd name="T11" fmla="*/ 265 h 268"/>
                <a:gd name="T12" fmla="*/ 0 w 100"/>
                <a:gd name="T13" fmla="*/ 268 h 268"/>
                <a:gd name="T14" fmla="*/ 75 w 100"/>
                <a:gd name="T15" fmla="*/ 183 h 268"/>
                <a:gd name="T16" fmla="*/ 63 w 100"/>
                <a:gd name="T17" fmla="*/ 1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268">
                  <a:moveTo>
                    <a:pt x="63" y="11"/>
                  </a:moveTo>
                  <a:cubicBezTo>
                    <a:pt x="62" y="11"/>
                    <a:pt x="61" y="10"/>
                    <a:pt x="60" y="10"/>
                  </a:cubicBezTo>
                  <a:cubicBezTo>
                    <a:pt x="46" y="3"/>
                    <a:pt x="31" y="0"/>
                    <a:pt x="16" y="0"/>
                  </a:cubicBezTo>
                  <a:cubicBezTo>
                    <a:pt x="48" y="33"/>
                    <a:pt x="65" y="81"/>
                    <a:pt x="58" y="130"/>
                  </a:cubicBezTo>
                  <a:cubicBezTo>
                    <a:pt x="53" y="167"/>
                    <a:pt x="36" y="198"/>
                    <a:pt x="11" y="222"/>
                  </a:cubicBezTo>
                  <a:cubicBezTo>
                    <a:pt x="11" y="236"/>
                    <a:pt x="8" y="251"/>
                    <a:pt x="1" y="265"/>
                  </a:cubicBezTo>
                  <a:cubicBezTo>
                    <a:pt x="1" y="266"/>
                    <a:pt x="0" y="267"/>
                    <a:pt x="0" y="268"/>
                  </a:cubicBezTo>
                  <a:cubicBezTo>
                    <a:pt x="32" y="249"/>
                    <a:pt x="59" y="220"/>
                    <a:pt x="75" y="183"/>
                  </a:cubicBezTo>
                  <a:cubicBezTo>
                    <a:pt x="100" y="125"/>
                    <a:pt x="93" y="61"/>
                    <a:pt x="63" y="11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75000"/>
                  </a:schemeClr>
                </a:gs>
                <a:gs pos="100000">
                  <a:schemeClr val="accent2"/>
                </a:gs>
              </a:gsLst>
              <a:lin ang="1080000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CBB31807-A02D-5242-8B02-5C39F85A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0931" y="8673692"/>
              <a:ext cx="5015889" cy="1704131"/>
            </a:xfrm>
            <a:custGeom>
              <a:avLst/>
              <a:gdLst>
                <a:gd name="T0" fmla="*/ 257 w 268"/>
                <a:gd name="T1" fmla="*/ 63 h 100"/>
                <a:gd name="T2" fmla="*/ 258 w 268"/>
                <a:gd name="T3" fmla="*/ 60 h 100"/>
                <a:gd name="T4" fmla="*/ 268 w 268"/>
                <a:gd name="T5" fmla="*/ 17 h 100"/>
                <a:gd name="T6" fmla="*/ 138 w 268"/>
                <a:gd name="T7" fmla="*/ 59 h 100"/>
                <a:gd name="T8" fmla="*/ 46 w 268"/>
                <a:gd name="T9" fmla="*/ 12 h 100"/>
                <a:gd name="T10" fmla="*/ 3 w 268"/>
                <a:gd name="T11" fmla="*/ 2 h 100"/>
                <a:gd name="T12" fmla="*/ 0 w 268"/>
                <a:gd name="T13" fmla="*/ 0 h 100"/>
                <a:gd name="T14" fmla="*/ 85 w 268"/>
                <a:gd name="T15" fmla="*/ 75 h 100"/>
                <a:gd name="T16" fmla="*/ 257 w 268"/>
                <a:gd name="T17" fmla="*/ 63 h 100"/>
                <a:gd name="connsiteX0" fmla="*/ 9590 w 10048"/>
                <a:gd name="connsiteY0" fmla="*/ 6300 h 9053"/>
                <a:gd name="connsiteX1" fmla="*/ 9627 w 10048"/>
                <a:gd name="connsiteY1" fmla="*/ 6000 h 9053"/>
                <a:gd name="connsiteX2" fmla="*/ 10048 w 10048"/>
                <a:gd name="connsiteY2" fmla="*/ 1574 h 9053"/>
                <a:gd name="connsiteX3" fmla="*/ 5149 w 10048"/>
                <a:gd name="connsiteY3" fmla="*/ 5900 h 9053"/>
                <a:gd name="connsiteX4" fmla="*/ 1716 w 10048"/>
                <a:gd name="connsiteY4" fmla="*/ 1200 h 9053"/>
                <a:gd name="connsiteX5" fmla="*/ 112 w 10048"/>
                <a:gd name="connsiteY5" fmla="*/ 200 h 9053"/>
                <a:gd name="connsiteX6" fmla="*/ 0 w 10048"/>
                <a:gd name="connsiteY6" fmla="*/ 0 h 9053"/>
                <a:gd name="connsiteX7" fmla="*/ 3172 w 10048"/>
                <a:gd name="connsiteY7" fmla="*/ 7500 h 9053"/>
                <a:gd name="connsiteX8" fmla="*/ 9590 w 10048"/>
                <a:gd name="connsiteY8" fmla="*/ 6300 h 9053"/>
                <a:gd name="connsiteX0" fmla="*/ 9544 w 10000"/>
                <a:gd name="connsiteY0" fmla="*/ 6959 h 10001"/>
                <a:gd name="connsiteX1" fmla="*/ 9609 w 10000"/>
                <a:gd name="connsiteY1" fmla="*/ 6628 h 10001"/>
                <a:gd name="connsiteX2" fmla="*/ 10000 w 10000"/>
                <a:gd name="connsiteY2" fmla="*/ 1739 h 10001"/>
                <a:gd name="connsiteX3" fmla="*/ 5124 w 10000"/>
                <a:gd name="connsiteY3" fmla="*/ 6517 h 10001"/>
                <a:gd name="connsiteX4" fmla="*/ 1708 w 10000"/>
                <a:gd name="connsiteY4" fmla="*/ 1326 h 10001"/>
                <a:gd name="connsiteX5" fmla="*/ 111 w 10000"/>
                <a:gd name="connsiteY5" fmla="*/ 221 h 10001"/>
                <a:gd name="connsiteX6" fmla="*/ 0 w 10000"/>
                <a:gd name="connsiteY6" fmla="*/ 0 h 10001"/>
                <a:gd name="connsiteX7" fmla="*/ 3157 w 10000"/>
                <a:gd name="connsiteY7" fmla="*/ 8285 h 10001"/>
                <a:gd name="connsiteX8" fmla="*/ 9544 w 10000"/>
                <a:gd name="connsiteY8" fmla="*/ 6959 h 10001"/>
                <a:gd name="connsiteX0" fmla="*/ 9572 w 10000"/>
                <a:gd name="connsiteY0" fmla="*/ 6931 h 9990"/>
                <a:gd name="connsiteX1" fmla="*/ 9609 w 10000"/>
                <a:gd name="connsiteY1" fmla="*/ 6628 h 9990"/>
                <a:gd name="connsiteX2" fmla="*/ 10000 w 10000"/>
                <a:gd name="connsiteY2" fmla="*/ 1739 h 9990"/>
                <a:gd name="connsiteX3" fmla="*/ 5124 w 10000"/>
                <a:gd name="connsiteY3" fmla="*/ 6517 h 9990"/>
                <a:gd name="connsiteX4" fmla="*/ 1708 w 10000"/>
                <a:gd name="connsiteY4" fmla="*/ 1326 h 9990"/>
                <a:gd name="connsiteX5" fmla="*/ 111 w 10000"/>
                <a:gd name="connsiteY5" fmla="*/ 221 h 9990"/>
                <a:gd name="connsiteX6" fmla="*/ 0 w 10000"/>
                <a:gd name="connsiteY6" fmla="*/ 0 h 9990"/>
                <a:gd name="connsiteX7" fmla="*/ 3157 w 10000"/>
                <a:gd name="connsiteY7" fmla="*/ 8285 h 9990"/>
                <a:gd name="connsiteX8" fmla="*/ 9572 w 10000"/>
                <a:gd name="connsiteY8" fmla="*/ 6931 h 9990"/>
                <a:gd name="connsiteX0" fmla="*/ 9591 w 10000"/>
                <a:gd name="connsiteY0" fmla="*/ 6938 h 10000"/>
                <a:gd name="connsiteX1" fmla="*/ 9609 w 10000"/>
                <a:gd name="connsiteY1" fmla="*/ 6635 h 10000"/>
                <a:gd name="connsiteX2" fmla="*/ 10000 w 10000"/>
                <a:gd name="connsiteY2" fmla="*/ 1741 h 10000"/>
                <a:gd name="connsiteX3" fmla="*/ 5124 w 10000"/>
                <a:gd name="connsiteY3" fmla="*/ 6524 h 10000"/>
                <a:gd name="connsiteX4" fmla="*/ 1708 w 10000"/>
                <a:gd name="connsiteY4" fmla="*/ 1327 h 10000"/>
                <a:gd name="connsiteX5" fmla="*/ 111 w 10000"/>
                <a:gd name="connsiteY5" fmla="*/ 221 h 10000"/>
                <a:gd name="connsiteX6" fmla="*/ 0 w 10000"/>
                <a:gd name="connsiteY6" fmla="*/ 0 h 10000"/>
                <a:gd name="connsiteX7" fmla="*/ 3157 w 10000"/>
                <a:gd name="connsiteY7" fmla="*/ 8293 h 10000"/>
                <a:gd name="connsiteX8" fmla="*/ 9591 w 10000"/>
                <a:gd name="connsiteY8" fmla="*/ 6938 h 10000"/>
                <a:gd name="connsiteX0" fmla="*/ 9591 w 10000"/>
                <a:gd name="connsiteY0" fmla="*/ 6938 h 10000"/>
                <a:gd name="connsiteX1" fmla="*/ 9609 w 10000"/>
                <a:gd name="connsiteY1" fmla="*/ 6635 h 10000"/>
                <a:gd name="connsiteX2" fmla="*/ 10000 w 10000"/>
                <a:gd name="connsiteY2" fmla="*/ 1741 h 10000"/>
                <a:gd name="connsiteX3" fmla="*/ 5230 w 10000"/>
                <a:gd name="connsiteY3" fmla="*/ 6166 h 10000"/>
                <a:gd name="connsiteX4" fmla="*/ 1708 w 10000"/>
                <a:gd name="connsiteY4" fmla="*/ 1327 h 10000"/>
                <a:gd name="connsiteX5" fmla="*/ 111 w 10000"/>
                <a:gd name="connsiteY5" fmla="*/ 221 h 10000"/>
                <a:gd name="connsiteX6" fmla="*/ 0 w 10000"/>
                <a:gd name="connsiteY6" fmla="*/ 0 h 10000"/>
                <a:gd name="connsiteX7" fmla="*/ 3157 w 10000"/>
                <a:gd name="connsiteY7" fmla="*/ 8293 h 10000"/>
                <a:gd name="connsiteX8" fmla="*/ 9591 w 10000"/>
                <a:gd name="connsiteY8" fmla="*/ 6938 h 10000"/>
                <a:gd name="connsiteX0" fmla="*/ 9591 w 10000"/>
                <a:gd name="connsiteY0" fmla="*/ 6938 h 10000"/>
                <a:gd name="connsiteX1" fmla="*/ 9609 w 10000"/>
                <a:gd name="connsiteY1" fmla="*/ 6635 h 10000"/>
                <a:gd name="connsiteX2" fmla="*/ 10000 w 10000"/>
                <a:gd name="connsiteY2" fmla="*/ 1741 h 10000"/>
                <a:gd name="connsiteX3" fmla="*/ 5610 w 10000"/>
                <a:gd name="connsiteY3" fmla="*/ 6524 h 10000"/>
                <a:gd name="connsiteX4" fmla="*/ 1708 w 10000"/>
                <a:gd name="connsiteY4" fmla="*/ 1327 h 10000"/>
                <a:gd name="connsiteX5" fmla="*/ 111 w 10000"/>
                <a:gd name="connsiteY5" fmla="*/ 221 h 10000"/>
                <a:gd name="connsiteX6" fmla="*/ 0 w 10000"/>
                <a:gd name="connsiteY6" fmla="*/ 0 h 10000"/>
                <a:gd name="connsiteX7" fmla="*/ 3157 w 10000"/>
                <a:gd name="connsiteY7" fmla="*/ 8293 h 10000"/>
                <a:gd name="connsiteX8" fmla="*/ 9591 w 10000"/>
                <a:gd name="connsiteY8" fmla="*/ 69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00" h="10000">
                  <a:moveTo>
                    <a:pt x="9591" y="6938"/>
                  </a:moveTo>
                  <a:cubicBezTo>
                    <a:pt x="9591" y="6828"/>
                    <a:pt x="9609" y="6745"/>
                    <a:pt x="9609" y="6635"/>
                  </a:cubicBezTo>
                  <a:cubicBezTo>
                    <a:pt x="9869" y="5086"/>
                    <a:pt x="10000" y="3288"/>
                    <a:pt x="10000" y="1741"/>
                  </a:cubicBezTo>
                  <a:cubicBezTo>
                    <a:pt x="8775" y="5278"/>
                    <a:pt x="6993" y="6593"/>
                    <a:pt x="5610" y="6524"/>
                  </a:cubicBezTo>
                  <a:cubicBezTo>
                    <a:pt x="4228" y="6455"/>
                    <a:pt x="2600" y="3981"/>
                    <a:pt x="1708" y="1327"/>
                  </a:cubicBezTo>
                  <a:cubicBezTo>
                    <a:pt x="1188" y="1327"/>
                    <a:pt x="631" y="995"/>
                    <a:pt x="111" y="221"/>
                  </a:cubicBezTo>
                  <a:cubicBezTo>
                    <a:pt x="75" y="110"/>
                    <a:pt x="37" y="110"/>
                    <a:pt x="0" y="0"/>
                  </a:cubicBezTo>
                  <a:cubicBezTo>
                    <a:pt x="706" y="3539"/>
                    <a:pt x="1782" y="6524"/>
                    <a:pt x="3157" y="8293"/>
                  </a:cubicBezTo>
                  <a:cubicBezTo>
                    <a:pt x="5311" y="11057"/>
                    <a:pt x="7734" y="10365"/>
                    <a:pt x="9591" y="6938"/>
                  </a:cubicBezTo>
                  <a:close/>
                </a:path>
              </a:pathLst>
            </a:custGeom>
            <a:gradFill>
              <a:gsLst>
                <a:gs pos="0">
                  <a:schemeClr val="accent3">
                    <a:lumMod val="75000"/>
                  </a:schemeClr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3393060D-9C3E-D84F-A7EE-29EFFB07E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8294" y="3845970"/>
              <a:ext cx="1688201" cy="5062236"/>
            </a:xfrm>
            <a:custGeom>
              <a:avLst/>
              <a:gdLst>
                <a:gd name="T0" fmla="*/ 37 w 100"/>
                <a:gd name="T1" fmla="*/ 257 h 269"/>
                <a:gd name="T2" fmla="*/ 40 w 100"/>
                <a:gd name="T3" fmla="*/ 259 h 269"/>
                <a:gd name="T4" fmla="*/ 83 w 100"/>
                <a:gd name="T5" fmla="*/ 269 h 269"/>
                <a:gd name="T6" fmla="*/ 41 w 100"/>
                <a:gd name="T7" fmla="*/ 138 h 269"/>
                <a:gd name="T8" fmla="*/ 88 w 100"/>
                <a:gd name="T9" fmla="*/ 46 h 269"/>
                <a:gd name="T10" fmla="*/ 98 w 100"/>
                <a:gd name="T11" fmla="*/ 3 h 269"/>
                <a:gd name="T12" fmla="*/ 100 w 100"/>
                <a:gd name="T13" fmla="*/ 0 h 269"/>
                <a:gd name="T14" fmla="*/ 25 w 100"/>
                <a:gd name="T15" fmla="*/ 86 h 269"/>
                <a:gd name="T16" fmla="*/ 37 w 100"/>
                <a:gd name="T17" fmla="*/ 257 h 269"/>
                <a:gd name="connsiteX0" fmla="*/ 2754 w 9054"/>
                <a:gd name="connsiteY0" fmla="*/ 9554 h 10000"/>
                <a:gd name="connsiteX1" fmla="*/ 3054 w 9054"/>
                <a:gd name="connsiteY1" fmla="*/ 9628 h 10000"/>
                <a:gd name="connsiteX2" fmla="*/ 7354 w 9054"/>
                <a:gd name="connsiteY2" fmla="*/ 10000 h 10000"/>
                <a:gd name="connsiteX3" fmla="*/ 3154 w 9054"/>
                <a:gd name="connsiteY3" fmla="*/ 5130 h 10000"/>
                <a:gd name="connsiteX4" fmla="*/ 7956 w 9054"/>
                <a:gd name="connsiteY4" fmla="*/ 1735 h 10000"/>
                <a:gd name="connsiteX5" fmla="*/ 8854 w 9054"/>
                <a:gd name="connsiteY5" fmla="*/ 112 h 10000"/>
                <a:gd name="connsiteX6" fmla="*/ 9054 w 9054"/>
                <a:gd name="connsiteY6" fmla="*/ 0 h 10000"/>
                <a:gd name="connsiteX7" fmla="*/ 1554 w 9054"/>
                <a:gd name="connsiteY7" fmla="*/ 3197 h 10000"/>
                <a:gd name="connsiteX8" fmla="*/ 2754 w 9054"/>
                <a:gd name="connsiteY8" fmla="*/ 955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4" h="10000">
                  <a:moveTo>
                    <a:pt x="2754" y="9554"/>
                  </a:moveTo>
                  <a:cubicBezTo>
                    <a:pt x="2854" y="9591"/>
                    <a:pt x="2954" y="9591"/>
                    <a:pt x="3054" y="9628"/>
                  </a:cubicBezTo>
                  <a:cubicBezTo>
                    <a:pt x="4454" y="9888"/>
                    <a:pt x="5954" y="10000"/>
                    <a:pt x="7354" y="10000"/>
                  </a:cubicBezTo>
                  <a:cubicBezTo>
                    <a:pt x="4154" y="8736"/>
                    <a:pt x="2454" y="6989"/>
                    <a:pt x="3154" y="5130"/>
                  </a:cubicBezTo>
                  <a:cubicBezTo>
                    <a:pt x="3654" y="3792"/>
                    <a:pt x="5556" y="2627"/>
                    <a:pt x="7956" y="1735"/>
                  </a:cubicBezTo>
                  <a:cubicBezTo>
                    <a:pt x="7956" y="1215"/>
                    <a:pt x="8154" y="632"/>
                    <a:pt x="8854" y="112"/>
                  </a:cubicBezTo>
                  <a:cubicBezTo>
                    <a:pt x="8954" y="74"/>
                    <a:pt x="8954" y="37"/>
                    <a:pt x="9054" y="0"/>
                  </a:cubicBezTo>
                  <a:cubicBezTo>
                    <a:pt x="5854" y="706"/>
                    <a:pt x="3154" y="1822"/>
                    <a:pt x="1554" y="3197"/>
                  </a:cubicBezTo>
                  <a:cubicBezTo>
                    <a:pt x="-946" y="5353"/>
                    <a:pt x="-346" y="7695"/>
                    <a:pt x="2754" y="9554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75000"/>
                  </a:schemeClr>
                </a:gs>
                <a:gs pos="100000">
                  <a:schemeClr val="accent4"/>
                </a:gs>
              </a:gsLst>
              <a:lin ang="1080000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D53F363F-7B25-A441-B790-C81B6BCD8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1506" y="3332138"/>
              <a:ext cx="5011613" cy="1697834"/>
            </a:xfrm>
            <a:custGeom>
              <a:avLst/>
              <a:gdLst>
                <a:gd name="T0" fmla="*/ 12 w 269"/>
                <a:gd name="T1" fmla="*/ 37 h 100"/>
                <a:gd name="T2" fmla="*/ 10 w 269"/>
                <a:gd name="T3" fmla="*/ 40 h 100"/>
                <a:gd name="T4" fmla="*/ 0 w 269"/>
                <a:gd name="T5" fmla="*/ 84 h 100"/>
                <a:gd name="T6" fmla="*/ 131 w 269"/>
                <a:gd name="T7" fmla="*/ 42 h 100"/>
                <a:gd name="T8" fmla="*/ 223 w 269"/>
                <a:gd name="T9" fmla="*/ 89 h 100"/>
                <a:gd name="T10" fmla="*/ 266 w 269"/>
                <a:gd name="T11" fmla="*/ 99 h 100"/>
                <a:gd name="T12" fmla="*/ 269 w 269"/>
                <a:gd name="T13" fmla="*/ 100 h 100"/>
                <a:gd name="T14" fmla="*/ 183 w 269"/>
                <a:gd name="T15" fmla="*/ 25 h 100"/>
                <a:gd name="T16" fmla="*/ 12 w 269"/>
                <a:gd name="T17" fmla="*/ 37 h 100"/>
                <a:gd name="connsiteX0" fmla="*/ 446 w 10000"/>
                <a:gd name="connsiteY0" fmla="*/ 2724 h 9024"/>
                <a:gd name="connsiteX1" fmla="*/ 372 w 10000"/>
                <a:gd name="connsiteY1" fmla="*/ 3024 h 9024"/>
                <a:gd name="connsiteX2" fmla="*/ 0 w 10000"/>
                <a:gd name="connsiteY2" fmla="*/ 7424 h 9024"/>
                <a:gd name="connsiteX3" fmla="*/ 4870 w 10000"/>
                <a:gd name="connsiteY3" fmla="*/ 3224 h 9024"/>
                <a:gd name="connsiteX4" fmla="*/ 8290 w 10000"/>
                <a:gd name="connsiteY4" fmla="*/ 8025 h 9024"/>
                <a:gd name="connsiteX5" fmla="*/ 9888 w 10000"/>
                <a:gd name="connsiteY5" fmla="*/ 8924 h 9024"/>
                <a:gd name="connsiteX6" fmla="*/ 10000 w 10000"/>
                <a:gd name="connsiteY6" fmla="*/ 9024 h 9024"/>
                <a:gd name="connsiteX7" fmla="*/ 6803 w 10000"/>
                <a:gd name="connsiteY7" fmla="*/ 1524 h 9024"/>
                <a:gd name="connsiteX8" fmla="*/ 446 w 10000"/>
                <a:gd name="connsiteY8" fmla="*/ 2724 h 9024"/>
                <a:gd name="connsiteX0" fmla="*/ 446 w 10000"/>
                <a:gd name="connsiteY0" fmla="*/ 3019 h 10000"/>
                <a:gd name="connsiteX1" fmla="*/ 372 w 10000"/>
                <a:gd name="connsiteY1" fmla="*/ 3351 h 10000"/>
                <a:gd name="connsiteX2" fmla="*/ 0 w 10000"/>
                <a:gd name="connsiteY2" fmla="*/ 8227 h 10000"/>
                <a:gd name="connsiteX3" fmla="*/ 4347 w 10000"/>
                <a:gd name="connsiteY3" fmla="*/ 3405 h 10000"/>
                <a:gd name="connsiteX4" fmla="*/ 8290 w 10000"/>
                <a:gd name="connsiteY4" fmla="*/ 8893 h 10000"/>
                <a:gd name="connsiteX5" fmla="*/ 9888 w 10000"/>
                <a:gd name="connsiteY5" fmla="*/ 9889 h 10000"/>
                <a:gd name="connsiteX6" fmla="*/ 10000 w 10000"/>
                <a:gd name="connsiteY6" fmla="*/ 10000 h 10000"/>
                <a:gd name="connsiteX7" fmla="*/ 6803 w 10000"/>
                <a:gd name="connsiteY7" fmla="*/ 1689 h 10000"/>
                <a:gd name="connsiteX8" fmla="*/ 446 w 10000"/>
                <a:gd name="connsiteY8" fmla="*/ 301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00" h="10000">
                  <a:moveTo>
                    <a:pt x="446" y="3019"/>
                  </a:moveTo>
                  <a:cubicBezTo>
                    <a:pt x="409" y="3129"/>
                    <a:pt x="409" y="3240"/>
                    <a:pt x="372" y="3351"/>
                  </a:cubicBezTo>
                  <a:cubicBezTo>
                    <a:pt x="112" y="4902"/>
                    <a:pt x="0" y="6565"/>
                    <a:pt x="0" y="8227"/>
                  </a:cubicBezTo>
                  <a:cubicBezTo>
                    <a:pt x="1264" y="4681"/>
                    <a:pt x="2965" y="3294"/>
                    <a:pt x="4347" y="3405"/>
                  </a:cubicBezTo>
                  <a:cubicBezTo>
                    <a:pt x="5729" y="3516"/>
                    <a:pt x="7398" y="6123"/>
                    <a:pt x="8290" y="8893"/>
                  </a:cubicBezTo>
                  <a:cubicBezTo>
                    <a:pt x="8810" y="8893"/>
                    <a:pt x="9368" y="9113"/>
                    <a:pt x="9888" y="9889"/>
                  </a:cubicBezTo>
                  <a:cubicBezTo>
                    <a:pt x="9926" y="9889"/>
                    <a:pt x="9963" y="10000"/>
                    <a:pt x="10000" y="10000"/>
                  </a:cubicBezTo>
                  <a:cubicBezTo>
                    <a:pt x="9294" y="6454"/>
                    <a:pt x="8178" y="3462"/>
                    <a:pt x="6803" y="1689"/>
                  </a:cubicBezTo>
                  <a:cubicBezTo>
                    <a:pt x="4647" y="-1082"/>
                    <a:pt x="2305" y="-306"/>
                    <a:pt x="446" y="301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99000">
                  <a:schemeClr val="accent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FFFF4B6-5DCB-F846-B323-EEAFC94C3448}"/>
              </a:ext>
            </a:extLst>
          </p:cNvPr>
          <p:cNvGrpSpPr>
            <a:grpSpLocks noChangeAspect="1"/>
          </p:cNvGrpSpPr>
          <p:nvPr/>
        </p:nvGrpSpPr>
        <p:grpSpPr>
          <a:xfrm rot="758562">
            <a:off x="4558455" y="2249386"/>
            <a:ext cx="3120842" cy="3153852"/>
            <a:chOff x="4820075" y="2670829"/>
            <a:chExt cx="2924467" cy="2955399"/>
          </a:xfrm>
          <a:effectLst>
            <a:outerShdw blurRad="647700" algn="ctr" rotWithShape="0">
              <a:schemeClr val="tx1">
                <a:alpha val="60000"/>
              </a:schemeClr>
            </a:outerShdw>
          </a:effectLst>
        </p:grpSpPr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8E66C611-CE2B-2E43-AD47-3E7D0BBC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7633" y="2989989"/>
              <a:ext cx="1526909" cy="2080871"/>
            </a:xfrm>
            <a:custGeom>
              <a:avLst/>
              <a:gdLst>
                <a:gd name="T0" fmla="*/ 126 w 164"/>
                <a:gd name="T1" fmla="*/ 204 h 221"/>
                <a:gd name="T2" fmla="*/ 130 w 164"/>
                <a:gd name="T3" fmla="*/ 221 h 221"/>
                <a:gd name="T4" fmla="*/ 130 w 164"/>
                <a:gd name="T5" fmla="*/ 221 h 221"/>
                <a:gd name="T6" fmla="*/ 164 w 164"/>
                <a:gd name="T7" fmla="*/ 123 h 221"/>
                <a:gd name="T8" fmla="*/ 104 w 164"/>
                <a:gd name="T9" fmla="*/ 0 h 221"/>
                <a:gd name="T10" fmla="*/ 88 w 164"/>
                <a:gd name="T11" fmla="*/ 4 h 221"/>
                <a:gd name="T12" fmla="*/ 7 w 164"/>
                <a:gd name="T13" fmla="*/ 123 h 221"/>
                <a:gd name="T14" fmla="*/ 126 w 164"/>
                <a:gd name="T15" fmla="*/ 20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221">
                  <a:moveTo>
                    <a:pt x="126" y="204"/>
                  </a:moveTo>
                  <a:cubicBezTo>
                    <a:pt x="128" y="210"/>
                    <a:pt x="129" y="215"/>
                    <a:pt x="130" y="221"/>
                  </a:cubicBezTo>
                  <a:cubicBezTo>
                    <a:pt x="130" y="221"/>
                    <a:pt x="130" y="221"/>
                    <a:pt x="130" y="221"/>
                  </a:cubicBezTo>
                  <a:cubicBezTo>
                    <a:pt x="151" y="194"/>
                    <a:pt x="164" y="160"/>
                    <a:pt x="164" y="123"/>
                  </a:cubicBezTo>
                  <a:cubicBezTo>
                    <a:pt x="164" y="73"/>
                    <a:pt x="141" y="29"/>
                    <a:pt x="104" y="0"/>
                  </a:cubicBezTo>
                  <a:cubicBezTo>
                    <a:pt x="99" y="1"/>
                    <a:pt x="93" y="2"/>
                    <a:pt x="88" y="4"/>
                  </a:cubicBezTo>
                  <a:cubicBezTo>
                    <a:pt x="37" y="19"/>
                    <a:pt x="0" y="72"/>
                    <a:pt x="7" y="123"/>
                  </a:cubicBezTo>
                  <a:cubicBezTo>
                    <a:pt x="58" y="116"/>
                    <a:pt x="111" y="154"/>
                    <a:pt x="126" y="204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75000"/>
                  </a:schemeClr>
                </a:gs>
                <a:gs pos="100000">
                  <a:schemeClr val="accent2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DDCE270C-E082-034C-A2FA-FF3BCA70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9818" y="4082447"/>
              <a:ext cx="2058375" cy="1543781"/>
            </a:xfrm>
            <a:custGeom>
              <a:avLst/>
              <a:gdLst>
                <a:gd name="T0" fmla="*/ 17 w 221"/>
                <a:gd name="T1" fmla="*/ 127 h 164"/>
                <a:gd name="T2" fmla="*/ 0 w 221"/>
                <a:gd name="T3" fmla="*/ 130 h 164"/>
                <a:gd name="T4" fmla="*/ 0 w 221"/>
                <a:gd name="T5" fmla="*/ 130 h 164"/>
                <a:gd name="T6" fmla="*/ 98 w 221"/>
                <a:gd name="T7" fmla="*/ 164 h 164"/>
                <a:gd name="T8" fmla="*/ 221 w 221"/>
                <a:gd name="T9" fmla="*/ 105 h 164"/>
                <a:gd name="T10" fmla="*/ 217 w 221"/>
                <a:gd name="T11" fmla="*/ 88 h 164"/>
                <a:gd name="T12" fmla="*/ 98 w 221"/>
                <a:gd name="T13" fmla="*/ 7 h 164"/>
                <a:gd name="T14" fmla="*/ 17 w 221"/>
                <a:gd name="T15" fmla="*/ 127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1" h="164">
                  <a:moveTo>
                    <a:pt x="17" y="127"/>
                  </a:moveTo>
                  <a:cubicBezTo>
                    <a:pt x="11" y="128"/>
                    <a:pt x="6" y="129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27" y="152"/>
                    <a:pt x="61" y="164"/>
                    <a:pt x="98" y="164"/>
                  </a:cubicBezTo>
                  <a:cubicBezTo>
                    <a:pt x="148" y="164"/>
                    <a:pt x="192" y="141"/>
                    <a:pt x="221" y="105"/>
                  </a:cubicBezTo>
                  <a:cubicBezTo>
                    <a:pt x="220" y="99"/>
                    <a:pt x="219" y="94"/>
                    <a:pt x="217" y="88"/>
                  </a:cubicBezTo>
                  <a:cubicBezTo>
                    <a:pt x="202" y="38"/>
                    <a:pt x="149" y="0"/>
                    <a:pt x="98" y="7"/>
                  </a:cubicBezTo>
                  <a:cubicBezTo>
                    <a:pt x="105" y="58"/>
                    <a:pt x="67" y="111"/>
                    <a:pt x="17" y="127"/>
                  </a:cubicBezTo>
                  <a:close/>
                </a:path>
              </a:pathLst>
            </a:custGeom>
            <a:gradFill>
              <a:gsLst>
                <a:gs pos="0">
                  <a:schemeClr val="accent3">
                    <a:lumMod val="75000"/>
                  </a:schemeClr>
                </a:gs>
                <a:gs pos="100000">
                  <a:schemeClr val="accent3"/>
                </a:gs>
              </a:gsLst>
              <a:lin ang="1080000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AAC475CF-6CA9-044A-B523-D33C4794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075" y="3234632"/>
              <a:ext cx="1528316" cy="2071030"/>
            </a:xfrm>
            <a:custGeom>
              <a:avLst/>
              <a:gdLst>
                <a:gd name="T0" fmla="*/ 37 w 164"/>
                <a:gd name="T1" fmla="*/ 16 h 220"/>
                <a:gd name="T2" fmla="*/ 34 w 164"/>
                <a:gd name="T3" fmla="*/ 0 h 220"/>
                <a:gd name="T4" fmla="*/ 34 w 164"/>
                <a:gd name="T5" fmla="*/ 0 h 220"/>
                <a:gd name="T6" fmla="*/ 0 w 164"/>
                <a:gd name="T7" fmla="*/ 97 h 220"/>
                <a:gd name="T8" fmla="*/ 59 w 164"/>
                <a:gd name="T9" fmla="*/ 220 h 220"/>
                <a:gd name="T10" fmla="*/ 76 w 164"/>
                <a:gd name="T11" fmla="*/ 217 h 220"/>
                <a:gd name="T12" fmla="*/ 157 w 164"/>
                <a:gd name="T13" fmla="*/ 97 h 220"/>
                <a:gd name="T14" fmla="*/ 37 w 164"/>
                <a:gd name="T15" fmla="*/ 16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220">
                  <a:moveTo>
                    <a:pt x="37" y="16"/>
                  </a:moveTo>
                  <a:cubicBezTo>
                    <a:pt x="36" y="11"/>
                    <a:pt x="34" y="5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12" y="26"/>
                    <a:pt x="0" y="60"/>
                    <a:pt x="0" y="97"/>
                  </a:cubicBezTo>
                  <a:cubicBezTo>
                    <a:pt x="0" y="147"/>
                    <a:pt x="23" y="192"/>
                    <a:pt x="59" y="220"/>
                  </a:cubicBezTo>
                  <a:cubicBezTo>
                    <a:pt x="65" y="219"/>
                    <a:pt x="70" y="218"/>
                    <a:pt x="76" y="217"/>
                  </a:cubicBezTo>
                  <a:cubicBezTo>
                    <a:pt x="126" y="201"/>
                    <a:pt x="164" y="148"/>
                    <a:pt x="157" y="97"/>
                  </a:cubicBezTo>
                  <a:cubicBezTo>
                    <a:pt x="106" y="104"/>
                    <a:pt x="53" y="67"/>
                    <a:pt x="37" y="16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75000"/>
                  </a:schemeClr>
                </a:gs>
                <a:gs pos="100000">
                  <a:schemeClr val="accent4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E76B9766-CBC6-BE4E-BADF-2E6D10F7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830" y="2670829"/>
              <a:ext cx="2048533" cy="1543781"/>
            </a:xfrm>
            <a:custGeom>
              <a:avLst/>
              <a:gdLst>
                <a:gd name="T0" fmla="*/ 204 w 220"/>
                <a:gd name="T1" fmla="*/ 38 h 164"/>
                <a:gd name="T2" fmla="*/ 220 w 220"/>
                <a:gd name="T3" fmla="*/ 34 h 164"/>
                <a:gd name="T4" fmla="*/ 220 w 220"/>
                <a:gd name="T5" fmla="*/ 34 h 164"/>
                <a:gd name="T6" fmla="*/ 123 w 220"/>
                <a:gd name="T7" fmla="*/ 0 h 164"/>
                <a:gd name="T8" fmla="*/ 0 w 220"/>
                <a:gd name="T9" fmla="*/ 60 h 164"/>
                <a:gd name="T10" fmla="*/ 3 w 220"/>
                <a:gd name="T11" fmla="*/ 76 h 164"/>
                <a:gd name="T12" fmla="*/ 123 w 220"/>
                <a:gd name="T13" fmla="*/ 157 h 164"/>
                <a:gd name="T14" fmla="*/ 204 w 220"/>
                <a:gd name="T15" fmla="*/ 3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0" h="164">
                  <a:moveTo>
                    <a:pt x="204" y="38"/>
                  </a:moveTo>
                  <a:cubicBezTo>
                    <a:pt x="209" y="36"/>
                    <a:pt x="215" y="35"/>
                    <a:pt x="220" y="34"/>
                  </a:cubicBezTo>
                  <a:cubicBezTo>
                    <a:pt x="220" y="34"/>
                    <a:pt x="220" y="34"/>
                    <a:pt x="220" y="34"/>
                  </a:cubicBezTo>
                  <a:cubicBezTo>
                    <a:pt x="194" y="13"/>
                    <a:pt x="160" y="0"/>
                    <a:pt x="123" y="0"/>
                  </a:cubicBezTo>
                  <a:cubicBezTo>
                    <a:pt x="73" y="0"/>
                    <a:pt x="28" y="23"/>
                    <a:pt x="0" y="60"/>
                  </a:cubicBezTo>
                  <a:cubicBezTo>
                    <a:pt x="0" y="65"/>
                    <a:pt x="2" y="71"/>
                    <a:pt x="3" y="76"/>
                  </a:cubicBezTo>
                  <a:cubicBezTo>
                    <a:pt x="19" y="127"/>
                    <a:pt x="72" y="164"/>
                    <a:pt x="123" y="157"/>
                  </a:cubicBezTo>
                  <a:cubicBezTo>
                    <a:pt x="116" y="106"/>
                    <a:pt x="153" y="53"/>
                    <a:pt x="204" y="3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99000">
                  <a:schemeClr val="accent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14" tIns="22857" rIns="45714" bIns="22857" numCol="1" anchor="t" anchorCtr="0" compatLnSpc="1">
              <a:prstTxWarp prst="textNoShape">
                <a:avLst/>
              </a:prstTxWarp>
            </a:bodyPr>
            <a:lstStyle/>
            <a:p>
              <a:endParaRPr lang="en-US" sz="450"/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08E9CF6D-A8F3-8349-A0E9-3171C9CCC7A9}"/>
              </a:ext>
            </a:extLst>
          </p:cNvPr>
          <p:cNvSpPr txBox="1"/>
          <p:nvPr/>
        </p:nvSpPr>
        <p:spPr>
          <a:xfrm>
            <a:off x="5852141" y="3490167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F2720DA-BB49-6241-9EAE-878B80B17DDE}"/>
              </a:ext>
            </a:extLst>
          </p:cNvPr>
          <p:cNvSpPr txBox="1"/>
          <p:nvPr/>
        </p:nvSpPr>
        <p:spPr>
          <a:xfrm>
            <a:off x="6191070" y="3547168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EB1BBA4-4588-7A4F-957B-9C9EF430D0B8}"/>
              </a:ext>
            </a:extLst>
          </p:cNvPr>
          <p:cNvSpPr txBox="1"/>
          <p:nvPr/>
        </p:nvSpPr>
        <p:spPr>
          <a:xfrm>
            <a:off x="5775829" y="3820484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0058FC2-E7E4-194C-B12C-56A27CFDC7F1}"/>
              </a:ext>
            </a:extLst>
          </p:cNvPr>
          <p:cNvSpPr txBox="1"/>
          <p:nvPr/>
        </p:nvSpPr>
        <p:spPr>
          <a:xfrm>
            <a:off x="6117765" y="3905360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grpSp>
        <p:nvGrpSpPr>
          <p:cNvPr id="56" name="Graphic 48">
            <a:extLst>
              <a:ext uri="{FF2B5EF4-FFF2-40B4-BE49-F238E27FC236}">
                <a16:creationId xmlns:a16="http://schemas.microsoft.com/office/drawing/2014/main" id="{B697F788-AD35-3B4B-AC23-DE7DD5528082}"/>
              </a:ext>
            </a:extLst>
          </p:cNvPr>
          <p:cNvGrpSpPr/>
          <p:nvPr/>
        </p:nvGrpSpPr>
        <p:grpSpPr>
          <a:xfrm>
            <a:off x="5691429" y="2572471"/>
            <a:ext cx="497206" cy="497162"/>
            <a:chOff x="5694281" y="3009399"/>
            <a:chExt cx="497206" cy="497162"/>
          </a:xfrm>
          <a:solidFill>
            <a:srgbClr val="FFFFFF"/>
          </a:solidFill>
        </p:grpSpPr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A1BEA1F3-1C9C-BE48-9AA1-C0E9E8BB02D1}"/>
                </a:ext>
              </a:extLst>
            </p:cNvPr>
            <p:cNvSpPr/>
            <p:nvPr/>
          </p:nvSpPr>
          <p:spPr>
            <a:xfrm>
              <a:off x="5933771" y="3009400"/>
              <a:ext cx="257641" cy="257639"/>
            </a:xfrm>
            <a:custGeom>
              <a:avLst/>
              <a:gdLst>
                <a:gd name="connsiteX0" fmla="*/ 70660 w 257641"/>
                <a:gd name="connsiteY0" fmla="*/ 257640 h 257639"/>
                <a:gd name="connsiteX1" fmla="*/ 9076 w 257641"/>
                <a:gd name="connsiteY1" fmla="*/ 257640 h 257639"/>
                <a:gd name="connsiteX2" fmla="*/ 2 w 257641"/>
                <a:gd name="connsiteY2" fmla="*/ 248566 h 257639"/>
                <a:gd name="connsiteX3" fmla="*/ 2 w 257641"/>
                <a:gd name="connsiteY3" fmla="*/ 163628 h 257639"/>
                <a:gd name="connsiteX4" fmla="*/ 8630 w 257641"/>
                <a:gd name="connsiteY4" fmla="*/ 148753 h 257639"/>
                <a:gd name="connsiteX5" fmla="*/ 26778 w 257641"/>
                <a:gd name="connsiteY5" fmla="*/ 147860 h 257639"/>
                <a:gd name="connsiteX6" fmla="*/ 76451 w 257641"/>
                <a:gd name="connsiteY6" fmla="*/ 130583 h 257639"/>
                <a:gd name="connsiteX7" fmla="*/ 79287 w 257641"/>
                <a:gd name="connsiteY7" fmla="*/ 106358 h 257639"/>
                <a:gd name="connsiteX8" fmla="*/ 35314 w 257641"/>
                <a:gd name="connsiteY8" fmla="*/ 77894 h 257639"/>
                <a:gd name="connsiteX9" fmla="*/ 26629 w 257641"/>
                <a:gd name="connsiteY9" fmla="*/ 80921 h 257639"/>
                <a:gd name="connsiteX10" fmla="*/ 1915 w 257641"/>
                <a:gd name="connsiteY10" fmla="*/ 72574 h 257639"/>
                <a:gd name="connsiteX11" fmla="*/ 2 w 257641"/>
                <a:gd name="connsiteY11" fmla="*/ 64112 h 257639"/>
                <a:gd name="connsiteX12" fmla="*/ 2 w 257641"/>
                <a:gd name="connsiteY12" fmla="*/ 9074 h 257639"/>
                <a:gd name="connsiteX13" fmla="*/ 9076 w 257641"/>
                <a:gd name="connsiteY13" fmla="*/ 0 h 257639"/>
                <a:gd name="connsiteX14" fmla="*/ 220305 w 257641"/>
                <a:gd name="connsiteY14" fmla="*/ 0 h 257639"/>
                <a:gd name="connsiteX15" fmla="*/ 257642 w 257641"/>
                <a:gd name="connsiteY15" fmla="*/ 37337 h 257639"/>
                <a:gd name="connsiteX16" fmla="*/ 257642 w 257641"/>
                <a:gd name="connsiteY16" fmla="*/ 67980 h 257639"/>
                <a:gd name="connsiteX17" fmla="*/ 247483 w 257641"/>
                <a:gd name="connsiteY17" fmla="*/ 75820 h 257639"/>
                <a:gd name="connsiteX18" fmla="*/ 239643 w 257641"/>
                <a:gd name="connsiteY18" fmla="*/ 67980 h 257639"/>
                <a:gd name="connsiteX19" fmla="*/ 239643 w 257641"/>
                <a:gd name="connsiteY19" fmla="*/ 37337 h 257639"/>
                <a:gd name="connsiteX20" fmla="*/ 220305 w 257641"/>
                <a:gd name="connsiteY20" fmla="*/ 17999 h 257639"/>
                <a:gd name="connsiteX21" fmla="*/ 18150 w 257641"/>
                <a:gd name="connsiteY21" fmla="*/ 17999 h 257639"/>
                <a:gd name="connsiteX22" fmla="*/ 18150 w 257641"/>
                <a:gd name="connsiteY22" fmla="*/ 64112 h 257639"/>
                <a:gd name="connsiteX23" fmla="*/ 54743 w 257641"/>
                <a:gd name="connsiteY23" fmla="*/ 59501 h 257639"/>
                <a:gd name="connsiteX24" fmla="*/ 96989 w 257641"/>
                <a:gd name="connsiteY24" fmla="*/ 101747 h 257639"/>
                <a:gd name="connsiteX25" fmla="*/ 85832 w 257641"/>
                <a:gd name="connsiteY25" fmla="*/ 148753 h 257639"/>
                <a:gd name="connsiteX26" fmla="*/ 43140 w 257641"/>
                <a:gd name="connsiteY26" fmla="*/ 169281 h 257639"/>
                <a:gd name="connsiteX27" fmla="*/ 18894 w 257641"/>
                <a:gd name="connsiteY27" fmla="*/ 163628 h 257639"/>
                <a:gd name="connsiteX28" fmla="*/ 18150 w 257641"/>
                <a:gd name="connsiteY28" fmla="*/ 239343 h 257639"/>
                <a:gd name="connsiteX29" fmla="*/ 70660 w 257641"/>
                <a:gd name="connsiteY29" fmla="*/ 239343 h 257639"/>
                <a:gd name="connsiteX30" fmla="*/ 79734 w 257641"/>
                <a:gd name="connsiteY30" fmla="*/ 248417 h 257639"/>
                <a:gd name="connsiteX31" fmla="*/ 70660 w 257641"/>
                <a:gd name="connsiteY31" fmla="*/ 257491 h 25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7641" h="257639">
                  <a:moveTo>
                    <a:pt x="70660" y="257640"/>
                  </a:moveTo>
                  <a:lnTo>
                    <a:pt x="9076" y="257640"/>
                  </a:lnTo>
                  <a:cubicBezTo>
                    <a:pt x="4065" y="257640"/>
                    <a:pt x="2" y="253577"/>
                    <a:pt x="2" y="248566"/>
                  </a:cubicBezTo>
                  <a:lnTo>
                    <a:pt x="2" y="163628"/>
                  </a:lnTo>
                  <a:cubicBezTo>
                    <a:pt x="249" y="157550"/>
                    <a:pt x="3477" y="151985"/>
                    <a:pt x="8630" y="148753"/>
                  </a:cubicBezTo>
                  <a:cubicBezTo>
                    <a:pt x="14121" y="145347"/>
                    <a:pt x="20979" y="145010"/>
                    <a:pt x="26778" y="147860"/>
                  </a:cubicBezTo>
                  <a:cubicBezTo>
                    <a:pt x="45265" y="156806"/>
                    <a:pt x="67505" y="149071"/>
                    <a:pt x="76451" y="130583"/>
                  </a:cubicBezTo>
                  <a:cubicBezTo>
                    <a:pt x="80093" y="123057"/>
                    <a:pt x="81092" y="114522"/>
                    <a:pt x="79287" y="106358"/>
                  </a:cubicBezTo>
                  <a:cubicBezTo>
                    <a:pt x="75005" y="86355"/>
                    <a:pt x="55317" y="73611"/>
                    <a:pt x="35314" y="77894"/>
                  </a:cubicBezTo>
                  <a:cubicBezTo>
                    <a:pt x="32305" y="78538"/>
                    <a:pt x="29387" y="79555"/>
                    <a:pt x="26629" y="80921"/>
                  </a:cubicBezTo>
                  <a:cubicBezTo>
                    <a:pt x="17499" y="85441"/>
                    <a:pt x="6434" y="81704"/>
                    <a:pt x="1915" y="72574"/>
                  </a:cubicBezTo>
                  <a:cubicBezTo>
                    <a:pt x="613" y="69946"/>
                    <a:pt x="-42" y="67045"/>
                    <a:pt x="2" y="64112"/>
                  </a:cubicBezTo>
                  <a:lnTo>
                    <a:pt x="2" y="9074"/>
                  </a:lnTo>
                  <a:cubicBezTo>
                    <a:pt x="2" y="4063"/>
                    <a:pt x="4065" y="0"/>
                    <a:pt x="9076" y="0"/>
                  </a:cubicBezTo>
                  <a:lnTo>
                    <a:pt x="220305" y="0"/>
                  </a:lnTo>
                  <a:cubicBezTo>
                    <a:pt x="240892" y="82"/>
                    <a:pt x="257560" y="16750"/>
                    <a:pt x="257642" y="37337"/>
                  </a:cubicBezTo>
                  <a:lnTo>
                    <a:pt x="257642" y="67980"/>
                  </a:lnTo>
                  <a:cubicBezTo>
                    <a:pt x="257001" y="72950"/>
                    <a:pt x="252453" y="76460"/>
                    <a:pt x="247483" y="75820"/>
                  </a:cubicBezTo>
                  <a:cubicBezTo>
                    <a:pt x="243391" y="75293"/>
                    <a:pt x="240170" y="72072"/>
                    <a:pt x="239643" y="67980"/>
                  </a:cubicBezTo>
                  <a:lnTo>
                    <a:pt x="239643" y="37337"/>
                  </a:lnTo>
                  <a:cubicBezTo>
                    <a:pt x="239562" y="26691"/>
                    <a:pt x="230951" y="18080"/>
                    <a:pt x="220305" y="17999"/>
                  </a:cubicBezTo>
                  <a:lnTo>
                    <a:pt x="18150" y="17999"/>
                  </a:lnTo>
                  <a:lnTo>
                    <a:pt x="18150" y="64112"/>
                  </a:lnTo>
                  <a:cubicBezTo>
                    <a:pt x="29534" y="58677"/>
                    <a:pt x="42367" y="57060"/>
                    <a:pt x="54743" y="59501"/>
                  </a:cubicBezTo>
                  <a:cubicBezTo>
                    <a:pt x="75889" y="64084"/>
                    <a:pt x="92406" y="80601"/>
                    <a:pt x="96989" y="101747"/>
                  </a:cubicBezTo>
                  <a:cubicBezTo>
                    <a:pt x="100556" y="118296"/>
                    <a:pt x="96456" y="135571"/>
                    <a:pt x="85832" y="148753"/>
                  </a:cubicBezTo>
                  <a:cubicBezTo>
                    <a:pt x="75385" y="161632"/>
                    <a:pt x="59724" y="169162"/>
                    <a:pt x="43140" y="169281"/>
                  </a:cubicBezTo>
                  <a:cubicBezTo>
                    <a:pt x="34726" y="169333"/>
                    <a:pt x="26418" y="167396"/>
                    <a:pt x="18894" y="163628"/>
                  </a:cubicBezTo>
                  <a:lnTo>
                    <a:pt x="18150" y="239343"/>
                  </a:lnTo>
                  <a:lnTo>
                    <a:pt x="70660" y="239343"/>
                  </a:lnTo>
                  <a:cubicBezTo>
                    <a:pt x="75671" y="239343"/>
                    <a:pt x="79734" y="243406"/>
                    <a:pt x="79734" y="248417"/>
                  </a:cubicBezTo>
                  <a:cubicBezTo>
                    <a:pt x="79734" y="253428"/>
                    <a:pt x="75671" y="257491"/>
                    <a:pt x="70660" y="257491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27FAD951-13F8-C84F-9F1C-2FE603E70F17}"/>
                </a:ext>
              </a:extLst>
            </p:cNvPr>
            <p:cNvSpPr/>
            <p:nvPr/>
          </p:nvSpPr>
          <p:spPr>
            <a:xfrm>
              <a:off x="6173339" y="3179751"/>
              <a:ext cx="18148" cy="50843"/>
            </a:xfrm>
            <a:custGeom>
              <a:avLst/>
              <a:gdLst>
                <a:gd name="connsiteX0" fmla="*/ 9001 w 18148"/>
                <a:gd name="connsiteY0" fmla="*/ 50844 h 50843"/>
                <a:gd name="connsiteX1" fmla="*/ 74 w 18148"/>
                <a:gd name="connsiteY1" fmla="*/ 41920 h 50843"/>
                <a:gd name="connsiteX2" fmla="*/ 75 w 18148"/>
                <a:gd name="connsiteY2" fmla="*/ 41770 h 50843"/>
                <a:gd name="connsiteX3" fmla="*/ 75 w 18148"/>
                <a:gd name="connsiteY3" fmla="*/ 10234 h 50843"/>
                <a:gd name="connsiteX4" fmla="*/ 7915 w 18148"/>
                <a:gd name="connsiteY4" fmla="*/ 75 h 50843"/>
                <a:gd name="connsiteX5" fmla="*/ 18074 w 18148"/>
                <a:gd name="connsiteY5" fmla="*/ 7916 h 50843"/>
                <a:gd name="connsiteX6" fmla="*/ 18074 w 18148"/>
                <a:gd name="connsiteY6" fmla="*/ 10234 h 50843"/>
                <a:gd name="connsiteX7" fmla="*/ 18074 w 18148"/>
                <a:gd name="connsiteY7" fmla="*/ 41770 h 50843"/>
                <a:gd name="connsiteX8" fmla="*/ 9001 w 18148"/>
                <a:gd name="connsiteY8" fmla="*/ 50844 h 5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48" h="50843">
                  <a:moveTo>
                    <a:pt x="9001" y="50844"/>
                  </a:moveTo>
                  <a:cubicBezTo>
                    <a:pt x="4071" y="50844"/>
                    <a:pt x="75" y="46849"/>
                    <a:pt x="74" y="41920"/>
                  </a:cubicBezTo>
                  <a:cubicBezTo>
                    <a:pt x="74" y="41870"/>
                    <a:pt x="75" y="41820"/>
                    <a:pt x="75" y="41770"/>
                  </a:cubicBezTo>
                  <a:lnTo>
                    <a:pt x="75" y="10234"/>
                  </a:lnTo>
                  <a:cubicBezTo>
                    <a:pt x="-565" y="5264"/>
                    <a:pt x="2945" y="716"/>
                    <a:pt x="7915" y="75"/>
                  </a:cubicBezTo>
                  <a:cubicBezTo>
                    <a:pt x="12886" y="-565"/>
                    <a:pt x="17434" y="2945"/>
                    <a:pt x="18074" y="7916"/>
                  </a:cubicBezTo>
                  <a:cubicBezTo>
                    <a:pt x="18174" y="8685"/>
                    <a:pt x="18174" y="9465"/>
                    <a:pt x="18074" y="10234"/>
                  </a:cubicBezTo>
                  <a:lnTo>
                    <a:pt x="18074" y="41770"/>
                  </a:lnTo>
                  <a:cubicBezTo>
                    <a:pt x="18074" y="46781"/>
                    <a:pt x="14012" y="50844"/>
                    <a:pt x="9001" y="50844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F52FACF-6B4F-1D41-A6CC-68B6684163B7}"/>
                </a:ext>
              </a:extLst>
            </p:cNvPr>
            <p:cNvSpPr/>
            <p:nvPr/>
          </p:nvSpPr>
          <p:spPr>
            <a:xfrm>
              <a:off x="6173339" y="3067145"/>
              <a:ext cx="18148" cy="50696"/>
            </a:xfrm>
            <a:custGeom>
              <a:avLst/>
              <a:gdLst>
                <a:gd name="connsiteX0" fmla="*/ 9001 w 18148"/>
                <a:gd name="connsiteY0" fmla="*/ 50695 h 50696"/>
                <a:gd name="connsiteX1" fmla="*/ 75 w 18148"/>
                <a:gd name="connsiteY1" fmla="*/ 41770 h 50696"/>
                <a:gd name="connsiteX2" fmla="*/ 75 w 18148"/>
                <a:gd name="connsiteY2" fmla="*/ 10234 h 50696"/>
                <a:gd name="connsiteX3" fmla="*/ 7915 w 18148"/>
                <a:gd name="connsiteY3" fmla="*/ 75 h 50696"/>
                <a:gd name="connsiteX4" fmla="*/ 18074 w 18148"/>
                <a:gd name="connsiteY4" fmla="*/ 7916 h 50696"/>
                <a:gd name="connsiteX5" fmla="*/ 18074 w 18148"/>
                <a:gd name="connsiteY5" fmla="*/ 10234 h 50696"/>
                <a:gd name="connsiteX6" fmla="*/ 18074 w 18148"/>
                <a:gd name="connsiteY6" fmla="*/ 41770 h 50696"/>
                <a:gd name="connsiteX7" fmla="*/ 9150 w 18148"/>
                <a:gd name="connsiteY7" fmla="*/ 50696 h 50696"/>
                <a:gd name="connsiteX8" fmla="*/ 9001 w 18148"/>
                <a:gd name="connsiteY8" fmla="*/ 50695 h 50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48" h="50696">
                  <a:moveTo>
                    <a:pt x="9001" y="50695"/>
                  </a:moveTo>
                  <a:cubicBezTo>
                    <a:pt x="4071" y="50695"/>
                    <a:pt x="75" y="46699"/>
                    <a:pt x="75" y="41770"/>
                  </a:cubicBezTo>
                  <a:lnTo>
                    <a:pt x="75" y="10234"/>
                  </a:lnTo>
                  <a:cubicBezTo>
                    <a:pt x="-565" y="5264"/>
                    <a:pt x="2945" y="716"/>
                    <a:pt x="7915" y="75"/>
                  </a:cubicBezTo>
                  <a:cubicBezTo>
                    <a:pt x="12886" y="-565"/>
                    <a:pt x="17434" y="2945"/>
                    <a:pt x="18074" y="7916"/>
                  </a:cubicBezTo>
                  <a:cubicBezTo>
                    <a:pt x="18174" y="8685"/>
                    <a:pt x="18174" y="9465"/>
                    <a:pt x="18074" y="10234"/>
                  </a:cubicBezTo>
                  <a:lnTo>
                    <a:pt x="18074" y="41770"/>
                  </a:lnTo>
                  <a:cubicBezTo>
                    <a:pt x="18075" y="46699"/>
                    <a:pt x="14080" y="50696"/>
                    <a:pt x="9150" y="50696"/>
                  </a:cubicBezTo>
                  <a:cubicBezTo>
                    <a:pt x="9100" y="50696"/>
                    <a:pt x="9051" y="50696"/>
                    <a:pt x="9001" y="50695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2B7B0C2B-7C32-CC47-97EF-FFD3FD9FF0D3}"/>
                </a:ext>
              </a:extLst>
            </p:cNvPr>
            <p:cNvSpPr/>
            <p:nvPr/>
          </p:nvSpPr>
          <p:spPr>
            <a:xfrm>
              <a:off x="6122987" y="3213605"/>
              <a:ext cx="68426" cy="53433"/>
            </a:xfrm>
            <a:custGeom>
              <a:avLst/>
              <a:gdLst>
                <a:gd name="connsiteX0" fmla="*/ 59352 w 68426"/>
                <a:gd name="connsiteY0" fmla="*/ 53434 h 53433"/>
                <a:gd name="connsiteX1" fmla="*/ 9074 w 68426"/>
                <a:gd name="connsiteY1" fmla="*/ 53434 h 53433"/>
                <a:gd name="connsiteX2" fmla="*/ 0 w 68426"/>
                <a:gd name="connsiteY2" fmla="*/ 44360 h 53433"/>
                <a:gd name="connsiteX3" fmla="*/ 9074 w 68426"/>
                <a:gd name="connsiteY3" fmla="*/ 35286 h 53433"/>
                <a:gd name="connsiteX4" fmla="*/ 50427 w 68426"/>
                <a:gd name="connsiteY4" fmla="*/ 35286 h 53433"/>
                <a:gd name="connsiteX5" fmla="*/ 50427 w 68426"/>
                <a:gd name="connsiteY5" fmla="*/ 7916 h 53433"/>
                <a:gd name="connsiteX6" fmla="*/ 60586 w 68426"/>
                <a:gd name="connsiteY6" fmla="*/ 75 h 53433"/>
                <a:gd name="connsiteX7" fmla="*/ 68426 w 68426"/>
                <a:gd name="connsiteY7" fmla="*/ 7916 h 53433"/>
                <a:gd name="connsiteX8" fmla="*/ 68426 w 68426"/>
                <a:gd name="connsiteY8" fmla="*/ 44360 h 53433"/>
                <a:gd name="connsiteX9" fmla="*/ 59352 w 68426"/>
                <a:gd name="connsiteY9" fmla="*/ 53434 h 5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426" h="53433">
                  <a:moveTo>
                    <a:pt x="59352" y="53434"/>
                  </a:moveTo>
                  <a:lnTo>
                    <a:pt x="9074" y="53434"/>
                  </a:lnTo>
                  <a:cubicBezTo>
                    <a:pt x="4063" y="53434"/>
                    <a:pt x="0" y="49371"/>
                    <a:pt x="0" y="44360"/>
                  </a:cubicBezTo>
                  <a:cubicBezTo>
                    <a:pt x="0" y="39349"/>
                    <a:pt x="4063" y="35286"/>
                    <a:pt x="9074" y="35286"/>
                  </a:cubicBezTo>
                  <a:lnTo>
                    <a:pt x="50427" y="35286"/>
                  </a:lnTo>
                  <a:lnTo>
                    <a:pt x="50427" y="7916"/>
                  </a:lnTo>
                  <a:cubicBezTo>
                    <a:pt x="51067" y="2945"/>
                    <a:pt x="55616" y="-565"/>
                    <a:pt x="60586" y="75"/>
                  </a:cubicBezTo>
                  <a:cubicBezTo>
                    <a:pt x="64678" y="603"/>
                    <a:pt x="67899" y="3824"/>
                    <a:pt x="68426" y="7916"/>
                  </a:cubicBezTo>
                  <a:lnTo>
                    <a:pt x="68426" y="44360"/>
                  </a:lnTo>
                  <a:cubicBezTo>
                    <a:pt x="68426" y="49371"/>
                    <a:pt x="64364" y="53434"/>
                    <a:pt x="59352" y="53434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BD8A041D-1C66-0247-8640-3959DCFD8E78}"/>
                </a:ext>
              </a:extLst>
            </p:cNvPr>
            <p:cNvSpPr/>
            <p:nvPr/>
          </p:nvSpPr>
          <p:spPr>
            <a:xfrm>
              <a:off x="5933773" y="3248592"/>
              <a:ext cx="257491" cy="257938"/>
            </a:xfrm>
            <a:custGeom>
              <a:avLst/>
              <a:gdLst>
                <a:gd name="connsiteX0" fmla="*/ 220303 w 257491"/>
                <a:gd name="connsiteY0" fmla="*/ 257939 h 257938"/>
                <a:gd name="connsiteX1" fmla="*/ 9074 w 257491"/>
                <a:gd name="connsiteY1" fmla="*/ 257939 h 257938"/>
                <a:gd name="connsiteX2" fmla="*/ 0 w 257491"/>
                <a:gd name="connsiteY2" fmla="*/ 248865 h 257938"/>
                <a:gd name="connsiteX3" fmla="*/ 0 w 257491"/>
                <a:gd name="connsiteY3" fmla="*/ 188174 h 257938"/>
                <a:gd name="connsiteX4" fmla="*/ 8924 w 257491"/>
                <a:gd name="connsiteY4" fmla="*/ 179247 h 257938"/>
                <a:gd name="connsiteX5" fmla="*/ 9074 w 257491"/>
                <a:gd name="connsiteY5" fmla="*/ 179249 h 257938"/>
                <a:gd name="connsiteX6" fmla="*/ 18148 w 257491"/>
                <a:gd name="connsiteY6" fmla="*/ 188174 h 257938"/>
                <a:gd name="connsiteX7" fmla="*/ 18148 w 257491"/>
                <a:gd name="connsiteY7" fmla="*/ 239940 h 257938"/>
                <a:gd name="connsiteX8" fmla="*/ 220303 w 257491"/>
                <a:gd name="connsiteY8" fmla="*/ 239940 h 257938"/>
                <a:gd name="connsiteX9" fmla="*/ 239641 w 257491"/>
                <a:gd name="connsiteY9" fmla="*/ 220602 h 257938"/>
                <a:gd name="connsiteX10" fmla="*/ 239641 w 257491"/>
                <a:gd name="connsiteY10" fmla="*/ 18447 h 257938"/>
                <a:gd name="connsiteX11" fmla="*/ 188916 w 257491"/>
                <a:gd name="connsiteY11" fmla="*/ 18447 h 257938"/>
                <a:gd name="connsiteX12" fmla="*/ 193379 w 257491"/>
                <a:gd name="connsiteY12" fmla="*/ 55338 h 257938"/>
                <a:gd name="connsiteX13" fmla="*/ 127827 w 257491"/>
                <a:gd name="connsiteY13" fmla="*/ 98082 h 257938"/>
                <a:gd name="connsiteX14" fmla="*/ 83897 w 257491"/>
                <a:gd name="connsiteY14" fmla="*/ 43437 h 257938"/>
                <a:gd name="connsiteX15" fmla="*/ 89847 w 257491"/>
                <a:gd name="connsiteY15" fmla="*/ 18893 h 257938"/>
                <a:gd name="connsiteX16" fmla="*/ 18148 w 257491"/>
                <a:gd name="connsiteY16" fmla="*/ 18149 h 257938"/>
                <a:gd name="connsiteX17" fmla="*/ 18148 w 257491"/>
                <a:gd name="connsiteY17" fmla="*/ 69023 h 257938"/>
                <a:gd name="connsiteX18" fmla="*/ 9074 w 257491"/>
                <a:gd name="connsiteY18" fmla="*/ 77948 h 257938"/>
                <a:gd name="connsiteX19" fmla="*/ 1 w 257491"/>
                <a:gd name="connsiteY19" fmla="*/ 69173 h 257938"/>
                <a:gd name="connsiteX20" fmla="*/ 0 w 257491"/>
                <a:gd name="connsiteY20" fmla="*/ 69023 h 257938"/>
                <a:gd name="connsiteX21" fmla="*/ 0 w 257491"/>
                <a:gd name="connsiteY21" fmla="*/ 9522 h 257938"/>
                <a:gd name="connsiteX22" fmla="*/ 9074 w 257491"/>
                <a:gd name="connsiteY22" fmla="*/ 448 h 257938"/>
                <a:gd name="connsiteX23" fmla="*/ 89549 w 257491"/>
                <a:gd name="connsiteY23" fmla="*/ 448 h 257938"/>
                <a:gd name="connsiteX24" fmla="*/ 105168 w 257491"/>
                <a:gd name="connsiteY24" fmla="*/ 9224 h 257938"/>
                <a:gd name="connsiteX25" fmla="*/ 105168 w 257491"/>
                <a:gd name="connsiteY25" fmla="*/ 27372 h 257938"/>
                <a:gd name="connsiteX26" fmla="*/ 102639 w 257491"/>
                <a:gd name="connsiteY26" fmla="*/ 43437 h 257938"/>
                <a:gd name="connsiteX27" fmla="*/ 140150 w 257491"/>
                <a:gd name="connsiteY27" fmla="*/ 80600 h 257938"/>
                <a:gd name="connsiteX28" fmla="*/ 147265 w 257491"/>
                <a:gd name="connsiteY28" fmla="*/ 79882 h 257938"/>
                <a:gd name="connsiteX29" fmla="*/ 175615 w 257491"/>
                <a:gd name="connsiteY29" fmla="*/ 35585 h 257938"/>
                <a:gd name="connsiteX30" fmla="*/ 172553 w 257491"/>
                <a:gd name="connsiteY30" fmla="*/ 26926 h 257938"/>
                <a:gd name="connsiteX31" fmla="*/ 173297 w 257491"/>
                <a:gd name="connsiteY31" fmla="*/ 8778 h 257938"/>
                <a:gd name="connsiteX32" fmla="*/ 188916 w 257491"/>
                <a:gd name="connsiteY32" fmla="*/ 2 h 257938"/>
                <a:gd name="connsiteX33" fmla="*/ 248417 w 257491"/>
                <a:gd name="connsiteY33" fmla="*/ 2 h 257938"/>
                <a:gd name="connsiteX34" fmla="*/ 257491 w 257491"/>
                <a:gd name="connsiteY34" fmla="*/ 9076 h 257938"/>
                <a:gd name="connsiteX35" fmla="*/ 257491 w 257491"/>
                <a:gd name="connsiteY35" fmla="*/ 220304 h 257938"/>
                <a:gd name="connsiteX36" fmla="*/ 220303 w 257491"/>
                <a:gd name="connsiteY36" fmla="*/ 257939 h 25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57491" h="257938">
                  <a:moveTo>
                    <a:pt x="220303" y="257939"/>
                  </a:moveTo>
                  <a:lnTo>
                    <a:pt x="9074" y="257939"/>
                  </a:lnTo>
                  <a:cubicBezTo>
                    <a:pt x="4063" y="257939"/>
                    <a:pt x="0" y="253876"/>
                    <a:pt x="0" y="248865"/>
                  </a:cubicBezTo>
                  <a:lnTo>
                    <a:pt x="0" y="188174"/>
                  </a:lnTo>
                  <a:cubicBezTo>
                    <a:pt x="-1" y="183245"/>
                    <a:pt x="3995" y="179248"/>
                    <a:pt x="8924" y="179247"/>
                  </a:cubicBezTo>
                  <a:cubicBezTo>
                    <a:pt x="8974" y="179247"/>
                    <a:pt x="9024" y="179248"/>
                    <a:pt x="9074" y="179249"/>
                  </a:cubicBezTo>
                  <a:cubicBezTo>
                    <a:pt x="14028" y="179248"/>
                    <a:pt x="18067" y="183221"/>
                    <a:pt x="18148" y="188174"/>
                  </a:cubicBezTo>
                  <a:lnTo>
                    <a:pt x="18148" y="239940"/>
                  </a:lnTo>
                  <a:lnTo>
                    <a:pt x="220303" y="239940"/>
                  </a:lnTo>
                  <a:cubicBezTo>
                    <a:pt x="230949" y="239859"/>
                    <a:pt x="239560" y="231248"/>
                    <a:pt x="239641" y="220602"/>
                  </a:cubicBezTo>
                  <a:lnTo>
                    <a:pt x="239641" y="18447"/>
                  </a:lnTo>
                  <a:lnTo>
                    <a:pt x="188916" y="18447"/>
                  </a:lnTo>
                  <a:cubicBezTo>
                    <a:pt x="194304" y="29952"/>
                    <a:pt x="195867" y="42880"/>
                    <a:pt x="193379" y="55338"/>
                  </a:cubicBezTo>
                  <a:cubicBezTo>
                    <a:pt x="187080" y="85243"/>
                    <a:pt x="157732" y="104380"/>
                    <a:pt x="127827" y="98082"/>
                  </a:cubicBezTo>
                  <a:cubicBezTo>
                    <a:pt x="102040" y="92651"/>
                    <a:pt x="83660" y="69789"/>
                    <a:pt x="83897" y="43437"/>
                  </a:cubicBezTo>
                  <a:cubicBezTo>
                    <a:pt x="83906" y="34900"/>
                    <a:pt x="85946" y="26487"/>
                    <a:pt x="89847" y="18893"/>
                  </a:cubicBezTo>
                  <a:lnTo>
                    <a:pt x="18148" y="18149"/>
                  </a:lnTo>
                  <a:lnTo>
                    <a:pt x="18148" y="69023"/>
                  </a:lnTo>
                  <a:cubicBezTo>
                    <a:pt x="18067" y="73976"/>
                    <a:pt x="14028" y="77949"/>
                    <a:pt x="9074" y="77948"/>
                  </a:cubicBezTo>
                  <a:cubicBezTo>
                    <a:pt x="4145" y="78030"/>
                    <a:pt x="83" y="74101"/>
                    <a:pt x="1" y="69173"/>
                  </a:cubicBezTo>
                  <a:cubicBezTo>
                    <a:pt x="0" y="69123"/>
                    <a:pt x="0" y="69073"/>
                    <a:pt x="0" y="69023"/>
                  </a:cubicBezTo>
                  <a:lnTo>
                    <a:pt x="0" y="9522"/>
                  </a:lnTo>
                  <a:cubicBezTo>
                    <a:pt x="0" y="4510"/>
                    <a:pt x="4063" y="448"/>
                    <a:pt x="9074" y="448"/>
                  </a:cubicBezTo>
                  <a:lnTo>
                    <a:pt x="89549" y="448"/>
                  </a:lnTo>
                  <a:cubicBezTo>
                    <a:pt x="95937" y="420"/>
                    <a:pt x="101869" y="3754"/>
                    <a:pt x="105168" y="9224"/>
                  </a:cubicBezTo>
                  <a:cubicBezTo>
                    <a:pt x="108350" y="14855"/>
                    <a:pt x="108350" y="21741"/>
                    <a:pt x="105168" y="27372"/>
                  </a:cubicBezTo>
                  <a:cubicBezTo>
                    <a:pt x="103090" y="32458"/>
                    <a:pt x="102224" y="37959"/>
                    <a:pt x="102639" y="43437"/>
                  </a:cubicBezTo>
                  <a:cubicBezTo>
                    <a:pt x="102736" y="64058"/>
                    <a:pt x="119530" y="80696"/>
                    <a:pt x="140150" y="80600"/>
                  </a:cubicBezTo>
                  <a:cubicBezTo>
                    <a:pt x="142539" y="80589"/>
                    <a:pt x="144922" y="80348"/>
                    <a:pt x="147265" y="79882"/>
                  </a:cubicBezTo>
                  <a:cubicBezTo>
                    <a:pt x="167326" y="75478"/>
                    <a:pt x="180019" y="55646"/>
                    <a:pt x="175615" y="35585"/>
                  </a:cubicBezTo>
                  <a:cubicBezTo>
                    <a:pt x="174956" y="32583"/>
                    <a:pt x="173928" y="29675"/>
                    <a:pt x="172553" y="26926"/>
                  </a:cubicBezTo>
                  <a:cubicBezTo>
                    <a:pt x="169599" y="21165"/>
                    <a:pt x="169881" y="14278"/>
                    <a:pt x="173297" y="8778"/>
                  </a:cubicBezTo>
                  <a:cubicBezTo>
                    <a:pt x="176552" y="3263"/>
                    <a:pt x="182512" y="-87"/>
                    <a:pt x="188916" y="2"/>
                  </a:cubicBezTo>
                  <a:lnTo>
                    <a:pt x="248417" y="2"/>
                  </a:lnTo>
                  <a:cubicBezTo>
                    <a:pt x="253428" y="2"/>
                    <a:pt x="257491" y="4064"/>
                    <a:pt x="257491" y="9076"/>
                  </a:cubicBezTo>
                  <a:lnTo>
                    <a:pt x="257491" y="220304"/>
                  </a:lnTo>
                  <a:cubicBezTo>
                    <a:pt x="257574" y="240950"/>
                    <a:pt x="240947" y="257775"/>
                    <a:pt x="220303" y="257939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731A5673-A375-4942-BBE3-AD95EF25CBB5}"/>
                </a:ext>
              </a:extLst>
            </p:cNvPr>
            <p:cNvSpPr/>
            <p:nvPr/>
          </p:nvSpPr>
          <p:spPr>
            <a:xfrm>
              <a:off x="5694281" y="3248891"/>
              <a:ext cx="258389" cy="257670"/>
            </a:xfrm>
            <a:custGeom>
              <a:avLst/>
              <a:gdLst>
                <a:gd name="connsiteX0" fmla="*/ 248566 w 258389"/>
                <a:gd name="connsiteY0" fmla="*/ 257640 h 257670"/>
                <a:gd name="connsiteX1" fmla="*/ 37337 w 258389"/>
                <a:gd name="connsiteY1" fmla="*/ 257640 h 257670"/>
                <a:gd name="connsiteX2" fmla="*/ 0 w 258389"/>
                <a:gd name="connsiteY2" fmla="*/ 220303 h 257670"/>
                <a:gd name="connsiteX3" fmla="*/ 0 w 258389"/>
                <a:gd name="connsiteY3" fmla="*/ 9074 h 257670"/>
                <a:gd name="connsiteX4" fmla="*/ 9074 w 258389"/>
                <a:gd name="connsiteY4" fmla="*/ 0 h 257670"/>
                <a:gd name="connsiteX5" fmla="*/ 45816 w 258389"/>
                <a:gd name="connsiteY5" fmla="*/ 0 h 257670"/>
                <a:gd name="connsiteX6" fmla="*/ 54890 w 258389"/>
                <a:gd name="connsiteY6" fmla="*/ 9074 h 257670"/>
                <a:gd name="connsiteX7" fmla="*/ 45816 w 258389"/>
                <a:gd name="connsiteY7" fmla="*/ 18148 h 257670"/>
                <a:gd name="connsiteX8" fmla="*/ 17999 w 258389"/>
                <a:gd name="connsiteY8" fmla="*/ 18148 h 257670"/>
                <a:gd name="connsiteX9" fmla="*/ 17999 w 258389"/>
                <a:gd name="connsiteY9" fmla="*/ 220303 h 257670"/>
                <a:gd name="connsiteX10" fmla="*/ 37337 w 258389"/>
                <a:gd name="connsiteY10" fmla="*/ 239641 h 257670"/>
                <a:gd name="connsiteX11" fmla="*/ 239492 w 258389"/>
                <a:gd name="connsiteY11" fmla="*/ 239641 h 257670"/>
                <a:gd name="connsiteX12" fmla="*/ 239492 w 258389"/>
                <a:gd name="connsiteY12" fmla="*/ 174636 h 257670"/>
                <a:gd name="connsiteX13" fmla="*/ 197097 w 258389"/>
                <a:gd name="connsiteY13" fmla="*/ 183115 h 257670"/>
                <a:gd name="connsiteX14" fmla="*/ 153513 w 258389"/>
                <a:gd name="connsiteY14" fmla="*/ 140720 h 257670"/>
                <a:gd name="connsiteX15" fmla="*/ 164669 w 258389"/>
                <a:gd name="connsiteY15" fmla="*/ 94012 h 257670"/>
                <a:gd name="connsiteX16" fmla="*/ 208254 w 258389"/>
                <a:gd name="connsiteY16" fmla="*/ 73633 h 257670"/>
                <a:gd name="connsiteX17" fmla="*/ 239492 w 258389"/>
                <a:gd name="connsiteY17" fmla="*/ 83302 h 257670"/>
                <a:gd name="connsiteX18" fmla="*/ 240236 w 258389"/>
                <a:gd name="connsiteY18" fmla="*/ 18148 h 257670"/>
                <a:gd name="connsiteX19" fmla="*/ 169578 w 258389"/>
                <a:gd name="connsiteY19" fmla="*/ 18148 h 257670"/>
                <a:gd name="connsiteX20" fmla="*/ 160504 w 258389"/>
                <a:gd name="connsiteY20" fmla="*/ 9074 h 257670"/>
                <a:gd name="connsiteX21" fmla="*/ 169578 w 258389"/>
                <a:gd name="connsiteY21" fmla="*/ 0 h 257670"/>
                <a:gd name="connsiteX22" fmla="*/ 248566 w 258389"/>
                <a:gd name="connsiteY22" fmla="*/ 0 h 257670"/>
                <a:gd name="connsiteX23" fmla="*/ 257640 w 258389"/>
                <a:gd name="connsiteY23" fmla="*/ 9074 h 257670"/>
                <a:gd name="connsiteX24" fmla="*/ 257640 w 258389"/>
                <a:gd name="connsiteY24" fmla="*/ 83450 h 257670"/>
                <a:gd name="connsiteX25" fmla="*/ 239046 w 258389"/>
                <a:gd name="connsiteY25" fmla="*/ 102044 h 257670"/>
                <a:gd name="connsiteX26" fmla="*/ 227889 w 258389"/>
                <a:gd name="connsiteY26" fmla="*/ 98326 h 257670"/>
                <a:gd name="connsiteX27" fmla="*/ 208254 w 258389"/>
                <a:gd name="connsiteY27" fmla="*/ 91632 h 257670"/>
                <a:gd name="connsiteX28" fmla="*/ 171207 w 258389"/>
                <a:gd name="connsiteY28" fmla="*/ 128961 h 257670"/>
                <a:gd name="connsiteX29" fmla="*/ 171958 w 258389"/>
                <a:gd name="connsiteY29" fmla="*/ 136258 h 257670"/>
                <a:gd name="connsiteX30" fmla="*/ 216108 w 258389"/>
                <a:gd name="connsiteY30" fmla="*/ 164447 h 257670"/>
                <a:gd name="connsiteX31" fmla="*/ 229228 w 258389"/>
                <a:gd name="connsiteY31" fmla="*/ 158719 h 257670"/>
                <a:gd name="connsiteX32" fmla="*/ 248417 w 258389"/>
                <a:gd name="connsiteY32" fmla="*/ 157529 h 257670"/>
                <a:gd name="connsiteX33" fmla="*/ 258384 w 258389"/>
                <a:gd name="connsiteY33" fmla="*/ 173892 h 257670"/>
                <a:gd name="connsiteX34" fmla="*/ 258384 w 258389"/>
                <a:gd name="connsiteY34" fmla="*/ 248268 h 257670"/>
                <a:gd name="connsiteX35" fmla="*/ 249644 w 258389"/>
                <a:gd name="connsiteY35" fmla="*/ 257665 h 257670"/>
                <a:gd name="connsiteX36" fmla="*/ 248566 w 258389"/>
                <a:gd name="connsiteY36" fmla="*/ 257640 h 257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58389" h="257670">
                  <a:moveTo>
                    <a:pt x="248566" y="257640"/>
                  </a:moveTo>
                  <a:lnTo>
                    <a:pt x="37337" y="257640"/>
                  </a:lnTo>
                  <a:cubicBezTo>
                    <a:pt x="16750" y="257558"/>
                    <a:pt x="82" y="240890"/>
                    <a:pt x="0" y="220303"/>
                  </a:cubicBezTo>
                  <a:lnTo>
                    <a:pt x="0" y="9074"/>
                  </a:lnTo>
                  <a:cubicBezTo>
                    <a:pt x="0" y="4063"/>
                    <a:pt x="4063" y="0"/>
                    <a:pt x="9074" y="0"/>
                  </a:cubicBezTo>
                  <a:lnTo>
                    <a:pt x="45816" y="0"/>
                  </a:lnTo>
                  <a:cubicBezTo>
                    <a:pt x="50827" y="0"/>
                    <a:pt x="54890" y="4063"/>
                    <a:pt x="54890" y="9074"/>
                  </a:cubicBezTo>
                  <a:cubicBezTo>
                    <a:pt x="54890" y="14085"/>
                    <a:pt x="50827" y="18148"/>
                    <a:pt x="45816" y="18148"/>
                  </a:cubicBezTo>
                  <a:lnTo>
                    <a:pt x="17999" y="18148"/>
                  </a:lnTo>
                  <a:lnTo>
                    <a:pt x="17999" y="220303"/>
                  </a:lnTo>
                  <a:cubicBezTo>
                    <a:pt x="17999" y="230983"/>
                    <a:pt x="26657" y="239641"/>
                    <a:pt x="37337" y="239641"/>
                  </a:cubicBezTo>
                  <a:lnTo>
                    <a:pt x="239492" y="239641"/>
                  </a:lnTo>
                  <a:lnTo>
                    <a:pt x="239492" y="174636"/>
                  </a:lnTo>
                  <a:cubicBezTo>
                    <a:pt x="226993" y="182848"/>
                    <a:pt x="211794" y="185888"/>
                    <a:pt x="197097" y="183115"/>
                  </a:cubicBezTo>
                  <a:cubicBezTo>
                    <a:pt x="175374" y="179019"/>
                    <a:pt x="158209" y="162322"/>
                    <a:pt x="153513" y="140720"/>
                  </a:cubicBezTo>
                  <a:cubicBezTo>
                    <a:pt x="149997" y="124265"/>
                    <a:pt x="154096" y="107102"/>
                    <a:pt x="164669" y="94012"/>
                  </a:cubicBezTo>
                  <a:cubicBezTo>
                    <a:pt x="175316" y="80910"/>
                    <a:pt x="191373" y="73402"/>
                    <a:pt x="208254" y="73633"/>
                  </a:cubicBezTo>
                  <a:cubicBezTo>
                    <a:pt x="219417" y="73540"/>
                    <a:pt x="230333" y="76918"/>
                    <a:pt x="239492" y="83302"/>
                  </a:cubicBezTo>
                  <a:lnTo>
                    <a:pt x="240236" y="18148"/>
                  </a:lnTo>
                  <a:lnTo>
                    <a:pt x="169578" y="18148"/>
                  </a:lnTo>
                  <a:cubicBezTo>
                    <a:pt x="164567" y="18148"/>
                    <a:pt x="160504" y="14085"/>
                    <a:pt x="160504" y="9074"/>
                  </a:cubicBezTo>
                  <a:cubicBezTo>
                    <a:pt x="160504" y="4063"/>
                    <a:pt x="164567" y="0"/>
                    <a:pt x="169578" y="0"/>
                  </a:cubicBezTo>
                  <a:lnTo>
                    <a:pt x="248566" y="0"/>
                  </a:lnTo>
                  <a:cubicBezTo>
                    <a:pt x="253544" y="80"/>
                    <a:pt x="257560" y="4096"/>
                    <a:pt x="257640" y="9074"/>
                  </a:cubicBezTo>
                  <a:lnTo>
                    <a:pt x="257640" y="83450"/>
                  </a:lnTo>
                  <a:cubicBezTo>
                    <a:pt x="257640" y="93720"/>
                    <a:pt x="249315" y="102044"/>
                    <a:pt x="239046" y="102044"/>
                  </a:cubicBezTo>
                  <a:cubicBezTo>
                    <a:pt x="235022" y="102044"/>
                    <a:pt x="231108" y="100739"/>
                    <a:pt x="227889" y="98326"/>
                  </a:cubicBezTo>
                  <a:cubicBezTo>
                    <a:pt x="222139" y="94224"/>
                    <a:pt x="215312" y="91897"/>
                    <a:pt x="208254" y="91632"/>
                  </a:cubicBezTo>
                  <a:cubicBezTo>
                    <a:pt x="187716" y="91710"/>
                    <a:pt x="171129" y="108422"/>
                    <a:pt x="171207" y="128961"/>
                  </a:cubicBezTo>
                  <a:cubicBezTo>
                    <a:pt x="171216" y="131412"/>
                    <a:pt x="171468" y="133856"/>
                    <a:pt x="171958" y="136258"/>
                  </a:cubicBezTo>
                  <a:cubicBezTo>
                    <a:pt x="176365" y="156233"/>
                    <a:pt x="196132" y="168854"/>
                    <a:pt x="216108" y="164447"/>
                  </a:cubicBezTo>
                  <a:cubicBezTo>
                    <a:pt x="220812" y="163409"/>
                    <a:pt x="225269" y="161463"/>
                    <a:pt x="229228" y="158719"/>
                  </a:cubicBezTo>
                  <a:cubicBezTo>
                    <a:pt x="234907" y="154790"/>
                    <a:pt x="242296" y="154332"/>
                    <a:pt x="248417" y="157529"/>
                  </a:cubicBezTo>
                  <a:cubicBezTo>
                    <a:pt x="254558" y="160669"/>
                    <a:pt x="258411" y="166995"/>
                    <a:pt x="258384" y="173892"/>
                  </a:cubicBezTo>
                  <a:lnTo>
                    <a:pt x="258384" y="248268"/>
                  </a:lnTo>
                  <a:cubicBezTo>
                    <a:pt x="258565" y="253276"/>
                    <a:pt x="254652" y="257483"/>
                    <a:pt x="249644" y="257665"/>
                  </a:cubicBezTo>
                  <a:cubicBezTo>
                    <a:pt x="249284" y="257678"/>
                    <a:pt x="248924" y="257670"/>
                    <a:pt x="248566" y="257640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CC301A01-FF97-764E-8158-0C2D852B9082}"/>
                </a:ext>
              </a:extLst>
            </p:cNvPr>
            <p:cNvSpPr/>
            <p:nvPr/>
          </p:nvSpPr>
          <p:spPr>
            <a:xfrm>
              <a:off x="5694281" y="3009399"/>
              <a:ext cx="257641" cy="257719"/>
            </a:xfrm>
            <a:custGeom>
              <a:avLst/>
              <a:gdLst>
                <a:gd name="connsiteX0" fmla="*/ 248566 w 257641"/>
                <a:gd name="connsiteY0" fmla="*/ 257640 h 257719"/>
                <a:gd name="connsiteX1" fmla="*/ 151728 w 257641"/>
                <a:gd name="connsiteY1" fmla="*/ 257640 h 257719"/>
                <a:gd name="connsiteX2" fmla="*/ 135663 w 257641"/>
                <a:gd name="connsiteY2" fmla="*/ 248268 h 257719"/>
                <a:gd name="connsiteX3" fmla="*/ 135663 w 257641"/>
                <a:gd name="connsiteY3" fmla="*/ 230418 h 257719"/>
                <a:gd name="connsiteX4" fmla="*/ 140274 w 257641"/>
                <a:gd name="connsiteY4" fmla="*/ 212568 h 257719"/>
                <a:gd name="connsiteX5" fmla="*/ 126589 w 257641"/>
                <a:gd name="connsiteY5" fmla="*/ 183710 h 257719"/>
                <a:gd name="connsiteX6" fmla="*/ 74347 w 257641"/>
                <a:gd name="connsiteY6" fmla="*/ 189765 h 257719"/>
                <a:gd name="connsiteX7" fmla="*/ 67088 w 257641"/>
                <a:gd name="connsiteY7" fmla="*/ 205279 h 257719"/>
                <a:gd name="connsiteX8" fmla="*/ 70807 w 257641"/>
                <a:gd name="connsiteY8" fmla="*/ 230120 h 257719"/>
                <a:gd name="connsiteX9" fmla="*/ 70807 w 257641"/>
                <a:gd name="connsiteY9" fmla="*/ 248566 h 257719"/>
                <a:gd name="connsiteX10" fmla="*/ 54890 w 257641"/>
                <a:gd name="connsiteY10" fmla="*/ 257640 h 257719"/>
                <a:gd name="connsiteX11" fmla="*/ 10264 w 257641"/>
                <a:gd name="connsiteY11" fmla="*/ 257640 h 257719"/>
                <a:gd name="connsiteX12" fmla="*/ 78 w 257641"/>
                <a:gd name="connsiteY12" fmla="*/ 249835 h 257719"/>
                <a:gd name="connsiteX13" fmla="*/ 0 w 257641"/>
                <a:gd name="connsiteY13" fmla="*/ 248566 h 257719"/>
                <a:gd name="connsiteX14" fmla="*/ 0 w 257641"/>
                <a:gd name="connsiteY14" fmla="*/ 37337 h 257719"/>
                <a:gd name="connsiteX15" fmla="*/ 37337 w 257641"/>
                <a:gd name="connsiteY15" fmla="*/ 0 h 257719"/>
                <a:gd name="connsiteX16" fmla="*/ 248566 w 257641"/>
                <a:gd name="connsiteY16" fmla="*/ 0 h 257719"/>
                <a:gd name="connsiteX17" fmla="*/ 257640 w 257641"/>
                <a:gd name="connsiteY17" fmla="*/ 9074 h 257719"/>
                <a:gd name="connsiteX18" fmla="*/ 257640 w 257641"/>
                <a:gd name="connsiteY18" fmla="*/ 53700 h 257719"/>
                <a:gd name="connsiteX19" fmla="*/ 248566 w 257641"/>
                <a:gd name="connsiteY19" fmla="*/ 62774 h 257719"/>
                <a:gd name="connsiteX20" fmla="*/ 239492 w 257641"/>
                <a:gd name="connsiteY20" fmla="*/ 53700 h 257719"/>
                <a:gd name="connsiteX21" fmla="*/ 239492 w 257641"/>
                <a:gd name="connsiteY21" fmla="*/ 17999 h 257719"/>
                <a:gd name="connsiteX22" fmla="*/ 37337 w 257641"/>
                <a:gd name="connsiteY22" fmla="*/ 17999 h 257719"/>
                <a:gd name="connsiteX23" fmla="*/ 17999 w 257641"/>
                <a:gd name="connsiteY23" fmla="*/ 37337 h 257719"/>
                <a:gd name="connsiteX24" fmla="*/ 17999 w 257641"/>
                <a:gd name="connsiteY24" fmla="*/ 239492 h 257719"/>
                <a:gd name="connsiteX25" fmla="*/ 53998 w 257641"/>
                <a:gd name="connsiteY25" fmla="*/ 239492 h 257719"/>
                <a:gd name="connsiteX26" fmla="*/ 48642 w 257641"/>
                <a:gd name="connsiteY26" fmla="*/ 201857 h 257719"/>
                <a:gd name="connsiteX27" fmla="*/ 114187 w 257641"/>
                <a:gd name="connsiteY27" fmla="*/ 159101 h 257719"/>
                <a:gd name="connsiteX28" fmla="*/ 158124 w 257641"/>
                <a:gd name="connsiteY28" fmla="*/ 212568 h 257719"/>
                <a:gd name="connsiteX29" fmla="*/ 151133 w 257641"/>
                <a:gd name="connsiteY29" fmla="*/ 239343 h 257719"/>
                <a:gd name="connsiteX30" fmla="*/ 239492 w 257641"/>
                <a:gd name="connsiteY30" fmla="*/ 239343 h 257719"/>
                <a:gd name="connsiteX31" fmla="*/ 239492 w 257641"/>
                <a:gd name="connsiteY31" fmla="*/ 173892 h 257719"/>
                <a:gd name="connsiteX32" fmla="*/ 248566 w 257641"/>
                <a:gd name="connsiteY32" fmla="*/ 164818 h 257719"/>
                <a:gd name="connsiteX33" fmla="*/ 257640 w 257641"/>
                <a:gd name="connsiteY33" fmla="*/ 173892 h 257719"/>
                <a:gd name="connsiteX34" fmla="*/ 257640 w 257641"/>
                <a:gd name="connsiteY34" fmla="*/ 248268 h 257719"/>
                <a:gd name="connsiteX35" fmla="*/ 248569 w 257641"/>
                <a:gd name="connsiteY35" fmla="*/ 257640 h 257719"/>
                <a:gd name="connsiteX36" fmla="*/ 248566 w 257641"/>
                <a:gd name="connsiteY36" fmla="*/ 257640 h 25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57641" h="257719">
                  <a:moveTo>
                    <a:pt x="248566" y="257640"/>
                  </a:moveTo>
                  <a:lnTo>
                    <a:pt x="151728" y="257640"/>
                  </a:lnTo>
                  <a:cubicBezTo>
                    <a:pt x="145092" y="257581"/>
                    <a:pt x="138981" y="254016"/>
                    <a:pt x="135663" y="248268"/>
                  </a:cubicBezTo>
                  <a:cubicBezTo>
                    <a:pt x="132474" y="242745"/>
                    <a:pt x="132474" y="235941"/>
                    <a:pt x="135663" y="230418"/>
                  </a:cubicBezTo>
                  <a:cubicBezTo>
                    <a:pt x="138743" y="224977"/>
                    <a:pt x="140333" y="218820"/>
                    <a:pt x="140274" y="212568"/>
                  </a:cubicBezTo>
                  <a:cubicBezTo>
                    <a:pt x="140244" y="201389"/>
                    <a:pt x="135225" y="190807"/>
                    <a:pt x="126589" y="183710"/>
                  </a:cubicBezTo>
                  <a:cubicBezTo>
                    <a:pt x="110491" y="170955"/>
                    <a:pt x="87101" y="173666"/>
                    <a:pt x="74347" y="189765"/>
                  </a:cubicBezTo>
                  <a:cubicBezTo>
                    <a:pt x="70753" y="194301"/>
                    <a:pt x="68267" y="199613"/>
                    <a:pt x="67088" y="205279"/>
                  </a:cubicBezTo>
                  <a:cubicBezTo>
                    <a:pt x="65446" y="213741"/>
                    <a:pt x="66759" y="222510"/>
                    <a:pt x="70807" y="230120"/>
                  </a:cubicBezTo>
                  <a:cubicBezTo>
                    <a:pt x="74071" y="235836"/>
                    <a:pt x="74071" y="242851"/>
                    <a:pt x="70807" y="248566"/>
                  </a:cubicBezTo>
                  <a:cubicBezTo>
                    <a:pt x="67507" y="254220"/>
                    <a:pt x="61437" y="257681"/>
                    <a:pt x="54890" y="257640"/>
                  </a:cubicBezTo>
                  <a:lnTo>
                    <a:pt x="10264" y="257640"/>
                  </a:lnTo>
                  <a:cubicBezTo>
                    <a:pt x="5296" y="258297"/>
                    <a:pt x="736" y="254803"/>
                    <a:pt x="78" y="249835"/>
                  </a:cubicBezTo>
                  <a:cubicBezTo>
                    <a:pt x="23" y="249414"/>
                    <a:pt x="-3" y="248990"/>
                    <a:pt x="0" y="248566"/>
                  </a:cubicBezTo>
                  <a:lnTo>
                    <a:pt x="0" y="37337"/>
                  </a:lnTo>
                  <a:cubicBezTo>
                    <a:pt x="82" y="16750"/>
                    <a:pt x="16751" y="82"/>
                    <a:pt x="37337" y="0"/>
                  </a:cubicBezTo>
                  <a:lnTo>
                    <a:pt x="248566" y="0"/>
                  </a:lnTo>
                  <a:cubicBezTo>
                    <a:pt x="253578" y="0"/>
                    <a:pt x="257640" y="4063"/>
                    <a:pt x="257640" y="9074"/>
                  </a:cubicBezTo>
                  <a:lnTo>
                    <a:pt x="257640" y="53700"/>
                  </a:lnTo>
                  <a:cubicBezTo>
                    <a:pt x="257640" y="58711"/>
                    <a:pt x="253578" y="62774"/>
                    <a:pt x="248566" y="62774"/>
                  </a:cubicBezTo>
                  <a:cubicBezTo>
                    <a:pt x="243555" y="62774"/>
                    <a:pt x="239492" y="58711"/>
                    <a:pt x="239492" y="53700"/>
                  </a:cubicBezTo>
                  <a:lnTo>
                    <a:pt x="239492" y="17999"/>
                  </a:lnTo>
                  <a:lnTo>
                    <a:pt x="37337" y="17999"/>
                  </a:lnTo>
                  <a:cubicBezTo>
                    <a:pt x="26657" y="17999"/>
                    <a:pt x="17999" y="26657"/>
                    <a:pt x="17999" y="37337"/>
                  </a:cubicBezTo>
                  <a:lnTo>
                    <a:pt x="17999" y="239492"/>
                  </a:lnTo>
                  <a:lnTo>
                    <a:pt x="53998" y="239492"/>
                  </a:lnTo>
                  <a:cubicBezTo>
                    <a:pt x="48146" y="227870"/>
                    <a:pt x="46264" y="214650"/>
                    <a:pt x="48642" y="201857"/>
                  </a:cubicBezTo>
                  <a:cubicBezTo>
                    <a:pt x="54935" y="171951"/>
                    <a:pt x="84281" y="152809"/>
                    <a:pt x="114187" y="159101"/>
                  </a:cubicBezTo>
                  <a:cubicBezTo>
                    <a:pt x="139545" y="164437"/>
                    <a:pt x="157804" y="186656"/>
                    <a:pt x="158124" y="212568"/>
                  </a:cubicBezTo>
                  <a:cubicBezTo>
                    <a:pt x="158139" y="221946"/>
                    <a:pt x="155731" y="231169"/>
                    <a:pt x="151133" y="239343"/>
                  </a:cubicBezTo>
                  <a:lnTo>
                    <a:pt x="239492" y="239343"/>
                  </a:lnTo>
                  <a:lnTo>
                    <a:pt x="239492" y="173892"/>
                  </a:lnTo>
                  <a:cubicBezTo>
                    <a:pt x="239492" y="168881"/>
                    <a:pt x="243555" y="164818"/>
                    <a:pt x="248566" y="164818"/>
                  </a:cubicBezTo>
                  <a:cubicBezTo>
                    <a:pt x="253578" y="164818"/>
                    <a:pt x="257640" y="168881"/>
                    <a:pt x="257640" y="173892"/>
                  </a:cubicBezTo>
                  <a:lnTo>
                    <a:pt x="257640" y="248268"/>
                  </a:lnTo>
                  <a:cubicBezTo>
                    <a:pt x="257723" y="253361"/>
                    <a:pt x="253661" y="257557"/>
                    <a:pt x="248569" y="257640"/>
                  </a:cubicBezTo>
                  <a:cubicBezTo>
                    <a:pt x="248568" y="257640"/>
                    <a:pt x="248567" y="257640"/>
                    <a:pt x="248566" y="257640"/>
                  </a:cubicBezTo>
                  <a:close/>
                </a:path>
              </a:pathLst>
            </a:custGeom>
            <a:grpFill/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4" name="Graphic 50">
            <a:extLst>
              <a:ext uri="{FF2B5EF4-FFF2-40B4-BE49-F238E27FC236}">
                <a16:creationId xmlns:a16="http://schemas.microsoft.com/office/drawing/2014/main" id="{2F2514D9-1AB8-4149-904A-0192DFBF7FB4}"/>
              </a:ext>
            </a:extLst>
          </p:cNvPr>
          <p:cNvGrpSpPr/>
          <p:nvPr/>
        </p:nvGrpSpPr>
        <p:grpSpPr>
          <a:xfrm>
            <a:off x="6093493" y="4581194"/>
            <a:ext cx="531487" cy="438973"/>
            <a:chOff x="5673829" y="3038450"/>
            <a:chExt cx="531487" cy="438973"/>
          </a:xfrm>
          <a:solidFill>
            <a:srgbClr val="FFFFFF"/>
          </a:solidFill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39CC699A-67C9-F342-8546-887900A9D99D}"/>
                </a:ext>
              </a:extLst>
            </p:cNvPr>
            <p:cNvSpPr/>
            <p:nvPr/>
          </p:nvSpPr>
          <p:spPr>
            <a:xfrm>
              <a:off x="5673829" y="3038450"/>
              <a:ext cx="531487" cy="322514"/>
            </a:xfrm>
            <a:custGeom>
              <a:avLst/>
              <a:gdLst>
                <a:gd name="connsiteX0" fmla="*/ 418747 w 531487"/>
                <a:gd name="connsiteY0" fmla="*/ 322439 h 322514"/>
                <a:gd name="connsiteX1" fmla="*/ 335180 w 531487"/>
                <a:gd name="connsiteY1" fmla="*/ 322439 h 322514"/>
                <a:gd name="connsiteX2" fmla="*/ 324804 w 531487"/>
                <a:gd name="connsiteY2" fmla="*/ 314633 h 322514"/>
                <a:gd name="connsiteX3" fmla="*/ 332812 w 531487"/>
                <a:gd name="connsiteY3" fmla="*/ 304518 h 322514"/>
                <a:gd name="connsiteX4" fmla="*/ 335180 w 531487"/>
                <a:gd name="connsiteY4" fmla="*/ 304518 h 322514"/>
                <a:gd name="connsiteX5" fmla="*/ 418747 w 531487"/>
                <a:gd name="connsiteY5" fmla="*/ 304518 h 322514"/>
                <a:gd name="connsiteX6" fmla="*/ 513302 w 531487"/>
                <a:gd name="connsiteY6" fmla="*/ 212735 h 322514"/>
                <a:gd name="connsiteX7" fmla="*/ 419147 w 531487"/>
                <a:gd name="connsiteY7" fmla="*/ 120563 h 322514"/>
                <a:gd name="connsiteX8" fmla="*/ 373165 w 531487"/>
                <a:gd name="connsiteY8" fmla="*/ 132116 h 322514"/>
                <a:gd name="connsiteX9" fmla="*/ 363593 w 531487"/>
                <a:gd name="connsiteY9" fmla="*/ 132116 h 322514"/>
                <a:gd name="connsiteX10" fmla="*/ 359491 w 531487"/>
                <a:gd name="connsiteY10" fmla="*/ 123673 h 322514"/>
                <a:gd name="connsiteX11" fmla="*/ 360402 w 531487"/>
                <a:gd name="connsiteY11" fmla="*/ 111972 h 322514"/>
                <a:gd name="connsiteX12" fmla="*/ 266047 w 531487"/>
                <a:gd name="connsiteY12" fmla="*/ 19995 h 322514"/>
                <a:gd name="connsiteX13" fmla="*/ 171693 w 531487"/>
                <a:gd name="connsiteY13" fmla="*/ 111972 h 322514"/>
                <a:gd name="connsiteX14" fmla="*/ 172452 w 531487"/>
                <a:gd name="connsiteY14" fmla="*/ 123673 h 322514"/>
                <a:gd name="connsiteX15" fmla="*/ 168502 w 531487"/>
                <a:gd name="connsiteY15" fmla="*/ 132116 h 322514"/>
                <a:gd name="connsiteX16" fmla="*/ 158930 w 531487"/>
                <a:gd name="connsiteY16" fmla="*/ 132116 h 322514"/>
                <a:gd name="connsiteX17" fmla="*/ 30644 w 531487"/>
                <a:gd name="connsiteY17" fmla="*/ 167912 h 322514"/>
                <a:gd name="connsiteX18" fmla="*/ 67366 w 531487"/>
                <a:gd name="connsiteY18" fmla="*/ 292965 h 322514"/>
                <a:gd name="connsiteX19" fmla="*/ 113347 w 531487"/>
                <a:gd name="connsiteY19" fmla="*/ 304518 h 322514"/>
                <a:gd name="connsiteX20" fmla="*/ 196915 w 531487"/>
                <a:gd name="connsiteY20" fmla="*/ 304518 h 322514"/>
                <a:gd name="connsiteX21" fmla="*/ 207291 w 531487"/>
                <a:gd name="connsiteY21" fmla="*/ 312324 h 322514"/>
                <a:gd name="connsiteX22" fmla="*/ 199283 w 531487"/>
                <a:gd name="connsiteY22" fmla="*/ 322439 h 322514"/>
                <a:gd name="connsiteX23" fmla="*/ 196915 w 531487"/>
                <a:gd name="connsiteY23" fmla="*/ 322439 h 322514"/>
                <a:gd name="connsiteX24" fmla="*/ 112740 w 531487"/>
                <a:gd name="connsiteY24" fmla="*/ 322439 h 322514"/>
                <a:gd name="connsiteX25" fmla="*/ 0 w 531487"/>
                <a:gd name="connsiteY25" fmla="*/ 212540 h 322514"/>
                <a:gd name="connsiteX26" fmla="*/ 112740 w 531487"/>
                <a:gd name="connsiteY26" fmla="*/ 102641 h 322514"/>
                <a:gd name="connsiteX27" fmla="*/ 153004 w 531487"/>
                <a:gd name="connsiteY27" fmla="*/ 109899 h 322514"/>
                <a:gd name="connsiteX28" fmla="*/ 265744 w 531487"/>
                <a:gd name="connsiteY28" fmla="*/ 0 h 322514"/>
                <a:gd name="connsiteX29" fmla="*/ 378483 w 531487"/>
                <a:gd name="connsiteY29" fmla="*/ 109899 h 322514"/>
                <a:gd name="connsiteX30" fmla="*/ 418747 w 531487"/>
                <a:gd name="connsiteY30" fmla="*/ 102641 h 322514"/>
                <a:gd name="connsiteX31" fmla="*/ 531487 w 531487"/>
                <a:gd name="connsiteY31" fmla="*/ 212540 h 322514"/>
                <a:gd name="connsiteX32" fmla="*/ 418747 w 531487"/>
                <a:gd name="connsiteY32" fmla="*/ 322439 h 32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31487" h="322514">
                  <a:moveTo>
                    <a:pt x="418747" y="322439"/>
                  </a:moveTo>
                  <a:lnTo>
                    <a:pt x="335180" y="322439"/>
                  </a:lnTo>
                  <a:cubicBezTo>
                    <a:pt x="330103" y="323077"/>
                    <a:pt x="325458" y="319582"/>
                    <a:pt x="324804" y="314633"/>
                  </a:cubicBezTo>
                  <a:cubicBezTo>
                    <a:pt x="324150" y="309684"/>
                    <a:pt x="327735" y="305155"/>
                    <a:pt x="332812" y="304518"/>
                  </a:cubicBezTo>
                  <a:cubicBezTo>
                    <a:pt x="333598" y="304419"/>
                    <a:pt x="334394" y="304419"/>
                    <a:pt x="335180" y="304518"/>
                  </a:cubicBezTo>
                  <a:lnTo>
                    <a:pt x="418747" y="304518"/>
                  </a:lnTo>
                  <a:cubicBezTo>
                    <a:pt x="470858" y="304625"/>
                    <a:pt x="513192" y="263533"/>
                    <a:pt x="513302" y="212735"/>
                  </a:cubicBezTo>
                  <a:cubicBezTo>
                    <a:pt x="513412" y="161938"/>
                    <a:pt x="471258" y="120671"/>
                    <a:pt x="419147" y="120563"/>
                  </a:cubicBezTo>
                  <a:cubicBezTo>
                    <a:pt x="403060" y="120530"/>
                    <a:pt x="387232" y="124507"/>
                    <a:pt x="373165" y="132116"/>
                  </a:cubicBezTo>
                  <a:cubicBezTo>
                    <a:pt x="370231" y="133880"/>
                    <a:pt x="366527" y="133880"/>
                    <a:pt x="363593" y="132116"/>
                  </a:cubicBezTo>
                  <a:cubicBezTo>
                    <a:pt x="360723" y="130262"/>
                    <a:pt x="359144" y="127012"/>
                    <a:pt x="359491" y="123673"/>
                  </a:cubicBezTo>
                  <a:cubicBezTo>
                    <a:pt x="360059" y="119797"/>
                    <a:pt x="360363" y="115888"/>
                    <a:pt x="360402" y="111972"/>
                  </a:cubicBezTo>
                  <a:cubicBezTo>
                    <a:pt x="360402" y="61175"/>
                    <a:pt x="318158" y="19995"/>
                    <a:pt x="266047" y="19995"/>
                  </a:cubicBezTo>
                  <a:cubicBezTo>
                    <a:pt x="213937" y="19995"/>
                    <a:pt x="171693" y="61175"/>
                    <a:pt x="171693" y="111972"/>
                  </a:cubicBezTo>
                  <a:cubicBezTo>
                    <a:pt x="171693" y="115527"/>
                    <a:pt x="171693" y="119230"/>
                    <a:pt x="172452" y="123673"/>
                  </a:cubicBezTo>
                  <a:cubicBezTo>
                    <a:pt x="172904" y="126993"/>
                    <a:pt x="171369" y="130272"/>
                    <a:pt x="168502" y="132116"/>
                  </a:cubicBezTo>
                  <a:cubicBezTo>
                    <a:pt x="165568" y="133880"/>
                    <a:pt x="161864" y="133880"/>
                    <a:pt x="158930" y="132116"/>
                  </a:cubicBezTo>
                  <a:cubicBezTo>
                    <a:pt x="113364" y="107468"/>
                    <a:pt x="55929" y="123495"/>
                    <a:pt x="30644" y="167912"/>
                  </a:cubicBezTo>
                  <a:cubicBezTo>
                    <a:pt x="5359" y="212330"/>
                    <a:pt x="21800" y="268318"/>
                    <a:pt x="67366" y="292965"/>
                  </a:cubicBezTo>
                  <a:cubicBezTo>
                    <a:pt x="81432" y="300574"/>
                    <a:pt x="97261" y="304551"/>
                    <a:pt x="113347" y="304518"/>
                  </a:cubicBezTo>
                  <a:lnTo>
                    <a:pt x="196915" y="304518"/>
                  </a:lnTo>
                  <a:cubicBezTo>
                    <a:pt x="201991" y="303880"/>
                    <a:pt x="206637" y="307375"/>
                    <a:pt x="207291" y="312324"/>
                  </a:cubicBezTo>
                  <a:cubicBezTo>
                    <a:pt x="207945" y="317273"/>
                    <a:pt x="204360" y="321802"/>
                    <a:pt x="199283" y="322439"/>
                  </a:cubicBezTo>
                  <a:cubicBezTo>
                    <a:pt x="198497" y="322538"/>
                    <a:pt x="197701" y="322538"/>
                    <a:pt x="196915" y="322439"/>
                  </a:cubicBezTo>
                  <a:lnTo>
                    <a:pt x="112740" y="322439"/>
                  </a:lnTo>
                  <a:cubicBezTo>
                    <a:pt x="50475" y="322439"/>
                    <a:pt x="0" y="273236"/>
                    <a:pt x="0" y="212540"/>
                  </a:cubicBezTo>
                  <a:cubicBezTo>
                    <a:pt x="0" y="151845"/>
                    <a:pt x="50475" y="102641"/>
                    <a:pt x="112740" y="102641"/>
                  </a:cubicBezTo>
                  <a:cubicBezTo>
                    <a:pt x="126509" y="102583"/>
                    <a:pt x="140167" y="105045"/>
                    <a:pt x="153004" y="109899"/>
                  </a:cubicBezTo>
                  <a:cubicBezTo>
                    <a:pt x="153004" y="49203"/>
                    <a:pt x="203479" y="0"/>
                    <a:pt x="265744" y="0"/>
                  </a:cubicBezTo>
                  <a:cubicBezTo>
                    <a:pt x="328008" y="0"/>
                    <a:pt x="378483" y="49203"/>
                    <a:pt x="378483" y="109899"/>
                  </a:cubicBezTo>
                  <a:cubicBezTo>
                    <a:pt x="391320" y="105045"/>
                    <a:pt x="404978" y="102583"/>
                    <a:pt x="418747" y="102641"/>
                  </a:cubicBezTo>
                  <a:cubicBezTo>
                    <a:pt x="481012" y="102641"/>
                    <a:pt x="531487" y="151845"/>
                    <a:pt x="531487" y="212540"/>
                  </a:cubicBezTo>
                  <a:cubicBezTo>
                    <a:pt x="531487" y="273236"/>
                    <a:pt x="481012" y="322439"/>
                    <a:pt x="418747" y="322439"/>
                  </a:cubicBezTo>
                  <a:close/>
                </a:path>
              </a:pathLst>
            </a:custGeom>
            <a:grpFill/>
            <a:ln w="14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EBAEAD7-C4D1-4348-ADD0-677BE9B6BD7A}"/>
                </a:ext>
              </a:extLst>
            </p:cNvPr>
            <p:cNvSpPr/>
            <p:nvPr/>
          </p:nvSpPr>
          <p:spPr>
            <a:xfrm>
              <a:off x="5826813" y="3040166"/>
              <a:ext cx="225498" cy="169353"/>
            </a:xfrm>
            <a:custGeom>
              <a:avLst/>
              <a:gdLst>
                <a:gd name="connsiteX0" fmla="*/ 202403 w 225498"/>
                <a:gd name="connsiteY0" fmla="*/ 169353 h 169353"/>
                <a:gd name="connsiteX1" fmla="*/ 197845 w 225498"/>
                <a:gd name="connsiteY1" fmla="*/ 168168 h 169353"/>
                <a:gd name="connsiteX2" fmla="*/ 194503 w 225498"/>
                <a:gd name="connsiteY2" fmla="*/ 155875 h 169353"/>
                <a:gd name="connsiteX3" fmla="*/ 159884 w 225498"/>
                <a:gd name="connsiteY3" fmla="*/ 30253 h 169353"/>
                <a:gd name="connsiteX4" fmla="*/ 31015 w 225498"/>
                <a:gd name="connsiteY4" fmla="*/ 63999 h 169353"/>
                <a:gd name="connsiteX5" fmla="*/ 31015 w 225498"/>
                <a:gd name="connsiteY5" fmla="*/ 155875 h 169353"/>
                <a:gd name="connsiteX6" fmla="*/ 27946 w 225498"/>
                <a:gd name="connsiteY6" fmla="*/ 167866 h 169353"/>
                <a:gd name="connsiteX7" fmla="*/ 27672 w 225498"/>
                <a:gd name="connsiteY7" fmla="*/ 168020 h 169353"/>
                <a:gd name="connsiteX8" fmla="*/ 15061 w 225498"/>
                <a:gd name="connsiteY8" fmla="*/ 164762 h 169353"/>
                <a:gd name="connsiteX9" fmla="*/ 56497 w 225498"/>
                <a:gd name="connsiteY9" fmla="*/ 14682 h 169353"/>
                <a:gd name="connsiteX10" fmla="*/ 210456 w 225498"/>
                <a:gd name="connsiteY10" fmla="*/ 55073 h 169353"/>
                <a:gd name="connsiteX11" fmla="*/ 210456 w 225498"/>
                <a:gd name="connsiteY11" fmla="*/ 164762 h 169353"/>
                <a:gd name="connsiteX12" fmla="*/ 202403 w 225498"/>
                <a:gd name="connsiteY12" fmla="*/ 169353 h 16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498" h="169353">
                  <a:moveTo>
                    <a:pt x="202403" y="169353"/>
                  </a:moveTo>
                  <a:cubicBezTo>
                    <a:pt x="200810" y="169312"/>
                    <a:pt x="199248" y="168906"/>
                    <a:pt x="197845" y="168168"/>
                  </a:cubicBezTo>
                  <a:cubicBezTo>
                    <a:pt x="193460" y="165658"/>
                    <a:pt x="191968" y="160173"/>
                    <a:pt x="194503" y="155875"/>
                  </a:cubicBezTo>
                  <a:cubicBezTo>
                    <a:pt x="220529" y="111867"/>
                    <a:pt x="205030" y="55624"/>
                    <a:pt x="159884" y="30253"/>
                  </a:cubicBezTo>
                  <a:cubicBezTo>
                    <a:pt x="114738" y="4882"/>
                    <a:pt x="57041" y="19991"/>
                    <a:pt x="31015" y="63999"/>
                  </a:cubicBezTo>
                  <a:cubicBezTo>
                    <a:pt x="14200" y="92431"/>
                    <a:pt x="14200" y="127443"/>
                    <a:pt x="31015" y="155875"/>
                  </a:cubicBezTo>
                  <a:cubicBezTo>
                    <a:pt x="33564" y="160012"/>
                    <a:pt x="32191" y="165381"/>
                    <a:pt x="27946" y="167866"/>
                  </a:cubicBezTo>
                  <a:cubicBezTo>
                    <a:pt x="27856" y="167919"/>
                    <a:pt x="27764" y="167970"/>
                    <a:pt x="27672" y="168020"/>
                  </a:cubicBezTo>
                  <a:cubicBezTo>
                    <a:pt x="23263" y="170490"/>
                    <a:pt x="17636" y="169036"/>
                    <a:pt x="15061" y="164762"/>
                  </a:cubicBezTo>
                  <a:cubicBezTo>
                    <a:pt x="-16012" y="112164"/>
                    <a:pt x="2540" y="44971"/>
                    <a:pt x="56497" y="14682"/>
                  </a:cubicBezTo>
                  <a:cubicBezTo>
                    <a:pt x="110453" y="-15608"/>
                    <a:pt x="179384" y="2476"/>
                    <a:pt x="210456" y="55073"/>
                  </a:cubicBezTo>
                  <a:cubicBezTo>
                    <a:pt x="230512" y="89022"/>
                    <a:pt x="230512" y="130812"/>
                    <a:pt x="210456" y="164762"/>
                  </a:cubicBezTo>
                  <a:cubicBezTo>
                    <a:pt x="208792" y="167571"/>
                    <a:pt x="205731" y="169317"/>
                    <a:pt x="202403" y="169353"/>
                  </a:cubicBezTo>
                  <a:close/>
                </a:path>
              </a:pathLst>
            </a:custGeom>
            <a:grpFill/>
            <a:ln w="14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6F990DE0-BFA6-D843-B1E2-96855E537772}"/>
                </a:ext>
              </a:extLst>
            </p:cNvPr>
            <p:cNvSpPr/>
            <p:nvPr/>
          </p:nvSpPr>
          <p:spPr>
            <a:xfrm>
              <a:off x="5851532" y="3205901"/>
              <a:ext cx="175724" cy="271523"/>
            </a:xfrm>
            <a:custGeom>
              <a:avLst/>
              <a:gdLst>
                <a:gd name="connsiteX0" fmla="*/ 127393 w 175724"/>
                <a:gd name="connsiteY0" fmla="*/ 270368 h 271523"/>
                <a:gd name="connsiteX1" fmla="*/ 118124 w 175724"/>
                <a:gd name="connsiteY1" fmla="*/ 261333 h 271523"/>
                <a:gd name="connsiteX2" fmla="*/ 118124 w 175724"/>
                <a:gd name="connsiteY2" fmla="*/ 98410 h 271523"/>
                <a:gd name="connsiteX3" fmla="*/ 127239 w 175724"/>
                <a:gd name="connsiteY3" fmla="*/ 89522 h 271523"/>
                <a:gd name="connsiteX4" fmla="*/ 127393 w 175724"/>
                <a:gd name="connsiteY4" fmla="*/ 89523 h 271523"/>
                <a:gd name="connsiteX5" fmla="*/ 146537 w 175724"/>
                <a:gd name="connsiteY5" fmla="*/ 89523 h 271523"/>
                <a:gd name="connsiteX6" fmla="*/ 88040 w 175724"/>
                <a:gd name="connsiteY6" fmla="*/ 23169 h 271523"/>
                <a:gd name="connsiteX7" fmla="*/ 29391 w 175724"/>
                <a:gd name="connsiteY7" fmla="*/ 89523 h 271523"/>
                <a:gd name="connsiteX8" fmla="*/ 48688 w 175724"/>
                <a:gd name="connsiteY8" fmla="*/ 89523 h 271523"/>
                <a:gd name="connsiteX9" fmla="*/ 57955 w 175724"/>
                <a:gd name="connsiteY9" fmla="*/ 98261 h 271523"/>
                <a:gd name="connsiteX10" fmla="*/ 57956 w 175724"/>
                <a:gd name="connsiteY10" fmla="*/ 98410 h 271523"/>
                <a:gd name="connsiteX11" fmla="*/ 57956 w 175724"/>
                <a:gd name="connsiteY11" fmla="*/ 261333 h 271523"/>
                <a:gd name="connsiteX12" fmla="*/ 49948 w 175724"/>
                <a:gd name="connsiteY12" fmla="*/ 271448 h 271523"/>
                <a:gd name="connsiteX13" fmla="*/ 39571 w 175724"/>
                <a:gd name="connsiteY13" fmla="*/ 263642 h 271523"/>
                <a:gd name="connsiteX14" fmla="*/ 39571 w 175724"/>
                <a:gd name="connsiteY14" fmla="*/ 261333 h 271523"/>
                <a:gd name="connsiteX15" fmla="*/ 39571 w 175724"/>
                <a:gd name="connsiteY15" fmla="*/ 106704 h 271523"/>
                <a:gd name="connsiteX16" fmla="*/ 9183 w 175724"/>
                <a:gd name="connsiteY16" fmla="*/ 106704 h 271523"/>
                <a:gd name="connsiteX17" fmla="*/ 826 w 175724"/>
                <a:gd name="connsiteY17" fmla="*/ 101372 h 271523"/>
                <a:gd name="connsiteX18" fmla="*/ 2194 w 175724"/>
                <a:gd name="connsiteY18" fmla="*/ 91893 h 271523"/>
                <a:gd name="connsiteX19" fmla="*/ 80899 w 175724"/>
                <a:gd name="connsiteY19" fmla="*/ 3026 h 271523"/>
                <a:gd name="connsiteX20" fmla="*/ 94204 w 175724"/>
                <a:gd name="connsiteY20" fmla="*/ 2370 h 271523"/>
                <a:gd name="connsiteX21" fmla="*/ 94877 w 175724"/>
                <a:gd name="connsiteY21" fmla="*/ 3026 h 271523"/>
                <a:gd name="connsiteX22" fmla="*/ 173431 w 175724"/>
                <a:gd name="connsiteY22" fmla="*/ 91893 h 271523"/>
                <a:gd name="connsiteX23" fmla="*/ 174950 w 175724"/>
                <a:gd name="connsiteY23" fmla="*/ 101372 h 271523"/>
                <a:gd name="connsiteX24" fmla="*/ 166441 w 175724"/>
                <a:gd name="connsiteY24" fmla="*/ 106704 h 271523"/>
                <a:gd name="connsiteX25" fmla="*/ 136053 w 175724"/>
                <a:gd name="connsiteY25" fmla="*/ 106704 h 271523"/>
                <a:gd name="connsiteX26" fmla="*/ 136053 w 175724"/>
                <a:gd name="connsiteY26" fmla="*/ 261333 h 271523"/>
                <a:gd name="connsiteX27" fmla="*/ 127393 w 175724"/>
                <a:gd name="connsiteY27" fmla="*/ 270368 h 27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5724" h="271523">
                  <a:moveTo>
                    <a:pt x="127393" y="270368"/>
                  </a:moveTo>
                  <a:cubicBezTo>
                    <a:pt x="122274" y="270368"/>
                    <a:pt x="118124" y="266323"/>
                    <a:pt x="118124" y="261333"/>
                  </a:cubicBezTo>
                  <a:lnTo>
                    <a:pt x="118124" y="98410"/>
                  </a:lnTo>
                  <a:cubicBezTo>
                    <a:pt x="118124" y="93502"/>
                    <a:pt x="122205" y="89523"/>
                    <a:pt x="127239" y="89522"/>
                  </a:cubicBezTo>
                  <a:cubicBezTo>
                    <a:pt x="127291" y="89522"/>
                    <a:pt x="127342" y="89523"/>
                    <a:pt x="127393" y="89523"/>
                  </a:cubicBezTo>
                  <a:lnTo>
                    <a:pt x="146537" y="89523"/>
                  </a:lnTo>
                  <a:lnTo>
                    <a:pt x="88040" y="23169"/>
                  </a:lnTo>
                  <a:lnTo>
                    <a:pt x="29391" y="89523"/>
                  </a:lnTo>
                  <a:lnTo>
                    <a:pt x="48688" y="89523"/>
                  </a:lnTo>
                  <a:cubicBezTo>
                    <a:pt x="53722" y="89442"/>
                    <a:pt x="57871" y="93353"/>
                    <a:pt x="57955" y="98261"/>
                  </a:cubicBezTo>
                  <a:cubicBezTo>
                    <a:pt x="57956" y="98310"/>
                    <a:pt x="57956" y="98360"/>
                    <a:pt x="57956" y="98410"/>
                  </a:cubicBezTo>
                  <a:lnTo>
                    <a:pt x="57956" y="261333"/>
                  </a:lnTo>
                  <a:cubicBezTo>
                    <a:pt x="58610" y="266282"/>
                    <a:pt x="55025" y="270811"/>
                    <a:pt x="49948" y="271448"/>
                  </a:cubicBezTo>
                  <a:cubicBezTo>
                    <a:pt x="44871" y="272086"/>
                    <a:pt x="40225" y="268591"/>
                    <a:pt x="39571" y="263642"/>
                  </a:cubicBezTo>
                  <a:cubicBezTo>
                    <a:pt x="39470" y="262875"/>
                    <a:pt x="39470" y="262099"/>
                    <a:pt x="39571" y="261333"/>
                  </a:cubicBezTo>
                  <a:lnTo>
                    <a:pt x="39571" y="106704"/>
                  </a:lnTo>
                  <a:lnTo>
                    <a:pt x="9183" y="106704"/>
                  </a:lnTo>
                  <a:cubicBezTo>
                    <a:pt x="5569" y="106667"/>
                    <a:pt x="2307" y="104586"/>
                    <a:pt x="826" y="101372"/>
                  </a:cubicBezTo>
                  <a:cubicBezTo>
                    <a:pt x="-652" y="98223"/>
                    <a:pt x="-118" y="94523"/>
                    <a:pt x="2194" y="91893"/>
                  </a:cubicBezTo>
                  <a:lnTo>
                    <a:pt x="80899" y="3026"/>
                  </a:lnTo>
                  <a:cubicBezTo>
                    <a:pt x="84387" y="-737"/>
                    <a:pt x="90344" y="-1030"/>
                    <a:pt x="94204" y="2370"/>
                  </a:cubicBezTo>
                  <a:cubicBezTo>
                    <a:pt x="94440" y="2577"/>
                    <a:pt x="94665" y="2796"/>
                    <a:pt x="94877" y="3026"/>
                  </a:cubicBezTo>
                  <a:lnTo>
                    <a:pt x="173431" y="91893"/>
                  </a:lnTo>
                  <a:cubicBezTo>
                    <a:pt x="175794" y="94492"/>
                    <a:pt x="176387" y="98195"/>
                    <a:pt x="174950" y="101372"/>
                  </a:cubicBezTo>
                  <a:cubicBezTo>
                    <a:pt x="173416" y="104609"/>
                    <a:pt x="170099" y="106688"/>
                    <a:pt x="166441" y="106704"/>
                  </a:cubicBezTo>
                  <a:lnTo>
                    <a:pt x="136053" y="106704"/>
                  </a:lnTo>
                  <a:lnTo>
                    <a:pt x="136053" y="261333"/>
                  </a:lnTo>
                  <a:cubicBezTo>
                    <a:pt x="136141" y="266130"/>
                    <a:pt x="132308" y="270129"/>
                    <a:pt x="127393" y="270368"/>
                  </a:cubicBezTo>
                  <a:close/>
                </a:path>
              </a:pathLst>
            </a:custGeom>
            <a:grpFill/>
            <a:ln w="14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8" name="Graphic 52">
            <a:extLst>
              <a:ext uri="{FF2B5EF4-FFF2-40B4-BE49-F238E27FC236}">
                <a16:creationId xmlns:a16="http://schemas.microsoft.com/office/drawing/2014/main" id="{84AA6BA0-84AB-904E-95DF-B2E26DB57E6A}"/>
              </a:ext>
            </a:extLst>
          </p:cNvPr>
          <p:cNvGrpSpPr/>
          <p:nvPr/>
        </p:nvGrpSpPr>
        <p:grpSpPr>
          <a:xfrm>
            <a:off x="6817533" y="3260708"/>
            <a:ext cx="513292" cy="497281"/>
            <a:chOff x="5684056" y="3009324"/>
            <a:chExt cx="513292" cy="497281"/>
          </a:xfrm>
          <a:solidFill>
            <a:srgbClr val="FFFFFF"/>
          </a:solidFill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F78EB2D5-5DAE-CC4C-9E73-E5BE33750719}"/>
                </a:ext>
              </a:extLst>
            </p:cNvPr>
            <p:cNvSpPr/>
            <p:nvPr/>
          </p:nvSpPr>
          <p:spPr>
            <a:xfrm>
              <a:off x="5684056" y="3009400"/>
              <a:ext cx="513292" cy="330379"/>
            </a:xfrm>
            <a:custGeom>
              <a:avLst/>
              <a:gdLst>
                <a:gd name="connsiteX0" fmla="*/ 485921 w 513292"/>
                <a:gd name="connsiteY0" fmla="*/ 330380 h 330379"/>
                <a:gd name="connsiteX1" fmla="*/ 27372 w 513292"/>
                <a:gd name="connsiteY1" fmla="*/ 330380 h 330379"/>
                <a:gd name="connsiteX2" fmla="*/ 0 w 513292"/>
                <a:gd name="connsiteY2" fmla="*/ 303456 h 330379"/>
                <a:gd name="connsiteX3" fmla="*/ 0 w 513292"/>
                <a:gd name="connsiteY3" fmla="*/ 27073 h 330379"/>
                <a:gd name="connsiteX4" fmla="*/ 27372 w 513292"/>
                <a:gd name="connsiteY4" fmla="*/ 0 h 330379"/>
                <a:gd name="connsiteX5" fmla="*/ 83318 w 513292"/>
                <a:gd name="connsiteY5" fmla="*/ 0 h 330379"/>
                <a:gd name="connsiteX6" fmla="*/ 83318 w 513292"/>
                <a:gd name="connsiteY6" fmla="*/ 17999 h 330379"/>
                <a:gd name="connsiteX7" fmla="*/ 27372 w 513292"/>
                <a:gd name="connsiteY7" fmla="*/ 17999 h 330379"/>
                <a:gd name="connsiteX8" fmla="*/ 18198 w 513292"/>
                <a:gd name="connsiteY8" fmla="*/ 27073 h 330379"/>
                <a:gd name="connsiteX9" fmla="*/ 18198 w 513292"/>
                <a:gd name="connsiteY9" fmla="*/ 303456 h 330379"/>
                <a:gd name="connsiteX10" fmla="*/ 27220 w 513292"/>
                <a:gd name="connsiteY10" fmla="*/ 312382 h 330379"/>
                <a:gd name="connsiteX11" fmla="*/ 27372 w 513292"/>
                <a:gd name="connsiteY11" fmla="*/ 312381 h 330379"/>
                <a:gd name="connsiteX12" fmla="*/ 485921 w 513292"/>
                <a:gd name="connsiteY12" fmla="*/ 312381 h 330379"/>
                <a:gd name="connsiteX13" fmla="*/ 495095 w 513292"/>
                <a:gd name="connsiteY13" fmla="*/ 303456 h 330379"/>
                <a:gd name="connsiteX14" fmla="*/ 495095 w 513292"/>
                <a:gd name="connsiteY14" fmla="*/ 27073 h 330379"/>
                <a:gd name="connsiteX15" fmla="*/ 485921 w 513292"/>
                <a:gd name="connsiteY15" fmla="*/ 17999 h 330379"/>
                <a:gd name="connsiteX16" fmla="*/ 292515 w 513292"/>
                <a:gd name="connsiteY16" fmla="*/ 17999 h 330379"/>
                <a:gd name="connsiteX17" fmla="*/ 292515 w 513292"/>
                <a:gd name="connsiteY17" fmla="*/ 0 h 330379"/>
                <a:gd name="connsiteX18" fmla="*/ 485921 w 513292"/>
                <a:gd name="connsiteY18" fmla="*/ 0 h 330379"/>
                <a:gd name="connsiteX19" fmla="*/ 513292 w 513292"/>
                <a:gd name="connsiteY19" fmla="*/ 27073 h 330379"/>
                <a:gd name="connsiteX20" fmla="*/ 513292 w 513292"/>
                <a:gd name="connsiteY20" fmla="*/ 303456 h 330379"/>
                <a:gd name="connsiteX21" fmla="*/ 485921 w 513292"/>
                <a:gd name="connsiteY21" fmla="*/ 330380 h 330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13292" h="330379">
                  <a:moveTo>
                    <a:pt x="485921" y="330380"/>
                  </a:moveTo>
                  <a:lnTo>
                    <a:pt x="27372" y="330380"/>
                  </a:lnTo>
                  <a:cubicBezTo>
                    <a:pt x="12313" y="330380"/>
                    <a:pt x="83" y="318349"/>
                    <a:pt x="0" y="303456"/>
                  </a:cubicBezTo>
                  <a:lnTo>
                    <a:pt x="0" y="27073"/>
                  </a:lnTo>
                  <a:cubicBezTo>
                    <a:pt x="82" y="12155"/>
                    <a:pt x="12289" y="81"/>
                    <a:pt x="27372" y="0"/>
                  </a:cubicBezTo>
                  <a:lnTo>
                    <a:pt x="83318" y="0"/>
                  </a:lnTo>
                  <a:lnTo>
                    <a:pt x="83318" y="17999"/>
                  </a:lnTo>
                  <a:lnTo>
                    <a:pt x="27372" y="17999"/>
                  </a:lnTo>
                  <a:cubicBezTo>
                    <a:pt x="22305" y="17999"/>
                    <a:pt x="18198" y="22062"/>
                    <a:pt x="18198" y="27073"/>
                  </a:cubicBezTo>
                  <a:lnTo>
                    <a:pt x="18198" y="303456"/>
                  </a:lnTo>
                  <a:cubicBezTo>
                    <a:pt x="18197" y="308385"/>
                    <a:pt x="22236" y="312381"/>
                    <a:pt x="27220" y="312382"/>
                  </a:cubicBezTo>
                  <a:cubicBezTo>
                    <a:pt x="27270" y="312382"/>
                    <a:pt x="27321" y="312382"/>
                    <a:pt x="27372" y="312381"/>
                  </a:cubicBezTo>
                  <a:lnTo>
                    <a:pt x="485921" y="312381"/>
                  </a:lnTo>
                  <a:cubicBezTo>
                    <a:pt x="490929" y="312381"/>
                    <a:pt x="495012" y="308409"/>
                    <a:pt x="495095" y="303456"/>
                  </a:cubicBezTo>
                  <a:lnTo>
                    <a:pt x="495095" y="27073"/>
                  </a:lnTo>
                  <a:cubicBezTo>
                    <a:pt x="495095" y="22062"/>
                    <a:pt x="490987" y="17999"/>
                    <a:pt x="485921" y="17999"/>
                  </a:cubicBezTo>
                  <a:lnTo>
                    <a:pt x="292515" y="17999"/>
                  </a:lnTo>
                  <a:lnTo>
                    <a:pt x="292515" y="0"/>
                  </a:lnTo>
                  <a:lnTo>
                    <a:pt x="485921" y="0"/>
                  </a:lnTo>
                  <a:cubicBezTo>
                    <a:pt x="501003" y="81"/>
                    <a:pt x="513210" y="12155"/>
                    <a:pt x="513292" y="27073"/>
                  </a:cubicBezTo>
                  <a:lnTo>
                    <a:pt x="513292" y="303456"/>
                  </a:lnTo>
                  <a:cubicBezTo>
                    <a:pt x="513209" y="318349"/>
                    <a:pt x="500979" y="330380"/>
                    <a:pt x="485921" y="330380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ADF3A24F-3DD5-0C4D-AFB4-7CEE4436B9B3}"/>
                </a:ext>
              </a:extLst>
            </p:cNvPr>
            <p:cNvSpPr/>
            <p:nvPr/>
          </p:nvSpPr>
          <p:spPr>
            <a:xfrm>
              <a:off x="5758199" y="3009324"/>
              <a:ext cx="51404" cy="18148"/>
            </a:xfrm>
            <a:custGeom>
              <a:avLst/>
              <a:gdLst>
                <a:gd name="connsiteX0" fmla="*/ 41057 w 51404"/>
                <a:gd name="connsiteY0" fmla="*/ 18074 h 18148"/>
                <a:gd name="connsiteX1" fmla="*/ 9174 w 51404"/>
                <a:gd name="connsiteY1" fmla="*/ 18074 h 18148"/>
                <a:gd name="connsiteX2" fmla="*/ 0 w 51404"/>
                <a:gd name="connsiteY2" fmla="*/ 9149 h 18148"/>
                <a:gd name="connsiteX3" fmla="*/ 9174 w 51404"/>
                <a:gd name="connsiteY3" fmla="*/ 75 h 18148"/>
                <a:gd name="connsiteX4" fmla="*/ 41057 w 51404"/>
                <a:gd name="connsiteY4" fmla="*/ 75 h 18148"/>
                <a:gd name="connsiteX5" fmla="*/ 51328 w 51404"/>
                <a:gd name="connsiteY5" fmla="*/ 7916 h 18148"/>
                <a:gd name="connsiteX6" fmla="*/ 43402 w 51404"/>
                <a:gd name="connsiteY6" fmla="*/ 18074 h 18148"/>
                <a:gd name="connsiteX7" fmla="*/ 41057 w 51404"/>
                <a:gd name="connsiteY7" fmla="*/ 18074 h 1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4" h="18148">
                  <a:moveTo>
                    <a:pt x="41057" y="18074"/>
                  </a:moveTo>
                  <a:lnTo>
                    <a:pt x="9174" y="18074"/>
                  </a:lnTo>
                  <a:cubicBezTo>
                    <a:pt x="4165" y="18075"/>
                    <a:pt x="82" y="14102"/>
                    <a:pt x="0" y="9149"/>
                  </a:cubicBezTo>
                  <a:cubicBezTo>
                    <a:pt x="0" y="4138"/>
                    <a:pt x="4107" y="75"/>
                    <a:pt x="9174" y="75"/>
                  </a:cubicBezTo>
                  <a:lnTo>
                    <a:pt x="41057" y="75"/>
                  </a:lnTo>
                  <a:cubicBezTo>
                    <a:pt x="46082" y="-565"/>
                    <a:pt x="50681" y="2945"/>
                    <a:pt x="51328" y="7916"/>
                  </a:cubicBezTo>
                  <a:cubicBezTo>
                    <a:pt x="51976" y="12886"/>
                    <a:pt x="48427" y="17434"/>
                    <a:pt x="43402" y="18074"/>
                  </a:cubicBezTo>
                  <a:cubicBezTo>
                    <a:pt x="42624" y="18174"/>
                    <a:pt x="41836" y="18174"/>
                    <a:pt x="41057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433B5B17-D3A7-0944-A46D-FEDBC1FBA7A9}"/>
                </a:ext>
              </a:extLst>
            </p:cNvPr>
            <p:cNvSpPr/>
            <p:nvPr/>
          </p:nvSpPr>
          <p:spPr>
            <a:xfrm>
              <a:off x="5837487" y="3009325"/>
              <a:ext cx="66776" cy="18148"/>
            </a:xfrm>
            <a:custGeom>
              <a:avLst/>
              <a:gdLst>
                <a:gd name="connsiteX0" fmla="*/ 58774 w 66776"/>
                <a:gd name="connsiteY0" fmla="*/ 18073 h 18148"/>
                <a:gd name="connsiteX1" fmla="*/ 10347 w 66776"/>
                <a:gd name="connsiteY1" fmla="*/ 18073 h 18148"/>
                <a:gd name="connsiteX2" fmla="*/ 76 w 66776"/>
                <a:gd name="connsiteY2" fmla="*/ 10233 h 18148"/>
                <a:gd name="connsiteX3" fmla="*/ 8003 w 66776"/>
                <a:gd name="connsiteY3" fmla="*/ 74 h 18148"/>
                <a:gd name="connsiteX4" fmla="*/ 10347 w 66776"/>
                <a:gd name="connsiteY4" fmla="*/ 74 h 18148"/>
                <a:gd name="connsiteX5" fmla="*/ 58774 w 66776"/>
                <a:gd name="connsiteY5" fmla="*/ 74 h 18148"/>
                <a:gd name="connsiteX6" fmla="*/ 66700 w 66776"/>
                <a:gd name="connsiteY6" fmla="*/ 10233 h 18148"/>
                <a:gd name="connsiteX7" fmla="*/ 58774 w 66776"/>
                <a:gd name="connsiteY7" fmla="*/ 18073 h 1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776" h="18148">
                  <a:moveTo>
                    <a:pt x="58774" y="18073"/>
                  </a:moveTo>
                  <a:lnTo>
                    <a:pt x="10347" y="18073"/>
                  </a:lnTo>
                  <a:cubicBezTo>
                    <a:pt x="5322" y="18714"/>
                    <a:pt x="724" y="15204"/>
                    <a:pt x="76" y="10233"/>
                  </a:cubicBezTo>
                  <a:cubicBezTo>
                    <a:pt x="-571" y="5263"/>
                    <a:pt x="2978" y="715"/>
                    <a:pt x="8003" y="74"/>
                  </a:cubicBezTo>
                  <a:cubicBezTo>
                    <a:pt x="8781" y="-25"/>
                    <a:pt x="9569" y="-25"/>
                    <a:pt x="10347" y="74"/>
                  </a:cubicBezTo>
                  <a:lnTo>
                    <a:pt x="58774" y="74"/>
                  </a:lnTo>
                  <a:cubicBezTo>
                    <a:pt x="63799" y="715"/>
                    <a:pt x="67348" y="5263"/>
                    <a:pt x="66700" y="10233"/>
                  </a:cubicBezTo>
                  <a:cubicBezTo>
                    <a:pt x="66167" y="14325"/>
                    <a:pt x="62911" y="17546"/>
                    <a:pt x="58774" y="18073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E82E11B1-6F28-9048-9202-704F5A450733}"/>
                </a:ext>
              </a:extLst>
            </p:cNvPr>
            <p:cNvSpPr/>
            <p:nvPr/>
          </p:nvSpPr>
          <p:spPr>
            <a:xfrm>
              <a:off x="5936684" y="3009324"/>
              <a:ext cx="50233" cy="18148"/>
            </a:xfrm>
            <a:custGeom>
              <a:avLst/>
              <a:gdLst>
                <a:gd name="connsiteX0" fmla="*/ 39886 w 50233"/>
                <a:gd name="connsiteY0" fmla="*/ 18074 h 18148"/>
                <a:gd name="connsiteX1" fmla="*/ 8003 w 50233"/>
                <a:gd name="connsiteY1" fmla="*/ 18074 h 18148"/>
                <a:gd name="connsiteX2" fmla="*/ 76 w 50233"/>
                <a:gd name="connsiteY2" fmla="*/ 7916 h 18148"/>
                <a:gd name="connsiteX3" fmla="*/ 8003 w 50233"/>
                <a:gd name="connsiteY3" fmla="*/ 75 h 18148"/>
                <a:gd name="connsiteX4" fmla="*/ 39886 w 50233"/>
                <a:gd name="connsiteY4" fmla="*/ 75 h 18148"/>
                <a:gd name="connsiteX5" fmla="*/ 50157 w 50233"/>
                <a:gd name="connsiteY5" fmla="*/ 7916 h 18148"/>
                <a:gd name="connsiteX6" fmla="*/ 42231 w 50233"/>
                <a:gd name="connsiteY6" fmla="*/ 18074 h 18148"/>
                <a:gd name="connsiteX7" fmla="*/ 39886 w 50233"/>
                <a:gd name="connsiteY7" fmla="*/ 18074 h 1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233" h="18148">
                  <a:moveTo>
                    <a:pt x="39886" y="18074"/>
                  </a:moveTo>
                  <a:lnTo>
                    <a:pt x="8003" y="18074"/>
                  </a:lnTo>
                  <a:cubicBezTo>
                    <a:pt x="2978" y="17434"/>
                    <a:pt x="-571" y="12886"/>
                    <a:pt x="76" y="7916"/>
                  </a:cubicBezTo>
                  <a:cubicBezTo>
                    <a:pt x="609" y="3824"/>
                    <a:pt x="3866" y="603"/>
                    <a:pt x="8003" y="75"/>
                  </a:cubicBezTo>
                  <a:lnTo>
                    <a:pt x="39886" y="75"/>
                  </a:lnTo>
                  <a:cubicBezTo>
                    <a:pt x="44911" y="-565"/>
                    <a:pt x="49510" y="2945"/>
                    <a:pt x="50157" y="7916"/>
                  </a:cubicBezTo>
                  <a:cubicBezTo>
                    <a:pt x="50805" y="12886"/>
                    <a:pt x="47256" y="17434"/>
                    <a:pt x="42231" y="18074"/>
                  </a:cubicBezTo>
                  <a:cubicBezTo>
                    <a:pt x="41452" y="18174"/>
                    <a:pt x="40664" y="18174"/>
                    <a:pt x="39886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CA1E017-4536-7849-BBDD-6CFBCF2553DC}"/>
                </a:ext>
              </a:extLst>
            </p:cNvPr>
            <p:cNvSpPr/>
            <p:nvPr/>
          </p:nvSpPr>
          <p:spPr>
            <a:xfrm>
              <a:off x="5748429" y="3116799"/>
              <a:ext cx="71888" cy="71103"/>
            </a:xfrm>
            <a:custGeom>
              <a:avLst/>
              <a:gdLst>
                <a:gd name="connsiteX0" fmla="*/ 36089 w 71888"/>
                <a:gd name="connsiteY0" fmla="*/ 71104 h 71103"/>
                <a:gd name="connsiteX1" fmla="*/ 0 w 71888"/>
                <a:gd name="connsiteY1" fmla="*/ 35696 h 71103"/>
                <a:gd name="connsiteX2" fmla="*/ 35799 w 71888"/>
                <a:gd name="connsiteY2" fmla="*/ 0 h 71103"/>
                <a:gd name="connsiteX3" fmla="*/ 71883 w 71888"/>
                <a:gd name="connsiteY3" fmla="*/ 34957 h 71103"/>
                <a:gd name="connsiteX4" fmla="*/ 36546 w 71888"/>
                <a:gd name="connsiteY4" fmla="*/ 71099 h 71103"/>
                <a:gd name="connsiteX5" fmla="*/ 36089 w 71888"/>
                <a:gd name="connsiteY5" fmla="*/ 71104 h 71103"/>
                <a:gd name="connsiteX6" fmla="*/ 36089 w 71888"/>
                <a:gd name="connsiteY6" fmla="*/ 18148 h 71103"/>
                <a:gd name="connsiteX7" fmla="*/ 18209 w 71888"/>
                <a:gd name="connsiteY7" fmla="*/ 35567 h 71103"/>
                <a:gd name="connsiteX8" fmla="*/ 35820 w 71888"/>
                <a:gd name="connsiteY8" fmla="*/ 53252 h 71103"/>
                <a:gd name="connsiteX9" fmla="*/ 53701 w 71888"/>
                <a:gd name="connsiteY9" fmla="*/ 35833 h 71103"/>
                <a:gd name="connsiteX10" fmla="*/ 53685 w 71888"/>
                <a:gd name="connsiteY10" fmla="*/ 34957 h 71103"/>
                <a:gd name="connsiteX11" fmla="*/ 36089 w 71888"/>
                <a:gd name="connsiteY11" fmla="*/ 17404 h 7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88" h="71103">
                  <a:moveTo>
                    <a:pt x="36089" y="71104"/>
                  </a:moveTo>
                  <a:cubicBezTo>
                    <a:pt x="16238" y="71183"/>
                    <a:pt x="81" y="55330"/>
                    <a:pt x="0" y="35696"/>
                  </a:cubicBezTo>
                  <a:cubicBezTo>
                    <a:pt x="-80" y="16061"/>
                    <a:pt x="15947" y="80"/>
                    <a:pt x="35799" y="0"/>
                  </a:cubicBezTo>
                  <a:cubicBezTo>
                    <a:pt x="55472" y="-78"/>
                    <a:pt x="71554" y="15501"/>
                    <a:pt x="71883" y="34957"/>
                  </a:cubicBezTo>
                  <a:cubicBezTo>
                    <a:pt x="72215" y="54589"/>
                    <a:pt x="56394" y="70770"/>
                    <a:pt x="36546" y="71099"/>
                  </a:cubicBezTo>
                  <a:cubicBezTo>
                    <a:pt x="36394" y="71101"/>
                    <a:pt x="36242" y="71103"/>
                    <a:pt x="36089" y="71104"/>
                  </a:cubicBezTo>
                  <a:close/>
                  <a:moveTo>
                    <a:pt x="36089" y="18148"/>
                  </a:moveTo>
                  <a:cubicBezTo>
                    <a:pt x="26289" y="18074"/>
                    <a:pt x="18283" y="25873"/>
                    <a:pt x="18209" y="35567"/>
                  </a:cubicBezTo>
                  <a:cubicBezTo>
                    <a:pt x="18135" y="45261"/>
                    <a:pt x="26020" y="53179"/>
                    <a:pt x="35820" y="53252"/>
                  </a:cubicBezTo>
                  <a:cubicBezTo>
                    <a:pt x="45621" y="53326"/>
                    <a:pt x="53626" y="45527"/>
                    <a:pt x="53701" y="35833"/>
                  </a:cubicBezTo>
                  <a:cubicBezTo>
                    <a:pt x="53703" y="35541"/>
                    <a:pt x="53698" y="35249"/>
                    <a:pt x="53685" y="34957"/>
                  </a:cubicBezTo>
                  <a:cubicBezTo>
                    <a:pt x="53686" y="25320"/>
                    <a:pt x="45832" y="17485"/>
                    <a:pt x="36089" y="1740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B485F6B-1455-2C48-ABB6-9D9C614FBAF3}"/>
                </a:ext>
              </a:extLst>
            </p:cNvPr>
            <p:cNvSpPr/>
            <p:nvPr/>
          </p:nvSpPr>
          <p:spPr>
            <a:xfrm>
              <a:off x="5913856" y="3162912"/>
              <a:ext cx="71887" cy="71103"/>
            </a:xfrm>
            <a:custGeom>
              <a:avLst/>
              <a:gdLst>
                <a:gd name="connsiteX0" fmla="*/ 35944 w 71887"/>
                <a:gd name="connsiteY0" fmla="*/ 71104 h 71103"/>
                <a:gd name="connsiteX1" fmla="*/ 0 w 71887"/>
                <a:gd name="connsiteY1" fmla="*/ 35552 h 71103"/>
                <a:gd name="connsiteX2" fmla="*/ 35944 w 71887"/>
                <a:gd name="connsiteY2" fmla="*/ 0 h 71103"/>
                <a:gd name="connsiteX3" fmla="*/ 71888 w 71887"/>
                <a:gd name="connsiteY3" fmla="*/ 35552 h 71103"/>
                <a:gd name="connsiteX4" fmla="*/ 35944 w 71887"/>
                <a:gd name="connsiteY4" fmla="*/ 71104 h 71103"/>
                <a:gd name="connsiteX5" fmla="*/ 35944 w 71887"/>
                <a:gd name="connsiteY5" fmla="*/ 18148 h 71103"/>
                <a:gd name="connsiteX6" fmla="*/ 18499 w 71887"/>
                <a:gd name="connsiteY6" fmla="*/ 35700 h 71103"/>
                <a:gd name="connsiteX7" fmla="*/ 36245 w 71887"/>
                <a:gd name="connsiteY7" fmla="*/ 52955 h 71103"/>
                <a:gd name="connsiteX8" fmla="*/ 53690 w 71887"/>
                <a:gd name="connsiteY8" fmla="*/ 35552 h 71103"/>
                <a:gd name="connsiteX9" fmla="*/ 36095 w 71887"/>
                <a:gd name="connsiteY9" fmla="*/ 18147 h 71103"/>
                <a:gd name="connsiteX10" fmla="*/ 35944 w 71887"/>
                <a:gd name="connsiteY10" fmla="*/ 18148 h 7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887" h="71103">
                  <a:moveTo>
                    <a:pt x="35944" y="71104"/>
                  </a:moveTo>
                  <a:cubicBezTo>
                    <a:pt x="16093" y="71104"/>
                    <a:pt x="0" y="55187"/>
                    <a:pt x="0" y="35552"/>
                  </a:cubicBezTo>
                  <a:cubicBezTo>
                    <a:pt x="0" y="15917"/>
                    <a:pt x="16093" y="0"/>
                    <a:pt x="35944" y="0"/>
                  </a:cubicBezTo>
                  <a:cubicBezTo>
                    <a:pt x="55795" y="0"/>
                    <a:pt x="71888" y="15917"/>
                    <a:pt x="71888" y="35552"/>
                  </a:cubicBezTo>
                  <a:cubicBezTo>
                    <a:pt x="71888" y="55187"/>
                    <a:pt x="55795" y="71104"/>
                    <a:pt x="35944" y="71104"/>
                  </a:cubicBezTo>
                  <a:close/>
                  <a:moveTo>
                    <a:pt x="35944" y="18148"/>
                  </a:moveTo>
                  <a:cubicBezTo>
                    <a:pt x="26226" y="18230"/>
                    <a:pt x="18416" y="26088"/>
                    <a:pt x="18499" y="35700"/>
                  </a:cubicBezTo>
                  <a:cubicBezTo>
                    <a:pt x="18582" y="45312"/>
                    <a:pt x="26527" y="53037"/>
                    <a:pt x="36245" y="52955"/>
                  </a:cubicBezTo>
                  <a:cubicBezTo>
                    <a:pt x="45903" y="52873"/>
                    <a:pt x="53690" y="45106"/>
                    <a:pt x="53690" y="35552"/>
                  </a:cubicBezTo>
                  <a:cubicBezTo>
                    <a:pt x="53691" y="25940"/>
                    <a:pt x="45813" y="18148"/>
                    <a:pt x="36095" y="18147"/>
                  </a:cubicBezTo>
                  <a:cubicBezTo>
                    <a:pt x="36045" y="18147"/>
                    <a:pt x="35994" y="18147"/>
                    <a:pt x="35944" y="18148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2BB19180-0BC7-0D41-853D-8B5CAE8E1C7F}"/>
                </a:ext>
              </a:extLst>
            </p:cNvPr>
            <p:cNvSpPr/>
            <p:nvPr/>
          </p:nvSpPr>
          <p:spPr>
            <a:xfrm>
              <a:off x="6080944" y="3073512"/>
              <a:ext cx="71887" cy="71103"/>
            </a:xfrm>
            <a:custGeom>
              <a:avLst/>
              <a:gdLst>
                <a:gd name="connsiteX0" fmla="*/ 35944 w 71887"/>
                <a:gd name="connsiteY0" fmla="*/ 71104 h 71103"/>
                <a:gd name="connsiteX1" fmla="*/ 0 w 71887"/>
                <a:gd name="connsiteY1" fmla="*/ 35552 h 71103"/>
                <a:gd name="connsiteX2" fmla="*/ 35944 w 71887"/>
                <a:gd name="connsiteY2" fmla="*/ 0 h 71103"/>
                <a:gd name="connsiteX3" fmla="*/ 71888 w 71887"/>
                <a:gd name="connsiteY3" fmla="*/ 35552 h 71103"/>
                <a:gd name="connsiteX4" fmla="*/ 71888 w 71887"/>
                <a:gd name="connsiteY4" fmla="*/ 35701 h 71103"/>
                <a:gd name="connsiteX5" fmla="*/ 35944 w 71887"/>
                <a:gd name="connsiteY5" fmla="*/ 71104 h 71103"/>
                <a:gd name="connsiteX6" fmla="*/ 35944 w 71887"/>
                <a:gd name="connsiteY6" fmla="*/ 18148 h 71103"/>
                <a:gd name="connsiteX7" fmla="*/ 18809 w 71887"/>
                <a:gd name="connsiteY7" fmla="*/ 36286 h 71103"/>
                <a:gd name="connsiteX8" fmla="*/ 37147 w 71887"/>
                <a:gd name="connsiteY8" fmla="*/ 53233 h 71103"/>
                <a:gd name="connsiteX9" fmla="*/ 54292 w 71887"/>
                <a:gd name="connsiteY9" fmla="*/ 35701 h 71103"/>
                <a:gd name="connsiteX10" fmla="*/ 36863 w 71887"/>
                <a:gd name="connsiteY10" fmla="*/ 18133 h 71103"/>
                <a:gd name="connsiteX11" fmla="*/ 35944 w 71887"/>
                <a:gd name="connsiteY11" fmla="*/ 18148 h 7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87" h="71103">
                  <a:moveTo>
                    <a:pt x="35944" y="71104"/>
                  </a:moveTo>
                  <a:cubicBezTo>
                    <a:pt x="16092" y="71104"/>
                    <a:pt x="0" y="55186"/>
                    <a:pt x="0" y="35552"/>
                  </a:cubicBezTo>
                  <a:cubicBezTo>
                    <a:pt x="0" y="15917"/>
                    <a:pt x="16093" y="0"/>
                    <a:pt x="35944" y="0"/>
                  </a:cubicBezTo>
                  <a:cubicBezTo>
                    <a:pt x="55796" y="0"/>
                    <a:pt x="71888" y="15917"/>
                    <a:pt x="71888" y="35552"/>
                  </a:cubicBezTo>
                  <a:cubicBezTo>
                    <a:pt x="71888" y="35602"/>
                    <a:pt x="71888" y="35651"/>
                    <a:pt x="71888" y="35701"/>
                  </a:cubicBezTo>
                  <a:cubicBezTo>
                    <a:pt x="71805" y="55277"/>
                    <a:pt x="55736" y="71104"/>
                    <a:pt x="35944" y="71104"/>
                  </a:cubicBezTo>
                  <a:close/>
                  <a:moveTo>
                    <a:pt x="35944" y="18148"/>
                  </a:moveTo>
                  <a:cubicBezTo>
                    <a:pt x="26148" y="18476"/>
                    <a:pt x="18477" y="26597"/>
                    <a:pt x="18809" y="36286"/>
                  </a:cubicBezTo>
                  <a:cubicBezTo>
                    <a:pt x="19141" y="45974"/>
                    <a:pt x="27351" y="53562"/>
                    <a:pt x="37147" y="53233"/>
                  </a:cubicBezTo>
                  <a:cubicBezTo>
                    <a:pt x="46704" y="52913"/>
                    <a:pt x="54286" y="45159"/>
                    <a:pt x="54292" y="35701"/>
                  </a:cubicBezTo>
                  <a:cubicBezTo>
                    <a:pt x="54384" y="26089"/>
                    <a:pt x="46580" y="18224"/>
                    <a:pt x="36863" y="18133"/>
                  </a:cubicBezTo>
                  <a:cubicBezTo>
                    <a:pt x="36556" y="18130"/>
                    <a:pt x="36250" y="18135"/>
                    <a:pt x="35944" y="18148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11394A69-2299-E141-B724-76AA4B0F672F}"/>
                </a:ext>
              </a:extLst>
            </p:cNvPr>
            <p:cNvSpPr/>
            <p:nvPr/>
          </p:nvSpPr>
          <p:spPr>
            <a:xfrm rot="-4025400">
              <a:off x="5858078" y="3115090"/>
              <a:ext cx="18197" cy="120043"/>
            </a:xfrm>
            <a:custGeom>
              <a:avLst/>
              <a:gdLst>
                <a:gd name="connsiteX0" fmla="*/ 0 w 18197"/>
                <a:gd name="connsiteY0" fmla="*/ 0 h 120043"/>
                <a:gd name="connsiteX1" fmla="*/ 18198 w 18197"/>
                <a:gd name="connsiteY1" fmla="*/ 0 h 120043"/>
                <a:gd name="connsiteX2" fmla="*/ 18198 w 18197"/>
                <a:gd name="connsiteY2" fmla="*/ 120043 h 120043"/>
                <a:gd name="connsiteX3" fmla="*/ 0 w 18197"/>
                <a:gd name="connsiteY3" fmla="*/ 120043 h 12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97" h="120043">
                  <a:moveTo>
                    <a:pt x="0" y="0"/>
                  </a:moveTo>
                  <a:lnTo>
                    <a:pt x="18198" y="0"/>
                  </a:lnTo>
                  <a:lnTo>
                    <a:pt x="18198" y="120043"/>
                  </a:lnTo>
                  <a:lnTo>
                    <a:pt x="0" y="120043"/>
                  </a:ln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84FCEE4-C9D1-D847-8664-01BA59F585A7}"/>
                </a:ext>
              </a:extLst>
            </p:cNvPr>
            <p:cNvSpPr/>
            <p:nvPr/>
          </p:nvSpPr>
          <p:spPr>
            <a:xfrm rot="-2310000">
              <a:off x="5960952" y="3144753"/>
              <a:ext cx="144979" cy="17999"/>
            </a:xfrm>
            <a:custGeom>
              <a:avLst/>
              <a:gdLst>
                <a:gd name="connsiteX0" fmla="*/ 0 w 144979"/>
                <a:gd name="connsiteY0" fmla="*/ 0 h 17999"/>
                <a:gd name="connsiteX1" fmla="*/ 144979 w 144979"/>
                <a:gd name="connsiteY1" fmla="*/ 0 h 17999"/>
                <a:gd name="connsiteX2" fmla="*/ 144979 w 144979"/>
                <a:gd name="connsiteY2" fmla="*/ 17999 h 17999"/>
                <a:gd name="connsiteX3" fmla="*/ 0 w 144979"/>
                <a:gd name="connsiteY3" fmla="*/ 17999 h 1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979" h="17999">
                  <a:moveTo>
                    <a:pt x="0" y="0"/>
                  </a:moveTo>
                  <a:lnTo>
                    <a:pt x="144979" y="0"/>
                  </a:lnTo>
                  <a:lnTo>
                    <a:pt x="144979" y="17999"/>
                  </a:lnTo>
                  <a:lnTo>
                    <a:pt x="0" y="17999"/>
                  </a:ln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F68FCF1D-CA6F-7D42-8593-1804C1174EBE}"/>
                </a:ext>
              </a:extLst>
            </p:cNvPr>
            <p:cNvSpPr/>
            <p:nvPr/>
          </p:nvSpPr>
          <p:spPr>
            <a:xfrm>
              <a:off x="6069092" y="3267708"/>
              <a:ext cx="84912" cy="18149"/>
            </a:xfrm>
            <a:custGeom>
              <a:avLst/>
              <a:gdLst>
                <a:gd name="connsiteX0" fmla="*/ 74565 w 84912"/>
                <a:gd name="connsiteY0" fmla="*/ 18074 h 18149"/>
                <a:gd name="connsiteX1" fmla="*/ 10347 w 84912"/>
                <a:gd name="connsiteY1" fmla="*/ 18074 h 18149"/>
                <a:gd name="connsiteX2" fmla="*/ 76 w 84912"/>
                <a:gd name="connsiteY2" fmla="*/ 10234 h 18149"/>
                <a:gd name="connsiteX3" fmla="*/ 8003 w 84912"/>
                <a:gd name="connsiteY3" fmla="*/ 75 h 18149"/>
                <a:gd name="connsiteX4" fmla="*/ 10347 w 84912"/>
                <a:gd name="connsiteY4" fmla="*/ 75 h 18149"/>
                <a:gd name="connsiteX5" fmla="*/ 74565 w 84912"/>
                <a:gd name="connsiteY5" fmla="*/ 75 h 18149"/>
                <a:gd name="connsiteX6" fmla="*/ 84836 w 84912"/>
                <a:gd name="connsiteY6" fmla="*/ 7916 h 18149"/>
                <a:gd name="connsiteX7" fmla="*/ 76909 w 84912"/>
                <a:gd name="connsiteY7" fmla="*/ 18074 h 18149"/>
                <a:gd name="connsiteX8" fmla="*/ 74565 w 84912"/>
                <a:gd name="connsiteY8" fmla="*/ 18074 h 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912" h="18149">
                  <a:moveTo>
                    <a:pt x="74565" y="18074"/>
                  </a:moveTo>
                  <a:lnTo>
                    <a:pt x="10347" y="18074"/>
                  </a:lnTo>
                  <a:cubicBezTo>
                    <a:pt x="5322" y="18715"/>
                    <a:pt x="724" y="15205"/>
                    <a:pt x="76" y="10234"/>
                  </a:cubicBezTo>
                  <a:cubicBezTo>
                    <a:pt x="-571" y="5264"/>
                    <a:pt x="2978" y="716"/>
                    <a:pt x="8003" y="75"/>
                  </a:cubicBezTo>
                  <a:cubicBezTo>
                    <a:pt x="8781" y="-24"/>
                    <a:pt x="9569" y="-24"/>
                    <a:pt x="10347" y="75"/>
                  </a:cubicBezTo>
                  <a:lnTo>
                    <a:pt x="74565" y="75"/>
                  </a:lnTo>
                  <a:cubicBezTo>
                    <a:pt x="79590" y="-565"/>
                    <a:pt x="84189" y="2945"/>
                    <a:pt x="84836" y="7916"/>
                  </a:cubicBezTo>
                  <a:cubicBezTo>
                    <a:pt x="85483" y="12886"/>
                    <a:pt x="81935" y="17434"/>
                    <a:pt x="76909" y="18074"/>
                  </a:cubicBezTo>
                  <a:cubicBezTo>
                    <a:pt x="76131" y="18174"/>
                    <a:pt x="75343" y="18174"/>
                    <a:pt x="74565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6FA68551-F22B-7744-AC09-140F695A54CA}"/>
                </a:ext>
              </a:extLst>
            </p:cNvPr>
            <p:cNvSpPr/>
            <p:nvPr/>
          </p:nvSpPr>
          <p:spPr>
            <a:xfrm>
              <a:off x="5839079" y="3267708"/>
              <a:ext cx="50834" cy="18148"/>
            </a:xfrm>
            <a:custGeom>
              <a:avLst/>
              <a:gdLst>
                <a:gd name="connsiteX0" fmla="*/ 40488 w 50834"/>
                <a:gd name="connsiteY0" fmla="*/ 18074 h 18148"/>
                <a:gd name="connsiteX1" fmla="*/ 8003 w 50834"/>
                <a:gd name="connsiteY1" fmla="*/ 18074 h 18148"/>
                <a:gd name="connsiteX2" fmla="*/ 76 w 50834"/>
                <a:gd name="connsiteY2" fmla="*/ 7916 h 18148"/>
                <a:gd name="connsiteX3" fmla="*/ 8003 w 50834"/>
                <a:gd name="connsiteY3" fmla="*/ 75 h 18148"/>
                <a:gd name="connsiteX4" fmla="*/ 40488 w 50834"/>
                <a:gd name="connsiteY4" fmla="*/ 75 h 18148"/>
                <a:gd name="connsiteX5" fmla="*/ 50759 w 50834"/>
                <a:gd name="connsiteY5" fmla="*/ 7916 h 18148"/>
                <a:gd name="connsiteX6" fmla="*/ 42832 w 50834"/>
                <a:gd name="connsiteY6" fmla="*/ 18074 h 18148"/>
                <a:gd name="connsiteX7" fmla="*/ 40488 w 50834"/>
                <a:gd name="connsiteY7" fmla="*/ 18074 h 1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834" h="18148">
                  <a:moveTo>
                    <a:pt x="40488" y="18074"/>
                  </a:moveTo>
                  <a:lnTo>
                    <a:pt x="8003" y="18074"/>
                  </a:lnTo>
                  <a:cubicBezTo>
                    <a:pt x="2978" y="17434"/>
                    <a:pt x="-571" y="12886"/>
                    <a:pt x="76" y="7916"/>
                  </a:cubicBezTo>
                  <a:cubicBezTo>
                    <a:pt x="609" y="3824"/>
                    <a:pt x="3866" y="603"/>
                    <a:pt x="8003" y="75"/>
                  </a:cubicBezTo>
                  <a:lnTo>
                    <a:pt x="40488" y="75"/>
                  </a:lnTo>
                  <a:cubicBezTo>
                    <a:pt x="45513" y="-565"/>
                    <a:pt x="50111" y="2945"/>
                    <a:pt x="50759" y="7916"/>
                  </a:cubicBezTo>
                  <a:cubicBezTo>
                    <a:pt x="51406" y="12886"/>
                    <a:pt x="47857" y="17434"/>
                    <a:pt x="42832" y="18074"/>
                  </a:cubicBezTo>
                  <a:cubicBezTo>
                    <a:pt x="42054" y="18174"/>
                    <a:pt x="41266" y="18174"/>
                    <a:pt x="40488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6985F9A-1EE1-B941-82F8-EF2FA8E13FCF}"/>
                </a:ext>
              </a:extLst>
            </p:cNvPr>
            <p:cNvSpPr/>
            <p:nvPr/>
          </p:nvSpPr>
          <p:spPr>
            <a:xfrm>
              <a:off x="5924865" y="3267708"/>
              <a:ext cx="76791" cy="18149"/>
            </a:xfrm>
            <a:custGeom>
              <a:avLst/>
              <a:gdLst>
                <a:gd name="connsiteX0" fmla="*/ 66444 w 76791"/>
                <a:gd name="connsiteY0" fmla="*/ 18074 h 18149"/>
                <a:gd name="connsiteX1" fmla="*/ 10347 w 76791"/>
                <a:gd name="connsiteY1" fmla="*/ 18074 h 18149"/>
                <a:gd name="connsiteX2" fmla="*/ 76 w 76791"/>
                <a:gd name="connsiteY2" fmla="*/ 10234 h 18149"/>
                <a:gd name="connsiteX3" fmla="*/ 8003 w 76791"/>
                <a:gd name="connsiteY3" fmla="*/ 75 h 18149"/>
                <a:gd name="connsiteX4" fmla="*/ 10347 w 76791"/>
                <a:gd name="connsiteY4" fmla="*/ 75 h 18149"/>
                <a:gd name="connsiteX5" fmla="*/ 66444 w 76791"/>
                <a:gd name="connsiteY5" fmla="*/ 75 h 18149"/>
                <a:gd name="connsiteX6" fmla="*/ 76715 w 76791"/>
                <a:gd name="connsiteY6" fmla="*/ 7916 h 18149"/>
                <a:gd name="connsiteX7" fmla="*/ 68788 w 76791"/>
                <a:gd name="connsiteY7" fmla="*/ 18074 h 18149"/>
                <a:gd name="connsiteX8" fmla="*/ 66444 w 76791"/>
                <a:gd name="connsiteY8" fmla="*/ 18074 h 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791" h="18149">
                  <a:moveTo>
                    <a:pt x="66444" y="18074"/>
                  </a:moveTo>
                  <a:lnTo>
                    <a:pt x="10347" y="18074"/>
                  </a:lnTo>
                  <a:cubicBezTo>
                    <a:pt x="5322" y="18715"/>
                    <a:pt x="724" y="15205"/>
                    <a:pt x="76" y="10234"/>
                  </a:cubicBezTo>
                  <a:cubicBezTo>
                    <a:pt x="-571" y="5264"/>
                    <a:pt x="2978" y="716"/>
                    <a:pt x="8003" y="75"/>
                  </a:cubicBezTo>
                  <a:cubicBezTo>
                    <a:pt x="8781" y="-24"/>
                    <a:pt x="9569" y="-24"/>
                    <a:pt x="10347" y="75"/>
                  </a:cubicBezTo>
                  <a:lnTo>
                    <a:pt x="66444" y="75"/>
                  </a:lnTo>
                  <a:cubicBezTo>
                    <a:pt x="71469" y="-565"/>
                    <a:pt x="76067" y="2945"/>
                    <a:pt x="76715" y="7916"/>
                  </a:cubicBezTo>
                  <a:cubicBezTo>
                    <a:pt x="77362" y="12886"/>
                    <a:pt x="73813" y="17434"/>
                    <a:pt x="68788" y="18074"/>
                  </a:cubicBezTo>
                  <a:cubicBezTo>
                    <a:pt x="68010" y="18174"/>
                    <a:pt x="67222" y="18174"/>
                    <a:pt x="66444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CEF9E21A-C481-7044-8F61-A55404FFE58F}"/>
                </a:ext>
              </a:extLst>
            </p:cNvPr>
            <p:cNvSpPr/>
            <p:nvPr/>
          </p:nvSpPr>
          <p:spPr>
            <a:xfrm>
              <a:off x="6037209" y="3267708"/>
              <a:ext cx="52577" cy="18149"/>
            </a:xfrm>
            <a:custGeom>
              <a:avLst/>
              <a:gdLst>
                <a:gd name="connsiteX0" fmla="*/ 42231 w 52577"/>
                <a:gd name="connsiteY0" fmla="*/ 18074 h 18149"/>
                <a:gd name="connsiteX1" fmla="*/ 10347 w 52577"/>
                <a:gd name="connsiteY1" fmla="*/ 18074 h 18149"/>
                <a:gd name="connsiteX2" fmla="*/ 76 w 52577"/>
                <a:gd name="connsiteY2" fmla="*/ 10234 h 18149"/>
                <a:gd name="connsiteX3" fmla="*/ 8003 w 52577"/>
                <a:gd name="connsiteY3" fmla="*/ 75 h 18149"/>
                <a:gd name="connsiteX4" fmla="*/ 10347 w 52577"/>
                <a:gd name="connsiteY4" fmla="*/ 75 h 18149"/>
                <a:gd name="connsiteX5" fmla="*/ 42231 w 52577"/>
                <a:gd name="connsiteY5" fmla="*/ 75 h 18149"/>
                <a:gd name="connsiteX6" fmla="*/ 52502 w 52577"/>
                <a:gd name="connsiteY6" fmla="*/ 7916 h 18149"/>
                <a:gd name="connsiteX7" fmla="*/ 44575 w 52577"/>
                <a:gd name="connsiteY7" fmla="*/ 18074 h 18149"/>
                <a:gd name="connsiteX8" fmla="*/ 42231 w 52577"/>
                <a:gd name="connsiteY8" fmla="*/ 18074 h 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577" h="18149">
                  <a:moveTo>
                    <a:pt x="42231" y="18074"/>
                  </a:moveTo>
                  <a:lnTo>
                    <a:pt x="10347" y="18074"/>
                  </a:lnTo>
                  <a:cubicBezTo>
                    <a:pt x="5322" y="18715"/>
                    <a:pt x="724" y="15205"/>
                    <a:pt x="76" y="10234"/>
                  </a:cubicBezTo>
                  <a:cubicBezTo>
                    <a:pt x="-571" y="5264"/>
                    <a:pt x="2978" y="716"/>
                    <a:pt x="8003" y="75"/>
                  </a:cubicBezTo>
                  <a:cubicBezTo>
                    <a:pt x="8781" y="-24"/>
                    <a:pt x="9569" y="-24"/>
                    <a:pt x="10347" y="75"/>
                  </a:cubicBezTo>
                  <a:lnTo>
                    <a:pt x="42231" y="75"/>
                  </a:lnTo>
                  <a:cubicBezTo>
                    <a:pt x="47256" y="-565"/>
                    <a:pt x="51854" y="2945"/>
                    <a:pt x="52502" y="7916"/>
                  </a:cubicBezTo>
                  <a:cubicBezTo>
                    <a:pt x="53149" y="12886"/>
                    <a:pt x="49600" y="17434"/>
                    <a:pt x="44575" y="18074"/>
                  </a:cubicBezTo>
                  <a:cubicBezTo>
                    <a:pt x="43797" y="18174"/>
                    <a:pt x="43009" y="18174"/>
                    <a:pt x="42231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1CA95306-60D1-CB47-89F7-4CEFC5BC2EA9}"/>
                </a:ext>
              </a:extLst>
            </p:cNvPr>
            <p:cNvSpPr/>
            <p:nvPr/>
          </p:nvSpPr>
          <p:spPr>
            <a:xfrm>
              <a:off x="5747401" y="3267708"/>
              <a:ext cx="110027" cy="18149"/>
            </a:xfrm>
            <a:custGeom>
              <a:avLst/>
              <a:gdLst>
                <a:gd name="connsiteX0" fmla="*/ 99681 w 110027"/>
                <a:gd name="connsiteY0" fmla="*/ 18074 h 18149"/>
                <a:gd name="connsiteX1" fmla="*/ 10347 w 110027"/>
                <a:gd name="connsiteY1" fmla="*/ 18074 h 18149"/>
                <a:gd name="connsiteX2" fmla="*/ 76 w 110027"/>
                <a:gd name="connsiteY2" fmla="*/ 10234 h 18149"/>
                <a:gd name="connsiteX3" fmla="*/ 8003 w 110027"/>
                <a:gd name="connsiteY3" fmla="*/ 75 h 18149"/>
                <a:gd name="connsiteX4" fmla="*/ 10347 w 110027"/>
                <a:gd name="connsiteY4" fmla="*/ 75 h 18149"/>
                <a:gd name="connsiteX5" fmla="*/ 99681 w 110027"/>
                <a:gd name="connsiteY5" fmla="*/ 75 h 18149"/>
                <a:gd name="connsiteX6" fmla="*/ 109952 w 110027"/>
                <a:gd name="connsiteY6" fmla="*/ 7916 h 18149"/>
                <a:gd name="connsiteX7" fmla="*/ 102025 w 110027"/>
                <a:gd name="connsiteY7" fmla="*/ 18074 h 18149"/>
                <a:gd name="connsiteX8" fmla="*/ 99681 w 110027"/>
                <a:gd name="connsiteY8" fmla="*/ 18074 h 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027" h="18149">
                  <a:moveTo>
                    <a:pt x="99681" y="18074"/>
                  </a:moveTo>
                  <a:lnTo>
                    <a:pt x="10347" y="18074"/>
                  </a:lnTo>
                  <a:cubicBezTo>
                    <a:pt x="5322" y="18715"/>
                    <a:pt x="724" y="15205"/>
                    <a:pt x="76" y="10234"/>
                  </a:cubicBezTo>
                  <a:cubicBezTo>
                    <a:pt x="-571" y="5264"/>
                    <a:pt x="2978" y="716"/>
                    <a:pt x="8003" y="75"/>
                  </a:cubicBezTo>
                  <a:cubicBezTo>
                    <a:pt x="8781" y="-24"/>
                    <a:pt x="9569" y="-24"/>
                    <a:pt x="10347" y="75"/>
                  </a:cubicBezTo>
                  <a:lnTo>
                    <a:pt x="99681" y="75"/>
                  </a:lnTo>
                  <a:cubicBezTo>
                    <a:pt x="104706" y="-565"/>
                    <a:pt x="109304" y="2945"/>
                    <a:pt x="109952" y="7916"/>
                  </a:cubicBezTo>
                  <a:cubicBezTo>
                    <a:pt x="110599" y="12886"/>
                    <a:pt x="107050" y="17434"/>
                    <a:pt x="102025" y="18074"/>
                  </a:cubicBezTo>
                  <a:cubicBezTo>
                    <a:pt x="101247" y="18174"/>
                    <a:pt x="100459" y="18174"/>
                    <a:pt x="99681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D40E459D-D650-C342-BCF2-741702B00ED1}"/>
                </a:ext>
              </a:extLst>
            </p:cNvPr>
            <p:cNvSpPr/>
            <p:nvPr/>
          </p:nvSpPr>
          <p:spPr>
            <a:xfrm>
              <a:off x="5901975" y="3321780"/>
              <a:ext cx="77001" cy="184752"/>
            </a:xfrm>
            <a:custGeom>
              <a:avLst/>
              <a:gdLst>
                <a:gd name="connsiteX0" fmla="*/ 67827 w 77001"/>
                <a:gd name="connsiteY0" fmla="*/ 184751 h 184752"/>
                <a:gd name="connsiteX1" fmla="*/ 9174 w 77001"/>
                <a:gd name="connsiteY1" fmla="*/ 184751 h 184752"/>
                <a:gd name="connsiteX2" fmla="*/ 1 w 77001"/>
                <a:gd name="connsiteY2" fmla="*/ 175976 h 184752"/>
                <a:gd name="connsiteX3" fmla="*/ 0 w 77001"/>
                <a:gd name="connsiteY3" fmla="*/ 175826 h 184752"/>
                <a:gd name="connsiteX4" fmla="*/ 0 w 77001"/>
                <a:gd name="connsiteY4" fmla="*/ 9074 h 184752"/>
                <a:gd name="connsiteX5" fmla="*/ 9174 w 77001"/>
                <a:gd name="connsiteY5" fmla="*/ 0 h 184752"/>
                <a:gd name="connsiteX6" fmla="*/ 67827 w 77001"/>
                <a:gd name="connsiteY6" fmla="*/ 0 h 184752"/>
                <a:gd name="connsiteX7" fmla="*/ 77001 w 77001"/>
                <a:gd name="connsiteY7" fmla="*/ 9074 h 184752"/>
                <a:gd name="connsiteX8" fmla="*/ 77001 w 77001"/>
                <a:gd name="connsiteY8" fmla="*/ 175826 h 184752"/>
                <a:gd name="connsiteX9" fmla="*/ 67979 w 77001"/>
                <a:gd name="connsiteY9" fmla="*/ 184752 h 184752"/>
                <a:gd name="connsiteX10" fmla="*/ 67827 w 77001"/>
                <a:gd name="connsiteY10" fmla="*/ 184751 h 184752"/>
                <a:gd name="connsiteX11" fmla="*/ 18198 w 77001"/>
                <a:gd name="connsiteY11" fmla="*/ 166752 h 184752"/>
                <a:gd name="connsiteX12" fmla="*/ 59255 w 77001"/>
                <a:gd name="connsiteY12" fmla="*/ 166752 h 184752"/>
                <a:gd name="connsiteX13" fmla="*/ 59255 w 77001"/>
                <a:gd name="connsiteY13" fmla="*/ 17999 h 184752"/>
                <a:gd name="connsiteX14" fmla="*/ 18198 w 77001"/>
                <a:gd name="connsiteY14" fmla="*/ 17999 h 18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001" h="184752">
                  <a:moveTo>
                    <a:pt x="67827" y="184751"/>
                  </a:moveTo>
                  <a:lnTo>
                    <a:pt x="9174" y="184751"/>
                  </a:lnTo>
                  <a:cubicBezTo>
                    <a:pt x="4191" y="184833"/>
                    <a:pt x="84" y="180904"/>
                    <a:pt x="1" y="175976"/>
                  </a:cubicBezTo>
                  <a:cubicBezTo>
                    <a:pt x="0" y="175926"/>
                    <a:pt x="0" y="175876"/>
                    <a:pt x="0" y="175826"/>
                  </a:cubicBezTo>
                  <a:lnTo>
                    <a:pt x="0" y="9074"/>
                  </a:lnTo>
                  <a:cubicBezTo>
                    <a:pt x="0" y="4063"/>
                    <a:pt x="4107" y="0"/>
                    <a:pt x="9174" y="0"/>
                  </a:cubicBezTo>
                  <a:lnTo>
                    <a:pt x="67827" y="0"/>
                  </a:lnTo>
                  <a:cubicBezTo>
                    <a:pt x="72894" y="0"/>
                    <a:pt x="77001" y="4063"/>
                    <a:pt x="77001" y="9074"/>
                  </a:cubicBezTo>
                  <a:lnTo>
                    <a:pt x="77001" y="175826"/>
                  </a:lnTo>
                  <a:cubicBezTo>
                    <a:pt x="77002" y="180755"/>
                    <a:pt x="72963" y="184751"/>
                    <a:pt x="67979" y="184752"/>
                  </a:cubicBezTo>
                  <a:cubicBezTo>
                    <a:pt x="67928" y="184752"/>
                    <a:pt x="67878" y="184752"/>
                    <a:pt x="67827" y="184751"/>
                  </a:cubicBezTo>
                  <a:close/>
                  <a:moveTo>
                    <a:pt x="18198" y="166752"/>
                  </a:moveTo>
                  <a:lnTo>
                    <a:pt x="59255" y="166752"/>
                  </a:lnTo>
                  <a:lnTo>
                    <a:pt x="59255" y="17999"/>
                  </a:lnTo>
                  <a:lnTo>
                    <a:pt x="18198" y="17999"/>
                  </a:ln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B2436B43-B66A-0E47-A1B3-08A65F13EEA4}"/>
                </a:ext>
              </a:extLst>
            </p:cNvPr>
            <p:cNvSpPr/>
            <p:nvPr/>
          </p:nvSpPr>
          <p:spPr>
            <a:xfrm>
              <a:off x="5731999" y="3488457"/>
              <a:ext cx="415839" cy="18148"/>
            </a:xfrm>
            <a:custGeom>
              <a:avLst/>
              <a:gdLst>
                <a:gd name="connsiteX0" fmla="*/ 405492 w 415839"/>
                <a:gd name="connsiteY0" fmla="*/ 18074 h 18148"/>
                <a:gd name="connsiteX1" fmla="*/ 8003 w 415839"/>
                <a:gd name="connsiteY1" fmla="*/ 18074 h 18148"/>
                <a:gd name="connsiteX2" fmla="*/ 76 w 415839"/>
                <a:gd name="connsiteY2" fmla="*/ 7915 h 18148"/>
                <a:gd name="connsiteX3" fmla="*/ 8003 w 415839"/>
                <a:gd name="connsiteY3" fmla="*/ 75 h 18148"/>
                <a:gd name="connsiteX4" fmla="*/ 405492 w 415839"/>
                <a:gd name="connsiteY4" fmla="*/ 75 h 18148"/>
                <a:gd name="connsiteX5" fmla="*/ 415763 w 415839"/>
                <a:gd name="connsiteY5" fmla="*/ 7915 h 18148"/>
                <a:gd name="connsiteX6" fmla="*/ 407837 w 415839"/>
                <a:gd name="connsiteY6" fmla="*/ 18074 h 18148"/>
                <a:gd name="connsiteX7" fmla="*/ 405492 w 415839"/>
                <a:gd name="connsiteY7" fmla="*/ 18074 h 1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839" h="18148">
                  <a:moveTo>
                    <a:pt x="405492" y="18074"/>
                  </a:moveTo>
                  <a:lnTo>
                    <a:pt x="8003" y="18074"/>
                  </a:lnTo>
                  <a:cubicBezTo>
                    <a:pt x="2978" y="17434"/>
                    <a:pt x="-571" y="12886"/>
                    <a:pt x="76" y="7915"/>
                  </a:cubicBezTo>
                  <a:cubicBezTo>
                    <a:pt x="609" y="3824"/>
                    <a:pt x="3866" y="603"/>
                    <a:pt x="8003" y="75"/>
                  </a:cubicBezTo>
                  <a:lnTo>
                    <a:pt x="405492" y="75"/>
                  </a:lnTo>
                  <a:cubicBezTo>
                    <a:pt x="410517" y="-565"/>
                    <a:pt x="415116" y="2945"/>
                    <a:pt x="415763" y="7915"/>
                  </a:cubicBezTo>
                  <a:cubicBezTo>
                    <a:pt x="416411" y="12886"/>
                    <a:pt x="412862" y="17434"/>
                    <a:pt x="407837" y="18074"/>
                  </a:cubicBezTo>
                  <a:cubicBezTo>
                    <a:pt x="407058" y="18174"/>
                    <a:pt x="406270" y="18174"/>
                    <a:pt x="405492" y="18074"/>
                  </a:cubicBezTo>
                  <a:close/>
                </a:path>
              </a:pathLst>
            </a:custGeom>
            <a:grpFill/>
            <a:ln w="14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5" name="Graphic 54">
            <a:extLst>
              <a:ext uri="{FF2B5EF4-FFF2-40B4-BE49-F238E27FC236}">
                <a16:creationId xmlns:a16="http://schemas.microsoft.com/office/drawing/2014/main" id="{7A3326A9-BF2D-1D41-B48C-57C2C5EF73DA}"/>
              </a:ext>
            </a:extLst>
          </p:cNvPr>
          <p:cNvGrpSpPr/>
          <p:nvPr/>
        </p:nvGrpSpPr>
        <p:grpSpPr>
          <a:xfrm>
            <a:off x="4897547" y="3726648"/>
            <a:ext cx="553105" cy="553777"/>
            <a:chOff x="5663605" y="2978720"/>
            <a:chExt cx="553105" cy="553777"/>
          </a:xfrm>
          <a:solidFill>
            <a:srgbClr val="FFFFFF"/>
          </a:solidFill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12F48778-B126-1B43-8054-62AAD9628601}"/>
                </a:ext>
              </a:extLst>
            </p:cNvPr>
            <p:cNvSpPr/>
            <p:nvPr/>
          </p:nvSpPr>
          <p:spPr>
            <a:xfrm>
              <a:off x="6018738" y="3060219"/>
              <a:ext cx="35266" cy="46450"/>
            </a:xfrm>
            <a:custGeom>
              <a:avLst/>
              <a:gdLst>
                <a:gd name="connsiteX0" fmla="*/ 25299 w 35266"/>
                <a:gd name="connsiteY0" fmla="*/ 46437 h 46450"/>
                <a:gd name="connsiteX1" fmla="*/ 17015 w 35266"/>
                <a:gd name="connsiteY1" fmla="*/ 41222 h 46450"/>
                <a:gd name="connsiteX2" fmla="*/ 1675 w 35266"/>
                <a:gd name="connsiteY2" fmla="*/ 14683 h 46450"/>
                <a:gd name="connsiteX3" fmla="*/ 3822 w 35266"/>
                <a:gd name="connsiteY3" fmla="*/ 1798 h 46450"/>
                <a:gd name="connsiteX4" fmla="*/ 16489 w 35266"/>
                <a:gd name="connsiteY4" fmla="*/ 3638 h 46450"/>
                <a:gd name="connsiteX5" fmla="*/ 16708 w 35266"/>
                <a:gd name="connsiteY5" fmla="*/ 3945 h 46450"/>
                <a:gd name="connsiteX6" fmla="*/ 34349 w 35266"/>
                <a:gd name="connsiteY6" fmla="*/ 33091 h 46450"/>
                <a:gd name="connsiteX7" fmla="*/ 30054 w 35266"/>
                <a:gd name="connsiteY7" fmla="*/ 45517 h 46450"/>
                <a:gd name="connsiteX8" fmla="*/ 25299 w 35266"/>
                <a:gd name="connsiteY8" fmla="*/ 46437 h 4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266" h="46450">
                  <a:moveTo>
                    <a:pt x="25299" y="46437"/>
                  </a:moveTo>
                  <a:cubicBezTo>
                    <a:pt x="21754" y="46471"/>
                    <a:pt x="18517" y="44432"/>
                    <a:pt x="17015" y="41222"/>
                  </a:cubicBezTo>
                  <a:cubicBezTo>
                    <a:pt x="12578" y="32001"/>
                    <a:pt x="7450" y="23130"/>
                    <a:pt x="1675" y="14683"/>
                  </a:cubicBezTo>
                  <a:cubicBezTo>
                    <a:pt x="-1222" y="10516"/>
                    <a:pt x="-269" y="4800"/>
                    <a:pt x="3822" y="1798"/>
                  </a:cubicBezTo>
                  <a:cubicBezTo>
                    <a:pt x="7829" y="-1192"/>
                    <a:pt x="13500" y="-368"/>
                    <a:pt x="16489" y="3638"/>
                  </a:cubicBezTo>
                  <a:cubicBezTo>
                    <a:pt x="16564" y="3739"/>
                    <a:pt x="16637" y="3841"/>
                    <a:pt x="16708" y="3945"/>
                  </a:cubicBezTo>
                  <a:cubicBezTo>
                    <a:pt x="23399" y="13146"/>
                    <a:pt x="29301" y="22896"/>
                    <a:pt x="34349" y="33091"/>
                  </a:cubicBezTo>
                  <a:cubicBezTo>
                    <a:pt x="36558" y="37711"/>
                    <a:pt x="34644" y="43248"/>
                    <a:pt x="30054" y="45517"/>
                  </a:cubicBezTo>
                  <a:cubicBezTo>
                    <a:pt x="28567" y="46204"/>
                    <a:pt x="26935" y="46520"/>
                    <a:pt x="25299" y="46437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734AB85B-D22C-2841-B013-1D5458CDFC3B}"/>
                </a:ext>
              </a:extLst>
            </p:cNvPr>
            <p:cNvSpPr/>
            <p:nvPr/>
          </p:nvSpPr>
          <p:spPr>
            <a:xfrm>
              <a:off x="6048308" y="3124462"/>
              <a:ext cx="24589" cy="56900"/>
            </a:xfrm>
            <a:custGeom>
              <a:avLst/>
              <a:gdLst>
                <a:gd name="connsiteX0" fmla="*/ 15363 w 24589"/>
                <a:gd name="connsiteY0" fmla="*/ 56901 h 56900"/>
                <a:gd name="connsiteX1" fmla="*/ 6006 w 24589"/>
                <a:gd name="connsiteY1" fmla="*/ 48157 h 56900"/>
                <a:gd name="connsiteX2" fmla="*/ 330 w 24589"/>
                <a:gd name="connsiteY2" fmla="*/ 11647 h 56900"/>
                <a:gd name="connsiteX3" fmla="*/ 6772 w 24589"/>
                <a:gd name="connsiteY3" fmla="*/ 337 h 56900"/>
                <a:gd name="connsiteX4" fmla="*/ 6926 w 24589"/>
                <a:gd name="connsiteY4" fmla="*/ 296 h 56900"/>
                <a:gd name="connsiteX5" fmla="*/ 18278 w 24589"/>
                <a:gd name="connsiteY5" fmla="*/ 6892 h 56900"/>
                <a:gd name="connsiteX6" fmla="*/ 24567 w 24589"/>
                <a:gd name="connsiteY6" fmla="*/ 46930 h 56900"/>
                <a:gd name="connsiteX7" fmla="*/ 16009 w 24589"/>
                <a:gd name="connsiteY7" fmla="*/ 56737 h 56900"/>
                <a:gd name="connsiteX8" fmla="*/ 15824 w 24589"/>
                <a:gd name="connsiteY8" fmla="*/ 56747 h 5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89" h="56900">
                  <a:moveTo>
                    <a:pt x="15363" y="56901"/>
                  </a:moveTo>
                  <a:cubicBezTo>
                    <a:pt x="10426" y="56911"/>
                    <a:pt x="6330" y="53084"/>
                    <a:pt x="6006" y="48157"/>
                  </a:cubicBezTo>
                  <a:cubicBezTo>
                    <a:pt x="5364" y="35825"/>
                    <a:pt x="3462" y="23592"/>
                    <a:pt x="330" y="11647"/>
                  </a:cubicBezTo>
                  <a:cubicBezTo>
                    <a:pt x="-1014" y="6745"/>
                    <a:pt x="1870" y="1681"/>
                    <a:pt x="6772" y="337"/>
                  </a:cubicBezTo>
                  <a:cubicBezTo>
                    <a:pt x="6823" y="323"/>
                    <a:pt x="6875" y="309"/>
                    <a:pt x="6926" y="296"/>
                  </a:cubicBezTo>
                  <a:cubicBezTo>
                    <a:pt x="11877" y="-974"/>
                    <a:pt x="16930" y="1962"/>
                    <a:pt x="18278" y="6892"/>
                  </a:cubicBezTo>
                  <a:cubicBezTo>
                    <a:pt x="21678" y="20000"/>
                    <a:pt x="23784" y="33410"/>
                    <a:pt x="24567" y="46930"/>
                  </a:cubicBezTo>
                  <a:cubicBezTo>
                    <a:pt x="24912" y="52001"/>
                    <a:pt x="21080" y="56392"/>
                    <a:pt x="16009" y="56737"/>
                  </a:cubicBezTo>
                  <a:cubicBezTo>
                    <a:pt x="15947" y="56741"/>
                    <a:pt x="15885" y="56744"/>
                    <a:pt x="15824" y="56747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45C14EAA-232E-0B48-8E79-14F4AE8DFCA2}"/>
                </a:ext>
              </a:extLst>
            </p:cNvPr>
            <p:cNvSpPr/>
            <p:nvPr/>
          </p:nvSpPr>
          <p:spPr>
            <a:xfrm>
              <a:off x="6045620" y="3201494"/>
              <a:ext cx="25795" cy="50389"/>
            </a:xfrm>
            <a:custGeom>
              <a:avLst/>
              <a:gdLst>
                <a:gd name="connsiteX0" fmla="*/ 9308 w 25795"/>
                <a:gd name="connsiteY0" fmla="*/ 50280 h 50389"/>
                <a:gd name="connsiteX1" fmla="*/ 6547 w 25795"/>
                <a:gd name="connsiteY1" fmla="*/ 50280 h 50389"/>
                <a:gd name="connsiteX2" fmla="*/ 411 w 25795"/>
                <a:gd name="connsiteY2" fmla="*/ 38621 h 50389"/>
                <a:gd name="connsiteX3" fmla="*/ 7314 w 25795"/>
                <a:gd name="connsiteY3" fmla="*/ 7941 h 50389"/>
                <a:gd name="connsiteX4" fmla="*/ 17406 w 25795"/>
                <a:gd name="connsiteY4" fmla="*/ 69 h 50389"/>
                <a:gd name="connsiteX5" fmla="*/ 17745 w 25795"/>
                <a:gd name="connsiteY5" fmla="*/ 118 h 50389"/>
                <a:gd name="connsiteX6" fmla="*/ 25722 w 25795"/>
                <a:gd name="connsiteY6" fmla="*/ 10549 h 50389"/>
                <a:gd name="connsiteX7" fmla="*/ 18205 w 25795"/>
                <a:gd name="connsiteY7" fmla="*/ 43684 h 50389"/>
                <a:gd name="connsiteX8" fmla="*/ 9308 w 25795"/>
                <a:gd name="connsiteY8" fmla="*/ 50280 h 5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795" h="50389">
                  <a:moveTo>
                    <a:pt x="9308" y="50280"/>
                  </a:moveTo>
                  <a:cubicBezTo>
                    <a:pt x="8393" y="50426"/>
                    <a:pt x="7461" y="50426"/>
                    <a:pt x="6547" y="50280"/>
                  </a:cubicBezTo>
                  <a:cubicBezTo>
                    <a:pt x="1649" y="48736"/>
                    <a:pt x="-1090" y="43533"/>
                    <a:pt x="411" y="38621"/>
                  </a:cubicBezTo>
                  <a:cubicBezTo>
                    <a:pt x="3510" y="28591"/>
                    <a:pt x="5818" y="18333"/>
                    <a:pt x="7314" y="7941"/>
                  </a:cubicBezTo>
                  <a:cubicBezTo>
                    <a:pt x="7927" y="2980"/>
                    <a:pt x="12446" y="-544"/>
                    <a:pt x="17406" y="69"/>
                  </a:cubicBezTo>
                  <a:cubicBezTo>
                    <a:pt x="17520" y="83"/>
                    <a:pt x="17632" y="99"/>
                    <a:pt x="17745" y="118"/>
                  </a:cubicBezTo>
                  <a:cubicBezTo>
                    <a:pt x="22807" y="832"/>
                    <a:pt x="26359" y="5477"/>
                    <a:pt x="25722" y="10549"/>
                  </a:cubicBezTo>
                  <a:cubicBezTo>
                    <a:pt x="24072" y="21771"/>
                    <a:pt x="21559" y="32848"/>
                    <a:pt x="18205" y="43684"/>
                  </a:cubicBezTo>
                  <a:cubicBezTo>
                    <a:pt x="16999" y="47590"/>
                    <a:pt x="13396" y="50261"/>
                    <a:pt x="9308" y="50280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18942765-9E39-8544-A0D7-BAAC03420694}"/>
                </a:ext>
              </a:extLst>
            </p:cNvPr>
            <p:cNvSpPr/>
            <p:nvPr/>
          </p:nvSpPr>
          <p:spPr>
            <a:xfrm>
              <a:off x="5663605" y="2978720"/>
              <a:ext cx="400219" cy="409580"/>
            </a:xfrm>
            <a:custGeom>
              <a:avLst/>
              <a:gdLst>
                <a:gd name="connsiteX0" fmla="*/ 204787 w 400219"/>
                <a:gd name="connsiteY0" fmla="*/ 409581 h 409580"/>
                <a:gd name="connsiteX1" fmla="*/ 0 w 400219"/>
                <a:gd name="connsiteY1" fmla="*/ 204787 h 409580"/>
                <a:gd name="connsiteX2" fmla="*/ 204794 w 400219"/>
                <a:gd name="connsiteY2" fmla="*/ 0 h 409580"/>
                <a:gd name="connsiteX3" fmla="*/ 349597 w 400219"/>
                <a:gd name="connsiteY3" fmla="*/ 59980 h 409580"/>
                <a:gd name="connsiteX4" fmla="*/ 371227 w 400219"/>
                <a:gd name="connsiteY4" fmla="*/ 85444 h 409580"/>
                <a:gd name="connsiteX5" fmla="*/ 355887 w 400219"/>
                <a:gd name="connsiteY5" fmla="*/ 96182 h 409580"/>
                <a:gd name="connsiteX6" fmla="*/ 95550 w 400219"/>
                <a:gd name="connsiteY6" fmla="*/ 53569 h 409580"/>
                <a:gd name="connsiteX7" fmla="*/ 52936 w 400219"/>
                <a:gd name="connsiteY7" fmla="*/ 313905 h 409580"/>
                <a:gd name="connsiteX8" fmla="*/ 313273 w 400219"/>
                <a:gd name="connsiteY8" fmla="*/ 356519 h 409580"/>
                <a:gd name="connsiteX9" fmla="*/ 382425 w 400219"/>
                <a:gd name="connsiteY9" fmla="*/ 260782 h 409580"/>
                <a:gd name="connsiteX10" fmla="*/ 400220 w 400219"/>
                <a:gd name="connsiteY10" fmla="*/ 266458 h 409580"/>
                <a:gd name="connsiteX11" fmla="*/ 204787 w 400219"/>
                <a:gd name="connsiteY11" fmla="*/ 409581 h 4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219" h="409580">
                  <a:moveTo>
                    <a:pt x="204787" y="409581"/>
                  </a:moveTo>
                  <a:cubicBezTo>
                    <a:pt x="91684" y="409579"/>
                    <a:pt x="-2" y="317889"/>
                    <a:pt x="0" y="204787"/>
                  </a:cubicBezTo>
                  <a:cubicBezTo>
                    <a:pt x="2" y="91684"/>
                    <a:pt x="91692" y="-2"/>
                    <a:pt x="204794" y="0"/>
                  </a:cubicBezTo>
                  <a:cubicBezTo>
                    <a:pt x="259106" y="1"/>
                    <a:pt x="311193" y="21576"/>
                    <a:pt x="349597" y="59980"/>
                  </a:cubicBezTo>
                  <a:cubicBezTo>
                    <a:pt x="357541" y="67816"/>
                    <a:pt x="364779" y="76337"/>
                    <a:pt x="371227" y="85444"/>
                  </a:cubicBezTo>
                  <a:lnTo>
                    <a:pt x="355887" y="96182"/>
                  </a:lnTo>
                  <a:cubicBezTo>
                    <a:pt x="295764" y="12525"/>
                    <a:pt x="179207" y="-6554"/>
                    <a:pt x="95550" y="53569"/>
                  </a:cubicBezTo>
                  <a:cubicBezTo>
                    <a:pt x="11892" y="113691"/>
                    <a:pt x="-7186" y="230248"/>
                    <a:pt x="52936" y="313905"/>
                  </a:cubicBezTo>
                  <a:cubicBezTo>
                    <a:pt x="113059" y="397563"/>
                    <a:pt x="229615" y="416642"/>
                    <a:pt x="313273" y="356519"/>
                  </a:cubicBezTo>
                  <a:cubicBezTo>
                    <a:pt x="346084" y="332939"/>
                    <a:pt x="370352" y="299342"/>
                    <a:pt x="382425" y="260782"/>
                  </a:cubicBezTo>
                  <a:lnTo>
                    <a:pt x="400220" y="266458"/>
                  </a:lnTo>
                  <a:cubicBezTo>
                    <a:pt x="373132" y="351589"/>
                    <a:pt x="294124" y="409450"/>
                    <a:pt x="204787" y="409581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108E21A-E822-E443-987D-8589EFBEF511}"/>
                </a:ext>
              </a:extLst>
            </p:cNvPr>
            <p:cNvSpPr/>
            <p:nvPr/>
          </p:nvSpPr>
          <p:spPr>
            <a:xfrm>
              <a:off x="5713836" y="3028882"/>
              <a:ext cx="309256" cy="309256"/>
            </a:xfrm>
            <a:custGeom>
              <a:avLst/>
              <a:gdLst>
                <a:gd name="connsiteX0" fmla="*/ 154556 w 309256"/>
                <a:gd name="connsiteY0" fmla="*/ 309257 h 309256"/>
                <a:gd name="connsiteX1" fmla="*/ 0 w 309256"/>
                <a:gd name="connsiteY1" fmla="*/ 154556 h 309256"/>
                <a:gd name="connsiteX2" fmla="*/ 154701 w 309256"/>
                <a:gd name="connsiteY2" fmla="*/ 0 h 309256"/>
                <a:gd name="connsiteX3" fmla="*/ 309257 w 309256"/>
                <a:gd name="connsiteY3" fmla="*/ 154701 h 309256"/>
                <a:gd name="connsiteX4" fmla="*/ 263931 w 309256"/>
                <a:gd name="connsiteY4" fmla="*/ 264003 h 309256"/>
                <a:gd name="connsiteX5" fmla="*/ 154556 w 309256"/>
                <a:gd name="connsiteY5" fmla="*/ 309257 h 309256"/>
                <a:gd name="connsiteX6" fmla="*/ 154556 w 309256"/>
                <a:gd name="connsiteY6" fmla="*/ 18562 h 309256"/>
                <a:gd name="connsiteX7" fmla="*/ 18427 w 309256"/>
                <a:gd name="connsiteY7" fmla="*/ 154566 h 309256"/>
                <a:gd name="connsiteX8" fmla="*/ 154431 w 309256"/>
                <a:gd name="connsiteY8" fmla="*/ 290695 h 309256"/>
                <a:gd name="connsiteX9" fmla="*/ 290560 w 309256"/>
                <a:gd name="connsiteY9" fmla="*/ 154691 h 309256"/>
                <a:gd name="connsiteX10" fmla="*/ 250738 w 309256"/>
                <a:gd name="connsiteY10" fmla="*/ 58446 h 309256"/>
                <a:gd name="connsiteX11" fmla="*/ 154556 w 309256"/>
                <a:gd name="connsiteY11" fmla="*/ 18562 h 3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9256" h="309256">
                  <a:moveTo>
                    <a:pt x="154556" y="309257"/>
                  </a:moveTo>
                  <a:cubicBezTo>
                    <a:pt x="69157" y="309217"/>
                    <a:pt x="-40" y="239955"/>
                    <a:pt x="0" y="154556"/>
                  </a:cubicBezTo>
                  <a:cubicBezTo>
                    <a:pt x="40" y="69157"/>
                    <a:pt x="69302" y="-40"/>
                    <a:pt x="154701" y="0"/>
                  </a:cubicBezTo>
                  <a:cubicBezTo>
                    <a:pt x="240100" y="40"/>
                    <a:pt x="309297" y="69302"/>
                    <a:pt x="309257" y="154701"/>
                  </a:cubicBezTo>
                  <a:cubicBezTo>
                    <a:pt x="309237" y="195703"/>
                    <a:pt x="292934" y="235020"/>
                    <a:pt x="263931" y="264003"/>
                  </a:cubicBezTo>
                  <a:cubicBezTo>
                    <a:pt x="234908" y="292983"/>
                    <a:pt x="195570" y="309259"/>
                    <a:pt x="154556" y="309257"/>
                  </a:cubicBezTo>
                  <a:close/>
                  <a:moveTo>
                    <a:pt x="154556" y="18562"/>
                  </a:moveTo>
                  <a:cubicBezTo>
                    <a:pt x="79408" y="18527"/>
                    <a:pt x="18461" y="79418"/>
                    <a:pt x="18427" y="154566"/>
                  </a:cubicBezTo>
                  <a:cubicBezTo>
                    <a:pt x="18392" y="229713"/>
                    <a:pt x="79283" y="290661"/>
                    <a:pt x="154431" y="290695"/>
                  </a:cubicBezTo>
                  <a:cubicBezTo>
                    <a:pt x="229578" y="290730"/>
                    <a:pt x="290526" y="229838"/>
                    <a:pt x="290560" y="154691"/>
                  </a:cubicBezTo>
                  <a:cubicBezTo>
                    <a:pt x="290577" y="118597"/>
                    <a:pt x="276252" y="83976"/>
                    <a:pt x="250738" y="58446"/>
                  </a:cubicBezTo>
                  <a:cubicBezTo>
                    <a:pt x="225262" y="32882"/>
                    <a:pt x="190647" y="18527"/>
                    <a:pt x="154556" y="18562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EEEA1B8D-EFCC-BD49-9FD7-D5A708C053AA}"/>
                </a:ext>
              </a:extLst>
            </p:cNvPr>
            <p:cNvSpPr/>
            <p:nvPr/>
          </p:nvSpPr>
          <p:spPr>
            <a:xfrm>
              <a:off x="5960239" y="3275345"/>
              <a:ext cx="256471" cy="257151"/>
            </a:xfrm>
            <a:custGeom>
              <a:avLst/>
              <a:gdLst>
                <a:gd name="connsiteX0" fmla="*/ 201302 w 256471"/>
                <a:gd name="connsiteY0" fmla="*/ 257152 h 257151"/>
                <a:gd name="connsiteX1" fmla="*/ 161725 w 256471"/>
                <a:gd name="connsiteY1" fmla="*/ 240278 h 257151"/>
                <a:gd name="connsiteX2" fmla="*/ 2801 w 256471"/>
                <a:gd name="connsiteY2" fmla="*/ 81968 h 257151"/>
                <a:gd name="connsiteX3" fmla="*/ 40 w 256471"/>
                <a:gd name="connsiteY3" fmla="*/ 74144 h 257151"/>
                <a:gd name="connsiteX4" fmla="*/ 4489 w 256471"/>
                <a:gd name="connsiteY4" fmla="*/ 67395 h 257151"/>
                <a:gd name="connsiteX5" fmla="*/ 39924 w 256471"/>
                <a:gd name="connsiteY5" fmla="*/ 39936 h 257151"/>
                <a:gd name="connsiteX6" fmla="*/ 67383 w 256471"/>
                <a:gd name="connsiteY6" fmla="*/ 4500 h 257151"/>
                <a:gd name="connsiteX7" fmla="*/ 74133 w 256471"/>
                <a:gd name="connsiteY7" fmla="*/ 52 h 257151"/>
                <a:gd name="connsiteX8" fmla="*/ 81803 w 256471"/>
                <a:gd name="connsiteY8" fmla="*/ 2813 h 257151"/>
                <a:gd name="connsiteX9" fmla="*/ 240266 w 256471"/>
                <a:gd name="connsiteY9" fmla="*/ 161737 h 257151"/>
                <a:gd name="connsiteX10" fmla="*/ 240266 w 256471"/>
                <a:gd name="connsiteY10" fmla="*/ 240278 h 257151"/>
                <a:gd name="connsiteX11" fmla="*/ 201302 w 256471"/>
                <a:gd name="connsiteY11" fmla="*/ 257152 h 257151"/>
                <a:gd name="connsiteX12" fmla="*/ 24124 w 256471"/>
                <a:gd name="connsiteY12" fmla="*/ 76906 h 257151"/>
                <a:gd name="connsiteX13" fmla="*/ 174764 w 256471"/>
                <a:gd name="connsiteY13" fmla="*/ 227699 h 257151"/>
                <a:gd name="connsiteX14" fmla="*/ 227687 w 256471"/>
                <a:gd name="connsiteY14" fmla="*/ 226647 h 257151"/>
                <a:gd name="connsiteX15" fmla="*/ 227687 w 256471"/>
                <a:gd name="connsiteY15" fmla="*/ 174776 h 257151"/>
                <a:gd name="connsiteX16" fmla="*/ 76894 w 256471"/>
                <a:gd name="connsiteY16" fmla="*/ 24136 h 257151"/>
                <a:gd name="connsiteX17" fmla="*/ 24124 w 256471"/>
                <a:gd name="connsiteY17" fmla="*/ 76906 h 257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6471" h="257151">
                  <a:moveTo>
                    <a:pt x="201302" y="257152"/>
                  </a:moveTo>
                  <a:cubicBezTo>
                    <a:pt x="186368" y="257127"/>
                    <a:pt x="172084" y="251036"/>
                    <a:pt x="161725" y="240278"/>
                  </a:cubicBezTo>
                  <a:lnTo>
                    <a:pt x="2801" y="81968"/>
                  </a:lnTo>
                  <a:cubicBezTo>
                    <a:pt x="788" y="79885"/>
                    <a:pt x="-220" y="77030"/>
                    <a:pt x="40" y="74144"/>
                  </a:cubicBezTo>
                  <a:cubicBezTo>
                    <a:pt x="485" y="71360"/>
                    <a:pt x="2105" y="68902"/>
                    <a:pt x="4489" y="67395"/>
                  </a:cubicBezTo>
                  <a:cubicBezTo>
                    <a:pt x="17320" y="59639"/>
                    <a:pt x="29211" y="50425"/>
                    <a:pt x="39924" y="39936"/>
                  </a:cubicBezTo>
                  <a:cubicBezTo>
                    <a:pt x="50414" y="29223"/>
                    <a:pt x="59628" y="17332"/>
                    <a:pt x="67383" y="4500"/>
                  </a:cubicBezTo>
                  <a:cubicBezTo>
                    <a:pt x="68890" y="2117"/>
                    <a:pt x="71349" y="497"/>
                    <a:pt x="74133" y="52"/>
                  </a:cubicBezTo>
                  <a:cubicBezTo>
                    <a:pt x="76977" y="-248"/>
                    <a:pt x="79803" y="769"/>
                    <a:pt x="81803" y="2813"/>
                  </a:cubicBezTo>
                  <a:lnTo>
                    <a:pt x="240266" y="161737"/>
                  </a:lnTo>
                  <a:cubicBezTo>
                    <a:pt x="261874" y="183459"/>
                    <a:pt x="261874" y="218556"/>
                    <a:pt x="240266" y="240278"/>
                  </a:cubicBezTo>
                  <a:cubicBezTo>
                    <a:pt x="230056" y="250885"/>
                    <a:pt x="216024" y="256962"/>
                    <a:pt x="201302" y="257152"/>
                  </a:cubicBezTo>
                  <a:close/>
                  <a:moveTo>
                    <a:pt x="24124" y="76906"/>
                  </a:moveTo>
                  <a:lnTo>
                    <a:pt x="174764" y="227699"/>
                  </a:lnTo>
                  <a:cubicBezTo>
                    <a:pt x="189669" y="242023"/>
                    <a:pt x="213363" y="241552"/>
                    <a:pt x="227687" y="226647"/>
                  </a:cubicBezTo>
                  <a:cubicBezTo>
                    <a:pt x="241611" y="212160"/>
                    <a:pt x="241611" y="189263"/>
                    <a:pt x="227687" y="174776"/>
                  </a:cubicBezTo>
                  <a:lnTo>
                    <a:pt x="76894" y="24136"/>
                  </a:lnTo>
                  <a:cubicBezTo>
                    <a:pt x="62728" y="44845"/>
                    <a:pt x="44834" y="62740"/>
                    <a:pt x="24124" y="76906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3B5CC1FD-7491-E24A-B7BF-D5CBCE044704}"/>
                </a:ext>
              </a:extLst>
            </p:cNvPr>
            <p:cNvSpPr/>
            <p:nvPr/>
          </p:nvSpPr>
          <p:spPr>
            <a:xfrm>
              <a:off x="6003054" y="3318172"/>
              <a:ext cx="84599" cy="84550"/>
            </a:xfrm>
            <a:custGeom>
              <a:avLst/>
              <a:gdLst>
                <a:gd name="connsiteX0" fmla="*/ 9381 w 84599"/>
                <a:gd name="connsiteY0" fmla="*/ 84548 h 84550"/>
                <a:gd name="connsiteX1" fmla="*/ 2785 w 84599"/>
                <a:gd name="connsiteY1" fmla="*/ 81940 h 84550"/>
                <a:gd name="connsiteX2" fmla="*/ 2608 w 84599"/>
                <a:gd name="connsiteY2" fmla="*/ 68925 h 84550"/>
                <a:gd name="connsiteX3" fmla="*/ 2785 w 84599"/>
                <a:gd name="connsiteY3" fmla="*/ 68747 h 84550"/>
                <a:gd name="connsiteX4" fmla="*/ 68748 w 84599"/>
                <a:gd name="connsiteY4" fmla="*/ 2785 h 84550"/>
                <a:gd name="connsiteX5" fmla="*/ 81763 w 84599"/>
                <a:gd name="connsiteY5" fmla="*/ 2608 h 84550"/>
                <a:gd name="connsiteX6" fmla="*/ 81940 w 84599"/>
                <a:gd name="connsiteY6" fmla="*/ 2785 h 84550"/>
                <a:gd name="connsiteX7" fmla="*/ 81940 w 84599"/>
                <a:gd name="connsiteY7" fmla="*/ 15978 h 84550"/>
                <a:gd name="connsiteX8" fmla="*/ 15978 w 84599"/>
                <a:gd name="connsiteY8" fmla="*/ 81940 h 84550"/>
                <a:gd name="connsiteX9" fmla="*/ 9381 w 84599"/>
                <a:gd name="connsiteY9" fmla="*/ 84548 h 8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599" h="84550">
                  <a:moveTo>
                    <a:pt x="9381" y="84548"/>
                  </a:moveTo>
                  <a:cubicBezTo>
                    <a:pt x="6919" y="84612"/>
                    <a:pt x="4537" y="83671"/>
                    <a:pt x="2785" y="81940"/>
                  </a:cubicBezTo>
                  <a:cubicBezTo>
                    <a:pt x="-858" y="78395"/>
                    <a:pt x="-937" y="72568"/>
                    <a:pt x="2608" y="68925"/>
                  </a:cubicBezTo>
                  <a:cubicBezTo>
                    <a:pt x="2666" y="68865"/>
                    <a:pt x="2725" y="68806"/>
                    <a:pt x="2785" y="68747"/>
                  </a:cubicBezTo>
                  <a:lnTo>
                    <a:pt x="68748" y="2785"/>
                  </a:lnTo>
                  <a:cubicBezTo>
                    <a:pt x="72293" y="-858"/>
                    <a:pt x="78120" y="-937"/>
                    <a:pt x="81763" y="2608"/>
                  </a:cubicBezTo>
                  <a:cubicBezTo>
                    <a:pt x="81823" y="2666"/>
                    <a:pt x="81882" y="2725"/>
                    <a:pt x="81940" y="2785"/>
                  </a:cubicBezTo>
                  <a:cubicBezTo>
                    <a:pt x="85486" y="6468"/>
                    <a:pt x="85486" y="12295"/>
                    <a:pt x="81940" y="15978"/>
                  </a:cubicBezTo>
                  <a:lnTo>
                    <a:pt x="15978" y="81940"/>
                  </a:lnTo>
                  <a:cubicBezTo>
                    <a:pt x="14215" y="83656"/>
                    <a:pt x="11840" y="84595"/>
                    <a:pt x="9381" y="84548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560C305-7AC0-114B-8651-838FC02AC550}"/>
                </a:ext>
              </a:extLst>
            </p:cNvPr>
            <p:cNvSpPr/>
            <p:nvPr/>
          </p:nvSpPr>
          <p:spPr>
            <a:xfrm>
              <a:off x="6037849" y="3352507"/>
              <a:ext cx="84599" cy="84575"/>
            </a:xfrm>
            <a:custGeom>
              <a:avLst/>
              <a:gdLst>
                <a:gd name="connsiteX0" fmla="*/ 9255 w 84599"/>
                <a:gd name="connsiteY0" fmla="*/ 84575 h 84575"/>
                <a:gd name="connsiteX1" fmla="*/ 2659 w 84599"/>
                <a:gd name="connsiteY1" fmla="*/ 81814 h 84575"/>
                <a:gd name="connsiteX2" fmla="*/ 2659 w 84599"/>
                <a:gd name="connsiteY2" fmla="*/ 68622 h 84575"/>
                <a:gd name="connsiteX3" fmla="*/ 68622 w 84599"/>
                <a:gd name="connsiteY3" fmla="*/ 2659 h 84575"/>
                <a:gd name="connsiteX4" fmla="*/ 81814 w 84599"/>
                <a:gd name="connsiteY4" fmla="*/ 2659 h 84575"/>
                <a:gd name="connsiteX5" fmla="*/ 81991 w 84599"/>
                <a:gd name="connsiteY5" fmla="*/ 15674 h 84575"/>
                <a:gd name="connsiteX6" fmla="*/ 81814 w 84599"/>
                <a:gd name="connsiteY6" fmla="*/ 15852 h 84575"/>
                <a:gd name="connsiteX7" fmla="*/ 15852 w 84599"/>
                <a:gd name="connsiteY7" fmla="*/ 81814 h 84575"/>
                <a:gd name="connsiteX8" fmla="*/ 9255 w 84599"/>
                <a:gd name="connsiteY8" fmla="*/ 84575 h 8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599" h="84575">
                  <a:moveTo>
                    <a:pt x="9255" y="84575"/>
                  </a:moveTo>
                  <a:cubicBezTo>
                    <a:pt x="6778" y="84564"/>
                    <a:pt x="4406" y="83571"/>
                    <a:pt x="2659" y="81814"/>
                  </a:cubicBezTo>
                  <a:cubicBezTo>
                    <a:pt x="-886" y="78131"/>
                    <a:pt x="-886" y="72304"/>
                    <a:pt x="2659" y="68622"/>
                  </a:cubicBezTo>
                  <a:lnTo>
                    <a:pt x="68622" y="2659"/>
                  </a:lnTo>
                  <a:cubicBezTo>
                    <a:pt x="72304" y="-886"/>
                    <a:pt x="78131" y="-886"/>
                    <a:pt x="81814" y="2659"/>
                  </a:cubicBezTo>
                  <a:cubicBezTo>
                    <a:pt x="85457" y="6204"/>
                    <a:pt x="85536" y="12031"/>
                    <a:pt x="81991" y="15674"/>
                  </a:cubicBezTo>
                  <a:cubicBezTo>
                    <a:pt x="81933" y="15734"/>
                    <a:pt x="81874" y="15793"/>
                    <a:pt x="81814" y="15852"/>
                  </a:cubicBezTo>
                  <a:lnTo>
                    <a:pt x="15852" y="81814"/>
                  </a:lnTo>
                  <a:cubicBezTo>
                    <a:pt x="14115" y="83586"/>
                    <a:pt x="11736" y="84582"/>
                    <a:pt x="9255" y="84575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BC33BC3-FDC0-F541-832E-B9DAB17E35F4}"/>
                </a:ext>
              </a:extLst>
            </p:cNvPr>
            <p:cNvSpPr/>
            <p:nvPr/>
          </p:nvSpPr>
          <p:spPr>
            <a:xfrm>
              <a:off x="5822372" y="3065698"/>
              <a:ext cx="92040" cy="92040"/>
            </a:xfrm>
            <a:custGeom>
              <a:avLst/>
              <a:gdLst>
                <a:gd name="connsiteX0" fmla="*/ 46020 w 92040"/>
                <a:gd name="connsiteY0" fmla="*/ 92041 h 92040"/>
                <a:gd name="connsiteX1" fmla="*/ 0 w 92040"/>
                <a:gd name="connsiteY1" fmla="*/ 46020 h 92040"/>
                <a:gd name="connsiteX2" fmla="*/ 46020 w 92040"/>
                <a:gd name="connsiteY2" fmla="*/ 0 h 92040"/>
                <a:gd name="connsiteX3" fmla="*/ 92041 w 92040"/>
                <a:gd name="connsiteY3" fmla="*/ 46020 h 92040"/>
                <a:gd name="connsiteX4" fmla="*/ 46020 w 92040"/>
                <a:gd name="connsiteY4" fmla="*/ 92041 h 92040"/>
                <a:gd name="connsiteX5" fmla="*/ 46020 w 92040"/>
                <a:gd name="connsiteY5" fmla="*/ 19482 h 92040"/>
                <a:gd name="connsiteX6" fmla="*/ 19022 w 92040"/>
                <a:gd name="connsiteY6" fmla="*/ 46481 h 92040"/>
                <a:gd name="connsiteX7" fmla="*/ 46020 w 92040"/>
                <a:gd name="connsiteY7" fmla="*/ 73479 h 92040"/>
                <a:gd name="connsiteX8" fmla="*/ 73019 w 92040"/>
                <a:gd name="connsiteY8" fmla="*/ 46481 h 92040"/>
                <a:gd name="connsiteX9" fmla="*/ 46020 w 92040"/>
                <a:gd name="connsiteY9" fmla="*/ 19482 h 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040" h="92040">
                  <a:moveTo>
                    <a:pt x="46020" y="92041"/>
                  </a:moveTo>
                  <a:cubicBezTo>
                    <a:pt x="20604" y="92041"/>
                    <a:pt x="0" y="71437"/>
                    <a:pt x="0" y="46020"/>
                  </a:cubicBezTo>
                  <a:cubicBezTo>
                    <a:pt x="0" y="20604"/>
                    <a:pt x="20604" y="0"/>
                    <a:pt x="46020" y="0"/>
                  </a:cubicBezTo>
                  <a:cubicBezTo>
                    <a:pt x="71437" y="0"/>
                    <a:pt x="92041" y="20604"/>
                    <a:pt x="92041" y="46020"/>
                  </a:cubicBezTo>
                  <a:cubicBezTo>
                    <a:pt x="92041" y="71437"/>
                    <a:pt x="71437" y="92041"/>
                    <a:pt x="46020" y="92041"/>
                  </a:cubicBezTo>
                  <a:close/>
                  <a:moveTo>
                    <a:pt x="46020" y="19482"/>
                  </a:moveTo>
                  <a:cubicBezTo>
                    <a:pt x="31109" y="19482"/>
                    <a:pt x="19022" y="31570"/>
                    <a:pt x="19022" y="46481"/>
                  </a:cubicBezTo>
                  <a:cubicBezTo>
                    <a:pt x="19022" y="61391"/>
                    <a:pt x="31109" y="73479"/>
                    <a:pt x="46020" y="73479"/>
                  </a:cubicBezTo>
                  <a:cubicBezTo>
                    <a:pt x="60931" y="73479"/>
                    <a:pt x="73019" y="61391"/>
                    <a:pt x="73019" y="46481"/>
                  </a:cubicBezTo>
                  <a:cubicBezTo>
                    <a:pt x="73019" y="31570"/>
                    <a:pt x="60931" y="19482"/>
                    <a:pt x="46020" y="19482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D1FC0E3-530A-814B-B9F0-0FC3A1B17D21}"/>
                </a:ext>
              </a:extLst>
            </p:cNvPr>
            <p:cNvSpPr/>
            <p:nvPr/>
          </p:nvSpPr>
          <p:spPr>
            <a:xfrm>
              <a:off x="5780110" y="3164479"/>
              <a:ext cx="174953" cy="111807"/>
            </a:xfrm>
            <a:custGeom>
              <a:avLst/>
              <a:gdLst>
                <a:gd name="connsiteX0" fmla="*/ 165903 w 174953"/>
                <a:gd name="connsiteY0" fmla="*/ 110611 h 111807"/>
                <a:gd name="connsiteX1" fmla="*/ 156698 w 174953"/>
                <a:gd name="connsiteY1" fmla="*/ 101408 h 111807"/>
                <a:gd name="connsiteX2" fmla="*/ 156699 w 174953"/>
                <a:gd name="connsiteY2" fmla="*/ 101254 h 111807"/>
                <a:gd name="connsiteX3" fmla="*/ 156699 w 174953"/>
                <a:gd name="connsiteY3" fmla="*/ 48637 h 111807"/>
                <a:gd name="connsiteX4" fmla="*/ 126019 w 174953"/>
                <a:gd name="connsiteY4" fmla="*/ 17957 h 111807"/>
                <a:gd name="connsiteX5" fmla="*/ 49318 w 174953"/>
                <a:gd name="connsiteY5" fmla="*/ 17957 h 111807"/>
                <a:gd name="connsiteX6" fmla="*/ 18638 w 174953"/>
                <a:gd name="connsiteY6" fmla="*/ 48637 h 111807"/>
                <a:gd name="connsiteX7" fmla="*/ 18638 w 174953"/>
                <a:gd name="connsiteY7" fmla="*/ 101254 h 111807"/>
                <a:gd name="connsiteX8" fmla="*/ 10553 w 174953"/>
                <a:gd name="connsiteY8" fmla="*/ 111730 h 111807"/>
                <a:gd name="connsiteX9" fmla="*/ 77 w 174953"/>
                <a:gd name="connsiteY9" fmla="*/ 103645 h 111807"/>
                <a:gd name="connsiteX10" fmla="*/ 77 w 174953"/>
                <a:gd name="connsiteY10" fmla="*/ 101254 h 111807"/>
                <a:gd name="connsiteX11" fmla="*/ 77 w 174953"/>
                <a:gd name="connsiteY11" fmla="*/ 48637 h 111807"/>
                <a:gd name="connsiteX12" fmla="*/ 48705 w 174953"/>
                <a:gd name="connsiteY12" fmla="*/ 9 h 111807"/>
                <a:gd name="connsiteX13" fmla="*/ 125405 w 174953"/>
                <a:gd name="connsiteY13" fmla="*/ 9 h 111807"/>
                <a:gd name="connsiteX14" fmla="*/ 174945 w 174953"/>
                <a:gd name="connsiteY14" fmla="*/ 47708 h 111807"/>
                <a:gd name="connsiteX15" fmla="*/ 174954 w 174953"/>
                <a:gd name="connsiteY15" fmla="*/ 48637 h 111807"/>
                <a:gd name="connsiteX16" fmla="*/ 174954 w 174953"/>
                <a:gd name="connsiteY16" fmla="*/ 101254 h 111807"/>
                <a:gd name="connsiteX17" fmla="*/ 165903 w 174953"/>
                <a:gd name="connsiteY17" fmla="*/ 110611 h 1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4953" h="111807">
                  <a:moveTo>
                    <a:pt x="165903" y="110611"/>
                  </a:moveTo>
                  <a:cubicBezTo>
                    <a:pt x="160820" y="110612"/>
                    <a:pt x="156699" y="106492"/>
                    <a:pt x="156698" y="101408"/>
                  </a:cubicBezTo>
                  <a:cubicBezTo>
                    <a:pt x="156698" y="101357"/>
                    <a:pt x="156698" y="101305"/>
                    <a:pt x="156699" y="101254"/>
                  </a:cubicBezTo>
                  <a:lnTo>
                    <a:pt x="156699" y="48637"/>
                  </a:lnTo>
                  <a:cubicBezTo>
                    <a:pt x="156699" y="31693"/>
                    <a:pt x="142963" y="17957"/>
                    <a:pt x="126019" y="17957"/>
                  </a:cubicBezTo>
                  <a:lnTo>
                    <a:pt x="49318" y="17957"/>
                  </a:lnTo>
                  <a:cubicBezTo>
                    <a:pt x="32374" y="17957"/>
                    <a:pt x="18638" y="31693"/>
                    <a:pt x="18638" y="48637"/>
                  </a:cubicBezTo>
                  <a:lnTo>
                    <a:pt x="18638" y="101254"/>
                  </a:lnTo>
                  <a:cubicBezTo>
                    <a:pt x="19299" y="106379"/>
                    <a:pt x="15679" y="111070"/>
                    <a:pt x="10553" y="111730"/>
                  </a:cubicBezTo>
                  <a:cubicBezTo>
                    <a:pt x="5427" y="112390"/>
                    <a:pt x="737" y="108771"/>
                    <a:pt x="77" y="103645"/>
                  </a:cubicBezTo>
                  <a:cubicBezTo>
                    <a:pt x="-26" y="102851"/>
                    <a:pt x="-26" y="102047"/>
                    <a:pt x="77" y="101254"/>
                  </a:cubicBezTo>
                  <a:lnTo>
                    <a:pt x="77" y="48637"/>
                  </a:lnTo>
                  <a:cubicBezTo>
                    <a:pt x="77" y="21780"/>
                    <a:pt x="21848" y="9"/>
                    <a:pt x="48705" y="9"/>
                  </a:cubicBezTo>
                  <a:lnTo>
                    <a:pt x="125405" y="9"/>
                  </a:lnTo>
                  <a:cubicBezTo>
                    <a:pt x="152257" y="-499"/>
                    <a:pt x="174437" y="20856"/>
                    <a:pt x="174945" y="47708"/>
                  </a:cubicBezTo>
                  <a:cubicBezTo>
                    <a:pt x="174951" y="48018"/>
                    <a:pt x="174954" y="48327"/>
                    <a:pt x="174954" y="48637"/>
                  </a:cubicBezTo>
                  <a:lnTo>
                    <a:pt x="174954" y="101254"/>
                  </a:lnTo>
                  <a:cubicBezTo>
                    <a:pt x="174957" y="106304"/>
                    <a:pt x="170951" y="110445"/>
                    <a:pt x="165903" y="110611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F27ADAAF-4351-F941-9934-735D0E2706C9}"/>
                </a:ext>
              </a:extLst>
            </p:cNvPr>
            <p:cNvSpPr/>
            <p:nvPr/>
          </p:nvSpPr>
          <p:spPr>
            <a:xfrm>
              <a:off x="5825593" y="3231339"/>
              <a:ext cx="18582" cy="43751"/>
            </a:xfrm>
            <a:custGeom>
              <a:avLst/>
              <a:gdLst>
                <a:gd name="connsiteX0" fmla="*/ 9357 w 18582"/>
                <a:gd name="connsiteY0" fmla="*/ 43752 h 43751"/>
                <a:gd name="connsiteX1" fmla="*/ 0 w 18582"/>
                <a:gd name="connsiteY1" fmla="*/ 34394 h 43751"/>
                <a:gd name="connsiteX2" fmla="*/ 0 w 18582"/>
                <a:gd name="connsiteY2" fmla="*/ 8163 h 43751"/>
                <a:gd name="connsiteX3" fmla="*/ 10476 w 18582"/>
                <a:gd name="connsiteY3" fmla="*/ 78 h 43751"/>
                <a:gd name="connsiteX4" fmla="*/ 18562 w 18582"/>
                <a:gd name="connsiteY4" fmla="*/ 8163 h 43751"/>
                <a:gd name="connsiteX5" fmla="*/ 18562 w 18582"/>
                <a:gd name="connsiteY5" fmla="*/ 33934 h 43751"/>
                <a:gd name="connsiteX6" fmla="*/ 9992 w 18582"/>
                <a:gd name="connsiteY6" fmla="*/ 43731 h 43751"/>
                <a:gd name="connsiteX7" fmla="*/ 9357 w 18582"/>
                <a:gd name="connsiteY7" fmla="*/ 43752 h 4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82" h="43751">
                  <a:moveTo>
                    <a:pt x="9357" y="43752"/>
                  </a:moveTo>
                  <a:cubicBezTo>
                    <a:pt x="4189" y="43752"/>
                    <a:pt x="0" y="39562"/>
                    <a:pt x="0" y="34394"/>
                  </a:cubicBezTo>
                  <a:lnTo>
                    <a:pt x="0" y="8163"/>
                  </a:lnTo>
                  <a:cubicBezTo>
                    <a:pt x="660" y="3037"/>
                    <a:pt x="5351" y="-583"/>
                    <a:pt x="10476" y="78"/>
                  </a:cubicBezTo>
                  <a:cubicBezTo>
                    <a:pt x="14696" y="621"/>
                    <a:pt x="18018" y="3943"/>
                    <a:pt x="18562" y="8163"/>
                  </a:cubicBezTo>
                  <a:lnTo>
                    <a:pt x="18562" y="33934"/>
                  </a:lnTo>
                  <a:cubicBezTo>
                    <a:pt x="18900" y="39006"/>
                    <a:pt x="15064" y="43393"/>
                    <a:pt x="9992" y="43731"/>
                  </a:cubicBezTo>
                  <a:cubicBezTo>
                    <a:pt x="9781" y="43746"/>
                    <a:pt x="9569" y="43752"/>
                    <a:pt x="9357" y="43752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641C4D0A-09E4-5948-B5F1-4CF3C75C8111}"/>
                </a:ext>
              </a:extLst>
            </p:cNvPr>
            <p:cNvSpPr/>
            <p:nvPr/>
          </p:nvSpPr>
          <p:spPr>
            <a:xfrm>
              <a:off x="5892476" y="3230296"/>
              <a:ext cx="18726" cy="44794"/>
            </a:xfrm>
            <a:custGeom>
              <a:avLst/>
              <a:gdLst>
                <a:gd name="connsiteX0" fmla="*/ 9357 w 18726"/>
                <a:gd name="connsiteY0" fmla="*/ 44794 h 44794"/>
                <a:gd name="connsiteX1" fmla="*/ 0 w 18726"/>
                <a:gd name="connsiteY1" fmla="*/ 35437 h 44794"/>
                <a:gd name="connsiteX2" fmla="*/ 0 w 18726"/>
                <a:gd name="connsiteY2" fmla="*/ 9205 h 44794"/>
                <a:gd name="connsiteX3" fmla="*/ 9357 w 18726"/>
                <a:gd name="connsiteY3" fmla="*/ 1 h 44794"/>
                <a:gd name="connsiteX4" fmla="*/ 18714 w 18726"/>
                <a:gd name="connsiteY4" fmla="*/ 9051 h 44794"/>
                <a:gd name="connsiteX5" fmla="*/ 18715 w 18726"/>
                <a:gd name="connsiteY5" fmla="*/ 9205 h 44794"/>
                <a:gd name="connsiteX6" fmla="*/ 18715 w 18726"/>
                <a:gd name="connsiteY6" fmla="*/ 34977 h 44794"/>
                <a:gd name="connsiteX7" fmla="*/ 9829 w 18726"/>
                <a:gd name="connsiteY7" fmla="*/ 44783 h 44794"/>
                <a:gd name="connsiteX8" fmla="*/ 9357 w 18726"/>
                <a:gd name="connsiteY8" fmla="*/ 44794 h 4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726" h="44794">
                  <a:moveTo>
                    <a:pt x="9357" y="44794"/>
                  </a:moveTo>
                  <a:cubicBezTo>
                    <a:pt x="4189" y="44794"/>
                    <a:pt x="0" y="40605"/>
                    <a:pt x="0" y="35437"/>
                  </a:cubicBezTo>
                  <a:lnTo>
                    <a:pt x="0" y="9205"/>
                  </a:lnTo>
                  <a:cubicBezTo>
                    <a:pt x="84" y="4097"/>
                    <a:pt x="4249" y="1"/>
                    <a:pt x="9357" y="1"/>
                  </a:cubicBezTo>
                  <a:cubicBezTo>
                    <a:pt x="14440" y="-83"/>
                    <a:pt x="18629" y="3968"/>
                    <a:pt x="18714" y="9051"/>
                  </a:cubicBezTo>
                  <a:cubicBezTo>
                    <a:pt x="18714" y="9102"/>
                    <a:pt x="18715" y="9154"/>
                    <a:pt x="18715" y="9205"/>
                  </a:cubicBezTo>
                  <a:lnTo>
                    <a:pt x="18715" y="34977"/>
                  </a:lnTo>
                  <a:cubicBezTo>
                    <a:pt x="18969" y="40139"/>
                    <a:pt x="14991" y="44529"/>
                    <a:pt x="9829" y="44783"/>
                  </a:cubicBezTo>
                  <a:cubicBezTo>
                    <a:pt x="9672" y="44791"/>
                    <a:pt x="9515" y="44795"/>
                    <a:pt x="9357" y="44794"/>
                  </a:cubicBezTo>
                  <a:close/>
                </a:path>
              </a:pathLst>
            </a:custGeom>
            <a:grpFill/>
            <a:ln w="15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69416F10-5482-2549-89C3-0EB5CDE0D50F}"/>
              </a:ext>
            </a:extLst>
          </p:cNvPr>
          <p:cNvGrpSpPr/>
          <p:nvPr/>
        </p:nvGrpSpPr>
        <p:grpSpPr>
          <a:xfrm flipH="1">
            <a:off x="1423923" y="1760382"/>
            <a:ext cx="2783072" cy="723275"/>
            <a:chOff x="7825488" y="1404017"/>
            <a:chExt cx="3368029" cy="723275"/>
          </a:xfrm>
        </p:grpSpPr>
        <p:sp>
          <p:nvSpPr>
            <p:cNvPr id="99" name="Inhaltsplatzhalter 4">
              <a:extLst>
                <a:ext uri="{FF2B5EF4-FFF2-40B4-BE49-F238E27FC236}">
                  <a16:creationId xmlns:a16="http://schemas.microsoft.com/office/drawing/2014/main" id="{37B2D803-4A92-164A-B253-D6467DA6C4E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D6792691-A1AF-234D-84DC-76DFBA1B630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CC8727B-68A8-3E4D-A8CF-598C56FAD99F}"/>
              </a:ext>
            </a:extLst>
          </p:cNvPr>
          <p:cNvGrpSpPr/>
          <p:nvPr/>
        </p:nvGrpSpPr>
        <p:grpSpPr>
          <a:xfrm flipH="1">
            <a:off x="1237528" y="4953526"/>
            <a:ext cx="2783072" cy="723275"/>
            <a:chOff x="7825488" y="1404017"/>
            <a:chExt cx="3368029" cy="723275"/>
          </a:xfrm>
        </p:grpSpPr>
        <p:sp>
          <p:nvSpPr>
            <p:cNvPr id="102" name="Inhaltsplatzhalter 4">
              <a:extLst>
                <a:ext uri="{FF2B5EF4-FFF2-40B4-BE49-F238E27FC236}">
                  <a16:creationId xmlns:a16="http://schemas.microsoft.com/office/drawing/2014/main" id="{DF1D5FF5-36C6-B24F-8D1A-01E38A3BFF8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312917A-76A3-DE44-84F0-9BFE2D75E03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A9D9F9A4-AE8F-EE40-86C8-AD0F6A08CF2D}"/>
              </a:ext>
            </a:extLst>
          </p:cNvPr>
          <p:cNvGrpSpPr/>
          <p:nvPr/>
        </p:nvGrpSpPr>
        <p:grpSpPr>
          <a:xfrm>
            <a:off x="8171400" y="1951076"/>
            <a:ext cx="2783072" cy="723275"/>
            <a:chOff x="7825488" y="1404017"/>
            <a:chExt cx="3368029" cy="723275"/>
          </a:xfrm>
        </p:grpSpPr>
        <p:sp>
          <p:nvSpPr>
            <p:cNvPr id="105" name="Inhaltsplatzhalter 4">
              <a:extLst>
                <a:ext uri="{FF2B5EF4-FFF2-40B4-BE49-F238E27FC236}">
                  <a16:creationId xmlns:a16="http://schemas.microsoft.com/office/drawing/2014/main" id="{3D805365-CB02-E843-AA17-47F32FC90BA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36EFD222-9B4B-4F4F-A25F-BB4F937C1FF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195532C-8393-B642-894A-3EEB058F07C5}"/>
              </a:ext>
            </a:extLst>
          </p:cNvPr>
          <p:cNvGrpSpPr/>
          <p:nvPr/>
        </p:nvGrpSpPr>
        <p:grpSpPr>
          <a:xfrm>
            <a:off x="7975176" y="5182219"/>
            <a:ext cx="2783072" cy="723275"/>
            <a:chOff x="7825488" y="1404017"/>
            <a:chExt cx="3368029" cy="723275"/>
          </a:xfrm>
        </p:grpSpPr>
        <p:sp>
          <p:nvSpPr>
            <p:cNvPr id="108" name="Inhaltsplatzhalter 4">
              <a:extLst>
                <a:ext uri="{FF2B5EF4-FFF2-40B4-BE49-F238E27FC236}">
                  <a16:creationId xmlns:a16="http://schemas.microsoft.com/office/drawing/2014/main" id="{44512393-8772-DD45-9A87-9A91718167D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22CBE63D-FD15-8C4C-A167-984967353EB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21384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803C4DC5-EDB2-244A-980D-E7BC7CB11BA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B4BA86A-7C88-BE49-9252-E8CBC11BE100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DC6D9AA1-0538-D749-AB41-A85CD1F68AF4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11" name="Rounded Rectangle 10">
                <a:extLst>
                  <a:ext uri="{FF2B5EF4-FFF2-40B4-BE49-F238E27FC236}">
                    <a16:creationId xmlns:a16="http://schemas.microsoft.com/office/drawing/2014/main" id="{9CC5033D-551E-B84C-9EAC-4DA660A84C21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Rounded Rectangle 11">
                <a:extLst>
                  <a:ext uri="{FF2B5EF4-FFF2-40B4-BE49-F238E27FC236}">
                    <a16:creationId xmlns:a16="http://schemas.microsoft.com/office/drawing/2014/main" id="{0781B273-5667-EE4A-8585-C8D19FE9EB53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" name="Rounded Rectangle 12">
                <a:extLst>
                  <a:ext uri="{FF2B5EF4-FFF2-40B4-BE49-F238E27FC236}">
                    <a16:creationId xmlns:a16="http://schemas.microsoft.com/office/drawing/2014/main" id="{AD6B9302-9198-4A4B-8419-19528FC7708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1BF36B-3E99-3340-9462-8E9C08185B20}"/>
              </a:ext>
            </a:extLst>
          </p:cNvPr>
          <p:cNvGrpSpPr>
            <a:grpSpLocks noChangeAspect="1"/>
          </p:cNvGrpSpPr>
          <p:nvPr/>
        </p:nvGrpSpPr>
        <p:grpSpPr>
          <a:xfrm rot="3600000">
            <a:off x="4143645" y="1922297"/>
            <a:ext cx="3896688" cy="3894535"/>
            <a:chOff x="1371376" y="3447477"/>
            <a:chExt cx="5667910" cy="5664777"/>
          </a:xfrm>
        </p:grpSpPr>
        <p:sp>
          <p:nvSpPr>
            <p:cNvPr id="4" name="Shape 917">
              <a:extLst>
                <a:ext uri="{FF2B5EF4-FFF2-40B4-BE49-F238E27FC236}">
                  <a16:creationId xmlns:a16="http://schemas.microsoft.com/office/drawing/2014/main" id="{1A8E1451-5F6E-554D-88EC-7BF77BF292DC}"/>
                </a:ext>
              </a:extLst>
            </p:cNvPr>
            <p:cNvSpPr/>
            <p:nvPr/>
          </p:nvSpPr>
          <p:spPr>
            <a:xfrm>
              <a:off x="1803848" y="3447477"/>
              <a:ext cx="4559353" cy="4072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229" h="15056" extrusionOk="0">
                  <a:moveTo>
                    <a:pt x="17229" y="3690"/>
                  </a:moveTo>
                  <a:cubicBezTo>
                    <a:pt x="13404" y="-710"/>
                    <a:pt x="6658" y="-1253"/>
                    <a:pt x="2149" y="2481"/>
                  </a:cubicBezTo>
                  <a:cubicBezTo>
                    <a:pt x="-4371" y="7881"/>
                    <a:pt x="5428" y="18951"/>
                    <a:pt x="11819" y="13659"/>
                  </a:cubicBezTo>
                  <a:cubicBezTo>
                    <a:pt x="10025" y="15144"/>
                    <a:pt x="7341" y="14925"/>
                    <a:pt x="5823" y="13171"/>
                  </a:cubicBezTo>
                  <a:cubicBezTo>
                    <a:pt x="420" y="6925"/>
                    <a:pt x="11704" y="-2649"/>
                    <a:pt x="17229" y="36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99000">
                  <a:schemeClr val="accent1">
                    <a:lumMod val="75000"/>
                  </a:schemeClr>
                </a:gs>
              </a:gsLst>
              <a:lin ang="4800000" scaled="0"/>
            </a:gradFill>
            <a:ln w="12700">
              <a:miter lim="400000"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txBody>
            <a:bodyPr lIns="19021" tIns="19021" rIns="19021" bIns="19021" anchor="ctr"/>
            <a:lstStyle/>
            <a:p>
              <a:pPr defTabSz="228257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498"/>
            </a:p>
          </p:txBody>
        </p:sp>
        <p:sp>
          <p:nvSpPr>
            <p:cNvPr id="5" name="Shape 918">
              <a:extLst>
                <a:ext uri="{FF2B5EF4-FFF2-40B4-BE49-F238E27FC236}">
                  <a16:creationId xmlns:a16="http://schemas.microsoft.com/office/drawing/2014/main" id="{CD5C1365-ED88-1848-9B38-2A4C8E0B1BE2}"/>
                </a:ext>
              </a:extLst>
            </p:cNvPr>
            <p:cNvSpPr/>
            <p:nvPr/>
          </p:nvSpPr>
          <p:spPr>
            <a:xfrm>
              <a:off x="2967336" y="3880050"/>
              <a:ext cx="4071950" cy="4550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5085" h="17222" extrusionOk="0">
                  <a:moveTo>
                    <a:pt x="11429" y="17222"/>
                  </a:moveTo>
                  <a:cubicBezTo>
                    <a:pt x="15800" y="13384"/>
                    <a:pt x="16329" y="6656"/>
                    <a:pt x="12599" y="2153"/>
                  </a:cubicBezTo>
                  <a:cubicBezTo>
                    <a:pt x="7189" y="-4378"/>
                    <a:pt x="-3903" y="5438"/>
                    <a:pt x="1400" y="11839"/>
                  </a:cubicBezTo>
                  <a:cubicBezTo>
                    <a:pt x="-89" y="10042"/>
                    <a:pt x="130" y="7354"/>
                    <a:pt x="1889" y="5833"/>
                  </a:cubicBezTo>
                  <a:cubicBezTo>
                    <a:pt x="8133" y="433"/>
                    <a:pt x="17697" y="11675"/>
                    <a:pt x="11429" y="1722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99000">
                  <a:schemeClr val="accent2">
                    <a:lumMod val="75000"/>
                  </a:schemeClr>
                </a:gs>
              </a:gsLst>
              <a:lin ang="0" scaled="0"/>
            </a:gradFill>
            <a:ln w="12700">
              <a:miter lim="400000"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txBody>
            <a:bodyPr lIns="19021" tIns="19021" rIns="19021" bIns="19021" anchor="ctr"/>
            <a:lstStyle/>
            <a:p>
              <a:pPr defTabSz="228257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498" dirty="0"/>
            </a:p>
          </p:txBody>
        </p:sp>
        <p:sp>
          <p:nvSpPr>
            <p:cNvPr id="6" name="Shape 919">
              <a:extLst>
                <a:ext uri="{FF2B5EF4-FFF2-40B4-BE49-F238E27FC236}">
                  <a16:creationId xmlns:a16="http://schemas.microsoft.com/office/drawing/2014/main" id="{F7CD96E4-1814-C14C-9056-602FAAEE1C44}"/>
                </a:ext>
              </a:extLst>
            </p:cNvPr>
            <p:cNvSpPr/>
            <p:nvPr/>
          </p:nvSpPr>
          <p:spPr>
            <a:xfrm>
              <a:off x="1371376" y="4122292"/>
              <a:ext cx="4071997" cy="45640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5045" h="17232" extrusionOk="0">
                  <a:moveTo>
                    <a:pt x="3702" y="0"/>
                  </a:moveTo>
                  <a:cubicBezTo>
                    <a:pt x="-709" y="3821"/>
                    <a:pt x="-1257" y="10572"/>
                    <a:pt x="2479" y="15084"/>
                  </a:cubicBezTo>
                  <a:cubicBezTo>
                    <a:pt x="7875" y="21600"/>
                    <a:pt x="18937" y="11807"/>
                    <a:pt x="13649" y="5421"/>
                  </a:cubicBezTo>
                  <a:cubicBezTo>
                    <a:pt x="15133" y="7213"/>
                    <a:pt x="14914" y="9896"/>
                    <a:pt x="13161" y="11413"/>
                  </a:cubicBezTo>
                  <a:cubicBezTo>
                    <a:pt x="6914" y="16817"/>
                    <a:pt x="-2663" y="5517"/>
                    <a:pt x="3702" y="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0800000" scaled="0"/>
            </a:gradFill>
            <a:ln w="12700">
              <a:miter lim="400000"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txBody>
            <a:bodyPr lIns="19021" tIns="19021" rIns="19021" bIns="19021" anchor="ctr"/>
            <a:lstStyle/>
            <a:p>
              <a:pPr defTabSz="228257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498"/>
            </a:p>
          </p:txBody>
        </p:sp>
        <p:sp>
          <p:nvSpPr>
            <p:cNvPr id="7" name="Shape 920">
              <a:extLst>
                <a:ext uri="{FF2B5EF4-FFF2-40B4-BE49-F238E27FC236}">
                  <a16:creationId xmlns:a16="http://schemas.microsoft.com/office/drawing/2014/main" id="{8BC5BE7F-2EE1-694D-8F4F-586FF6EBD108}"/>
                </a:ext>
              </a:extLst>
            </p:cNvPr>
            <p:cNvSpPr/>
            <p:nvPr/>
          </p:nvSpPr>
          <p:spPr>
            <a:xfrm>
              <a:off x="2063331" y="5039347"/>
              <a:ext cx="4549518" cy="40729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222" h="15086" extrusionOk="0">
                  <a:moveTo>
                    <a:pt x="0" y="11431"/>
                  </a:moveTo>
                  <a:cubicBezTo>
                    <a:pt x="3838" y="15801"/>
                    <a:pt x="10566" y="16330"/>
                    <a:pt x="15068" y="12600"/>
                  </a:cubicBezTo>
                  <a:cubicBezTo>
                    <a:pt x="21600" y="7190"/>
                    <a:pt x="11784" y="-3903"/>
                    <a:pt x="5383" y="1400"/>
                  </a:cubicBezTo>
                  <a:cubicBezTo>
                    <a:pt x="7179" y="-88"/>
                    <a:pt x="9868" y="131"/>
                    <a:pt x="11389" y="1889"/>
                  </a:cubicBezTo>
                  <a:cubicBezTo>
                    <a:pt x="16789" y="8133"/>
                    <a:pt x="5548" y="17697"/>
                    <a:pt x="0" y="1143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99000">
                  <a:schemeClr val="accent3">
                    <a:lumMod val="75000"/>
                  </a:schemeClr>
                </a:gs>
              </a:gsLst>
              <a:lin ang="4800000" scaled="0"/>
            </a:gradFill>
            <a:ln w="12700">
              <a:miter lim="400000"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txBody>
            <a:bodyPr lIns="19021" tIns="19021" rIns="19021" bIns="19021" anchor="ctr"/>
            <a:lstStyle/>
            <a:p>
              <a:pPr defTabSz="228257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498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4EE3411-DA16-D748-BF6F-2A2BADFC7682}"/>
              </a:ext>
            </a:extLst>
          </p:cNvPr>
          <p:cNvGrpSpPr/>
          <p:nvPr/>
        </p:nvGrpSpPr>
        <p:grpSpPr>
          <a:xfrm flipH="1">
            <a:off x="1446885" y="1999609"/>
            <a:ext cx="2783072" cy="723275"/>
            <a:chOff x="7825488" y="1404017"/>
            <a:chExt cx="3368029" cy="723275"/>
          </a:xfrm>
        </p:grpSpPr>
        <p:sp>
          <p:nvSpPr>
            <p:cNvPr id="16" name="Inhaltsplatzhalter 4">
              <a:extLst>
                <a:ext uri="{FF2B5EF4-FFF2-40B4-BE49-F238E27FC236}">
                  <a16:creationId xmlns:a16="http://schemas.microsoft.com/office/drawing/2014/main" id="{2029CC86-B0EE-1A4C-AEA8-4E4DEF7D605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BF316079-3314-D544-AC59-9FDADF0087D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03E678E-C8BC-9E41-A51E-CF622469D264}"/>
              </a:ext>
            </a:extLst>
          </p:cNvPr>
          <p:cNvGrpSpPr/>
          <p:nvPr/>
        </p:nvGrpSpPr>
        <p:grpSpPr>
          <a:xfrm flipH="1">
            <a:off x="1446885" y="5119633"/>
            <a:ext cx="2783072" cy="723275"/>
            <a:chOff x="7825488" y="1404017"/>
            <a:chExt cx="3368029" cy="723275"/>
          </a:xfrm>
        </p:grpSpPr>
        <p:sp>
          <p:nvSpPr>
            <p:cNvPr id="19" name="Inhaltsplatzhalter 4">
              <a:extLst>
                <a:ext uri="{FF2B5EF4-FFF2-40B4-BE49-F238E27FC236}">
                  <a16:creationId xmlns:a16="http://schemas.microsoft.com/office/drawing/2014/main" id="{499275A4-2030-804B-A7C3-60FECAE5ED1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54CC18D-CE04-0C46-B7B5-BC726172B9A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DFE03C-35DC-274F-8732-99E15ABEC34D}"/>
              </a:ext>
            </a:extLst>
          </p:cNvPr>
          <p:cNvGrpSpPr/>
          <p:nvPr/>
        </p:nvGrpSpPr>
        <p:grpSpPr>
          <a:xfrm>
            <a:off x="7962168" y="1999609"/>
            <a:ext cx="2783072" cy="723275"/>
            <a:chOff x="7825488" y="1404017"/>
            <a:chExt cx="3368029" cy="723275"/>
          </a:xfrm>
        </p:grpSpPr>
        <p:sp>
          <p:nvSpPr>
            <p:cNvPr id="22" name="Inhaltsplatzhalter 4">
              <a:extLst>
                <a:ext uri="{FF2B5EF4-FFF2-40B4-BE49-F238E27FC236}">
                  <a16:creationId xmlns:a16="http://schemas.microsoft.com/office/drawing/2014/main" id="{EE2F4B2C-3978-864A-9518-5E1F29AC8A6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E80193A-E787-9543-B560-86F2540FC0D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B584439-27AD-D74E-A427-E282C56F04EE}"/>
              </a:ext>
            </a:extLst>
          </p:cNvPr>
          <p:cNvGrpSpPr/>
          <p:nvPr/>
        </p:nvGrpSpPr>
        <p:grpSpPr>
          <a:xfrm>
            <a:off x="7962168" y="5119633"/>
            <a:ext cx="2783072" cy="723275"/>
            <a:chOff x="7825488" y="1404017"/>
            <a:chExt cx="3368029" cy="723275"/>
          </a:xfrm>
        </p:grpSpPr>
        <p:sp>
          <p:nvSpPr>
            <p:cNvPr id="25" name="Inhaltsplatzhalter 4">
              <a:extLst>
                <a:ext uri="{FF2B5EF4-FFF2-40B4-BE49-F238E27FC236}">
                  <a16:creationId xmlns:a16="http://schemas.microsoft.com/office/drawing/2014/main" id="{C7933063-4900-1E44-ACA4-0E339572F35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C458BA13-AF82-EC42-B756-FE2EF4326F7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aphic 27">
            <a:extLst>
              <a:ext uri="{FF2B5EF4-FFF2-40B4-BE49-F238E27FC236}">
                <a16:creationId xmlns:a16="http://schemas.microsoft.com/office/drawing/2014/main" id="{126970A4-857A-BC4D-8B99-8C0EA5BE0868}"/>
              </a:ext>
            </a:extLst>
          </p:cNvPr>
          <p:cNvGrpSpPr>
            <a:grpSpLocks noChangeAspect="1"/>
          </p:cNvGrpSpPr>
          <p:nvPr/>
        </p:nvGrpSpPr>
        <p:grpSpPr>
          <a:xfrm>
            <a:off x="6114149" y="2167897"/>
            <a:ext cx="502823" cy="503434"/>
            <a:chOff x="6076928" y="3428975"/>
            <a:chExt cx="457112" cy="457667"/>
          </a:xfrm>
          <a:solidFill>
            <a:srgbClr val="FFFFFF"/>
          </a:solidFill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34980E65-EA5D-0147-BEFF-51A77C462CD8}"/>
                </a:ext>
              </a:extLst>
            </p:cNvPr>
            <p:cNvSpPr/>
            <p:nvPr/>
          </p:nvSpPr>
          <p:spPr>
            <a:xfrm>
              <a:off x="6370425" y="3496329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281A227-6B71-0C4B-9811-436E0794A1F3}"/>
                </a:ext>
              </a:extLst>
            </p:cNvPr>
            <p:cNvSpPr/>
            <p:nvPr/>
          </p:nvSpPr>
          <p:spPr>
            <a:xfrm>
              <a:off x="6394864" y="3549423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CCBEE3E0-83D7-D94A-A9DC-3A00760AF93A}"/>
                </a:ext>
              </a:extLst>
            </p:cNvPr>
            <p:cNvSpPr/>
            <p:nvPr/>
          </p:nvSpPr>
          <p:spPr>
            <a:xfrm>
              <a:off x="6392642" y="3613085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C097F349-8C72-C448-B00D-FF347429A026}"/>
                </a:ext>
              </a:extLst>
            </p:cNvPr>
            <p:cNvSpPr/>
            <p:nvPr/>
          </p:nvSpPr>
          <p:spPr>
            <a:xfrm>
              <a:off x="6076928" y="3428975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FF0138FB-BB10-1645-B8B4-DFACC077A1F1}"/>
                </a:ext>
              </a:extLst>
            </p:cNvPr>
            <p:cNvSpPr/>
            <p:nvPr/>
          </p:nvSpPr>
          <p:spPr>
            <a:xfrm>
              <a:off x="6118441" y="3470431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479CBA39-8949-BB47-8312-1802491BD43B}"/>
                </a:ext>
              </a:extLst>
            </p:cNvPr>
            <p:cNvSpPr/>
            <p:nvPr/>
          </p:nvSpPr>
          <p:spPr>
            <a:xfrm>
              <a:off x="6322080" y="3674120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CE49646A-F2BD-914E-9050-79849E62518D}"/>
                </a:ext>
              </a:extLst>
            </p:cNvPr>
            <p:cNvSpPr/>
            <p:nvPr/>
          </p:nvSpPr>
          <p:spPr>
            <a:xfrm>
              <a:off x="6357464" y="3709514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40B26E8E-BE2A-1C48-BD78-F8F4D477C3E0}"/>
                </a:ext>
              </a:extLst>
            </p:cNvPr>
            <p:cNvSpPr/>
            <p:nvPr/>
          </p:nvSpPr>
          <p:spPr>
            <a:xfrm>
              <a:off x="6386220" y="3737890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B5609485-2612-F04A-8E93-75B5E2ED2436}"/>
                </a:ext>
              </a:extLst>
            </p:cNvPr>
            <p:cNvSpPr/>
            <p:nvPr/>
          </p:nvSpPr>
          <p:spPr>
            <a:xfrm>
              <a:off x="6208140" y="3500858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779B76C-1131-0A4E-A037-6FCFEBB19E59}"/>
                </a:ext>
              </a:extLst>
            </p:cNvPr>
            <p:cNvSpPr/>
            <p:nvPr/>
          </p:nvSpPr>
          <p:spPr>
            <a:xfrm>
              <a:off x="6173212" y="3582495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1A9B528D-0278-8246-BF7A-059F80435E09}"/>
                </a:ext>
              </a:extLst>
            </p:cNvPr>
            <p:cNvSpPr/>
            <p:nvPr/>
          </p:nvSpPr>
          <p:spPr>
            <a:xfrm>
              <a:off x="6210802" y="3637751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216278F6-31C9-C345-9DA5-8561F7BAF68F}"/>
                </a:ext>
              </a:extLst>
            </p:cNvPr>
            <p:cNvSpPr/>
            <p:nvPr/>
          </p:nvSpPr>
          <p:spPr>
            <a:xfrm>
              <a:off x="6266077" y="3636889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48" name="Graphic 29">
            <a:extLst>
              <a:ext uri="{FF2B5EF4-FFF2-40B4-BE49-F238E27FC236}">
                <a16:creationId xmlns:a16="http://schemas.microsoft.com/office/drawing/2014/main" id="{1A3E965F-656D-BD4B-8F39-19D1537A3776}"/>
              </a:ext>
            </a:extLst>
          </p:cNvPr>
          <p:cNvGrpSpPr>
            <a:grpSpLocks noChangeAspect="1"/>
          </p:cNvGrpSpPr>
          <p:nvPr/>
        </p:nvGrpSpPr>
        <p:grpSpPr>
          <a:xfrm>
            <a:off x="5414317" y="5033938"/>
            <a:ext cx="498828" cy="498586"/>
            <a:chOff x="6076451" y="3429841"/>
            <a:chExt cx="453480" cy="453260"/>
          </a:xfrm>
          <a:solidFill>
            <a:srgbClr val="FFFFFF"/>
          </a:solidFill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F91A9782-2B65-624C-A9F3-C1AB9B6C3859}"/>
                </a:ext>
              </a:extLst>
            </p:cNvPr>
            <p:cNvSpPr/>
            <p:nvPr/>
          </p:nvSpPr>
          <p:spPr>
            <a:xfrm>
              <a:off x="6129153" y="3457007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9931CFC0-05AC-F34C-A7C4-07F101B78B7B}"/>
                </a:ext>
              </a:extLst>
            </p:cNvPr>
            <p:cNvSpPr/>
            <p:nvPr/>
          </p:nvSpPr>
          <p:spPr>
            <a:xfrm>
              <a:off x="6205676" y="3684332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8EAC5C6C-87C9-8745-82F5-861C19DFAF5A}"/>
                </a:ext>
              </a:extLst>
            </p:cNvPr>
            <p:cNvSpPr/>
            <p:nvPr/>
          </p:nvSpPr>
          <p:spPr>
            <a:xfrm>
              <a:off x="6411135" y="3456165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8FA79BDB-1337-544F-8EC9-4480AE4BD668}"/>
                </a:ext>
              </a:extLst>
            </p:cNvPr>
            <p:cNvSpPr/>
            <p:nvPr/>
          </p:nvSpPr>
          <p:spPr>
            <a:xfrm>
              <a:off x="6463951" y="3499292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49D4FA1-C5DC-3748-A168-5B20549630E3}"/>
                </a:ext>
              </a:extLst>
            </p:cNvPr>
            <p:cNvSpPr/>
            <p:nvPr/>
          </p:nvSpPr>
          <p:spPr>
            <a:xfrm>
              <a:off x="6509924" y="3657710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2FCBDE3-4060-E44E-8C72-CB7B991FA05B}"/>
                </a:ext>
              </a:extLst>
            </p:cNvPr>
            <p:cNvSpPr/>
            <p:nvPr/>
          </p:nvSpPr>
          <p:spPr>
            <a:xfrm>
              <a:off x="6102139" y="3429841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838F5F7B-2276-A648-8BEB-132E5E88193E}"/>
                </a:ext>
              </a:extLst>
            </p:cNvPr>
            <p:cNvSpPr/>
            <p:nvPr/>
          </p:nvSpPr>
          <p:spPr>
            <a:xfrm>
              <a:off x="6180986" y="3508681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0EA9F880-7352-E04D-BBE1-E0D612A8903F}"/>
                </a:ext>
              </a:extLst>
            </p:cNvPr>
            <p:cNvSpPr/>
            <p:nvPr/>
          </p:nvSpPr>
          <p:spPr>
            <a:xfrm>
              <a:off x="6247667" y="3574750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CC3A616D-7FE3-464A-B3C8-9E8A035DE4F5}"/>
                </a:ext>
              </a:extLst>
            </p:cNvPr>
            <p:cNvSpPr/>
            <p:nvPr/>
          </p:nvSpPr>
          <p:spPr>
            <a:xfrm>
              <a:off x="6118736" y="3636606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38FD5991-B631-B747-AD73-7DEAD07D28ED}"/>
                </a:ext>
              </a:extLst>
            </p:cNvPr>
            <p:cNvSpPr/>
            <p:nvPr/>
          </p:nvSpPr>
          <p:spPr>
            <a:xfrm>
              <a:off x="6288045" y="3625476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27740E6-08A6-E44C-8680-02740C121BC6}"/>
                </a:ext>
              </a:extLst>
            </p:cNvPr>
            <p:cNvSpPr/>
            <p:nvPr/>
          </p:nvSpPr>
          <p:spPr>
            <a:xfrm>
              <a:off x="6299706" y="3625785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E161E20-EB46-FA45-88B2-F152322709B1}"/>
                </a:ext>
              </a:extLst>
            </p:cNvPr>
            <p:cNvSpPr/>
            <p:nvPr/>
          </p:nvSpPr>
          <p:spPr>
            <a:xfrm>
              <a:off x="6076451" y="3775453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1" name="Graphic 31">
            <a:extLst>
              <a:ext uri="{FF2B5EF4-FFF2-40B4-BE49-F238E27FC236}">
                <a16:creationId xmlns:a16="http://schemas.microsoft.com/office/drawing/2014/main" id="{06B086BC-B724-FA46-9FEE-98B6794777AF}"/>
              </a:ext>
            </a:extLst>
          </p:cNvPr>
          <p:cNvGrpSpPr>
            <a:grpSpLocks noChangeAspect="1"/>
          </p:cNvGrpSpPr>
          <p:nvPr/>
        </p:nvGrpSpPr>
        <p:grpSpPr>
          <a:xfrm>
            <a:off x="4450972" y="3436168"/>
            <a:ext cx="499497" cy="505330"/>
            <a:chOff x="6076937" y="3428697"/>
            <a:chExt cx="454088" cy="459391"/>
          </a:xfrm>
          <a:solidFill>
            <a:srgbClr val="FFFFFF"/>
          </a:solidFill>
        </p:grpSpPr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9D826A55-1B50-9E4E-B11C-F5BDFC2E4840}"/>
                </a:ext>
              </a:extLst>
            </p:cNvPr>
            <p:cNvSpPr/>
            <p:nvPr/>
          </p:nvSpPr>
          <p:spPr>
            <a:xfrm>
              <a:off x="6284772" y="3503232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674F6154-0E8D-4A4A-9A2D-7BACF029F03C}"/>
                </a:ext>
              </a:extLst>
            </p:cNvPr>
            <p:cNvSpPr/>
            <p:nvPr/>
          </p:nvSpPr>
          <p:spPr>
            <a:xfrm>
              <a:off x="6206073" y="3684435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0B0C52B3-DCCB-5745-8390-DA3590CC94A9}"/>
                </a:ext>
              </a:extLst>
            </p:cNvPr>
            <p:cNvSpPr/>
            <p:nvPr/>
          </p:nvSpPr>
          <p:spPr>
            <a:xfrm>
              <a:off x="6218285" y="3593402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815AB26-D31C-DC41-AF4E-9B22F32AE7F2}"/>
                </a:ext>
              </a:extLst>
            </p:cNvPr>
            <p:cNvSpPr/>
            <p:nvPr/>
          </p:nvSpPr>
          <p:spPr>
            <a:xfrm>
              <a:off x="6124785" y="3775592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2BE8934B-FBF0-4949-9C9E-01862520C258}"/>
                </a:ext>
              </a:extLst>
            </p:cNvPr>
            <p:cNvSpPr/>
            <p:nvPr/>
          </p:nvSpPr>
          <p:spPr>
            <a:xfrm>
              <a:off x="6374586" y="3428697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F5F52D5A-3A6A-5847-9A39-E50686FE7F97}"/>
                </a:ext>
              </a:extLst>
            </p:cNvPr>
            <p:cNvSpPr/>
            <p:nvPr/>
          </p:nvSpPr>
          <p:spPr>
            <a:xfrm>
              <a:off x="6076937" y="3554269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6D891279-B8E8-B740-8312-025EA8752781}"/>
                </a:ext>
              </a:extLst>
            </p:cNvPr>
            <p:cNvSpPr/>
            <p:nvPr/>
          </p:nvSpPr>
          <p:spPr>
            <a:xfrm>
              <a:off x="6096044" y="3496039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F6C3EF3-0018-174B-B51C-53DEF6A4CC4A}"/>
                </a:ext>
              </a:extLst>
            </p:cNvPr>
            <p:cNvSpPr/>
            <p:nvPr/>
          </p:nvSpPr>
          <p:spPr>
            <a:xfrm>
              <a:off x="6192381" y="3495793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159138C1-A0B3-9449-A757-1967CB6B9118}"/>
                </a:ext>
              </a:extLst>
            </p:cNvPr>
            <p:cNvSpPr/>
            <p:nvPr/>
          </p:nvSpPr>
          <p:spPr>
            <a:xfrm>
              <a:off x="6427242" y="3451425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BD64ADC4-8F3A-354E-A020-2B0AE3727527}"/>
                </a:ext>
              </a:extLst>
            </p:cNvPr>
            <p:cNvSpPr/>
            <p:nvPr/>
          </p:nvSpPr>
          <p:spPr>
            <a:xfrm>
              <a:off x="6406149" y="3506809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5BD687E6-D979-374F-BB87-1FAC25DD618B}"/>
                </a:ext>
              </a:extLst>
            </p:cNvPr>
            <p:cNvSpPr/>
            <p:nvPr/>
          </p:nvSpPr>
          <p:spPr>
            <a:xfrm>
              <a:off x="6129226" y="3575886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D96C2284-6CC1-BC49-9D0E-501A79AD6DAC}"/>
                </a:ext>
              </a:extLst>
            </p:cNvPr>
            <p:cNvSpPr/>
            <p:nvPr/>
          </p:nvSpPr>
          <p:spPr>
            <a:xfrm>
              <a:off x="6108564" y="3631887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4" name="Graphic 33">
            <a:extLst>
              <a:ext uri="{FF2B5EF4-FFF2-40B4-BE49-F238E27FC236}">
                <a16:creationId xmlns:a16="http://schemas.microsoft.com/office/drawing/2014/main" id="{BC7C343E-A986-E646-8621-CC0AD4A6A617}"/>
              </a:ext>
            </a:extLst>
          </p:cNvPr>
          <p:cNvGrpSpPr>
            <a:grpSpLocks noChangeAspect="1"/>
          </p:cNvGrpSpPr>
          <p:nvPr/>
        </p:nvGrpSpPr>
        <p:grpSpPr>
          <a:xfrm>
            <a:off x="7319056" y="3874526"/>
            <a:ext cx="411114" cy="514605"/>
            <a:chOff x="6119184" y="3420522"/>
            <a:chExt cx="373740" cy="467823"/>
          </a:xfrm>
          <a:solidFill>
            <a:srgbClr val="FFFFFF"/>
          </a:solidFill>
        </p:grpSpPr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5217C8C0-710A-444A-BBC8-1626D91AD4E8}"/>
                </a:ext>
              </a:extLst>
            </p:cNvPr>
            <p:cNvSpPr/>
            <p:nvPr/>
          </p:nvSpPr>
          <p:spPr>
            <a:xfrm>
              <a:off x="6119184" y="3488404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987B92D-C47D-EF47-A846-6278AEB7B6AF}"/>
                </a:ext>
              </a:extLst>
            </p:cNvPr>
            <p:cNvSpPr/>
            <p:nvPr/>
          </p:nvSpPr>
          <p:spPr>
            <a:xfrm>
              <a:off x="6224799" y="3519294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C56E0F84-BDE8-3148-BACB-CE733D62FFAC}"/>
                </a:ext>
              </a:extLst>
            </p:cNvPr>
            <p:cNvSpPr/>
            <p:nvPr/>
          </p:nvSpPr>
          <p:spPr>
            <a:xfrm>
              <a:off x="6189842" y="3612951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C8C730AD-F881-A64F-A5E0-8615FC26BEAB}"/>
                </a:ext>
              </a:extLst>
            </p:cNvPr>
            <p:cNvSpPr/>
            <p:nvPr/>
          </p:nvSpPr>
          <p:spPr>
            <a:xfrm>
              <a:off x="6159321" y="3744299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F64735F-99F6-6546-8CC4-8051B3A8FD5A}"/>
                </a:ext>
              </a:extLst>
            </p:cNvPr>
            <p:cNvSpPr/>
            <p:nvPr/>
          </p:nvSpPr>
          <p:spPr>
            <a:xfrm>
              <a:off x="6159321" y="37851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90F1EC4-749F-7146-B58F-6A650CA68062}"/>
                </a:ext>
              </a:extLst>
            </p:cNvPr>
            <p:cNvSpPr/>
            <p:nvPr/>
          </p:nvSpPr>
          <p:spPr>
            <a:xfrm>
              <a:off x="6159321" y="382600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7D6974E-0199-514E-8F3E-76CA86678888}"/>
                </a:ext>
              </a:extLst>
            </p:cNvPr>
            <p:cNvSpPr/>
            <p:nvPr/>
          </p:nvSpPr>
          <p:spPr>
            <a:xfrm>
              <a:off x="6188849" y="3420522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9BE2AB03-FF15-7546-B579-3A8F0FE2D152}"/>
                </a:ext>
              </a:extLst>
            </p:cNvPr>
            <p:cNvSpPr/>
            <p:nvPr/>
          </p:nvSpPr>
          <p:spPr>
            <a:xfrm>
              <a:off x="6154017" y="3454526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E99CB58-EF3E-0E4E-80F7-C22F0A6BE1B6}"/>
              </a:ext>
            </a:extLst>
          </p:cNvPr>
          <p:cNvGrpSpPr/>
          <p:nvPr/>
        </p:nvGrpSpPr>
        <p:grpSpPr>
          <a:xfrm>
            <a:off x="5450177" y="3407094"/>
            <a:ext cx="1286013" cy="979091"/>
            <a:chOff x="5450177" y="3660462"/>
            <a:chExt cx="1286013" cy="979091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A0B5E2A-8318-4340-8895-281D2135D5B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86312" y="3660462"/>
              <a:ext cx="413743" cy="366406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87" name="Title 1">
              <a:extLst>
                <a:ext uri="{FF2B5EF4-FFF2-40B4-BE49-F238E27FC236}">
                  <a16:creationId xmlns:a16="http://schemas.microsoft.com/office/drawing/2014/main" id="{5B46AF42-4001-EE4C-8A72-A7D2607290E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450177" y="4048622"/>
              <a:ext cx="1286013" cy="5909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18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 </a:t>
              </a:r>
              <a:r>
                <a:rPr lang="en-IN" sz="18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sp>
        <p:nvSpPr>
          <p:cNvPr id="91" name="Arc 90">
            <a:extLst>
              <a:ext uri="{FF2B5EF4-FFF2-40B4-BE49-F238E27FC236}">
                <a16:creationId xmlns:a16="http://schemas.microsoft.com/office/drawing/2014/main" id="{EA80EE08-6650-8D44-9C77-1EBCAC07C11B}"/>
              </a:ext>
            </a:extLst>
          </p:cNvPr>
          <p:cNvSpPr>
            <a:spLocks noChangeAspect="1"/>
          </p:cNvSpPr>
          <p:nvPr/>
        </p:nvSpPr>
        <p:spPr>
          <a:xfrm rot="2700000">
            <a:off x="3987672" y="1766198"/>
            <a:ext cx="4216656" cy="4216656"/>
          </a:xfrm>
          <a:prstGeom prst="arc">
            <a:avLst>
              <a:gd name="adj1" fmla="val 20117566"/>
              <a:gd name="adj2" fmla="val 1578787"/>
            </a:avLst>
          </a:prstGeom>
          <a:ln w="38100" cap="rnd">
            <a:solidFill>
              <a:schemeClr val="accent2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92" name="Arc 91">
            <a:extLst>
              <a:ext uri="{FF2B5EF4-FFF2-40B4-BE49-F238E27FC236}">
                <a16:creationId xmlns:a16="http://schemas.microsoft.com/office/drawing/2014/main" id="{EC2650A7-40D0-8841-A599-0B04E4175204}"/>
              </a:ext>
            </a:extLst>
          </p:cNvPr>
          <p:cNvSpPr>
            <a:spLocks noChangeAspect="1"/>
          </p:cNvSpPr>
          <p:nvPr/>
        </p:nvSpPr>
        <p:spPr>
          <a:xfrm rot="2700000" flipH="1">
            <a:off x="3994228" y="1766198"/>
            <a:ext cx="4216656" cy="4216656"/>
          </a:xfrm>
          <a:prstGeom prst="arc">
            <a:avLst>
              <a:gd name="adj1" fmla="val 20117566"/>
              <a:gd name="adj2" fmla="val 1578787"/>
            </a:avLst>
          </a:prstGeom>
          <a:ln w="38100" cap="rnd">
            <a:solidFill>
              <a:schemeClr val="accent4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93" name="Arc 92">
            <a:extLst>
              <a:ext uri="{FF2B5EF4-FFF2-40B4-BE49-F238E27FC236}">
                <a16:creationId xmlns:a16="http://schemas.microsoft.com/office/drawing/2014/main" id="{34E0C6F9-D9BB-9A4E-88C7-EF0A88C7CDDD}"/>
              </a:ext>
            </a:extLst>
          </p:cNvPr>
          <p:cNvSpPr>
            <a:spLocks noChangeAspect="1"/>
          </p:cNvSpPr>
          <p:nvPr/>
        </p:nvSpPr>
        <p:spPr>
          <a:xfrm rot="18900000">
            <a:off x="3987672" y="1769825"/>
            <a:ext cx="4216656" cy="4216656"/>
          </a:xfrm>
          <a:prstGeom prst="arc">
            <a:avLst>
              <a:gd name="adj1" fmla="val 20117566"/>
              <a:gd name="adj2" fmla="val 1578787"/>
            </a:avLst>
          </a:prstGeom>
          <a:ln w="38100" cap="rnd">
            <a:solidFill>
              <a:schemeClr val="accent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94" name="Arc 93">
            <a:extLst>
              <a:ext uri="{FF2B5EF4-FFF2-40B4-BE49-F238E27FC236}">
                <a16:creationId xmlns:a16="http://schemas.microsoft.com/office/drawing/2014/main" id="{778B6FF4-FA5E-EC4F-A9D4-DA1AF31578E1}"/>
              </a:ext>
            </a:extLst>
          </p:cNvPr>
          <p:cNvSpPr>
            <a:spLocks noChangeAspect="1"/>
          </p:cNvSpPr>
          <p:nvPr/>
        </p:nvSpPr>
        <p:spPr>
          <a:xfrm rot="8100000" flipV="1">
            <a:off x="3984855" y="1776969"/>
            <a:ext cx="4216656" cy="4216656"/>
          </a:xfrm>
          <a:prstGeom prst="arc">
            <a:avLst>
              <a:gd name="adj1" fmla="val 20117566"/>
              <a:gd name="adj2" fmla="val 1578787"/>
            </a:avLst>
          </a:prstGeom>
          <a:ln w="38100" cap="rnd">
            <a:solidFill>
              <a:schemeClr val="accent3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</p:spTree>
    <p:extLst>
      <p:ext uri="{BB962C8B-B14F-4D97-AF65-F5344CB8AC3E}">
        <p14:creationId xmlns:p14="http://schemas.microsoft.com/office/powerpoint/2010/main" val="860098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Arc 109">
            <a:extLst>
              <a:ext uri="{FF2B5EF4-FFF2-40B4-BE49-F238E27FC236}">
                <a16:creationId xmlns:a16="http://schemas.microsoft.com/office/drawing/2014/main" id="{3B8A2738-F85B-3644-AEB7-834AC3F589AA}"/>
              </a:ext>
            </a:extLst>
          </p:cNvPr>
          <p:cNvSpPr>
            <a:spLocks noChangeAspect="1"/>
          </p:cNvSpPr>
          <p:nvPr/>
        </p:nvSpPr>
        <p:spPr>
          <a:xfrm flipH="1">
            <a:off x="4117465" y="1839442"/>
            <a:ext cx="3992492" cy="3992492"/>
          </a:xfrm>
          <a:prstGeom prst="arc">
            <a:avLst>
              <a:gd name="adj1" fmla="val 19862665"/>
              <a:gd name="adj2" fmla="val 1578787"/>
            </a:avLst>
          </a:prstGeom>
          <a:ln w="25400" cap="rnd">
            <a:solidFill>
              <a:schemeClr val="tx1">
                <a:alpha val="30000"/>
              </a:schemeClr>
            </a:solidFill>
            <a:prstDash val="sysDot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AD9BE0D-AFF0-144C-BF5E-23862C721C8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3B0E99E-8B33-A04F-BEC4-C8A8949A9EFB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CB4E10D-0C91-B543-A39E-8A8CB0E0FFC2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AD6B4E78-3591-1F49-9B89-5FB48DF6630C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8298325C-4953-A540-8F85-F0B916472356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060ABDB8-713D-7741-88CA-DE9BC852D73F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2" name="Freeform 31">
            <a:extLst>
              <a:ext uri="{FF2B5EF4-FFF2-40B4-BE49-F238E27FC236}">
                <a16:creationId xmlns:a16="http://schemas.microsoft.com/office/drawing/2014/main" id="{9A43C4AC-0F25-904F-A8E2-5BE12D887A94}"/>
              </a:ext>
            </a:extLst>
          </p:cNvPr>
          <p:cNvSpPr/>
          <p:nvPr/>
        </p:nvSpPr>
        <p:spPr>
          <a:xfrm flipV="1">
            <a:off x="3823206" y="4799781"/>
            <a:ext cx="718897" cy="544560"/>
          </a:xfrm>
          <a:custGeom>
            <a:avLst/>
            <a:gdLst>
              <a:gd name="connsiteX0" fmla="*/ 241272 w 718897"/>
              <a:gd name="connsiteY0" fmla="*/ 50141 h 544560"/>
              <a:gd name="connsiteX1" fmla="*/ 79239 w 718897"/>
              <a:gd name="connsiteY1" fmla="*/ 50141 h 544560"/>
              <a:gd name="connsiteX2" fmla="*/ 0 w 718897"/>
              <a:gd name="connsiteY2" fmla="*/ 0 h 544560"/>
              <a:gd name="connsiteX3" fmla="*/ 0 w 718897"/>
              <a:gd name="connsiteY3" fmla="*/ 123990 h 544560"/>
              <a:gd name="connsiteX4" fmla="*/ 79239 w 718897"/>
              <a:gd name="connsiteY4" fmla="*/ 73849 h 544560"/>
              <a:gd name="connsiteX5" fmla="*/ 231493 w 718897"/>
              <a:gd name="connsiteY5" fmla="*/ 73849 h 544560"/>
              <a:gd name="connsiteX6" fmla="*/ 702126 w 718897"/>
              <a:gd name="connsiteY6" fmla="*/ 544561 h 544560"/>
              <a:gd name="connsiteX7" fmla="*/ 718898 w 718897"/>
              <a:gd name="connsiteY7" fmla="*/ 527788 h 544560"/>
              <a:gd name="connsiteX8" fmla="*/ 244769 w 718897"/>
              <a:gd name="connsiteY8" fmla="*/ 53638 h 544560"/>
              <a:gd name="connsiteX9" fmla="*/ 241272 w 718897"/>
              <a:gd name="connsiteY9" fmla="*/ 50141 h 54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18897" h="544560">
                <a:moveTo>
                  <a:pt x="241272" y="50141"/>
                </a:moveTo>
                <a:lnTo>
                  <a:pt x="79239" y="50141"/>
                </a:lnTo>
                <a:lnTo>
                  <a:pt x="0" y="0"/>
                </a:lnTo>
                <a:lnTo>
                  <a:pt x="0" y="123990"/>
                </a:lnTo>
                <a:lnTo>
                  <a:pt x="79239" y="73849"/>
                </a:lnTo>
                <a:lnTo>
                  <a:pt x="231493" y="73849"/>
                </a:lnTo>
                <a:lnTo>
                  <a:pt x="702126" y="544561"/>
                </a:lnTo>
                <a:lnTo>
                  <a:pt x="718898" y="527788"/>
                </a:lnTo>
                <a:lnTo>
                  <a:pt x="244769" y="53638"/>
                </a:lnTo>
                <a:lnTo>
                  <a:pt x="241272" y="50141"/>
                </a:lnTo>
                <a:close/>
              </a:path>
            </a:pathLst>
          </a:custGeom>
          <a:solidFill>
            <a:schemeClr val="tx1">
              <a:alpha val="50000"/>
            </a:schemeClr>
          </a:soli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E386FDA3-FB44-CD45-823B-52AD415DEB3E}"/>
              </a:ext>
            </a:extLst>
          </p:cNvPr>
          <p:cNvSpPr/>
          <p:nvPr/>
        </p:nvSpPr>
        <p:spPr>
          <a:xfrm flipH="1">
            <a:off x="7641401" y="2317146"/>
            <a:ext cx="718897" cy="544560"/>
          </a:xfrm>
          <a:custGeom>
            <a:avLst/>
            <a:gdLst>
              <a:gd name="connsiteX0" fmla="*/ 241272 w 718897"/>
              <a:gd name="connsiteY0" fmla="*/ 50141 h 544560"/>
              <a:gd name="connsiteX1" fmla="*/ 79239 w 718897"/>
              <a:gd name="connsiteY1" fmla="*/ 50141 h 544560"/>
              <a:gd name="connsiteX2" fmla="*/ 0 w 718897"/>
              <a:gd name="connsiteY2" fmla="*/ 0 h 544560"/>
              <a:gd name="connsiteX3" fmla="*/ 0 w 718897"/>
              <a:gd name="connsiteY3" fmla="*/ 123990 h 544560"/>
              <a:gd name="connsiteX4" fmla="*/ 79239 w 718897"/>
              <a:gd name="connsiteY4" fmla="*/ 73849 h 544560"/>
              <a:gd name="connsiteX5" fmla="*/ 231493 w 718897"/>
              <a:gd name="connsiteY5" fmla="*/ 73849 h 544560"/>
              <a:gd name="connsiteX6" fmla="*/ 702126 w 718897"/>
              <a:gd name="connsiteY6" fmla="*/ 544561 h 544560"/>
              <a:gd name="connsiteX7" fmla="*/ 718898 w 718897"/>
              <a:gd name="connsiteY7" fmla="*/ 527788 h 544560"/>
              <a:gd name="connsiteX8" fmla="*/ 244769 w 718897"/>
              <a:gd name="connsiteY8" fmla="*/ 53638 h 544560"/>
              <a:gd name="connsiteX9" fmla="*/ 241272 w 718897"/>
              <a:gd name="connsiteY9" fmla="*/ 50141 h 54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18897" h="544560">
                <a:moveTo>
                  <a:pt x="241272" y="50141"/>
                </a:moveTo>
                <a:lnTo>
                  <a:pt x="79239" y="50141"/>
                </a:lnTo>
                <a:lnTo>
                  <a:pt x="0" y="0"/>
                </a:lnTo>
                <a:lnTo>
                  <a:pt x="0" y="123990"/>
                </a:lnTo>
                <a:lnTo>
                  <a:pt x="79239" y="73849"/>
                </a:lnTo>
                <a:lnTo>
                  <a:pt x="231493" y="73849"/>
                </a:lnTo>
                <a:lnTo>
                  <a:pt x="702126" y="544561"/>
                </a:lnTo>
                <a:lnTo>
                  <a:pt x="718898" y="527788"/>
                </a:lnTo>
                <a:lnTo>
                  <a:pt x="244769" y="53638"/>
                </a:lnTo>
                <a:lnTo>
                  <a:pt x="241272" y="50141"/>
                </a:lnTo>
                <a:close/>
              </a:path>
            </a:pathLst>
          </a:custGeom>
          <a:solidFill>
            <a:schemeClr val="tx1">
              <a:alpha val="50000"/>
            </a:schemeClr>
          </a:soli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2671F8BF-F003-8445-8857-38272275CED3}"/>
              </a:ext>
            </a:extLst>
          </p:cNvPr>
          <p:cNvSpPr/>
          <p:nvPr/>
        </p:nvSpPr>
        <p:spPr>
          <a:xfrm>
            <a:off x="3822671" y="2317146"/>
            <a:ext cx="718897" cy="544560"/>
          </a:xfrm>
          <a:custGeom>
            <a:avLst/>
            <a:gdLst>
              <a:gd name="connsiteX0" fmla="*/ 241272 w 718897"/>
              <a:gd name="connsiteY0" fmla="*/ 50141 h 544560"/>
              <a:gd name="connsiteX1" fmla="*/ 79239 w 718897"/>
              <a:gd name="connsiteY1" fmla="*/ 50141 h 544560"/>
              <a:gd name="connsiteX2" fmla="*/ 0 w 718897"/>
              <a:gd name="connsiteY2" fmla="*/ 0 h 544560"/>
              <a:gd name="connsiteX3" fmla="*/ 0 w 718897"/>
              <a:gd name="connsiteY3" fmla="*/ 123990 h 544560"/>
              <a:gd name="connsiteX4" fmla="*/ 79239 w 718897"/>
              <a:gd name="connsiteY4" fmla="*/ 73849 h 544560"/>
              <a:gd name="connsiteX5" fmla="*/ 231493 w 718897"/>
              <a:gd name="connsiteY5" fmla="*/ 73849 h 544560"/>
              <a:gd name="connsiteX6" fmla="*/ 702126 w 718897"/>
              <a:gd name="connsiteY6" fmla="*/ 544561 h 544560"/>
              <a:gd name="connsiteX7" fmla="*/ 718898 w 718897"/>
              <a:gd name="connsiteY7" fmla="*/ 527788 h 544560"/>
              <a:gd name="connsiteX8" fmla="*/ 244769 w 718897"/>
              <a:gd name="connsiteY8" fmla="*/ 53638 h 544560"/>
              <a:gd name="connsiteX9" fmla="*/ 241272 w 718897"/>
              <a:gd name="connsiteY9" fmla="*/ 50141 h 54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18897" h="544560">
                <a:moveTo>
                  <a:pt x="241272" y="50141"/>
                </a:moveTo>
                <a:lnTo>
                  <a:pt x="79239" y="50141"/>
                </a:lnTo>
                <a:lnTo>
                  <a:pt x="0" y="0"/>
                </a:lnTo>
                <a:lnTo>
                  <a:pt x="0" y="123990"/>
                </a:lnTo>
                <a:lnTo>
                  <a:pt x="79239" y="73849"/>
                </a:lnTo>
                <a:lnTo>
                  <a:pt x="231493" y="73849"/>
                </a:lnTo>
                <a:lnTo>
                  <a:pt x="702126" y="544561"/>
                </a:lnTo>
                <a:lnTo>
                  <a:pt x="718898" y="527788"/>
                </a:lnTo>
                <a:lnTo>
                  <a:pt x="244769" y="53638"/>
                </a:lnTo>
                <a:lnTo>
                  <a:pt x="241272" y="50141"/>
                </a:lnTo>
                <a:close/>
              </a:path>
            </a:pathLst>
          </a:custGeom>
          <a:solidFill>
            <a:schemeClr val="tx1">
              <a:alpha val="50000"/>
            </a:schemeClr>
          </a:soli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3BA92AF3-499B-A44B-9C92-2047B0D00015}"/>
              </a:ext>
            </a:extLst>
          </p:cNvPr>
          <p:cNvSpPr/>
          <p:nvPr/>
        </p:nvSpPr>
        <p:spPr>
          <a:xfrm flipH="1" flipV="1">
            <a:off x="7638421" y="4799781"/>
            <a:ext cx="718897" cy="544560"/>
          </a:xfrm>
          <a:custGeom>
            <a:avLst/>
            <a:gdLst>
              <a:gd name="connsiteX0" fmla="*/ 241272 w 718897"/>
              <a:gd name="connsiteY0" fmla="*/ 50141 h 544560"/>
              <a:gd name="connsiteX1" fmla="*/ 79239 w 718897"/>
              <a:gd name="connsiteY1" fmla="*/ 50141 h 544560"/>
              <a:gd name="connsiteX2" fmla="*/ 0 w 718897"/>
              <a:gd name="connsiteY2" fmla="*/ 0 h 544560"/>
              <a:gd name="connsiteX3" fmla="*/ 0 w 718897"/>
              <a:gd name="connsiteY3" fmla="*/ 123990 h 544560"/>
              <a:gd name="connsiteX4" fmla="*/ 79239 w 718897"/>
              <a:gd name="connsiteY4" fmla="*/ 73849 h 544560"/>
              <a:gd name="connsiteX5" fmla="*/ 231493 w 718897"/>
              <a:gd name="connsiteY5" fmla="*/ 73849 h 544560"/>
              <a:gd name="connsiteX6" fmla="*/ 702126 w 718897"/>
              <a:gd name="connsiteY6" fmla="*/ 544561 h 544560"/>
              <a:gd name="connsiteX7" fmla="*/ 718898 w 718897"/>
              <a:gd name="connsiteY7" fmla="*/ 527788 h 544560"/>
              <a:gd name="connsiteX8" fmla="*/ 244769 w 718897"/>
              <a:gd name="connsiteY8" fmla="*/ 53638 h 544560"/>
              <a:gd name="connsiteX9" fmla="*/ 241272 w 718897"/>
              <a:gd name="connsiteY9" fmla="*/ 50141 h 54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18897" h="544560">
                <a:moveTo>
                  <a:pt x="241272" y="50141"/>
                </a:moveTo>
                <a:lnTo>
                  <a:pt x="79239" y="50141"/>
                </a:lnTo>
                <a:lnTo>
                  <a:pt x="0" y="0"/>
                </a:lnTo>
                <a:lnTo>
                  <a:pt x="0" y="123990"/>
                </a:lnTo>
                <a:lnTo>
                  <a:pt x="79239" y="73849"/>
                </a:lnTo>
                <a:lnTo>
                  <a:pt x="231493" y="73849"/>
                </a:lnTo>
                <a:lnTo>
                  <a:pt x="702126" y="544561"/>
                </a:lnTo>
                <a:lnTo>
                  <a:pt x="718898" y="527788"/>
                </a:lnTo>
                <a:lnTo>
                  <a:pt x="244769" y="53638"/>
                </a:lnTo>
                <a:lnTo>
                  <a:pt x="241272" y="50141"/>
                </a:lnTo>
                <a:close/>
              </a:path>
            </a:pathLst>
          </a:custGeom>
          <a:solidFill>
            <a:schemeClr val="tx1">
              <a:alpha val="50000"/>
            </a:schemeClr>
          </a:solidFill>
          <a:ln w="5923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94FC96D1-6E4A-E04F-90C9-69B338F1697D}"/>
              </a:ext>
            </a:extLst>
          </p:cNvPr>
          <p:cNvSpPr>
            <a:spLocks noChangeAspect="1"/>
          </p:cNvSpPr>
          <p:nvPr/>
        </p:nvSpPr>
        <p:spPr>
          <a:xfrm>
            <a:off x="4203541" y="1953165"/>
            <a:ext cx="3753648" cy="375364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90500" sx="105000" sy="105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grpSp>
        <p:nvGrpSpPr>
          <p:cNvPr id="9" name="กลุ่ม 26">
            <a:extLst>
              <a:ext uri="{FF2B5EF4-FFF2-40B4-BE49-F238E27FC236}">
                <a16:creationId xmlns:a16="http://schemas.microsoft.com/office/drawing/2014/main" id="{A3381C39-103E-454E-930F-FD90B81492BD}"/>
              </a:ext>
            </a:extLst>
          </p:cNvPr>
          <p:cNvGrpSpPr/>
          <p:nvPr/>
        </p:nvGrpSpPr>
        <p:grpSpPr>
          <a:xfrm rot="2700000">
            <a:off x="3865009" y="1619794"/>
            <a:ext cx="4430713" cy="4420394"/>
            <a:chOff x="7872413" y="3198813"/>
            <a:chExt cx="8861425" cy="8840787"/>
          </a:xfrm>
        </p:grpSpPr>
        <p:sp>
          <p:nvSpPr>
            <p:cNvPr id="11" name="Freeform 7">
              <a:extLst>
                <a:ext uri="{FF2B5EF4-FFF2-40B4-BE49-F238E27FC236}">
                  <a16:creationId xmlns:a16="http://schemas.microsoft.com/office/drawing/2014/main" id="{E88A29F8-4298-8246-93B8-310123FA0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9663" y="3865563"/>
              <a:ext cx="4608513" cy="792162"/>
            </a:xfrm>
            <a:custGeom>
              <a:avLst/>
              <a:gdLst>
                <a:gd name="T0" fmla="*/ 20 w 221"/>
                <a:gd name="T1" fmla="*/ 38 h 38"/>
                <a:gd name="T2" fmla="*/ 111 w 221"/>
                <a:gd name="T3" fmla="*/ 11 h 38"/>
                <a:gd name="T4" fmla="*/ 202 w 221"/>
                <a:gd name="T5" fmla="*/ 38 h 38"/>
                <a:gd name="T6" fmla="*/ 221 w 221"/>
                <a:gd name="T7" fmla="*/ 38 h 38"/>
                <a:gd name="T8" fmla="*/ 212 w 221"/>
                <a:gd name="T9" fmla="*/ 31 h 38"/>
                <a:gd name="T10" fmla="*/ 111 w 221"/>
                <a:gd name="T11" fmla="*/ 0 h 38"/>
                <a:gd name="T12" fmla="*/ 9 w 221"/>
                <a:gd name="T13" fmla="*/ 31 h 38"/>
                <a:gd name="T14" fmla="*/ 0 w 221"/>
                <a:gd name="T15" fmla="*/ 38 h 38"/>
                <a:gd name="T16" fmla="*/ 20 w 221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" h="38">
                  <a:moveTo>
                    <a:pt x="20" y="38"/>
                  </a:moveTo>
                  <a:cubicBezTo>
                    <a:pt x="47" y="20"/>
                    <a:pt x="78" y="11"/>
                    <a:pt x="111" y="11"/>
                  </a:cubicBezTo>
                  <a:cubicBezTo>
                    <a:pt x="143" y="11"/>
                    <a:pt x="174" y="20"/>
                    <a:pt x="202" y="38"/>
                  </a:cubicBezTo>
                  <a:cubicBezTo>
                    <a:pt x="221" y="38"/>
                    <a:pt x="221" y="38"/>
                    <a:pt x="221" y="38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182" y="11"/>
                    <a:pt x="147" y="0"/>
                    <a:pt x="111" y="0"/>
                  </a:cubicBezTo>
                  <a:cubicBezTo>
                    <a:pt x="74" y="0"/>
                    <a:pt x="39" y="11"/>
                    <a:pt x="9" y="31"/>
                  </a:cubicBezTo>
                  <a:cubicBezTo>
                    <a:pt x="0" y="38"/>
                    <a:pt x="0" y="38"/>
                    <a:pt x="0" y="38"/>
                  </a:cubicBezTo>
                  <a:lnTo>
                    <a:pt x="20" y="38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0A668753-D216-8C42-9E9A-B479F23D5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9026" y="10580688"/>
              <a:ext cx="4649788" cy="792162"/>
            </a:xfrm>
            <a:custGeom>
              <a:avLst/>
              <a:gdLst>
                <a:gd name="T0" fmla="*/ 204 w 223"/>
                <a:gd name="T1" fmla="*/ 0 h 38"/>
                <a:gd name="T2" fmla="*/ 203 w 223"/>
                <a:gd name="T3" fmla="*/ 0 h 38"/>
                <a:gd name="T4" fmla="*/ 112 w 223"/>
                <a:gd name="T5" fmla="*/ 27 h 38"/>
                <a:gd name="T6" fmla="*/ 20 w 223"/>
                <a:gd name="T7" fmla="*/ 0 h 38"/>
                <a:gd name="T8" fmla="*/ 19 w 223"/>
                <a:gd name="T9" fmla="*/ 0 h 38"/>
                <a:gd name="T10" fmla="*/ 0 w 223"/>
                <a:gd name="T11" fmla="*/ 0 h 38"/>
                <a:gd name="T12" fmla="*/ 10 w 223"/>
                <a:gd name="T13" fmla="*/ 7 h 38"/>
                <a:gd name="T14" fmla="*/ 112 w 223"/>
                <a:gd name="T15" fmla="*/ 38 h 38"/>
                <a:gd name="T16" fmla="*/ 213 w 223"/>
                <a:gd name="T17" fmla="*/ 7 h 38"/>
                <a:gd name="T18" fmla="*/ 223 w 223"/>
                <a:gd name="T19" fmla="*/ 0 h 38"/>
                <a:gd name="T20" fmla="*/ 204 w 223"/>
                <a:gd name="T2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3" h="38">
                  <a:moveTo>
                    <a:pt x="204" y="0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176" y="17"/>
                    <a:pt x="144" y="27"/>
                    <a:pt x="112" y="27"/>
                  </a:cubicBezTo>
                  <a:cubicBezTo>
                    <a:pt x="79" y="27"/>
                    <a:pt x="47" y="17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40" y="27"/>
                    <a:pt x="75" y="38"/>
                    <a:pt x="112" y="38"/>
                  </a:cubicBezTo>
                  <a:cubicBezTo>
                    <a:pt x="148" y="38"/>
                    <a:pt x="183" y="27"/>
                    <a:pt x="213" y="7"/>
                  </a:cubicBezTo>
                  <a:cubicBezTo>
                    <a:pt x="223" y="0"/>
                    <a:pt x="223" y="0"/>
                    <a:pt x="223" y="0"/>
                  </a:cubicBezTo>
                  <a:lnTo>
                    <a:pt x="20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9D77431A-7AA2-D841-BBAE-FE852811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1388" y="5305425"/>
              <a:ext cx="792163" cy="4627562"/>
            </a:xfrm>
            <a:custGeom>
              <a:avLst/>
              <a:gdLst>
                <a:gd name="T0" fmla="*/ 38 w 38"/>
                <a:gd name="T1" fmla="*/ 202 h 222"/>
                <a:gd name="T2" fmla="*/ 11 w 38"/>
                <a:gd name="T3" fmla="*/ 111 h 222"/>
                <a:gd name="T4" fmla="*/ 38 w 38"/>
                <a:gd name="T5" fmla="*/ 20 h 222"/>
                <a:gd name="T6" fmla="*/ 38 w 38"/>
                <a:gd name="T7" fmla="*/ 0 h 222"/>
                <a:gd name="T8" fmla="*/ 31 w 38"/>
                <a:gd name="T9" fmla="*/ 9 h 222"/>
                <a:gd name="T10" fmla="*/ 0 w 38"/>
                <a:gd name="T11" fmla="*/ 111 h 222"/>
                <a:gd name="T12" fmla="*/ 31 w 38"/>
                <a:gd name="T13" fmla="*/ 213 h 222"/>
                <a:gd name="T14" fmla="*/ 38 w 38"/>
                <a:gd name="T15" fmla="*/ 222 h 222"/>
                <a:gd name="T16" fmla="*/ 38 w 38"/>
                <a:gd name="T17" fmla="*/ 20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222">
                  <a:moveTo>
                    <a:pt x="38" y="202"/>
                  </a:moveTo>
                  <a:cubicBezTo>
                    <a:pt x="20" y="175"/>
                    <a:pt x="11" y="144"/>
                    <a:pt x="11" y="111"/>
                  </a:cubicBezTo>
                  <a:cubicBezTo>
                    <a:pt x="11" y="78"/>
                    <a:pt x="20" y="47"/>
                    <a:pt x="38" y="2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10" y="40"/>
                    <a:pt x="0" y="75"/>
                    <a:pt x="0" y="111"/>
                  </a:cubicBezTo>
                  <a:cubicBezTo>
                    <a:pt x="0" y="147"/>
                    <a:pt x="10" y="182"/>
                    <a:pt x="31" y="213"/>
                  </a:cubicBezTo>
                  <a:cubicBezTo>
                    <a:pt x="38" y="222"/>
                    <a:pt x="38" y="222"/>
                    <a:pt x="38" y="222"/>
                  </a:cubicBezTo>
                  <a:lnTo>
                    <a:pt x="38" y="202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E6566CDE-568C-8F46-ABEB-A8C56DC7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4288" y="5283200"/>
              <a:ext cx="792163" cy="4672012"/>
            </a:xfrm>
            <a:custGeom>
              <a:avLst/>
              <a:gdLst>
                <a:gd name="T0" fmla="*/ 7 w 38"/>
                <a:gd name="T1" fmla="*/ 10 h 224"/>
                <a:gd name="T2" fmla="*/ 0 w 38"/>
                <a:gd name="T3" fmla="*/ 0 h 224"/>
                <a:gd name="T4" fmla="*/ 0 w 38"/>
                <a:gd name="T5" fmla="*/ 20 h 224"/>
                <a:gd name="T6" fmla="*/ 0 w 38"/>
                <a:gd name="T7" fmla="*/ 20 h 224"/>
                <a:gd name="T8" fmla="*/ 27 w 38"/>
                <a:gd name="T9" fmla="*/ 112 h 224"/>
                <a:gd name="T10" fmla="*/ 0 w 38"/>
                <a:gd name="T11" fmla="*/ 204 h 224"/>
                <a:gd name="T12" fmla="*/ 0 w 38"/>
                <a:gd name="T13" fmla="*/ 204 h 224"/>
                <a:gd name="T14" fmla="*/ 0 w 38"/>
                <a:gd name="T15" fmla="*/ 224 h 224"/>
                <a:gd name="T16" fmla="*/ 7 w 38"/>
                <a:gd name="T17" fmla="*/ 214 h 224"/>
                <a:gd name="T18" fmla="*/ 38 w 38"/>
                <a:gd name="T19" fmla="*/ 112 h 224"/>
                <a:gd name="T20" fmla="*/ 7 w 38"/>
                <a:gd name="T21" fmla="*/ 1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24">
                  <a:moveTo>
                    <a:pt x="7" y="1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8" y="47"/>
                    <a:pt x="27" y="79"/>
                    <a:pt x="27" y="112"/>
                  </a:cubicBezTo>
                  <a:cubicBezTo>
                    <a:pt x="27" y="145"/>
                    <a:pt x="18" y="177"/>
                    <a:pt x="0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7" y="214"/>
                    <a:pt x="7" y="214"/>
                    <a:pt x="7" y="214"/>
                  </a:cubicBezTo>
                  <a:cubicBezTo>
                    <a:pt x="28" y="183"/>
                    <a:pt x="38" y="148"/>
                    <a:pt x="38" y="112"/>
                  </a:cubicBezTo>
                  <a:cubicBezTo>
                    <a:pt x="38" y="76"/>
                    <a:pt x="28" y="41"/>
                    <a:pt x="7" y="1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0" name="Oval 6">
              <a:extLst>
                <a:ext uri="{FF2B5EF4-FFF2-40B4-BE49-F238E27FC236}">
                  <a16:creationId xmlns:a16="http://schemas.microsoft.com/office/drawing/2014/main" id="{ADBB0A7B-C16A-6C4F-A9C5-17C3E74CF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7938" y="3198813"/>
              <a:ext cx="1730375" cy="1730375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2" name="Oval 8">
              <a:extLst>
                <a:ext uri="{FF2B5EF4-FFF2-40B4-BE49-F238E27FC236}">
                  <a16:creationId xmlns:a16="http://schemas.microsoft.com/office/drawing/2014/main" id="{AD47819C-C9C2-0F43-AF20-FDB730738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7938" y="10309225"/>
              <a:ext cx="1730375" cy="1730375"/>
            </a:xfrm>
            <a:prstGeom prst="ellipse">
              <a:avLst/>
            </a:pr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4" name="Oval 10">
              <a:extLst>
                <a:ext uri="{FF2B5EF4-FFF2-40B4-BE49-F238E27FC236}">
                  <a16:creationId xmlns:a16="http://schemas.microsoft.com/office/drawing/2014/main" id="{88679006-F4D9-504D-BA40-0D248C609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2413" y="6764338"/>
              <a:ext cx="1730375" cy="1709737"/>
            </a:xfrm>
            <a:prstGeom prst="ellipse">
              <a:avLst/>
            </a:pr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  <p:sp>
          <p:nvSpPr>
            <p:cNvPr id="16" name="Oval 12">
              <a:extLst>
                <a:ext uri="{FF2B5EF4-FFF2-40B4-BE49-F238E27FC236}">
                  <a16:creationId xmlns:a16="http://schemas.microsoft.com/office/drawing/2014/main" id="{814FF9F1-134F-3D4D-AB6B-1C4E3D65B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3463" y="6764338"/>
              <a:ext cx="1730375" cy="1709737"/>
            </a:xfrm>
            <a:prstGeom prst="ellipse">
              <a:avLst/>
            </a:pr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th-TH" sz="1677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86A21A1-0078-CF4F-BF35-B94EBA442756}"/>
              </a:ext>
            </a:extLst>
          </p:cNvPr>
          <p:cNvGrpSpPr/>
          <p:nvPr/>
        </p:nvGrpSpPr>
        <p:grpSpPr>
          <a:xfrm flipH="1">
            <a:off x="883828" y="2262132"/>
            <a:ext cx="2783072" cy="723275"/>
            <a:chOff x="7825488" y="1404017"/>
            <a:chExt cx="3368029" cy="723275"/>
          </a:xfrm>
        </p:grpSpPr>
        <p:sp>
          <p:nvSpPr>
            <p:cNvPr id="34" name="Inhaltsplatzhalter 4">
              <a:extLst>
                <a:ext uri="{FF2B5EF4-FFF2-40B4-BE49-F238E27FC236}">
                  <a16:creationId xmlns:a16="http://schemas.microsoft.com/office/drawing/2014/main" id="{34E41212-F2EC-F249-8020-BC5F7B2CEFD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0EB8C9-01A0-6441-A891-85DF21C99FD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ADA27FE9-BB06-6841-8225-40557A1A31C6}"/>
              </a:ext>
            </a:extLst>
          </p:cNvPr>
          <p:cNvGrpSpPr/>
          <p:nvPr/>
        </p:nvGrpSpPr>
        <p:grpSpPr>
          <a:xfrm flipH="1">
            <a:off x="883828" y="4665287"/>
            <a:ext cx="2783072" cy="723275"/>
            <a:chOff x="7825488" y="1404017"/>
            <a:chExt cx="3368029" cy="723275"/>
          </a:xfrm>
        </p:grpSpPr>
        <p:sp>
          <p:nvSpPr>
            <p:cNvPr id="37" name="Inhaltsplatzhalter 4">
              <a:extLst>
                <a:ext uri="{FF2B5EF4-FFF2-40B4-BE49-F238E27FC236}">
                  <a16:creationId xmlns:a16="http://schemas.microsoft.com/office/drawing/2014/main" id="{B2BE707B-D34D-5542-ADB9-0248BF3FB75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85535005-66A4-F24E-BA94-8E0AAFD09D6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5CD3602-91B3-0044-AF19-C215223533CC}"/>
              </a:ext>
            </a:extLst>
          </p:cNvPr>
          <p:cNvGrpSpPr/>
          <p:nvPr/>
        </p:nvGrpSpPr>
        <p:grpSpPr>
          <a:xfrm>
            <a:off x="8525100" y="2262132"/>
            <a:ext cx="2783072" cy="723275"/>
            <a:chOff x="7825488" y="1404017"/>
            <a:chExt cx="3368029" cy="723275"/>
          </a:xfrm>
        </p:grpSpPr>
        <p:sp>
          <p:nvSpPr>
            <p:cNvPr id="40" name="Inhaltsplatzhalter 4">
              <a:extLst>
                <a:ext uri="{FF2B5EF4-FFF2-40B4-BE49-F238E27FC236}">
                  <a16:creationId xmlns:a16="http://schemas.microsoft.com/office/drawing/2014/main" id="{BEFB2E33-2CC9-7A4C-ACD6-DD773937F8B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1A75D8E-2F03-F947-8D5C-32E891986A1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AB98B5C4-45A0-9A4C-9600-AED27E53F010}"/>
              </a:ext>
            </a:extLst>
          </p:cNvPr>
          <p:cNvGrpSpPr/>
          <p:nvPr/>
        </p:nvGrpSpPr>
        <p:grpSpPr>
          <a:xfrm>
            <a:off x="8525100" y="4665287"/>
            <a:ext cx="2783072" cy="723275"/>
            <a:chOff x="7825488" y="1404017"/>
            <a:chExt cx="3368029" cy="723275"/>
          </a:xfrm>
        </p:grpSpPr>
        <p:sp>
          <p:nvSpPr>
            <p:cNvPr id="43" name="Inhaltsplatzhalter 4">
              <a:extLst>
                <a:ext uri="{FF2B5EF4-FFF2-40B4-BE49-F238E27FC236}">
                  <a16:creationId xmlns:a16="http://schemas.microsoft.com/office/drawing/2014/main" id="{2DB0F8A2-25D2-7C48-8F7D-E2F38D42C0A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FB5B5170-A871-B940-AC39-1D72EC1F461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aphic 45">
            <a:extLst>
              <a:ext uri="{FF2B5EF4-FFF2-40B4-BE49-F238E27FC236}">
                <a16:creationId xmlns:a16="http://schemas.microsoft.com/office/drawing/2014/main" id="{E108F02F-017A-1646-9309-73150835187C}"/>
              </a:ext>
            </a:extLst>
          </p:cNvPr>
          <p:cNvGrpSpPr>
            <a:grpSpLocks noChangeAspect="1"/>
          </p:cNvGrpSpPr>
          <p:nvPr/>
        </p:nvGrpSpPr>
        <p:grpSpPr>
          <a:xfrm>
            <a:off x="4675104" y="4902357"/>
            <a:ext cx="334467" cy="404679"/>
            <a:chOff x="7217881" y="2570776"/>
            <a:chExt cx="334467" cy="404679"/>
          </a:xfrm>
          <a:solidFill>
            <a:srgbClr val="FFFFFF"/>
          </a:solidFill>
        </p:grpSpPr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794FFF08-54D1-D549-9193-B1F1920106C7}"/>
                </a:ext>
              </a:extLst>
            </p:cNvPr>
            <p:cNvSpPr/>
            <p:nvPr/>
          </p:nvSpPr>
          <p:spPr>
            <a:xfrm>
              <a:off x="7323925" y="2620090"/>
              <a:ext cx="59951" cy="60730"/>
            </a:xfrm>
            <a:custGeom>
              <a:avLst/>
              <a:gdLst>
                <a:gd name="connsiteX0" fmla="*/ 29975 w 59951"/>
                <a:gd name="connsiteY0" fmla="*/ 60730 h 60730"/>
                <a:gd name="connsiteX1" fmla="*/ 0 w 59951"/>
                <a:gd name="connsiteY1" fmla="*/ 30364 h 60730"/>
                <a:gd name="connsiteX2" fmla="*/ 29977 w 59951"/>
                <a:gd name="connsiteY2" fmla="*/ 0 h 60730"/>
                <a:gd name="connsiteX3" fmla="*/ 59952 w 59951"/>
                <a:gd name="connsiteY3" fmla="*/ 30366 h 60730"/>
                <a:gd name="connsiteX4" fmla="*/ 59951 w 59951"/>
                <a:gd name="connsiteY4" fmla="*/ 30594 h 60730"/>
                <a:gd name="connsiteX5" fmla="*/ 29975 w 59951"/>
                <a:gd name="connsiteY5" fmla="*/ 60730 h 60730"/>
                <a:gd name="connsiteX6" fmla="*/ 29975 w 59951"/>
                <a:gd name="connsiteY6" fmla="*/ 13813 h 60730"/>
                <a:gd name="connsiteX7" fmla="*/ 13636 w 59951"/>
                <a:gd name="connsiteY7" fmla="*/ 30367 h 60730"/>
                <a:gd name="connsiteX8" fmla="*/ 29978 w 59951"/>
                <a:gd name="connsiteY8" fmla="*/ 46918 h 60730"/>
                <a:gd name="connsiteX9" fmla="*/ 46315 w 59951"/>
                <a:gd name="connsiteY9" fmla="*/ 30594 h 60730"/>
                <a:gd name="connsiteX10" fmla="*/ 29976 w 59951"/>
                <a:gd name="connsiteY10" fmla="*/ 13813 h 60730"/>
                <a:gd name="connsiteX11" fmla="*/ 29975 w 59951"/>
                <a:gd name="connsiteY11" fmla="*/ 13813 h 6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951" h="60730">
                  <a:moveTo>
                    <a:pt x="29975" y="60730"/>
                  </a:moveTo>
                  <a:cubicBezTo>
                    <a:pt x="13420" y="60730"/>
                    <a:pt x="0" y="47135"/>
                    <a:pt x="0" y="30364"/>
                  </a:cubicBezTo>
                  <a:cubicBezTo>
                    <a:pt x="0" y="13594"/>
                    <a:pt x="13422" y="0"/>
                    <a:pt x="29977" y="0"/>
                  </a:cubicBezTo>
                  <a:cubicBezTo>
                    <a:pt x="46532" y="0"/>
                    <a:pt x="59952" y="13596"/>
                    <a:pt x="59952" y="30366"/>
                  </a:cubicBezTo>
                  <a:cubicBezTo>
                    <a:pt x="59952" y="30442"/>
                    <a:pt x="59952" y="30518"/>
                    <a:pt x="59951" y="30594"/>
                  </a:cubicBezTo>
                  <a:cubicBezTo>
                    <a:pt x="59766" y="47249"/>
                    <a:pt x="46417" y="60669"/>
                    <a:pt x="29975" y="60730"/>
                  </a:cubicBezTo>
                  <a:close/>
                  <a:moveTo>
                    <a:pt x="29975" y="13813"/>
                  </a:moveTo>
                  <a:cubicBezTo>
                    <a:pt x="20951" y="13814"/>
                    <a:pt x="13636" y="21225"/>
                    <a:pt x="13636" y="30367"/>
                  </a:cubicBezTo>
                  <a:cubicBezTo>
                    <a:pt x="13637" y="39508"/>
                    <a:pt x="20954" y="46919"/>
                    <a:pt x="29978" y="46918"/>
                  </a:cubicBezTo>
                  <a:cubicBezTo>
                    <a:pt x="38914" y="46917"/>
                    <a:pt x="46192" y="39645"/>
                    <a:pt x="46315" y="30594"/>
                  </a:cubicBezTo>
                  <a:cubicBezTo>
                    <a:pt x="46378" y="21389"/>
                    <a:pt x="39062" y="13876"/>
                    <a:pt x="29976" y="13813"/>
                  </a:cubicBezTo>
                  <a:cubicBezTo>
                    <a:pt x="29976" y="13813"/>
                    <a:pt x="29975" y="13813"/>
                    <a:pt x="29975" y="13813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CF0555AC-4073-6548-81AE-8879D73AF343}"/>
                </a:ext>
              </a:extLst>
            </p:cNvPr>
            <p:cNvSpPr/>
            <p:nvPr/>
          </p:nvSpPr>
          <p:spPr>
            <a:xfrm>
              <a:off x="7297442" y="2686871"/>
              <a:ext cx="112917" cy="66553"/>
            </a:xfrm>
            <a:custGeom>
              <a:avLst/>
              <a:gdLst>
                <a:gd name="connsiteX0" fmla="*/ 106043 w 112917"/>
                <a:gd name="connsiteY0" fmla="*/ 66552 h 66553"/>
                <a:gd name="connsiteX1" fmla="*/ 99169 w 112917"/>
                <a:gd name="connsiteY1" fmla="*/ 59818 h 66553"/>
                <a:gd name="connsiteX2" fmla="*/ 99168 w 112917"/>
                <a:gd name="connsiteY2" fmla="*/ 59703 h 66553"/>
                <a:gd name="connsiteX3" fmla="*/ 99168 w 112917"/>
                <a:gd name="connsiteY3" fmla="*/ 32306 h 66553"/>
                <a:gd name="connsiteX4" fmla="*/ 80912 w 112917"/>
                <a:gd name="connsiteY4" fmla="*/ 13813 h 66553"/>
                <a:gd name="connsiteX5" fmla="*/ 31892 w 112917"/>
                <a:gd name="connsiteY5" fmla="*/ 13813 h 66553"/>
                <a:gd name="connsiteX6" fmla="*/ 13636 w 112917"/>
                <a:gd name="connsiteY6" fmla="*/ 32306 h 66553"/>
                <a:gd name="connsiteX7" fmla="*/ 13636 w 112917"/>
                <a:gd name="connsiteY7" fmla="*/ 59475 h 66553"/>
                <a:gd name="connsiteX8" fmla="*/ 5939 w 112917"/>
                <a:gd name="connsiteY8" fmla="*/ 65491 h 66553"/>
                <a:gd name="connsiteX9" fmla="*/ 0 w 112917"/>
                <a:gd name="connsiteY9" fmla="*/ 59475 h 66553"/>
                <a:gd name="connsiteX10" fmla="*/ 0 w 112917"/>
                <a:gd name="connsiteY10" fmla="*/ 32306 h 66553"/>
                <a:gd name="connsiteX11" fmla="*/ 31892 w 112917"/>
                <a:gd name="connsiteY11" fmla="*/ 0 h 66553"/>
                <a:gd name="connsiteX12" fmla="*/ 80912 w 112917"/>
                <a:gd name="connsiteY12" fmla="*/ 0 h 66553"/>
                <a:gd name="connsiteX13" fmla="*/ 112917 w 112917"/>
                <a:gd name="connsiteY13" fmla="*/ 32306 h 66553"/>
                <a:gd name="connsiteX14" fmla="*/ 112917 w 112917"/>
                <a:gd name="connsiteY14" fmla="*/ 59475 h 66553"/>
                <a:gd name="connsiteX15" fmla="*/ 106156 w 112917"/>
                <a:gd name="connsiteY15" fmla="*/ 66551 h 66553"/>
                <a:gd name="connsiteX16" fmla="*/ 106043 w 112917"/>
                <a:gd name="connsiteY16" fmla="*/ 66552 h 6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917" h="66553">
                  <a:moveTo>
                    <a:pt x="106043" y="66552"/>
                  </a:moveTo>
                  <a:cubicBezTo>
                    <a:pt x="102309" y="66615"/>
                    <a:pt x="99232" y="63600"/>
                    <a:pt x="99169" y="59818"/>
                  </a:cubicBezTo>
                  <a:cubicBezTo>
                    <a:pt x="99169" y="59780"/>
                    <a:pt x="99168" y="59741"/>
                    <a:pt x="99168" y="59703"/>
                  </a:cubicBezTo>
                  <a:lnTo>
                    <a:pt x="99168" y="32306"/>
                  </a:lnTo>
                  <a:cubicBezTo>
                    <a:pt x="99168" y="22092"/>
                    <a:pt x="90995" y="13813"/>
                    <a:pt x="80912" y="13813"/>
                  </a:cubicBezTo>
                  <a:lnTo>
                    <a:pt x="31892" y="13813"/>
                  </a:lnTo>
                  <a:cubicBezTo>
                    <a:pt x="21835" y="13875"/>
                    <a:pt x="13697" y="22118"/>
                    <a:pt x="13636" y="32306"/>
                  </a:cubicBezTo>
                  <a:lnTo>
                    <a:pt x="13636" y="59475"/>
                  </a:lnTo>
                  <a:cubicBezTo>
                    <a:pt x="13151" y="63289"/>
                    <a:pt x="9705" y="65983"/>
                    <a:pt x="5939" y="65491"/>
                  </a:cubicBezTo>
                  <a:cubicBezTo>
                    <a:pt x="2840" y="65087"/>
                    <a:pt x="399" y="62615"/>
                    <a:pt x="0" y="59475"/>
                  </a:cubicBezTo>
                  <a:lnTo>
                    <a:pt x="0" y="32306"/>
                  </a:lnTo>
                  <a:cubicBezTo>
                    <a:pt x="0" y="14464"/>
                    <a:pt x="14278" y="0"/>
                    <a:pt x="31892" y="0"/>
                  </a:cubicBezTo>
                  <a:lnTo>
                    <a:pt x="80912" y="0"/>
                  </a:lnTo>
                  <a:cubicBezTo>
                    <a:pt x="98544" y="0"/>
                    <a:pt x="112855" y="14445"/>
                    <a:pt x="112917" y="32306"/>
                  </a:cubicBezTo>
                  <a:lnTo>
                    <a:pt x="112917" y="59475"/>
                  </a:lnTo>
                  <a:cubicBezTo>
                    <a:pt x="112979" y="63320"/>
                    <a:pt x="109952" y="66488"/>
                    <a:pt x="106156" y="66551"/>
                  </a:cubicBezTo>
                  <a:cubicBezTo>
                    <a:pt x="106118" y="66552"/>
                    <a:pt x="106080" y="66552"/>
                    <a:pt x="106043" y="66552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26934F5-4215-0741-BE07-5C1DAB065024}"/>
                </a:ext>
              </a:extLst>
            </p:cNvPr>
            <p:cNvSpPr/>
            <p:nvPr/>
          </p:nvSpPr>
          <p:spPr>
            <a:xfrm>
              <a:off x="7325557" y="2729017"/>
              <a:ext cx="13749" cy="24407"/>
            </a:xfrm>
            <a:custGeom>
              <a:avLst/>
              <a:gdLst>
                <a:gd name="connsiteX0" fmla="*/ 6931 w 13749"/>
                <a:gd name="connsiteY0" fmla="*/ 24406 h 24407"/>
                <a:gd name="connsiteX1" fmla="*/ 58 w 13749"/>
                <a:gd name="connsiteY1" fmla="*/ 17672 h 24407"/>
                <a:gd name="connsiteX2" fmla="*/ 57 w 13749"/>
                <a:gd name="connsiteY2" fmla="*/ 17557 h 24407"/>
                <a:gd name="connsiteX3" fmla="*/ 57 w 13749"/>
                <a:gd name="connsiteY3" fmla="*/ 7854 h 24407"/>
                <a:gd name="connsiteX4" fmla="*/ 5997 w 13749"/>
                <a:gd name="connsiteY4" fmla="*/ 58 h 24407"/>
                <a:gd name="connsiteX5" fmla="*/ 13693 w 13749"/>
                <a:gd name="connsiteY5" fmla="*/ 6074 h 24407"/>
                <a:gd name="connsiteX6" fmla="*/ 13693 w 13749"/>
                <a:gd name="connsiteY6" fmla="*/ 7854 h 24407"/>
                <a:gd name="connsiteX7" fmla="*/ 13693 w 13749"/>
                <a:gd name="connsiteY7" fmla="*/ 17557 h 24407"/>
                <a:gd name="connsiteX8" fmla="*/ 6931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931" y="24406"/>
                  </a:moveTo>
                  <a:cubicBezTo>
                    <a:pt x="3198" y="24469"/>
                    <a:pt x="120" y="21454"/>
                    <a:pt x="58" y="17672"/>
                  </a:cubicBezTo>
                  <a:cubicBezTo>
                    <a:pt x="57" y="17634"/>
                    <a:pt x="57" y="17595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6"/>
                    <a:pt x="6931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263AA86-29E7-C341-8503-CC593A651206}"/>
                </a:ext>
              </a:extLst>
            </p:cNvPr>
            <p:cNvSpPr/>
            <p:nvPr/>
          </p:nvSpPr>
          <p:spPr>
            <a:xfrm>
              <a:off x="7368831" y="2729017"/>
              <a:ext cx="13749" cy="24407"/>
            </a:xfrm>
            <a:custGeom>
              <a:avLst/>
              <a:gdLst>
                <a:gd name="connsiteX0" fmla="*/ 6819 w 13749"/>
                <a:gd name="connsiteY0" fmla="*/ 24406 h 24407"/>
                <a:gd name="connsiteX1" fmla="*/ 57 w 13749"/>
                <a:gd name="connsiteY1" fmla="*/ 17557 h 24407"/>
                <a:gd name="connsiteX2" fmla="*/ 57 w 13749"/>
                <a:gd name="connsiteY2" fmla="*/ 7854 h 24407"/>
                <a:gd name="connsiteX3" fmla="*/ 5997 w 13749"/>
                <a:gd name="connsiteY3" fmla="*/ 58 h 24407"/>
                <a:gd name="connsiteX4" fmla="*/ 13693 w 13749"/>
                <a:gd name="connsiteY4" fmla="*/ 6074 h 24407"/>
                <a:gd name="connsiteX5" fmla="*/ 13693 w 13749"/>
                <a:gd name="connsiteY5" fmla="*/ 7854 h 24407"/>
                <a:gd name="connsiteX6" fmla="*/ 13693 w 13749"/>
                <a:gd name="connsiteY6" fmla="*/ 17557 h 24407"/>
                <a:gd name="connsiteX7" fmla="*/ 6932 w 13749"/>
                <a:gd name="connsiteY7" fmla="*/ 24407 h 24407"/>
                <a:gd name="connsiteX8" fmla="*/ 6819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819" y="24406"/>
                  </a:moveTo>
                  <a:cubicBezTo>
                    <a:pt x="3084" y="24406"/>
                    <a:pt x="57" y="21340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7"/>
                    <a:pt x="6932" y="24407"/>
                  </a:cubicBezTo>
                  <a:cubicBezTo>
                    <a:pt x="6894" y="24407"/>
                    <a:pt x="6856" y="24407"/>
                    <a:pt x="6819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CB5D7804-BA87-2947-862F-C320FA873C58}"/>
                </a:ext>
              </a:extLst>
            </p:cNvPr>
            <p:cNvSpPr/>
            <p:nvPr/>
          </p:nvSpPr>
          <p:spPr>
            <a:xfrm>
              <a:off x="7255971" y="2764781"/>
              <a:ext cx="196060" cy="14213"/>
            </a:xfrm>
            <a:custGeom>
              <a:avLst/>
              <a:gdLst>
                <a:gd name="connsiteX0" fmla="*/ 188307 w 196060"/>
                <a:gd name="connsiteY0" fmla="*/ 14213 h 14213"/>
                <a:gd name="connsiteX1" fmla="*/ 6987 w 196060"/>
                <a:gd name="connsiteY1" fmla="*/ 14213 h 14213"/>
                <a:gd name="connsiteX2" fmla="*/ 0 w 196060"/>
                <a:gd name="connsiteY2" fmla="*/ 7135 h 14213"/>
                <a:gd name="connsiteX3" fmla="*/ 6987 w 196060"/>
                <a:gd name="connsiteY3" fmla="*/ 58 h 14213"/>
                <a:gd name="connsiteX4" fmla="*/ 188307 w 196060"/>
                <a:gd name="connsiteY4" fmla="*/ 58 h 14213"/>
                <a:gd name="connsiteX5" fmla="*/ 196003 w 196060"/>
                <a:gd name="connsiteY5" fmla="*/ 6074 h 14213"/>
                <a:gd name="connsiteX6" fmla="*/ 190064 w 196060"/>
                <a:gd name="connsiteY6" fmla="*/ 13871 h 14213"/>
                <a:gd name="connsiteX7" fmla="*/ 188307 w 196060"/>
                <a:gd name="connsiteY7" fmla="*/ 13871 h 1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060" h="14213">
                  <a:moveTo>
                    <a:pt x="188307" y="14213"/>
                  </a:moveTo>
                  <a:lnTo>
                    <a:pt x="6987" y="14213"/>
                  </a:lnTo>
                  <a:cubicBezTo>
                    <a:pt x="3128" y="14213"/>
                    <a:pt x="0" y="11044"/>
                    <a:pt x="0" y="7135"/>
                  </a:cubicBezTo>
                  <a:cubicBezTo>
                    <a:pt x="0" y="3227"/>
                    <a:pt x="3128" y="58"/>
                    <a:pt x="6987" y="58"/>
                  </a:cubicBezTo>
                  <a:lnTo>
                    <a:pt x="188307" y="58"/>
                  </a:lnTo>
                  <a:cubicBezTo>
                    <a:pt x="192073" y="-434"/>
                    <a:pt x="195518" y="2260"/>
                    <a:pt x="196003" y="6074"/>
                  </a:cubicBezTo>
                  <a:cubicBezTo>
                    <a:pt x="196488" y="9889"/>
                    <a:pt x="193829" y="13379"/>
                    <a:pt x="190064" y="13871"/>
                  </a:cubicBezTo>
                  <a:cubicBezTo>
                    <a:pt x="189481" y="13947"/>
                    <a:pt x="188890" y="13947"/>
                    <a:pt x="188307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21C84AC-4AF2-F845-BA28-872DB79CFFC3}"/>
                </a:ext>
              </a:extLst>
            </p:cNvPr>
            <p:cNvSpPr/>
            <p:nvPr/>
          </p:nvSpPr>
          <p:spPr>
            <a:xfrm>
              <a:off x="7255205" y="2801425"/>
              <a:ext cx="196826" cy="13928"/>
            </a:xfrm>
            <a:custGeom>
              <a:avLst/>
              <a:gdLst>
                <a:gd name="connsiteX0" fmla="*/ 189074 w 196826"/>
                <a:gd name="connsiteY0" fmla="*/ 13871 h 13928"/>
                <a:gd name="connsiteX1" fmla="*/ 7753 w 196826"/>
                <a:gd name="connsiteY1" fmla="*/ 13871 h 13928"/>
                <a:gd name="connsiteX2" fmla="*/ 57 w 196826"/>
                <a:gd name="connsiteY2" fmla="*/ 7854 h 13928"/>
                <a:gd name="connsiteX3" fmla="*/ 5997 w 196826"/>
                <a:gd name="connsiteY3" fmla="*/ 58 h 13928"/>
                <a:gd name="connsiteX4" fmla="*/ 7753 w 196826"/>
                <a:gd name="connsiteY4" fmla="*/ 58 h 13928"/>
                <a:gd name="connsiteX5" fmla="*/ 189074 w 196826"/>
                <a:gd name="connsiteY5" fmla="*/ 58 h 13928"/>
                <a:gd name="connsiteX6" fmla="*/ 196770 w 196826"/>
                <a:gd name="connsiteY6" fmla="*/ 6074 h 13928"/>
                <a:gd name="connsiteX7" fmla="*/ 190830 w 196826"/>
                <a:gd name="connsiteY7" fmla="*/ 13871 h 13928"/>
                <a:gd name="connsiteX8" fmla="*/ 189074 w 196826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826" h="13928">
                  <a:moveTo>
                    <a:pt x="189074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89074" y="58"/>
                  </a:lnTo>
                  <a:cubicBezTo>
                    <a:pt x="192839" y="-434"/>
                    <a:pt x="196285" y="2260"/>
                    <a:pt x="196770" y="6074"/>
                  </a:cubicBezTo>
                  <a:cubicBezTo>
                    <a:pt x="197255" y="9889"/>
                    <a:pt x="194596" y="13379"/>
                    <a:pt x="190830" y="13871"/>
                  </a:cubicBezTo>
                  <a:cubicBezTo>
                    <a:pt x="190247" y="13947"/>
                    <a:pt x="189657" y="13947"/>
                    <a:pt x="189074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C0A4C8CA-0BE7-EC4E-B978-E6249257A367}"/>
                </a:ext>
              </a:extLst>
            </p:cNvPr>
            <p:cNvSpPr/>
            <p:nvPr/>
          </p:nvSpPr>
          <p:spPr>
            <a:xfrm>
              <a:off x="7255205" y="2837726"/>
              <a:ext cx="216885" cy="13928"/>
            </a:xfrm>
            <a:custGeom>
              <a:avLst/>
              <a:gdLst>
                <a:gd name="connsiteX0" fmla="*/ 209133 w 216885"/>
                <a:gd name="connsiteY0" fmla="*/ 13871 h 13928"/>
                <a:gd name="connsiteX1" fmla="*/ 7753 w 216885"/>
                <a:gd name="connsiteY1" fmla="*/ 13871 h 13928"/>
                <a:gd name="connsiteX2" fmla="*/ 57 w 216885"/>
                <a:gd name="connsiteY2" fmla="*/ 7854 h 13928"/>
                <a:gd name="connsiteX3" fmla="*/ 5997 w 216885"/>
                <a:gd name="connsiteY3" fmla="*/ 58 h 13928"/>
                <a:gd name="connsiteX4" fmla="*/ 7753 w 216885"/>
                <a:gd name="connsiteY4" fmla="*/ 58 h 13928"/>
                <a:gd name="connsiteX5" fmla="*/ 209133 w 216885"/>
                <a:gd name="connsiteY5" fmla="*/ 58 h 13928"/>
                <a:gd name="connsiteX6" fmla="*/ 216829 w 216885"/>
                <a:gd name="connsiteY6" fmla="*/ 6074 h 13928"/>
                <a:gd name="connsiteX7" fmla="*/ 210889 w 216885"/>
                <a:gd name="connsiteY7" fmla="*/ 13871 h 13928"/>
                <a:gd name="connsiteX8" fmla="*/ 209133 w 216885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885" h="13928">
                  <a:moveTo>
                    <a:pt x="209133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209133" y="58"/>
                  </a:lnTo>
                  <a:cubicBezTo>
                    <a:pt x="212898" y="-434"/>
                    <a:pt x="216344" y="2260"/>
                    <a:pt x="216829" y="6074"/>
                  </a:cubicBezTo>
                  <a:cubicBezTo>
                    <a:pt x="217314" y="9889"/>
                    <a:pt x="214655" y="13379"/>
                    <a:pt x="210889" y="13871"/>
                  </a:cubicBezTo>
                  <a:cubicBezTo>
                    <a:pt x="210306" y="13947"/>
                    <a:pt x="209716" y="13947"/>
                    <a:pt x="209133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D0A57599-FF17-694C-A91F-454DA6E35B9C}"/>
                </a:ext>
              </a:extLst>
            </p:cNvPr>
            <p:cNvSpPr/>
            <p:nvPr/>
          </p:nvSpPr>
          <p:spPr>
            <a:xfrm>
              <a:off x="7255205" y="2874027"/>
              <a:ext cx="177669" cy="13928"/>
            </a:xfrm>
            <a:custGeom>
              <a:avLst/>
              <a:gdLst>
                <a:gd name="connsiteX0" fmla="*/ 169916 w 177669"/>
                <a:gd name="connsiteY0" fmla="*/ 13871 h 13928"/>
                <a:gd name="connsiteX1" fmla="*/ 7753 w 177669"/>
                <a:gd name="connsiteY1" fmla="*/ 13871 h 13928"/>
                <a:gd name="connsiteX2" fmla="*/ 57 w 177669"/>
                <a:gd name="connsiteY2" fmla="*/ 7854 h 13928"/>
                <a:gd name="connsiteX3" fmla="*/ 5997 w 177669"/>
                <a:gd name="connsiteY3" fmla="*/ 58 h 13928"/>
                <a:gd name="connsiteX4" fmla="*/ 7753 w 177669"/>
                <a:gd name="connsiteY4" fmla="*/ 58 h 13928"/>
                <a:gd name="connsiteX5" fmla="*/ 169916 w 177669"/>
                <a:gd name="connsiteY5" fmla="*/ 58 h 13928"/>
                <a:gd name="connsiteX6" fmla="*/ 177612 w 177669"/>
                <a:gd name="connsiteY6" fmla="*/ 6074 h 13928"/>
                <a:gd name="connsiteX7" fmla="*/ 171673 w 177669"/>
                <a:gd name="connsiteY7" fmla="*/ 13871 h 13928"/>
                <a:gd name="connsiteX8" fmla="*/ 169916 w 177669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669" h="13928">
                  <a:moveTo>
                    <a:pt x="169916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9916" y="58"/>
                  </a:lnTo>
                  <a:cubicBezTo>
                    <a:pt x="173681" y="-434"/>
                    <a:pt x="177127" y="2260"/>
                    <a:pt x="177612" y="6074"/>
                  </a:cubicBezTo>
                  <a:cubicBezTo>
                    <a:pt x="178097" y="9889"/>
                    <a:pt x="175438" y="13379"/>
                    <a:pt x="171673" y="13871"/>
                  </a:cubicBezTo>
                  <a:cubicBezTo>
                    <a:pt x="171090" y="13947"/>
                    <a:pt x="170499" y="13947"/>
                    <a:pt x="169916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4A83863D-3F60-9C46-BF63-4245FF7A3D5E}"/>
                </a:ext>
              </a:extLst>
            </p:cNvPr>
            <p:cNvSpPr/>
            <p:nvPr/>
          </p:nvSpPr>
          <p:spPr>
            <a:xfrm>
              <a:off x="7255205" y="2910785"/>
              <a:ext cx="173274" cy="13928"/>
            </a:xfrm>
            <a:custGeom>
              <a:avLst/>
              <a:gdLst>
                <a:gd name="connsiteX0" fmla="*/ 166310 w 173274"/>
                <a:gd name="connsiteY0" fmla="*/ 13871 h 13928"/>
                <a:gd name="connsiteX1" fmla="*/ 7753 w 173274"/>
                <a:gd name="connsiteY1" fmla="*/ 13871 h 13928"/>
                <a:gd name="connsiteX2" fmla="*/ 57 w 173274"/>
                <a:gd name="connsiteY2" fmla="*/ 7854 h 13928"/>
                <a:gd name="connsiteX3" fmla="*/ 5997 w 173274"/>
                <a:gd name="connsiteY3" fmla="*/ 58 h 13928"/>
                <a:gd name="connsiteX4" fmla="*/ 7753 w 173274"/>
                <a:gd name="connsiteY4" fmla="*/ 58 h 13928"/>
                <a:gd name="connsiteX5" fmla="*/ 165521 w 173274"/>
                <a:gd name="connsiteY5" fmla="*/ 58 h 13928"/>
                <a:gd name="connsiteX6" fmla="*/ 173217 w 173274"/>
                <a:gd name="connsiteY6" fmla="*/ 6074 h 13928"/>
                <a:gd name="connsiteX7" fmla="*/ 167278 w 173274"/>
                <a:gd name="connsiteY7" fmla="*/ 13871 h 13928"/>
                <a:gd name="connsiteX8" fmla="*/ 165521 w 173274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74" h="13928">
                  <a:moveTo>
                    <a:pt x="166310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5521" y="58"/>
                  </a:lnTo>
                  <a:cubicBezTo>
                    <a:pt x="169287" y="-434"/>
                    <a:pt x="172732" y="2260"/>
                    <a:pt x="173217" y="6074"/>
                  </a:cubicBezTo>
                  <a:cubicBezTo>
                    <a:pt x="173702" y="9889"/>
                    <a:pt x="171043" y="13379"/>
                    <a:pt x="167278" y="13871"/>
                  </a:cubicBezTo>
                  <a:cubicBezTo>
                    <a:pt x="166695" y="13947"/>
                    <a:pt x="166104" y="13947"/>
                    <a:pt x="165521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EFE7A468-5200-394A-AF16-554DCEE37BD0}"/>
                </a:ext>
              </a:extLst>
            </p:cNvPr>
            <p:cNvSpPr/>
            <p:nvPr/>
          </p:nvSpPr>
          <p:spPr>
            <a:xfrm>
              <a:off x="7217881" y="2596459"/>
              <a:ext cx="271925" cy="374544"/>
            </a:xfrm>
            <a:custGeom>
              <a:avLst/>
              <a:gdLst>
                <a:gd name="connsiteX0" fmla="*/ 242174 w 271925"/>
                <a:gd name="connsiteY0" fmla="*/ 374543 h 374544"/>
                <a:gd name="connsiteX1" fmla="*/ 6874 w 271925"/>
                <a:gd name="connsiteY1" fmla="*/ 374543 h 374544"/>
                <a:gd name="connsiteX2" fmla="*/ 1 w 271925"/>
                <a:gd name="connsiteY2" fmla="*/ 367809 h 374544"/>
                <a:gd name="connsiteX3" fmla="*/ 0 w 271925"/>
                <a:gd name="connsiteY3" fmla="*/ 367694 h 374544"/>
                <a:gd name="connsiteX4" fmla="*/ 0 w 271925"/>
                <a:gd name="connsiteY4" fmla="*/ 6850 h 374544"/>
                <a:gd name="connsiteX5" fmla="*/ 6761 w 271925"/>
                <a:gd name="connsiteY5" fmla="*/ 0 h 374544"/>
                <a:gd name="connsiteX6" fmla="*/ 6874 w 271925"/>
                <a:gd name="connsiteY6" fmla="*/ 1 h 374544"/>
                <a:gd name="connsiteX7" fmla="*/ 265163 w 271925"/>
                <a:gd name="connsiteY7" fmla="*/ 1 h 374544"/>
                <a:gd name="connsiteX8" fmla="*/ 271924 w 271925"/>
                <a:gd name="connsiteY8" fmla="*/ 6850 h 374544"/>
                <a:gd name="connsiteX9" fmla="*/ 271924 w 271925"/>
                <a:gd name="connsiteY9" fmla="*/ 245320 h 374544"/>
                <a:gd name="connsiteX10" fmla="*/ 265276 w 271925"/>
                <a:gd name="connsiteY10" fmla="*/ 252282 h 374544"/>
                <a:gd name="connsiteX11" fmla="*/ 265163 w 271925"/>
                <a:gd name="connsiteY11" fmla="*/ 252283 h 374544"/>
                <a:gd name="connsiteX12" fmla="*/ 209278 w 271925"/>
                <a:gd name="connsiteY12" fmla="*/ 308457 h 374544"/>
                <a:gd name="connsiteX13" fmla="*/ 244653 w 271925"/>
                <a:gd name="connsiteY13" fmla="*/ 361187 h 374544"/>
                <a:gd name="connsiteX14" fmla="*/ 248822 w 271925"/>
                <a:gd name="connsiteY14" fmla="*/ 368949 h 374544"/>
                <a:gd name="connsiteX15" fmla="*/ 242174 w 271925"/>
                <a:gd name="connsiteY15" fmla="*/ 374543 h 374544"/>
                <a:gd name="connsiteX16" fmla="*/ 13636 w 271925"/>
                <a:gd name="connsiteY16" fmla="*/ 360730 h 374544"/>
                <a:gd name="connsiteX17" fmla="*/ 218396 w 271925"/>
                <a:gd name="connsiteY17" fmla="*/ 360730 h 374544"/>
                <a:gd name="connsiteX18" fmla="*/ 213905 w 271925"/>
                <a:gd name="connsiteY18" fmla="*/ 261388 h 374544"/>
                <a:gd name="connsiteX19" fmla="*/ 258289 w 271925"/>
                <a:gd name="connsiteY19" fmla="*/ 238813 h 374544"/>
                <a:gd name="connsiteX20" fmla="*/ 258289 w 271925"/>
                <a:gd name="connsiteY20" fmla="*/ 13814 h 374544"/>
                <a:gd name="connsiteX21" fmla="*/ 13636 w 271925"/>
                <a:gd name="connsiteY21" fmla="*/ 13814 h 37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1925" h="374544">
                  <a:moveTo>
                    <a:pt x="242174" y="374543"/>
                  </a:moveTo>
                  <a:lnTo>
                    <a:pt x="6874" y="374543"/>
                  </a:lnTo>
                  <a:cubicBezTo>
                    <a:pt x="3140" y="374606"/>
                    <a:pt x="63" y="371591"/>
                    <a:pt x="1" y="367809"/>
                  </a:cubicBezTo>
                  <a:cubicBezTo>
                    <a:pt x="0" y="367771"/>
                    <a:pt x="0" y="367732"/>
                    <a:pt x="0" y="367694"/>
                  </a:cubicBezTo>
                  <a:lnTo>
                    <a:pt x="0" y="6850"/>
                  </a:lnTo>
                  <a:cubicBezTo>
                    <a:pt x="-1" y="3067"/>
                    <a:pt x="3026" y="1"/>
                    <a:pt x="6761" y="0"/>
                  </a:cubicBezTo>
                  <a:cubicBezTo>
                    <a:pt x="6798" y="0"/>
                    <a:pt x="6836" y="0"/>
                    <a:pt x="6874" y="1"/>
                  </a:cubicBezTo>
                  <a:lnTo>
                    <a:pt x="265163" y="1"/>
                  </a:lnTo>
                  <a:cubicBezTo>
                    <a:pt x="268897" y="1"/>
                    <a:pt x="271924" y="3067"/>
                    <a:pt x="271924" y="6850"/>
                  </a:cubicBezTo>
                  <a:lnTo>
                    <a:pt x="271924" y="245320"/>
                  </a:lnTo>
                  <a:cubicBezTo>
                    <a:pt x="271986" y="249102"/>
                    <a:pt x="269010" y="252219"/>
                    <a:pt x="265276" y="252282"/>
                  </a:cubicBezTo>
                  <a:cubicBezTo>
                    <a:pt x="265238" y="252283"/>
                    <a:pt x="265201" y="252283"/>
                    <a:pt x="265163" y="252283"/>
                  </a:cubicBezTo>
                  <a:cubicBezTo>
                    <a:pt x="234418" y="252163"/>
                    <a:pt x="209397" y="277313"/>
                    <a:pt x="209278" y="308457"/>
                  </a:cubicBezTo>
                  <a:cubicBezTo>
                    <a:pt x="209190" y="331747"/>
                    <a:pt x="223244" y="352696"/>
                    <a:pt x="244653" y="361187"/>
                  </a:cubicBezTo>
                  <a:cubicBezTo>
                    <a:pt x="247725" y="362399"/>
                    <a:pt x="249487" y="365678"/>
                    <a:pt x="248822" y="368949"/>
                  </a:cubicBezTo>
                  <a:cubicBezTo>
                    <a:pt x="248268" y="372218"/>
                    <a:pt x="245447" y="374591"/>
                    <a:pt x="242174" y="374543"/>
                  </a:cubicBezTo>
                  <a:close/>
                  <a:moveTo>
                    <a:pt x="13636" y="360730"/>
                  </a:moveTo>
                  <a:lnTo>
                    <a:pt x="218396" y="360730"/>
                  </a:lnTo>
                  <a:cubicBezTo>
                    <a:pt x="190075" y="334554"/>
                    <a:pt x="188064" y="290077"/>
                    <a:pt x="213905" y="261388"/>
                  </a:cubicBezTo>
                  <a:cubicBezTo>
                    <a:pt x="225445" y="248576"/>
                    <a:pt x="241252" y="240536"/>
                    <a:pt x="258289" y="238813"/>
                  </a:cubicBezTo>
                  <a:lnTo>
                    <a:pt x="258289" y="13814"/>
                  </a:lnTo>
                  <a:lnTo>
                    <a:pt x="13636" y="13814"/>
                  </a:ln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494BE869-5D89-974B-BB42-3DD92525A451}"/>
                </a:ext>
              </a:extLst>
            </p:cNvPr>
            <p:cNvSpPr/>
            <p:nvPr/>
          </p:nvSpPr>
          <p:spPr>
            <a:xfrm>
              <a:off x="7413514" y="2834816"/>
              <a:ext cx="138835" cy="140638"/>
            </a:xfrm>
            <a:custGeom>
              <a:avLst/>
              <a:gdLst>
                <a:gd name="connsiteX0" fmla="*/ 69531 w 138835"/>
                <a:gd name="connsiteY0" fmla="*/ 140639 h 140638"/>
                <a:gd name="connsiteX1" fmla="*/ 0 w 138835"/>
                <a:gd name="connsiteY1" fmla="*/ 70434 h 140638"/>
                <a:gd name="connsiteX2" fmla="*/ 69305 w 138835"/>
                <a:gd name="connsiteY2" fmla="*/ 0 h 140638"/>
                <a:gd name="connsiteX3" fmla="*/ 138836 w 138835"/>
                <a:gd name="connsiteY3" fmla="*/ 70205 h 140638"/>
                <a:gd name="connsiteX4" fmla="*/ 138836 w 138835"/>
                <a:gd name="connsiteY4" fmla="*/ 70319 h 140638"/>
                <a:gd name="connsiteX5" fmla="*/ 69531 w 138835"/>
                <a:gd name="connsiteY5" fmla="*/ 140639 h 140638"/>
                <a:gd name="connsiteX6" fmla="*/ 69531 w 138835"/>
                <a:gd name="connsiteY6" fmla="*/ 13927 h 140638"/>
                <a:gd name="connsiteX7" fmla="*/ 13636 w 138835"/>
                <a:gd name="connsiteY7" fmla="*/ 70319 h 140638"/>
                <a:gd name="connsiteX8" fmla="*/ 69305 w 138835"/>
                <a:gd name="connsiteY8" fmla="*/ 126940 h 140638"/>
                <a:gd name="connsiteX9" fmla="*/ 125200 w 138835"/>
                <a:gd name="connsiteY9" fmla="*/ 70547 h 140638"/>
                <a:gd name="connsiteX10" fmla="*/ 125200 w 138835"/>
                <a:gd name="connsiteY10" fmla="*/ 70319 h 140638"/>
                <a:gd name="connsiteX11" fmla="*/ 69531 w 138835"/>
                <a:gd name="connsiteY11" fmla="*/ 13927 h 14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35" h="140638">
                  <a:moveTo>
                    <a:pt x="69531" y="140639"/>
                  </a:moveTo>
                  <a:cubicBezTo>
                    <a:pt x="31192" y="140702"/>
                    <a:pt x="62" y="109270"/>
                    <a:pt x="0" y="70434"/>
                  </a:cubicBezTo>
                  <a:cubicBezTo>
                    <a:pt x="-62" y="31597"/>
                    <a:pt x="30967" y="63"/>
                    <a:pt x="69305" y="0"/>
                  </a:cubicBezTo>
                  <a:cubicBezTo>
                    <a:pt x="107644" y="-63"/>
                    <a:pt x="138773" y="31369"/>
                    <a:pt x="138836" y="70205"/>
                  </a:cubicBezTo>
                  <a:cubicBezTo>
                    <a:pt x="138836" y="70243"/>
                    <a:pt x="138836" y="70281"/>
                    <a:pt x="138836" y="70319"/>
                  </a:cubicBezTo>
                  <a:cubicBezTo>
                    <a:pt x="138836" y="109111"/>
                    <a:pt x="107825" y="140576"/>
                    <a:pt x="69531" y="140639"/>
                  </a:cubicBezTo>
                  <a:close/>
                  <a:moveTo>
                    <a:pt x="69531" y="13927"/>
                  </a:moveTo>
                  <a:cubicBezTo>
                    <a:pt x="38723" y="13864"/>
                    <a:pt x="13698" y="39112"/>
                    <a:pt x="13636" y="70319"/>
                  </a:cubicBezTo>
                  <a:cubicBezTo>
                    <a:pt x="13574" y="101527"/>
                    <a:pt x="38498" y="126877"/>
                    <a:pt x="69305" y="126940"/>
                  </a:cubicBezTo>
                  <a:cubicBezTo>
                    <a:pt x="100113" y="127003"/>
                    <a:pt x="125138" y="101755"/>
                    <a:pt x="125200" y="70547"/>
                  </a:cubicBezTo>
                  <a:cubicBezTo>
                    <a:pt x="125200" y="70471"/>
                    <a:pt x="125200" y="70395"/>
                    <a:pt x="125200" y="70319"/>
                  </a:cubicBezTo>
                  <a:cubicBezTo>
                    <a:pt x="124835" y="39329"/>
                    <a:pt x="100124" y="14297"/>
                    <a:pt x="69531" y="13927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C3697933-8B1F-5842-ABF1-655D70F76556}"/>
                </a:ext>
              </a:extLst>
            </p:cNvPr>
            <p:cNvSpPr/>
            <p:nvPr/>
          </p:nvSpPr>
          <p:spPr>
            <a:xfrm>
              <a:off x="7445561" y="2878628"/>
              <a:ext cx="73341" cy="59843"/>
            </a:xfrm>
            <a:custGeom>
              <a:avLst/>
              <a:gdLst>
                <a:gd name="connsiteX0" fmla="*/ 31510 w 73341"/>
                <a:gd name="connsiteY0" fmla="*/ 59841 h 59843"/>
                <a:gd name="connsiteX1" fmla="*/ 25988 w 73341"/>
                <a:gd name="connsiteY1" fmla="*/ 56987 h 59843"/>
                <a:gd name="connsiteX2" fmla="*/ 1309 w 73341"/>
                <a:gd name="connsiteY2" fmla="*/ 23197 h 59843"/>
                <a:gd name="connsiteX3" fmla="*/ 2887 w 73341"/>
                <a:gd name="connsiteY3" fmla="*/ 13380 h 59843"/>
                <a:gd name="connsiteX4" fmla="*/ 12578 w 73341"/>
                <a:gd name="connsiteY4" fmla="*/ 14978 h 59843"/>
                <a:gd name="connsiteX5" fmla="*/ 31510 w 73341"/>
                <a:gd name="connsiteY5" fmla="*/ 41347 h 59843"/>
                <a:gd name="connsiteX6" fmla="*/ 60697 w 73341"/>
                <a:gd name="connsiteY6" fmla="*/ 2877 h 59843"/>
                <a:gd name="connsiteX7" fmla="*/ 70502 w 73341"/>
                <a:gd name="connsiteY7" fmla="*/ 1393 h 59843"/>
                <a:gd name="connsiteX8" fmla="*/ 71967 w 73341"/>
                <a:gd name="connsiteY8" fmla="*/ 11325 h 59843"/>
                <a:gd name="connsiteX9" fmla="*/ 37258 w 73341"/>
                <a:gd name="connsiteY9" fmla="*/ 56987 h 59843"/>
                <a:gd name="connsiteX10" fmla="*/ 31510 w 73341"/>
                <a:gd name="connsiteY10" fmla="*/ 59841 h 5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41" h="59843">
                  <a:moveTo>
                    <a:pt x="31510" y="59841"/>
                  </a:moveTo>
                  <a:cubicBezTo>
                    <a:pt x="29313" y="59890"/>
                    <a:pt x="27238" y="58818"/>
                    <a:pt x="25988" y="56987"/>
                  </a:cubicBezTo>
                  <a:lnTo>
                    <a:pt x="1309" y="23197"/>
                  </a:lnTo>
                  <a:cubicBezTo>
                    <a:pt x="-931" y="20045"/>
                    <a:pt x="-225" y="15649"/>
                    <a:pt x="2887" y="13380"/>
                  </a:cubicBezTo>
                  <a:cubicBezTo>
                    <a:pt x="5999" y="11110"/>
                    <a:pt x="10338" y="11825"/>
                    <a:pt x="12578" y="14978"/>
                  </a:cubicBezTo>
                  <a:lnTo>
                    <a:pt x="31510" y="41347"/>
                  </a:lnTo>
                  <a:lnTo>
                    <a:pt x="60697" y="2877"/>
                  </a:lnTo>
                  <a:cubicBezTo>
                    <a:pt x="63000" y="-275"/>
                    <a:pt x="67390" y="-939"/>
                    <a:pt x="70502" y="1393"/>
                  </a:cubicBezTo>
                  <a:cubicBezTo>
                    <a:pt x="73613" y="3726"/>
                    <a:pt x="74269" y="8172"/>
                    <a:pt x="71967" y="11325"/>
                  </a:cubicBezTo>
                  <a:lnTo>
                    <a:pt x="37258" y="56987"/>
                  </a:lnTo>
                  <a:cubicBezTo>
                    <a:pt x="35923" y="58839"/>
                    <a:pt x="33773" y="59906"/>
                    <a:pt x="31510" y="5984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3EA5F1EF-33D0-BF49-8969-EDCE4BE61DAF}"/>
                </a:ext>
              </a:extLst>
            </p:cNvPr>
            <p:cNvSpPr/>
            <p:nvPr/>
          </p:nvSpPr>
          <p:spPr>
            <a:xfrm>
              <a:off x="7246391" y="2570776"/>
              <a:ext cx="271925" cy="285387"/>
            </a:xfrm>
            <a:custGeom>
              <a:avLst/>
              <a:gdLst>
                <a:gd name="connsiteX0" fmla="*/ 265051 w 271925"/>
                <a:gd name="connsiteY0" fmla="*/ 285387 h 285387"/>
                <a:gd name="connsiteX1" fmla="*/ 262008 w 271925"/>
                <a:gd name="connsiteY1" fmla="*/ 284588 h 285387"/>
                <a:gd name="connsiteX2" fmla="*/ 236653 w 271925"/>
                <a:gd name="connsiteY2" fmla="*/ 278424 h 285387"/>
                <a:gd name="connsiteX3" fmla="*/ 229779 w 271925"/>
                <a:gd name="connsiteY3" fmla="*/ 271460 h 285387"/>
                <a:gd name="connsiteX4" fmla="*/ 229779 w 271925"/>
                <a:gd name="connsiteY4" fmla="*/ 39498 h 285387"/>
                <a:gd name="connsiteX5" fmla="*/ 6762 w 271925"/>
                <a:gd name="connsiteY5" fmla="*/ 39498 h 285387"/>
                <a:gd name="connsiteX6" fmla="*/ 0 w 271925"/>
                <a:gd name="connsiteY6" fmla="*/ 32649 h 285387"/>
                <a:gd name="connsiteX7" fmla="*/ 1 w 271925"/>
                <a:gd name="connsiteY7" fmla="*/ 32534 h 285387"/>
                <a:gd name="connsiteX8" fmla="*/ 1 w 271925"/>
                <a:gd name="connsiteY8" fmla="*/ 6963 h 285387"/>
                <a:gd name="connsiteX9" fmla="*/ 6649 w 271925"/>
                <a:gd name="connsiteY9" fmla="*/ 1 h 285387"/>
                <a:gd name="connsiteX10" fmla="*/ 6762 w 271925"/>
                <a:gd name="connsiteY10" fmla="*/ 0 h 285387"/>
                <a:gd name="connsiteX11" fmla="*/ 265051 w 271925"/>
                <a:gd name="connsiteY11" fmla="*/ 0 h 285387"/>
                <a:gd name="connsiteX12" fmla="*/ 271925 w 271925"/>
                <a:gd name="connsiteY12" fmla="*/ 6963 h 285387"/>
                <a:gd name="connsiteX13" fmla="*/ 271925 w 271925"/>
                <a:gd name="connsiteY13" fmla="*/ 277967 h 285387"/>
                <a:gd name="connsiteX14" fmla="*/ 268657 w 271925"/>
                <a:gd name="connsiteY14" fmla="*/ 283903 h 285387"/>
                <a:gd name="connsiteX15" fmla="*/ 265051 w 271925"/>
                <a:gd name="connsiteY15" fmla="*/ 285387 h 285387"/>
                <a:gd name="connsiteX16" fmla="*/ 243414 w 271925"/>
                <a:gd name="connsiteY16" fmla="*/ 264953 h 285387"/>
                <a:gd name="connsiteX17" fmla="*/ 258289 w 271925"/>
                <a:gd name="connsiteY17" fmla="*/ 268036 h 285387"/>
                <a:gd name="connsiteX18" fmla="*/ 258290 w 271925"/>
                <a:gd name="connsiteY18" fmla="*/ 13813 h 285387"/>
                <a:gd name="connsiteX19" fmla="*/ 13637 w 271925"/>
                <a:gd name="connsiteY19" fmla="*/ 13813 h 285387"/>
                <a:gd name="connsiteX20" fmla="*/ 13637 w 271925"/>
                <a:gd name="connsiteY20" fmla="*/ 25228 h 285387"/>
                <a:gd name="connsiteX21" fmla="*/ 236653 w 271925"/>
                <a:gd name="connsiteY21" fmla="*/ 25228 h 285387"/>
                <a:gd name="connsiteX22" fmla="*/ 243414 w 271925"/>
                <a:gd name="connsiteY22" fmla="*/ 32078 h 28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1925" h="285387">
                  <a:moveTo>
                    <a:pt x="265051" y="285387"/>
                  </a:moveTo>
                  <a:cubicBezTo>
                    <a:pt x="263985" y="285395"/>
                    <a:pt x="262936" y="285120"/>
                    <a:pt x="262008" y="284588"/>
                  </a:cubicBezTo>
                  <a:cubicBezTo>
                    <a:pt x="254157" y="280529"/>
                    <a:pt x="245467" y="278416"/>
                    <a:pt x="236653" y="278424"/>
                  </a:cubicBezTo>
                  <a:cubicBezTo>
                    <a:pt x="232856" y="278424"/>
                    <a:pt x="229779" y="275306"/>
                    <a:pt x="229779" y="271460"/>
                  </a:cubicBezTo>
                  <a:lnTo>
                    <a:pt x="229779" y="39498"/>
                  </a:lnTo>
                  <a:lnTo>
                    <a:pt x="6762" y="39498"/>
                  </a:lnTo>
                  <a:cubicBezTo>
                    <a:pt x="3028" y="39498"/>
                    <a:pt x="1" y="36432"/>
                    <a:pt x="0" y="32649"/>
                  </a:cubicBezTo>
                  <a:cubicBezTo>
                    <a:pt x="0" y="32611"/>
                    <a:pt x="0" y="32573"/>
                    <a:pt x="1" y="32534"/>
                  </a:cubicBezTo>
                  <a:lnTo>
                    <a:pt x="1" y="6963"/>
                  </a:lnTo>
                  <a:cubicBezTo>
                    <a:pt x="-61" y="3181"/>
                    <a:pt x="2915" y="64"/>
                    <a:pt x="6649" y="1"/>
                  </a:cubicBezTo>
                  <a:cubicBezTo>
                    <a:pt x="6687" y="0"/>
                    <a:pt x="6725" y="0"/>
                    <a:pt x="6762" y="0"/>
                  </a:cubicBezTo>
                  <a:lnTo>
                    <a:pt x="265051" y="0"/>
                  </a:lnTo>
                  <a:cubicBezTo>
                    <a:pt x="268847" y="0"/>
                    <a:pt x="271925" y="3118"/>
                    <a:pt x="271925" y="6963"/>
                  </a:cubicBezTo>
                  <a:lnTo>
                    <a:pt x="271925" y="277967"/>
                  </a:lnTo>
                  <a:cubicBezTo>
                    <a:pt x="271950" y="280392"/>
                    <a:pt x="270707" y="282650"/>
                    <a:pt x="268657" y="283903"/>
                  </a:cubicBezTo>
                  <a:cubicBezTo>
                    <a:pt x="267618" y="284734"/>
                    <a:pt x="266368" y="285249"/>
                    <a:pt x="265051" y="285387"/>
                  </a:cubicBezTo>
                  <a:close/>
                  <a:moveTo>
                    <a:pt x="243414" y="264953"/>
                  </a:moveTo>
                  <a:cubicBezTo>
                    <a:pt x="248471" y="265412"/>
                    <a:pt x="253461" y="266446"/>
                    <a:pt x="258289" y="268036"/>
                  </a:cubicBezTo>
                  <a:lnTo>
                    <a:pt x="258290" y="13813"/>
                  </a:lnTo>
                  <a:lnTo>
                    <a:pt x="13637" y="13813"/>
                  </a:lnTo>
                  <a:lnTo>
                    <a:pt x="13637" y="25228"/>
                  </a:lnTo>
                  <a:lnTo>
                    <a:pt x="236653" y="25228"/>
                  </a:lnTo>
                  <a:cubicBezTo>
                    <a:pt x="240387" y="25228"/>
                    <a:pt x="243414" y="28295"/>
                    <a:pt x="243414" y="3207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7" name="Graphic 47">
            <a:extLst>
              <a:ext uri="{FF2B5EF4-FFF2-40B4-BE49-F238E27FC236}">
                <a16:creationId xmlns:a16="http://schemas.microsoft.com/office/drawing/2014/main" id="{57CC284F-10DD-4E48-8638-4202A116F540}"/>
              </a:ext>
            </a:extLst>
          </p:cNvPr>
          <p:cNvGrpSpPr>
            <a:grpSpLocks noChangeAspect="1"/>
          </p:cNvGrpSpPr>
          <p:nvPr/>
        </p:nvGrpSpPr>
        <p:grpSpPr>
          <a:xfrm>
            <a:off x="7146357" y="2417919"/>
            <a:ext cx="420441" cy="309617"/>
            <a:chOff x="7179464" y="2616877"/>
            <a:chExt cx="420441" cy="309617"/>
          </a:xfrm>
          <a:solidFill>
            <a:srgbClr val="FFFFFF"/>
          </a:solidFill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D0503B84-8C85-8749-8911-4089BF22B7CB}"/>
                </a:ext>
              </a:extLst>
            </p:cNvPr>
            <p:cNvSpPr/>
            <p:nvPr/>
          </p:nvSpPr>
          <p:spPr>
            <a:xfrm>
              <a:off x="7179464" y="2870033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A117BE6-BA56-3A43-8F47-135DA95EBB28}"/>
                </a:ext>
              </a:extLst>
            </p:cNvPr>
            <p:cNvSpPr/>
            <p:nvPr/>
          </p:nvSpPr>
          <p:spPr>
            <a:xfrm>
              <a:off x="7190183" y="2616877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81937FF4-F73E-C742-A0EB-BE307C4FAA04}"/>
                </a:ext>
              </a:extLst>
            </p:cNvPr>
            <p:cNvSpPr/>
            <p:nvPr/>
          </p:nvSpPr>
          <p:spPr>
            <a:xfrm>
              <a:off x="7218996" y="2645903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2BABAC9-CF80-DA44-ACA6-FEEB2E4F5888}"/>
                </a:ext>
              </a:extLst>
            </p:cNvPr>
            <p:cNvSpPr/>
            <p:nvPr/>
          </p:nvSpPr>
          <p:spPr>
            <a:xfrm>
              <a:off x="7282040" y="2680621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4C90D33-645E-7540-B736-515014670F74}"/>
                </a:ext>
              </a:extLst>
            </p:cNvPr>
            <p:cNvSpPr/>
            <p:nvPr/>
          </p:nvSpPr>
          <p:spPr>
            <a:xfrm>
              <a:off x="7257605" y="2735445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910F8214-1DF3-2A42-9D95-37DF6F54A6D6}"/>
                </a:ext>
              </a:extLst>
            </p:cNvPr>
            <p:cNvSpPr/>
            <p:nvPr/>
          </p:nvSpPr>
          <p:spPr>
            <a:xfrm>
              <a:off x="7302900" y="2765400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8F0132B3-FB17-2D4B-8D91-5FFA2485F51D}"/>
                </a:ext>
              </a:extLst>
            </p:cNvPr>
            <p:cNvSpPr/>
            <p:nvPr/>
          </p:nvSpPr>
          <p:spPr>
            <a:xfrm>
              <a:off x="7387495" y="2678003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4B11A74A-7D31-D947-B6E6-30EDE10E5690}"/>
                </a:ext>
              </a:extLst>
            </p:cNvPr>
            <p:cNvSpPr/>
            <p:nvPr/>
          </p:nvSpPr>
          <p:spPr>
            <a:xfrm>
              <a:off x="7422417" y="2708167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729E1252-308D-3A46-A8B3-1F9A2F35055A}"/>
                </a:ext>
              </a:extLst>
            </p:cNvPr>
            <p:cNvSpPr/>
            <p:nvPr/>
          </p:nvSpPr>
          <p:spPr>
            <a:xfrm>
              <a:off x="7450423" y="2708167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A4AE421-6E33-2B43-A866-E8210E136BA1}"/>
                </a:ext>
              </a:extLst>
            </p:cNvPr>
            <p:cNvSpPr/>
            <p:nvPr/>
          </p:nvSpPr>
          <p:spPr>
            <a:xfrm>
              <a:off x="7479506" y="2708168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8" name="Graphic 49">
            <a:extLst>
              <a:ext uri="{FF2B5EF4-FFF2-40B4-BE49-F238E27FC236}">
                <a16:creationId xmlns:a16="http://schemas.microsoft.com/office/drawing/2014/main" id="{714C8AEC-77A6-7B43-B0FD-D4B1AF94C84E}"/>
              </a:ext>
            </a:extLst>
          </p:cNvPr>
          <p:cNvGrpSpPr>
            <a:grpSpLocks noChangeAspect="1"/>
          </p:cNvGrpSpPr>
          <p:nvPr/>
        </p:nvGrpSpPr>
        <p:grpSpPr>
          <a:xfrm>
            <a:off x="7192458" y="4894673"/>
            <a:ext cx="322891" cy="410536"/>
            <a:chOff x="7225565" y="2563092"/>
            <a:chExt cx="322891" cy="410536"/>
          </a:xfrm>
          <a:solidFill>
            <a:srgbClr val="FFFFFF"/>
          </a:solidFill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4391D5CC-907D-4D48-B21D-2843B2F4E1B8}"/>
                </a:ext>
              </a:extLst>
            </p:cNvPr>
            <p:cNvSpPr/>
            <p:nvPr/>
          </p:nvSpPr>
          <p:spPr>
            <a:xfrm>
              <a:off x="7225565" y="2563092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994C049-9FE3-BC41-8F36-9D932EDA38DC}"/>
                </a:ext>
              </a:extLst>
            </p:cNvPr>
            <p:cNvSpPr/>
            <p:nvPr/>
          </p:nvSpPr>
          <p:spPr>
            <a:xfrm>
              <a:off x="7296537" y="2637552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62663E1E-450C-C243-AA28-A4B9CF1585B0}"/>
                </a:ext>
              </a:extLst>
            </p:cNvPr>
            <p:cNvSpPr/>
            <p:nvPr/>
          </p:nvSpPr>
          <p:spPr>
            <a:xfrm>
              <a:off x="7265534" y="2705675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3864C647-5916-5A46-922E-FCF2D2772B1F}"/>
                </a:ext>
              </a:extLst>
            </p:cNvPr>
            <p:cNvSpPr/>
            <p:nvPr/>
          </p:nvSpPr>
          <p:spPr>
            <a:xfrm>
              <a:off x="7265534" y="2751371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BE18D080-25F7-874A-A7ED-9F4D72529DCA}"/>
                </a:ext>
              </a:extLst>
            </p:cNvPr>
            <p:cNvSpPr/>
            <p:nvPr/>
          </p:nvSpPr>
          <p:spPr>
            <a:xfrm>
              <a:off x="7264750" y="2797796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FF856471-D58B-5A4C-89FD-B535D4CD21A2}"/>
                </a:ext>
              </a:extLst>
            </p:cNvPr>
            <p:cNvSpPr/>
            <p:nvPr/>
          </p:nvSpPr>
          <p:spPr>
            <a:xfrm>
              <a:off x="7264406" y="2843436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DD0C18D7-81B7-904A-A54A-0275071659BB}"/>
                </a:ext>
              </a:extLst>
            </p:cNvPr>
            <p:cNvSpPr/>
            <p:nvPr/>
          </p:nvSpPr>
          <p:spPr>
            <a:xfrm>
              <a:off x="7377722" y="2912344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C6083FAE-745C-764E-AC0D-9A2D015AFCC8}"/>
                </a:ext>
              </a:extLst>
            </p:cNvPr>
            <p:cNvSpPr/>
            <p:nvPr/>
          </p:nvSpPr>
          <p:spPr>
            <a:xfrm>
              <a:off x="7438006" y="2620582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F5D81620-2069-6640-8FE7-EEA5CD56747F}"/>
                </a:ext>
              </a:extLst>
            </p:cNvPr>
            <p:cNvSpPr/>
            <p:nvPr/>
          </p:nvSpPr>
          <p:spPr>
            <a:xfrm>
              <a:off x="7438141" y="2864994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6D52EF0B-03A5-9D4A-8C59-37E54D7831E7}"/>
                </a:ext>
              </a:extLst>
            </p:cNvPr>
            <p:cNvSpPr/>
            <p:nvPr/>
          </p:nvSpPr>
          <p:spPr>
            <a:xfrm>
              <a:off x="7485613" y="2597900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71FF508-B696-9844-B1BC-65142B17BCFE}"/>
                </a:ext>
              </a:extLst>
            </p:cNvPr>
            <p:cNvSpPr/>
            <p:nvPr/>
          </p:nvSpPr>
          <p:spPr>
            <a:xfrm>
              <a:off x="7475631" y="2650511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63D06DA5-BC95-CE45-97C5-CF4555202F47}"/>
                </a:ext>
              </a:extLst>
            </p:cNvPr>
            <p:cNvSpPr/>
            <p:nvPr/>
          </p:nvSpPr>
          <p:spPr>
            <a:xfrm>
              <a:off x="7471918" y="2672959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1" name="Graphic 51">
            <a:extLst>
              <a:ext uri="{FF2B5EF4-FFF2-40B4-BE49-F238E27FC236}">
                <a16:creationId xmlns:a16="http://schemas.microsoft.com/office/drawing/2014/main" id="{95ED692A-EAA5-C742-8E53-45370B659647}"/>
              </a:ext>
            </a:extLst>
          </p:cNvPr>
          <p:cNvGrpSpPr>
            <a:grpSpLocks noChangeAspect="1"/>
          </p:cNvGrpSpPr>
          <p:nvPr/>
        </p:nvGrpSpPr>
        <p:grpSpPr>
          <a:xfrm>
            <a:off x="4666905" y="2364113"/>
            <a:ext cx="327201" cy="417696"/>
            <a:chOff x="7225566" y="2563071"/>
            <a:chExt cx="327201" cy="417696"/>
          </a:xfrm>
          <a:solidFill>
            <a:srgbClr val="FFFFFF"/>
          </a:solidFill>
        </p:grpSpPr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FDD58ED8-DD40-9445-B58A-AE50B552F22D}"/>
                </a:ext>
              </a:extLst>
            </p:cNvPr>
            <p:cNvSpPr/>
            <p:nvPr/>
          </p:nvSpPr>
          <p:spPr>
            <a:xfrm>
              <a:off x="7467387" y="2858160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D137965A-2838-1642-AA87-E46753BB7315}"/>
                </a:ext>
              </a:extLst>
            </p:cNvPr>
            <p:cNvSpPr/>
            <p:nvPr/>
          </p:nvSpPr>
          <p:spPr>
            <a:xfrm>
              <a:off x="7291029" y="2563071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F74EF11-4381-BB46-BCF9-47FDAAA9CC20}"/>
                </a:ext>
              </a:extLst>
            </p:cNvPr>
            <p:cNvSpPr/>
            <p:nvPr/>
          </p:nvSpPr>
          <p:spPr>
            <a:xfrm>
              <a:off x="7290130" y="2632186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228DB630-C0D1-2344-BECC-392F2373E041}"/>
                </a:ext>
              </a:extLst>
            </p:cNvPr>
            <p:cNvSpPr/>
            <p:nvPr/>
          </p:nvSpPr>
          <p:spPr>
            <a:xfrm>
              <a:off x="7301194" y="2726923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21318570-977C-0748-8DDB-ACD63C967A44}"/>
                </a:ext>
              </a:extLst>
            </p:cNvPr>
            <p:cNvSpPr/>
            <p:nvPr/>
          </p:nvSpPr>
          <p:spPr>
            <a:xfrm>
              <a:off x="7302093" y="2762595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25C1A819-75F3-FB44-B756-CA1901D68677}"/>
                </a:ext>
              </a:extLst>
            </p:cNvPr>
            <p:cNvSpPr/>
            <p:nvPr/>
          </p:nvSpPr>
          <p:spPr>
            <a:xfrm>
              <a:off x="7301194" y="2798265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5C8CDD55-25E1-6041-9935-F0B11B223180}"/>
                </a:ext>
              </a:extLst>
            </p:cNvPr>
            <p:cNvSpPr/>
            <p:nvPr/>
          </p:nvSpPr>
          <p:spPr>
            <a:xfrm>
              <a:off x="7301194" y="2833994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33E84CD7-8150-674F-BCE9-F79CA3A4A493}"/>
                </a:ext>
              </a:extLst>
            </p:cNvPr>
            <p:cNvSpPr/>
            <p:nvPr/>
          </p:nvSpPr>
          <p:spPr>
            <a:xfrm>
              <a:off x="7301194" y="2869722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ED07F18-087F-A744-A35F-CE80076DD93A}"/>
                </a:ext>
              </a:extLst>
            </p:cNvPr>
            <p:cNvSpPr/>
            <p:nvPr/>
          </p:nvSpPr>
          <p:spPr>
            <a:xfrm>
              <a:off x="7479790" y="2870893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8580190C-7A9E-C842-B6B9-9078B0B4FB43}"/>
                </a:ext>
              </a:extLst>
            </p:cNvPr>
            <p:cNvSpPr/>
            <p:nvPr/>
          </p:nvSpPr>
          <p:spPr>
            <a:xfrm>
              <a:off x="7256684" y="2649646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8973D10-787C-EA45-B9AA-FCB52E7FEFF0}"/>
                </a:ext>
              </a:extLst>
            </p:cNvPr>
            <p:cNvSpPr/>
            <p:nvPr/>
          </p:nvSpPr>
          <p:spPr>
            <a:xfrm>
              <a:off x="7225566" y="2613688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45F5728C-2819-C844-BC75-3F68BF917114}"/>
                </a:ext>
              </a:extLst>
            </p:cNvPr>
            <p:cNvSpPr/>
            <p:nvPr/>
          </p:nvSpPr>
          <p:spPr>
            <a:xfrm>
              <a:off x="7515598" y="2771031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5267EED-DF37-4D4C-987E-AD19F9280951}"/>
                </a:ext>
              </a:extLst>
            </p:cNvPr>
            <p:cNvSpPr/>
            <p:nvPr/>
          </p:nvSpPr>
          <p:spPr>
            <a:xfrm>
              <a:off x="7515656" y="2723154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31251BB0-177E-1D48-8B20-40828B7CBEE6}"/>
                </a:ext>
              </a:extLst>
            </p:cNvPr>
            <p:cNvSpPr/>
            <p:nvPr/>
          </p:nvSpPr>
          <p:spPr>
            <a:xfrm>
              <a:off x="7515655" y="2677398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9A3F93DA-F933-844D-BAC7-5948987F2143}"/>
              </a:ext>
            </a:extLst>
          </p:cNvPr>
          <p:cNvGrpSpPr/>
          <p:nvPr/>
        </p:nvGrpSpPr>
        <p:grpSpPr>
          <a:xfrm>
            <a:off x="4743371" y="2749988"/>
            <a:ext cx="2705258" cy="1714012"/>
            <a:chOff x="4791551" y="2993048"/>
            <a:chExt cx="2705258" cy="1714012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F4F3A128-49E8-774F-A7BE-A8374E43C316}"/>
                </a:ext>
              </a:extLst>
            </p:cNvPr>
            <p:cNvGrpSpPr/>
            <p:nvPr/>
          </p:nvGrpSpPr>
          <p:grpSpPr>
            <a:xfrm>
              <a:off x="5061050" y="2993048"/>
              <a:ext cx="2134989" cy="1178343"/>
              <a:chOff x="5000181" y="3567085"/>
              <a:chExt cx="2134989" cy="1178343"/>
            </a:xfrm>
          </p:grpSpPr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2EE20BBF-4E9D-DF43-BB63-4133038FDA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701190" y="3567085"/>
                <a:ext cx="732971" cy="649112"/>
              </a:xfrm>
              <a:custGeom>
                <a:avLst/>
                <a:gdLst>
                  <a:gd name="T0" fmla="*/ 232 w 256"/>
                  <a:gd name="T1" fmla="*/ 84 h 227"/>
                  <a:gd name="T2" fmla="*/ 172 w 256"/>
                  <a:gd name="T3" fmla="*/ 44 h 227"/>
                  <a:gd name="T4" fmla="*/ 120 w 256"/>
                  <a:gd name="T5" fmla="*/ 48 h 227"/>
                  <a:gd name="T6" fmla="*/ 64 w 256"/>
                  <a:gd name="T7" fmla="*/ 107 h 227"/>
                  <a:gd name="T8" fmla="*/ 0 w 256"/>
                  <a:gd name="T9" fmla="*/ 131 h 227"/>
                  <a:gd name="T10" fmla="*/ 32 w 256"/>
                  <a:gd name="T11" fmla="*/ 227 h 227"/>
                  <a:gd name="T12" fmla="*/ 87 w 256"/>
                  <a:gd name="T13" fmla="*/ 212 h 227"/>
                  <a:gd name="T14" fmla="*/ 103 w 256"/>
                  <a:gd name="T15" fmla="*/ 219 h 227"/>
                  <a:gd name="T16" fmla="*/ 232 w 256"/>
                  <a:gd name="T17" fmla="*/ 197 h 227"/>
                  <a:gd name="T18" fmla="*/ 240 w 256"/>
                  <a:gd name="T19" fmla="*/ 169 h 227"/>
                  <a:gd name="T20" fmla="*/ 248 w 256"/>
                  <a:gd name="T21" fmla="*/ 140 h 227"/>
                  <a:gd name="T22" fmla="*/ 256 w 256"/>
                  <a:gd name="T23" fmla="*/ 108 h 227"/>
                  <a:gd name="T24" fmla="*/ 32 w 256"/>
                  <a:gd name="T25" fmla="*/ 211 h 227"/>
                  <a:gd name="T26" fmla="*/ 16 w 256"/>
                  <a:gd name="T27" fmla="*/ 131 h 227"/>
                  <a:gd name="T28" fmla="*/ 64 w 256"/>
                  <a:gd name="T29" fmla="*/ 123 h 227"/>
                  <a:gd name="T30" fmla="*/ 72 w 256"/>
                  <a:gd name="T31" fmla="*/ 198 h 227"/>
                  <a:gd name="T32" fmla="*/ 72 w 256"/>
                  <a:gd name="T33" fmla="*/ 203 h 227"/>
                  <a:gd name="T34" fmla="*/ 210 w 256"/>
                  <a:gd name="T35" fmla="*/ 203 h 227"/>
                  <a:gd name="T36" fmla="*/ 88 w 256"/>
                  <a:gd name="T37" fmla="*/ 194 h 227"/>
                  <a:gd name="T38" fmla="*/ 86 w 256"/>
                  <a:gd name="T39" fmla="*/ 121 h 227"/>
                  <a:gd name="T40" fmla="*/ 140 w 256"/>
                  <a:gd name="T41" fmla="*/ 16 h 227"/>
                  <a:gd name="T42" fmla="*/ 152 w 256"/>
                  <a:gd name="T43" fmla="*/ 90 h 227"/>
                  <a:gd name="T44" fmla="*/ 160 w 256"/>
                  <a:gd name="T45" fmla="*/ 100 h 227"/>
                  <a:gd name="T46" fmla="*/ 240 w 256"/>
                  <a:gd name="T47" fmla="*/ 108 h 227"/>
                  <a:gd name="T48" fmla="*/ 223 w 256"/>
                  <a:gd name="T49" fmla="*/ 116 h 227"/>
                  <a:gd name="T50" fmla="*/ 223 w 256"/>
                  <a:gd name="T51" fmla="*/ 132 h 227"/>
                  <a:gd name="T52" fmla="*/ 224 w 256"/>
                  <a:gd name="T53" fmla="*/ 132 h 227"/>
                  <a:gd name="T54" fmla="*/ 224 w 256"/>
                  <a:gd name="T55" fmla="*/ 148 h 227"/>
                  <a:gd name="T56" fmla="*/ 218 w 256"/>
                  <a:gd name="T57" fmla="*/ 147 h 227"/>
                  <a:gd name="T58" fmla="*/ 215 w 256"/>
                  <a:gd name="T59" fmla="*/ 148 h 227"/>
                  <a:gd name="T60" fmla="*/ 215 w 256"/>
                  <a:gd name="T61" fmla="*/ 164 h 227"/>
                  <a:gd name="T62" fmla="*/ 224 w 256"/>
                  <a:gd name="T63" fmla="*/ 169 h 227"/>
                  <a:gd name="T64" fmla="*/ 210 w 256"/>
                  <a:gd name="T65" fmla="*/ 175 h 227"/>
                  <a:gd name="T66" fmla="*/ 210 w 256"/>
                  <a:gd name="T67" fmla="*/ 175 h 227"/>
                  <a:gd name="T68" fmla="*/ 210 w 256"/>
                  <a:gd name="T69" fmla="*/ 191 h 227"/>
                  <a:gd name="T70" fmla="*/ 210 w 256"/>
                  <a:gd name="T71" fmla="*/ 20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227">
                    <a:moveTo>
                      <a:pt x="256" y="108"/>
                    </a:moveTo>
                    <a:cubicBezTo>
                      <a:pt x="256" y="94"/>
                      <a:pt x="245" y="84"/>
                      <a:pt x="232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71" y="74"/>
                      <a:pt x="172" y="59"/>
                      <a:pt x="172" y="44"/>
                    </a:cubicBezTo>
                    <a:cubicBezTo>
                      <a:pt x="172" y="13"/>
                      <a:pt x="156" y="0"/>
                      <a:pt x="140" y="0"/>
                    </a:cubicBezTo>
                    <a:cubicBezTo>
                      <a:pt x="120" y="0"/>
                      <a:pt x="120" y="21"/>
                      <a:pt x="120" y="48"/>
                    </a:cubicBezTo>
                    <a:cubicBezTo>
                      <a:pt x="120" y="67"/>
                      <a:pt x="90" y="97"/>
                      <a:pt x="75" y="110"/>
                    </a:cubicBezTo>
                    <a:cubicBezTo>
                      <a:pt x="71" y="108"/>
                      <a:pt x="68" y="107"/>
                      <a:pt x="6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11" y="107"/>
                      <a:pt x="0" y="118"/>
                      <a:pt x="0" y="131"/>
                    </a:cubicBezTo>
                    <a:cubicBezTo>
                      <a:pt x="8" y="203"/>
                      <a:pt x="8" y="203"/>
                      <a:pt x="8" y="203"/>
                    </a:cubicBezTo>
                    <a:cubicBezTo>
                      <a:pt x="10" y="216"/>
                      <a:pt x="19" y="227"/>
                      <a:pt x="32" y="227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4" y="227"/>
                      <a:pt x="83" y="221"/>
                      <a:pt x="87" y="212"/>
                    </a:cubicBezTo>
                    <a:cubicBezTo>
                      <a:pt x="100" y="219"/>
                      <a:pt x="100" y="219"/>
                      <a:pt x="100" y="219"/>
                    </a:cubicBezTo>
                    <a:cubicBezTo>
                      <a:pt x="101" y="219"/>
                      <a:pt x="102" y="219"/>
                      <a:pt x="103" y="219"/>
                    </a:cubicBezTo>
                    <a:cubicBezTo>
                      <a:pt x="210" y="219"/>
                      <a:pt x="210" y="219"/>
                      <a:pt x="210" y="219"/>
                    </a:cubicBezTo>
                    <a:cubicBezTo>
                      <a:pt x="222" y="219"/>
                      <a:pt x="232" y="210"/>
                      <a:pt x="232" y="197"/>
                    </a:cubicBezTo>
                    <a:cubicBezTo>
                      <a:pt x="232" y="194"/>
                      <a:pt x="231" y="191"/>
                      <a:pt x="230" y="188"/>
                    </a:cubicBezTo>
                    <a:cubicBezTo>
                      <a:pt x="236" y="184"/>
                      <a:pt x="240" y="177"/>
                      <a:pt x="240" y="169"/>
                    </a:cubicBezTo>
                    <a:cubicBezTo>
                      <a:pt x="240" y="166"/>
                      <a:pt x="239" y="162"/>
                      <a:pt x="238" y="159"/>
                    </a:cubicBezTo>
                    <a:cubicBezTo>
                      <a:pt x="244" y="155"/>
                      <a:pt x="248" y="148"/>
                      <a:pt x="248" y="140"/>
                    </a:cubicBezTo>
                    <a:cubicBezTo>
                      <a:pt x="248" y="135"/>
                      <a:pt x="247" y="131"/>
                      <a:pt x="245" y="128"/>
                    </a:cubicBezTo>
                    <a:cubicBezTo>
                      <a:pt x="252" y="123"/>
                      <a:pt x="256" y="116"/>
                      <a:pt x="256" y="108"/>
                    </a:cubicBezTo>
                    <a:close/>
                    <a:moveTo>
                      <a:pt x="64" y="211"/>
                    </a:moveTo>
                    <a:cubicBezTo>
                      <a:pt x="32" y="211"/>
                      <a:pt x="32" y="211"/>
                      <a:pt x="32" y="211"/>
                    </a:cubicBezTo>
                    <a:cubicBezTo>
                      <a:pt x="28" y="211"/>
                      <a:pt x="25" y="206"/>
                      <a:pt x="24" y="202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27"/>
                      <a:pt x="20" y="123"/>
                      <a:pt x="24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9" y="123"/>
                      <a:pt x="72" y="127"/>
                      <a:pt x="72" y="131"/>
                    </a:cubicBezTo>
                    <a:cubicBezTo>
                      <a:pt x="72" y="198"/>
                      <a:pt x="72" y="198"/>
                      <a:pt x="72" y="198"/>
                    </a:cubicBezTo>
                    <a:cubicBezTo>
                      <a:pt x="72" y="199"/>
                      <a:pt x="72" y="200"/>
                      <a:pt x="72" y="201"/>
                    </a:cubicBezTo>
                    <a:cubicBezTo>
                      <a:pt x="72" y="203"/>
                      <a:pt x="72" y="203"/>
                      <a:pt x="72" y="203"/>
                    </a:cubicBezTo>
                    <a:cubicBezTo>
                      <a:pt x="72" y="208"/>
                      <a:pt x="69" y="211"/>
                      <a:pt x="64" y="211"/>
                    </a:cubicBezTo>
                    <a:close/>
                    <a:moveTo>
                      <a:pt x="210" y="203"/>
                    </a:moveTo>
                    <a:cubicBezTo>
                      <a:pt x="105" y="203"/>
                      <a:pt x="105" y="203"/>
                      <a:pt x="105" y="203"/>
                    </a:cubicBezTo>
                    <a:cubicBezTo>
                      <a:pt x="88" y="194"/>
                      <a:pt x="88" y="194"/>
                      <a:pt x="88" y="194"/>
                    </a:cubicBezTo>
                    <a:cubicBezTo>
                      <a:pt x="88" y="131"/>
                      <a:pt x="88" y="131"/>
                      <a:pt x="88" y="131"/>
                    </a:cubicBezTo>
                    <a:cubicBezTo>
                      <a:pt x="88" y="128"/>
                      <a:pt x="87" y="124"/>
                      <a:pt x="86" y="121"/>
                    </a:cubicBezTo>
                    <a:cubicBezTo>
                      <a:pt x="100" y="109"/>
                      <a:pt x="136" y="75"/>
                      <a:pt x="136" y="48"/>
                    </a:cubicBezTo>
                    <a:cubicBezTo>
                      <a:pt x="136" y="31"/>
                      <a:pt x="136" y="16"/>
                      <a:pt x="140" y="16"/>
                    </a:cubicBezTo>
                    <a:cubicBezTo>
                      <a:pt x="148" y="16"/>
                      <a:pt x="156" y="25"/>
                      <a:pt x="156" y="44"/>
                    </a:cubicBezTo>
                    <a:cubicBezTo>
                      <a:pt x="156" y="67"/>
                      <a:pt x="152" y="90"/>
                      <a:pt x="152" y="90"/>
                    </a:cubicBezTo>
                    <a:cubicBezTo>
                      <a:pt x="152" y="93"/>
                      <a:pt x="153" y="95"/>
                      <a:pt x="154" y="97"/>
                    </a:cubicBezTo>
                    <a:cubicBezTo>
                      <a:pt x="156" y="98"/>
                      <a:pt x="158" y="100"/>
                      <a:pt x="160" y="100"/>
                    </a:cubicBezTo>
                    <a:cubicBezTo>
                      <a:pt x="232" y="100"/>
                      <a:pt x="232" y="100"/>
                      <a:pt x="232" y="100"/>
                    </a:cubicBezTo>
                    <a:cubicBezTo>
                      <a:pt x="237" y="100"/>
                      <a:pt x="240" y="103"/>
                      <a:pt x="240" y="108"/>
                    </a:cubicBezTo>
                    <a:cubicBezTo>
                      <a:pt x="240" y="112"/>
                      <a:pt x="237" y="116"/>
                      <a:pt x="232" y="116"/>
                    </a:cubicBezTo>
                    <a:cubicBezTo>
                      <a:pt x="223" y="116"/>
                      <a:pt x="223" y="116"/>
                      <a:pt x="223" y="116"/>
                    </a:cubicBezTo>
                    <a:cubicBezTo>
                      <a:pt x="219" y="116"/>
                      <a:pt x="215" y="119"/>
                      <a:pt x="215" y="124"/>
                    </a:cubicBezTo>
                    <a:cubicBezTo>
                      <a:pt x="215" y="128"/>
                      <a:pt x="219" y="132"/>
                      <a:pt x="223" y="132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29" y="132"/>
                      <a:pt x="232" y="135"/>
                      <a:pt x="232" y="140"/>
                    </a:cubicBezTo>
                    <a:cubicBezTo>
                      <a:pt x="232" y="144"/>
                      <a:pt x="229" y="148"/>
                      <a:pt x="224" y="148"/>
                    </a:cubicBezTo>
                    <a:cubicBezTo>
                      <a:pt x="219" y="148"/>
                      <a:pt x="219" y="148"/>
                      <a:pt x="219" y="148"/>
                    </a:cubicBezTo>
                    <a:cubicBezTo>
                      <a:pt x="219" y="148"/>
                      <a:pt x="218" y="147"/>
                      <a:pt x="218" y="147"/>
                    </a:cubicBezTo>
                    <a:cubicBezTo>
                      <a:pt x="218" y="147"/>
                      <a:pt x="218" y="148"/>
                      <a:pt x="218" y="148"/>
                    </a:cubicBezTo>
                    <a:cubicBezTo>
                      <a:pt x="215" y="148"/>
                      <a:pt x="215" y="148"/>
                      <a:pt x="215" y="148"/>
                    </a:cubicBezTo>
                    <a:cubicBezTo>
                      <a:pt x="211" y="148"/>
                      <a:pt x="207" y="151"/>
                      <a:pt x="207" y="156"/>
                    </a:cubicBezTo>
                    <a:cubicBezTo>
                      <a:pt x="207" y="160"/>
                      <a:pt x="211" y="164"/>
                      <a:pt x="215" y="164"/>
                    </a:cubicBezTo>
                    <a:cubicBezTo>
                      <a:pt x="218" y="164"/>
                      <a:pt x="218" y="164"/>
                      <a:pt x="218" y="164"/>
                    </a:cubicBezTo>
                    <a:cubicBezTo>
                      <a:pt x="222" y="164"/>
                      <a:pt x="224" y="166"/>
                      <a:pt x="224" y="169"/>
                    </a:cubicBezTo>
                    <a:cubicBezTo>
                      <a:pt x="224" y="173"/>
                      <a:pt x="221" y="175"/>
                      <a:pt x="218" y="175"/>
                    </a:cubicBezTo>
                    <a:cubicBezTo>
                      <a:pt x="210" y="175"/>
                      <a:pt x="210" y="175"/>
                      <a:pt x="210" y="175"/>
                    </a:cubicBezTo>
                    <a:cubicBezTo>
                      <a:pt x="210" y="175"/>
                      <a:pt x="210" y="175"/>
                      <a:pt x="210" y="175"/>
                    </a:cubicBezTo>
                    <a:cubicBezTo>
                      <a:pt x="210" y="175"/>
                      <a:pt x="210" y="175"/>
                      <a:pt x="210" y="175"/>
                    </a:cubicBezTo>
                    <a:cubicBezTo>
                      <a:pt x="206" y="175"/>
                      <a:pt x="202" y="179"/>
                      <a:pt x="202" y="183"/>
                    </a:cubicBezTo>
                    <a:cubicBezTo>
                      <a:pt x="202" y="188"/>
                      <a:pt x="206" y="191"/>
                      <a:pt x="210" y="191"/>
                    </a:cubicBezTo>
                    <a:cubicBezTo>
                      <a:pt x="213" y="191"/>
                      <a:pt x="216" y="194"/>
                      <a:pt x="216" y="197"/>
                    </a:cubicBezTo>
                    <a:cubicBezTo>
                      <a:pt x="216" y="201"/>
                      <a:pt x="213" y="203"/>
                      <a:pt x="210" y="203"/>
                    </a:cubicBezTo>
                    <a:close/>
                  </a:path>
                </a:pathLst>
              </a:custGeom>
              <a:solidFill>
                <a:schemeClr val="tx1">
                  <a:alpha val="70000"/>
                </a:scheme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84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23" name="Title 1">
                <a:extLst>
                  <a:ext uri="{FF2B5EF4-FFF2-40B4-BE49-F238E27FC236}">
                    <a16:creationId xmlns:a16="http://schemas.microsoft.com/office/drawing/2014/main" id="{8FCD6D0F-52FB-C542-8DF3-D3F21ACA7978}"/>
                  </a:ext>
                </a:extLst>
              </p:cNvPr>
              <p:cNvSpPr txBox="1">
                <a:spLocks/>
              </p:cNvSpPr>
              <p:nvPr/>
            </p:nvSpPr>
            <p:spPr>
              <a:xfrm flipH="1">
                <a:off x="5000181" y="4320696"/>
                <a:ext cx="2134989" cy="4247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>
                <a:lvl1pPr algn="l" defTabSz="1828434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60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pPr algn="ctr" defTabSz="457152">
                  <a:buClr>
                    <a:srgbClr val="0070C0"/>
                  </a:buClr>
                  <a:defRPr/>
                </a:pPr>
                <a:r>
                  <a:rPr lang="en-IN" sz="2400" b="1" dirty="0">
                    <a:solidFill>
                      <a:schemeClr val="tx1">
                        <a:alpha val="7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INSERT </a:t>
                </a:r>
                <a:r>
                  <a:rPr lang="en-IN" sz="2400" dirty="0">
                    <a:solidFill>
                      <a:schemeClr val="tx1">
                        <a:alpha val="7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TITLE</a:t>
                </a:r>
              </a:p>
            </p:txBody>
          </p:sp>
        </p:grpSp>
        <p:sp>
          <p:nvSpPr>
            <p:cNvPr id="106" name="Inhaltsplatzhalter 4">
              <a:extLst>
                <a:ext uri="{FF2B5EF4-FFF2-40B4-BE49-F238E27FC236}">
                  <a16:creationId xmlns:a16="http://schemas.microsoft.com/office/drawing/2014/main" id="{959390DB-4DFC-8240-B042-A892FBD133DE}"/>
                </a:ext>
              </a:extLst>
            </p:cNvPr>
            <p:cNvSpPr txBox="1">
              <a:spLocks/>
            </p:cNvSpPr>
            <p:nvPr/>
          </p:nvSpPr>
          <p:spPr>
            <a:xfrm>
              <a:off x="4791551" y="4222312"/>
              <a:ext cx="2705258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4" name="Arc 113">
            <a:extLst>
              <a:ext uri="{FF2B5EF4-FFF2-40B4-BE49-F238E27FC236}">
                <a16:creationId xmlns:a16="http://schemas.microsoft.com/office/drawing/2014/main" id="{734450CD-280C-AA4E-96E0-DA3F269A323D}"/>
              </a:ext>
            </a:extLst>
          </p:cNvPr>
          <p:cNvSpPr>
            <a:spLocks noChangeAspect="1"/>
          </p:cNvSpPr>
          <p:nvPr/>
        </p:nvSpPr>
        <p:spPr>
          <a:xfrm rot="16200000" flipH="1">
            <a:off x="4117465" y="1839442"/>
            <a:ext cx="3992492" cy="3992492"/>
          </a:xfrm>
          <a:prstGeom prst="arc">
            <a:avLst>
              <a:gd name="adj1" fmla="val 19862665"/>
              <a:gd name="adj2" fmla="val 1578787"/>
            </a:avLst>
          </a:prstGeom>
          <a:ln w="25400" cap="rnd">
            <a:solidFill>
              <a:schemeClr val="tx1">
                <a:alpha val="30000"/>
              </a:schemeClr>
            </a:solidFill>
            <a:prstDash val="sysDot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115" name="Arc 114">
            <a:extLst>
              <a:ext uri="{FF2B5EF4-FFF2-40B4-BE49-F238E27FC236}">
                <a16:creationId xmlns:a16="http://schemas.microsoft.com/office/drawing/2014/main" id="{FA875C91-84DC-3040-A70C-206D511D8ADF}"/>
              </a:ext>
            </a:extLst>
          </p:cNvPr>
          <p:cNvSpPr>
            <a:spLocks noChangeAspect="1"/>
          </p:cNvSpPr>
          <p:nvPr/>
        </p:nvSpPr>
        <p:spPr>
          <a:xfrm rot="10800000" flipH="1">
            <a:off x="4117465" y="1839442"/>
            <a:ext cx="3992492" cy="3992492"/>
          </a:xfrm>
          <a:prstGeom prst="arc">
            <a:avLst>
              <a:gd name="adj1" fmla="val 19862665"/>
              <a:gd name="adj2" fmla="val 1578787"/>
            </a:avLst>
          </a:prstGeom>
          <a:ln w="25400" cap="rnd">
            <a:solidFill>
              <a:schemeClr val="tx1">
                <a:alpha val="30000"/>
              </a:schemeClr>
            </a:solidFill>
            <a:prstDash val="sysDot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116" name="Arc 115">
            <a:extLst>
              <a:ext uri="{FF2B5EF4-FFF2-40B4-BE49-F238E27FC236}">
                <a16:creationId xmlns:a16="http://schemas.microsoft.com/office/drawing/2014/main" id="{ED45D590-C5D0-7943-9B50-FF8F010DB103}"/>
              </a:ext>
            </a:extLst>
          </p:cNvPr>
          <p:cNvSpPr>
            <a:spLocks noChangeAspect="1"/>
          </p:cNvSpPr>
          <p:nvPr/>
        </p:nvSpPr>
        <p:spPr>
          <a:xfrm rot="5240873" flipH="1">
            <a:off x="4117465" y="1839442"/>
            <a:ext cx="3992492" cy="3992492"/>
          </a:xfrm>
          <a:prstGeom prst="arc">
            <a:avLst>
              <a:gd name="adj1" fmla="val 19862665"/>
              <a:gd name="adj2" fmla="val 1578787"/>
            </a:avLst>
          </a:prstGeom>
          <a:ln w="25400" cap="rnd">
            <a:solidFill>
              <a:schemeClr val="tx1">
                <a:alpha val="30000"/>
              </a:schemeClr>
            </a:solidFill>
            <a:prstDash val="sysDot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</p:spTree>
    <p:extLst>
      <p:ext uri="{BB962C8B-B14F-4D97-AF65-F5344CB8AC3E}">
        <p14:creationId xmlns:p14="http://schemas.microsoft.com/office/powerpoint/2010/main" val="2096644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56054C0-09A7-2F4F-8ED2-7D090FB50247}"/>
              </a:ext>
            </a:extLst>
          </p:cNvPr>
          <p:cNvCxnSpPr/>
          <p:nvPr/>
        </p:nvCxnSpPr>
        <p:spPr>
          <a:xfrm flipV="1">
            <a:off x="6885531" y="2009112"/>
            <a:ext cx="1137150" cy="1115142"/>
          </a:xfrm>
          <a:prstGeom prst="line">
            <a:avLst/>
          </a:prstGeom>
          <a:ln w="19050" cap="rnd"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F3B1FEB-E124-9E4F-B903-6B273D151DA6}"/>
              </a:ext>
            </a:extLst>
          </p:cNvPr>
          <p:cNvCxnSpPr/>
          <p:nvPr/>
        </p:nvCxnSpPr>
        <p:spPr>
          <a:xfrm>
            <a:off x="6885531" y="4570433"/>
            <a:ext cx="1137150" cy="1115142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8CE8CF9C-6BA2-FF4B-8717-2FF1B48DC1D9}"/>
              </a:ext>
            </a:extLst>
          </p:cNvPr>
          <p:cNvCxnSpPr/>
          <p:nvPr/>
        </p:nvCxnSpPr>
        <p:spPr>
          <a:xfrm flipH="1" flipV="1">
            <a:off x="4305052" y="2009112"/>
            <a:ext cx="1137150" cy="1115142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D38752C-3554-2C4D-A28E-778991741286}"/>
              </a:ext>
            </a:extLst>
          </p:cNvPr>
          <p:cNvCxnSpPr/>
          <p:nvPr/>
        </p:nvCxnSpPr>
        <p:spPr>
          <a:xfrm flipH="1">
            <a:off x="4305052" y="4570433"/>
            <a:ext cx="1137150" cy="1115142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Oval 22">
            <a:extLst>
              <a:ext uri="{FF2B5EF4-FFF2-40B4-BE49-F238E27FC236}">
                <a16:creationId xmlns:a16="http://schemas.microsoft.com/office/drawing/2014/main" id="{C87E129E-4D7E-FF44-9E8A-9143FDED49A1}"/>
              </a:ext>
            </a:extLst>
          </p:cNvPr>
          <p:cNvSpPr>
            <a:spLocks noChangeAspect="1"/>
          </p:cNvSpPr>
          <p:nvPr/>
        </p:nvSpPr>
        <p:spPr>
          <a:xfrm>
            <a:off x="5356388" y="3045036"/>
            <a:ext cx="1591914" cy="1591914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90500" sx="105000" sy="105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B9DF3EF-C6C6-074E-9BAA-9B1A96F7093E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DC513697-BA37-CF4E-93DA-7AA314D579C6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D0C9CA6-1CEA-5A4B-BD11-5B10ED62C3D2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1E4E1A26-C210-0D49-B594-46D6BAD7FCB3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A80D760B-2E59-E24F-A604-1D63612FEE97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26DE9C76-0A17-2C43-9731-2EE21DFE840A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Freeform 6">
            <a:extLst>
              <a:ext uri="{FF2B5EF4-FFF2-40B4-BE49-F238E27FC236}">
                <a16:creationId xmlns:a16="http://schemas.microsoft.com/office/drawing/2014/main" id="{B7110A16-1B3C-4A46-B83B-2A79FEBA67D3}"/>
              </a:ext>
            </a:extLst>
          </p:cNvPr>
          <p:cNvSpPr>
            <a:spLocks/>
          </p:cNvSpPr>
          <p:nvPr/>
        </p:nvSpPr>
        <p:spPr bwMode="auto">
          <a:xfrm>
            <a:off x="6911976" y="2511859"/>
            <a:ext cx="1459707" cy="2670969"/>
          </a:xfrm>
          <a:custGeom>
            <a:avLst/>
            <a:gdLst>
              <a:gd name="T0" fmla="*/ 5 w 118"/>
              <a:gd name="T1" fmla="*/ 71 h 216"/>
              <a:gd name="T2" fmla="*/ 4 w 118"/>
              <a:gd name="T3" fmla="*/ 145 h 216"/>
              <a:gd name="T4" fmla="*/ 7 w 118"/>
              <a:gd name="T5" fmla="*/ 167 h 216"/>
              <a:gd name="T6" fmla="*/ 48 w 118"/>
              <a:gd name="T7" fmla="*/ 208 h 216"/>
              <a:gd name="T8" fmla="*/ 76 w 118"/>
              <a:gd name="T9" fmla="*/ 206 h 216"/>
              <a:gd name="T10" fmla="*/ 77 w 118"/>
              <a:gd name="T11" fmla="*/ 10 h 216"/>
              <a:gd name="T12" fmla="*/ 49 w 118"/>
              <a:gd name="T13" fmla="*/ 8 h 216"/>
              <a:gd name="T14" fmla="*/ 8 w 118"/>
              <a:gd name="T15" fmla="*/ 49 h 216"/>
              <a:gd name="T16" fmla="*/ 5 w 118"/>
              <a:gd name="T17" fmla="*/ 71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8" h="216">
                <a:moveTo>
                  <a:pt x="5" y="71"/>
                </a:moveTo>
                <a:cubicBezTo>
                  <a:pt x="18" y="94"/>
                  <a:pt x="17" y="122"/>
                  <a:pt x="4" y="145"/>
                </a:cubicBezTo>
                <a:cubicBezTo>
                  <a:pt x="0" y="152"/>
                  <a:pt x="1" y="161"/>
                  <a:pt x="7" y="167"/>
                </a:cubicBezTo>
                <a:cubicBezTo>
                  <a:pt x="48" y="208"/>
                  <a:pt x="48" y="208"/>
                  <a:pt x="48" y="208"/>
                </a:cubicBezTo>
                <a:cubicBezTo>
                  <a:pt x="56" y="216"/>
                  <a:pt x="69" y="215"/>
                  <a:pt x="76" y="206"/>
                </a:cubicBezTo>
                <a:cubicBezTo>
                  <a:pt x="118" y="147"/>
                  <a:pt x="118" y="69"/>
                  <a:pt x="77" y="10"/>
                </a:cubicBezTo>
                <a:cubicBezTo>
                  <a:pt x="70" y="1"/>
                  <a:pt x="57" y="0"/>
                  <a:pt x="49" y="8"/>
                </a:cubicBezTo>
                <a:cubicBezTo>
                  <a:pt x="8" y="49"/>
                  <a:pt x="8" y="49"/>
                  <a:pt x="8" y="49"/>
                </a:cubicBezTo>
                <a:cubicBezTo>
                  <a:pt x="2" y="55"/>
                  <a:pt x="1" y="64"/>
                  <a:pt x="5" y="71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1" name="Freeform 7">
            <a:extLst>
              <a:ext uri="{FF2B5EF4-FFF2-40B4-BE49-F238E27FC236}">
                <a16:creationId xmlns:a16="http://schemas.microsoft.com/office/drawing/2014/main" id="{AEFA484B-058A-3141-B0CB-01262D6F4452}"/>
              </a:ext>
            </a:extLst>
          </p:cNvPr>
          <p:cNvSpPr>
            <a:spLocks/>
          </p:cNvSpPr>
          <p:nvPr/>
        </p:nvSpPr>
        <p:spPr bwMode="auto">
          <a:xfrm>
            <a:off x="4822032" y="4601803"/>
            <a:ext cx="2671763" cy="1458913"/>
          </a:xfrm>
          <a:custGeom>
            <a:avLst/>
            <a:gdLst>
              <a:gd name="T0" fmla="*/ 145 w 216"/>
              <a:gd name="T1" fmla="*/ 4 h 118"/>
              <a:gd name="T2" fmla="*/ 71 w 216"/>
              <a:gd name="T3" fmla="*/ 4 h 118"/>
              <a:gd name="T4" fmla="*/ 49 w 216"/>
              <a:gd name="T5" fmla="*/ 8 h 118"/>
              <a:gd name="T6" fmla="*/ 8 w 216"/>
              <a:gd name="T7" fmla="*/ 48 h 118"/>
              <a:gd name="T8" fmla="*/ 11 w 216"/>
              <a:gd name="T9" fmla="*/ 77 h 118"/>
              <a:gd name="T10" fmla="*/ 206 w 216"/>
              <a:gd name="T11" fmla="*/ 76 h 118"/>
              <a:gd name="T12" fmla="*/ 208 w 216"/>
              <a:gd name="T13" fmla="*/ 48 h 118"/>
              <a:gd name="T14" fmla="*/ 168 w 216"/>
              <a:gd name="T15" fmla="*/ 7 h 118"/>
              <a:gd name="T16" fmla="*/ 145 w 216"/>
              <a:gd name="T17" fmla="*/ 4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6" h="118">
                <a:moveTo>
                  <a:pt x="145" y="4"/>
                </a:moveTo>
                <a:cubicBezTo>
                  <a:pt x="122" y="17"/>
                  <a:pt x="94" y="17"/>
                  <a:pt x="71" y="4"/>
                </a:cubicBezTo>
                <a:cubicBezTo>
                  <a:pt x="64" y="0"/>
                  <a:pt x="55" y="2"/>
                  <a:pt x="49" y="8"/>
                </a:cubicBezTo>
                <a:cubicBezTo>
                  <a:pt x="8" y="48"/>
                  <a:pt x="8" y="48"/>
                  <a:pt x="8" y="48"/>
                </a:cubicBezTo>
                <a:cubicBezTo>
                  <a:pt x="0" y="56"/>
                  <a:pt x="1" y="70"/>
                  <a:pt x="11" y="77"/>
                </a:cubicBezTo>
                <a:cubicBezTo>
                  <a:pt x="69" y="118"/>
                  <a:pt x="148" y="117"/>
                  <a:pt x="206" y="76"/>
                </a:cubicBezTo>
                <a:cubicBezTo>
                  <a:pt x="215" y="69"/>
                  <a:pt x="216" y="56"/>
                  <a:pt x="208" y="48"/>
                </a:cubicBezTo>
                <a:cubicBezTo>
                  <a:pt x="168" y="7"/>
                  <a:pt x="168" y="7"/>
                  <a:pt x="168" y="7"/>
                </a:cubicBezTo>
                <a:cubicBezTo>
                  <a:pt x="162" y="1"/>
                  <a:pt x="153" y="0"/>
                  <a:pt x="145" y="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36A327FE-C6CA-764D-9112-086F45B7281D}"/>
              </a:ext>
            </a:extLst>
          </p:cNvPr>
          <p:cNvSpPr>
            <a:spLocks/>
          </p:cNvSpPr>
          <p:nvPr/>
        </p:nvSpPr>
        <p:spPr bwMode="auto">
          <a:xfrm>
            <a:off x="4810126" y="1621271"/>
            <a:ext cx="2695575" cy="1471613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id="{DC350ED7-F067-EF49-8003-93240A20E2ED}"/>
              </a:ext>
            </a:extLst>
          </p:cNvPr>
          <p:cNvSpPr>
            <a:spLocks/>
          </p:cNvSpPr>
          <p:nvPr/>
        </p:nvSpPr>
        <p:spPr bwMode="auto">
          <a:xfrm>
            <a:off x="3820319" y="2438040"/>
            <a:ext cx="1558132" cy="2844007"/>
          </a:xfrm>
          <a:custGeom>
            <a:avLst/>
            <a:gdLst>
              <a:gd name="T0" fmla="*/ 121 w 126"/>
              <a:gd name="T1" fmla="*/ 155 h 230"/>
              <a:gd name="T2" fmla="*/ 121 w 126"/>
              <a:gd name="T3" fmla="*/ 75 h 230"/>
              <a:gd name="T4" fmla="*/ 117 w 126"/>
              <a:gd name="T5" fmla="*/ 51 h 230"/>
              <a:gd name="T6" fmla="*/ 75 w 126"/>
              <a:gd name="T7" fmla="*/ 8 h 230"/>
              <a:gd name="T8" fmla="*/ 45 w 126"/>
              <a:gd name="T9" fmla="*/ 11 h 230"/>
              <a:gd name="T10" fmla="*/ 46 w 126"/>
              <a:gd name="T11" fmla="*/ 219 h 230"/>
              <a:gd name="T12" fmla="*/ 75 w 126"/>
              <a:gd name="T13" fmla="*/ 221 h 230"/>
              <a:gd name="T14" fmla="*/ 118 w 126"/>
              <a:gd name="T15" fmla="*/ 179 h 230"/>
              <a:gd name="T16" fmla="*/ 121 w 126"/>
              <a:gd name="T17" fmla="*/ 155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6" h="230">
                <a:moveTo>
                  <a:pt x="121" y="155"/>
                </a:moveTo>
                <a:cubicBezTo>
                  <a:pt x="106" y="130"/>
                  <a:pt x="106" y="99"/>
                  <a:pt x="121" y="75"/>
                </a:cubicBezTo>
                <a:cubicBezTo>
                  <a:pt x="125" y="67"/>
                  <a:pt x="124" y="57"/>
                  <a:pt x="117" y="51"/>
                </a:cubicBezTo>
                <a:cubicBezTo>
                  <a:pt x="75" y="8"/>
                  <a:pt x="75" y="8"/>
                  <a:pt x="75" y="8"/>
                </a:cubicBezTo>
                <a:cubicBezTo>
                  <a:pt x="66" y="0"/>
                  <a:pt x="52" y="1"/>
                  <a:pt x="45" y="11"/>
                </a:cubicBezTo>
                <a:cubicBezTo>
                  <a:pt x="0" y="73"/>
                  <a:pt x="1" y="157"/>
                  <a:pt x="46" y="219"/>
                </a:cubicBezTo>
                <a:cubicBezTo>
                  <a:pt x="53" y="229"/>
                  <a:pt x="67" y="230"/>
                  <a:pt x="75" y="221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24" y="172"/>
                  <a:pt x="126" y="162"/>
                  <a:pt x="121" y="155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D441445-1BFC-CF4B-912B-7CA3684016B0}"/>
              </a:ext>
            </a:extLst>
          </p:cNvPr>
          <p:cNvGrpSpPr/>
          <p:nvPr/>
        </p:nvGrpSpPr>
        <p:grpSpPr>
          <a:xfrm>
            <a:off x="5482910" y="3221984"/>
            <a:ext cx="1338870" cy="1238019"/>
            <a:chOff x="5398240" y="3718434"/>
            <a:chExt cx="1338870" cy="1238019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4E0162F3-F538-D84A-B724-D899867768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22" name="Title 1">
              <a:extLst>
                <a:ext uri="{FF2B5EF4-FFF2-40B4-BE49-F238E27FC236}">
                  <a16:creationId xmlns:a16="http://schemas.microsoft.com/office/drawing/2014/main" id="{F1317ACC-03E5-AB47-A3F0-3ED03880BEB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sp>
        <p:nvSpPr>
          <p:cNvPr id="25" name="Freeform 8">
            <a:extLst>
              <a:ext uri="{FF2B5EF4-FFF2-40B4-BE49-F238E27FC236}">
                <a16:creationId xmlns:a16="http://schemas.microsoft.com/office/drawing/2014/main" id="{15A6E12F-03C3-5543-A0E0-60558EBA7B9E}"/>
              </a:ext>
            </a:extLst>
          </p:cNvPr>
          <p:cNvSpPr>
            <a:spLocks noChangeAspect="1"/>
          </p:cNvSpPr>
          <p:nvPr/>
        </p:nvSpPr>
        <p:spPr bwMode="auto">
          <a:xfrm>
            <a:off x="5045391" y="1747182"/>
            <a:ext cx="2227748" cy="1216210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304800" sx="102000" sy="102000" algn="ctr" rotWithShape="0">
              <a:prstClr val="black">
                <a:alpha val="22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26" name="Freeform 8">
            <a:extLst>
              <a:ext uri="{FF2B5EF4-FFF2-40B4-BE49-F238E27FC236}">
                <a16:creationId xmlns:a16="http://schemas.microsoft.com/office/drawing/2014/main" id="{7105A780-1C02-4041-9B85-BC87BAE8FA98}"/>
              </a:ext>
            </a:extLst>
          </p:cNvPr>
          <p:cNvSpPr>
            <a:spLocks noChangeAspect="1"/>
          </p:cNvSpPr>
          <p:nvPr/>
        </p:nvSpPr>
        <p:spPr bwMode="auto">
          <a:xfrm>
            <a:off x="5238708" y="1852721"/>
            <a:ext cx="1841114" cy="1005132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77800" sx="101000" sy="101000" algn="ctr" rotWithShape="0">
              <a:prstClr val="black">
                <a:alpha val="20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29" name="Freeform 8">
            <a:extLst>
              <a:ext uri="{FF2B5EF4-FFF2-40B4-BE49-F238E27FC236}">
                <a16:creationId xmlns:a16="http://schemas.microsoft.com/office/drawing/2014/main" id="{B8C3A28F-1567-0749-A72A-A1675EE6D12C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045391" y="4721342"/>
            <a:ext cx="2227748" cy="1216210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304800" sx="102000" sy="102000" algn="ctr" rotWithShape="0">
              <a:prstClr val="black">
                <a:alpha val="22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30" name="Freeform 8">
            <a:extLst>
              <a:ext uri="{FF2B5EF4-FFF2-40B4-BE49-F238E27FC236}">
                <a16:creationId xmlns:a16="http://schemas.microsoft.com/office/drawing/2014/main" id="{A87AEC2D-0812-A040-945A-8B684029B069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238708" y="4826880"/>
            <a:ext cx="1841114" cy="1005132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77800" sx="101000" sy="101000" algn="ctr" rotWithShape="0">
              <a:prstClr val="black">
                <a:alpha val="20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32" name="Freeform 8">
            <a:extLst>
              <a:ext uri="{FF2B5EF4-FFF2-40B4-BE49-F238E27FC236}">
                <a16:creationId xmlns:a16="http://schemas.microsoft.com/office/drawing/2014/main" id="{F98E457E-3A6B-9E40-BE42-BB1B92859EFE}"/>
              </a:ext>
            </a:extLst>
          </p:cNvPr>
          <p:cNvSpPr>
            <a:spLocks noChangeAspect="1"/>
          </p:cNvSpPr>
          <p:nvPr/>
        </p:nvSpPr>
        <p:spPr bwMode="auto">
          <a:xfrm rot="16200000" flipV="1">
            <a:off x="6546118" y="3239239"/>
            <a:ext cx="2227748" cy="1216210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304800" sx="102000" sy="102000" algn="ctr" rotWithShape="0">
              <a:prstClr val="black">
                <a:alpha val="22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33" name="Freeform 8">
            <a:extLst>
              <a:ext uri="{FF2B5EF4-FFF2-40B4-BE49-F238E27FC236}">
                <a16:creationId xmlns:a16="http://schemas.microsoft.com/office/drawing/2014/main" id="{65425603-19F3-8247-AC13-F97797A377DD}"/>
              </a:ext>
            </a:extLst>
          </p:cNvPr>
          <p:cNvSpPr>
            <a:spLocks noChangeAspect="1"/>
          </p:cNvSpPr>
          <p:nvPr/>
        </p:nvSpPr>
        <p:spPr bwMode="auto">
          <a:xfrm rot="16200000" flipV="1">
            <a:off x="6739434" y="3344777"/>
            <a:ext cx="1841114" cy="1005132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>
            <a:noFill/>
          </a:ln>
          <a:effectLst>
            <a:outerShdw blurRad="177800" sx="101000" sy="101000" algn="ctr" rotWithShape="0">
              <a:prstClr val="black">
                <a:alpha val="20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35" name="Freeform 8">
            <a:extLst>
              <a:ext uri="{FF2B5EF4-FFF2-40B4-BE49-F238E27FC236}">
                <a16:creationId xmlns:a16="http://schemas.microsoft.com/office/drawing/2014/main" id="{2109D6C4-27BC-CC49-8B40-91C59E7E3036}"/>
              </a:ext>
            </a:extLst>
          </p:cNvPr>
          <p:cNvSpPr>
            <a:spLocks noChangeAspect="1"/>
          </p:cNvSpPr>
          <p:nvPr/>
        </p:nvSpPr>
        <p:spPr bwMode="auto">
          <a:xfrm rot="5400000" flipH="1" flipV="1">
            <a:off x="3483751" y="3239239"/>
            <a:ext cx="2227748" cy="1216210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304800" sx="102000" sy="102000" algn="ctr" rotWithShape="0">
              <a:prstClr val="black">
                <a:alpha val="22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36" name="Freeform 8">
            <a:extLst>
              <a:ext uri="{FF2B5EF4-FFF2-40B4-BE49-F238E27FC236}">
                <a16:creationId xmlns:a16="http://schemas.microsoft.com/office/drawing/2014/main" id="{CAB19A30-116A-744E-8475-56CBDD7CEDC2}"/>
              </a:ext>
            </a:extLst>
          </p:cNvPr>
          <p:cNvSpPr>
            <a:spLocks noChangeAspect="1"/>
          </p:cNvSpPr>
          <p:nvPr/>
        </p:nvSpPr>
        <p:spPr bwMode="auto">
          <a:xfrm rot="5400000" flipH="1" flipV="1">
            <a:off x="3677068" y="3344777"/>
            <a:ext cx="1841114" cy="1005132"/>
          </a:xfrm>
          <a:custGeom>
            <a:avLst/>
            <a:gdLst>
              <a:gd name="T0" fmla="*/ 71 w 218"/>
              <a:gd name="T1" fmla="*/ 114 h 119"/>
              <a:gd name="T2" fmla="*/ 147 w 218"/>
              <a:gd name="T3" fmla="*/ 114 h 119"/>
              <a:gd name="T4" fmla="*/ 170 w 218"/>
              <a:gd name="T5" fmla="*/ 112 h 119"/>
              <a:gd name="T6" fmla="*/ 210 w 218"/>
              <a:gd name="T7" fmla="*/ 71 h 119"/>
              <a:gd name="T8" fmla="*/ 208 w 218"/>
              <a:gd name="T9" fmla="*/ 43 h 119"/>
              <a:gd name="T10" fmla="*/ 11 w 218"/>
              <a:gd name="T11" fmla="*/ 42 h 119"/>
              <a:gd name="T12" fmla="*/ 8 w 218"/>
              <a:gd name="T13" fmla="*/ 70 h 119"/>
              <a:gd name="T14" fmla="*/ 49 w 218"/>
              <a:gd name="T15" fmla="*/ 111 h 119"/>
              <a:gd name="T16" fmla="*/ 71 w 218"/>
              <a:gd name="T17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8" h="119">
                <a:moveTo>
                  <a:pt x="71" y="114"/>
                </a:moveTo>
                <a:cubicBezTo>
                  <a:pt x="95" y="100"/>
                  <a:pt x="124" y="101"/>
                  <a:pt x="147" y="114"/>
                </a:cubicBezTo>
                <a:cubicBezTo>
                  <a:pt x="155" y="119"/>
                  <a:pt x="164" y="118"/>
                  <a:pt x="170" y="112"/>
                </a:cubicBezTo>
                <a:cubicBezTo>
                  <a:pt x="210" y="71"/>
                  <a:pt x="210" y="71"/>
                  <a:pt x="210" y="71"/>
                </a:cubicBezTo>
                <a:cubicBezTo>
                  <a:pt x="218" y="63"/>
                  <a:pt x="217" y="50"/>
                  <a:pt x="208" y="43"/>
                </a:cubicBezTo>
                <a:cubicBezTo>
                  <a:pt x="149" y="0"/>
                  <a:pt x="70" y="0"/>
                  <a:pt x="11" y="42"/>
                </a:cubicBezTo>
                <a:cubicBezTo>
                  <a:pt x="1" y="49"/>
                  <a:pt x="0" y="62"/>
                  <a:pt x="8" y="7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55" y="117"/>
                  <a:pt x="64" y="118"/>
                  <a:pt x="71" y="114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>
            <a:noFill/>
          </a:ln>
          <a:effectLst>
            <a:outerShdw blurRad="177800" sx="101000" sy="101000" algn="ctr" rotWithShape="0">
              <a:prstClr val="black">
                <a:alpha val="20000"/>
              </a:prstClr>
            </a:outerShdw>
          </a:effec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grpSp>
        <p:nvGrpSpPr>
          <p:cNvPr id="47" name="Graphic 39">
            <a:extLst>
              <a:ext uri="{FF2B5EF4-FFF2-40B4-BE49-F238E27FC236}">
                <a16:creationId xmlns:a16="http://schemas.microsoft.com/office/drawing/2014/main" id="{CAD02E26-CE58-5E4F-A67E-680FB8EE377C}"/>
              </a:ext>
            </a:extLst>
          </p:cNvPr>
          <p:cNvGrpSpPr>
            <a:grpSpLocks noChangeAspect="1"/>
          </p:cNvGrpSpPr>
          <p:nvPr/>
        </p:nvGrpSpPr>
        <p:grpSpPr>
          <a:xfrm>
            <a:off x="7446850" y="3705234"/>
            <a:ext cx="420441" cy="309617"/>
            <a:chOff x="5977094" y="2158090"/>
            <a:chExt cx="420441" cy="309617"/>
          </a:xfrm>
          <a:solidFill>
            <a:srgbClr val="FFFFFF"/>
          </a:solidFill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5A314C0-B430-554B-B3AB-9AD86BE8BF9B}"/>
                </a:ext>
              </a:extLst>
            </p:cNvPr>
            <p:cNvSpPr/>
            <p:nvPr/>
          </p:nvSpPr>
          <p:spPr>
            <a:xfrm>
              <a:off x="5977094" y="2411246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42EB146-B600-9541-B40B-0F4DA842A1B0}"/>
                </a:ext>
              </a:extLst>
            </p:cNvPr>
            <p:cNvSpPr/>
            <p:nvPr/>
          </p:nvSpPr>
          <p:spPr>
            <a:xfrm>
              <a:off x="5987813" y="2158090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AB64723A-88B2-E643-A43D-245B32A4A0C2}"/>
                </a:ext>
              </a:extLst>
            </p:cNvPr>
            <p:cNvSpPr/>
            <p:nvPr/>
          </p:nvSpPr>
          <p:spPr>
            <a:xfrm>
              <a:off x="6016626" y="2187116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6E8BDFBC-32E8-5D46-B1D0-440FB6320BB6}"/>
                </a:ext>
              </a:extLst>
            </p:cNvPr>
            <p:cNvSpPr/>
            <p:nvPr/>
          </p:nvSpPr>
          <p:spPr>
            <a:xfrm>
              <a:off x="6079670" y="2221834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2332F278-E1C4-7644-A901-24F77065C9A4}"/>
                </a:ext>
              </a:extLst>
            </p:cNvPr>
            <p:cNvSpPr/>
            <p:nvPr/>
          </p:nvSpPr>
          <p:spPr>
            <a:xfrm>
              <a:off x="6055235" y="2276658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0D32BB9-DC90-2C4F-ABB2-8EE31EDEB361}"/>
                </a:ext>
              </a:extLst>
            </p:cNvPr>
            <p:cNvSpPr/>
            <p:nvPr/>
          </p:nvSpPr>
          <p:spPr>
            <a:xfrm>
              <a:off x="6100530" y="2306613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788EDEF-5487-F449-B347-653E997FC74F}"/>
                </a:ext>
              </a:extLst>
            </p:cNvPr>
            <p:cNvSpPr/>
            <p:nvPr/>
          </p:nvSpPr>
          <p:spPr>
            <a:xfrm>
              <a:off x="6185125" y="2219216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B30189E3-9055-F54E-BCC9-1E1AE215A966}"/>
                </a:ext>
              </a:extLst>
            </p:cNvPr>
            <p:cNvSpPr/>
            <p:nvPr/>
          </p:nvSpPr>
          <p:spPr>
            <a:xfrm>
              <a:off x="6220047" y="2249380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9A8048F-B15D-5347-AA53-5AEAD219FACA}"/>
                </a:ext>
              </a:extLst>
            </p:cNvPr>
            <p:cNvSpPr/>
            <p:nvPr/>
          </p:nvSpPr>
          <p:spPr>
            <a:xfrm>
              <a:off x="6248053" y="2249380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64879083-8A29-8047-AC62-0E9EACE9D4C4}"/>
                </a:ext>
              </a:extLst>
            </p:cNvPr>
            <p:cNvSpPr/>
            <p:nvPr/>
          </p:nvSpPr>
          <p:spPr>
            <a:xfrm>
              <a:off x="6277136" y="2249381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8" name="Graphic 41">
            <a:extLst>
              <a:ext uri="{FF2B5EF4-FFF2-40B4-BE49-F238E27FC236}">
                <a16:creationId xmlns:a16="http://schemas.microsoft.com/office/drawing/2014/main" id="{DB76EA93-B70D-2743-933D-198AE5DEBBF2}"/>
              </a:ext>
            </a:extLst>
          </p:cNvPr>
          <p:cNvGrpSpPr>
            <a:grpSpLocks noChangeAspect="1"/>
          </p:cNvGrpSpPr>
          <p:nvPr/>
        </p:nvGrpSpPr>
        <p:grpSpPr>
          <a:xfrm>
            <a:off x="6024118" y="2154958"/>
            <a:ext cx="322891" cy="410536"/>
            <a:chOff x="6023195" y="2104305"/>
            <a:chExt cx="322891" cy="410536"/>
          </a:xfrm>
          <a:solidFill>
            <a:srgbClr val="FFFFFF"/>
          </a:solidFill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C0FE6F9C-8685-C840-970E-4FC5B6AFBC22}"/>
                </a:ext>
              </a:extLst>
            </p:cNvPr>
            <p:cNvSpPr/>
            <p:nvPr/>
          </p:nvSpPr>
          <p:spPr>
            <a:xfrm>
              <a:off x="6023195" y="2104305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44CC571D-BA35-1E40-8088-F9223EEC5CD9}"/>
                </a:ext>
              </a:extLst>
            </p:cNvPr>
            <p:cNvSpPr/>
            <p:nvPr/>
          </p:nvSpPr>
          <p:spPr>
            <a:xfrm>
              <a:off x="6094167" y="2178765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27B15B7-A262-D94A-A7AE-466F49059AC7}"/>
                </a:ext>
              </a:extLst>
            </p:cNvPr>
            <p:cNvSpPr/>
            <p:nvPr/>
          </p:nvSpPr>
          <p:spPr>
            <a:xfrm>
              <a:off x="6063164" y="2246888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B59462CB-6913-0441-B40B-2A0C09D010FE}"/>
                </a:ext>
              </a:extLst>
            </p:cNvPr>
            <p:cNvSpPr/>
            <p:nvPr/>
          </p:nvSpPr>
          <p:spPr>
            <a:xfrm>
              <a:off x="6063164" y="2292584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F6184A7E-EFE1-AF48-80A8-B6BFC9CDA838}"/>
                </a:ext>
              </a:extLst>
            </p:cNvPr>
            <p:cNvSpPr/>
            <p:nvPr/>
          </p:nvSpPr>
          <p:spPr>
            <a:xfrm>
              <a:off x="6062380" y="2339009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AC5BF66B-7F29-0745-84D2-706CAB483204}"/>
                </a:ext>
              </a:extLst>
            </p:cNvPr>
            <p:cNvSpPr/>
            <p:nvPr/>
          </p:nvSpPr>
          <p:spPr>
            <a:xfrm>
              <a:off x="6062036" y="2384649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506C118E-2807-194A-B92D-98BFE3E4B16D}"/>
                </a:ext>
              </a:extLst>
            </p:cNvPr>
            <p:cNvSpPr/>
            <p:nvPr/>
          </p:nvSpPr>
          <p:spPr>
            <a:xfrm>
              <a:off x="6175352" y="2453557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8B76E45-7A73-3543-867C-F290D1B07EBD}"/>
                </a:ext>
              </a:extLst>
            </p:cNvPr>
            <p:cNvSpPr/>
            <p:nvPr/>
          </p:nvSpPr>
          <p:spPr>
            <a:xfrm>
              <a:off x="6235636" y="2161795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C04BC302-E143-9548-9A60-2975AFF46B9A}"/>
                </a:ext>
              </a:extLst>
            </p:cNvPr>
            <p:cNvSpPr/>
            <p:nvPr/>
          </p:nvSpPr>
          <p:spPr>
            <a:xfrm>
              <a:off x="6235771" y="2406207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A2D567B7-B34F-BB4C-87E3-AB71FC842857}"/>
                </a:ext>
              </a:extLst>
            </p:cNvPr>
            <p:cNvSpPr/>
            <p:nvPr/>
          </p:nvSpPr>
          <p:spPr>
            <a:xfrm>
              <a:off x="6283243" y="2139113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AB13E275-6382-5D40-94A6-D12F5A7DBEFD}"/>
                </a:ext>
              </a:extLst>
            </p:cNvPr>
            <p:cNvSpPr/>
            <p:nvPr/>
          </p:nvSpPr>
          <p:spPr>
            <a:xfrm>
              <a:off x="6273261" y="2191724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3D0D115-03B1-884D-A79F-5ECF26766AB0}"/>
                </a:ext>
              </a:extLst>
            </p:cNvPr>
            <p:cNvSpPr/>
            <p:nvPr/>
          </p:nvSpPr>
          <p:spPr>
            <a:xfrm>
              <a:off x="6269548" y="2214172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1" name="Graphic 43">
            <a:extLst>
              <a:ext uri="{FF2B5EF4-FFF2-40B4-BE49-F238E27FC236}">
                <a16:creationId xmlns:a16="http://schemas.microsoft.com/office/drawing/2014/main" id="{00B05BAF-6345-6942-9DED-384DBC644B48}"/>
              </a:ext>
            </a:extLst>
          </p:cNvPr>
          <p:cNvGrpSpPr>
            <a:grpSpLocks noChangeAspect="1"/>
          </p:cNvGrpSpPr>
          <p:nvPr/>
        </p:nvGrpSpPr>
        <p:grpSpPr>
          <a:xfrm>
            <a:off x="6024119" y="5073199"/>
            <a:ext cx="327201" cy="417696"/>
            <a:chOff x="6023196" y="2104284"/>
            <a:chExt cx="327201" cy="417696"/>
          </a:xfrm>
          <a:solidFill>
            <a:srgbClr val="FFFFFF"/>
          </a:solidFill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E3EF4627-E2ED-7343-A485-73DDC856329B}"/>
                </a:ext>
              </a:extLst>
            </p:cNvPr>
            <p:cNvSpPr/>
            <p:nvPr/>
          </p:nvSpPr>
          <p:spPr>
            <a:xfrm>
              <a:off x="6265017" y="2399373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C9795CCE-9729-6041-B447-BD8B79598E5D}"/>
                </a:ext>
              </a:extLst>
            </p:cNvPr>
            <p:cNvSpPr/>
            <p:nvPr/>
          </p:nvSpPr>
          <p:spPr>
            <a:xfrm>
              <a:off x="6088659" y="2104284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E4CEBFE7-7ECC-E341-BF06-2F5344FE0629}"/>
                </a:ext>
              </a:extLst>
            </p:cNvPr>
            <p:cNvSpPr/>
            <p:nvPr/>
          </p:nvSpPr>
          <p:spPr>
            <a:xfrm>
              <a:off x="6087760" y="2173399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9A41930-599C-AA4A-BA4F-D6424ADB26BC}"/>
                </a:ext>
              </a:extLst>
            </p:cNvPr>
            <p:cNvSpPr/>
            <p:nvPr/>
          </p:nvSpPr>
          <p:spPr>
            <a:xfrm>
              <a:off x="6098824" y="2268136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B94260A9-3845-9842-AFE8-B15A5158510F}"/>
                </a:ext>
              </a:extLst>
            </p:cNvPr>
            <p:cNvSpPr/>
            <p:nvPr/>
          </p:nvSpPr>
          <p:spPr>
            <a:xfrm>
              <a:off x="6099723" y="2303808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5CCE47CD-3E2D-9342-B306-F72847C2254C}"/>
                </a:ext>
              </a:extLst>
            </p:cNvPr>
            <p:cNvSpPr/>
            <p:nvPr/>
          </p:nvSpPr>
          <p:spPr>
            <a:xfrm>
              <a:off x="6098824" y="2339478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93E93044-8304-1148-ABF8-E3352AF4F344}"/>
                </a:ext>
              </a:extLst>
            </p:cNvPr>
            <p:cNvSpPr/>
            <p:nvPr/>
          </p:nvSpPr>
          <p:spPr>
            <a:xfrm>
              <a:off x="6098824" y="2375207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1A0E5FEE-51A2-7449-B0A4-76C596CC1E0D}"/>
                </a:ext>
              </a:extLst>
            </p:cNvPr>
            <p:cNvSpPr/>
            <p:nvPr/>
          </p:nvSpPr>
          <p:spPr>
            <a:xfrm>
              <a:off x="6098824" y="2410935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55716213-57CC-C941-9632-D53B999A4587}"/>
                </a:ext>
              </a:extLst>
            </p:cNvPr>
            <p:cNvSpPr/>
            <p:nvPr/>
          </p:nvSpPr>
          <p:spPr>
            <a:xfrm>
              <a:off x="6277420" y="2412106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8D88E1F0-E3A2-5A4A-B667-359341E5DA5B}"/>
                </a:ext>
              </a:extLst>
            </p:cNvPr>
            <p:cNvSpPr/>
            <p:nvPr/>
          </p:nvSpPr>
          <p:spPr>
            <a:xfrm>
              <a:off x="6054314" y="2190859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504203A7-33A0-0D4E-A16C-CF10B5E85068}"/>
                </a:ext>
              </a:extLst>
            </p:cNvPr>
            <p:cNvSpPr/>
            <p:nvPr/>
          </p:nvSpPr>
          <p:spPr>
            <a:xfrm>
              <a:off x="6023196" y="2154901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7C961A3D-3ECC-E24A-9881-D370E2280671}"/>
                </a:ext>
              </a:extLst>
            </p:cNvPr>
            <p:cNvSpPr/>
            <p:nvPr/>
          </p:nvSpPr>
          <p:spPr>
            <a:xfrm>
              <a:off x="6313228" y="2312244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59BF9756-EC6E-444D-B388-8FEB1C0F2E3D}"/>
                </a:ext>
              </a:extLst>
            </p:cNvPr>
            <p:cNvSpPr/>
            <p:nvPr/>
          </p:nvSpPr>
          <p:spPr>
            <a:xfrm>
              <a:off x="6313286" y="2264367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43584B67-4D1F-0E49-8D60-E697C6FE4D4C}"/>
                </a:ext>
              </a:extLst>
            </p:cNvPr>
            <p:cNvSpPr/>
            <p:nvPr/>
          </p:nvSpPr>
          <p:spPr>
            <a:xfrm>
              <a:off x="6313285" y="2218611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6" name="Graphic 45">
            <a:extLst>
              <a:ext uri="{FF2B5EF4-FFF2-40B4-BE49-F238E27FC236}">
                <a16:creationId xmlns:a16="http://schemas.microsoft.com/office/drawing/2014/main" id="{771C2D3E-AC3B-C640-898F-E150C9CFBB9E}"/>
              </a:ext>
            </a:extLst>
          </p:cNvPr>
          <p:cNvGrpSpPr>
            <a:grpSpLocks noChangeAspect="1"/>
          </p:cNvGrpSpPr>
          <p:nvPr/>
        </p:nvGrpSpPr>
        <p:grpSpPr>
          <a:xfrm>
            <a:off x="4381060" y="3633257"/>
            <a:ext cx="366963" cy="417905"/>
            <a:chOff x="6000144" y="2104305"/>
            <a:chExt cx="366963" cy="417905"/>
          </a:xfrm>
          <a:solidFill>
            <a:srgbClr val="FFFFFF"/>
          </a:solidFill>
        </p:grpSpPr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559DBED-B01C-5C48-8C75-CF56F2EC190F}"/>
                </a:ext>
              </a:extLst>
            </p:cNvPr>
            <p:cNvSpPr/>
            <p:nvPr/>
          </p:nvSpPr>
          <p:spPr>
            <a:xfrm>
              <a:off x="6034951" y="2193857"/>
              <a:ext cx="87591" cy="87591"/>
            </a:xfrm>
            <a:custGeom>
              <a:avLst/>
              <a:gdLst>
                <a:gd name="connsiteX0" fmla="*/ 43911 w 87591"/>
                <a:gd name="connsiteY0" fmla="*/ 87592 h 87591"/>
                <a:gd name="connsiteX1" fmla="*/ 0 w 87591"/>
                <a:gd name="connsiteY1" fmla="*/ 43911 h 87591"/>
                <a:gd name="connsiteX2" fmla="*/ 43681 w 87591"/>
                <a:gd name="connsiteY2" fmla="*/ 0 h 87591"/>
                <a:gd name="connsiteX3" fmla="*/ 87592 w 87591"/>
                <a:gd name="connsiteY3" fmla="*/ 43681 h 87591"/>
                <a:gd name="connsiteX4" fmla="*/ 87592 w 87591"/>
                <a:gd name="connsiteY4" fmla="*/ 43796 h 87591"/>
                <a:gd name="connsiteX5" fmla="*/ 43911 w 87591"/>
                <a:gd name="connsiteY5" fmla="*/ 87592 h 87591"/>
                <a:gd name="connsiteX6" fmla="*/ 43911 w 87591"/>
                <a:gd name="connsiteY6" fmla="*/ 14176 h 87591"/>
                <a:gd name="connsiteX7" fmla="*/ 13946 w 87591"/>
                <a:gd name="connsiteY7" fmla="*/ 43911 h 87591"/>
                <a:gd name="connsiteX8" fmla="*/ 43681 w 87591"/>
                <a:gd name="connsiteY8" fmla="*/ 73876 h 87591"/>
                <a:gd name="connsiteX9" fmla="*/ 73646 w 87591"/>
                <a:gd name="connsiteY9" fmla="*/ 44141 h 87591"/>
                <a:gd name="connsiteX10" fmla="*/ 73646 w 87591"/>
                <a:gd name="connsiteY10" fmla="*/ 43911 h 87591"/>
                <a:gd name="connsiteX11" fmla="*/ 43911 w 87591"/>
                <a:gd name="connsiteY11" fmla="*/ 14176 h 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91" h="87591">
                  <a:moveTo>
                    <a:pt x="43911" y="87592"/>
                  </a:moveTo>
                  <a:cubicBezTo>
                    <a:pt x="19723" y="87655"/>
                    <a:pt x="64" y="68099"/>
                    <a:pt x="0" y="43911"/>
                  </a:cubicBezTo>
                  <a:cubicBezTo>
                    <a:pt x="-63" y="19723"/>
                    <a:pt x="19493" y="64"/>
                    <a:pt x="43681" y="0"/>
                  </a:cubicBezTo>
                  <a:cubicBezTo>
                    <a:pt x="67868" y="-63"/>
                    <a:pt x="87528" y="19493"/>
                    <a:pt x="87592" y="43681"/>
                  </a:cubicBezTo>
                  <a:cubicBezTo>
                    <a:pt x="87592" y="43719"/>
                    <a:pt x="87592" y="43757"/>
                    <a:pt x="87592" y="43796"/>
                  </a:cubicBezTo>
                  <a:cubicBezTo>
                    <a:pt x="87592" y="67939"/>
                    <a:pt x="68054" y="87528"/>
                    <a:pt x="43911" y="87592"/>
                  </a:cubicBezTo>
                  <a:close/>
                  <a:moveTo>
                    <a:pt x="43911" y="14176"/>
                  </a:moveTo>
                  <a:cubicBezTo>
                    <a:pt x="27425" y="14112"/>
                    <a:pt x="14010" y="27425"/>
                    <a:pt x="13946" y="43911"/>
                  </a:cubicBezTo>
                  <a:cubicBezTo>
                    <a:pt x="13882" y="60397"/>
                    <a:pt x="27195" y="73813"/>
                    <a:pt x="43681" y="73876"/>
                  </a:cubicBezTo>
                  <a:cubicBezTo>
                    <a:pt x="60167" y="73940"/>
                    <a:pt x="73583" y="60627"/>
                    <a:pt x="73646" y="44141"/>
                  </a:cubicBezTo>
                  <a:cubicBezTo>
                    <a:pt x="73647" y="44064"/>
                    <a:pt x="73647" y="43988"/>
                    <a:pt x="73646" y="43911"/>
                  </a:cubicBezTo>
                  <a:cubicBezTo>
                    <a:pt x="73583" y="27515"/>
                    <a:pt x="60307" y="14239"/>
                    <a:pt x="43911" y="14176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EF65B4AC-5B90-BE44-89F9-242DEDBB5380}"/>
                </a:ext>
              </a:extLst>
            </p:cNvPr>
            <p:cNvSpPr/>
            <p:nvPr/>
          </p:nvSpPr>
          <p:spPr>
            <a:xfrm>
              <a:off x="6148680" y="2267445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02E97953-C9BB-EF41-A178-5BD1FD662047}"/>
                </a:ext>
              </a:extLst>
            </p:cNvPr>
            <p:cNvSpPr/>
            <p:nvPr/>
          </p:nvSpPr>
          <p:spPr>
            <a:xfrm>
              <a:off x="6037279" y="2311702"/>
              <a:ext cx="160385" cy="14062"/>
            </a:xfrm>
            <a:custGeom>
              <a:avLst/>
              <a:gdLst>
                <a:gd name="connsiteX0" fmla="*/ 152456 w 160385"/>
                <a:gd name="connsiteY0" fmla="*/ 14004 h 14062"/>
                <a:gd name="connsiteX1" fmla="*/ 7929 w 160385"/>
                <a:gd name="connsiteY1" fmla="*/ 14004 h 14062"/>
                <a:gd name="connsiteX2" fmla="*/ 58 w 160385"/>
                <a:gd name="connsiteY2" fmla="*/ 7929 h 14062"/>
                <a:gd name="connsiteX3" fmla="*/ 6133 w 160385"/>
                <a:gd name="connsiteY3" fmla="*/ 58 h 14062"/>
                <a:gd name="connsiteX4" fmla="*/ 7929 w 160385"/>
                <a:gd name="connsiteY4" fmla="*/ 58 h 14062"/>
                <a:gd name="connsiteX5" fmla="*/ 152456 w 160385"/>
                <a:gd name="connsiteY5" fmla="*/ 58 h 14062"/>
                <a:gd name="connsiteX6" fmla="*/ 160327 w 160385"/>
                <a:gd name="connsiteY6" fmla="*/ 6133 h 14062"/>
                <a:gd name="connsiteX7" fmla="*/ 154253 w 160385"/>
                <a:gd name="connsiteY7" fmla="*/ 14004 h 14062"/>
                <a:gd name="connsiteX8" fmla="*/ 152456 w 16038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385" h="14062">
                  <a:moveTo>
                    <a:pt x="152456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52456" y="58"/>
                  </a:lnTo>
                  <a:cubicBezTo>
                    <a:pt x="156307" y="-438"/>
                    <a:pt x="159831" y="2282"/>
                    <a:pt x="160327" y="6133"/>
                  </a:cubicBezTo>
                  <a:cubicBezTo>
                    <a:pt x="160823" y="9984"/>
                    <a:pt x="158104" y="13508"/>
                    <a:pt x="154253" y="14004"/>
                  </a:cubicBezTo>
                  <a:cubicBezTo>
                    <a:pt x="153656" y="14081"/>
                    <a:pt x="153053" y="14081"/>
                    <a:pt x="152456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0C6B7038-5596-1E44-8F69-423641C64D08}"/>
                </a:ext>
              </a:extLst>
            </p:cNvPr>
            <p:cNvSpPr/>
            <p:nvPr/>
          </p:nvSpPr>
          <p:spPr>
            <a:xfrm>
              <a:off x="6037279" y="2353423"/>
              <a:ext cx="121776" cy="14062"/>
            </a:xfrm>
            <a:custGeom>
              <a:avLst/>
              <a:gdLst>
                <a:gd name="connsiteX0" fmla="*/ 113847 w 121776"/>
                <a:gd name="connsiteY0" fmla="*/ 14004 h 14062"/>
                <a:gd name="connsiteX1" fmla="*/ 7929 w 121776"/>
                <a:gd name="connsiteY1" fmla="*/ 14004 h 14062"/>
                <a:gd name="connsiteX2" fmla="*/ 58 w 121776"/>
                <a:gd name="connsiteY2" fmla="*/ 7929 h 14062"/>
                <a:gd name="connsiteX3" fmla="*/ 6133 w 121776"/>
                <a:gd name="connsiteY3" fmla="*/ 58 h 14062"/>
                <a:gd name="connsiteX4" fmla="*/ 7929 w 121776"/>
                <a:gd name="connsiteY4" fmla="*/ 58 h 14062"/>
                <a:gd name="connsiteX5" fmla="*/ 113847 w 121776"/>
                <a:gd name="connsiteY5" fmla="*/ 58 h 14062"/>
                <a:gd name="connsiteX6" fmla="*/ 121718 w 121776"/>
                <a:gd name="connsiteY6" fmla="*/ 6133 h 14062"/>
                <a:gd name="connsiteX7" fmla="*/ 115643 w 121776"/>
                <a:gd name="connsiteY7" fmla="*/ 14004 h 14062"/>
                <a:gd name="connsiteX8" fmla="*/ 113847 w 121776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776" h="14062">
                  <a:moveTo>
                    <a:pt x="113847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13847" y="58"/>
                  </a:lnTo>
                  <a:cubicBezTo>
                    <a:pt x="117697" y="-438"/>
                    <a:pt x="121222" y="2282"/>
                    <a:pt x="121718" y="6133"/>
                  </a:cubicBezTo>
                  <a:cubicBezTo>
                    <a:pt x="122214" y="9984"/>
                    <a:pt x="119494" y="13508"/>
                    <a:pt x="115643" y="14004"/>
                  </a:cubicBezTo>
                  <a:cubicBezTo>
                    <a:pt x="115047" y="14081"/>
                    <a:pt x="114443" y="14081"/>
                    <a:pt x="113847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2F826181-C185-CF45-943D-1759E2DB847A}"/>
                </a:ext>
              </a:extLst>
            </p:cNvPr>
            <p:cNvSpPr/>
            <p:nvPr/>
          </p:nvSpPr>
          <p:spPr>
            <a:xfrm>
              <a:off x="6037279" y="2395260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1C90B94B-32CA-A744-8852-E949019781C8}"/>
                </a:ext>
              </a:extLst>
            </p:cNvPr>
            <p:cNvSpPr/>
            <p:nvPr/>
          </p:nvSpPr>
          <p:spPr>
            <a:xfrm>
              <a:off x="6037279" y="2436981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DBA5AECB-90EF-DF4F-89E6-DD71789E3769}"/>
                </a:ext>
              </a:extLst>
            </p:cNvPr>
            <p:cNvSpPr/>
            <p:nvPr/>
          </p:nvSpPr>
          <p:spPr>
            <a:xfrm>
              <a:off x="6148680" y="2233791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4474551A-C391-374F-B1A7-9592F93F08A5}"/>
                </a:ext>
              </a:extLst>
            </p:cNvPr>
            <p:cNvSpPr/>
            <p:nvPr/>
          </p:nvSpPr>
          <p:spPr>
            <a:xfrm>
              <a:off x="6148680" y="2200137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02DF15BF-C6F8-9042-9FFF-09534215B7E4}"/>
                </a:ext>
              </a:extLst>
            </p:cNvPr>
            <p:cNvSpPr/>
            <p:nvPr/>
          </p:nvSpPr>
          <p:spPr>
            <a:xfrm>
              <a:off x="6158617" y="2311760"/>
              <a:ext cx="208491" cy="208491"/>
            </a:xfrm>
            <a:custGeom>
              <a:avLst/>
              <a:gdLst>
                <a:gd name="connsiteX0" fmla="*/ 126432 w 208491"/>
                <a:gd name="connsiteY0" fmla="*/ 208492 h 208491"/>
                <a:gd name="connsiteX1" fmla="*/ 82060 w 208491"/>
                <a:gd name="connsiteY1" fmla="*/ 208492 h 208491"/>
                <a:gd name="connsiteX2" fmla="*/ 75029 w 208491"/>
                <a:gd name="connsiteY2" fmla="*/ 201461 h 208491"/>
                <a:gd name="connsiteX3" fmla="*/ 75029 w 208491"/>
                <a:gd name="connsiteY3" fmla="*/ 180601 h 208491"/>
                <a:gd name="connsiteX4" fmla="*/ 70880 w 208491"/>
                <a:gd name="connsiteY4" fmla="*/ 178757 h 208491"/>
                <a:gd name="connsiteX5" fmla="*/ 56128 w 208491"/>
                <a:gd name="connsiteY5" fmla="*/ 193624 h 208491"/>
                <a:gd name="connsiteX6" fmla="*/ 46216 w 208491"/>
                <a:gd name="connsiteY6" fmla="*/ 193624 h 208491"/>
                <a:gd name="connsiteX7" fmla="*/ 14407 w 208491"/>
                <a:gd name="connsiteY7" fmla="*/ 162276 h 208491"/>
                <a:gd name="connsiteX8" fmla="*/ 12332 w 208491"/>
                <a:gd name="connsiteY8" fmla="*/ 157320 h 208491"/>
                <a:gd name="connsiteX9" fmla="*/ 14407 w 208491"/>
                <a:gd name="connsiteY9" fmla="*/ 152364 h 208491"/>
                <a:gd name="connsiteX10" fmla="*/ 29159 w 208491"/>
                <a:gd name="connsiteY10" fmla="*/ 137611 h 208491"/>
                <a:gd name="connsiteX11" fmla="*/ 27430 w 208491"/>
                <a:gd name="connsiteY11" fmla="*/ 133347 h 208491"/>
                <a:gd name="connsiteX12" fmla="*/ 7030 w 208491"/>
                <a:gd name="connsiteY12" fmla="*/ 133347 h 208491"/>
                <a:gd name="connsiteX13" fmla="*/ 1 w 208491"/>
                <a:gd name="connsiteY13" fmla="*/ 126548 h 208491"/>
                <a:gd name="connsiteX14" fmla="*/ 0 w 208491"/>
                <a:gd name="connsiteY14" fmla="*/ 126432 h 208491"/>
                <a:gd name="connsiteX15" fmla="*/ 0 w 208491"/>
                <a:gd name="connsiteY15" fmla="*/ 82060 h 208491"/>
                <a:gd name="connsiteX16" fmla="*/ 7030 w 208491"/>
                <a:gd name="connsiteY16" fmla="*/ 75029 h 208491"/>
                <a:gd name="connsiteX17" fmla="*/ 27891 w 208491"/>
                <a:gd name="connsiteY17" fmla="*/ 75029 h 208491"/>
                <a:gd name="connsiteX18" fmla="*/ 29620 w 208491"/>
                <a:gd name="connsiteY18" fmla="*/ 70880 h 208491"/>
                <a:gd name="connsiteX19" fmla="*/ 14407 w 208491"/>
                <a:gd name="connsiteY19" fmla="*/ 56013 h 208491"/>
                <a:gd name="connsiteX20" fmla="*/ 14107 w 208491"/>
                <a:gd name="connsiteY20" fmla="*/ 46401 h 208491"/>
                <a:gd name="connsiteX21" fmla="*/ 14407 w 208491"/>
                <a:gd name="connsiteY21" fmla="*/ 46101 h 208491"/>
                <a:gd name="connsiteX22" fmla="*/ 45755 w 208491"/>
                <a:gd name="connsiteY22" fmla="*/ 14752 h 208491"/>
                <a:gd name="connsiteX23" fmla="*/ 50711 w 208491"/>
                <a:gd name="connsiteY23" fmla="*/ 12678 h 208491"/>
                <a:gd name="connsiteX24" fmla="*/ 55667 w 208491"/>
                <a:gd name="connsiteY24" fmla="*/ 14752 h 208491"/>
                <a:gd name="connsiteX25" fmla="*/ 70419 w 208491"/>
                <a:gd name="connsiteY25" fmla="*/ 29505 h 208491"/>
                <a:gd name="connsiteX26" fmla="*/ 74568 w 208491"/>
                <a:gd name="connsiteY26" fmla="*/ 27776 h 208491"/>
                <a:gd name="connsiteX27" fmla="*/ 74568 w 208491"/>
                <a:gd name="connsiteY27" fmla="*/ 6915 h 208491"/>
                <a:gd name="connsiteX28" fmla="*/ 81599 w 208491"/>
                <a:gd name="connsiteY28" fmla="*/ 0 h 208491"/>
                <a:gd name="connsiteX29" fmla="*/ 125971 w 208491"/>
                <a:gd name="connsiteY29" fmla="*/ 0 h 208491"/>
                <a:gd name="connsiteX30" fmla="*/ 132886 w 208491"/>
                <a:gd name="connsiteY30" fmla="*/ 6915 h 208491"/>
                <a:gd name="connsiteX31" fmla="*/ 132886 w 208491"/>
                <a:gd name="connsiteY31" fmla="*/ 27891 h 208491"/>
                <a:gd name="connsiteX32" fmla="*/ 137151 w 208491"/>
                <a:gd name="connsiteY32" fmla="*/ 29620 h 208491"/>
                <a:gd name="connsiteX33" fmla="*/ 152710 w 208491"/>
                <a:gd name="connsiteY33" fmla="*/ 14868 h 208491"/>
                <a:gd name="connsiteX34" fmla="*/ 162488 w 208491"/>
                <a:gd name="connsiteY34" fmla="*/ 14734 h 208491"/>
                <a:gd name="connsiteX35" fmla="*/ 162621 w 208491"/>
                <a:gd name="connsiteY35" fmla="*/ 14868 h 208491"/>
                <a:gd name="connsiteX36" fmla="*/ 193624 w 208491"/>
                <a:gd name="connsiteY36" fmla="*/ 46101 h 208491"/>
                <a:gd name="connsiteX37" fmla="*/ 193806 w 208491"/>
                <a:gd name="connsiteY37" fmla="*/ 55716 h 208491"/>
                <a:gd name="connsiteX38" fmla="*/ 193624 w 208491"/>
                <a:gd name="connsiteY38" fmla="*/ 55897 h 208491"/>
                <a:gd name="connsiteX39" fmla="*/ 178872 w 208491"/>
                <a:gd name="connsiteY39" fmla="*/ 70765 h 208491"/>
                <a:gd name="connsiteX40" fmla="*/ 180601 w 208491"/>
                <a:gd name="connsiteY40" fmla="*/ 74914 h 208491"/>
                <a:gd name="connsiteX41" fmla="*/ 201461 w 208491"/>
                <a:gd name="connsiteY41" fmla="*/ 74914 h 208491"/>
                <a:gd name="connsiteX42" fmla="*/ 208492 w 208491"/>
                <a:gd name="connsiteY42" fmla="*/ 81945 h 208491"/>
                <a:gd name="connsiteX43" fmla="*/ 208492 w 208491"/>
                <a:gd name="connsiteY43" fmla="*/ 126778 h 208491"/>
                <a:gd name="connsiteX44" fmla="*/ 201578 w 208491"/>
                <a:gd name="connsiteY44" fmla="*/ 133694 h 208491"/>
                <a:gd name="connsiteX45" fmla="*/ 201461 w 208491"/>
                <a:gd name="connsiteY45" fmla="*/ 133693 h 208491"/>
                <a:gd name="connsiteX46" fmla="*/ 180601 w 208491"/>
                <a:gd name="connsiteY46" fmla="*/ 133693 h 208491"/>
                <a:gd name="connsiteX47" fmla="*/ 178872 w 208491"/>
                <a:gd name="connsiteY47" fmla="*/ 137957 h 208491"/>
                <a:gd name="connsiteX48" fmla="*/ 193624 w 208491"/>
                <a:gd name="connsiteY48" fmla="*/ 152710 h 208491"/>
                <a:gd name="connsiteX49" fmla="*/ 193757 w 208491"/>
                <a:gd name="connsiteY49" fmla="*/ 162488 h 208491"/>
                <a:gd name="connsiteX50" fmla="*/ 193624 w 208491"/>
                <a:gd name="connsiteY50" fmla="*/ 162621 h 208491"/>
                <a:gd name="connsiteX51" fmla="*/ 162276 w 208491"/>
                <a:gd name="connsiteY51" fmla="*/ 193624 h 208491"/>
                <a:gd name="connsiteX52" fmla="*/ 152364 w 208491"/>
                <a:gd name="connsiteY52" fmla="*/ 193624 h 208491"/>
                <a:gd name="connsiteX53" fmla="*/ 137611 w 208491"/>
                <a:gd name="connsiteY53" fmla="*/ 178757 h 208491"/>
                <a:gd name="connsiteX54" fmla="*/ 133347 w 208491"/>
                <a:gd name="connsiteY54" fmla="*/ 180601 h 208491"/>
                <a:gd name="connsiteX55" fmla="*/ 133347 w 208491"/>
                <a:gd name="connsiteY55" fmla="*/ 201461 h 208491"/>
                <a:gd name="connsiteX56" fmla="*/ 126432 w 208491"/>
                <a:gd name="connsiteY56" fmla="*/ 208492 h 208491"/>
                <a:gd name="connsiteX57" fmla="*/ 89090 w 208491"/>
                <a:gd name="connsiteY57" fmla="*/ 194431 h 208491"/>
                <a:gd name="connsiteX58" fmla="*/ 119402 w 208491"/>
                <a:gd name="connsiteY58" fmla="*/ 194431 h 208491"/>
                <a:gd name="connsiteX59" fmla="*/ 119402 w 208491"/>
                <a:gd name="connsiteY59" fmla="*/ 175645 h 208491"/>
                <a:gd name="connsiteX60" fmla="*/ 124357 w 208491"/>
                <a:gd name="connsiteY60" fmla="*/ 168960 h 208491"/>
                <a:gd name="connsiteX61" fmla="*/ 135883 w 208491"/>
                <a:gd name="connsiteY61" fmla="*/ 164120 h 208491"/>
                <a:gd name="connsiteX62" fmla="*/ 144066 w 208491"/>
                <a:gd name="connsiteY62" fmla="*/ 165387 h 208491"/>
                <a:gd name="connsiteX63" fmla="*/ 157435 w 208491"/>
                <a:gd name="connsiteY63" fmla="*/ 178757 h 208491"/>
                <a:gd name="connsiteX64" fmla="*/ 178872 w 208491"/>
                <a:gd name="connsiteY64" fmla="*/ 157320 h 208491"/>
                <a:gd name="connsiteX65" fmla="*/ 165387 w 208491"/>
                <a:gd name="connsiteY65" fmla="*/ 143950 h 208491"/>
                <a:gd name="connsiteX66" fmla="*/ 164235 w 208491"/>
                <a:gd name="connsiteY66" fmla="*/ 135767 h 208491"/>
                <a:gd name="connsiteX67" fmla="*/ 168960 w 208491"/>
                <a:gd name="connsiteY67" fmla="*/ 124242 h 208491"/>
                <a:gd name="connsiteX68" fmla="*/ 175645 w 208491"/>
                <a:gd name="connsiteY68" fmla="*/ 119286 h 208491"/>
                <a:gd name="connsiteX69" fmla="*/ 194546 w 208491"/>
                <a:gd name="connsiteY69" fmla="*/ 119286 h 208491"/>
                <a:gd name="connsiteX70" fmla="*/ 194546 w 208491"/>
                <a:gd name="connsiteY70" fmla="*/ 88975 h 208491"/>
                <a:gd name="connsiteX71" fmla="*/ 175760 w 208491"/>
                <a:gd name="connsiteY71" fmla="*/ 88975 h 208491"/>
                <a:gd name="connsiteX72" fmla="*/ 169075 w 208491"/>
                <a:gd name="connsiteY72" fmla="*/ 84134 h 208491"/>
                <a:gd name="connsiteX73" fmla="*/ 164350 w 208491"/>
                <a:gd name="connsiteY73" fmla="*/ 72609 h 208491"/>
                <a:gd name="connsiteX74" fmla="*/ 165503 w 208491"/>
                <a:gd name="connsiteY74" fmla="*/ 64426 h 208491"/>
                <a:gd name="connsiteX75" fmla="*/ 178872 w 208491"/>
                <a:gd name="connsiteY75" fmla="*/ 51057 h 208491"/>
                <a:gd name="connsiteX76" fmla="*/ 157320 w 208491"/>
                <a:gd name="connsiteY76" fmla="*/ 29620 h 208491"/>
                <a:gd name="connsiteX77" fmla="*/ 143950 w 208491"/>
                <a:gd name="connsiteY77" fmla="*/ 42989 h 208491"/>
                <a:gd name="connsiteX78" fmla="*/ 135767 w 208491"/>
                <a:gd name="connsiteY78" fmla="*/ 44257 h 208491"/>
                <a:gd name="connsiteX79" fmla="*/ 124242 w 208491"/>
                <a:gd name="connsiteY79" fmla="*/ 39532 h 208491"/>
                <a:gd name="connsiteX80" fmla="*/ 119286 w 208491"/>
                <a:gd name="connsiteY80" fmla="*/ 32847 h 208491"/>
                <a:gd name="connsiteX81" fmla="*/ 119286 w 208491"/>
                <a:gd name="connsiteY81" fmla="*/ 13946 h 208491"/>
                <a:gd name="connsiteX82" fmla="*/ 89090 w 208491"/>
                <a:gd name="connsiteY82" fmla="*/ 13946 h 208491"/>
                <a:gd name="connsiteX83" fmla="*/ 89090 w 208491"/>
                <a:gd name="connsiteY83" fmla="*/ 32847 h 208491"/>
                <a:gd name="connsiteX84" fmla="*/ 84134 w 208491"/>
                <a:gd name="connsiteY84" fmla="*/ 39532 h 208491"/>
                <a:gd name="connsiteX85" fmla="*/ 72609 w 208491"/>
                <a:gd name="connsiteY85" fmla="*/ 44257 h 208491"/>
                <a:gd name="connsiteX86" fmla="*/ 64426 w 208491"/>
                <a:gd name="connsiteY86" fmla="*/ 42989 h 208491"/>
                <a:gd name="connsiteX87" fmla="*/ 51057 w 208491"/>
                <a:gd name="connsiteY87" fmla="*/ 29620 h 208491"/>
                <a:gd name="connsiteX88" fmla="*/ 29505 w 208491"/>
                <a:gd name="connsiteY88" fmla="*/ 51172 h 208491"/>
                <a:gd name="connsiteX89" fmla="*/ 42874 w 208491"/>
                <a:gd name="connsiteY89" fmla="*/ 64541 h 208491"/>
                <a:gd name="connsiteX90" fmla="*/ 44142 w 208491"/>
                <a:gd name="connsiteY90" fmla="*/ 72724 h 208491"/>
                <a:gd name="connsiteX91" fmla="*/ 39416 w 208491"/>
                <a:gd name="connsiteY91" fmla="*/ 84250 h 208491"/>
                <a:gd name="connsiteX92" fmla="*/ 32732 w 208491"/>
                <a:gd name="connsiteY92" fmla="*/ 89090 h 208491"/>
                <a:gd name="connsiteX93" fmla="*/ 14407 w 208491"/>
                <a:gd name="connsiteY93" fmla="*/ 89090 h 208491"/>
                <a:gd name="connsiteX94" fmla="*/ 14407 w 208491"/>
                <a:gd name="connsiteY94" fmla="*/ 119517 h 208491"/>
                <a:gd name="connsiteX95" fmla="*/ 32847 w 208491"/>
                <a:gd name="connsiteY95" fmla="*/ 119517 h 208491"/>
                <a:gd name="connsiteX96" fmla="*/ 39532 w 208491"/>
                <a:gd name="connsiteY96" fmla="*/ 124473 h 208491"/>
                <a:gd name="connsiteX97" fmla="*/ 44257 w 208491"/>
                <a:gd name="connsiteY97" fmla="*/ 135998 h 208491"/>
                <a:gd name="connsiteX98" fmla="*/ 42989 w 208491"/>
                <a:gd name="connsiteY98" fmla="*/ 144181 h 208491"/>
                <a:gd name="connsiteX99" fmla="*/ 29620 w 208491"/>
                <a:gd name="connsiteY99" fmla="*/ 157550 h 208491"/>
                <a:gd name="connsiteX100" fmla="*/ 51172 w 208491"/>
                <a:gd name="connsiteY100" fmla="*/ 178987 h 208491"/>
                <a:gd name="connsiteX101" fmla="*/ 64541 w 208491"/>
                <a:gd name="connsiteY101" fmla="*/ 165618 h 208491"/>
                <a:gd name="connsiteX102" fmla="*/ 72724 w 208491"/>
                <a:gd name="connsiteY102" fmla="*/ 164350 h 208491"/>
                <a:gd name="connsiteX103" fmla="*/ 84250 w 208491"/>
                <a:gd name="connsiteY103" fmla="*/ 169191 h 208491"/>
                <a:gd name="connsiteX104" fmla="*/ 89205 w 208491"/>
                <a:gd name="connsiteY104" fmla="*/ 175875 h 20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08491" h="208491">
                  <a:moveTo>
                    <a:pt x="126432" y="208492"/>
                  </a:moveTo>
                  <a:lnTo>
                    <a:pt x="82060" y="208492"/>
                  </a:lnTo>
                  <a:cubicBezTo>
                    <a:pt x="78203" y="208430"/>
                    <a:pt x="75091" y="205318"/>
                    <a:pt x="75029" y="201461"/>
                  </a:cubicBezTo>
                  <a:lnTo>
                    <a:pt x="75029" y="180601"/>
                  </a:lnTo>
                  <a:lnTo>
                    <a:pt x="70880" y="178757"/>
                  </a:lnTo>
                  <a:lnTo>
                    <a:pt x="56128" y="193624"/>
                  </a:lnTo>
                  <a:cubicBezTo>
                    <a:pt x="53361" y="196288"/>
                    <a:pt x="48983" y="196288"/>
                    <a:pt x="46216" y="193624"/>
                  </a:cubicBezTo>
                  <a:lnTo>
                    <a:pt x="14407" y="162276"/>
                  </a:lnTo>
                  <a:cubicBezTo>
                    <a:pt x="13117" y="160943"/>
                    <a:pt x="12376" y="159174"/>
                    <a:pt x="12332" y="157320"/>
                  </a:cubicBezTo>
                  <a:cubicBezTo>
                    <a:pt x="12353" y="155461"/>
                    <a:pt x="13097" y="153683"/>
                    <a:pt x="14407" y="152364"/>
                  </a:cubicBezTo>
                  <a:lnTo>
                    <a:pt x="29159" y="137611"/>
                  </a:lnTo>
                  <a:lnTo>
                    <a:pt x="27430" y="133347"/>
                  </a:lnTo>
                  <a:lnTo>
                    <a:pt x="7030" y="133347"/>
                  </a:lnTo>
                  <a:cubicBezTo>
                    <a:pt x="3212" y="133411"/>
                    <a:pt x="65" y="130367"/>
                    <a:pt x="1" y="126548"/>
                  </a:cubicBezTo>
                  <a:cubicBezTo>
                    <a:pt x="0" y="126509"/>
                    <a:pt x="0" y="126471"/>
                    <a:pt x="0" y="126432"/>
                  </a:cubicBezTo>
                  <a:lnTo>
                    <a:pt x="0" y="82060"/>
                  </a:lnTo>
                  <a:cubicBezTo>
                    <a:pt x="0" y="78177"/>
                    <a:pt x="3148" y="75029"/>
                    <a:pt x="7030" y="75029"/>
                  </a:cubicBezTo>
                  <a:lnTo>
                    <a:pt x="27891" y="75029"/>
                  </a:lnTo>
                  <a:lnTo>
                    <a:pt x="29620" y="70880"/>
                  </a:lnTo>
                  <a:lnTo>
                    <a:pt x="14407" y="56013"/>
                  </a:lnTo>
                  <a:cubicBezTo>
                    <a:pt x="11670" y="53441"/>
                    <a:pt x="11535" y="49138"/>
                    <a:pt x="14107" y="46401"/>
                  </a:cubicBezTo>
                  <a:cubicBezTo>
                    <a:pt x="14203" y="46298"/>
                    <a:pt x="14304" y="46198"/>
                    <a:pt x="14407" y="46101"/>
                  </a:cubicBezTo>
                  <a:lnTo>
                    <a:pt x="45755" y="14752"/>
                  </a:lnTo>
                  <a:cubicBezTo>
                    <a:pt x="47044" y="13398"/>
                    <a:pt x="48842" y="12646"/>
                    <a:pt x="50711" y="12678"/>
                  </a:cubicBezTo>
                  <a:cubicBezTo>
                    <a:pt x="52575" y="12673"/>
                    <a:pt x="54362" y="13421"/>
                    <a:pt x="55667" y="14752"/>
                  </a:cubicBezTo>
                  <a:lnTo>
                    <a:pt x="70419" y="29505"/>
                  </a:lnTo>
                  <a:cubicBezTo>
                    <a:pt x="71760" y="28831"/>
                    <a:pt x="73146" y="28253"/>
                    <a:pt x="74568" y="27776"/>
                  </a:cubicBezTo>
                  <a:lnTo>
                    <a:pt x="74568" y="6915"/>
                  </a:lnTo>
                  <a:cubicBezTo>
                    <a:pt x="74631" y="3077"/>
                    <a:pt x="77761" y="-1"/>
                    <a:pt x="81599" y="0"/>
                  </a:cubicBezTo>
                  <a:lnTo>
                    <a:pt x="125971" y="0"/>
                  </a:lnTo>
                  <a:cubicBezTo>
                    <a:pt x="129790" y="0"/>
                    <a:pt x="132886" y="3096"/>
                    <a:pt x="132886" y="6915"/>
                  </a:cubicBezTo>
                  <a:lnTo>
                    <a:pt x="132886" y="27891"/>
                  </a:lnTo>
                  <a:cubicBezTo>
                    <a:pt x="134353" y="28347"/>
                    <a:pt x="135780" y="28926"/>
                    <a:pt x="137151" y="29620"/>
                  </a:cubicBezTo>
                  <a:lnTo>
                    <a:pt x="152710" y="14868"/>
                  </a:lnTo>
                  <a:cubicBezTo>
                    <a:pt x="155373" y="12131"/>
                    <a:pt x="159751" y="12071"/>
                    <a:pt x="162488" y="14734"/>
                  </a:cubicBezTo>
                  <a:cubicBezTo>
                    <a:pt x="162533" y="14778"/>
                    <a:pt x="162578" y="14823"/>
                    <a:pt x="162621" y="14868"/>
                  </a:cubicBezTo>
                  <a:lnTo>
                    <a:pt x="193624" y="46101"/>
                  </a:lnTo>
                  <a:cubicBezTo>
                    <a:pt x="196329" y="48706"/>
                    <a:pt x="196411" y="53011"/>
                    <a:pt x="193806" y="55716"/>
                  </a:cubicBezTo>
                  <a:cubicBezTo>
                    <a:pt x="193746" y="55777"/>
                    <a:pt x="193686" y="55838"/>
                    <a:pt x="193624" y="55897"/>
                  </a:cubicBezTo>
                  <a:lnTo>
                    <a:pt x="178872" y="70765"/>
                  </a:lnTo>
                  <a:lnTo>
                    <a:pt x="180601" y="74914"/>
                  </a:lnTo>
                  <a:lnTo>
                    <a:pt x="201461" y="74914"/>
                  </a:lnTo>
                  <a:cubicBezTo>
                    <a:pt x="205344" y="74914"/>
                    <a:pt x="208492" y="78062"/>
                    <a:pt x="208492" y="81945"/>
                  </a:cubicBezTo>
                  <a:lnTo>
                    <a:pt x="208492" y="126778"/>
                  </a:lnTo>
                  <a:cubicBezTo>
                    <a:pt x="208492" y="130597"/>
                    <a:pt x="205397" y="133693"/>
                    <a:pt x="201578" y="133694"/>
                  </a:cubicBezTo>
                  <a:cubicBezTo>
                    <a:pt x="201539" y="133694"/>
                    <a:pt x="201500" y="133694"/>
                    <a:pt x="201461" y="133693"/>
                  </a:cubicBezTo>
                  <a:lnTo>
                    <a:pt x="180601" y="133693"/>
                  </a:lnTo>
                  <a:lnTo>
                    <a:pt x="178872" y="137957"/>
                  </a:lnTo>
                  <a:lnTo>
                    <a:pt x="193624" y="152710"/>
                  </a:lnTo>
                  <a:cubicBezTo>
                    <a:pt x="196361" y="155373"/>
                    <a:pt x="196421" y="159751"/>
                    <a:pt x="193757" y="162488"/>
                  </a:cubicBezTo>
                  <a:cubicBezTo>
                    <a:pt x="193714" y="162533"/>
                    <a:pt x="193669" y="162578"/>
                    <a:pt x="193624" y="162621"/>
                  </a:cubicBezTo>
                  <a:lnTo>
                    <a:pt x="162276" y="193624"/>
                  </a:lnTo>
                  <a:cubicBezTo>
                    <a:pt x="159509" y="196288"/>
                    <a:pt x="155131" y="196288"/>
                    <a:pt x="152364" y="193624"/>
                  </a:cubicBezTo>
                  <a:lnTo>
                    <a:pt x="137611" y="178757"/>
                  </a:lnTo>
                  <a:lnTo>
                    <a:pt x="133347" y="180601"/>
                  </a:lnTo>
                  <a:lnTo>
                    <a:pt x="133347" y="201461"/>
                  </a:lnTo>
                  <a:cubicBezTo>
                    <a:pt x="133348" y="205300"/>
                    <a:pt x="130270" y="208429"/>
                    <a:pt x="126432" y="208492"/>
                  </a:cubicBezTo>
                  <a:close/>
                  <a:moveTo>
                    <a:pt x="89090" y="194431"/>
                  </a:moveTo>
                  <a:lnTo>
                    <a:pt x="119402" y="194431"/>
                  </a:lnTo>
                  <a:lnTo>
                    <a:pt x="119402" y="175645"/>
                  </a:lnTo>
                  <a:cubicBezTo>
                    <a:pt x="119378" y="172561"/>
                    <a:pt x="121400" y="169834"/>
                    <a:pt x="124357" y="168960"/>
                  </a:cubicBezTo>
                  <a:cubicBezTo>
                    <a:pt x="128356" y="167749"/>
                    <a:pt x="132218" y="166127"/>
                    <a:pt x="135883" y="164120"/>
                  </a:cubicBezTo>
                  <a:cubicBezTo>
                    <a:pt x="138596" y="162721"/>
                    <a:pt x="141903" y="163233"/>
                    <a:pt x="144066" y="165387"/>
                  </a:cubicBezTo>
                  <a:lnTo>
                    <a:pt x="157435" y="178757"/>
                  </a:lnTo>
                  <a:lnTo>
                    <a:pt x="178872" y="157320"/>
                  </a:lnTo>
                  <a:lnTo>
                    <a:pt x="165387" y="143950"/>
                  </a:lnTo>
                  <a:cubicBezTo>
                    <a:pt x="163271" y="141760"/>
                    <a:pt x="162806" y="138457"/>
                    <a:pt x="164235" y="135767"/>
                  </a:cubicBezTo>
                  <a:cubicBezTo>
                    <a:pt x="166157" y="132078"/>
                    <a:pt x="167739" y="128220"/>
                    <a:pt x="168960" y="124242"/>
                  </a:cubicBezTo>
                  <a:cubicBezTo>
                    <a:pt x="169834" y="121284"/>
                    <a:pt x="172561" y="119263"/>
                    <a:pt x="175645" y="119286"/>
                  </a:cubicBezTo>
                  <a:lnTo>
                    <a:pt x="194546" y="119286"/>
                  </a:lnTo>
                  <a:lnTo>
                    <a:pt x="194546" y="88975"/>
                  </a:lnTo>
                  <a:lnTo>
                    <a:pt x="175760" y="88975"/>
                  </a:lnTo>
                  <a:cubicBezTo>
                    <a:pt x="172708" y="89014"/>
                    <a:pt x="169991" y="87046"/>
                    <a:pt x="169075" y="84134"/>
                  </a:cubicBezTo>
                  <a:cubicBezTo>
                    <a:pt x="167876" y="80149"/>
                    <a:pt x="166293" y="76289"/>
                    <a:pt x="164350" y="72609"/>
                  </a:cubicBezTo>
                  <a:cubicBezTo>
                    <a:pt x="162883" y="69927"/>
                    <a:pt x="163352" y="66599"/>
                    <a:pt x="165503" y="64426"/>
                  </a:cubicBezTo>
                  <a:lnTo>
                    <a:pt x="178872" y="51057"/>
                  </a:lnTo>
                  <a:lnTo>
                    <a:pt x="157320" y="29620"/>
                  </a:lnTo>
                  <a:lnTo>
                    <a:pt x="143950" y="42989"/>
                  </a:lnTo>
                  <a:cubicBezTo>
                    <a:pt x="141787" y="45144"/>
                    <a:pt x="138481" y="45656"/>
                    <a:pt x="135767" y="44257"/>
                  </a:cubicBezTo>
                  <a:cubicBezTo>
                    <a:pt x="132078" y="42334"/>
                    <a:pt x="128220" y="40753"/>
                    <a:pt x="124242" y="39532"/>
                  </a:cubicBezTo>
                  <a:cubicBezTo>
                    <a:pt x="121307" y="38625"/>
                    <a:pt x="119301" y="35919"/>
                    <a:pt x="119286" y="32847"/>
                  </a:cubicBezTo>
                  <a:lnTo>
                    <a:pt x="119286" y="13946"/>
                  </a:lnTo>
                  <a:lnTo>
                    <a:pt x="89090" y="13946"/>
                  </a:lnTo>
                  <a:lnTo>
                    <a:pt x="89090" y="32847"/>
                  </a:lnTo>
                  <a:cubicBezTo>
                    <a:pt x="89040" y="35906"/>
                    <a:pt x="87047" y="38594"/>
                    <a:pt x="84134" y="39532"/>
                  </a:cubicBezTo>
                  <a:cubicBezTo>
                    <a:pt x="80157" y="40753"/>
                    <a:pt x="76299" y="42334"/>
                    <a:pt x="72609" y="44257"/>
                  </a:cubicBezTo>
                  <a:cubicBezTo>
                    <a:pt x="69895" y="45656"/>
                    <a:pt x="66589" y="45144"/>
                    <a:pt x="64426" y="42989"/>
                  </a:cubicBezTo>
                  <a:lnTo>
                    <a:pt x="51057" y="29620"/>
                  </a:lnTo>
                  <a:lnTo>
                    <a:pt x="29505" y="51172"/>
                  </a:lnTo>
                  <a:lnTo>
                    <a:pt x="42874" y="64541"/>
                  </a:lnTo>
                  <a:cubicBezTo>
                    <a:pt x="45100" y="66668"/>
                    <a:pt x="45620" y="70024"/>
                    <a:pt x="44142" y="72724"/>
                  </a:cubicBezTo>
                  <a:cubicBezTo>
                    <a:pt x="42199" y="76405"/>
                    <a:pt x="40616" y="80264"/>
                    <a:pt x="39416" y="84250"/>
                  </a:cubicBezTo>
                  <a:cubicBezTo>
                    <a:pt x="38469" y="87139"/>
                    <a:pt x="35772" y="89092"/>
                    <a:pt x="32732" y="89090"/>
                  </a:cubicBezTo>
                  <a:lnTo>
                    <a:pt x="14407" y="89090"/>
                  </a:lnTo>
                  <a:lnTo>
                    <a:pt x="14407" y="119517"/>
                  </a:lnTo>
                  <a:lnTo>
                    <a:pt x="32847" y="119517"/>
                  </a:lnTo>
                  <a:cubicBezTo>
                    <a:pt x="35919" y="119531"/>
                    <a:pt x="38625" y="121538"/>
                    <a:pt x="39532" y="124473"/>
                  </a:cubicBezTo>
                  <a:cubicBezTo>
                    <a:pt x="40753" y="128450"/>
                    <a:pt x="42334" y="132308"/>
                    <a:pt x="44257" y="135998"/>
                  </a:cubicBezTo>
                  <a:cubicBezTo>
                    <a:pt x="45735" y="138698"/>
                    <a:pt x="45215" y="142055"/>
                    <a:pt x="42989" y="144181"/>
                  </a:cubicBezTo>
                  <a:lnTo>
                    <a:pt x="29620" y="157550"/>
                  </a:lnTo>
                  <a:lnTo>
                    <a:pt x="51172" y="178987"/>
                  </a:lnTo>
                  <a:lnTo>
                    <a:pt x="64541" y="165618"/>
                  </a:lnTo>
                  <a:cubicBezTo>
                    <a:pt x="66704" y="163463"/>
                    <a:pt x="70011" y="162951"/>
                    <a:pt x="72724" y="164350"/>
                  </a:cubicBezTo>
                  <a:cubicBezTo>
                    <a:pt x="76389" y="166357"/>
                    <a:pt x="80251" y="167979"/>
                    <a:pt x="84250" y="169191"/>
                  </a:cubicBezTo>
                  <a:cubicBezTo>
                    <a:pt x="87184" y="170097"/>
                    <a:pt x="89191" y="172804"/>
                    <a:pt x="89205" y="17587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B6B7908-096E-CE48-B32D-D62D68348C31}"/>
                </a:ext>
              </a:extLst>
            </p:cNvPr>
            <p:cNvSpPr/>
            <p:nvPr/>
          </p:nvSpPr>
          <p:spPr>
            <a:xfrm>
              <a:off x="6207025" y="2360051"/>
              <a:ext cx="111794" cy="111794"/>
            </a:xfrm>
            <a:custGeom>
              <a:avLst/>
              <a:gdLst>
                <a:gd name="connsiteX0" fmla="*/ 55780 w 111794"/>
                <a:gd name="connsiteY0" fmla="*/ 111795 h 111794"/>
                <a:gd name="connsiteX1" fmla="*/ 0 w 111794"/>
                <a:gd name="connsiteY1" fmla="*/ 55780 h 111794"/>
                <a:gd name="connsiteX2" fmla="*/ 56015 w 111794"/>
                <a:gd name="connsiteY2" fmla="*/ 0 h 111794"/>
                <a:gd name="connsiteX3" fmla="*/ 111793 w 111794"/>
                <a:gd name="connsiteY3" fmla="*/ 55436 h 111794"/>
                <a:gd name="connsiteX4" fmla="*/ 56359 w 111794"/>
                <a:gd name="connsiteY4" fmla="*/ 111793 h 111794"/>
                <a:gd name="connsiteX5" fmla="*/ 55780 w 111794"/>
                <a:gd name="connsiteY5" fmla="*/ 111795 h 111794"/>
                <a:gd name="connsiteX6" fmla="*/ 55780 w 111794"/>
                <a:gd name="connsiteY6" fmla="*/ 13945 h 111794"/>
                <a:gd name="connsiteX7" fmla="*/ 13831 w 111794"/>
                <a:gd name="connsiteY7" fmla="*/ 55900 h 111794"/>
                <a:gd name="connsiteX8" fmla="*/ 55785 w 111794"/>
                <a:gd name="connsiteY8" fmla="*/ 97849 h 111794"/>
                <a:gd name="connsiteX9" fmla="*/ 97735 w 111794"/>
                <a:gd name="connsiteY9" fmla="*/ 55895 h 111794"/>
                <a:gd name="connsiteX10" fmla="*/ 97732 w 111794"/>
                <a:gd name="connsiteY10" fmla="*/ 55436 h 111794"/>
                <a:gd name="connsiteX11" fmla="*/ 55780 w 111794"/>
                <a:gd name="connsiteY11" fmla="*/ 13945 h 1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794" h="111794">
                  <a:moveTo>
                    <a:pt x="55780" y="111795"/>
                  </a:moveTo>
                  <a:cubicBezTo>
                    <a:pt x="24909" y="111730"/>
                    <a:pt x="-65" y="86652"/>
                    <a:pt x="0" y="55780"/>
                  </a:cubicBezTo>
                  <a:cubicBezTo>
                    <a:pt x="65" y="24909"/>
                    <a:pt x="25143" y="-65"/>
                    <a:pt x="56015" y="0"/>
                  </a:cubicBezTo>
                  <a:cubicBezTo>
                    <a:pt x="86660" y="64"/>
                    <a:pt x="111540" y="24792"/>
                    <a:pt x="111793" y="55436"/>
                  </a:cubicBezTo>
                  <a:cubicBezTo>
                    <a:pt x="112048" y="86307"/>
                    <a:pt x="87229" y="111538"/>
                    <a:pt x="56359" y="111793"/>
                  </a:cubicBezTo>
                  <a:cubicBezTo>
                    <a:pt x="56166" y="111795"/>
                    <a:pt x="55973" y="111795"/>
                    <a:pt x="55780" y="111795"/>
                  </a:cubicBezTo>
                  <a:close/>
                  <a:moveTo>
                    <a:pt x="55780" y="13945"/>
                  </a:moveTo>
                  <a:cubicBezTo>
                    <a:pt x="32611" y="13947"/>
                    <a:pt x="13830" y="32730"/>
                    <a:pt x="13831" y="55900"/>
                  </a:cubicBezTo>
                  <a:cubicBezTo>
                    <a:pt x="13832" y="79069"/>
                    <a:pt x="32616" y="97851"/>
                    <a:pt x="55785" y="97849"/>
                  </a:cubicBezTo>
                  <a:cubicBezTo>
                    <a:pt x="78955" y="97848"/>
                    <a:pt x="97736" y="79064"/>
                    <a:pt x="97735" y="55895"/>
                  </a:cubicBezTo>
                  <a:cubicBezTo>
                    <a:pt x="97735" y="55742"/>
                    <a:pt x="97734" y="55589"/>
                    <a:pt x="97732" y="55436"/>
                  </a:cubicBezTo>
                  <a:cubicBezTo>
                    <a:pt x="97418" y="32473"/>
                    <a:pt x="78745" y="14006"/>
                    <a:pt x="55780" y="1394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9DBC3109-73EA-DF42-AEF1-EA4EC7F335C2}"/>
                </a:ext>
              </a:extLst>
            </p:cNvPr>
            <p:cNvSpPr/>
            <p:nvPr/>
          </p:nvSpPr>
          <p:spPr>
            <a:xfrm>
              <a:off x="6054427" y="2104305"/>
              <a:ext cx="264506" cy="203882"/>
            </a:xfrm>
            <a:custGeom>
              <a:avLst/>
              <a:gdLst>
                <a:gd name="connsiteX0" fmla="*/ 257590 w 264506"/>
                <a:gd name="connsiteY0" fmla="*/ 203882 h 203882"/>
                <a:gd name="connsiteX1" fmla="*/ 250561 w 264506"/>
                <a:gd name="connsiteY1" fmla="*/ 197083 h 203882"/>
                <a:gd name="connsiteX2" fmla="*/ 250560 w 264506"/>
                <a:gd name="connsiteY2" fmla="*/ 196967 h 203882"/>
                <a:gd name="connsiteX3" fmla="*/ 250560 w 264506"/>
                <a:gd name="connsiteY3" fmla="*/ 13946 h 203882"/>
                <a:gd name="connsiteX4" fmla="*/ 13947 w 264506"/>
                <a:gd name="connsiteY4" fmla="*/ 13946 h 203882"/>
                <a:gd name="connsiteX5" fmla="*/ 13947 w 264506"/>
                <a:gd name="connsiteY5" fmla="*/ 27084 h 203882"/>
                <a:gd name="connsiteX6" fmla="*/ 230391 w 264506"/>
                <a:gd name="connsiteY6" fmla="*/ 27084 h 203882"/>
                <a:gd name="connsiteX7" fmla="*/ 237421 w 264506"/>
                <a:gd name="connsiteY7" fmla="*/ 34115 h 203882"/>
                <a:gd name="connsiteX8" fmla="*/ 237421 w 264506"/>
                <a:gd name="connsiteY8" fmla="*/ 184404 h 203882"/>
                <a:gd name="connsiteX9" fmla="*/ 229550 w 264506"/>
                <a:gd name="connsiteY9" fmla="*/ 190478 h 203882"/>
                <a:gd name="connsiteX10" fmla="*/ 223476 w 264506"/>
                <a:gd name="connsiteY10" fmla="*/ 184404 h 203882"/>
                <a:gd name="connsiteX11" fmla="*/ 223476 w 264506"/>
                <a:gd name="connsiteY11" fmla="*/ 41030 h 203882"/>
                <a:gd name="connsiteX12" fmla="*/ 6916 w 264506"/>
                <a:gd name="connsiteY12" fmla="*/ 41030 h 203882"/>
                <a:gd name="connsiteX13" fmla="*/ 1 w 264506"/>
                <a:gd name="connsiteY13" fmla="*/ 34115 h 203882"/>
                <a:gd name="connsiteX14" fmla="*/ 1 w 264506"/>
                <a:gd name="connsiteY14" fmla="*/ 7030 h 203882"/>
                <a:gd name="connsiteX15" fmla="*/ 6800 w 264506"/>
                <a:gd name="connsiteY15" fmla="*/ 1 h 203882"/>
                <a:gd name="connsiteX16" fmla="*/ 6916 w 264506"/>
                <a:gd name="connsiteY16" fmla="*/ 0 h 203882"/>
                <a:gd name="connsiteX17" fmla="*/ 257590 w 264506"/>
                <a:gd name="connsiteY17" fmla="*/ 0 h 203882"/>
                <a:gd name="connsiteX18" fmla="*/ 264506 w 264506"/>
                <a:gd name="connsiteY18" fmla="*/ 6914 h 203882"/>
                <a:gd name="connsiteX19" fmla="*/ 264505 w 264506"/>
                <a:gd name="connsiteY19" fmla="*/ 7030 h 203882"/>
                <a:gd name="connsiteX20" fmla="*/ 264505 w 264506"/>
                <a:gd name="connsiteY20" fmla="*/ 196967 h 203882"/>
                <a:gd name="connsiteX21" fmla="*/ 257590 w 264506"/>
                <a:gd name="connsiteY21" fmla="*/ 203882 h 20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4506" h="203882">
                  <a:moveTo>
                    <a:pt x="257590" y="203882"/>
                  </a:moveTo>
                  <a:cubicBezTo>
                    <a:pt x="253772" y="203945"/>
                    <a:pt x="250625" y="200901"/>
                    <a:pt x="250561" y="197083"/>
                  </a:cubicBezTo>
                  <a:cubicBezTo>
                    <a:pt x="250560" y="197044"/>
                    <a:pt x="250560" y="197005"/>
                    <a:pt x="250560" y="196967"/>
                  </a:cubicBezTo>
                  <a:lnTo>
                    <a:pt x="250560" y="13946"/>
                  </a:lnTo>
                  <a:lnTo>
                    <a:pt x="13947" y="13946"/>
                  </a:lnTo>
                  <a:lnTo>
                    <a:pt x="13947" y="27084"/>
                  </a:lnTo>
                  <a:lnTo>
                    <a:pt x="230391" y="27084"/>
                  </a:lnTo>
                  <a:cubicBezTo>
                    <a:pt x="234274" y="27084"/>
                    <a:pt x="237421" y="30232"/>
                    <a:pt x="237421" y="34115"/>
                  </a:cubicBezTo>
                  <a:lnTo>
                    <a:pt x="237421" y="184404"/>
                  </a:lnTo>
                  <a:cubicBezTo>
                    <a:pt x="236925" y="188255"/>
                    <a:pt x="233401" y="190975"/>
                    <a:pt x="229550" y="190478"/>
                  </a:cubicBezTo>
                  <a:cubicBezTo>
                    <a:pt x="226380" y="190070"/>
                    <a:pt x="223884" y="187574"/>
                    <a:pt x="223476" y="184404"/>
                  </a:cubicBezTo>
                  <a:lnTo>
                    <a:pt x="223476" y="41030"/>
                  </a:lnTo>
                  <a:lnTo>
                    <a:pt x="6916" y="41030"/>
                  </a:lnTo>
                  <a:cubicBezTo>
                    <a:pt x="3097" y="41030"/>
                    <a:pt x="1" y="37934"/>
                    <a:pt x="1" y="34115"/>
                  </a:cubicBezTo>
                  <a:lnTo>
                    <a:pt x="1" y="7030"/>
                  </a:lnTo>
                  <a:cubicBezTo>
                    <a:pt x="-63" y="3212"/>
                    <a:pt x="2981" y="65"/>
                    <a:pt x="6800" y="1"/>
                  </a:cubicBezTo>
                  <a:cubicBezTo>
                    <a:pt x="6839" y="0"/>
                    <a:pt x="6877" y="0"/>
                    <a:pt x="6916" y="0"/>
                  </a:cubicBezTo>
                  <a:lnTo>
                    <a:pt x="257590" y="0"/>
                  </a:lnTo>
                  <a:cubicBezTo>
                    <a:pt x="261409" y="-1"/>
                    <a:pt x="264506" y="3095"/>
                    <a:pt x="264506" y="6914"/>
                  </a:cubicBezTo>
                  <a:cubicBezTo>
                    <a:pt x="264506" y="6953"/>
                    <a:pt x="264506" y="6992"/>
                    <a:pt x="264505" y="7030"/>
                  </a:cubicBezTo>
                  <a:lnTo>
                    <a:pt x="264505" y="196967"/>
                  </a:lnTo>
                  <a:cubicBezTo>
                    <a:pt x="264505" y="200786"/>
                    <a:pt x="261409" y="203882"/>
                    <a:pt x="257590" y="203882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15B5992-3E43-8C44-981C-1E73797C1585}"/>
                </a:ext>
              </a:extLst>
            </p:cNvPr>
            <p:cNvSpPr/>
            <p:nvPr/>
          </p:nvSpPr>
          <p:spPr>
            <a:xfrm>
              <a:off x="6027674" y="2131390"/>
              <a:ext cx="264174" cy="164351"/>
            </a:xfrm>
            <a:custGeom>
              <a:avLst/>
              <a:gdLst>
                <a:gd name="connsiteX0" fmla="*/ 230059 w 264174"/>
                <a:gd name="connsiteY0" fmla="*/ 164350 h 164351"/>
                <a:gd name="connsiteX1" fmla="*/ 223030 w 264174"/>
                <a:gd name="connsiteY1" fmla="*/ 157551 h 164351"/>
                <a:gd name="connsiteX2" fmla="*/ 223029 w 264174"/>
                <a:gd name="connsiteY2" fmla="*/ 157435 h 164351"/>
                <a:gd name="connsiteX3" fmla="*/ 223029 w 264174"/>
                <a:gd name="connsiteY3" fmla="*/ 41145 h 164351"/>
                <a:gd name="connsiteX4" fmla="*/ 7046 w 264174"/>
                <a:gd name="connsiteY4" fmla="*/ 41145 h 164351"/>
                <a:gd name="connsiteX5" fmla="*/ 15 w 264174"/>
                <a:gd name="connsiteY5" fmla="*/ 34115 h 164351"/>
                <a:gd name="connsiteX6" fmla="*/ 15 w 264174"/>
                <a:gd name="connsiteY6" fmla="*/ 7491 h 164351"/>
                <a:gd name="connsiteX7" fmla="*/ 6570 w 264174"/>
                <a:gd name="connsiteY7" fmla="*/ 15 h 164351"/>
                <a:gd name="connsiteX8" fmla="*/ 7046 w 264174"/>
                <a:gd name="connsiteY8" fmla="*/ 0 h 164351"/>
                <a:gd name="connsiteX9" fmla="*/ 257144 w 264174"/>
                <a:gd name="connsiteY9" fmla="*/ 0 h 164351"/>
                <a:gd name="connsiteX10" fmla="*/ 264174 w 264174"/>
                <a:gd name="connsiteY10" fmla="*/ 7030 h 164351"/>
                <a:gd name="connsiteX11" fmla="*/ 264174 w 264174"/>
                <a:gd name="connsiteY11" fmla="*/ 153055 h 164351"/>
                <a:gd name="connsiteX12" fmla="*/ 256303 w 264174"/>
                <a:gd name="connsiteY12" fmla="*/ 159130 h 164351"/>
                <a:gd name="connsiteX13" fmla="*/ 250229 w 264174"/>
                <a:gd name="connsiteY13" fmla="*/ 153055 h 164351"/>
                <a:gd name="connsiteX14" fmla="*/ 250229 w 264174"/>
                <a:gd name="connsiteY14" fmla="*/ 13946 h 164351"/>
                <a:gd name="connsiteX15" fmla="*/ 13500 w 264174"/>
                <a:gd name="connsiteY15" fmla="*/ 13946 h 164351"/>
                <a:gd name="connsiteX16" fmla="*/ 13500 w 264174"/>
                <a:gd name="connsiteY16" fmla="*/ 27200 h 164351"/>
                <a:gd name="connsiteX17" fmla="*/ 230059 w 264174"/>
                <a:gd name="connsiteY17" fmla="*/ 27200 h 164351"/>
                <a:gd name="connsiteX18" fmla="*/ 237090 w 264174"/>
                <a:gd name="connsiteY18" fmla="*/ 34115 h 164351"/>
                <a:gd name="connsiteX19" fmla="*/ 237090 w 264174"/>
                <a:gd name="connsiteY19" fmla="*/ 157320 h 164351"/>
                <a:gd name="connsiteX20" fmla="*/ 230059 w 264174"/>
                <a:gd name="connsiteY20" fmla="*/ 164350 h 1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4174" h="164351">
                  <a:moveTo>
                    <a:pt x="230059" y="164350"/>
                  </a:moveTo>
                  <a:cubicBezTo>
                    <a:pt x="226241" y="164414"/>
                    <a:pt x="223094" y="161370"/>
                    <a:pt x="223030" y="157551"/>
                  </a:cubicBezTo>
                  <a:cubicBezTo>
                    <a:pt x="223029" y="157512"/>
                    <a:pt x="223029" y="157474"/>
                    <a:pt x="223029" y="157435"/>
                  </a:cubicBezTo>
                  <a:lnTo>
                    <a:pt x="223029" y="41145"/>
                  </a:lnTo>
                  <a:lnTo>
                    <a:pt x="7046" y="41145"/>
                  </a:lnTo>
                  <a:cubicBezTo>
                    <a:pt x="3163" y="41145"/>
                    <a:pt x="15" y="37998"/>
                    <a:pt x="15" y="34115"/>
                  </a:cubicBezTo>
                  <a:lnTo>
                    <a:pt x="15" y="7491"/>
                  </a:lnTo>
                  <a:cubicBezTo>
                    <a:pt x="-239" y="3617"/>
                    <a:pt x="2695" y="270"/>
                    <a:pt x="6570" y="15"/>
                  </a:cubicBezTo>
                  <a:cubicBezTo>
                    <a:pt x="6728" y="5"/>
                    <a:pt x="6887" y="0"/>
                    <a:pt x="7046" y="0"/>
                  </a:cubicBezTo>
                  <a:lnTo>
                    <a:pt x="257144" y="0"/>
                  </a:lnTo>
                  <a:cubicBezTo>
                    <a:pt x="261027" y="0"/>
                    <a:pt x="264174" y="3148"/>
                    <a:pt x="264174" y="7030"/>
                  </a:cubicBezTo>
                  <a:lnTo>
                    <a:pt x="264174" y="153055"/>
                  </a:lnTo>
                  <a:cubicBezTo>
                    <a:pt x="263678" y="156906"/>
                    <a:pt x="260154" y="159626"/>
                    <a:pt x="256303" y="159130"/>
                  </a:cubicBezTo>
                  <a:cubicBezTo>
                    <a:pt x="253133" y="158721"/>
                    <a:pt x="250637" y="156226"/>
                    <a:pt x="250229" y="153055"/>
                  </a:cubicBezTo>
                  <a:lnTo>
                    <a:pt x="250229" y="13946"/>
                  </a:lnTo>
                  <a:lnTo>
                    <a:pt x="13500" y="13946"/>
                  </a:lnTo>
                  <a:lnTo>
                    <a:pt x="13500" y="27200"/>
                  </a:lnTo>
                  <a:lnTo>
                    <a:pt x="230059" y="27200"/>
                  </a:lnTo>
                  <a:cubicBezTo>
                    <a:pt x="233898" y="27199"/>
                    <a:pt x="237027" y="30277"/>
                    <a:pt x="237090" y="34115"/>
                  </a:cubicBezTo>
                  <a:lnTo>
                    <a:pt x="237090" y="157320"/>
                  </a:lnTo>
                  <a:cubicBezTo>
                    <a:pt x="237090" y="161202"/>
                    <a:pt x="233942" y="164350"/>
                    <a:pt x="230059" y="164350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A65AA86C-DDB5-A247-B3C6-CEAB9EB8302E}"/>
                </a:ext>
              </a:extLst>
            </p:cNvPr>
            <p:cNvSpPr/>
            <p:nvPr/>
          </p:nvSpPr>
          <p:spPr>
            <a:xfrm>
              <a:off x="6000144" y="2158588"/>
              <a:ext cx="264619" cy="363622"/>
            </a:xfrm>
            <a:custGeom>
              <a:avLst/>
              <a:gdLst>
                <a:gd name="connsiteX0" fmla="*/ 194661 w 264619"/>
                <a:gd name="connsiteY0" fmla="*/ 363623 h 363622"/>
                <a:gd name="connsiteX1" fmla="*/ 7030 w 264619"/>
                <a:gd name="connsiteY1" fmla="*/ 363623 h 363622"/>
                <a:gd name="connsiteX2" fmla="*/ 0 w 264619"/>
                <a:gd name="connsiteY2" fmla="*/ 356592 h 363622"/>
                <a:gd name="connsiteX3" fmla="*/ 0 w 264619"/>
                <a:gd name="connsiteY3" fmla="*/ 6916 h 363622"/>
                <a:gd name="connsiteX4" fmla="*/ 6914 w 264619"/>
                <a:gd name="connsiteY4" fmla="*/ 0 h 363622"/>
                <a:gd name="connsiteX5" fmla="*/ 7030 w 264619"/>
                <a:gd name="connsiteY5" fmla="*/ 1 h 363622"/>
                <a:gd name="connsiteX6" fmla="*/ 257589 w 264619"/>
                <a:gd name="connsiteY6" fmla="*/ 1 h 363622"/>
                <a:gd name="connsiteX7" fmla="*/ 264620 w 264619"/>
                <a:gd name="connsiteY7" fmla="*/ 6916 h 363622"/>
                <a:gd name="connsiteX8" fmla="*/ 264620 w 264619"/>
                <a:gd name="connsiteY8" fmla="*/ 130121 h 363622"/>
                <a:gd name="connsiteX9" fmla="*/ 257589 w 264619"/>
                <a:gd name="connsiteY9" fmla="*/ 137036 h 363622"/>
                <a:gd name="connsiteX10" fmla="*/ 250560 w 264619"/>
                <a:gd name="connsiteY10" fmla="*/ 130237 h 363622"/>
                <a:gd name="connsiteX11" fmla="*/ 250559 w 264619"/>
                <a:gd name="connsiteY11" fmla="*/ 130121 h 363622"/>
                <a:gd name="connsiteX12" fmla="*/ 250559 w 264619"/>
                <a:gd name="connsiteY12" fmla="*/ 13947 h 363622"/>
                <a:gd name="connsiteX13" fmla="*/ 13946 w 264619"/>
                <a:gd name="connsiteY13" fmla="*/ 13947 h 363622"/>
                <a:gd name="connsiteX14" fmla="*/ 13946 w 264619"/>
                <a:gd name="connsiteY14" fmla="*/ 349677 h 363622"/>
                <a:gd name="connsiteX15" fmla="*/ 194661 w 264619"/>
                <a:gd name="connsiteY15" fmla="*/ 349677 h 363622"/>
                <a:gd name="connsiteX16" fmla="*/ 200736 w 264619"/>
                <a:gd name="connsiteY16" fmla="*/ 357548 h 363622"/>
                <a:gd name="connsiteX17" fmla="*/ 194661 w 264619"/>
                <a:gd name="connsiteY17" fmla="*/ 363623 h 36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4619" h="363622">
                  <a:moveTo>
                    <a:pt x="194661" y="363623"/>
                  </a:moveTo>
                  <a:lnTo>
                    <a:pt x="7030" y="363623"/>
                  </a:lnTo>
                  <a:cubicBezTo>
                    <a:pt x="3148" y="363623"/>
                    <a:pt x="0" y="360475"/>
                    <a:pt x="0" y="356592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257589" y="1"/>
                  </a:lnTo>
                  <a:cubicBezTo>
                    <a:pt x="261428" y="0"/>
                    <a:pt x="264557" y="3078"/>
                    <a:pt x="264620" y="6916"/>
                  </a:cubicBezTo>
                  <a:lnTo>
                    <a:pt x="264620" y="130121"/>
                  </a:lnTo>
                  <a:cubicBezTo>
                    <a:pt x="264557" y="133959"/>
                    <a:pt x="261428" y="137037"/>
                    <a:pt x="257589" y="137036"/>
                  </a:cubicBezTo>
                  <a:cubicBezTo>
                    <a:pt x="253771" y="137100"/>
                    <a:pt x="250624" y="134056"/>
                    <a:pt x="250560" y="130237"/>
                  </a:cubicBezTo>
                  <a:cubicBezTo>
                    <a:pt x="250559" y="130199"/>
                    <a:pt x="250559" y="130160"/>
                    <a:pt x="250559" y="130121"/>
                  </a:cubicBezTo>
                  <a:lnTo>
                    <a:pt x="250559" y="13947"/>
                  </a:lnTo>
                  <a:lnTo>
                    <a:pt x="13946" y="13947"/>
                  </a:lnTo>
                  <a:lnTo>
                    <a:pt x="13946" y="349677"/>
                  </a:lnTo>
                  <a:lnTo>
                    <a:pt x="194661" y="349677"/>
                  </a:lnTo>
                  <a:cubicBezTo>
                    <a:pt x="198512" y="350173"/>
                    <a:pt x="201232" y="353697"/>
                    <a:pt x="200736" y="357548"/>
                  </a:cubicBezTo>
                  <a:cubicBezTo>
                    <a:pt x="200328" y="360718"/>
                    <a:pt x="197832" y="363214"/>
                    <a:pt x="194661" y="363623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E4255DA8-6272-894C-8A9A-0062D6B2BB97}"/>
              </a:ext>
            </a:extLst>
          </p:cNvPr>
          <p:cNvGrpSpPr/>
          <p:nvPr/>
        </p:nvGrpSpPr>
        <p:grpSpPr>
          <a:xfrm flipH="1">
            <a:off x="1216534" y="1949618"/>
            <a:ext cx="2783072" cy="723275"/>
            <a:chOff x="7825488" y="1404017"/>
            <a:chExt cx="3368029" cy="723275"/>
          </a:xfrm>
        </p:grpSpPr>
        <p:sp>
          <p:nvSpPr>
            <p:cNvPr id="101" name="Inhaltsplatzhalter 4">
              <a:extLst>
                <a:ext uri="{FF2B5EF4-FFF2-40B4-BE49-F238E27FC236}">
                  <a16:creationId xmlns:a16="http://schemas.microsoft.com/office/drawing/2014/main" id="{6DAEF7C3-4638-784C-A09F-6B78B373BF0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E331BD0F-B22F-F949-AFDD-A605A30419A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77C7211-A95A-9F4B-9727-71B130E4785F}"/>
              </a:ext>
            </a:extLst>
          </p:cNvPr>
          <p:cNvGrpSpPr/>
          <p:nvPr/>
        </p:nvGrpSpPr>
        <p:grpSpPr>
          <a:xfrm flipH="1">
            <a:off x="1216534" y="4987700"/>
            <a:ext cx="2783072" cy="723275"/>
            <a:chOff x="7825488" y="1404017"/>
            <a:chExt cx="3368029" cy="723275"/>
          </a:xfrm>
        </p:grpSpPr>
        <p:sp>
          <p:nvSpPr>
            <p:cNvPr id="104" name="Inhaltsplatzhalter 4">
              <a:extLst>
                <a:ext uri="{FF2B5EF4-FFF2-40B4-BE49-F238E27FC236}">
                  <a16:creationId xmlns:a16="http://schemas.microsoft.com/office/drawing/2014/main" id="{E34590BF-BA16-AA4E-B212-7A9FFC24E90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5195EE61-43D1-204A-ABF7-7FF0A001F05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124DD81E-F7CC-6B49-A389-1FE0DBE64FF3}"/>
              </a:ext>
            </a:extLst>
          </p:cNvPr>
          <p:cNvGrpSpPr/>
          <p:nvPr/>
        </p:nvGrpSpPr>
        <p:grpSpPr>
          <a:xfrm>
            <a:off x="8361338" y="1949618"/>
            <a:ext cx="2783072" cy="723275"/>
            <a:chOff x="7825488" y="1404017"/>
            <a:chExt cx="3368029" cy="723275"/>
          </a:xfrm>
        </p:grpSpPr>
        <p:sp>
          <p:nvSpPr>
            <p:cNvPr id="107" name="Inhaltsplatzhalter 4">
              <a:extLst>
                <a:ext uri="{FF2B5EF4-FFF2-40B4-BE49-F238E27FC236}">
                  <a16:creationId xmlns:a16="http://schemas.microsoft.com/office/drawing/2014/main" id="{0963A4F9-C627-4E45-A28E-64D2331B1A0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12E348E2-A0C0-EA48-9307-66E538DDAF3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C40AF317-572A-AA48-8493-EE941EEF6196}"/>
              </a:ext>
            </a:extLst>
          </p:cNvPr>
          <p:cNvGrpSpPr/>
          <p:nvPr/>
        </p:nvGrpSpPr>
        <p:grpSpPr>
          <a:xfrm>
            <a:off x="8361338" y="4987700"/>
            <a:ext cx="2783072" cy="723275"/>
            <a:chOff x="7825488" y="1404017"/>
            <a:chExt cx="3368029" cy="723275"/>
          </a:xfrm>
        </p:grpSpPr>
        <p:sp>
          <p:nvSpPr>
            <p:cNvPr id="110" name="Inhaltsplatzhalter 4">
              <a:extLst>
                <a:ext uri="{FF2B5EF4-FFF2-40B4-BE49-F238E27FC236}">
                  <a16:creationId xmlns:a16="http://schemas.microsoft.com/office/drawing/2014/main" id="{3CEC2985-8E13-6C46-A861-2EF391E1BFA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FEDAC20F-D63B-DC4F-9488-BD90FE1B550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55805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D83B4AF-F9D2-9C4E-B50D-7AB395AA35D5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D9BDEA0E-C019-2945-8E5E-94037D4EFBFC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D72B4A0-F504-8A40-9AD6-732D4FFD04A9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5BC24F3F-3256-2042-9694-0C23B711539A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ED7B992E-5812-9F4B-8F34-BA1EF60DF4D9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925CF8C4-74BC-A746-9B18-6413E130AD6B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Freeform 13">
            <a:extLst>
              <a:ext uri="{FF2B5EF4-FFF2-40B4-BE49-F238E27FC236}">
                <a16:creationId xmlns:a16="http://schemas.microsoft.com/office/drawing/2014/main" id="{9F45DF1D-E035-A44D-B2EB-347D83921419}"/>
              </a:ext>
            </a:extLst>
          </p:cNvPr>
          <p:cNvSpPr>
            <a:spLocks/>
          </p:cNvSpPr>
          <p:nvPr/>
        </p:nvSpPr>
        <p:spPr bwMode="auto">
          <a:xfrm>
            <a:off x="5212423" y="2790538"/>
            <a:ext cx="2933675" cy="2934916"/>
          </a:xfrm>
          <a:custGeom>
            <a:avLst/>
            <a:gdLst>
              <a:gd name="T0" fmla="*/ 237 w 1331"/>
              <a:gd name="T1" fmla="*/ 1094 h 1331"/>
              <a:gd name="T2" fmla="*/ 237 w 1331"/>
              <a:gd name="T3" fmla="*/ 236 h 1331"/>
              <a:gd name="T4" fmla="*/ 1094 w 1331"/>
              <a:gd name="T5" fmla="*/ 236 h 1331"/>
              <a:gd name="T6" fmla="*/ 1094 w 1331"/>
              <a:gd name="T7" fmla="*/ 1094 h 1331"/>
              <a:gd name="T8" fmla="*/ 237 w 1331"/>
              <a:gd name="T9" fmla="*/ 1094 h 1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1331">
                <a:moveTo>
                  <a:pt x="237" y="1094"/>
                </a:moveTo>
                <a:cubicBezTo>
                  <a:pt x="0" y="857"/>
                  <a:pt x="0" y="473"/>
                  <a:pt x="237" y="236"/>
                </a:cubicBezTo>
                <a:cubicBezTo>
                  <a:pt x="474" y="0"/>
                  <a:pt x="858" y="0"/>
                  <a:pt x="1094" y="236"/>
                </a:cubicBezTo>
                <a:cubicBezTo>
                  <a:pt x="1331" y="473"/>
                  <a:pt x="1331" y="857"/>
                  <a:pt x="1094" y="1094"/>
                </a:cubicBezTo>
                <a:cubicBezTo>
                  <a:pt x="858" y="1331"/>
                  <a:pt x="474" y="1331"/>
                  <a:pt x="237" y="1094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1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2F8A112A-1F01-6544-91FA-03C9C84027EF}"/>
              </a:ext>
            </a:extLst>
          </p:cNvPr>
          <p:cNvSpPr>
            <a:spLocks/>
          </p:cNvSpPr>
          <p:nvPr/>
        </p:nvSpPr>
        <p:spPr bwMode="auto">
          <a:xfrm>
            <a:off x="4045902" y="2790538"/>
            <a:ext cx="2933675" cy="2934916"/>
          </a:xfrm>
          <a:custGeom>
            <a:avLst/>
            <a:gdLst>
              <a:gd name="T0" fmla="*/ 237 w 1331"/>
              <a:gd name="T1" fmla="*/ 236 h 1331"/>
              <a:gd name="T2" fmla="*/ 1094 w 1331"/>
              <a:gd name="T3" fmla="*/ 236 h 1331"/>
              <a:gd name="T4" fmla="*/ 1094 w 1331"/>
              <a:gd name="T5" fmla="*/ 1094 h 1331"/>
              <a:gd name="T6" fmla="*/ 237 w 1331"/>
              <a:gd name="T7" fmla="*/ 1094 h 1331"/>
              <a:gd name="T8" fmla="*/ 237 w 1331"/>
              <a:gd name="T9" fmla="*/ 236 h 1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1331">
                <a:moveTo>
                  <a:pt x="237" y="236"/>
                </a:moveTo>
                <a:cubicBezTo>
                  <a:pt x="473" y="0"/>
                  <a:pt x="857" y="0"/>
                  <a:pt x="1094" y="236"/>
                </a:cubicBezTo>
                <a:cubicBezTo>
                  <a:pt x="1331" y="473"/>
                  <a:pt x="1331" y="857"/>
                  <a:pt x="1094" y="1094"/>
                </a:cubicBezTo>
                <a:cubicBezTo>
                  <a:pt x="857" y="1331"/>
                  <a:pt x="473" y="1331"/>
                  <a:pt x="237" y="1094"/>
                </a:cubicBezTo>
                <a:cubicBezTo>
                  <a:pt x="0" y="857"/>
                  <a:pt x="0" y="473"/>
                  <a:pt x="237" y="23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1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9B22274D-0C37-484B-85C7-BA5F6ED4C4DA}"/>
              </a:ext>
            </a:extLst>
          </p:cNvPr>
          <p:cNvSpPr>
            <a:spLocks/>
          </p:cNvSpPr>
          <p:nvPr/>
        </p:nvSpPr>
        <p:spPr bwMode="auto">
          <a:xfrm>
            <a:off x="4045902" y="1622776"/>
            <a:ext cx="2933675" cy="2933675"/>
          </a:xfrm>
          <a:custGeom>
            <a:avLst/>
            <a:gdLst>
              <a:gd name="T0" fmla="*/ 1094 w 1331"/>
              <a:gd name="T1" fmla="*/ 237 h 1331"/>
              <a:gd name="T2" fmla="*/ 1094 w 1331"/>
              <a:gd name="T3" fmla="*/ 1095 h 1331"/>
              <a:gd name="T4" fmla="*/ 237 w 1331"/>
              <a:gd name="T5" fmla="*/ 1095 h 1331"/>
              <a:gd name="T6" fmla="*/ 237 w 1331"/>
              <a:gd name="T7" fmla="*/ 237 h 1331"/>
              <a:gd name="T8" fmla="*/ 1094 w 1331"/>
              <a:gd name="T9" fmla="*/ 237 h 1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1331">
                <a:moveTo>
                  <a:pt x="1094" y="237"/>
                </a:moveTo>
                <a:cubicBezTo>
                  <a:pt x="1331" y="474"/>
                  <a:pt x="1331" y="858"/>
                  <a:pt x="1094" y="1095"/>
                </a:cubicBezTo>
                <a:cubicBezTo>
                  <a:pt x="857" y="1331"/>
                  <a:pt x="473" y="1331"/>
                  <a:pt x="237" y="1095"/>
                </a:cubicBezTo>
                <a:cubicBezTo>
                  <a:pt x="0" y="858"/>
                  <a:pt x="0" y="474"/>
                  <a:pt x="237" y="237"/>
                </a:cubicBezTo>
                <a:cubicBezTo>
                  <a:pt x="473" y="0"/>
                  <a:pt x="857" y="0"/>
                  <a:pt x="1094" y="237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1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0619766C-1052-7341-84E7-EAE518E4DB4E}"/>
              </a:ext>
            </a:extLst>
          </p:cNvPr>
          <p:cNvSpPr>
            <a:spLocks/>
          </p:cNvSpPr>
          <p:nvPr/>
        </p:nvSpPr>
        <p:spPr bwMode="auto">
          <a:xfrm>
            <a:off x="5212423" y="1622776"/>
            <a:ext cx="2933675" cy="2933675"/>
          </a:xfrm>
          <a:custGeom>
            <a:avLst/>
            <a:gdLst>
              <a:gd name="T0" fmla="*/ 1094 w 1331"/>
              <a:gd name="T1" fmla="*/ 1095 h 1331"/>
              <a:gd name="T2" fmla="*/ 237 w 1331"/>
              <a:gd name="T3" fmla="*/ 1095 h 1331"/>
              <a:gd name="T4" fmla="*/ 237 w 1331"/>
              <a:gd name="T5" fmla="*/ 237 h 1331"/>
              <a:gd name="T6" fmla="*/ 1094 w 1331"/>
              <a:gd name="T7" fmla="*/ 237 h 1331"/>
              <a:gd name="T8" fmla="*/ 1094 w 1331"/>
              <a:gd name="T9" fmla="*/ 1095 h 1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1331">
                <a:moveTo>
                  <a:pt x="1094" y="1095"/>
                </a:moveTo>
                <a:cubicBezTo>
                  <a:pt x="858" y="1331"/>
                  <a:pt x="474" y="1331"/>
                  <a:pt x="237" y="1095"/>
                </a:cubicBezTo>
                <a:cubicBezTo>
                  <a:pt x="0" y="858"/>
                  <a:pt x="0" y="474"/>
                  <a:pt x="237" y="237"/>
                </a:cubicBezTo>
                <a:cubicBezTo>
                  <a:pt x="474" y="0"/>
                  <a:pt x="858" y="0"/>
                  <a:pt x="1094" y="237"/>
                </a:cubicBezTo>
                <a:cubicBezTo>
                  <a:pt x="1331" y="474"/>
                  <a:pt x="1331" y="858"/>
                  <a:pt x="1094" y="109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1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39EA3DB2-1AA0-D24B-B184-E95AEC434D3F}"/>
              </a:ext>
            </a:extLst>
          </p:cNvPr>
          <p:cNvSpPr>
            <a:spLocks/>
          </p:cNvSpPr>
          <p:nvPr/>
        </p:nvSpPr>
        <p:spPr bwMode="auto">
          <a:xfrm>
            <a:off x="4826478" y="2403352"/>
            <a:ext cx="2539044" cy="2541526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27000" dist="38100" dir="5400000" algn="t" rotWithShape="0">
              <a:prstClr val="black">
                <a:alpha val="1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5" name="Freeform 17">
            <a:extLst>
              <a:ext uri="{FF2B5EF4-FFF2-40B4-BE49-F238E27FC236}">
                <a16:creationId xmlns:a16="http://schemas.microsoft.com/office/drawing/2014/main" id="{769E8EA2-B480-D14C-B161-83D3E47A3FBC}"/>
              </a:ext>
            </a:extLst>
          </p:cNvPr>
          <p:cNvSpPr>
            <a:spLocks noChangeAspect="1"/>
          </p:cNvSpPr>
          <p:nvPr/>
        </p:nvSpPr>
        <p:spPr bwMode="auto">
          <a:xfrm>
            <a:off x="5046808" y="2623898"/>
            <a:ext cx="2098384" cy="2100435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2F51D03-1EF0-9A4C-B697-9FE76901038C}"/>
              </a:ext>
            </a:extLst>
          </p:cNvPr>
          <p:cNvGrpSpPr/>
          <p:nvPr/>
        </p:nvGrpSpPr>
        <p:grpSpPr>
          <a:xfrm>
            <a:off x="5426565" y="3055106"/>
            <a:ext cx="1338870" cy="1238019"/>
            <a:chOff x="5398240" y="3718434"/>
            <a:chExt cx="1338870" cy="1238019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4B282747-BE68-D842-B1FD-B8C7D51690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8" name="Title 1">
              <a:extLst>
                <a:ext uri="{FF2B5EF4-FFF2-40B4-BE49-F238E27FC236}">
                  <a16:creationId xmlns:a16="http://schemas.microsoft.com/office/drawing/2014/main" id="{3E855974-4B66-1A4F-B3D8-41988D70FEC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D57C2DF-1759-0F4D-B464-2EE19BA415FA}"/>
              </a:ext>
            </a:extLst>
          </p:cNvPr>
          <p:cNvGrpSpPr/>
          <p:nvPr/>
        </p:nvGrpSpPr>
        <p:grpSpPr>
          <a:xfrm flipH="1">
            <a:off x="1216534" y="1803937"/>
            <a:ext cx="2783072" cy="723275"/>
            <a:chOff x="7825488" y="1404017"/>
            <a:chExt cx="3368029" cy="723275"/>
          </a:xfrm>
        </p:grpSpPr>
        <p:sp>
          <p:nvSpPr>
            <p:cNvPr id="20" name="Inhaltsplatzhalter 4">
              <a:extLst>
                <a:ext uri="{FF2B5EF4-FFF2-40B4-BE49-F238E27FC236}">
                  <a16:creationId xmlns:a16="http://schemas.microsoft.com/office/drawing/2014/main" id="{6F989573-76F6-F847-9B6D-C37C7825D27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F4ABE58E-99DC-FB4B-91AB-C14AB1EE25E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07A6E5D-B363-7248-88D9-7FC0B339A531}"/>
              </a:ext>
            </a:extLst>
          </p:cNvPr>
          <p:cNvGrpSpPr/>
          <p:nvPr/>
        </p:nvGrpSpPr>
        <p:grpSpPr>
          <a:xfrm flipH="1">
            <a:off x="1216534" y="4776997"/>
            <a:ext cx="2783072" cy="723275"/>
            <a:chOff x="7825488" y="1404017"/>
            <a:chExt cx="3368029" cy="723275"/>
          </a:xfrm>
        </p:grpSpPr>
        <p:sp>
          <p:nvSpPr>
            <p:cNvPr id="23" name="Inhaltsplatzhalter 4">
              <a:extLst>
                <a:ext uri="{FF2B5EF4-FFF2-40B4-BE49-F238E27FC236}">
                  <a16:creationId xmlns:a16="http://schemas.microsoft.com/office/drawing/2014/main" id="{481858D9-595E-334F-897D-5CE6DBBE4C1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87913FC-E967-CA4D-939F-207DBF906CB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3ED3F7A-AFD4-5440-BD02-4E4CB45C7A3B}"/>
              </a:ext>
            </a:extLst>
          </p:cNvPr>
          <p:cNvGrpSpPr/>
          <p:nvPr/>
        </p:nvGrpSpPr>
        <p:grpSpPr>
          <a:xfrm>
            <a:off x="8146098" y="1803937"/>
            <a:ext cx="2783072" cy="723275"/>
            <a:chOff x="7825488" y="1404017"/>
            <a:chExt cx="3368029" cy="723275"/>
          </a:xfrm>
        </p:grpSpPr>
        <p:sp>
          <p:nvSpPr>
            <p:cNvPr id="26" name="Inhaltsplatzhalter 4">
              <a:extLst>
                <a:ext uri="{FF2B5EF4-FFF2-40B4-BE49-F238E27FC236}">
                  <a16:creationId xmlns:a16="http://schemas.microsoft.com/office/drawing/2014/main" id="{F2A90AA4-DC04-6F49-B8ED-B11A23FF22B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3391E29-3E4F-F54F-887D-46EBFDCB809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7CF4283-D7C7-8E45-8D67-3E49A6E02C8D}"/>
              </a:ext>
            </a:extLst>
          </p:cNvPr>
          <p:cNvGrpSpPr/>
          <p:nvPr/>
        </p:nvGrpSpPr>
        <p:grpSpPr>
          <a:xfrm>
            <a:off x="8146098" y="4776997"/>
            <a:ext cx="2783072" cy="723275"/>
            <a:chOff x="7825488" y="1404017"/>
            <a:chExt cx="3368029" cy="723275"/>
          </a:xfrm>
        </p:grpSpPr>
        <p:sp>
          <p:nvSpPr>
            <p:cNvPr id="29" name="Inhaltsplatzhalter 4">
              <a:extLst>
                <a:ext uri="{FF2B5EF4-FFF2-40B4-BE49-F238E27FC236}">
                  <a16:creationId xmlns:a16="http://schemas.microsoft.com/office/drawing/2014/main" id="{A334869F-1305-014D-AD69-83CD556B81F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C61AF2-CBFF-AF48-A9AB-AA68E03FADD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aphic 31">
            <a:extLst>
              <a:ext uri="{FF2B5EF4-FFF2-40B4-BE49-F238E27FC236}">
                <a16:creationId xmlns:a16="http://schemas.microsoft.com/office/drawing/2014/main" id="{8957C2E7-EEC8-E847-ACA4-1D717E262256}"/>
              </a:ext>
            </a:extLst>
          </p:cNvPr>
          <p:cNvGrpSpPr>
            <a:grpSpLocks noChangeAspect="1"/>
          </p:cNvGrpSpPr>
          <p:nvPr/>
        </p:nvGrpSpPr>
        <p:grpSpPr>
          <a:xfrm>
            <a:off x="7150195" y="4577042"/>
            <a:ext cx="326171" cy="420090"/>
            <a:chOff x="7036686" y="2130650"/>
            <a:chExt cx="326171" cy="420090"/>
          </a:xfrm>
          <a:solidFill>
            <a:srgbClr val="FFFFFF"/>
          </a:solidFill>
        </p:grpSpPr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555133D8-B0B8-2846-A020-5D567B7ABE58}"/>
                </a:ext>
              </a:extLst>
            </p:cNvPr>
            <p:cNvSpPr/>
            <p:nvPr/>
          </p:nvSpPr>
          <p:spPr>
            <a:xfrm>
              <a:off x="7036737" y="2323132"/>
              <a:ext cx="325494" cy="227605"/>
            </a:xfrm>
            <a:custGeom>
              <a:avLst/>
              <a:gdLst>
                <a:gd name="connsiteX0" fmla="*/ 318082 w 325494"/>
                <a:gd name="connsiteY0" fmla="*/ 227606 h 227605"/>
                <a:gd name="connsiteX1" fmla="*/ 7535 w 325494"/>
                <a:gd name="connsiteY1" fmla="*/ 227606 h 227605"/>
                <a:gd name="connsiteX2" fmla="*/ 0 w 325494"/>
                <a:gd name="connsiteY2" fmla="*/ 220024 h 227605"/>
                <a:gd name="connsiteX3" fmla="*/ 0 w 325494"/>
                <a:gd name="connsiteY3" fmla="*/ 6614 h 227605"/>
                <a:gd name="connsiteX4" fmla="*/ 8436 w 325494"/>
                <a:gd name="connsiteY4" fmla="*/ 63 h 227605"/>
                <a:gd name="connsiteX5" fmla="*/ 14947 w 325494"/>
                <a:gd name="connsiteY5" fmla="*/ 6614 h 227605"/>
                <a:gd name="connsiteX6" fmla="*/ 14947 w 325494"/>
                <a:gd name="connsiteY6" fmla="*/ 212566 h 227605"/>
                <a:gd name="connsiteX7" fmla="*/ 310547 w 325494"/>
                <a:gd name="connsiteY7" fmla="*/ 212566 h 227605"/>
                <a:gd name="connsiteX8" fmla="*/ 310547 w 325494"/>
                <a:gd name="connsiteY8" fmla="*/ 6614 h 227605"/>
                <a:gd name="connsiteX9" fmla="*/ 318982 w 325494"/>
                <a:gd name="connsiteY9" fmla="*/ 63 h 227605"/>
                <a:gd name="connsiteX10" fmla="*/ 325493 w 325494"/>
                <a:gd name="connsiteY10" fmla="*/ 6614 h 227605"/>
                <a:gd name="connsiteX11" fmla="*/ 325493 w 325494"/>
                <a:gd name="connsiteY11" fmla="*/ 220024 h 227605"/>
                <a:gd name="connsiteX12" fmla="*/ 318207 w 325494"/>
                <a:gd name="connsiteY12" fmla="*/ 227604 h 227605"/>
                <a:gd name="connsiteX13" fmla="*/ 318082 w 325494"/>
                <a:gd name="connsiteY13" fmla="*/ 227606 h 22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5494" h="227605">
                  <a:moveTo>
                    <a:pt x="318082" y="227606"/>
                  </a:moveTo>
                  <a:lnTo>
                    <a:pt x="7535" y="227606"/>
                  </a:lnTo>
                  <a:cubicBezTo>
                    <a:pt x="3374" y="227606"/>
                    <a:pt x="0" y="224211"/>
                    <a:pt x="0" y="220024"/>
                  </a:cubicBezTo>
                  <a:lnTo>
                    <a:pt x="0" y="6614"/>
                  </a:lnTo>
                  <a:cubicBezTo>
                    <a:pt x="532" y="2462"/>
                    <a:pt x="4309" y="-472"/>
                    <a:pt x="8436" y="63"/>
                  </a:cubicBezTo>
                  <a:cubicBezTo>
                    <a:pt x="11834" y="504"/>
                    <a:pt x="14509" y="3195"/>
                    <a:pt x="14947" y="6614"/>
                  </a:cubicBezTo>
                  <a:lnTo>
                    <a:pt x="14947" y="212566"/>
                  </a:lnTo>
                  <a:lnTo>
                    <a:pt x="310547" y="212566"/>
                  </a:lnTo>
                  <a:lnTo>
                    <a:pt x="310547" y="6614"/>
                  </a:lnTo>
                  <a:cubicBezTo>
                    <a:pt x="311078" y="2462"/>
                    <a:pt x="314855" y="-472"/>
                    <a:pt x="318982" y="63"/>
                  </a:cubicBezTo>
                  <a:cubicBezTo>
                    <a:pt x="322381" y="504"/>
                    <a:pt x="325056" y="3195"/>
                    <a:pt x="325493" y="6614"/>
                  </a:cubicBezTo>
                  <a:lnTo>
                    <a:pt x="325493" y="220024"/>
                  </a:lnTo>
                  <a:cubicBezTo>
                    <a:pt x="325561" y="224142"/>
                    <a:pt x="322299" y="227536"/>
                    <a:pt x="318207" y="227604"/>
                  </a:cubicBezTo>
                  <a:cubicBezTo>
                    <a:pt x="318165" y="227606"/>
                    <a:pt x="318124" y="227606"/>
                    <a:pt x="318082" y="227606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446776D0-1113-864C-9DD1-0A79F97C66B7}"/>
                </a:ext>
              </a:extLst>
            </p:cNvPr>
            <p:cNvSpPr/>
            <p:nvPr/>
          </p:nvSpPr>
          <p:spPr>
            <a:xfrm>
              <a:off x="7037395" y="2428986"/>
              <a:ext cx="325461" cy="121754"/>
            </a:xfrm>
            <a:custGeom>
              <a:avLst/>
              <a:gdLst>
                <a:gd name="connsiteX0" fmla="*/ 317423 w 325461"/>
                <a:gd name="connsiteY0" fmla="*/ 121752 h 121754"/>
                <a:gd name="connsiteX1" fmla="*/ 313223 w 325461"/>
                <a:gd name="connsiteY1" fmla="*/ 120384 h 121754"/>
                <a:gd name="connsiteX2" fmla="*/ 162150 w 325461"/>
                <a:gd name="connsiteY2" fmla="*/ 16600 h 121754"/>
                <a:gd name="connsiteX3" fmla="*/ 11694 w 325461"/>
                <a:gd name="connsiteY3" fmla="*/ 120384 h 121754"/>
                <a:gd name="connsiteX4" fmla="*/ 1365 w 325461"/>
                <a:gd name="connsiteY4" fmla="*/ 118588 h 121754"/>
                <a:gd name="connsiteX5" fmla="*/ 1318 w 325461"/>
                <a:gd name="connsiteY5" fmla="*/ 118520 h 121754"/>
                <a:gd name="connsiteX6" fmla="*/ 3171 w 325461"/>
                <a:gd name="connsiteY6" fmla="*/ 107955 h 121754"/>
                <a:gd name="connsiteX7" fmla="*/ 158568 w 325461"/>
                <a:gd name="connsiteY7" fmla="*/ 1313 h 121754"/>
                <a:gd name="connsiteX8" fmla="*/ 166967 w 325461"/>
                <a:gd name="connsiteY8" fmla="*/ 1313 h 121754"/>
                <a:gd name="connsiteX9" fmla="*/ 322241 w 325461"/>
                <a:gd name="connsiteY9" fmla="*/ 107955 h 121754"/>
                <a:gd name="connsiteX10" fmla="*/ 324102 w 325461"/>
                <a:gd name="connsiteY10" fmla="*/ 118513 h 121754"/>
                <a:gd name="connsiteX11" fmla="*/ 318041 w 325461"/>
                <a:gd name="connsiteY11" fmla="*/ 121752 h 12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461" h="121754">
                  <a:moveTo>
                    <a:pt x="317423" y="121752"/>
                  </a:moveTo>
                  <a:cubicBezTo>
                    <a:pt x="315908" y="121799"/>
                    <a:pt x="314424" y="121315"/>
                    <a:pt x="313223" y="120384"/>
                  </a:cubicBezTo>
                  <a:lnTo>
                    <a:pt x="162150" y="16600"/>
                  </a:lnTo>
                  <a:lnTo>
                    <a:pt x="11694" y="120384"/>
                  </a:lnTo>
                  <a:cubicBezTo>
                    <a:pt x="8349" y="122758"/>
                    <a:pt x="3725" y="121954"/>
                    <a:pt x="1365" y="118588"/>
                  </a:cubicBezTo>
                  <a:cubicBezTo>
                    <a:pt x="1349" y="118566"/>
                    <a:pt x="1334" y="118544"/>
                    <a:pt x="1318" y="118520"/>
                  </a:cubicBezTo>
                  <a:cubicBezTo>
                    <a:pt x="-1002" y="115073"/>
                    <a:pt x="-182" y="110395"/>
                    <a:pt x="3171" y="107955"/>
                  </a:cubicBezTo>
                  <a:lnTo>
                    <a:pt x="158568" y="1313"/>
                  </a:lnTo>
                  <a:cubicBezTo>
                    <a:pt x="161097" y="-438"/>
                    <a:pt x="164438" y="-438"/>
                    <a:pt x="166967" y="1313"/>
                  </a:cubicBezTo>
                  <a:lnTo>
                    <a:pt x="322241" y="107955"/>
                  </a:lnTo>
                  <a:cubicBezTo>
                    <a:pt x="325653" y="110353"/>
                    <a:pt x="326486" y="115080"/>
                    <a:pt x="324102" y="118513"/>
                  </a:cubicBezTo>
                  <a:cubicBezTo>
                    <a:pt x="322716" y="120509"/>
                    <a:pt x="320461" y="121714"/>
                    <a:pt x="318041" y="121752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BCC7EF8E-A085-6A46-939E-7C733AF00171}"/>
                </a:ext>
              </a:extLst>
            </p:cNvPr>
            <p:cNvSpPr/>
            <p:nvPr/>
          </p:nvSpPr>
          <p:spPr>
            <a:xfrm>
              <a:off x="7309185" y="2298593"/>
              <a:ext cx="53081" cy="38735"/>
            </a:xfrm>
            <a:custGeom>
              <a:avLst/>
              <a:gdLst>
                <a:gd name="connsiteX0" fmla="*/ 45633 w 53081"/>
                <a:gd name="connsiteY0" fmla="*/ 38735 h 38735"/>
                <a:gd name="connsiteX1" fmla="*/ 41680 w 53081"/>
                <a:gd name="connsiteY1" fmla="*/ 37616 h 38735"/>
                <a:gd name="connsiteX2" fmla="*/ 3634 w 53081"/>
                <a:gd name="connsiteY2" fmla="*/ 13877 h 38735"/>
                <a:gd name="connsiteX3" fmla="*/ 984 w 53081"/>
                <a:gd name="connsiteY3" fmla="*/ 3854 h 38735"/>
                <a:gd name="connsiteX4" fmla="*/ 1163 w 53081"/>
                <a:gd name="connsiteY4" fmla="*/ 3560 h 38735"/>
                <a:gd name="connsiteX5" fmla="*/ 11416 w 53081"/>
                <a:gd name="connsiteY5" fmla="*/ 1074 h 38735"/>
                <a:gd name="connsiteX6" fmla="*/ 49586 w 53081"/>
                <a:gd name="connsiteY6" fmla="*/ 24814 h 38735"/>
                <a:gd name="connsiteX7" fmla="*/ 51960 w 53081"/>
                <a:gd name="connsiteY7" fmla="*/ 35087 h 38735"/>
                <a:gd name="connsiteX8" fmla="*/ 51933 w 53081"/>
                <a:gd name="connsiteY8" fmla="*/ 35130 h 38735"/>
                <a:gd name="connsiteX9" fmla="*/ 45633 w 53081"/>
                <a:gd name="connsiteY9" fmla="*/ 38735 h 38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81" h="38735">
                  <a:moveTo>
                    <a:pt x="45633" y="38735"/>
                  </a:moveTo>
                  <a:cubicBezTo>
                    <a:pt x="44238" y="38731"/>
                    <a:pt x="42872" y="38345"/>
                    <a:pt x="41680" y="37616"/>
                  </a:cubicBezTo>
                  <a:lnTo>
                    <a:pt x="3634" y="13877"/>
                  </a:lnTo>
                  <a:cubicBezTo>
                    <a:pt x="151" y="11846"/>
                    <a:pt x="-1034" y="7357"/>
                    <a:pt x="984" y="3854"/>
                  </a:cubicBezTo>
                  <a:cubicBezTo>
                    <a:pt x="1042" y="3755"/>
                    <a:pt x="1101" y="3657"/>
                    <a:pt x="1163" y="3560"/>
                  </a:cubicBezTo>
                  <a:cubicBezTo>
                    <a:pt x="3338" y="63"/>
                    <a:pt x="7895" y="-1042"/>
                    <a:pt x="11416" y="1074"/>
                  </a:cubicBezTo>
                  <a:lnTo>
                    <a:pt x="49586" y="24814"/>
                  </a:lnTo>
                  <a:cubicBezTo>
                    <a:pt x="53061" y="26991"/>
                    <a:pt x="54124" y="31591"/>
                    <a:pt x="51960" y="35087"/>
                  </a:cubicBezTo>
                  <a:cubicBezTo>
                    <a:pt x="51951" y="35101"/>
                    <a:pt x="51941" y="35116"/>
                    <a:pt x="51933" y="35130"/>
                  </a:cubicBezTo>
                  <a:cubicBezTo>
                    <a:pt x="50617" y="37371"/>
                    <a:pt x="48220" y="38744"/>
                    <a:pt x="45633" y="3873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39EAB05-642E-634A-A69D-566B1D662E43}"/>
                </a:ext>
              </a:extLst>
            </p:cNvPr>
            <p:cNvSpPr/>
            <p:nvPr/>
          </p:nvSpPr>
          <p:spPr>
            <a:xfrm>
              <a:off x="7036686" y="2298636"/>
              <a:ext cx="53089" cy="38691"/>
            </a:xfrm>
            <a:custGeom>
              <a:avLst/>
              <a:gdLst>
                <a:gd name="connsiteX0" fmla="*/ 7586 w 53089"/>
                <a:gd name="connsiteY0" fmla="*/ 38691 h 38691"/>
                <a:gd name="connsiteX1" fmla="*/ 1163 w 53089"/>
                <a:gd name="connsiteY1" fmla="*/ 35087 h 38691"/>
                <a:gd name="connsiteX2" fmla="*/ 3341 w 53089"/>
                <a:gd name="connsiteY2" fmla="*/ 24951 h 38691"/>
                <a:gd name="connsiteX3" fmla="*/ 3633 w 53089"/>
                <a:gd name="connsiteY3" fmla="*/ 24771 h 38691"/>
                <a:gd name="connsiteX4" fmla="*/ 41680 w 53089"/>
                <a:gd name="connsiteY4" fmla="*/ 1155 h 38691"/>
                <a:gd name="connsiteX5" fmla="*/ 51905 w 53089"/>
                <a:gd name="connsiteY5" fmla="*/ 3473 h 38691"/>
                <a:gd name="connsiteX6" fmla="*/ 51932 w 53089"/>
                <a:gd name="connsiteY6" fmla="*/ 3517 h 38691"/>
                <a:gd name="connsiteX7" fmla="*/ 49585 w 53089"/>
                <a:gd name="connsiteY7" fmla="*/ 13957 h 38691"/>
                <a:gd name="connsiteX8" fmla="*/ 11415 w 53089"/>
                <a:gd name="connsiteY8" fmla="*/ 37573 h 38691"/>
                <a:gd name="connsiteX9" fmla="*/ 7586 w 53089"/>
                <a:gd name="connsiteY9" fmla="*/ 38691 h 3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89" h="38691">
                  <a:moveTo>
                    <a:pt x="7586" y="38691"/>
                  </a:moveTo>
                  <a:cubicBezTo>
                    <a:pt x="4962" y="38719"/>
                    <a:pt x="2519" y="37348"/>
                    <a:pt x="1163" y="35087"/>
                  </a:cubicBezTo>
                  <a:cubicBezTo>
                    <a:pt x="-1018" y="31683"/>
                    <a:pt x="-42" y="27145"/>
                    <a:pt x="3341" y="24951"/>
                  </a:cubicBezTo>
                  <a:cubicBezTo>
                    <a:pt x="3437" y="24889"/>
                    <a:pt x="3535" y="24828"/>
                    <a:pt x="3633" y="24771"/>
                  </a:cubicBezTo>
                  <a:lnTo>
                    <a:pt x="41680" y="1155"/>
                  </a:lnTo>
                  <a:cubicBezTo>
                    <a:pt x="45139" y="-1046"/>
                    <a:pt x="49717" y="-8"/>
                    <a:pt x="51905" y="3473"/>
                  </a:cubicBezTo>
                  <a:cubicBezTo>
                    <a:pt x="51914" y="3487"/>
                    <a:pt x="51923" y="3502"/>
                    <a:pt x="51932" y="3517"/>
                  </a:cubicBezTo>
                  <a:cubicBezTo>
                    <a:pt x="54142" y="7053"/>
                    <a:pt x="53093" y="11723"/>
                    <a:pt x="49585" y="13957"/>
                  </a:cubicBezTo>
                  <a:lnTo>
                    <a:pt x="11415" y="37573"/>
                  </a:lnTo>
                  <a:cubicBezTo>
                    <a:pt x="10276" y="38316"/>
                    <a:pt x="8944" y="38705"/>
                    <a:pt x="7586" y="38691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DC08B146-ABA1-824E-A068-EE1489407215}"/>
                </a:ext>
              </a:extLst>
            </p:cNvPr>
            <p:cNvSpPr/>
            <p:nvPr/>
          </p:nvSpPr>
          <p:spPr>
            <a:xfrm>
              <a:off x="7036740" y="2322009"/>
              <a:ext cx="325571" cy="122085"/>
            </a:xfrm>
            <a:custGeom>
              <a:avLst/>
              <a:gdLst>
                <a:gd name="connsiteX0" fmla="*/ 162805 w 325571"/>
                <a:gd name="connsiteY0" fmla="*/ 122086 h 122085"/>
                <a:gd name="connsiteX1" fmla="*/ 158606 w 325571"/>
                <a:gd name="connsiteY1" fmla="*/ 120719 h 122085"/>
                <a:gd name="connsiteX2" fmla="*/ 3209 w 325571"/>
                <a:gd name="connsiteY2" fmla="*/ 13952 h 122085"/>
                <a:gd name="connsiteX3" fmla="*/ 1308 w 325571"/>
                <a:gd name="connsiteY3" fmla="*/ 3580 h 122085"/>
                <a:gd name="connsiteX4" fmla="*/ 1356 w 325571"/>
                <a:gd name="connsiteY4" fmla="*/ 3511 h 122085"/>
                <a:gd name="connsiteX5" fmla="*/ 11949 w 325571"/>
                <a:gd name="connsiteY5" fmla="*/ 1243 h 122085"/>
                <a:gd name="connsiteX6" fmla="*/ 12350 w 325571"/>
                <a:gd name="connsiteY6" fmla="*/ 1523 h 122085"/>
                <a:gd name="connsiteX7" fmla="*/ 163423 w 325571"/>
                <a:gd name="connsiteY7" fmla="*/ 105431 h 122085"/>
                <a:gd name="connsiteX8" fmla="*/ 313879 w 325571"/>
                <a:gd name="connsiteY8" fmla="*/ 1523 h 122085"/>
                <a:gd name="connsiteX9" fmla="*/ 324255 w 325571"/>
                <a:gd name="connsiteY9" fmla="*/ 3511 h 122085"/>
                <a:gd name="connsiteX10" fmla="*/ 322374 w 325571"/>
                <a:gd name="connsiteY10" fmla="*/ 13887 h 122085"/>
                <a:gd name="connsiteX11" fmla="*/ 322279 w 325571"/>
                <a:gd name="connsiteY11" fmla="*/ 13952 h 122085"/>
                <a:gd name="connsiteX12" fmla="*/ 167005 w 325571"/>
                <a:gd name="connsiteY12" fmla="*/ 120719 h 122085"/>
                <a:gd name="connsiteX13" fmla="*/ 162805 w 325571"/>
                <a:gd name="connsiteY13" fmla="*/ 122086 h 12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5571" h="122085">
                  <a:moveTo>
                    <a:pt x="162805" y="122086"/>
                  </a:moveTo>
                  <a:cubicBezTo>
                    <a:pt x="161300" y="122070"/>
                    <a:pt x="159835" y="121592"/>
                    <a:pt x="158606" y="120719"/>
                  </a:cubicBezTo>
                  <a:lnTo>
                    <a:pt x="3209" y="13952"/>
                  </a:lnTo>
                  <a:cubicBezTo>
                    <a:pt x="-163" y="11616"/>
                    <a:pt x="-1014" y="6973"/>
                    <a:pt x="1308" y="3580"/>
                  </a:cubicBezTo>
                  <a:cubicBezTo>
                    <a:pt x="1324" y="3557"/>
                    <a:pt x="1340" y="3534"/>
                    <a:pt x="1356" y="3511"/>
                  </a:cubicBezTo>
                  <a:cubicBezTo>
                    <a:pt x="3659" y="-58"/>
                    <a:pt x="8402" y="-1074"/>
                    <a:pt x="11949" y="1243"/>
                  </a:cubicBezTo>
                  <a:cubicBezTo>
                    <a:pt x="12086" y="1331"/>
                    <a:pt x="12219" y="1426"/>
                    <a:pt x="12350" y="1523"/>
                  </a:cubicBezTo>
                  <a:lnTo>
                    <a:pt x="163423" y="105431"/>
                  </a:lnTo>
                  <a:lnTo>
                    <a:pt x="313879" y="1523"/>
                  </a:lnTo>
                  <a:cubicBezTo>
                    <a:pt x="317312" y="-705"/>
                    <a:pt x="321877" y="170"/>
                    <a:pt x="324255" y="3511"/>
                  </a:cubicBezTo>
                  <a:cubicBezTo>
                    <a:pt x="326584" y="6899"/>
                    <a:pt x="325741" y="11544"/>
                    <a:pt x="322374" y="13887"/>
                  </a:cubicBezTo>
                  <a:cubicBezTo>
                    <a:pt x="322343" y="13908"/>
                    <a:pt x="322311" y="13931"/>
                    <a:pt x="322279" y="13952"/>
                  </a:cubicBezTo>
                  <a:lnTo>
                    <a:pt x="167005" y="120719"/>
                  </a:lnTo>
                  <a:cubicBezTo>
                    <a:pt x="165776" y="121592"/>
                    <a:pt x="164311" y="122070"/>
                    <a:pt x="162805" y="122086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CB531BA-A84C-4D48-8503-20FE92521546}"/>
                </a:ext>
              </a:extLst>
            </p:cNvPr>
            <p:cNvSpPr/>
            <p:nvPr/>
          </p:nvSpPr>
          <p:spPr>
            <a:xfrm>
              <a:off x="7074783" y="2130843"/>
              <a:ext cx="250019" cy="232586"/>
            </a:xfrm>
            <a:custGeom>
              <a:avLst/>
              <a:gdLst>
                <a:gd name="connsiteX0" fmla="*/ 7535 w 250019"/>
                <a:gd name="connsiteY0" fmla="*/ 232585 h 232586"/>
                <a:gd name="connsiteX1" fmla="*/ 1 w 250019"/>
                <a:gd name="connsiteY1" fmla="*/ 225253 h 232586"/>
                <a:gd name="connsiteX2" fmla="*/ 0 w 250019"/>
                <a:gd name="connsiteY2" fmla="*/ 225128 h 232586"/>
                <a:gd name="connsiteX3" fmla="*/ 0 w 250019"/>
                <a:gd name="connsiteY3" fmla="*/ 7617 h 232586"/>
                <a:gd name="connsiteX4" fmla="*/ 7535 w 250019"/>
                <a:gd name="connsiteY4" fmla="*/ 35 h 232586"/>
                <a:gd name="connsiteX5" fmla="*/ 190849 w 250019"/>
                <a:gd name="connsiteY5" fmla="*/ 35 h 232586"/>
                <a:gd name="connsiteX6" fmla="*/ 196655 w 250019"/>
                <a:gd name="connsiteY6" fmla="*/ 2272 h 232586"/>
                <a:gd name="connsiteX7" fmla="*/ 247795 w 250019"/>
                <a:gd name="connsiteY7" fmla="*/ 53729 h 232586"/>
                <a:gd name="connsiteX8" fmla="*/ 250018 w 250019"/>
                <a:gd name="connsiteY8" fmla="*/ 59074 h 232586"/>
                <a:gd name="connsiteX9" fmla="*/ 250018 w 250019"/>
                <a:gd name="connsiteY9" fmla="*/ 225128 h 232586"/>
                <a:gd name="connsiteX10" fmla="*/ 241583 w 250019"/>
                <a:gd name="connsiteY10" fmla="*/ 231679 h 232586"/>
                <a:gd name="connsiteX11" fmla="*/ 235072 w 250019"/>
                <a:gd name="connsiteY11" fmla="*/ 225128 h 232586"/>
                <a:gd name="connsiteX12" fmla="*/ 235072 w 250019"/>
                <a:gd name="connsiteY12" fmla="*/ 62181 h 232586"/>
                <a:gd name="connsiteX13" fmla="*/ 187637 w 250019"/>
                <a:gd name="connsiteY13" fmla="*/ 15074 h 232586"/>
                <a:gd name="connsiteX14" fmla="*/ 14700 w 250019"/>
                <a:gd name="connsiteY14" fmla="*/ 15074 h 232586"/>
                <a:gd name="connsiteX15" fmla="*/ 14700 w 250019"/>
                <a:gd name="connsiteY15" fmla="*/ 225128 h 232586"/>
                <a:gd name="connsiteX16" fmla="*/ 7535 w 250019"/>
                <a:gd name="connsiteY16" fmla="*/ 232585 h 23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0019" h="232586">
                  <a:moveTo>
                    <a:pt x="7535" y="232585"/>
                  </a:moveTo>
                  <a:cubicBezTo>
                    <a:pt x="3442" y="232654"/>
                    <a:pt x="69" y="229371"/>
                    <a:pt x="1" y="225253"/>
                  </a:cubicBezTo>
                  <a:cubicBezTo>
                    <a:pt x="0" y="225211"/>
                    <a:pt x="0" y="225170"/>
                    <a:pt x="0" y="225128"/>
                  </a:cubicBezTo>
                  <a:lnTo>
                    <a:pt x="0" y="7617"/>
                  </a:lnTo>
                  <a:cubicBezTo>
                    <a:pt x="0" y="3430"/>
                    <a:pt x="3374" y="35"/>
                    <a:pt x="7535" y="35"/>
                  </a:cubicBezTo>
                  <a:lnTo>
                    <a:pt x="190849" y="35"/>
                  </a:lnTo>
                  <a:cubicBezTo>
                    <a:pt x="193027" y="-186"/>
                    <a:pt x="195180" y="644"/>
                    <a:pt x="196655" y="2272"/>
                  </a:cubicBezTo>
                  <a:lnTo>
                    <a:pt x="247795" y="53729"/>
                  </a:lnTo>
                  <a:cubicBezTo>
                    <a:pt x="249246" y="55119"/>
                    <a:pt x="250053" y="57058"/>
                    <a:pt x="250018" y="59074"/>
                  </a:cubicBezTo>
                  <a:lnTo>
                    <a:pt x="250018" y="225128"/>
                  </a:lnTo>
                  <a:cubicBezTo>
                    <a:pt x="249487" y="229281"/>
                    <a:pt x="245710" y="232214"/>
                    <a:pt x="241583" y="231679"/>
                  </a:cubicBezTo>
                  <a:cubicBezTo>
                    <a:pt x="238185" y="231238"/>
                    <a:pt x="235509" y="228547"/>
                    <a:pt x="235072" y="225128"/>
                  </a:cubicBezTo>
                  <a:lnTo>
                    <a:pt x="235072" y="62181"/>
                  </a:lnTo>
                  <a:lnTo>
                    <a:pt x="187637" y="15074"/>
                  </a:lnTo>
                  <a:lnTo>
                    <a:pt x="14700" y="15074"/>
                  </a:lnTo>
                  <a:lnTo>
                    <a:pt x="14700" y="225128"/>
                  </a:lnTo>
                  <a:cubicBezTo>
                    <a:pt x="14702" y="229151"/>
                    <a:pt x="11532" y="232451"/>
                    <a:pt x="7535" y="23258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C841C414-931D-C147-B1C0-7D13447DFD61}"/>
                </a:ext>
              </a:extLst>
            </p:cNvPr>
            <p:cNvSpPr/>
            <p:nvPr/>
          </p:nvSpPr>
          <p:spPr>
            <a:xfrm>
              <a:off x="7258096" y="2130650"/>
              <a:ext cx="66762" cy="66742"/>
            </a:xfrm>
            <a:custGeom>
              <a:avLst/>
              <a:gdLst>
                <a:gd name="connsiteX0" fmla="*/ 58676 w 66762"/>
                <a:gd name="connsiteY0" fmla="*/ 66725 h 66742"/>
                <a:gd name="connsiteX1" fmla="*/ 7536 w 66762"/>
                <a:gd name="connsiteY1" fmla="*/ 66725 h 66742"/>
                <a:gd name="connsiteX2" fmla="*/ 2 w 66762"/>
                <a:gd name="connsiteY2" fmla="*/ 59393 h 66742"/>
                <a:gd name="connsiteX3" fmla="*/ 0 w 66762"/>
                <a:gd name="connsiteY3" fmla="*/ 59268 h 66742"/>
                <a:gd name="connsiteX4" fmla="*/ 0 w 66762"/>
                <a:gd name="connsiteY4" fmla="*/ 7811 h 66742"/>
                <a:gd name="connsiteX5" fmla="*/ 4571 w 66762"/>
                <a:gd name="connsiteY5" fmla="*/ 850 h 66742"/>
                <a:gd name="connsiteX6" fmla="*/ 13341 w 66762"/>
                <a:gd name="connsiteY6" fmla="*/ 2466 h 66742"/>
                <a:gd name="connsiteX7" fmla="*/ 64481 w 66762"/>
                <a:gd name="connsiteY7" fmla="*/ 53923 h 66742"/>
                <a:gd name="connsiteX8" fmla="*/ 66211 w 66762"/>
                <a:gd name="connsiteY8" fmla="*/ 62126 h 66742"/>
                <a:gd name="connsiteX9" fmla="*/ 58676 w 66762"/>
                <a:gd name="connsiteY9" fmla="*/ 66725 h 66742"/>
                <a:gd name="connsiteX10" fmla="*/ 14947 w 66762"/>
                <a:gd name="connsiteY10" fmla="*/ 51686 h 66742"/>
                <a:gd name="connsiteX11" fmla="*/ 40517 w 66762"/>
                <a:gd name="connsiteY11" fmla="*/ 51686 h 66742"/>
                <a:gd name="connsiteX12" fmla="*/ 14947 w 66762"/>
                <a:gd name="connsiteY12" fmla="*/ 25957 h 6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762" h="66742">
                  <a:moveTo>
                    <a:pt x="58676" y="66725"/>
                  </a:moveTo>
                  <a:lnTo>
                    <a:pt x="7536" y="66725"/>
                  </a:lnTo>
                  <a:cubicBezTo>
                    <a:pt x="3443" y="66794"/>
                    <a:pt x="70" y="63511"/>
                    <a:pt x="2" y="59393"/>
                  </a:cubicBezTo>
                  <a:cubicBezTo>
                    <a:pt x="0" y="59351"/>
                    <a:pt x="0" y="59309"/>
                    <a:pt x="0" y="59268"/>
                  </a:cubicBezTo>
                  <a:lnTo>
                    <a:pt x="0" y="7811"/>
                  </a:lnTo>
                  <a:cubicBezTo>
                    <a:pt x="-29" y="4770"/>
                    <a:pt x="1779" y="2016"/>
                    <a:pt x="4571" y="850"/>
                  </a:cubicBezTo>
                  <a:cubicBezTo>
                    <a:pt x="7512" y="-730"/>
                    <a:pt x="11147" y="-60"/>
                    <a:pt x="13341" y="2466"/>
                  </a:cubicBezTo>
                  <a:lnTo>
                    <a:pt x="64481" y="53923"/>
                  </a:lnTo>
                  <a:cubicBezTo>
                    <a:pt x="66676" y="56041"/>
                    <a:pt x="67362" y="59294"/>
                    <a:pt x="66211" y="62126"/>
                  </a:cubicBezTo>
                  <a:cubicBezTo>
                    <a:pt x="64915" y="65105"/>
                    <a:pt x="61900" y="66945"/>
                    <a:pt x="58676" y="66725"/>
                  </a:cubicBezTo>
                  <a:close/>
                  <a:moveTo>
                    <a:pt x="14947" y="51686"/>
                  </a:moveTo>
                  <a:lnTo>
                    <a:pt x="40517" y="51686"/>
                  </a:lnTo>
                  <a:lnTo>
                    <a:pt x="14947" y="25957"/>
                  </a:ln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C4CC4C5-EC5C-CA47-B108-0079DC7EE978}"/>
                </a:ext>
              </a:extLst>
            </p:cNvPr>
            <p:cNvSpPr/>
            <p:nvPr/>
          </p:nvSpPr>
          <p:spPr>
            <a:xfrm>
              <a:off x="7118882" y="2325893"/>
              <a:ext cx="161202" cy="15163"/>
            </a:xfrm>
            <a:custGeom>
              <a:avLst/>
              <a:gdLst>
                <a:gd name="connsiteX0" fmla="*/ 153668 w 161202"/>
                <a:gd name="connsiteY0" fmla="*/ 15164 h 15163"/>
                <a:gd name="connsiteX1" fmla="*/ 7535 w 161202"/>
                <a:gd name="connsiteY1" fmla="*/ 15164 h 15163"/>
                <a:gd name="connsiteX2" fmla="*/ 0 w 161202"/>
                <a:gd name="connsiteY2" fmla="*/ 7582 h 15163"/>
                <a:gd name="connsiteX3" fmla="*/ 7535 w 161202"/>
                <a:gd name="connsiteY3" fmla="*/ 0 h 15163"/>
                <a:gd name="connsiteX4" fmla="*/ 153668 w 161202"/>
                <a:gd name="connsiteY4" fmla="*/ 0 h 15163"/>
                <a:gd name="connsiteX5" fmla="*/ 161203 w 161202"/>
                <a:gd name="connsiteY5" fmla="*/ 7582 h 15163"/>
                <a:gd name="connsiteX6" fmla="*/ 153668 w 161202"/>
                <a:gd name="connsiteY6" fmla="*/ 15164 h 1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202" h="15163">
                  <a:moveTo>
                    <a:pt x="153668" y="15164"/>
                  </a:moveTo>
                  <a:lnTo>
                    <a:pt x="7535" y="15164"/>
                  </a:lnTo>
                  <a:cubicBezTo>
                    <a:pt x="3374" y="15164"/>
                    <a:pt x="0" y="11769"/>
                    <a:pt x="0" y="7582"/>
                  </a:cubicBezTo>
                  <a:cubicBezTo>
                    <a:pt x="0" y="3394"/>
                    <a:pt x="3374" y="0"/>
                    <a:pt x="7535" y="0"/>
                  </a:cubicBezTo>
                  <a:lnTo>
                    <a:pt x="153668" y="0"/>
                  </a:lnTo>
                  <a:cubicBezTo>
                    <a:pt x="157829" y="0"/>
                    <a:pt x="161203" y="3394"/>
                    <a:pt x="161203" y="7582"/>
                  </a:cubicBezTo>
                  <a:cubicBezTo>
                    <a:pt x="161203" y="11769"/>
                    <a:pt x="157829" y="15164"/>
                    <a:pt x="153668" y="15164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059C74ED-7FBA-054A-9138-351CC8A8FE8D}"/>
                </a:ext>
              </a:extLst>
            </p:cNvPr>
            <p:cNvSpPr/>
            <p:nvPr/>
          </p:nvSpPr>
          <p:spPr>
            <a:xfrm>
              <a:off x="7117918" y="2275616"/>
              <a:ext cx="163129" cy="15165"/>
            </a:xfrm>
            <a:custGeom>
              <a:avLst/>
              <a:gdLst>
                <a:gd name="connsiteX0" fmla="*/ 154631 w 163129"/>
                <a:gd name="connsiteY0" fmla="*/ 15102 h 15165"/>
                <a:gd name="connsiteX1" fmla="*/ 8499 w 163129"/>
                <a:gd name="connsiteY1" fmla="*/ 15102 h 15165"/>
                <a:gd name="connsiteX2" fmla="*/ 63 w 163129"/>
                <a:gd name="connsiteY2" fmla="*/ 8551 h 15165"/>
                <a:gd name="connsiteX3" fmla="*/ 6573 w 163129"/>
                <a:gd name="connsiteY3" fmla="*/ 63 h 15165"/>
                <a:gd name="connsiteX4" fmla="*/ 8499 w 163129"/>
                <a:gd name="connsiteY4" fmla="*/ 63 h 15165"/>
                <a:gd name="connsiteX5" fmla="*/ 154631 w 163129"/>
                <a:gd name="connsiteY5" fmla="*/ 63 h 15165"/>
                <a:gd name="connsiteX6" fmla="*/ 163067 w 163129"/>
                <a:gd name="connsiteY6" fmla="*/ 6614 h 15165"/>
                <a:gd name="connsiteX7" fmla="*/ 156557 w 163129"/>
                <a:gd name="connsiteY7" fmla="*/ 15102 h 15165"/>
                <a:gd name="connsiteX8" fmla="*/ 154631 w 163129"/>
                <a:gd name="connsiteY8" fmla="*/ 15102 h 1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129" h="15165">
                  <a:moveTo>
                    <a:pt x="154631" y="15102"/>
                  </a:moveTo>
                  <a:lnTo>
                    <a:pt x="8499" y="15102"/>
                  </a:lnTo>
                  <a:cubicBezTo>
                    <a:pt x="4371" y="15637"/>
                    <a:pt x="594" y="12705"/>
                    <a:pt x="63" y="8551"/>
                  </a:cubicBezTo>
                  <a:cubicBezTo>
                    <a:pt x="-469" y="4398"/>
                    <a:pt x="2446" y="597"/>
                    <a:pt x="6573" y="63"/>
                  </a:cubicBezTo>
                  <a:cubicBezTo>
                    <a:pt x="7212" y="-20"/>
                    <a:pt x="7859" y="-20"/>
                    <a:pt x="8499" y="63"/>
                  </a:cubicBezTo>
                  <a:lnTo>
                    <a:pt x="154631" y="63"/>
                  </a:lnTo>
                  <a:cubicBezTo>
                    <a:pt x="158758" y="-472"/>
                    <a:pt x="162536" y="2460"/>
                    <a:pt x="163067" y="6614"/>
                  </a:cubicBezTo>
                  <a:cubicBezTo>
                    <a:pt x="163599" y="10767"/>
                    <a:pt x="160684" y="14568"/>
                    <a:pt x="156557" y="15102"/>
                  </a:cubicBezTo>
                  <a:cubicBezTo>
                    <a:pt x="155917" y="15185"/>
                    <a:pt x="155270" y="15185"/>
                    <a:pt x="154631" y="15102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58E0D88E-D8A2-EF46-ABE4-26D5A4E11CBB}"/>
                </a:ext>
              </a:extLst>
            </p:cNvPr>
            <p:cNvSpPr/>
            <p:nvPr/>
          </p:nvSpPr>
          <p:spPr>
            <a:xfrm>
              <a:off x="7117918" y="2225402"/>
              <a:ext cx="163129" cy="15165"/>
            </a:xfrm>
            <a:custGeom>
              <a:avLst/>
              <a:gdLst>
                <a:gd name="connsiteX0" fmla="*/ 154631 w 163129"/>
                <a:gd name="connsiteY0" fmla="*/ 15102 h 15165"/>
                <a:gd name="connsiteX1" fmla="*/ 8499 w 163129"/>
                <a:gd name="connsiteY1" fmla="*/ 15102 h 15165"/>
                <a:gd name="connsiteX2" fmla="*/ 63 w 163129"/>
                <a:gd name="connsiteY2" fmla="*/ 8551 h 15165"/>
                <a:gd name="connsiteX3" fmla="*/ 6573 w 163129"/>
                <a:gd name="connsiteY3" fmla="*/ 63 h 15165"/>
                <a:gd name="connsiteX4" fmla="*/ 8499 w 163129"/>
                <a:gd name="connsiteY4" fmla="*/ 63 h 15165"/>
                <a:gd name="connsiteX5" fmla="*/ 154631 w 163129"/>
                <a:gd name="connsiteY5" fmla="*/ 63 h 15165"/>
                <a:gd name="connsiteX6" fmla="*/ 163067 w 163129"/>
                <a:gd name="connsiteY6" fmla="*/ 6614 h 15165"/>
                <a:gd name="connsiteX7" fmla="*/ 156557 w 163129"/>
                <a:gd name="connsiteY7" fmla="*/ 15102 h 15165"/>
                <a:gd name="connsiteX8" fmla="*/ 154631 w 163129"/>
                <a:gd name="connsiteY8" fmla="*/ 15102 h 1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129" h="15165">
                  <a:moveTo>
                    <a:pt x="154631" y="15102"/>
                  </a:moveTo>
                  <a:lnTo>
                    <a:pt x="8499" y="15102"/>
                  </a:lnTo>
                  <a:cubicBezTo>
                    <a:pt x="4371" y="15637"/>
                    <a:pt x="594" y="12704"/>
                    <a:pt x="63" y="8551"/>
                  </a:cubicBezTo>
                  <a:cubicBezTo>
                    <a:pt x="-469" y="4398"/>
                    <a:pt x="2446" y="598"/>
                    <a:pt x="6573" y="63"/>
                  </a:cubicBezTo>
                  <a:cubicBezTo>
                    <a:pt x="7212" y="-20"/>
                    <a:pt x="7859" y="-20"/>
                    <a:pt x="8499" y="63"/>
                  </a:cubicBezTo>
                  <a:lnTo>
                    <a:pt x="154631" y="63"/>
                  </a:lnTo>
                  <a:cubicBezTo>
                    <a:pt x="158758" y="-472"/>
                    <a:pt x="162536" y="2461"/>
                    <a:pt x="163067" y="6614"/>
                  </a:cubicBezTo>
                  <a:cubicBezTo>
                    <a:pt x="163599" y="10767"/>
                    <a:pt x="160684" y="14567"/>
                    <a:pt x="156557" y="15102"/>
                  </a:cubicBezTo>
                  <a:cubicBezTo>
                    <a:pt x="155917" y="15185"/>
                    <a:pt x="155270" y="15185"/>
                    <a:pt x="154631" y="15102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0" name="Graphic 33">
            <a:extLst>
              <a:ext uri="{FF2B5EF4-FFF2-40B4-BE49-F238E27FC236}">
                <a16:creationId xmlns:a16="http://schemas.microsoft.com/office/drawing/2014/main" id="{EC8CC217-51CC-444B-A1EA-923660521905}"/>
              </a:ext>
            </a:extLst>
          </p:cNvPr>
          <p:cNvGrpSpPr>
            <a:grpSpLocks noChangeAspect="1"/>
          </p:cNvGrpSpPr>
          <p:nvPr/>
        </p:nvGrpSpPr>
        <p:grpSpPr>
          <a:xfrm>
            <a:off x="4922044" y="4797311"/>
            <a:ext cx="434849" cy="435352"/>
            <a:chOff x="6977573" y="2122552"/>
            <a:chExt cx="434849" cy="435352"/>
          </a:xfrm>
          <a:solidFill>
            <a:srgbClr val="FFFFFF"/>
          </a:solidFill>
        </p:grpSpPr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2248DCA-02FC-4D42-8416-AB27D0B69DD9}"/>
                </a:ext>
              </a:extLst>
            </p:cNvPr>
            <p:cNvSpPr/>
            <p:nvPr/>
          </p:nvSpPr>
          <p:spPr>
            <a:xfrm>
              <a:off x="6977573" y="2122552"/>
              <a:ext cx="434849" cy="435352"/>
            </a:xfrm>
            <a:custGeom>
              <a:avLst/>
              <a:gdLst>
                <a:gd name="connsiteX0" fmla="*/ 265581 w 434849"/>
                <a:gd name="connsiteY0" fmla="*/ 435352 h 435352"/>
                <a:gd name="connsiteX1" fmla="*/ 169771 w 434849"/>
                <a:gd name="connsiteY1" fmla="*/ 435352 h 435352"/>
                <a:gd name="connsiteX2" fmla="*/ 162236 w 434849"/>
                <a:gd name="connsiteY2" fmla="*/ 427819 h 435352"/>
                <a:gd name="connsiteX3" fmla="*/ 162237 w 434849"/>
                <a:gd name="connsiteY3" fmla="*/ 427692 h 435352"/>
                <a:gd name="connsiteX4" fmla="*/ 162237 w 434849"/>
                <a:gd name="connsiteY4" fmla="*/ 377464 h 435352"/>
                <a:gd name="connsiteX5" fmla="*/ 144029 w 434849"/>
                <a:gd name="connsiteY5" fmla="*/ 369930 h 435352"/>
                <a:gd name="connsiteX6" fmla="*/ 108367 w 434849"/>
                <a:gd name="connsiteY6" fmla="*/ 405466 h 435352"/>
                <a:gd name="connsiteX7" fmla="*/ 97694 w 434849"/>
                <a:gd name="connsiteY7" fmla="*/ 405466 h 435352"/>
                <a:gd name="connsiteX8" fmla="*/ 29886 w 434849"/>
                <a:gd name="connsiteY8" fmla="*/ 337659 h 435352"/>
                <a:gd name="connsiteX9" fmla="*/ 27625 w 434849"/>
                <a:gd name="connsiteY9" fmla="*/ 332259 h 435352"/>
                <a:gd name="connsiteX10" fmla="*/ 29886 w 434849"/>
                <a:gd name="connsiteY10" fmla="*/ 326357 h 435352"/>
                <a:gd name="connsiteX11" fmla="*/ 65548 w 434849"/>
                <a:gd name="connsiteY11" fmla="*/ 291198 h 435352"/>
                <a:gd name="connsiteX12" fmla="*/ 58013 w 434849"/>
                <a:gd name="connsiteY12" fmla="*/ 273115 h 435352"/>
                <a:gd name="connsiteX13" fmla="*/ 7785 w 434849"/>
                <a:gd name="connsiteY13" fmla="*/ 273115 h 435352"/>
                <a:gd name="connsiteX14" fmla="*/ 1 w 434849"/>
                <a:gd name="connsiteY14" fmla="*/ 265582 h 435352"/>
                <a:gd name="connsiteX15" fmla="*/ 0 w 434849"/>
                <a:gd name="connsiteY15" fmla="*/ 265456 h 435352"/>
                <a:gd name="connsiteX16" fmla="*/ 0 w 434849"/>
                <a:gd name="connsiteY16" fmla="*/ 169645 h 435352"/>
                <a:gd name="connsiteX17" fmla="*/ 7533 w 434849"/>
                <a:gd name="connsiteY17" fmla="*/ 162110 h 435352"/>
                <a:gd name="connsiteX18" fmla="*/ 7660 w 434849"/>
                <a:gd name="connsiteY18" fmla="*/ 162111 h 435352"/>
                <a:gd name="connsiteX19" fmla="*/ 57888 w 434849"/>
                <a:gd name="connsiteY19" fmla="*/ 162111 h 435352"/>
                <a:gd name="connsiteX20" fmla="*/ 65422 w 434849"/>
                <a:gd name="connsiteY20" fmla="*/ 143904 h 435352"/>
                <a:gd name="connsiteX21" fmla="*/ 29886 w 434849"/>
                <a:gd name="connsiteY21" fmla="*/ 108242 h 435352"/>
                <a:gd name="connsiteX22" fmla="*/ 29688 w 434849"/>
                <a:gd name="connsiteY22" fmla="*/ 97766 h 435352"/>
                <a:gd name="connsiteX23" fmla="*/ 29886 w 434849"/>
                <a:gd name="connsiteY23" fmla="*/ 97568 h 435352"/>
                <a:gd name="connsiteX24" fmla="*/ 97694 w 434849"/>
                <a:gd name="connsiteY24" fmla="*/ 29760 h 435352"/>
                <a:gd name="connsiteX25" fmla="*/ 108169 w 434849"/>
                <a:gd name="connsiteY25" fmla="*/ 29562 h 435352"/>
                <a:gd name="connsiteX26" fmla="*/ 108367 w 434849"/>
                <a:gd name="connsiteY26" fmla="*/ 29760 h 435352"/>
                <a:gd name="connsiteX27" fmla="*/ 144029 w 434849"/>
                <a:gd name="connsiteY27" fmla="*/ 65422 h 435352"/>
                <a:gd name="connsiteX28" fmla="*/ 162237 w 434849"/>
                <a:gd name="connsiteY28" fmla="*/ 57888 h 435352"/>
                <a:gd name="connsiteX29" fmla="*/ 162237 w 434849"/>
                <a:gd name="connsiteY29" fmla="*/ 7660 h 435352"/>
                <a:gd name="connsiteX30" fmla="*/ 169644 w 434849"/>
                <a:gd name="connsiteY30" fmla="*/ 1 h 435352"/>
                <a:gd name="connsiteX31" fmla="*/ 169771 w 434849"/>
                <a:gd name="connsiteY31" fmla="*/ 0 h 435352"/>
                <a:gd name="connsiteX32" fmla="*/ 265581 w 434849"/>
                <a:gd name="connsiteY32" fmla="*/ 0 h 435352"/>
                <a:gd name="connsiteX33" fmla="*/ 273241 w 434849"/>
                <a:gd name="connsiteY33" fmla="*/ 7660 h 435352"/>
                <a:gd name="connsiteX34" fmla="*/ 273241 w 434849"/>
                <a:gd name="connsiteY34" fmla="*/ 57888 h 435352"/>
                <a:gd name="connsiteX35" fmla="*/ 291323 w 434849"/>
                <a:gd name="connsiteY35" fmla="*/ 65422 h 435352"/>
                <a:gd name="connsiteX36" fmla="*/ 326483 w 434849"/>
                <a:gd name="connsiteY36" fmla="*/ 29760 h 435352"/>
                <a:gd name="connsiteX37" fmla="*/ 337282 w 434849"/>
                <a:gd name="connsiteY37" fmla="*/ 29760 h 435352"/>
                <a:gd name="connsiteX38" fmla="*/ 405090 w 434849"/>
                <a:gd name="connsiteY38" fmla="*/ 97568 h 435352"/>
                <a:gd name="connsiteX39" fmla="*/ 405090 w 434849"/>
                <a:gd name="connsiteY39" fmla="*/ 108242 h 435352"/>
                <a:gd name="connsiteX40" fmla="*/ 369428 w 434849"/>
                <a:gd name="connsiteY40" fmla="*/ 143904 h 435352"/>
                <a:gd name="connsiteX41" fmla="*/ 376962 w 434849"/>
                <a:gd name="connsiteY41" fmla="*/ 162111 h 435352"/>
                <a:gd name="connsiteX42" fmla="*/ 427190 w 434849"/>
                <a:gd name="connsiteY42" fmla="*/ 162111 h 435352"/>
                <a:gd name="connsiteX43" fmla="*/ 434849 w 434849"/>
                <a:gd name="connsiteY43" fmla="*/ 169519 h 435352"/>
                <a:gd name="connsiteX44" fmla="*/ 434850 w 434849"/>
                <a:gd name="connsiteY44" fmla="*/ 169645 h 435352"/>
                <a:gd name="connsiteX45" fmla="*/ 434850 w 434849"/>
                <a:gd name="connsiteY45" fmla="*/ 265456 h 435352"/>
                <a:gd name="connsiteX46" fmla="*/ 427190 w 434849"/>
                <a:gd name="connsiteY46" fmla="*/ 273115 h 435352"/>
                <a:gd name="connsiteX47" fmla="*/ 376962 w 434849"/>
                <a:gd name="connsiteY47" fmla="*/ 273115 h 435352"/>
                <a:gd name="connsiteX48" fmla="*/ 369428 w 434849"/>
                <a:gd name="connsiteY48" fmla="*/ 291198 h 435352"/>
                <a:gd name="connsiteX49" fmla="*/ 405592 w 434849"/>
                <a:gd name="connsiteY49" fmla="*/ 326357 h 435352"/>
                <a:gd name="connsiteX50" fmla="*/ 407727 w 434849"/>
                <a:gd name="connsiteY50" fmla="*/ 331757 h 435352"/>
                <a:gd name="connsiteX51" fmla="*/ 405592 w 434849"/>
                <a:gd name="connsiteY51" fmla="*/ 337156 h 435352"/>
                <a:gd name="connsiteX52" fmla="*/ 337784 w 434849"/>
                <a:gd name="connsiteY52" fmla="*/ 404964 h 435352"/>
                <a:gd name="connsiteX53" fmla="*/ 326985 w 434849"/>
                <a:gd name="connsiteY53" fmla="*/ 404964 h 435352"/>
                <a:gd name="connsiteX54" fmla="*/ 291323 w 434849"/>
                <a:gd name="connsiteY54" fmla="*/ 369804 h 435352"/>
                <a:gd name="connsiteX55" fmla="*/ 273241 w 434849"/>
                <a:gd name="connsiteY55" fmla="*/ 377339 h 435352"/>
                <a:gd name="connsiteX56" fmla="*/ 273241 w 434849"/>
                <a:gd name="connsiteY56" fmla="*/ 427567 h 435352"/>
                <a:gd name="connsiteX57" fmla="*/ 265708 w 434849"/>
                <a:gd name="connsiteY57" fmla="*/ 435351 h 435352"/>
                <a:gd name="connsiteX58" fmla="*/ 265581 w 434849"/>
                <a:gd name="connsiteY58" fmla="*/ 435352 h 435352"/>
                <a:gd name="connsiteX59" fmla="*/ 177682 w 434849"/>
                <a:gd name="connsiteY59" fmla="*/ 420158 h 435352"/>
                <a:gd name="connsiteX60" fmla="*/ 258298 w 434849"/>
                <a:gd name="connsiteY60" fmla="*/ 420158 h 435352"/>
                <a:gd name="connsiteX61" fmla="*/ 258298 w 434849"/>
                <a:gd name="connsiteY61" fmla="*/ 371814 h 435352"/>
                <a:gd name="connsiteX62" fmla="*/ 263698 w 434849"/>
                <a:gd name="connsiteY62" fmla="*/ 364028 h 435352"/>
                <a:gd name="connsiteX63" fmla="*/ 288812 w 434849"/>
                <a:gd name="connsiteY63" fmla="*/ 353732 h 435352"/>
                <a:gd name="connsiteX64" fmla="*/ 297727 w 434849"/>
                <a:gd name="connsiteY64" fmla="*/ 355113 h 435352"/>
                <a:gd name="connsiteX65" fmla="*/ 332385 w 434849"/>
                <a:gd name="connsiteY65" fmla="*/ 389142 h 435352"/>
                <a:gd name="connsiteX66" fmla="*/ 389268 w 434849"/>
                <a:gd name="connsiteY66" fmla="*/ 332259 h 435352"/>
                <a:gd name="connsiteX67" fmla="*/ 355113 w 434849"/>
                <a:gd name="connsiteY67" fmla="*/ 298104 h 435352"/>
                <a:gd name="connsiteX68" fmla="*/ 353732 w 434849"/>
                <a:gd name="connsiteY68" fmla="*/ 289188 h 435352"/>
                <a:gd name="connsiteX69" fmla="*/ 364154 w 434849"/>
                <a:gd name="connsiteY69" fmla="*/ 263572 h 435352"/>
                <a:gd name="connsiteX70" fmla="*/ 371437 w 434849"/>
                <a:gd name="connsiteY70" fmla="*/ 258298 h 435352"/>
                <a:gd name="connsiteX71" fmla="*/ 419781 w 434849"/>
                <a:gd name="connsiteY71" fmla="*/ 258298 h 435352"/>
                <a:gd name="connsiteX72" fmla="*/ 419781 w 434849"/>
                <a:gd name="connsiteY72" fmla="*/ 177305 h 435352"/>
                <a:gd name="connsiteX73" fmla="*/ 371939 w 434849"/>
                <a:gd name="connsiteY73" fmla="*/ 177305 h 435352"/>
                <a:gd name="connsiteX74" fmla="*/ 364154 w 434849"/>
                <a:gd name="connsiteY74" fmla="*/ 171906 h 435352"/>
                <a:gd name="connsiteX75" fmla="*/ 353355 w 434849"/>
                <a:gd name="connsiteY75" fmla="*/ 146038 h 435352"/>
                <a:gd name="connsiteX76" fmla="*/ 354736 w 434849"/>
                <a:gd name="connsiteY76" fmla="*/ 137123 h 435352"/>
                <a:gd name="connsiteX77" fmla="*/ 389268 w 434849"/>
                <a:gd name="connsiteY77" fmla="*/ 102842 h 435352"/>
                <a:gd name="connsiteX78" fmla="*/ 332385 w 434849"/>
                <a:gd name="connsiteY78" fmla="*/ 45959 h 435352"/>
                <a:gd name="connsiteX79" fmla="*/ 298229 w 434849"/>
                <a:gd name="connsiteY79" fmla="*/ 80114 h 435352"/>
                <a:gd name="connsiteX80" fmla="*/ 288812 w 434849"/>
                <a:gd name="connsiteY80" fmla="*/ 81495 h 435352"/>
                <a:gd name="connsiteX81" fmla="*/ 263698 w 434849"/>
                <a:gd name="connsiteY81" fmla="*/ 70571 h 435352"/>
                <a:gd name="connsiteX82" fmla="*/ 258424 w 434849"/>
                <a:gd name="connsiteY82" fmla="*/ 63287 h 435352"/>
                <a:gd name="connsiteX83" fmla="*/ 258424 w 434849"/>
                <a:gd name="connsiteY83" fmla="*/ 15068 h 435352"/>
                <a:gd name="connsiteX84" fmla="*/ 177431 w 434849"/>
                <a:gd name="connsiteY84" fmla="*/ 15068 h 435352"/>
                <a:gd name="connsiteX85" fmla="*/ 177431 w 434849"/>
                <a:gd name="connsiteY85" fmla="*/ 63287 h 435352"/>
                <a:gd name="connsiteX86" fmla="*/ 172031 w 434849"/>
                <a:gd name="connsiteY86" fmla="*/ 70571 h 435352"/>
                <a:gd name="connsiteX87" fmla="*/ 146164 w 434849"/>
                <a:gd name="connsiteY87" fmla="*/ 81495 h 435352"/>
                <a:gd name="connsiteX88" fmla="*/ 137248 w 434849"/>
                <a:gd name="connsiteY88" fmla="*/ 80114 h 435352"/>
                <a:gd name="connsiteX89" fmla="*/ 102968 w 434849"/>
                <a:gd name="connsiteY89" fmla="*/ 45959 h 435352"/>
                <a:gd name="connsiteX90" fmla="*/ 46084 w 434849"/>
                <a:gd name="connsiteY90" fmla="*/ 102842 h 435352"/>
                <a:gd name="connsiteX91" fmla="*/ 80239 w 434849"/>
                <a:gd name="connsiteY91" fmla="*/ 137123 h 435352"/>
                <a:gd name="connsiteX92" fmla="*/ 81621 w 434849"/>
                <a:gd name="connsiteY92" fmla="*/ 146038 h 435352"/>
                <a:gd name="connsiteX93" fmla="*/ 70696 w 434849"/>
                <a:gd name="connsiteY93" fmla="*/ 171906 h 435352"/>
                <a:gd name="connsiteX94" fmla="*/ 63413 w 434849"/>
                <a:gd name="connsiteY94" fmla="*/ 177305 h 435352"/>
                <a:gd name="connsiteX95" fmla="*/ 15194 w 434849"/>
                <a:gd name="connsiteY95" fmla="*/ 177305 h 435352"/>
                <a:gd name="connsiteX96" fmla="*/ 15194 w 434849"/>
                <a:gd name="connsiteY96" fmla="*/ 257921 h 435352"/>
                <a:gd name="connsiteX97" fmla="*/ 63413 w 434849"/>
                <a:gd name="connsiteY97" fmla="*/ 257921 h 435352"/>
                <a:gd name="connsiteX98" fmla="*/ 70696 w 434849"/>
                <a:gd name="connsiteY98" fmla="*/ 263195 h 435352"/>
                <a:gd name="connsiteX99" fmla="*/ 81621 w 434849"/>
                <a:gd name="connsiteY99" fmla="*/ 288686 h 435352"/>
                <a:gd name="connsiteX100" fmla="*/ 80239 w 434849"/>
                <a:gd name="connsiteY100" fmla="*/ 297602 h 435352"/>
                <a:gd name="connsiteX101" fmla="*/ 46084 w 434849"/>
                <a:gd name="connsiteY101" fmla="*/ 332259 h 435352"/>
                <a:gd name="connsiteX102" fmla="*/ 102968 w 434849"/>
                <a:gd name="connsiteY102" fmla="*/ 389142 h 435352"/>
                <a:gd name="connsiteX103" fmla="*/ 137248 w 434849"/>
                <a:gd name="connsiteY103" fmla="*/ 354987 h 435352"/>
                <a:gd name="connsiteX104" fmla="*/ 146164 w 434849"/>
                <a:gd name="connsiteY104" fmla="*/ 353606 h 435352"/>
                <a:gd name="connsiteX105" fmla="*/ 172031 w 434849"/>
                <a:gd name="connsiteY105" fmla="*/ 364028 h 435352"/>
                <a:gd name="connsiteX106" fmla="*/ 177431 w 434849"/>
                <a:gd name="connsiteY106" fmla="*/ 371311 h 43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434849" h="435352">
                  <a:moveTo>
                    <a:pt x="265581" y="435352"/>
                  </a:moveTo>
                  <a:lnTo>
                    <a:pt x="169771" y="435352"/>
                  </a:lnTo>
                  <a:cubicBezTo>
                    <a:pt x="165610" y="435352"/>
                    <a:pt x="162237" y="431981"/>
                    <a:pt x="162236" y="427819"/>
                  </a:cubicBezTo>
                  <a:cubicBezTo>
                    <a:pt x="162236" y="427777"/>
                    <a:pt x="162236" y="427735"/>
                    <a:pt x="162237" y="427692"/>
                  </a:cubicBezTo>
                  <a:lnTo>
                    <a:pt x="162237" y="377464"/>
                  </a:lnTo>
                  <a:cubicBezTo>
                    <a:pt x="156030" y="375298"/>
                    <a:pt x="149951" y="372783"/>
                    <a:pt x="144029" y="369930"/>
                  </a:cubicBezTo>
                  <a:lnTo>
                    <a:pt x="108367" y="405466"/>
                  </a:lnTo>
                  <a:cubicBezTo>
                    <a:pt x="105395" y="408353"/>
                    <a:pt x="100666" y="408353"/>
                    <a:pt x="97694" y="405466"/>
                  </a:cubicBezTo>
                  <a:lnTo>
                    <a:pt x="29886" y="337659"/>
                  </a:lnTo>
                  <a:cubicBezTo>
                    <a:pt x="28459" y="336221"/>
                    <a:pt x="27648" y="334284"/>
                    <a:pt x="27625" y="332259"/>
                  </a:cubicBezTo>
                  <a:cubicBezTo>
                    <a:pt x="27541" y="330065"/>
                    <a:pt x="28358" y="327933"/>
                    <a:pt x="29886" y="326357"/>
                  </a:cubicBezTo>
                  <a:lnTo>
                    <a:pt x="65548" y="291198"/>
                  </a:lnTo>
                  <a:cubicBezTo>
                    <a:pt x="62695" y="285318"/>
                    <a:pt x="60180" y="279281"/>
                    <a:pt x="58013" y="273115"/>
                  </a:cubicBezTo>
                  <a:lnTo>
                    <a:pt x="7785" y="273115"/>
                  </a:lnTo>
                  <a:cubicBezTo>
                    <a:pt x="3556" y="273184"/>
                    <a:pt x="70" y="269812"/>
                    <a:pt x="1" y="265582"/>
                  </a:cubicBezTo>
                  <a:cubicBezTo>
                    <a:pt x="0" y="265540"/>
                    <a:pt x="0" y="265498"/>
                    <a:pt x="0" y="265456"/>
                  </a:cubicBezTo>
                  <a:lnTo>
                    <a:pt x="0" y="169645"/>
                  </a:lnTo>
                  <a:cubicBezTo>
                    <a:pt x="-1" y="165484"/>
                    <a:pt x="3372" y="162111"/>
                    <a:pt x="7533" y="162110"/>
                  </a:cubicBezTo>
                  <a:cubicBezTo>
                    <a:pt x="7575" y="162110"/>
                    <a:pt x="7618" y="162110"/>
                    <a:pt x="7660" y="162111"/>
                  </a:cubicBezTo>
                  <a:lnTo>
                    <a:pt x="57888" y="162111"/>
                  </a:lnTo>
                  <a:cubicBezTo>
                    <a:pt x="60053" y="155904"/>
                    <a:pt x="62569" y="149825"/>
                    <a:pt x="65422" y="143904"/>
                  </a:cubicBezTo>
                  <a:lnTo>
                    <a:pt x="29886" y="108242"/>
                  </a:lnTo>
                  <a:cubicBezTo>
                    <a:pt x="26938" y="105404"/>
                    <a:pt x="26850" y="100713"/>
                    <a:pt x="29688" y="97766"/>
                  </a:cubicBezTo>
                  <a:cubicBezTo>
                    <a:pt x="29752" y="97699"/>
                    <a:pt x="29819" y="97633"/>
                    <a:pt x="29886" y="97568"/>
                  </a:cubicBezTo>
                  <a:lnTo>
                    <a:pt x="97694" y="29760"/>
                  </a:lnTo>
                  <a:cubicBezTo>
                    <a:pt x="100532" y="26813"/>
                    <a:pt x="105222" y="26724"/>
                    <a:pt x="108169" y="29562"/>
                  </a:cubicBezTo>
                  <a:cubicBezTo>
                    <a:pt x="108236" y="29627"/>
                    <a:pt x="108302" y="29693"/>
                    <a:pt x="108367" y="29760"/>
                  </a:cubicBezTo>
                  <a:lnTo>
                    <a:pt x="144029" y="65422"/>
                  </a:lnTo>
                  <a:cubicBezTo>
                    <a:pt x="149951" y="62569"/>
                    <a:pt x="156030" y="60053"/>
                    <a:pt x="162237" y="57888"/>
                  </a:cubicBezTo>
                  <a:lnTo>
                    <a:pt x="162237" y="7660"/>
                  </a:lnTo>
                  <a:cubicBezTo>
                    <a:pt x="162168" y="3499"/>
                    <a:pt x="165484" y="70"/>
                    <a:pt x="169644" y="1"/>
                  </a:cubicBezTo>
                  <a:cubicBezTo>
                    <a:pt x="169687" y="0"/>
                    <a:pt x="169728" y="0"/>
                    <a:pt x="169771" y="0"/>
                  </a:cubicBezTo>
                  <a:lnTo>
                    <a:pt x="265581" y="0"/>
                  </a:lnTo>
                  <a:cubicBezTo>
                    <a:pt x="269812" y="0"/>
                    <a:pt x="273241" y="3429"/>
                    <a:pt x="273241" y="7660"/>
                  </a:cubicBezTo>
                  <a:lnTo>
                    <a:pt x="273241" y="57888"/>
                  </a:lnTo>
                  <a:cubicBezTo>
                    <a:pt x="279406" y="60054"/>
                    <a:pt x="285444" y="62570"/>
                    <a:pt x="291323" y="65422"/>
                  </a:cubicBezTo>
                  <a:lnTo>
                    <a:pt x="326483" y="29760"/>
                  </a:lnTo>
                  <a:cubicBezTo>
                    <a:pt x="329498" y="26858"/>
                    <a:pt x="334267" y="26858"/>
                    <a:pt x="337282" y="29760"/>
                  </a:cubicBezTo>
                  <a:lnTo>
                    <a:pt x="405090" y="97568"/>
                  </a:lnTo>
                  <a:cubicBezTo>
                    <a:pt x="407977" y="100540"/>
                    <a:pt x="407977" y="105269"/>
                    <a:pt x="405090" y="108242"/>
                  </a:cubicBezTo>
                  <a:lnTo>
                    <a:pt x="369428" y="143904"/>
                  </a:lnTo>
                  <a:cubicBezTo>
                    <a:pt x="372281" y="149825"/>
                    <a:pt x="374796" y="155904"/>
                    <a:pt x="376962" y="162111"/>
                  </a:cubicBezTo>
                  <a:lnTo>
                    <a:pt x="427190" y="162111"/>
                  </a:lnTo>
                  <a:cubicBezTo>
                    <a:pt x="431350" y="162042"/>
                    <a:pt x="434780" y="165358"/>
                    <a:pt x="434849" y="169519"/>
                  </a:cubicBezTo>
                  <a:cubicBezTo>
                    <a:pt x="434850" y="169561"/>
                    <a:pt x="434850" y="169603"/>
                    <a:pt x="434850" y="169645"/>
                  </a:cubicBezTo>
                  <a:lnTo>
                    <a:pt x="434850" y="265456"/>
                  </a:lnTo>
                  <a:cubicBezTo>
                    <a:pt x="434850" y="269686"/>
                    <a:pt x="431421" y="273115"/>
                    <a:pt x="427190" y="273115"/>
                  </a:cubicBezTo>
                  <a:lnTo>
                    <a:pt x="376962" y="273115"/>
                  </a:lnTo>
                  <a:cubicBezTo>
                    <a:pt x="374796" y="279281"/>
                    <a:pt x="372281" y="285318"/>
                    <a:pt x="369428" y="291198"/>
                  </a:cubicBezTo>
                  <a:lnTo>
                    <a:pt x="405592" y="326357"/>
                  </a:lnTo>
                  <a:cubicBezTo>
                    <a:pt x="406962" y="327821"/>
                    <a:pt x="407725" y="329751"/>
                    <a:pt x="407727" y="331757"/>
                  </a:cubicBezTo>
                  <a:cubicBezTo>
                    <a:pt x="407752" y="333767"/>
                    <a:pt x="406985" y="335706"/>
                    <a:pt x="405592" y="337156"/>
                  </a:cubicBezTo>
                  <a:lnTo>
                    <a:pt x="337784" y="404964"/>
                  </a:lnTo>
                  <a:cubicBezTo>
                    <a:pt x="334769" y="407866"/>
                    <a:pt x="330000" y="407866"/>
                    <a:pt x="326985" y="404964"/>
                  </a:cubicBezTo>
                  <a:lnTo>
                    <a:pt x="291323" y="369804"/>
                  </a:lnTo>
                  <a:cubicBezTo>
                    <a:pt x="285444" y="372657"/>
                    <a:pt x="279406" y="375173"/>
                    <a:pt x="273241" y="377339"/>
                  </a:cubicBezTo>
                  <a:lnTo>
                    <a:pt x="273241" y="427567"/>
                  </a:lnTo>
                  <a:cubicBezTo>
                    <a:pt x="273310" y="431797"/>
                    <a:pt x="269937" y="435282"/>
                    <a:pt x="265708" y="435351"/>
                  </a:cubicBezTo>
                  <a:cubicBezTo>
                    <a:pt x="265665" y="435352"/>
                    <a:pt x="265624" y="435352"/>
                    <a:pt x="265581" y="435352"/>
                  </a:cubicBezTo>
                  <a:close/>
                  <a:moveTo>
                    <a:pt x="177682" y="420158"/>
                  </a:moveTo>
                  <a:lnTo>
                    <a:pt x="258298" y="420158"/>
                  </a:lnTo>
                  <a:lnTo>
                    <a:pt x="258298" y="371814"/>
                  </a:lnTo>
                  <a:cubicBezTo>
                    <a:pt x="258085" y="368283"/>
                    <a:pt x="260316" y="365065"/>
                    <a:pt x="263698" y="364028"/>
                  </a:cubicBezTo>
                  <a:cubicBezTo>
                    <a:pt x="272367" y="361372"/>
                    <a:pt x="280773" y="357926"/>
                    <a:pt x="288812" y="353732"/>
                  </a:cubicBezTo>
                  <a:cubicBezTo>
                    <a:pt x="291768" y="352207"/>
                    <a:pt x="295370" y="352766"/>
                    <a:pt x="297727" y="355113"/>
                  </a:cubicBezTo>
                  <a:lnTo>
                    <a:pt x="332385" y="389142"/>
                  </a:lnTo>
                  <a:lnTo>
                    <a:pt x="389268" y="332259"/>
                  </a:lnTo>
                  <a:lnTo>
                    <a:pt x="355113" y="298104"/>
                  </a:lnTo>
                  <a:cubicBezTo>
                    <a:pt x="352766" y="295747"/>
                    <a:pt x="352207" y="292144"/>
                    <a:pt x="353732" y="289188"/>
                  </a:cubicBezTo>
                  <a:cubicBezTo>
                    <a:pt x="357997" y="280994"/>
                    <a:pt x="361487" y="272417"/>
                    <a:pt x="364154" y="263572"/>
                  </a:cubicBezTo>
                  <a:cubicBezTo>
                    <a:pt x="365186" y="260424"/>
                    <a:pt x="368124" y="258297"/>
                    <a:pt x="371437" y="258298"/>
                  </a:cubicBezTo>
                  <a:lnTo>
                    <a:pt x="419781" y="258298"/>
                  </a:lnTo>
                  <a:lnTo>
                    <a:pt x="419781" y="177305"/>
                  </a:lnTo>
                  <a:lnTo>
                    <a:pt x="371939" y="177305"/>
                  </a:lnTo>
                  <a:cubicBezTo>
                    <a:pt x="368408" y="177519"/>
                    <a:pt x="365191" y="175287"/>
                    <a:pt x="364154" y="171906"/>
                  </a:cubicBezTo>
                  <a:cubicBezTo>
                    <a:pt x="361386" y="162959"/>
                    <a:pt x="357771" y="154297"/>
                    <a:pt x="353355" y="146038"/>
                  </a:cubicBezTo>
                  <a:cubicBezTo>
                    <a:pt x="351789" y="143089"/>
                    <a:pt x="352350" y="139460"/>
                    <a:pt x="354736" y="137123"/>
                  </a:cubicBezTo>
                  <a:lnTo>
                    <a:pt x="389268" y="102842"/>
                  </a:lnTo>
                  <a:lnTo>
                    <a:pt x="332385" y="45959"/>
                  </a:lnTo>
                  <a:lnTo>
                    <a:pt x="298229" y="80114"/>
                  </a:lnTo>
                  <a:cubicBezTo>
                    <a:pt x="295792" y="82706"/>
                    <a:pt x="291891" y="83278"/>
                    <a:pt x="288812" y="81495"/>
                  </a:cubicBezTo>
                  <a:cubicBezTo>
                    <a:pt x="280780" y="77118"/>
                    <a:pt x="272376" y="73462"/>
                    <a:pt x="263698" y="70571"/>
                  </a:cubicBezTo>
                  <a:cubicBezTo>
                    <a:pt x="260524" y="69573"/>
                    <a:pt x="258381" y="66613"/>
                    <a:pt x="258424" y="63287"/>
                  </a:cubicBezTo>
                  <a:lnTo>
                    <a:pt x="258424" y="15068"/>
                  </a:lnTo>
                  <a:lnTo>
                    <a:pt x="177431" y="15068"/>
                  </a:lnTo>
                  <a:lnTo>
                    <a:pt x="177431" y="63287"/>
                  </a:lnTo>
                  <a:cubicBezTo>
                    <a:pt x="177456" y="66648"/>
                    <a:pt x="175253" y="69619"/>
                    <a:pt x="172031" y="70571"/>
                  </a:cubicBezTo>
                  <a:cubicBezTo>
                    <a:pt x="163102" y="73436"/>
                    <a:pt x="154445" y="77092"/>
                    <a:pt x="146164" y="81495"/>
                  </a:cubicBezTo>
                  <a:cubicBezTo>
                    <a:pt x="143214" y="83061"/>
                    <a:pt x="139585" y="82499"/>
                    <a:pt x="137248" y="80114"/>
                  </a:cubicBezTo>
                  <a:lnTo>
                    <a:pt x="102968" y="45959"/>
                  </a:lnTo>
                  <a:lnTo>
                    <a:pt x="46084" y="102842"/>
                  </a:lnTo>
                  <a:lnTo>
                    <a:pt x="80239" y="137123"/>
                  </a:lnTo>
                  <a:cubicBezTo>
                    <a:pt x="82625" y="139460"/>
                    <a:pt x="83187" y="143089"/>
                    <a:pt x="81621" y="146038"/>
                  </a:cubicBezTo>
                  <a:cubicBezTo>
                    <a:pt x="77218" y="154320"/>
                    <a:pt x="73562" y="162976"/>
                    <a:pt x="70696" y="171906"/>
                  </a:cubicBezTo>
                  <a:cubicBezTo>
                    <a:pt x="69744" y="175128"/>
                    <a:pt x="66773" y="177330"/>
                    <a:pt x="63413" y="177305"/>
                  </a:cubicBezTo>
                  <a:lnTo>
                    <a:pt x="15194" y="177305"/>
                  </a:lnTo>
                  <a:lnTo>
                    <a:pt x="15194" y="257921"/>
                  </a:lnTo>
                  <a:lnTo>
                    <a:pt x="63413" y="257921"/>
                  </a:lnTo>
                  <a:cubicBezTo>
                    <a:pt x="66739" y="257879"/>
                    <a:pt x="69699" y="260022"/>
                    <a:pt x="70696" y="263195"/>
                  </a:cubicBezTo>
                  <a:cubicBezTo>
                    <a:pt x="73588" y="271994"/>
                    <a:pt x="77244" y="280524"/>
                    <a:pt x="81621" y="288686"/>
                  </a:cubicBezTo>
                  <a:cubicBezTo>
                    <a:pt x="83145" y="291642"/>
                    <a:pt x="82587" y="295245"/>
                    <a:pt x="80239" y="297602"/>
                  </a:cubicBezTo>
                  <a:lnTo>
                    <a:pt x="46084" y="332259"/>
                  </a:lnTo>
                  <a:lnTo>
                    <a:pt x="102968" y="389142"/>
                  </a:lnTo>
                  <a:lnTo>
                    <a:pt x="137248" y="354987"/>
                  </a:lnTo>
                  <a:cubicBezTo>
                    <a:pt x="139585" y="352601"/>
                    <a:pt x="143214" y="352040"/>
                    <a:pt x="146164" y="353606"/>
                  </a:cubicBezTo>
                  <a:cubicBezTo>
                    <a:pt x="154436" y="357893"/>
                    <a:pt x="163098" y="361383"/>
                    <a:pt x="172031" y="364028"/>
                  </a:cubicBezTo>
                  <a:cubicBezTo>
                    <a:pt x="175228" y="365015"/>
                    <a:pt x="177416" y="367965"/>
                    <a:pt x="177431" y="371311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63F4E4D-C984-834F-BEA5-D6B4C5B53697}"/>
                </a:ext>
              </a:extLst>
            </p:cNvPr>
            <p:cNvSpPr/>
            <p:nvPr/>
          </p:nvSpPr>
          <p:spPr>
            <a:xfrm>
              <a:off x="7062460" y="2207313"/>
              <a:ext cx="266710" cy="266711"/>
            </a:xfrm>
            <a:custGeom>
              <a:avLst/>
              <a:gdLst>
                <a:gd name="connsiteX0" fmla="*/ 132852 w 266710"/>
                <a:gd name="connsiteY0" fmla="*/ 266710 h 266711"/>
                <a:gd name="connsiteX1" fmla="*/ 1 w 266710"/>
                <a:gd name="connsiteY1" fmla="*/ 132852 h 266711"/>
                <a:gd name="connsiteX2" fmla="*/ 133860 w 266710"/>
                <a:gd name="connsiteY2" fmla="*/ 1 h 266711"/>
                <a:gd name="connsiteX3" fmla="*/ 266710 w 266710"/>
                <a:gd name="connsiteY3" fmla="*/ 132852 h 266711"/>
                <a:gd name="connsiteX4" fmla="*/ 133607 w 266710"/>
                <a:gd name="connsiteY4" fmla="*/ 266710 h 266711"/>
                <a:gd name="connsiteX5" fmla="*/ 132852 w 266710"/>
                <a:gd name="connsiteY5" fmla="*/ 266710 h 266711"/>
                <a:gd name="connsiteX6" fmla="*/ 132852 w 266710"/>
                <a:gd name="connsiteY6" fmla="*/ 15570 h 266711"/>
                <a:gd name="connsiteX7" fmla="*/ 14691 w 266710"/>
                <a:gd name="connsiteY7" fmla="*/ 133731 h 266711"/>
                <a:gd name="connsiteX8" fmla="*/ 132852 w 266710"/>
                <a:gd name="connsiteY8" fmla="*/ 251893 h 266711"/>
                <a:gd name="connsiteX9" fmla="*/ 251014 w 266710"/>
                <a:gd name="connsiteY9" fmla="*/ 133731 h 266711"/>
                <a:gd name="connsiteX10" fmla="*/ 133483 w 266710"/>
                <a:gd name="connsiteY10" fmla="*/ 14693 h 266711"/>
                <a:gd name="connsiteX11" fmla="*/ 132852 w 266710"/>
                <a:gd name="connsiteY11" fmla="*/ 14691 h 26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6710" h="266711">
                  <a:moveTo>
                    <a:pt x="132852" y="266710"/>
                  </a:moveTo>
                  <a:cubicBezTo>
                    <a:pt x="59203" y="266433"/>
                    <a:pt x="-277" y="206502"/>
                    <a:pt x="1" y="132852"/>
                  </a:cubicBezTo>
                  <a:cubicBezTo>
                    <a:pt x="279" y="59203"/>
                    <a:pt x="60209" y="-277"/>
                    <a:pt x="133860" y="1"/>
                  </a:cubicBezTo>
                  <a:cubicBezTo>
                    <a:pt x="207116" y="277"/>
                    <a:pt x="266434" y="59596"/>
                    <a:pt x="266710" y="132852"/>
                  </a:cubicBezTo>
                  <a:cubicBezTo>
                    <a:pt x="266919" y="206572"/>
                    <a:pt x="207326" y="266502"/>
                    <a:pt x="133607" y="266710"/>
                  </a:cubicBezTo>
                  <a:cubicBezTo>
                    <a:pt x="133356" y="266712"/>
                    <a:pt x="133104" y="266712"/>
                    <a:pt x="132852" y="266710"/>
                  </a:cubicBezTo>
                  <a:close/>
                  <a:moveTo>
                    <a:pt x="132852" y="15570"/>
                  </a:moveTo>
                  <a:cubicBezTo>
                    <a:pt x="67594" y="15570"/>
                    <a:pt x="14691" y="68473"/>
                    <a:pt x="14691" y="133731"/>
                  </a:cubicBezTo>
                  <a:cubicBezTo>
                    <a:pt x="14691" y="198990"/>
                    <a:pt x="67594" y="251893"/>
                    <a:pt x="132852" y="251893"/>
                  </a:cubicBezTo>
                  <a:cubicBezTo>
                    <a:pt x="198111" y="251893"/>
                    <a:pt x="251014" y="198990"/>
                    <a:pt x="251014" y="133731"/>
                  </a:cubicBezTo>
                  <a:cubicBezTo>
                    <a:pt x="251430" y="68405"/>
                    <a:pt x="198810" y="15109"/>
                    <a:pt x="133483" y="14693"/>
                  </a:cubicBezTo>
                  <a:cubicBezTo>
                    <a:pt x="133273" y="14692"/>
                    <a:pt x="133062" y="14691"/>
                    <a:pt x="132852" y="14691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B526EA7E-2C56-2946-B025-64CC2C0117B9}"/>
                </a:ext>
              </a:extLst>
            </p:cNvPr>
            <p:cNvSpPr/>
            <p:nvPr/>
          </p:nvSpPr>
          <p:spPr>
            <a:xfrm>
              <a:off x="7146025" y="2254886"/>
              <a:ext cx="98510" cy="170559"/>
            </a:xfrm>
            <a:custGeom>
              <a:avLst/>
              <a:gdLst>
                <a:gd name="connsiteX0" fmla="*/ 49287 w 98510"/>
                <a:gd name="connsiteY0" fmla="*/ 170542 h 170559"/>
                <a:gd name="connsiteX1" fmla="*/ 64 w 98510"/>
                <a:gd name="connsiteY1" fmla="*/ 124081 h 170559"/>
                <a:gd name="connsiteX2" fmla="*/ 6682 w 98510"/>
                <a:gd name="connsiteY2" fmla="*/ 115506 h 170559"/>
                <a:gd name="connsiteX3" fmla="*/ 15258 w 98510"/>
                <a:gd name="connsiteY3" fmla="*/ 122123 h 170559"/>
                <a:gd name="connsiteX4" fmla="*/ 15258 w 98510"/>
                <a:gd name="connsiteY4" fmla="*/ 124081 h 170559"/>
                <a:gd name="connsiteX5" fmla="*/ 49287 w 98510"/>
                <a:gd name="connsiteY5" fmla="*/ 155222 h 170559"/>
                <a:gd name="connsiteX6" fmla="*/ 83317 w 98510"/>
                <a:gd name="connsiteY6" fmla="*/ 124081 h 170559"/>
                <a:gd name="connsiteX7" fmla="*/ 49287 w 98510"/>
                <a:gd name="connsiteY7" fmla="*/ 92814 h 170559"/>
                <a:gd name="connsiteX8" fmla="*/ 64 w 98510"/>
                <a:gd name="connsiteY8" fmla="*/ 46478 h 170559"/>
                <a:gd name="connsiteX9" fmla="*/ 49287 w 98510"/>
                <a:gd name="connsiteY9" fmla="*/ 17 h 170559"/>
                <a:gd name="connsiteX10" fmla="*/ 98511 w 98510"/>
                <a:gd name="connsiteY10" fmla="*/ 46478 h 170559"/>
                <a:gd name="connsiteX11" fmla="*/ 89935 w 98510"/>
                <a:gd name="connsiteY11" fmla="*/ 53097 h 170559"/>
                <a:gd name="connsiteX12" fmla="*/ 83317 w 98510"/>
                <a:gd name="connsiteY12" fmla="*/ 46478 h 170559"/>
                <a:gd name="connsiteX13" fmla="*/ 49287 w 98510"/>
                <a:gd name="connsiteY13" fmla="*/ 15211 h 170559"/>
                <a:gd name="connsiteX14" fmla="*/ 15258 w 98510"/>
                <a:gd name="connsiteY14" fmla="*/ 46478 h 170559"/>
                <a:gd name="connsiteX15" fmla="*/ 49287 w 98510"/>
                <a:gd name="connsiteY15" fmla="*/ 77620 h 170559"/>
                <a:gd name="connsiteX16" fmla="*/ 98511 w 98510"/>
                <a:gd name="connsiteY16" fmla="*/ 124081 h 170559"/>
                <a:gd name="connsiteX17" fmla="*/ 49287 w 98510"/>
                <a:gd name="connsiteY17" fmla="*/ 170542 h 17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510" h="170559">
                  <a:moveTo>
                    <a:pt x="49287" y="170542"/>
                  </a:moveTo>
                  <a:cubicBezTo>
                    <a:pt x="22887" y="171246"/>
                    <a:pt x="883" y="150478"/>
                    <a:pt x="64" y="124081"/>
                  </a:cubicBezTo>
                  <a:cubicBezTo>
                    <a:pt x="-476" y="119886"/>
                    <a:pt x="2486" y="116046"/>
                    <a:pt x="6682" y="115506"/>
                  </a:cubicBezTo>
                  <a:cubicBezTo>
                    <a:pt x="10878" y="114964"/>
                    <a:pt x="14718" y="117928"/>
                    <a:pt x="15258" y="122123"/>
                  </a:cubicBezTo>
                  <a:cubicBezTo>
                    <a:pt x="15342" y="122774"/>
                    <a:pt x="15342" y="123432"/>
                    <a:pt x="15258" y="124081"/>
                  </a:cubicBezTo>
                  <a:cubicBezTo>
                    <a:pt x="16139" y="142037"/>
                    <a:pt x="31322" y="155933"/>
                    <a:pt x="49287" y="155222"/>
                  </a:cubicBezTo>
                  <a:cubicBezTo>
                    <a:pt x="67252" y="155933"/>
                    <a:pt x="82435" y="142037"/>
                    <a:pt x="83317" y="124081"/>
                  </a:cubicBezTo>
                  <a:cubicBezTo>
                    <a:pt x="82502" y="106074"/>
                    <a:pt x="67299" y="92104"/>
                    <a:pt x="49287" y="92814"/>
                  </a:cubicBezTo>
                  <a:cubicBezTo>
                    <a:pt x="22907" y="93589"/>
                    <a:pt x="883" y="72856"/>
                    <a:pt x="64" y="46478"/>
                  </a:cubicBezTo>
                  <a:cubicBezTo>
                    <a:pt x="883" y="20081"/>
                    <a:pt x="22887" y="-687"/>
                    <a:pt x="49287" y="17"/>
                  </a:cubicBezTo>
                  <a:cubicBezTo>
                    <a:pt x="75687" y="-687"/>
                    <a:pt x="97691" y="20081"/>
                    <a:pt x="98511" y="46478"/>
                  </a:cubicBezTo>
                  <a:cubicBezTo>
                    <a:pt x="97971" y="50674"/>
                    <a:pt x="94131" y="53637"/>
                    <a:pt x="89935" y="53097"/>
                  </a:cubicBezTo>
                  <a:cubicBezTo>
                    <a:pt x="86481" y="52651"/>
                    <a:pt x="83761" y="49933"/>
                    <a:pt x="83317" y="46478"/>
                  </a:cubicBezTo>
                  <a:cubicBezTo>
                    <a:pt x="82502" y="28472"/>
                    <a:pt x="67299" y="14502"/>
                    <a:pt x="49287" y="15211"/>
                  </a:cubicBezTo>
                  <a:cubicBezTo>
                    <a:pt x="31275" y="14502"/>
                    <a:pt x="16072" y="28472"/>
                    <a:pt x="15258" y="46478"/>
                  </a:cubicBezTo>
                  <a:cubicBezTo>
                    <a:pt x="16139" y="64435"/>
                    <a:pt x="31323" y="78331"/>
                    <a:pt x="49287" y="77620"/>
                  </a:cubicBezTo>
                  <a:cubicBezTo>
                    <a:pt x="75687" y="76915"/>
                    <a:pt x="97691" y="97683"/>
                    <a:pt x="98511" y="124081"/>
                  </a:cubicBezTo>
                  <a:cubicBezTo>
                    <a:pt x="97691" y="150478"/>
                    <a:pt x="75687" y="171246"/>
                    <a:pt x="49287" y="170542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31E3D16F-58A3-1547-A2F9-384B21B96790}"/>
                </a:ext>
              </a:extLst>
            </p:cNvPr>
            <p:cNvSpPr/>
            <p:nvPr/>
          </p:nvSpPr>
          <p:spPr>
            <a:xfrm>
              <a:off x="7202847" y="2239207"/>
              <a:ext cx="15319" cy="201917"/>
            </a:xfrm>
            <a:custGeom>
              <a:avLst/>
              <a:gdLst>
                <a:gd name="connsiteX0" fmla="*/ 7660 w 15319"/>
                <a:gd name="connsiteY0" fmla="*/ 201917 h 201917"/>
                <a:gd name="connsiteX1" fmla="*/ 0 w 15319"/>
                <a:gd name="connsiteY1" fmla="*/ 194257 h 201917"/>
                <a:gd name="connsiteX2" fmla="*/ 0 w 15319"/>
                <a:gd name="connsiteY2" fmla="*/ 7660 h 201917"/>
                <a:gd name="connsiteX3" fmla="*/ 7660 w 15319"/>
                <a:gd name="connsiteY3" fmla="*/ 0 h 201917"/>
                <a:gd name="connsiteX4" fmla="*/ 15320 w 15319"/>
                <a:gd name="connsiteY4" fmla="*/ 7660 h 201917"/>
                <a:gd name="connsiteX5" fmla="*/ 15320 w 15319"/>
                <a:gd name="connsiteY5" fmla="*/ 194257 h 201917"/>
                <a:gd name="connsiteX6" fmla="*/ 7660 w 15319"/>
                <a:gd name="connsiteY6" fmla="*/ 201917 h 201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19" h="201917">
                  <a:moveTo>
                    <a:pt x="7660" y="201917"/>
                  </a:moveTo>
                  <a:cubicBezTo>
                    <a:pt x="3429" y="201917"/>
                    <a:pt x="0" y="198488"/>
                    <a:pt x="0" y="194257"/>
                  </a:cubicBezTo>
                  <a:lnTo>
                    <a:pt x="0" y="7660"/>
                  </a:lnTo>
                  <a:cubicBezTo>
                    <a:pt x="0" y="3429"/>
                    <a:pt x="3429" y="0"/>
                    <a:pt x="7660" y="0"/>
                  </a:cubicBezTo>
                  <a:cubicBezTo>
                    <a:pt x="11890" y="0"/>
                    <a:pt x="15320" y="3429"/>
                    <a:pt x="15320" y="7660"/>
                  </a:cubicBezTo>
                  <a:lnTo>
                    <a:pt x="15320" y="194257"/>
                  </a:lnTo>
                  <a:cubicBezTo>
                    <a:pt x="15320" y="198488"/>
                    <a:pt x="11890" y="201917"/>
                    <a:pt x="7660" y="201917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67857573-A479-BC44-9BC1-D4658E0B8DA6}"/>
                </a:ext>
              </a:extLst>
            </p:cNvPr>
            <p:cNvSpPr/>
            <p:nvPr/>
          </p:nvSpPr>
          <p:spPr>
            <a:xfrm>
              <a:off x="7172395" y="2238227"/>
              <a:ext cx="15320" cy="202896"/>
            </a:xfrm>
            <a:custGeom>
              <a:avLst/>
              <a:gdLst>
                <a:gd name="connsiteX0" fmla="*/ 7723 w 15320"/>
                <a:gd name="connsiteY0" fmla="*/ 202897 h 202896"/>
                <a:gd name="connsiteX1" fmla="*/ 64 w 15320"/>
                <a:gd name="connsiteY1" fmla="*/ 195237 h 202896"/>
                <a:gd name="connsiteX2" fmla="*/ 64 w 15320"/>
                <a:gd name="connsiteY2" fmla="*/ 8639 h 202896"/>
                <a:gd name="connsiteX3" fmla="*/ 6682 w 15320"/>
                <a:gd name="connsiteY3" fmla="*/ 64 h 202896"/>
                <a:gd name="connsiteX4" fmla="*/ 15258 w 15320"/>
                <a:gd name="connsiteY4" fmla="*/ 6682 h 202896"/>
                <a:gd name="connsiteX5" fmla="*/ 15258 w 15320"/>
                <a:gd name="connsiteY5" fmla="*/ 8639 h 202896"/>
                <a:gd name="connsiteX6" fmla="*/ 15258 w 15320"/>
                <a:gd name="connsiteY6" fmla="*/ 195237 h 202896"/>
                <a:gd name="connsiteX7" fmla="*/ 7850 w 15320"/>
                <a:gd name="connsiteY7" fmla="*/ 202895 h 202896"/>
                <a:gd name="connsiteX8" fmla="*/ 7723 w 15320"/>
                <a:gd name="connsiteY8" fmla="*/ 202897 h 20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0" h="202896">
                  <a:moveTo>
                    <a:pt x="7723" y="202897"/>
                  </a:moveTo>
                  <a:cubicBezTo>
                    <a:pt x="3493" y="202897"/>
                    <a:pt x="64" y="199467"/>
                    <a:pt x="64" y="195237"/>
                  </a:cubicBezTo>
                  <a:lnTo>
                    <a:pt x="64" y="8639"/>
                  </a:lnTo>
                  <a:cubicBezTo>
                    <a:pt x="-476" y="4444"/>
                    <a:pt x="2486" y="604"/>
                    <a:pt x="6682" y="64"/>
                  </a:cubicBezTo>
                  <a:cubicBezTo>
                    <a:pt x="10878" y="-477"/>
                    <a:pt x="14718" y="2486"/>
                    <a:pt x="15258" y="6682"/>
                  </a:cubicBezTo>
                  <a:cubicBezTo>
                    <a:pt x="15342" y="7332"/>
                    <a:pt x="15342" y="7990"/>
                    <a:pt x="15258" y="8639"/>
                  </a:cubicBezTo>
                  <a:lnTo>
                    <a:pt x="15258" y="195237"/>
                  </a:lnTo>
                  <a:cubicBezTo>
                    <a:pt x="15327" y="199397"/>
                    <a:pt x="12010" y="202826"/>
                    <a:pt x="7850" y="202895"/>
                  </a:cubicBezTo>
                  <a:cubicBezTo>
                    <a:pt x="7807" y="202897"/>
                    <a:pt x="7766" y="202897"/>
                    <a:pt x="7723" y="202897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6" name="Graphic 35">
            <a:extLst>
              <a:ext uri="{FF2B5EF4-FFF2-40B4-BE49-F238E27FC236}">
                <a16:creationId xmlns:a16="http://schemas.microsoft.com/office/drawing/2014/main" id="{3B486F73-9073-BB41-A950-75E206CEB268}"/>
              </a:ext>
            </a:extLst>
          </p:cNvPr>
          <p:cNvGrpSpPr>
            <a:grpSpLocks noChangeAspect="1"/>
          </p:cNvGrpSpPr>
          <p:nvPr/>
        </p:nvGrpSpPr>
        <p:grpSpPr>
          <a:xfrm>
            <a:off x="7100974" y="2293407"/>
            <a:ext cx="411528" cy="401273"/>
            <a:chOff x="6994478" y="2137407"/>
            <a:chExt cx="411528" cy="401273"/>
          </a:xfrm>
          <a:solidFill>
            <a:srgbClr val="FFFFFF"/>
          </a:solidFill>
        </p:grpSpPr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A0AF94C9-0124-2749-9510-AC816B23AA68}"/>
                </a:ext>
              </a:extLst>
            </p:cNvPr>
            <p:cNvSpPr/>
            <p:nvPr/>
          </p:nvSpPr>
          <p:spPr>
            <a:xfrm>
              <a:off x="7158904" y="2316479"/>
              <a:ext cx="82614" cy="146008"/>
            </a:xfrm>
            <a:custGeom>
              <a:avLst/>
              <a:gdLst>
                <a:gd name="connsiteX0" fmla="*/ 41369 w 82614"/>
                <a:gd name="connsiteY0" fmla="*/ 144994 h 146008"/>
                <a:gd name="connsiteX1" fmla="*/ 62 w 82614"/>
                <a:gd name="connsiteY1" fmla="*/ 104806 h 146008"/>
                <a:gd name="connsiteX2" fmla="*/ 6542 w 82614"/>
                <a:gd name="connsiteY2" fmla="*/ 96148 h 146008"/>
                <a:gd name="connsiteX3" fmla="*/ 14937 w 82614"/>
                <a:gd name="connsiteY3" fmla="*/ 102829 h 146008"/>
                <a:gd name="connsiteX4" fmla="*/ 14937 w 82614"/>
                <a:gd name="connsiteY4" fmla="*/ 104806 h 146008"/>
                <a:gd name="connsiteX5" fmla="*/ 41213 w 82614"/>
                <a:gd name="connsiteY5" fmla="*/ 130168 h 146008"/>
                <a:gd name="connsiteX6" fmla="*/ 41369 w 82614"/>
                <a:gd name="connsiteY6" fmla="*/ 130161 h 146008"/>
                <a:gd name="connsiteX7" fmla="*/ 70357 w 82614"/>
                <a:gd name="connsiteY7" fmla="*/ 110359 h 146008"/>
                <a:gd name="connsiteX8" fmla="*/ 51154 w 82614"/>
                <a:gd name="connsiteY8" fmla="*/ 80464 h 146008"/>
                <a:gd name="connsiteX9" fmla="*/ 41369 w 82614"/>
                <a:gd name="connsiteY9" fmla="*/ 80464 h 146008"/>
                <a:gd name="connsiteX10" fmla="*/ 62 w 82614"/>
                <a:gd name="connsiteY10" fmla="*/ 40276 h 146008"/>
                <a:gd name="connsiteX11" fmla="*/ 43559 w 82614"/>
                <a:gd name="connsiteY11" fmla="*/ 65 h 146008"/>
                <a:gd name="connsiteX12" fmla="*/ 82552 w 82614"/>
                <a:gd name="connsiteY12" fmla="*/ 40276 h 146008"/>
                <a:gd name="connsiteX13" fmla="*/ 76072 w 82614"/>
                <a:gd name="connsiteY13" fmla="*/ 48934 h 146008"/>
                <a:gd name="connsiteX14" fmla="*/ 67677 w 82614"/>
                <a:gd name="connsiteY14" fmla="*/ 42252 h 146008"/>
                <a:gd name="connsiteX15" fmla="*/ 67677 w 82614"/>
                <a:gd name="connsiteY15" fmla="*/ 40276 h 146008"/>
                <a:gd name="connsiteX16" fmla="*/ 41369 w 82614"/>
                <a:gd name="connsiteY16" fmla="*/ 15554 h 146008"/>
                <a:gd name="connsiteX17" fmla="*/ 14937 w 82614"/>
                <a:gd name="connsiteY17" fmla="*/ 40276 h 146008"/>
                <a:gd name="connsiteX18" fmla="*/ 41213 w 82614"/>
                <a:gd name="connsiteY18" fmla="*/ 65638 h 146008"/>
                <a:gd name="connsiteX19" fmla="*/ 41369 w 82614"/>
                <a:gd name="connsiteY19" fmla="*/ 65631 h 146008"/>
                <a:gd name="connsiteX20" fmla="*/ 80339 w 82614"/>
                <a:gd name="connsiteY20" fmla="*/ 105820 h 146008"/>
                <a:gd name="connsiteX21" fmla="*/ 41369 w 82614"/>
                <a:gd name="connsiteY21" fmla="*/ 146009 h 146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2614" h="146008">
                  <a:moveTo>
                    <a:pt x="41369" y="144994"/>
                  </a:moveTo>
                  <a:cubicBezTo>
                    <a:pt x="19211" y="145633"/>
                    <a:pt x="731" y="127655"/>
                    <a:pt x="62" y="104806"/>
                  </a:cubicBezTo>
                  <a:cubicBezTo>
                    <a:pt x="-466" y="100570"/>
                    <a:pt x="2434" y="96693"/>
                    <a:pt x="6542" y="96148"/>
                  </a:cubicBezTo>
                  <a:cubicBezTo>
                    <a:pt x="10649" y="95602"/>
                    <a:pt x="14409" y="98594"/>
                    <a:pt x="14937" y="102829"/>
                  </a:cubicBezTo>
                  <a:cubicBezTo>
                    <a:pt x="15020" y="103486"/>
                    <a:pt x="15020" y="104150"/>
                    <a:pt x="14937" y="104806"/>
                  </a:cubicBezTo>
                  <a:cubicBezTo>
                    <a:pt x="15402" y="119291"/>
                    <a:pt x="27166" y="130646"/>
                    <a:pt x="41213" y="130168"/>
                  </a:cubicBezTo>
                  <a:cubicBezTo>
                    <a:pt x="41264" y="130165"/>
                    <a:pt x="41317" y="130164"/>
                    <a:pt x="41369" y="130161"/>
                  </a:cubicBezTo>
                  <a:cubicBezTo>
                    <a:pt x="54677" y="132948"/>
                    <a:pt x="67655" y="124082"/>
                    <a:pt x="70357" y="110359"/>
                  </a:cubicBezTo>
                  <a:cubicBezTo>
                    <a:pt x="73059" y="96635"/>
                    <a:pt x="64462" y="83251"/>
                    <a:pt x="51154" y="80464"/>
                  </a:cubicBezTo>
                  <a:cubicBezTo>
                    <a:pt x="47925" y="79789"/>
                    <a:pt x="44598" y="79789"/>
                    <a:pt x="41369" y="80464"/>
                  </a:cubicBezTo>
                  <a:cubicBezTo>
                    <a:pt x="19211" y="81105"/>
                    <a:pt x="731" y="63125"/>
                    <a:pt x="62" y="40276"/>
                  </a:cubicBezTo>
                  <a:cubicBezTo>
                    <a:pt x="1306" y="16785"/>
                    <a:pt x="20781" y="-1218"/>
                    <a:pt x="43559" y="65"/>
                  </a:cubicBezTo>
                  <a:cubicBezTo>
                    <a:pt x="64600" y="1250"/>
                    <a:pt x="81403" y="18578"/>
                    <a:pt x="82552" y="40276"/>
                  </a:cubicBezTo>
                  <a:cubicBezTo>
                    <a:pt x="83081" y="44512"/>
                    <a:pt x="80181" y="48388"/>
                    <a:pt x="76072" y="48934"/>
                  </a:cubicBezTo>
                  <a:cubicBezTo>
                    <a:pt x="71965" y="49480"/>
                    <a:pt x="68206" y="46488"/>
                    <a:pt x="67677" y="42252"/>
                  </a:cubicBezTo>
                  <a:cubicBezTo>
                    <a:pt x="67595" y="41596"/>
                    <a:pt x="67595" y="40931"/>
                    <a:pt x="67677" y="40276"/>
                  </a:cubicBezTo>
                  <a:cubicBezTo>
                    <a:pt x="67013" y="25966"/>
                    <a:pt x="55247" y="14909"/>
                    <a:pt x="41369" y="15554"/>
                  </a:cubicBezTo>
                  <a:cubicBezTo>
                    <a:pt x="27468" y="14908"/>
                    <a:pt x="15666" y="25946"/>
                    <a:pt x="14937" y="40276"/>
                  </a:cubicBezTo>
                  <a:cubicBezTo>
                    <a:pt x="15402" y="54762"/>
                    <a:pt x="27166" y="66116"/>
                    <a:pt x="41213" y="65638"/>
                  </a:cubicBezTo>
                  <a:cubicBezTo>
                    <a:pt x="41264" y="65635"/>
                    <a:pt x="41317" y="65634"/>
                    <a:pt x="41369" y="65631"/>
                  </a:cubicBezTo>
                  <a:cubicBezTo>
                    <a:pt x="62891" y="65631"/>
                    <a:pt x="80339" y="83625"/>
                    <a:pt x="80339" y="105820"/>
                  </a:cubicBezTo>
                  <a:cubicBezTo>
                    <a:pt x="80339" y="128015"/>
                    <a:pt x="62891" y="146009"/>
                    <a:pt x="41369" y="146009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AA95ECFF-EA16-8849-B94F-53FC0DB6D6B1}"/>
                </a:ext>
              </a:extLst>
            </p:cNvPr>
            <p:cNvSpPr/>
            <p:nvPr/>
          </p:nvSpPr>
          <p:spPr>
            <a:xfrm>
              <a:off x="7192773" y="2303861"/>
              <a:ext cx="14875" cy="170797"/>
            </a:xfrm>
            <a:custGeom>
              <a:avLst/>
              <a:gdLst>
                <a:gd name="connsiteX0" fmla="*/ 7499 w 14875"/>
                <a:gd name="connsiteY0" fmla="*/ 170797 h 170797"/>
                <a:gd name="connsiteX1" fmla="*/ 0 w 14875"/>
                <a:gd name="connsiteY1" fmla="*/ 163064 h 170797"/>
                <a:gd name="connsiteX2" fmla="*/ 0 w 14875"/>
                <a:gd name="connsiteY2" fmla="*/ 6747 h 170797"/>
                <a:gd name="connsiteX3" fmla="*/ 8395 w 14875"/>
                <a:gd name="connsiteY3" fmla="*/ 64 h 170797"/>
                <a:gd name="connsiteX4" fmla="*/ 14875 w 14875"/>
                <a:gd name="connsiteY4" fmla="*/ 6747 h 170797"/>
                <a:gd name="connsiteX5" fmla="*/ 14875 w 14875"/>
                <a:gd name="connsiteY5" fmla="*/ 163064 h 170797"/>
                <a:gd name="connsiteX6" fmla="*/ 7499 w 14875"/>
                <a:gd name="connsiteY6" fmla="*/ 170797 h 170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75" h="170797">
                  <a:moveTo>
                    <a:pt x="7499" y="170797"/>
                  </a:moveTo>
                  <a:cubicBezTo>
                    <a:pt x="3357" y="170797"/>
                    <a:pt x="0" y="167335"/>
                    <a:pt x="0" y="163064"/>
                  </a:cubicBezTo>
                  <a:lnTo>
                    <a:pt x="0" y="6747"/>
                  </a:lnTo>
                  <a:cubicBezTo>
                    <a:pt x="529" y="2511"/>
                    <a:pt x="4288" y="-481"/>
                    <a:pt x="8395" y="64"/>
                  </a:cubicBezTo>
                  <a:cubicBezTo>
                    <a:pt x="11777" y="514"/>
                    <a:pt x="14440" y="3259"/>
                    <a:pt x="14875" y="6747"/>
                  </a:cubicBezTo>
                  <a:lnTo>
                    <a:pt x="14875" y="163064"/>
                  </a:lnTo>
                  <a:cubicBezTo>
                    <a:pt x="14875" y="167285"/>
                    <a:pt x="11593" y="170727"/>
                    <a:pt x="7499" y="17079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24C298B4-E70D-DE4F-8921-F6FA31C87F3C}"/>
                </a:ext>
              </a:extLst>
            </p:cNvPr>
            <p:cNvSpPr/>
            <p:nvPr/>
          </p:nvSpPr>
          <p:spPr>
            <a:xfrm>
              <a:off x="7391007" y="2297702"/>
              <a:ext cx="14999" cy="35598"/>
            </a:xfrm>
            <a:custGeom>
              <a:avLst/>
              <a:gdLst>
                <a:gd name="connsiteX0" fmla="*/ 7561 w 14999"/>
                <a:gd name="connsiteY0" fmla="*/ 35599 h 35598"/>
                <a:gd name="connsiteX1" fmla="*/ 62 w 14999"/>
                <a:gd name="connsiteY1" fmla="*/ 27865 h 35598"/>
                <a:gd name="connsiteX2" fmla="*/ 62 w 14999"/>
                <a:gd name="connsiteY2" fmla="*/ 8722 h 35598"/>
                <a:gd name="connsiteX3" fmla="*/ 6542 w 14999"/>
                <a:gd name="connsiteY3" fmla="*/ 64 h 35598"/>
                <a:gd name="connsiteX4" fmla="*/ 14937 w 14999"/>
                <a:gd name="connsiteY4" fmla="*/ 6746 h 35598"/>
                <a:gd name="connsiteX5" fmla="*/ 14937 w 14999"/>
                <a:gd name="connsiteY5" fmla="*/ 8722 h 35598"/>
                <a:gd name="connsiteX6" fmla="*/ 14937 w 14999"/>
                <a:gd name="connsiteY6" fmla="*/ 27865 h 35598"/>
                <a:gd name="connsiteX7" fmla="*/ 7685 w 14999"/>
                <a:gd name="connsiteY7" fmla="*/ 35598 h 35598"/>
                <a:gd name="connsiteX8" fmla="*/ 7561 w 14999"/>
                <a:gd name="connsiteY8" fmla="*/ 35599 h 3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35598">
                  <a:moveTo>
                    <a:pt x="7561" y="35599"/>
                  </a:moveTo>
                  <a:cubicBezTo>
                    <a:pt x="3420" y="35599"/>
                    <a:pt x="62" y="32137"/>
                    <a:pt x="62" y="27865"/>
                  </a:cubicBezTo>
                  <a:lnTo>
                    <a:pt x="62" y="8722"/>
                  </a:lnTo>
                  <a:cubicBezTo>
                    <a:pt x="-466" y="4486"/>
                    <a:pt x="2434" y="610"/>
                    <a:pt x="6542" y="64"/>
                  </a:cubicBezTo>
                  <a:cubicBezTo>
                    <a:pt x="10649" y="-482"/>
                    <a:pt x="14409" y="2510"/>
                    <a:pt x="14937" y="6746"/>
                  </a:cubicBezTo>
                  <a:cubicBezTo>
                    <a:pt x="15020" y="7402"/>
                    <a:pt x="15020" y="8067"/>
                    <a:pt x="14937" y="8722"/>
                  </a:cubicBezTo>
                  <a:lnTo>
                    <a:pt x="14937" y="27865"/>
                  </a:lnTo>
                  <a:cubicBezTo>
                    <a:pt x="15005" y="32066"/>
                    <a:pt x="11758" y="35528"/>
                    <a:pt x="7685" y="35598"/>
                  </a:cubicBezTo>
                  <a:cubicBezTo>
                    <a:pt x="7644" y="35599"/>
                    <a:pt x="7603" y="35599"/>
                    <a:pt x="7561" y="35599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EA391876-5FF8-C045-9998-029AF31E8279}"/>
                </a:ext>
              </a:extLst>
            </p:cNvPr>
            <p:cNvSpPr/>
            <p:nvPr/>
          </p:nvSpPr>
          <p:spPr>
            <a:xfrm>
              <a:off x="7391069" y="2359516"/>
              <a:ext cx="14876" cy="55175"/>
            </a:xfrm>
            <a:custGeom>
              <a:avLst/>
              <a:gdLst>
                <a:gd name="connsiteX0" fmla="*/ 7499 w 14876"/>
                <a:gd name="connsiteY0" fmla="*/ 55176 h 55175"/>
                <a:gd name="connsiteX1" fmla="*/ 0 w 14876"/>
                <a:gd name="connsiteY1" fmla="*/ 47442 h 55175"/>
                <a:gd name="connsiteX2" fmla="*/ 0 w 14876"/>
                <a:gd name="connsiteY2" fmla="*/ 6747 h 55175"/>
                <a:gd name="connsiteX3" fmla="*/ 8395 w 14876"/>
                <a:gd name="connsiteY3" fmla="*/ 64 h 55175"/>
                <a:gd name="connsiteX4" fmla="*/ 14875 w 14876"/>
                <a:gd name="connsiteY4" fmla="*/ 6747 h 55175"/>
                <a:gd name="connsiteX5" fmla="*/ 14875 w 14876"/>
                <a:gd name="connsiteY5" fmla="*/ 47442 h 55175"/>
                <a:gd name="connsiteX6" fmla="*/ 7623 w 14876"/>
                <a:gd name="connsiteY6" fmla="*/ 55174 h 55175"/>
                <a:gd name="connsiteX7" fmla="*/ 7499 w 14876"/>
                <a:gd name="connsiteY7" fmla="*/ 55176 h 55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6" h="55175">
                  <a:moveTo>
                    <a:pt x="7499" y="55176"/>
                  </a:moveTo>
                  <a:cubicBezTo>
                    <a:pt x="3357" y="55176"/>
                    <a:pt x="0" y="51713"/>
                    <a:pt x="0" y="47442"/>
                  </a:cubicBezTo>
                  <a:lnTo>
                    <a:pt x="0" y="6747"/>
                  </a:lnTo>
                  <a:cubicBezTo>
                    <a:pt x="529" y="2511"/>
                    <a:pt x="4288" y="-481"/>
                    <a:pt x="8395" y="64"/>
                  </a:cubicBezTo>
                  <a:cubicBezTo>
                    <a:pt x="11777" y="514"/>
                    <a:pt x="14440" y="3259"/>
                    <a:pt x="14875" y="6747"/>
                  </a:cubicBezTo>
                  <a:lnTo>
                    <a:pt x="14875" y="47442"/>
                  </a:lnTo>
                  <a:cubicBezTo>
                    <a:pt x="14943" y="51642"/>
                    <a:pt x="11696" y="55105"/>
                    <a:pt x="7623" y="55174"/>
                  </a:cubicBezTo>
                  <a:cubicBezTo>
                    <a:pt x="7582" y="55176"/>
                    <a:pt x="7541" y="55176"/>
                    <a:pt x="7499" y="55176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89EA3E9-920F-6448-9173-C16899A46B16}"/>
                </a:ext>
              </a:extLst>
            </p:cNvPr>
            <p:cNvSpPr/>
            <p:nvPr/>
          </p:nvSpPr>
          <p:spPr>
            <a:xfrm>
              <a:off x="7391069" y="2440908"/>
              <a:ext cx="14875" cy="33624"/>
            </a:xfrm>
            <a:custGeom>
              <a:avLst/>
              <a:gdLst>
                <a:gd name="connsiteX0" fmla="*/ 7499 w 14875"/>
                <a:gd name="connsiteY0" fmla="*/ 33623 h 33624"/>
                <a:gd name="connsiteX1" fmla="*/ 1 w 14875"/>
                <a:gd name="connsiteY1" fmla="*/ 26145 h 33624"/>
                <a:gd name="connsiteX2" fmla="*/ 0 w 14875"/>
                <a:gd name="connsiteY2" fmla="*/ 26017 h 33624"/>
                <a:gd name="connsiteX3" fmla="*/ 0 w 14875"/>
                <a:gd name="connsiteY3" fmla="*/ 6747 h 33624"/>
                <a:gd name="connsiteX4" fmla="*/ 8395 w 14875"/>
                <a:gd name="connsiteY4" fmla="*/ 64 h 33624"/>
                <a:gd name="connsiteX5" fmla="*/ 14875 w 14875"/>
                <a:gd name="connsiteY5" fmla="*/ 6747 h 33624"/>
                <a:gd name="connsiteX6" fmla="*/ 14875 w 14875"/>
                <a:gd name="connsiteY6" fmla="*/ 26017 h 33624"/>
                <a:gd name="connsiteX7" fmla="*/ 7499 w 14875"/>
                <a:gd name="connsiteY7" fmla="*/ 33623 h 3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5" h="33624">
                  <a:moveTo>
                    <a:pt x="7499" y="33623"/>
                  </a:moveTo>
                  <a:cubicBezTo>
                    <a:pt x="3426" y="33693"/>
                    <a:pt x="69" y="30345"/>
                    <a:pt x="1" y="26145"/>
                  </a:cubicBezTo>
                  <a:cubicBezTo>
                    <a:pt x="0" y="26102"/>
                    <a:pt x="0" y="26060"/>
                    <a:pt x="0" y="26017"/>
                  </a:cubicBezTo>
                  <a:lnTo>
                    <a:pt x="0" y="6747"/>
                  </a:lnTo>
                  <a:cubicBezTo>
                    <a:pt x="529" y="2511"/>
                    <a:pt x="4288" y="-481"/>
                    <a:pt x="8395" y="64"/>
                  </a:cubicBezTo>
                  <a:cubicBezTo>
                    <a:pt x="11777" y="514"/>
                    <a:pt x="14440" y="3259"/>
                    <a:pt x="14875" y="6747"/>
                  </a:cubicBezTo>
                  <a:lnTo>
                    <a:pt x="14875" y="26017"/>
                  </a:lnTo>
                  <a:cubicBezTo>
                    <a:pt x="14875" y="30218"/>
                    <a:pt x="11573" y="33623"/>
                    <a:pt x="7499" y="33623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7E7F94AB-BE65-B341-85C9-7040B573AC68}"/>
                </a:ext>
              </a:extLst>
            </p:cNvPr>
            <p:cNvSpPr/>
            <p:nvPr/>
          </p:nvSpPr>
          <p:spPr>
            <a:xfrm>
              <a:off x="6994478" y="2176476"/>
              <a:ext cx="410978" cy="362204"/>
            </a:xfrm>
            <a:custGeom>
              <a:avLst/>
              <a:gdLst>
                <a:gd name="connsiteX0" fmla="*/ 386511 w 410978"/>
                <a:gd name="connsiteY0" fmla="*/ 362204 h 362204"/>
                <a:gd name="connsiteX1" fmla="*/ 24587 w 410978"/>
                <a:gd name="connsiteY1" fmla="*/ 362204 h 362204"/>
                <a:gd name="connsiteX2" fmla="*/ 0 w 410978"/>
                <a:gd name="connsiteY2" fmla="*/ 336849 h 362204"/>
                <a:gd name="connsiteX3" fmla="*/ 0 w 410978"/>
                <a:gd name="connsiteY3" fmla="*/ 25356 h 362204"/>
                <a:gd name="connsiteX4" fmla="*/ 24587 w 410978"/>
                <a:gd name="connsiteY4" fmla="*/ 0 h 362204"/>
                <a:gd name="connsiteX5" fmla="*/ 386019 w 410978"/>
                <a:gd name="connsiteY5" fmla="*/ 0 h 362204"/>
                <a:gd name="connsiteX6" fmla="*/ 410606 w 410978"/>
                <a:gd name="connsiteY6" fmla="*/ 25356 h 362204"/>
                <a:gd name="connsiteX7" fmla="*/ 410606 w 410978"/>
                <a:gd name="connsiteY7" fmla="*/ 129947 h 362204"/>
                <a:gd name="connsiteX8" fmla="*/ 396592 w 410978"/>
                <a:gd name="connsiteY8" fmla="*/ 129947 h 362204"/>
                <a:gd name="connsiteX9" fmla="*/ 396592 w 410978"/>
                <a:gd name="connsiteY9" fmla="*/ 25356 h 362204"/>
                <a:gd name="connsiteX10" fmla="*/ 386511 w 410978"/>
                <a:gd name="connsiteY10" fmla="*/ 14960 h 362204"/>
                <a:gd name="connsiteX11" fmla="*/ 24587 w 410978"/>
                <a:gd name="connsiteY11" fmla="*/ 14960 h 362204"/>
                <a:gd name="connsiteX12" fmla="*/ 14384 w 410978"/>
                <a:gd name="connsiteY12" fmla="*/ 25356 h 362204"/>
                <a:gd name="connsiteX13" fmla="*/ 14384 w 410978"/>
                <a:gd name="connsiteY13" fmla="*/ 336468 h 362204"/>
                <a:gd name="connsiteX14" fmla="*/ 24587 w 410978"/>
                <a:gd name="connsiteY14" fmla="*/ 346864 h 362204"/>
                <a:gd name="connsiteX15" fmla="*/ 386019 w 410978"/>
                <a:gd name="connsiteY15" fmla="*/ 346864 h 362204"/>
                <a:gd name="connsiteX16" fmla="*/ 396100 w 410978"/>
                <a:gd name="connsiteY16" fmla="*/ 336468 h 362204"/>
                <a:gd name="connsiteX17" fmla="*/ 396100 w 410978"/>
                <a:gd name="connsiteY17" fmla="*/ 290448 h 362204"/>
                <a:gd name="connsiteX18" fmla="*/ 410975 w 410978"/>
                <a:gd name="connsiteY18" fmla="*/ 290448 h 362204"/>
                <a:gd name="connsiteX19" fmla="*/ 410975 w 410978"/>
                <a:gd name="connsiteY19" fmla="*/ 336468 h 362204"/>
                <a:gd name="connsiteX20" fmla="*/ 386759 w 410978"/>
                <a:gd name="connsiteY20" fmla="*/ 362202 h 362204"/>
                <a:gd name="connsiteX21" fmla="*/ 386511 w 410978"/>
                <a:gd name="connsiteY21" fmla="*/ 362204 h 36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10978" h="362204">
                  <a:moveTo>
                    <a:pt x="386511" y="362204"/>
                  </a:moveTo>
                  <a:lnTo>
                    <a:pt x="24587" y="362204"/>
                  </a:lnTo>
                  <a:cubicBezTo>
                    <a:pt x="11008" y="362204"/>
                    <a:pt x="0" y="350853"/>
                    <a:pt x="0" y="336849"/>
                  </a:cubicBezTo>
                  <a:lnTo>
                    <a:pt x="0" y="25356"/>
                  </a:lnTo>
                  <a:cubicBezTo>
                    <a:pt x="0" y="11352"/>
                    <a:pt x="11008" y="0"/>
                    <a:pt x="24587" y="0"/>
                  </a:cubicBezTo>
                  <a:lnTo>
                    <a:pt x="386019" y="0"/>
                  </a:lnTo>
                  <a:cubicBezTo>
                    <a:pt x="399599" y="0"/>
                    <a:pt x="410606" y="11352"/>
                    <a:pt x="410606" y="25356"/>
                  </a:cubicBezTo>
                  <a:lnTo>
                    <a:pt x="410606" y="129947"/>
                  </a:lnTo>
                  <a:lnTo>
                    <a:pt x="396592" y="129947"/>
                  </a:lnTo>
                  <a:lnTo>
                    <a:pt x="396592" y="25356"/>
                  </a:lnTo>
                  <a:cubicBezTo>
                    <a:pt x="396592" y="19614"/>
                    <a:pt x="392079" y="14960"/>
                    <a:pt x="386511" y="14960"/>
                  </a:cubicBezTo>
                  <a:lnTo>
                    <a:pt x="24587" y="14960"/>
                  </a:lnTo>
                  <a:cubicBezTo>
                    <a:pt x="19000" y="14959"/>
                    <a:pt x="14451" y="19594"/>
                    <a:pt x="14384" y="25356"/>
                  </a:cubicBezTo>
                  <a:lnTo>
                    <a:pt x="14384" y="336468"/>
                  </a:lnTo>
                  <a:cubicBezTo>
                    <a:pt x="14451" y="342230"/>
                    <a:pt x="19000" y="346864"/>
                    <a:pt x="24587" y="346864"/>
                  </a:cubicBezTo>
                  <a:lnTo>
                    <a:pt x="386019" y="346864"/>
                  </a:lnTo>
                  <a:cubicBezTo>
                    <a:pt x="391587" y="346864"/>
                    <a:pt x="396100" y="342210"/>
                    <a:pt x="396100" y="336468"/>
                  </a:cubicBezTo>
                  <a:lnTo>
                    <a:pt x="396100" y="290448"/>
                  </a:lnTo>
                  <a:lnTo>
                    <a:pt x="410975" y="290448"/>
                  </a:lnTo>
                  <a:lnTo>
                    <a:pt x="410975" y="336468"/>
                  </a:lnTo>
                  <a:cubicBezTo>
                    <a:pt x="411179" y="350470"/>
                    <a:pt x="400338" y="361991"/>
                    <a:pt x="386759" y="362202"/>
                  </a:cubicBezTo>
                  <a:cubicBezTo>
                    <a:pt x="386677" y="362203"/>
                    <a:pt x="386595" y="362204"/>
                    <a:pt x="386511" y="362204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FB1232A-E670-8B42-9299-5F8DB57AFBC1}"/>
                </a:ext>
              </a:extLst>
            </p:cNvPr>
            <p:cNvSpPr/>
            <p:nvPr/>
          </p:nvSpPr>
          <p:spPr>
            <a:xfrm>
              <a:off x="7001977" y="2241133"/>
              <a:ext cx="396591" cy="15340"/>
            </a:xfrm>
            <a:custGeom>
              <a:avLst/>
              <a:gdLst>
                <a:gd name="connsiteX0" fmla="*/ 0 w 396591"/>
                <a:gd name="connsiteY0" fmla="*/ 0 h 15340"/>
                <a:gd name="connsiteX1" fmla="*/ 396592 w 396591"/>
                <a:gd name="connsiteY1" fmla="*/ 0 h 15340"/>
                <a:gd name="connsiteX2" fmla="*/ 396592 w 396591"/>
                <a:gd name="connsiteY2" fmla="*/ 15340 h 15340"/>
                <a:gd name="connsiteX3" fmla="*/ 0 w 396591"/>
                <a:gd name="connsiteY3" fmla="*/ 15340 h 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591" h="15340">
                  <a:moveTo>
                    <a:pt x="0" y="0"/>
                  </a:moveTo>
                  <a:lnTo>
                    <a:pt x="396592" y="0"/>
                  </a:lnTo>
                  <a:lnTo>
                    <a:pt x="396592" y="15340"/>
                  </a:lnTo>
                  <a:lnTo>
                    <a:pt x="0" y="15340"/>
                  </a:ln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8E84889-AA9B-0D45-AD6E-C56231437DFD}"/>
                </a:ext>
              </a:extLst>
            </p:cNvPr>
            <p:cNvSpPr/>
            <p:nvPr/>
          </p:nvSpPr>
          <p:spPr>
            <a:xfrm>
              <a:off x="7065768" y="2137407"/>
              <a:ext cx="15000" cy="81286"/>
            </a:xfrm>
            <a:custGeom>
              <a:avLst/>
              <a:gdLst>
                <a:gd name="connsiteX0" fmla="*/ 7881 w 15000"/>
                <a:gd name="connsiteY0" fmla="*/ 81287 h 81286"/>
                <a:gd name="connsiteX1" fmla="*/ 382 w 15000"/>
                <a:gd name="connsiteY1" fmla="*/ 73553 h 81286"/>
                <a:gd name="connsiteX2" fmla="*/ 382 w 15000"/>
                <a:gd name="connsiteY2" fmla="*/ 10164 h 81286"/>
                <a:gd name="connsiteX3" fmla="*/ 5146 w 15000"/>
                <a:gd name="connsiteY3" fmla="*/ 393 h 81286"/>
                <a:gd name="connsiteX4" fmla="*/ 14621 w 15000"/>
                <a:gd name="connsiteY4" fmla="*/ 5307 h 81286"/>
                <a:gd name="connsiteX5" fmla="*/ 14765 w 15000"/>
                <a:gd name="connsiteY5" fmla="*/ 9657 h 81286"/>
                <a:gd name="connsiteX6" fmla="*/ 14765 w 15000"/>
                <a:gd name="connsiteY6" fmla="*/ 73046 h 81286"/>
                <a:gd name="connsiteX7" fmla="*/ 8045 w 15000"/>
                <a:gd name="connsiteY7" fmla="*/ 81274 h 81286"/>
                <a:gd name="connsiteX8" fmla="*/ 7881 w 15000"/>
                <a:gd name="connsiteY8" fmla="*/ 81287 h 8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00" h="81286">
                  <a:moveTo>
                    <a:pt x="7881" y="81287"/>
                  </a:moveTo>
                  <a:cubicBezTo>
                    <a:pt x="3739" y="81287"/>
                    <a:pt x="382" y="77824"/>
                    <a:pt x="382" y="73553"/>
                  </a:cubicBezTo>
                  <a:lnTo>
                    <a:pt x="382" y="10164"/>
                  </a:lnTo>
                  <a:cubicBezTo>
                    <a:pt x="-919" y="6109"/>
                    <a:pt x="1214" y="1735"/>
                    <a:pt x="5146" y="393"/>
                  </a:cubicBezTo>
                  <a:cubicBezTo>
                    <a:pt x="9078" y="-948"/>
                    <a:pt x="13320" y="1252"/>
                    <a:pt x="14621" y="5307"/>
                  </a:cubicBezTo>
                  <a:cubicBezTo>
                    <a:pt x="15072" y="6713"/>
                    <a:pt x="15122" y="8223"/>
                    <a:pt x="14765" y="9657"/>
                  </a:cubicBezTo>
                  <a:lnTo>
                    <a:pt x="14765" y="73046"/>
                  </a:lnTo>
                  <a:cubicBezTo>
                    <a:pt x="15113" y="77232"/>
                    <a:pt x="12104" y="80916"/>
                    <a:pt x="8045" y="81274"/>
                  </a:cubicBezTo>
                  <a:cubicBezTo>
                    <a:pt x="7990" y="81279"/>
                    <a:pt x="7935" y="81283"/>
                    <a:pt x="7881" y="8128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05437660-B131-124C-BBA0-38A23E8C51D9}"/>
                </a:ext>
              </a:extLst>
            </p:cNvPr>
            <p:cNvSpPr/>
            <p:nvPr/>
          </p:nvSpPr>
          <p:spPr>
            <a:xfrm>
              <a:off x="7129645" y="2138849"/>
              <a:ext cx="14999" cy="79849"/>
            </a:xfrm>
            <a:custGeom>
              <a:avLst/>
              <a:gdLst>
                <a:gd name="connsiteX0" fmla="*/ 7315 w 14999"/>
                <a:gd name="connsiteY0" fmla="*/ 79845 h 79849"/>
                <a:gd name="connsiteX1" fmla="*/ 62 w 14999"/>
                <a:gd name="connsiteY1" fmla="*/ 72111 h 79849"/>
                <a:gd name="connsiteX2" fmla="*/ 62 w 14999"/>
                <a:gd name="connsiteY2" fmla="*/ 8722 h 79849"/>
                <a:gd name="connsiteX3" fmla="*/ 6542 w 14999"/>
                <a:gd name="connsiteY3" fmla="*/ 64 h 79849"/>
                <a:gd name="connsiteX4" fmla="*/ 14937 w 14999"/>
                <a:gd name="connsiteY4" fmla="*/ 6746 h 79849"/>
                <a:gd name="connsiteX5" fmla="*/ 14937 w 14999"/>
                <a:gd name="connsiteY5" fmla="*/ 8722 h 79849"/>
                <a:gd name="connsiteX6" fmla="*/ 14937 w 14999"/>
                <a:gd name="connsiteY6" fmla="*/ 72111 h 79849"/>
                <a:gd name="connsiteX7" fmla="*/ 7689 w 14999"/>
                <a:gd name="connsiteY7" fmla="*/ 79848 h 79849"/>
                <a:gd name="connsiteX8" fmla="*/ 7315 w 14999"/>
                <a:gd name="connsiteY8" fmla="*/ 79845 h 7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79849">
                  <a:moveTo>
                    <a:pt x="7315" y="79845"/>
                  </a:moveTo>
                  <a:cubicBezTo>
                    <a:pt x="3270" y="79708"/>
                    <a:pt x="60" y="76285"/>
                    <a:pt x="62" y="72111"/>
                  </a:cubicBezTo>
                  <a:lnTo>
                    <a:pt x="62" y="8722"/>
                  </a:lnTo>
                  <a:cubicBezTo>
                    <a:pt x="-466" y="4486"/>
                    <a:pt x="2434" y="610"/>
                    <a:pt x="6542" y="64"/>
                  </a:cubicBezTo>
                  <a:cubicBezTo>
                    <a:pt x="10649" y="-481"/>
                    <a:pt x="14409" y="2510"/>
                    <a:pt x="14937" y="6746"/>
                  </a:cubicBezTo>
                  <a:cubicBezTo>
                    <a:pt x="15020" y="7402"/>
                    <a:pt x="15020" y="8066"/>
                    <a:pt x="14937" y="8722"/>
                  </a:cubicBezTo>
                  <a:lnTo>
                    <a:pt x="14937" y="72111"/>
                  </a:lnTo>
                  <a:cubicBezTo>
                    <a:pt x="15008" y="76312"/>
                    <a:pt x="11762" y="79776"/>
                    <a:pt x="7689" y="79848"/>
                  </a:cubicBezTo>
                  <a:cubicBezTo>
                    <a:pt x="7565" y="79850"/>
                    <a:pt x="7440" y="79849"/>
                    <a:pt x="7315" y="7984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34EE01E-4BB7-E849-9014-500FEC3E2F3E}"/>
                </a:ext>
              </a:extLst>
            </p:cNvPr>
            <p:cNvSpPr/>
            <p:nvPr/>
          </p:nvSpPr>
          <p:spPr>
            <a:xfrm>
              <a:off x="7192711" y="2138849"/>
              <a:ext cx="14999" cy="79844"/>
            </a:xfrm>
            <a:custGeom>
              <a:avLst/>
              <a:gdLst>
                <a:gd name="connsiteX0" fmla="*/ 7561 w 14999"/>
                <a:gd name="connsiteY0" fmla="*/ 79845 h 79844"/>
                <a:gd name="connsiteX1" fmla="*/ 62 w 14999"/>
                <a:gd name="connsiteY1" fmla="*/ 72111 h 79844"/>
                <a:gd name="connsiteX2" fmla="*/ 62 w 14999"/>
                <a:gd name="connsiteY2" fmla="*/ 8722 h 79844"/>
                <a:gd name="connsiteX3" fmla="*/ 6542 w 14999"/>
                <a:gd name="connsiteY3" fmla="*/ 64 h 79844"/>
                <a:gd name="connsiteX4" fmla="*/ 14937 w 14999"/>
                <a:gd name="connsiteY4" fmla="*/ 6746 h 79844"/>
                <a:gd name="connsiteX5" fmla="*/ 14937 w 14999"/>
                <a:gd name="connsiteY5" fmla="*/ 8722 h 79844"/>
                <a:gd name="connsiteX6" fmla="*/ 14937 w 14999"/>
                <a:gd name="connsiteY6" fmla="*/ 72111 h 79844"/>
                <a:gd name="connsiteX7" fmla="*/ 7685 w 14999"/>
                <a:gd name="connsiteY7" fmla="*/ 79844 h 79844"/>
                <a:gd name="connsiteX8" fmla="*/ 7561 w 14999"/>
                <a:gd name="connsiteY8" fmla="*/ 79845 h 7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79844">
                  <a:moveTo>
                    <a:pt x="7561" y="79845"/>
                  </a:moveTo>
                  <a:cubicBezTo>
                    <a:pt x="3420" y="79845"/>
                    <a:pt x="62" y="76382"/>
                    <a:pt x="62" y="72111"/>
                  </a:cubicBezTo>
                  <a:lnTo>
                    <a:pt x="62" y="8722"/>
                  </a:lnTo>
                  <a:cubicBezTo>
                    <a:pt x="-466" y="4486"/>
                    <a:pt x="2434" y="610"/>
                    <a:pt x="6542" y="64"/>
                  </a:cubicBezTo>
                  <a:cubicBezTo>
                    <a:pt x="10649" y="-481"/>
                    <a:pt x="14409" y="2510"/>
                    <a:pt x="14937" y="6746"/>
                  </a:cubicBezTo>
                  <a:cubicBezTo>
                    <a:pt x="15020" y="7402"/>
                    <a:pt x="15020" y="8066"/>
                    <a:pt x="14937" y="8722"/>
                  </a:cubicBezTo>
                  <a:lnTo>
                    <a:pt x="14937" y="72111"/>
                  </a:lnTo>
                  <a:cubicBezTo>
                    <a:pt x="15005" y="76312"/>
                    <a:pt x="11758" y="79774"/>
                    <a:pt x="7685" y="79844"/>
                  </a:cubicBezTo>
                  <a:cubicBezTo>
                    <a:pt x="7644" y="79844"/>
                    <a:pt x="7603" y="79845"/>
                    <a:pt x="7561" y="7984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0968520E-13E5-3344-BA9C-F3F79DBE5F2D}"/>
                </a:ext>
              </a:extLst>
            </p:cNvPr>
            <p:cNvSpPr/>
            <p:nvPr/>
          </p:nvSpPr>
          <p:spPr>
            <a:xfrm>
              <a:off x="7256023" y="2138849"/>
              <a:ext cx="14999" cy="79844"/>
            </a:xfrm>
            <a:custGeom>
              <a:avLst/>
              <a:gdLst>
                <a:gd name="connsiteX0" fmla="*/ 7561 w 14999"/>
                <a:gd name="connsiteY0" fmla="*/ 79845 h 79844"/>
                <a:gd name="connsiteX1" fmla="*/ 62 w 14999"/>
                <a:gd name="connsiteY1" fmla="*/ 72111 h 79844"/>
                <a:gd name="connsiteX2" fmla="*/ 62 w 14999"/>
                <a:gd name="connsiteY2" fmla="*/ 8722 h 79844"/>
                <a:gd name="connsiteX3" fmla="*/ 6542 w 14999"/>
                <a:gd name="connsiteY3" fmla="*/ 64 h 79844"/>
                <a:gd name="connsiteX4" fmla="*/ 14937 w 14999"/>
                <a:gd name="connsiteY4" fmla="*/ 6746 h 79844"/>
                <a:gd name="connsiteX5" fmla="*/ 14937 w 14999"/>
                <a:gd name="connsiteY5" fmla="*/ 8722 h 79844"/>
                <a:gd name="connsiteX6" fmla="*/ 14937 w 14999"/>
                <a:gd name="connsiteY6" fmla="*/ 72111 h 79844"/>
                <a:gd name="connsiteX7" fmla="*/ 7685 w 14999"/>
                <a:gd name="connsiteY7" fmla="*/ 79844 h 79844"/>
                <a:gd name="connsiteX8" fmla="*/ 7561 w 14999"/>
                <a:gd name="connsiteY8" fmla="*/ 79845 h 7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79844">
                  <a:moveTo>
                    <a:pt x="7561" y="79845"/>
                  </a:moveTo>
                  <a:cubicBezTo>
                    <a:pt x="3420" y="79845"/>
                    <a:pt x="62" y="76382"/>
                    <a:pt x="62" y="72111"/>
                  </a:cubicBezTo>
                  <a:lnTo>
                    <a:pt x="62" y="8722"/>
                  </a:lnTo>
                  <a:cubicBezTo>
                    <a:pt x="-466" y="4486"/>
                    <a:pt x="2434" y="610"/>
                    <a:pt x="6542" y="64"/>
                  </a:cubicBezTo>
                  <a:cubicBezTo>
                    <a:pt x="10649" y="-481"/>
                    <a:pt x="14409" y="2510"/>
                    <a:pt x="14937" y="6746"/>
                  </a:cubicBezTo>
                  <a:cubicBezTo>
                    <a:pt x="15020" y="7402"/>
                    <a:pt x="15020" y="8066"/>
                    <a:pt x="14937" y="8722"/>
                  </a:cubicBezTo>
                  <a:lnTo>
                    <a:pt x="14937" y="72111"/>
                  </a:lnTo>
                  <a:cubicBezTo>
                    <a:pt x="15005" y="76312"/>
                    <a:pt x="11758" y="79774"/>
                    <a:pt x="7685" y="79844"/>
                  </a:cubicBezTo>
                  <a:cubicBezTo>
                    <a:pt x="7644" y="79844"/>
                    <a:pt x="7603" y="79845"/>
                    <a:pt x="7561" y="7984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E1F44FF6-AA17-BD46-A6EF-6E9CF9E72933}"/>
                </a:ext>
              </a:extLst>
            </p:cNvPr>
            <p:cNvSpPr/>
            <p:nvPr/>
          </p:nvSpPr>
          <p:spPr>
            <a:xfrm>
              <a:off x="7318967" y="2138849"/>
              <a:ext cx="14999" cy="79844"/>
            </a:xfrm>
            <a:custGeom>
              <a:avLst/>
              <a:gdLst>
                <a:gd name="connsiteX0" fmla="*/ 7438 w 14999"/>
                <a:gd name="connsiteY0" fmla="*/ 79845 h 79844"/>
                <a:gd name="connsiteX1" fmla="*/ 61 w 14999"/>
                <a:gd name="connsiteY1" fmla="*/ 72239 h 79844"/>
                <a:gd name="connsiteX2" fmla="*/ 62 w 14999"/>
                <a:gd name="connsiteY2" fmla="*/ 72111 h 79844"/>
                <a:gd name="connsiteX3" fmla="*/ 62 w 14999"/>
                <a:gd name="connsiteY3" fmla="*/ 8722 h 79844"/>
                <a:gd name="connsiteX4" fmla="*/ 6542 w 14999"/>
                <a:gd name="connsiteY4" fmla="*/ 64 h 79844"/>
                <a:gd name="connsiteX5" fmla="*/ 14937 w 14999"/>
                <a:gd name="connsiteY5" fmla="*/ 6746 h 79844"/>
                <a:gd name="connsiteX6" fmla="*/ 14937 w 14999"/>
                <a:gd name="connsiteY6" fmla="*/ 8722 h 79844"/>
                <a:gd name="connsiteX7" fmla="*/ 14937 w 14999"/>
                <a:gd name="connsiteY7" fmla="*/ 72111 h 79844"/>
                <a:gd name="connsiteX8" fmla="*/ 7438 w 14999"/>
                <a:gd name="connsiteY8" fmla="*/ 79845 h 7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79844">
                  <a:moveTo>
                    <a:pt x="7438" y="79845"/>
                  </a:moveTo>
                  <a:cubicBezTo>
                    <a:pt x="3364" y="79845"/>
                    <a:pt x="62" y="76440"/>
                    <a:pt x="61" y="72239"/>
                  </a:cubicBezTo>
                  <a:cubicBezTo>
                    <a:pt x="61" y="72197"/>
                    <a:pt x="61" y="72154"/>
                    <a:pt x="62" y="72111"/>
                  </a:cubicBezTo>
                  <a:lnTo>
                    <a:pt x="62" y="8722"/>
                  </a:lnTo>
                  <a:cubicBezTo>
                    <a:pt x="-466" y="4486"/>
                    <a:pt x="2434" y="610"/>
                    <a:pt x="6542" y="64"/>
                  </a:cubicBezTo>
                  <a:cubicBezTo>
                    <a:pt x="10649" y="-481"/>
                    <a:pt x="14409" y="2510"/>
                    <a:pt x="14937" y="6746"/>
                  </a:cubicBezTo>
                  <a:cubicBezTo>
                    <a:pt x="15020" y="7402"/>
                    <a:pt x="15020" y="8066"/>
                    <a:pt x="14937" y="8722"/>
                  </a:cubicBezTo>
                  <a:lnTo>
                    <a:pt x="14937" y="72111"/>
                  </a:lnTo>
                  <a:cubicBezTo>
                    <a:pt x="14937" y="76382"/>
                    <a:pt x="11580" y="79845"/>
                    <a:pt x="7438" y="7984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EB492214-CCE4-124B-BEFE-1B41A1C8F9E6}"/>
                </a:ext>
              </a:extLst>
            </p:cNvPr>
            <p:cNvSpPr/>
            <p:nvPr/>
          </p:nvSpPr>
          <p:spPr>
            <a:xfrm>
              <a:off x="7096146" y="2281448"/>
              <a:ext cx="208007" cy="214508"/>
            </a:xfrm>
            <a:custGeom>
              <a:avLst/>
              <a:gdLst>
                <a:gd name="connsiteX0" fmla="*/ 104127 w 208007"/>
                <a:gd name="connsiteY0" fmla="*/ 214508 h 214508"/>
                <a:gd name="connsiteX1" fmla="*/ 0 w 208007"/>
                <a:gd name="connsiteY1" fmla="*/ 107381 h 214508"/>
                <a:gd name="connsiteX2" fmla="*/ 103881 w 208007"/>
                <a:gd name="connsiteY2" fmla="*/ 0 h 214508"/>
                <a:gd name="connsiteX3" fmla="*/ 208008 w 208007"/>
                <a:gd name="connsiteY3" fmla="*/ 107127 h 214508"/>
                <a:gd name="connsiteX4" fmla="*/ 208008 w 208007"/>
                <a:gd name="connsiteY4" fmla="*/ 107381 h 214508"/>
                <a:gd name="connsiteX5" fmla="*/ 104127 w 208007"/>
                <a:gd name="connsiteY5" fmla="*/ 214508 h 214508"/>
                <a:gd name="connsiteX6" fmla="*/ 104127 w 208007"/>
                <a:gd name="connsiteY6" fmla="*/ 15467 h 214508"/>
                <a:gd name="connsiteX7" fmla="*/ 15121 w 208007"/>
                <a:gd name="connsiteY7" fmla="*/ 107508 h 214508"/>
                <a:gd name="connsiteX8" fmla="*/ 104373 w 208007"/>
                <a:gd name="connsiteY8" fmla="*/ 199295 h 214508"/>
                <a:gd name="connsiteX9" fmla="*/ 193378 w 208007"/>
                <a:gd name="connsiteY9" fmla="*/ 107381 h 214508"/>
                <a:gd name="connsiteX10" fmla="*/ 104127 w 208007"/>
                <a:gd name="connsiteY10" fmla="*/ 15467 h 21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8007" h="214508">
                  <a:moveTo>
                    <a:pt x="104127" y="214508"/>
                  </a:moveTo>
                  <a:cubicBezTo>
                    <a:pt x="46687" y="214578"/>
                    <a:pt x="68" y="166615"/>
                    <a:pt x="0" y="107381"/>
                  </a:cubicBezTo>
                  <a:cubicBezTo>
                    <a:pt x="-68" y="48146"/>
                    <a:pt x="46442" y="70"/>
                    <a:pt x="103881" y="0"/>
                  </a:cubicBezTo>
                  <a:cubicBezTo>
                    <a:pt x="161320" y="-70"/>
                    <a:pt x="207940" y="47893"/>
                    <a:pt x="208008" y="107127"/>
                  </a:cubicBezTo>
                  <a:cubicBezTo>
                    <a:pt x="208008" y="107212"/>
                    <a:pt x="208008" y="107296"/>
                    <a:pt x="208008" y="107381"/>
                  </a:cubicBezTo>
                  <a:cubicBezTo>
                    <a:pt x="207940" y="166516"/>
                    <a:pt x="161470" y="214438"/>
                    <a:pt x="104127" y="214508"/>
                  </a:cubicBezTo>
                  <a:close/>
                  <a:moveTo>
                    <a:pt x="104127" y="15467"/>
                  </a:moveTo>
                  <a:cubicBezTo>
                    <a:pt x="54902" y="15537"/>
                    <a:pt x="15053" y="56745"/>
                    <a:pt x="15121" y="107508"/>
                  </a:cubicBezTo>
                  <a:cubicBezTo>
                    <a:pt x="15189" y="158271"/>
                    <a:pt x="55148" y="199365"/>
                    <a:pt x="104373" y="199295"/>
                  </a:cubicBezTo>
                  <a:cubicBezTo>
                    <a:pt x="153550" y="199225"/>
                    <a:pt x="193378" y="158095"/>
                    <a:pt x="193378" y="107381"/>
                  </a:cubicBezTo>
                  <a:cubicBezTo>
                    <a:pt x="193311" y="56597"/>
                    <a:pt x="153371" y="15467"/>
                    <a:pt x="104127" y="1546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7D9BDAB0-A87B-1F4A-8612-4D71A4F5871D}"/>
                </a:ext>
              </a:extLst>
            </p:cNvPr>
            <p:cNvSpPr/>
            <p:nvPr/>
          </p:nvSpPr>
          <p:spPr>
            <a:xfrm>
              <a:off x="7056929" y="2241006"/>
              <a:ext cx="286440" cy="295392"/>
            </a:xfrm>
            <a:custGeom>
              <a:avLst/>
              <a:gdLst>
                <a:gd name="connsiteX0" fmla="*/ 143343 w 286440"/>
                <a:gd name="connsiteY0" fmla="*/ 295392 h 295392"/>
                <a:gd name="connsiteX1" fmla="*/ 0 w 286440"/>
                <a:gd name="connsiteY1" fmla="*/ 147823 h 295392"/>
                <a:gd name="connsiteX2" fmla="*/ 143098 w 286440"/>
                <a:gd name="connsiteY2" fmla="*/ 0 h 295392"/>
                <a:gd name="connsiteX3" fmla="*/ 286441 w 286440"/>
                <a:gd name="connsiteY3" fmla="*/ 147569 h 295392"/>
                <a:gd name="connsiteX4" fmla="*/ 286441 w 286440"/>
                <a:gd name="connsiteY4" fmla="*/ 147823 h 295392"/>
                <a:gd name="connsiteX5" fmla="*/ 143343 w 286440"/>
                <a:gd name="connsiteY5" fmla="*/ 295392 h 295392"/>
                <a:gd name="connsiteX6" fmla="*/ 143343 w 286440"/>
                <a:gd name="connsiteY6" fmla="*/ 15467 h 295392"/>
                <a:gd name="connsiteX7" fmla="*/ 14875 w 286440"/>
                <a:gd name="connsiteY7" fmla="*/ 147696 h 295392"/>
                <a:gd name="connsiteX8" fmla="*/ 143098 w 286440"/>
                <a:gd name="connsiteY8" fmla="*/ 280179 h 295392"/>
                <a:gd name="connsiteX9" fmla="*/ 271566 w 286440"/>
                <a:gd name="connsiteY9" fmla="*/ 147950 h 295392"/>
                <a:gd name="connsiteX10" fmla="*/ 271566 w 286440"/>
                <a:gd name="connsiteY10" fmla="*/ 147823 h 295392"/>
                <a:gd name="connsiteX11" fmla="*/ 143343 w 286440"/>
                <a:gd name="connsiteY11" fmla="*/ 15467 h 295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6440" h="295392">
                  <a:moveTo>
                    <a:pt x="143343" y="295392"/>
                  </a:moveTo>
                  <a:cubicBezTo>
                    <a:pt x="64245" y="295462"/>
                    <a:pt x="68" y="229393"/>
                    <a:pt x="0" y="147823"/>
                  </a:cubicBezTo>
                  <a:cubicBezTo>
                    <a:pt x="-68" y="66253"/>
                    <a:pt x="63999" y="70"/>
                    <a:pt x="143098" y="0"/>
                  </a:cubicBezTo>
                  <a:cubicBezTo>
                    <a:pt x="222196" y="-70"/>
                    <a:pt x="286373" y="65999"/>
                    <a:pt x="286441" y="147569"/>
                  </a:cubicBezTo>
                  <a:cubicBezTo>
                    <a:pt x="286441" y="147654"/>
                    <a:pt x="286441" y="147738"/>
                    <a:pt x="286441" y="147823"/>
                  </a:cubicBezTo>
                  <a:cubicBezTo>
                    <a:pt x="286373" y="229294"/>
                    <a:pt x="222346" y="295323"/>
                    <a:pt x="143343" y="295392"/>
                  </a:cubicBezTo>
                  <a:close/>
                  <a:moveTo>
                    <a:pt x="143343" y="15467"/>
                  </a:moveTo>
                  <a:cubicBezTo>
                    <a:pt x="72460" y="15397"/>
                    <a:pt x="14943" y="74597"/>
                    <a:pt x="14875" y="147696"/>
                  </a:cubicBezTo>
                  <a:cubicBezTo>
                    <a:pt x="14807" y="220794"/>
                    <a:pt x="72215" y="280109"/>
                    <a:pt x="143098" y="280179"/>
                  </a:cubicBezTo>
                  <a:cubicBezTo>
                    <a:pt x="213980" y="280249"/>
                    <a:pt x="271498" y="221047"/>
                    <a:pt x="271566" y="147950"/>
                  </a:cubicBezTo>
                  <a:cubicBezTo>
                    <a:pt x="271566" y="147908"/>
                    <a:pt x="271566" y="147865"/>
                    <a:pt x="271566" y="147823"/>
                  </a:cubicBezTo>
                  <a:cubicBezTo>
                    <a:pt x="271498" y="74803"/>
                    <a:pt x="214151" y="15607"/>
                    <a:pt x="143343" y="1546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1" name="Graphic 37">
            <a:extLst>
              <a:ext uri="{FF2B5EF4-FFF2-40B4-BE49-F238E27FC236}">
                <a16:creationId xmlns:a16="http://schemas.microsoft.com/office/drawing/2014/main" id="{E578CE05-0DF4-0A44-B9B7-BEF32C7DCCB6}"/>
              </a:ext>
            </a:extLst>
          </p:cNvPr>
          <p:cNvGrpSpPr>
            <a:grpSpLocks noChangeAspect="1"/>
          </p:cNvGrpSpPr>
          <p:nvPr/>
        </p:nvGrpSpPr>
        <p:grpSpPr>
          <a:xfrm>
            <a:off x="4540089" y="2481237"/>
            <a:ext cx="451455" cy="451962"/>
            <a:chOff x="6969122" y="2113974"/>
            <a:chExt cx="451455" cy="451962"/>
          </a:xfrm>
          <a:solidFill>
            <a:srgbClr val="FFFFFF"/>
          </a:solidFill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E5291EF4-5A2F-D34C-8D72-7F752254F300}"/>
                </a:ext>
              </a:extLst>
            </p:cNvPr>
            <p:cNvSpPr/>
            <p:nvPr/>
          </p:nvSpPr>
          <p:spPr>
            <a:xfrm>
              <a:off x="7010535" y="2305818"/>
              <a:ext cx="162542" cy="235573"/>
            </a:xfrm>
            <a:custGeom>
              <a:avLst/>
              <a:gdLst>
                <a:gd name="connsiteX0" fmla="*/ 116805 w 162542"/>
                <a:gd name="connsiteY0" fmla="*/ 235524 h 235573"/>
                <a:gd name="connsiteX1" fmla="*/ 109959 w 162542"/>
                <a:gd name="connsiteY1" fmla="*/ 231340 h 235573"/>
                <a:gd name="connsiteX2" fmla="*/ 112993 w 162542"/>
                <a:gd name="connsiteY2" fmla="*/ 221207 h 235573"/>
                <a:gd name="connsiteX3" fmla="*/ 113255 w 162542"/>
                <a:gd name="connsiteY3" fmla="*/ 221071 h 235573"/>
                <a:gd name="connsiteX4" fmla="*/ 132779 w 162542"/>
                <a:gd name="connsiteY4" fmla="*/ 211056 h 235573"/>
                <a:gd name="connsiteX5" fmla="*/ 55445 w 162542"/>
                <a:gd name="connsiteY5" fmla="*/ 164909 h 235573"/>
                <a:gd name="connsiteX6" fmla="*/ 54684 w 162542"/>
                <a:gd name="connsiteY6" fmla="*/ 164148 h 235573"/>
                <a:gd name="connsiteX7" fmla="*/ 53670 w 162542"/>
                <a:gd name="connsiteY7" fmla="*/ 163134 h 235573"/>
                <a:gd name="connsiteX8" fmla="*/ 2071 w 162542"/>
                <a:gd name="connsiteY8" fmla="*/ 6563 h 235573"/>
                <a:gd name="connsiteX9" fmla="*/ 10412 w 162542"/>
                <a:gd name="connsiteY9" fmla="*/ 57 h 235573"/>
                <a:gd name="connsiteX10" fmla="*/ 10692 w 162542"/>
                <a:gd name="connsiteY10" fmla="*/ 98 h 235573"/>
                <a:gd name="connsiteX11" fmla="*/ 17285 w 162542"/>
                <a:gd name="connsiteY11" fmla="*/ 8845 h 235573"/>
                <a:gd name="connsiteX12" fmla="*/ 64573 w 162542"/>
                <a:gd name="connsiteY12" fmla="*/ 152485 h 235573"/>
                <a:gd name="connsiteX13" fmla="*/ 65460 w 162542"/>
                <a:gd name="connsiteY13" fmla="*/ 153245 h 235573"/>
                <a:gd name="connsiteX14" fmla="*/ 66221 w 162542"/>
                <a:gd name="connsiteY14" fmla="*/ 154133 h 235573"/>
                <a:gd name="connsiteX15" fmla="*/ 156106 w 162542"/>
                <a:gd name="connsiteY15" fmla="*/ 201167 h 235573"/>
                <a:gd name="connsiteX16" fmla="*/ 162445 w 162542"/>
                <a:gd name="connsiteY16" fmla="*/ 207506 h 235573"/>
                <a:gd name="connsiteX17" fmla="*/ 158388 w 162542"/>
                <a:gd name="connsiteY17" fmla="*/ 215493 h 235573"/>
                <a:gd name="connsiteX18" fmla="*/ 120355 w 162542"/>
                <a:gd name="connsiteY18" fmla="*/ 235144 h 235573"/>
                <a:gd name="connsiteX19" fmla="*/ 116805 w 162542"/>
                <a:gd name="connsiteY19" fmla="*/ 235524 h 2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2542" h="235573">
                  <a:moveTo>
                    <a:pt x="116805" y="235524"/>
                  </a:moveTo>
                  <a:cubicBezTo>
                    <a:pt x="113913" y="235544"/>
                    <a:pt x="111260" y="233923"/>
                    <a:pt x="109959" y="231340"/>
                  </a:cubicBezTo>
                  <a:cubicBezTo>
                    <a:pt x="107998" y="227704"/>
                    <a:pt x="109357" y="223167"/>
                    <a:pt x="112993" y="221207"/>
                  </a:cubicBezTo>
                  <a:cubicBezTo>
                    <a:pt x="113079" y="221160"/>
                    <a:pt x="113167" y="221114"/>
                    <a:pt x="113255" y="221071"/>
                  </a:cubicBezTo>
                  <a:lnTo>
                    <a:pt x="132779" y="211056"/>
                  </a:lnTo>
                  <a:cubicBezTo>
                    <a:pt x="103528" y="202427"/>
                    <a:pt x="76928" y="186555"/>
                    <a:pt x="55445" y="164909"/>
                  </a:cubicBezTo>
                  <a:lnTo>
                    <a:pt x="54684" y="164148"/>
                  </a:lnTo>
                  <a:lnTo>
                    <a:pt x="53670" y="163134"/>
                  </a:lnTo>
                  <a:cubicBezTo>
                    <a:pt x="12508" y="122145"/>
                    <a:pt x="-6656" y="63994"/>
                    <a:pt x="2071" y="6563"/>
                  </a:cubicBezTo>
                  <a:cubicBezTo>
                    <a:pt x="2578" y="2463"/>
                    <a:pt x="6313" y="-449"/>
                    <a:pt x="10412" y="57"/>
                  </a:cubicBezTo>
                  <a:cubicBezTo>
                    <a:pt x="10506" y="70"/>
                    <a:pt x="10599" y="82"/>
                    <a:pt x="10692" y="98"/>
                  </a:cubicBezTo>
                  <a:cubicBezTo>
                    <a:pt x="14894" y="751"/>
                    <a:pt x="17815" y="4626"/>
                    <a:pt x="17285" y="8845"/>
                  </a:cubicBezTo>
                  <a:cubicBezTo>
                    <a:pt x="9197" y="61530"/>
                    <a:pt x="26770" y="114908"/>
                    <a:pt x="64573" y="152485"/>
                  </a:cubicBezTo>
                  <a:lnTo>
                    <a:pt x="65460" y="153245"/>
                  </a:lnTo>
                  <a:lnTo>
                    <a:pt x="66221" y="154133"/>
                  </a:lnTo>
                  <a:cubicBezTo>
                    <a:pt x="90594" y="178734"/>
                    <a:pt x="121999" y="195167"/>
                    <a:pt x="156106" y="201167"/>
                  </a:cubicBezTo>
                  <a:cubicBezTo>
                    <a:pt x="159353" y="201715"/>
                    <a:pt x="161897" y="204259"/>
                    <a:pt x="162445" y="207506"/>
                  </a:cubicBezTo>
                  <a:cubicBezTo>
                    <a:pt x="162970" y="210767"/>
                    <a:pt x="161331" y="213993"/>
                    <a:pt x="158388" y="215493"/>
                  </a:cubicBezTo>
                  <a:lnTo>
                    <a:pt x="120355" y="235144"/>
                  </a:lnTo>
                  <a:cubicBezTo>
                    <a:pt x="119213" y="235524"/>
                    <a:pt x="118002" y="235655"/>
                    <a:pt x="116805" y="23552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79AC2414-EFD3-6147-9151-4E61A1B68D3A}"/>
                </a:ext>
              </a:extLst>
            </p:cNvPr>
            <p:cNvSpPr/>
            <p:nvPr/>
          </p:nvSpPr>
          <p:spPr>
            <a:xfrm>
              <a:off x="6969122" y="2113974"/>
              <a:ext cx="225410" cy="225411"/>
            </a:xfrm>
            <a:custGeom>
              <a:avLst/>
              <a:gdLst>
                <a:gd name="connsiteX0" fmla="*/ 136666 w 225410"/>
                <a:gd name="connsiteY0" fmla="*/ 225411 h 225411"/>
                <a:gd name="connsiteX1" fmla="*/ 88744 w 225410"/>
                <a:gd name="connsiteY1" fmla="*/ 225411 h 225411"/>
                <a:gd name="connsiteX2" fmla="*/ 81011 w 225410"/>
                <a:gd name="connsiteY2" fmla="*/ 217677 h 225411"/>
                <a:gd name="connsiteX3" fmla="*/ 81011 w 225410"/>
                <a:gd name="connsiteY3" fmla="*/ 195238 h 225411"/>
                <a:gd name="connsiteX4" fmla="*/ 76701 w 225410"/>
                <a:gd name="connsiteY4" fmla="*/ 193463 h 225411"/>
                <a:gd name="connsiteX5" fmla="*/ 60853 w 225410"/>
                <a:gd name="connsiteY5" fmla="*/ 209310 h 225411"/>
                <a:gd name="connsiteX6" fmla="*/ 49950 w 225410"/>
                <a:gd name="connsiteY6" fmla="*/ 209310 h 225411"/>
                <a:gd name="connsiteX7" fmla="*/ 16101 w 225410"/>
                <a:gd name="connsiteY7" fmla="*/ 175460 h 225411"/>
                <a:gd name="connsiteX8" fmla="*/ 15954 w 225410"/>
                <a:gd name="connsiteY8" fmla="*/ 164705 h 225411"/>
                <a:gd name="connsiteX9" fmla="*/ 16101 w 225410"/>
                <a:gd name="connsiteY9" fmla="*/ 164558 h 225411"/>
                <a:gd name="connsiteX10" fmla="*/ 31948 w 225410"/>
                <a:gd name="connsiteY10" fmla="*/ 148710 h 225411"/>
                <a:gd name="connsiteX11" fmla="*/ 30173 w 225410"/>
                <a:gd name="connsiteY11" fmla="*/ 144273 h 225411"/>
                <a:gd name="connsiteX12" fmla="*/ 7733 w 225410"/>
                <a:gd name="connsiteY12" fmla="*/ 144273 h 225411"/>
                <a:gd name="connsiteX13" fmla="*/ 1 w 225410"/>
                <a:gd name="connsiteY13" fmla="*/ 136794 h 225411"/>
                <a:gd name="connsiteX14" fmla="*/ 0 w 225410"/>
                <a:gd name="connsiteY14" fmla="*/ 136666 h 225411"/>
                <a:gd name="connsiteX15" fmla="*/ 0 w 225410"/>
                <a:gd name="connsiteY15" fmla="*/ 88744 h 225411"/>
                <a:gd name="connsiteX16" fmla="*/ 7733 w 225410"/>
                <a:gd name="connsiteY16" fmla="*/ 81011 h 225411"/>
                <a:gd name="connsiteX17" fmla="*/ 30173 w 225410"/>
                <a:gd name="connsiteY17" fmla="*/ 81011 h 225411"/>
                <a:gd name="connsiteX18" fmla="*/ 31948 w 225410"/>
                <a:gd name="connsiteY18" fmla="*/ 76701 h 225411"/>
                <a:gd name="connsiteX19" fmla="*/ 16101 w 225410"/>
                <a:gd name="connsiteY19" fmla="*/ 60853 h 225411"/>
                <a:gd name="connsiteX20" fmla="*/ 13819 w 225410"/>
                <a:gd name="connsiteY20" fmla="*/ 55402 h 225411"/>
                <a:gd name="connsiteX21" fmla="*/ 16101 w 225410"/>
                <a:gd name="connsiteY21" fmla="*/ 49950 h 225411"/>
                <a:gd name="connsiteX22" fmla="*/ 49950 w 225410"/>
                <a:gd name="connsiteY22" fmla="*/ 16101 h 225411"/>
                <a:gd name="connsiteX23" fmla="*/ 60853 w 225410"/>
                <a:gd name="connsiteY23" fmla="*/ 16101 h 225411"/>
                <a:gd name="connsiteX24" fmla="*/ 76701 w 225410"/>
                <a:gd name="connsiteY24" fmla="*/ 31948 h 225411"/>
                <a:gd name="connsiteX25" fmla="*/ 81011 w 225410"/>
                <a:gd name="connsiteY25" fmla="*/ 30173 h 225411"/>
                <a:gd name="connsiteX26" fmla="*/ 81011 w 225410"/>
                <a:gd name="connsiteY26" fmla="*/ 7733 h 225411"/>
                <a:gd name="connsiteX27" fmla="*/ 88744 w 225410"/>
                <a:gd name="connsiteY27" fmla="*/ 0 h 225411"/>
                <a:gd name="connsiteX28" fmla="*/ 136666 w 225410"/>
                <a:gd name="connsiteY28" fmla="*/ 0 h 225411"/>
                <a:gd name="connsiteX29" fmla="*/ 144274 w 225410"/>
                <a:gd name="connsiteY29" fmla="*/ 7606 h 225411"/>
                <a:gd name="connsiteX30" fmla="*/ 144273 w 225410"/>
                <a:gd name="connsiteY30" fmla="*/ 7733 h 225411"/>
                <a:gd name="connsiteX31" fmla="*/ 144273 w 225410"/>
                <a:gd name="connsiteY31" fmla="*/ 30173 h 225411"/>
                <a:gd name="connsiteX32" fmla="*/ 148710 w 225410"/>
                <a:gd name="connsiteY32" fmla="*/ 31948 h 225411"/>
                <a:gd name="connsiteX33" fmla="*/ 164811 w 225410"/>
                <a:gd name="connsiteY33" fmla="*/ 16101 h 225411"/>
                <a:gd name="connsiteX34" fmla="*/ 175714 w 225410"/>
                <a:gd name="connsiteY34" fmla="*/ 16101 h 225411"/>
                <a:gd name="connsiteX35" fmla="*/ 209564 w 225410"/>
                <a:gd name="connsiteY35" fmla="*/ 49950 h 225411"/>
                <a:gd name="connsiteX36" fmla="*/ 211846 w 225410"/>
                <a:gd name="connsiteY36" fmla="*/ 55402 h 225411"/>
                <a:gd name="connsiteX37" fmla="*/ 209564 w 225410"/>
                <a:gd name="connsiteY37" fmla="*/ 60853 h 225411"/>
                <a:gd name="connsiteX38" fmla="*/ 193463 w 225410"/>
                <a:gd name="connsiteY38" fmla="*/ 76701 h 225411"/>
                <a:gd name="connsiteX39" fmla="*/ 195238 w 225410"/>
                <a:gd name="connsiteY39" fmla="*/ 81011 h 225411"/>
                <a:gd name="connsiteX40" fmla="*/ 217677 w 225410"/>
                <a:gd name="connsiteY40" fmla="*/ 81011 h 225411"/>
                <a:gd name="connsiteX41" fmla="*/ 225411 w 225410"/>
                <a:gd name="connsiteY41" fmla="*/ 88744 h 225411"/>
                <a:gd name="connsiteX42" fmla="*/ 225411 w 225410"/>
                <a:gd name="connsiteY42" fmla="*/ 136666 h 225411"/>
                <a:gd name="connsiteX43" fmla="*/ 217805 w 225410"/>
                <a:gd name="connsiteY43" fmla="*/ 144274 h 225411"/>
                <a:gd name="connsiteX44" fmla="*/ 217677 w 225410"/>
                <a:gd name="connsiteY44" fmla="*/ 144273 h 225411"/>
                <a:gd name="connsiteX45" fmla="*/ 195238 w 225410"/>
                <a:gd name="connsiteY45" fmla="*/ 144273 h 225411"/>
                <a:gd name="connsiteX46" fmla="*/ 193463 w 225410"/>
                <a:gd name="connsiteY46" fmla="*/ 148710 h 225411"/>
                <a:gd name="connsiteX47" fmla="*/ 209310 w 225410"/>
                <a:gd name="connsiteY47" fmla="*/ 164811 h 225411"/>
                <a:gd name="connsiteX48" fmla="*/ 209457 w 225410"/>
                <a:gd name="connsiteY48" fmla="*/ 175567 h 225411"/>
                <a:gd name="connsiteX49" fmla="*/ 209310 w 225410"/>
                <a:gd name="connsiteY49" fmla="*/ 175714 h 225411"/>
                <a:gd name="connsiteX50" fmla="*/ 175460 w 225410"/>
                <a:gd name="connsiteY50" fmla="*/ 209564 h 225411"/>
                <a:gd name="connsiteX51" fmla="*/ 170009 w 225410"/>
                <a:gd name="connsiteY51" fmla="*/ 211846 h 225411"/>
                <a:gd name="connsiteX52" fmla="*/ 164558 w 225410"/>
                <a:gd name="connsiteY52" fmla="*/ 209564 h 225411"/>
                <a:gd name="connsiteX53" fmla="*/ 148710 w 225410"/>
                <a:gd name="connsiteY53" fmla="*/ 193716 h 225411"/>
                <a:gd name="connsiteX54" fmla="*/ 144273 w 225410"/>
                <a:gd name="connsiteY54" fmla="*/ 195491 h 225411"/>
                <a:gd name="connsiteX55" fmla="*/ 144273 w 225410"/>
                <a:gd name="connsiteY55" fmla="*/ 217931 h 225411"/>
                <a:gd name="connsiteX56" fmla="*/ 142118 w 225410"/>
                <a:gd name="connsiteY56" fmla="*/ 223382 h 225411"/>
                <a:gd name="connsiteX57" fmla="*/ 136666 w 225410"/>
                <a:gd name="connsiteY57" fmla="*/ 225411 h 225411"/>
                <a:gd name="connsiteX58" fmla="*/ 96478 w 225410"/>
                <a:gd name="connsiteY58" fmla="*/ 210071 h 225411"/>
                <a:gd name="connsiteX59" fmla="*/ 128933 w 225410"/>
                <a:gd name="connsiteY59" fmla="*/ 210071 h 225411"/>
                <a:gd name="connsiteX60" fmla="*/ 128933 w 225410"/>
                <a:gd name="connsiteY60" fmla="*/ 190167 h 225411"/>
                <a:gd name="connsiteX61" fmla="*/ 134384 w 225410"/>
                <a:gd name="connsiteY61" fmla="*/ 182814 h 225411"/>
                <a:gd name="connsiteX62" fmla="*/ 147062 w 225410"/>
                <a:gd name="connsiteY62" fmla="*/ 177742 h 225411"/>
                <a:gd name="connsiteX63" fmla="*/ 156063 w 225410"/>
                <a:gd name="connsiteY63" fmla="*/ 179137 h 225411"/>
                <a:gd name="connsiteX64" fmla="*/ 170389 w 225410"/>
                <a:gd name="connsiteY64" fmla="*/ 193336 h 225411"/>
                <a:gd name="connsiteX65" fmla="*/ 193336 w 225410"/>
                <a:gd name="connsiteY65" fmla="*/ 170389 h 225411"/>
                <a:gd name="connsiteX66" fmla="*/ 178757 w 225410"/>
                <a:gd name="connsiteY66" fmla="*/ 155683 h 225411"/>
                <a:gd name="connsiteX67" fmla="*/ 177362 w 225410"/>
                <a:gd name="connsiteY67" fmla="*/ 146682 h 225411"/>
                <a:gd name="connsiteX68" fmla="*/ 182433 w 225410"/>
                <a:gd name="connsiteY68" fmla="*/ 134004 h 225411"/>
                <a:gd name="connsiteX69" fmla="*/ 189786 w 225410"/>
                <a:gd name="connsiteY69" fmla="*/ 128553 h 225411"/>
                <a:gd name="connsiteX70" fmla="*/ 210071 w 225410"/>
                <a:gd name="connsiteY70" fmla="*/ 128553 h 225411"/>
                <a:gd name="connsiteX71" fmla="*/ 210071 w 225410"/>
                <a:gd name="connsiteY71" fmla="*/ 96478 h 225411"/>
                <a:gd name="connsiteX72" fmla="*/ 190167 w 225410"/>
                <a:gd name="connsiteY72" fmla="*/ 96478 h 225411"/>
                <a:gd name="connsiteX73" fmla="*/ 182814 w 225410"/>
                <a:gd name="connsiteY73" fmla="*/ 91026 h 225411"/>
                <a:gd name="connsiteX74" fmla="*/ 177742 w 225410"/>
                <a:gd name="connsiteY74" fmla="*/ 78349 h 225411"/>
                <a:gd name="connsiteX75" fmla="*/ 179137 w 225410"/>
                <a:gd name="connsiteY75" fmla="*/ 69347 h 225411"/>
                <a:gd name="connsiteX76" fmla="*/ 193336 w 225410"/>
                <a:gd name="connsiteY76" fmla="*/ 55022 h 225411"/>
                <a:gd name="connsiteX77" fmla="*/ 170009 w 225410"/>
                <a:gd name="connsiteY77" fmla="*/ 32328 h 225411"/>
                <a:gd name="connsiteX78" fmla="*/ 155683 w 225410"/>
                <a:gd name="connsiteY78" fmla="*/ 46654 h 225411"/>
                <a:gd name="connsiteX79" fmla="*/ 146682 w 225410"/>
                <a:gd name="connsiteY79" fmla="*/ 48049 h 225411"/>
                <a:gd name="connsiteX80" fmla="*/ 134004 w 225410"/>
                <a:gd name="connsiteY80" fmla="*/ 42978 h 225411"/>
                <a:gd name="connsiteX81" fmla="*/ 128553 w 225410"/>
                <a:gd name="connsiteY81" fmla="*/ 35625 h 225411"/>
                <a:gd name="connsiteX82" fmla="*/ 128553 w 225410"/>
                <a:gd name="connsiteY82" fmla="*/ 15340 h 225411"/>
                <a:gd name="connsiteX83" fmla="*/ 96478 w 225410"/>
                <a:gd name="connsiteY83" fmla="*/ 15340 h 225411"/>
                <a:gd name="connsiteX84" fmla="*/ 96478 w 225410"/>
                <a:gd name="connsiteY84" fmla="*/ 35625 h 225411"/>
                <a:gd name="connsiteX85" fmla="*/ 91026 w 225410"/>
                <a:gd name="connsiteY85" fmla="*/ 42978 h 225411"/>
                <a:gd name="connsiteX86" fmla="*/ 78349 w 225410"/>
                <a:gd name="connsiteY86" fmla="*/ 48049 h 225411"/>
                <a:gd name="connsiteX87" fmla="*/ 69347 w 225410"/>
                <a:gd name="connsiteY87" fmla="*/ 46654 h 225411"/>
                <a:gd name="connsiteX88" fmla="*/ 55402 w 225410"/>
                <a:gd name="connsiteY88" fmla="*/ 32328 h 225411"/>
                <a:gd name="connsiteX89" fmla="*/ 32328 w 225410"/>
                <a:gd name="connsiteY89" fmla="*/ 55402 h 225411"/>
                <a:gd name="connsiteX90" fmla="*/ 46654 w 225410"/>
                <a:gd name="connsiteY90" fmla="*/ 69728 h 225411"/>
                <a:gd name="connsiteX91" fmla="*/ 48049 w 225410"/>
                <a:gd name="connsiteY91" fmla="*/ 78729 h 225411"/>
                <a:gd name="connsiteX92" fmla="*/ 42978 w 225410"/>
                <a:gd name="connsiteY92" fmla="*/ 91407 h 225411"/>
                <a:gd name="connsiteX93" fmla="*/ 35625 w 225410"/>
                <a:gd name="connsiteY93" fmla="*/ 96858 h 225411"/>
                <a:gd name="connsiteX94" fmla="*/ 15340 w 225410"/>
                <a:gd name="connsiteY94" fmla="*/ 96858 h 225411"/>
                <a:gd name="connsiteX95" fmla="*/ 15340 w 225410"/>
                <a:gd name="connsiteY95" fmla="*/ 129313 h 225411"/>
                <a:gd name="connsiteX96" fmla="*/ 35625 w 225410"/>
                <a:gd name="connsiteY96" fmla="*/ 129313 h 225411"/>
                <a:gd name="connsiteX97" fmla="*/ 42978 w 225410"/>
                <a:gd name="connsiteY97" fmla="*/ 134765 h 225411"/>
                <a:gd name="connsiteX98" fmla="*/ 48049 w 225410"/>
                <a:gd name="connsiteY98" fmla="*/ 147443 h 225411"/>
                <a:gd name="connsiteX99" fmla="*/ 46654 w 225410"/>
                <a:gd name="connsiteY99" fmla="*/ 156444 h 225411"/>
                <a:gd name="connsiteX100" fmla="*/ 32328 w 225410"/>
                <a:gd name="connsiteY100" fmla="*/ 170009 h 225411"/>
                <a:gd name="connsiteX101" fmla="*/ 55402 w 225410"/>
                <a:gd name="connsiteY101" fmla="*/ 192956 h 225411"/>
                <a:gd name="connsiteX102" fmla="*/ 69728 w 225410"/>
                <a:gd name="connsiteY102" fmla="*/ 178757 h 225411"/>
                <a:gd name="connsiteX103" fmla="*/ 78729 w 225410"/>
                <a:gd name="connsiteY103" fmla="*/ 177489 h 225411"/>
                <a:gd name="connsiteX104" fmla="*/ 91407 w 225410"/>
                <a:gd name="connsiteY104" fmla="*/ 182560 h 225411"/>
                <a:gd name="connsiteX105" fmla="*/ 96858 w 225410"/>
                <a:gd name="connsiteY105" fmla="*/ 189913 h 2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25410" h="225411">
                  <a:moveTo>
                    <a:pt x="136666" y="225411"/>
                  </a:moveTo>
                  <a:lnTo>
                    <a:pt x="88744" y="225411"/>
                  </a:lnTo>
                  <a:cubicBezTo>
                    <a:pt x="84473" y="225411"/>
                    <a:pt x="81011" y="221949"/>
                    <a:pt x="81011" y="217677"/>
                  </a:cubicBezTo>
                  <a:lnTo>
                    <a:pt x="81011" y="195238"/>
                  </a:lnTo>
                  <a:lnTo>
                    <a:pt x="76701" y="193463"/>
                  </a:lnTo>
                  <a:lnTo>
                    <a:pt x="60853" y="209310"/>
                  </a:lnTo>
                  <a:cubicBezTo>
                    <a:pt x="57810" y="212240"/>
                    <a:pt x="52994" y="212240"/>
                    <a:pt x="49950" y="209310"/>
                  </a:cubicBezTo>
                  <a:lnTo>
                    <a:pt x="16101" y="175460"/>
                  </a:lnTo>
                  <a:cubicBezTo>
                    <a:pt x="13090" y="172531"/>
                    <a:pt x="13025" y="167714"/>
                    <a:pt x="15954" y="164705"/>
                  </a:cubicBezTo>
                  <a:cubicBezTo>
                    <a:pt x="16003" y="164654"/>
                    <a:pt x="16051" y="164606"/>
                    <a:pt x="16101" y="164558"/>
                  </a:cubicBezTo>
                  <a:lnTo>
                    <a:pt x="31948" y="148710"/>
                  </a:lnTo>
                  <a:cubicBezTo>
                    <a:pt x="31280" y="147263"/>
                    <a:pt x="30688" y="145782"/>
                    <a:pt x="30173" y="144273"/>
                  </a:cubicBezTo>
                  <a:lnTo>
                    <a:pt x="7733" y="144273"/>
                  </a:lnTo>
                  <a:cubicBezTo>
                    <a:pt x="3533" y="144343"/>
                    <a:pt x="71" y="140995"/>
                    <a:pt x="1" y="136794"/>
                  </a:cubicBezTo>
                  <a:cubicBezTo>
                    <a:pt x="0" y="136751"/>
                    <a:pt x="0" y="136710"/>
                    <a:pt x="0" y="136666"/>
                  </a:cubicBezTo>
                  <a:lnTo>
                    <a:pt x="0" y="88744"/>
                  </a:lnTo>
                  <a:cubicBezTo>
                    <a:pt x="0" y="84473"/>
                    <a:pt x="3462" y="81011"/>
                    <a:pt x="7733" y="81011"/>
                  </a:cubicBezTo>
                  <a:lnTo>
                    <a:pt x="30173" y="81011"/>
                  </a:lnTo>
                  <a:cubicBezTo>
                    <a:pt x="30173" y="79616"/>
                    <a:pt x="31314" y="78095"/>
                    <a:pt x="31948" y="76701"/>
                  </a:cubicBezTo>
                  <a:lnTo>
                    <a:pt x="16101" y="60853"/>
                  </a:lnTo>
                  <a:cubicBezTo>
                    <a:pt x="14636" y="59418"/>
                    <a:pt x="13814" y="57452"/>
                    <a:pt x="13819" y="55402"/>
                  </a:cubicBezTo>
                  <a:cubicBezTo>
                    <a:pt x="13784" y="53346"/>
                    <a:pt x="14611" y="51368"/>
                    <a:pt x="16101" y="49950"/>
                  </a:cubicBezTo>
                  <a:lnTo>
                    <a:pt x="49950" y="16101"/>
                  </a:lnTo>
                  <a:cubicBezTo>
                    <a:pt x="52994" y="13171"/>
                    <a:pt x="57810" y="13171"/>
                    <a:pt x="60853" y="16101"/>
                  </a:cubicBezTo>
                  <a:lnTo>
                    <a:pt x="76701" y="31948"/>
                  </a:lnTo>
                  <a:lnTo>
                    <a:pt x="81011" y="30173"/>
                  </a:lnTo>
                  <a:lnTo>
                    <a:pt x="81011" y="7733"/>
                  </a:lnTo>
                  <a:cubicBezTo>
                    <a:pt x="81011" y="3462"/>
                    <a:pt x="84473" y="0"/>
                    <a:pt x="88744" y="0"/>
                  </a:cubicBezTo>
                  <a:lnTo>
                    <a:pt x="136666" y="0"/>
                  </a:lnTo>
                  <a:cubicBezTo>
                    <a:pt x="140868" y="-1"/>
                    <a:pt x="144273" y="3405"/>
                    <a:pt x="144274" y="7606"/>
                  </a:cubicBezTo>
                  <a:cubicBezTo>
                    <a:pt x="144274" y="7648"/>
                    <a:pt x="144274" y="7691"/>
                    <a:pt x="144273" y="7733"/>
                  </a:cubicBezTo>
                  <a:lnTo>
                    <a:pt x="144273" y="30173"/>
                  </a:lnTo>
                  <a:lnTo>
                    <a:pt x="148710" y="31948"/>
                  </a:lnTo>
                  <a:lnTo>
                    <a:pt x="164811" y="16101"/>
                  </a:lnTo>
                  <a:cubicBezTo>
                    <a:pt x="167855" y="13171"/>
                    <a:pt x="172670" y="13171"/>
                    <a:pt x="175714" y="16101"/>
                  </a:cubicBezTo>
                  <a:lnTo>
                    <a:pt x="209564" y="49950"/>
                  </a:lnTo>
                  <a:cubicBezTo>
                    <a:pt x="211005" y="51402"/>
                    <a:pt x="211823" y="53357"/>
                    <a:pt x="211846" y="55402"/>
                  </a:cubicBezTo>
                  <a:cubicBezTo>
                    <a:pt x="211797" y="57441"/>
                    <a:pt x="210982" y="59388"/>
                    <a:pt x="209564" y="60853"/>
                  </a:cubicBezTo>
                  <a:lnTo>
                    <a:pt x="193463" y="76701"/>
                  </a:lnTo>
                  <a:cubicBezTo>
                    <a:pt x="194097" y="78095"/>
                    <a:pt x="194604" y="79616"/>
                    <a:pt x="195238" y="81011"/>
                  </a:cubicBezTo>
                  <a:lnTo>
                    <a:pt x="217677" y="81011"/>
                  </a:lnTo>
                  <a:cubicBezTo>
                    <a:pt x="221949" y="81011"/>
                    <a:pt x="225411" y="84473"/>
                    <a:pt x="225411" y="88744"/>
                  </a:cubicBezTo>
                  <a:lnTo>
                    <a:pt x="225411" y="136666"/>
                  </a:lnTo>
                  <a:cubicBezTo>
                    <a:pt x="225411" y="140868"/>
                    <a:pt x="222007" y="144273"/>
                    <a:pt x="217805" y="144274"/>
                  </a:cubicBezTo>
                  <a:cubicBezTo>
                    <a:pt x="217762" y="144274"/>
                    <a:pt x="217721" y="144274"/>
                    <a:pt x="217677" y="144273"/>
                  </a:cubicBezTo>
                  <a:lnTo>
                    <a:pt x="195238" y="144273"/>
                  </a:lnTo>
                  <a:cubicBezTo>
                    <a:pt x="194604" y="145794"/>
                    <a:pt x="194097" y="147316"/>
                    <a:pt x="193463" y="148710"/>
                  </a:cubicBezTo>
                  <a:lnTo>
                    <a:pt x="209310" y="164811"/>
                  </a:lnTo>
                  <a:cubicBezTo>
                    <a:pt x="212321" y="167741"/>
                    <a:pt x="212387" y="172557"/>
                    <a:pt x="209457" y="175567"/>
                  </a:cubicBezTo>
                  <a:cubicBezTo>
                    <a:pt x="209409" y="175618"/>
                    <a:pt x="209360" y="175666"/>
                    <a:pt x="209310" y="175714"/>
                  </a:cubicBezTo>
                  <a:lnTo>
                    <a:pt x="175460" y="209564"/>
                  </a:lnTo>
                  <a:cubicBezTo>
                    <a:pt x="174009" y="211005"/>
                    <a:pt x="172054" y="211823"/>
                    <a:pt x="170009" y="211846"/>
                  </a:cubicBezTo>
                  <a:cubicBezTo>
                    <a:pt x="167969" y="211797"/>
                    <a:pt x="166023" y="210982"/>
                    <a:pt x="164558" y="209564"/>
                  </a:cubicBezTo>
                  <a:lnTo>
                    <a:pt x="148710" y="193716"/>
                  </a:lnTo>
                  <a:lnTo>
                    <a:pt x="144273" y="195491"/>
                  </a:lnTo>
                  <a:lnTo>
                    <a:pt x="144273" y="217931"/>
                  </a:lnTo>
                  <a:cubicBezTo>
                    <a:pt x="144298" y="219961"/>
                    <a:pt x="143524" y="221918"/>
                    <a:pt x="142118" y="223382"/>
                  </a:cubicBezTo>
                  <a:cubicBezTo>
                    <a:pt x="140614" y="224709"/>
                    <a:pt x="138672" y="225431"/>
                    <a:pt x="136666" y="225411"/>
                  </a:cubicBezTo>
                  <a:close/>
                  <a:moveTo>
                    <a:pt x="96478" y="210071"/>
                  </a:moveTo>
                  <a:lnTo>
                    <a:pt x="128933" y="210071"/>
                  </a:lnTo>
                  <a:lnTo>
                    <a:pt x="128933" y="190167"/>
                  </a:lnTo>
                  <a:cubicBezTo>
                    <a:pt x="128948" y="186788"/>
                    <a:pt x="131157" y="183810"/>
                    <a:pt x="134384" y="182814"/>
                  </a:cubicBezTo>
                  <a:cubicBezTo>
                    <a:pt x="138754" y="181506"/>
                    <a:pt x="142996" y="179809"/>
                    <a:pt x="147062" y="177742"/>
                  </a:cubicBezTo>
                  <a:cubicBezTo>
                    <a:pt x="150047" y="176203"/>
                    <a:pt x="153684" y="176768"/>
                    <a:pt x="156063" y="179137"/>
                  </a:cubicBezTo>
                  <a:lnTo>
                    <a:pt x="170389" y="193336"/>
                  </a:lnTo>
                  <a:lnTo>
                    <a:pt x="193336" y="170389"/>
                  </a:lnTo>
                  <a:lnTo>
                    <a:pt x="178757" y="155683"/>
                  </a:lnTo>
                  <a:cubicBezTo>
                    <a:pt x="176307" y="153344"/>
                    <a:pt x="175736" y="149652"/>
                    <a:pt x="177362" y="146682"/>
                  </a:cubicBezTo>
                  <a:cubicBezTo>
                    <a:pt x="179429" y="142616"/>
                    <a:pt x="181126" y="138373"/>
                    <a:pt x="182433" y="134004"/>
                  </a:cubicBezTo>
                  <a:cubicBezTo>
                    <a:pt x="183394" y="130751"/>
                    <a:pt x="186394" y="128527"/>
                    <a:pt x="189786" y="128553"/>
                  </a:cubicBezTo>
                  <a:lnTo>
                    <a:pt x="210071" y="128553"/>
                  </a:lnTo>
                  <a:lnTo>
                    <a:pt x="210071" y="96478"/>
                  </a:lnTo>
                  <a:lnTo>
                    <a:pt x="190167" y="96478"/>
                  </a:lnTo>
                  <a:cubicBezTo>
                    <a:pt x="186788" y="96462"/>
                    <a:pt x="183810" y="94255"/>
                    <a:pt x="182814" y="91026"/>
                  </a:cubicBezTo>
                  <a:cubicBezTo>
                    <a:pt x="181532" y="86648"/>
                    <a:pt x="179834" y="82403"/>
                    <a:pt x="177742" y="78349"/>
                  </a:cubicBezTo>
                  <a:cubicBezTo>
                    <a:pt x="176116" y="75379"/>
                    <a:pt x="176688" y="71686"/>
                    <a:pt x="179137" y="69347"/>
                  </a:cubicBezTo>
                  <a:lnTo>
                    <a:pt x="193336" y="55022"/>
                  </a:lnTo>
                  <a:lnTo>
                    <a:pt x="170009" y="32328"/>
                  </a:lnTo>
                  <a:lnTo>
                    <a:pt x="155683" y="46654"/>
                  </a:lnTo>
                  <a:cubicBezTo>
                    <a:pt x="153304" y="49024"/>
                    <a:pt x="149666" y="49588"/>
                    <a:pt x="146682" y="48049"/>
                  </a:cubicBezTo>
                  <a:cubicBezTo>
                    <a:pt x="142628" y="45957"/>
                    <a:pt x="138382" y="44259"/>
                    <a:pt x="134004" y="42978"/>
                  </a:cubicBezTo>
                  <a:cubicBezTo>
                    <a:pt x="130751" y="42017"/>
                    <a:pt x="128527" y="39017"/>
                    <a:pt x="128553" y="35625"/>
                  </a:cubicBezTo>
                  <a:lnTo>
                    <a:pt x="128553" y="15340"/>
                  </a:lnTo>
                  <a:lnTo>
                    <a:pt x="96478" y="15340"/>
                  </a:lnTo>
                  <a:lnTo>
                    <a:pt x="96478" y="35625"/>
                  </a:lnTo>
                  <a:cubicBezTo>
                    <a:pt x="96462" y="39003"/>
                    <a:pt x="94255" y="41981"/>
                    <a:pt x="91026" y="42978"/>
                  </a:cubicBezTo>
                  <a:cubicBezTo>
                    <a:pt x="86648" y="44259"/>
                    <a:pt x="82403" y="45957"/>
                    <a:pt x="78349" y="48049"/>
                  </a:cubicBezTo>
                  <a:cubicBezTo>
                    <a:pt x="75371" y="49630"/>
                    <a:pt x="71707" y="49063"/>
                    <a:pt x="69347" y="46654"/>
                  </a:cubicBezTo>
                  <a:lnTo>
                    <a:pt x="55402" y="32328"/>
                  </a:lnTo>
                  <a:lnTo>
                    <a:pt x="32328" y="55402"/>
                  </a:lnTo>
                  <a:lnTo>
                    <a:pt x="46654" y="69728"/>
                  </a:lnTo>
                  <a:cubicBezTo>
                    <a:pt x="49063" y="72087"/>
                    <a:pt x="49630" y="75751"/>
                    <a:pt x="48049" y="78729"/>
                  </a:cubicBezTo>
                  <a:cubicBezTo>
                    <a:pt x="45957" y="82783"/>
                    <a:pt x="44259" y="87029"/>
                    <a:pt x="42978" y="91407"/>
                  </a:cubicBezTo>
                  <a:cubicBezTo>
                    <a:pt x="41981" y="94635"/>
                    <a:pt x="39003" y="96843"/>
                    <a:pt x="35625" y="96858"/>
                  </a:cubicBezTo>
                  <a:lnTo>
                    <a:pt x="15340" y="96858"/>
                  </a:lnTo>
                  <a:lnTo>
                    <a:pt x="15340" y="129313"/>
                  </a:lnTo>
                  <a:lnTo>
                    <a:pt x="35625" y="129313"/>
                  </a:lnTo>
                  <a:cubicBezTo>
                    <a:pt x="39017" y="129288"/>
                    <a:pt x="42017" y="131512"/>
                    <a:pt x="42978" y="134765"/>
                  </a:cubicBezTo>
                  <a:cubicBezTo>
                    <a:pt x="44285" y="139135"/>
                    <a:pt x="45982" y="143377"/>
                    <a:pt x="48049" y="147443"/>
                  </a:cubicBezTo>
                  <a:cubicBezTo>
                    <a:pt x="49588" y="150427"/>
                    <a:pt x="49024" y="154064"/>
                    <a:pt x="46654" y="156444"/>
                  </a:cubicBezTo>
                  <a:lnTo>
                    <a:pt x="32328" y="170009"/>
                  </a:lnTo>
                  <a:lnTo>
                    <a:pt x="55402" y="192956"/>
                  </a:lnTo>
                  <a:lnTo>
                    <a:pt x="69728" y="178757"/>
                  </a:lnTo>
                  <a:cubicBezTo>
                    <a:pt x="72098" y="176350"/>
                    <a:pt x="75786" y="175831"/>
                    <a:pt x="78729" y="177489"/>
                  </a:cubicBezTo>
                  <a:cubicBezTo>
                    <a:pt x="82783" y="179581"/>
                    <a:pt x="87029" y="181278"/>
                    <a:pt x="91407" y="182560"/>
                  </a:cubicBezTo>
                  <a:cubicBezTo>
                    <a:pt x="94635" y="183556"/>
                    <a:pt x="96843" y="186534"/>
                    <a:pt x="96858" y="1899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BA9A0155-EF27-3442-ACC4-EE6CE9C76A35}"/>
                </a:ext>
              </a:extLst>
            </p:cNvPr>
            <p:cNvSpPr/>
            <p:nvPr/>
          </p:nvSpPr>
          <p:spPr>
            <a:xfrm>
              <a:off x="7019605" y="2164432"/>
              <a:ext cx="124748" cy="124749"/>
            </a:xfrm>
            <a:custGeom>
              <a:avLst/>
              <a:gdLst>
                <a:gd name="connsiteX0" fmla="*/ 62222 w 124748"/>
                <a:gd name="connsiteY0" fmla="*/ 124749 h 124749"/>
                <a:gd name="connsiteX1" fmla="*/ 0 w 124748"/>
                <a:gd name="connsiteY1" fmla="*/ 62222 h 124749"/>
                <a:gd name="connsiteX2" fmla="*/ 62528 w 124748"/>
                <a:gd name="connsiteY2" fmla="*/ 0 h 124749"/>
                <a:gd name="connsiteX3" fmla="*/ 124749 w 124748"/>
                <a:gd name="connsiteY3" fmla="*/ 62528 h 124749"/>
                <a:gd name="connsiteX4" fmla="*/ 106467 w 124748"/>
                <a:gd name="connsiteY4" fmla="*/ 106493 h 124749"/>
                <a:gd name="connsiteX5" fmla="*/ 62222 w 124748"/>
                <a:gd name="connsiteY5" fmla="*/ 124749 h 124749"/>
                <a:gd name="connsiteX6" fmla="*/ 62222 w 124748"/>
                <a:gd name="connsiteY6" fmla="*/ 15086 h 124749"/>
                <a:gd name="connsiteX7" fmla="*/ 15049 w 124748"/>
                <a:gd name="connsiteY7" fmla="*/ 62237 h 124749"/>
                <a:gd name="connsiteX8" fmla="*/ 62200 w 124748"/>
                <a:gd name="connsiteY8" fmla="*/ 109409 h 124749"/>
                <a:gd name="connsiteX9" fmla="*/ 109372 w 124748"/>
                <a:gd name="connsiteY9" fmla="*/ 62259 h 124749"/>
                <a:gd name="connsiteX10" fmla="*/ 95564 w 124748"/>
                <a:gd name="connsiteY10" fmla="*/ 28905 h 124749"/>
                <a:gd name="connsiteX11" fmla="*/ 62222 w 124748"/>
                <a:gd name="connsiteY11" fmla="*/ 15086 h 124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748" h="124749">
                  <a:moveTo>
                    <a:pt x="62222" y="124749"/>
                  </a:moveTo>
                  <a:cubicBezTo>
                    <a:pt x="27773" y="124664"/>
                    <a:pt x="-84" y="96670"/>
                    <a:pt x="0" y="62222"/>
                  </a:cubicBezTo>
                  <a:cubicBezTo>
                    <a:pt x="85" y="27773"/>
                    <a:pt x="28079" y="-84"/>
                    <a:pt x="62528" y="0"/>
                  </a:cubicBezTo>
                  <a:cubicBezTo>
                    <a:pt x="96975" y="85"/>
                    <a:pt x="124834" y="28079"/>
                    <a:pt x="124749" y="62528"/>
                  </a:cubicBezTo>
                  <a:cubicBezTo>
                    <a:pt x="124709" y="79024"/>
                    <a:pt x="118135" y="94832"/>
                    <a:pt x="106467" y="106493"/>
                  </a:cubicBezTo>
                  <a:cubicBezTo>
                    <a:pt x="94725" y="118209"/>
                    <a:pt x="78808" y="124776"/>
                    <a:pt x="62222" y="124749"/>
                  </a:cubicBezTo>
                  <a:close/>
                  <a:moveTo>
                    <a:pt x="62222" y="15086"/>
                  </a:moveTo>
                  <a:cubicBezTo>
                    <a:pt x="36175" y="15080"/>
                    <a:pt x="15056" y="36190"/>
                    <a:pt x="15049" y="62237"/>
                  </a:cubicBezTo>
                  <a:cubicBezTo>
                    <a:pt x="15043" y="88283"/>
                    <a:pt x="36153" y="109403"/>
                    <a:pt x="62200" y="109409"/>
                  </a:cubicBezTo>
                  <a:cubicBezTo>
                    <a:pt x="88247" y="109415"/>
                    <a:pt x="109365" y="88306"/>
                    <a:pt x="109372" y="62259"/>
                  </a:cubicBezTo>
                  <a:cubicBezTo>
                    <a:pt x="109376" y="49750"/>
                    <a:pt x="104408" y="37752"/>
                    <a:pt x="95564" y="28905"/>
                  </a:cubicBezTo>
                  <a:cubicBezTo>
                    <a:pt x="86731" y="20048"/>
                    <a:pt x="74732" y="15075"/>
                    <a:pt x="62222" y="1508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38B8ABE0-7E34-844D-AB16-ECF72789DA49}"/>
                </a:ext>
              </a:extLst>
            </p:cNvPr>
            <p:cNvSpPr/>
            <p:nvPr/>
          </p:nvSpPr>
          <p:spPr>
            <a:xfrm>
              <a:off x="7195673" y="2340526"/>
              <a:ext cx="224903" cy="225410"/>
            </a:xfrm>
            <a:custGeom>
              <a:avLst/>
              <a:gdLst>
                <a:gd name="connsiteX0" fmla="*/ 136666 w 224903"/>
                <a:gd name="connsiteY0" fmla="*/ 225411 h 225410"/>
                <a:gd name="connsiteX1" fmla="*/ 88744 w 224903"/>
                <a:gd name="connsiteY1" fmla="*/ 225411 h 225410"/>
                <a:gd name="connsiteX2" fmla="*/ 81136 w 224903"/>
                <a:gd name="connsiteY2" fmla="*/ 217805 h 225410"/>
                <a:gd name="connsiteX3" fmla="*/ 81138 w 224903"/>
                <a:gd name="connsiteY3" fmla="*/ 217677 h 225410"/>
                <a:gd name="connsiteX4" fmla="*/ 81138 w 224903"/>
                <a:gd name="connsiteY4" fmla="*/ 195238 h 225410"/>
                <a:gd name="connsiteX5" fmla="*/ 76701 w 224903"/>
                <a:gd name="connsiteY5" fmla="*/ 193463 h 225410"/>
                <a:gd name="connsiteX6" fmla="*/ 60853 w 224903"/>
                <a:gd name="connsiteY6" fmla="*/ 209310 h 225410"/>
                <a:gd name="connsiteX7" fmla="*/ 50097 w 224903"/>
                <a:gd name="connsiteY7" fmla="*/ 209457 h 225410"/>
                <a:gd name="connsiteX8" fmla="*/ 49950 w 224903"/>
                <a:gd name="connsiteY8" fmla="*/ 209310 h 225410"/>
                <a:gd name="connsiteX9" fmla="*/ 16101 w 224903"/>
                <a:gd name="connsiteY9" fmla="*/ 175460 h 225410"/>
                <a:gd name="connsiteX10" fmla="*/ 13819 w 224903"/>
                <a:gd name="connsiteY10" fmla="*/ 170009 h 225410"/>
                <a:gd name="connsiteX11" fmla="*/ 16101 w 224903"/>
                <a:gd name="connsiteY11" fmla="*/ 164558 h 225410"/>
                <a:gd name="connsiteX12" fmla="*/ 31948 w 224903"/>
                <a:gd name="connsiteY12" fmla="*/ 148710 h 225410"/>
                <a:gd name="connsiteX13" fmla="*/ 30173 w 224903"/>
                <a:gd name="connsiteY13" fmla="*/ 144400 h 225410"/>
                <a:gd name="connsiteX14" fmla="*/ 7733 w 224903"/>
                <a:gd name="connsiteY14" fmla="*/ 144400 h 225410"/>
                <a:gd name="connsiteX15" fmla="*/ 0 w 224903"/>
                <a:gd name="connsiteY15" fmla="*/ 136666 h 225410"/>
                <a:gd name="connsiteX16" fmla="*/ 0 w 224903"/>
                <a:gd name="connsiteY16" fmla="*/ 88744 h 225410"/>
                <a:gd name="connsiteX17" fmla="*/ 7605 w 224903"/>
                <a:gd name="connsiteY17" fmla="*/ 81136 h 225410"/>
                <a:gd name="connsiteX18" fmla="*/ 7733 w 224903"/>
                <a:gd name="connsiteY18" fmla="*/ 81138 h 225410"/>
                <a:gd name="connsiteX19" fmla="*/ 30173 w 224903"/>
                <a:gd name="connsiteY19" fmla="*/ 81138 h 225410"/>
                <a:gd name="connsiteX20" fmla="*/ 31948 w 224903"/>
                <a:gd name="connsiteY20" fmla="*/ 76701 h 225410"/>
                <a:gd name="connsiteX21" fmla="*/ 16101 w 224903"/>
                <a:gd name="connsiteY21" fmla="*/ 60853 h 225410"/>
                <a:gd name="connsiteX22" fmla="*/ 15954 w 224903"/>
                <a:gd name="connsiteY22" fmla="*/ 50097 h 225410"/>
                <a:gd name="connsiteX23" fmla="*/ 16101 w 224903"/>
                <a:gd name="connsiteY23" fmla="*/ 49950 h 225410"/>
                <a:gd name="connsiteX24" fmla="*/ 49950 w 224903"/>
                <a:gd name="connsiteY24" fmla="*/ 16101 h 225410"/>
                <a:gd name="connsiteX25" fmla="*/ 60853 w 224903"/>
                <a:gd name="connsiteY25" fmla="*/ 16101 h 225410"/>
                <a:gd name="connsiteX26" fmla="*/ 76701 w 224903"/>
                <a:gd name="connsiteY26" fmla="*/ 31948 h 225410"/>
                <a:gd name="connsiteX27" fmla="*/ 81138 w 224903"/>
                <a:gd name="connsiteY27" fmla="*/ 30173 h 225410"/>
                <a:gd name="connsiteX28" fmla="*/ 81138 w 224903"/>
                <a:gd name="connsiteY28" fmla="*/ 7733 h 225410"/>
                <a:gd name="connsiteX29" fmla="*/ 88616 w 224903"/>
                <a:gd name="connsiteY29" fmla="*/ 1 h 225410"/>
                <a:gd name="connsiteX30" fmla="*/ 88744 w 224903"/>
                <a:gd name="connsiteY30" fmla="*/ 0 h 225410"/>
                <a:gd name="connsiteX31" fmla="*/ 136666 w 224903"/>
                <a:gd name="connsiteY31" fmla="*/ 0 h 225410"/>
                <a:gd name="connsiteX32" fmla="*/ 144400 w 224903"/>
                <a:gd name="connsiteY32" fmla="*/ 7733 h 225410"/>
                <a:gd name="connsiteX33" fmla="*/ 144400 w 224903"/>
                <a:gd name="connsiteY33" fmla="*/ 30173 h 225410"/>
                <a:gd name="connsiteX34" fmla="*/ 148710 w 224903"/>
                <a:gd name="connsiteY34" fmla="*/ 31948 h 225410"/>
                <a:gd name="connsiteX35" fmla="*/ 164558 w 224903"/>
                <a:gd name="connsiteY35" fmla="*/ 16101 h 225410"/>
                <a:gd name="connsiteX36" fmla="*/ 175460 w 224903"/>
                <a:gd name="connsiteY36" fmla="*/ 16101 h 225410"/>
                <a:gd name="connsiteX37" fmla="*/ 209310 w 224903"/>
                <a:gd name="connsiteY37" fmla="*/ 49950 h 225410"/>
                <a:gd name="connsiteX38" fmla="*/ 209457 w 224903"/>
                <a:gd name="connsiteY38" fmla="*/ 60706 h 225410"/>
                <a:gd name="connsiteX39" fmla="*/ 209310 w 224903"/>
                <a:gd name="connsiteY39" fmla="*/ 60853 h 225410"/>
                <a:gd name="connsiteX40" fmla="*/ 193463 w 224903"/>
                <a:gd name="connsiteY40" fmla="*/ 76701 h 225410"/>
                <a:gd name="connsiteX41" fmla="*/ 195238 w 224903"/>
                <a:gd name="connsiteY41" fmla="*/ 81138 h 225410"/>
                <a:gd name="connsiteX42" fmla="*/ 217170 w 224903"/>
                <a:gd name="connsiteY42" fmla="*/ 81138 h 225410"/>
                <a:gd name="connsiteX43" fmla="*/ 224903 w 224903"/>
                <a:gd name="connsiteY43" fmla="*/ 88616 h 225410"/>
                <a:gd name="connsiteX44" fmla="*/ 224904 w 224903"/>
                <a:gd name="connsiteY44" fmla="*/ 88744 h 225410"/>
                <a:gd name="connsiteX45" fmla="*/ 224904 w 224903"/>
                <a:gd name="connsiteY45" fmla="*/ 136666 h 225410"/>
                <a:gd name="connsiteX46" fmla="*/ 217170 w 224903"/>
                <a:gd name="connsiteY46" fmla="*/ 144400 h 225410"/>
                <a:gd name="connsiteX47" fmla="*/ 195238 w 224903"/>
                <a:gd name="connsiteY47" fmla="*/ 144400 h 225410"/>
                <a:gd name="connsiteX48" fmla="*/ 193463 w 224903"/>
                <a:gd name="connsiteY48" fmla="*/ 148710 h 225410"/>
                <a:gd name="connsiteX49" fmla="*/ 209310 w 224903"/>
                <a:gd name="connsiteY49" fmla="*/ 164558 h 225410"/>
                <a:gd name="connsiteX50" fmla="*/ 211592 w 224903"/>
                <a:gd name="connsiteY50" fmla="*/ 170009 h 225410"/>
                <a:gd name="connsiteX51" fmla="*/ 209310 w 224903"/>
                <a:gd name="connsiteY51" fmla="*/ 175460 h 225410"/>
                <a:gd name="connsiteX52" fmla="*/ 175460 w 224903"/>
                <a:gd name="connsiteY52" fmla="*/ 209310 h 225410"/>
                <a:gd name="connsiteX53" fmla="*/ 164703 w 224903"/>
                <a:gd name="connsiteY53" fmla="*/ 209457 h 225410"/>
                <a:gd name="connsiteX54" fmla="*/ 164558 w 224903"/>
                <a:gd name="connsiteY54" fmla="*/ 209310 h 225410"/>
                <a:gd name="connsiteX55" fmla="*/ 148710 w 224903"/>
                <a:gd name="connsiteY55" fmla="*/ 193463 h 225410"/>
                <a:gd name="connsiteX56" fmla="*/ 144400 w 224903"/>
                <a:gd name="connsiteY56" fmla="*/ 195238 h 225410"/>
                <a:gd name="connsiteX57" fmla="*/ 144400 w 224903"/>
                <a:gd name="connsiteY57" fmla="*/ 217170 h 225410"/>
                <a:gd name="connsiteX58" fmla="*/ 137190 w 224903"/>
                <a:gd name="connsiteY58" fmla="*/ 225394 h 225410"/>
                <a:gd name="connsiteX59" fmla="*/ 136666 w 224903"/>
                <a:gd name="connsiteY59" fmla="*/ 225411 h 225410"/>
                <a:gd name="connsiteX60" fmla="*/ 96478 w 224903"/>
                <a:gd name="connsiteY60" fmla="*/ 210071 h 225410"/>
                <a:gd name="connsiteX61" fmla="*/ 128426 w 224903"/>
                <a:gd name="connsiteY61" fmla="*/ 210071 h 225410"/>
                <a:gd name="connsiteX62" fmla="*/ 128426 w 224903"/>
                <a:gd name="connsiteY62" fmla="*/ 189786 h 225410"/>
                <a:gd name="connsiteX63" fmla="*/ 133877 w 224903"/>
                <a:gd name="connsiteY63" fmla="*/ 182433 h 225410"/>
                <a:gd name="connsiteX64" fmla="*/ 146555 w 224903"/>
                <a:gd name="connsiteY64" fmla="*/ 177362 h 225410"/>
                <a:gd name="connsiteX65" fmla="*/ 155556 w 224903"/>
                <a:gd name="connsiteY65" fmla="*/ 178757 h 225410"/>
                <a:gd name="connsiteX66" fmla="*/ 169882 w 224903"/>
                <a:gd name="connsiteY66" fmla="*/ 193083 h 225410"/>
                <a:gd name="connsiteX67" fmla="*/ 192956 w 224903"/>
                <a:gd name="connsiteY67" fmla="*/ 170009 h 225410"/>
                <a:gd name="connsiteX68" fmla="*/ 179137 w 224903"/>
                <a:gd name="connsiteY68" fmla="*/ 155683 h 225410"/>
                <a:gd name="connsiteX69" fmla="*/ 177742 w 224903"/>
                <a:gd name="connsiteY69" fmla="*/ 146682 h 225410"/>
                <a:gd name="connsiteX70" fmla="*/ 182814 w 224903"/>
                <a:gd name="connsiteY70" fmla="*/ 134004 h 225410"/>
                <a:gd name="connsiteX71" fmla="*/ 190167 w 224903"/>
                <a:gd name="connsiteY71" fmla="*/ 128553 h 225410"/>
                <a:gd name="connsiteX72" fmla="*/ 210451 w 224903"/>
                <a:gd name="connsiteY72" fmla="*/ 128553 h 225410"/>
                <a:gd name="connsiteX73" fmla="*/ 210451 w 224903"/>
                <a:gd name="connsiteY73" fmla="*/ 96478 h 225410"/>
                <a:gd name="connsiteX74" fmla="*/ 190167 w 224903"/>
                <a:gd name="connsiteY74" fmla="*/ 96478 h 225410"/>
                <a:gd name="connsiteX75" fmla="*/ 182814 w 224903"/>
                <a:gd name="connsiteY75" fmla="*/ 91026 h 225410"/>
                <a:gd name="connsiteX76" fmla="*/ 177742 w 224903"/>
                <a:gd name="connsiteY76" fmla="*/ 78349 h 225410"/>
                <a:gd name="connsiteX77" fmla="*/ 179137 w 224903"/>
                <a:gd name="connsiteY77" fmla="*/ 69347 h 225410"/>
                <a:gd name="connsiteX78" fmla="*/ 193463 w 224903"/>
                <a:gd name="connsiteY78" fmla="*/ 55022 h 225410"/>
                <a:gd name="connsiteX79" fmla="*/ 170389 w 224903"/>
                <a:gd name="connsiteY79" fmla="*/ 31948 h 225410"/>
                <a:gd name="connsiteX80" fmla="*/ 156063 w 224903"/>
                <a:gd name="connsiteY80" fmla="*/ 46274 h 225410"/>
                <a:gd name="connsiteX81" fmla="*/ 147062 w 224903"/>
                <a:gd name="connsiteY81" fmla="*/ 47668 h 225410"/>
                <a:gd name="connsiteX82" fmla="*/ 134384 w 224903"/>
                <a:gd name="connsiteY82" fmla="*/ 42597 h 225410"/>
                <a:gd name="connsiteX83" fmla="*/ 128933 w 224903"/>
                <a:gd name="connsiteY83" fmla="*/ 35244 h 225410"/>
                <a:gd name="connsiteX84" fmla="*/ 128933 w 224903"/>
                <a:gd name="connsiteY84" fmla="*/ 14960 h 225410"/>
                <a:gd name="connsiteX85" fmla="*/ 96478 w 224903"/>
                <a:gd name="connsiteY85" fmla="*/ 14960 h 225410"/>
                <a:gd name="connsiteX86" fmla="*/ 96478 w 224903"/>
                <a:gd name="connsiteY86" fmla="*/ 35244 h 225410"/>
                <a:gd name="connsiteX87" fmla="*/ 91026 w 224903"/>
                <a:gd name="connsiteY87" fmla="*/ 42597 h 225410"/>
                <a:gd name="connsiteX88" fmla="*/ 78349 w 224903"/>
                <a:gd name="connsiteY88" fmla="*/ 47668 h 225410"/>
                <a:gd name="connsiteX89" fmla="*/ 69347 w 224903"/>
                <a:gd name="connsiteY89" fmla="*/ 46274 h 225410"/>
                <a:gd name="connsiteX90" fmla="*/ 55022 w 224903"/>
                <a:gd name="connsiteY90" fmla="*/ 31948 h 225410"/>
                <a:gd name="connsiteX91" fmla="*/ 31948 w 224903"/>
                <a:gd name="connsiteY91" fmla="*/ 55022 h 225410"/>
                <a:gd name="connsiteX92" fmla="*/ 46274 w 224903"/>
                <a:gd name="connsiteY92" fmla="*/ 69347 h 225410"/>
                <a:gd name="connsiteX93" fmla="*/ 47668 w 224903"/>
                <a:gd name="connsiteY93" fmla="*/ 78349 h 225410"/>
                <a:gd name="connsiteX94" fmla="*/ 42597 w 224903"/>
                <a:gd name="connsiteY94" fmla="*/ 91026 h 225410"/>
                <a:gd name="connsiteX95" fmla="*/ 35244 w 224903"/>
                <a:gd name="connsiteY95" fmla="*/ 96478 h 225410"/>
                <a:gd name="connsiteX96" fmla="*/ 14960 w 224903"/>
                <a:gd name="connsiteY96" fmla="*/ 96478 h 225410"/>
                <a:gd name="connsiteX97" fmla="*/ 14960 w 224903"/>
                <a:gd name="connsiteY97" fmla="*/ 128426 h 225410"/>
                <a:gd name="connsiteX98" fmla="*/ 35244 w 224903"/>
                <a:gd name="connsiteY98" fmla="*/ 128426 h 225410"/>
                <a:gd name="connsiteX99" fmla="*/ 42597 w 224903"/>
                <a:gd name="connsiteY99" fmla="*/ 133877 h 225410"/>
                <a:gd name="connsiteX100" fmla="*/ 47668 w 224903"/>
                <a:gd name="connsiteY100" fmla="*/ 146555 h 225410"/>
                <a:gd name="connsiteX101" fmla="*/ 46274 w 224903"/>
                <a:gd name="connsiteY101" fmla="*/ 155556 h 225410"/>
                <a:gd name="connsiteX102" fmla="*/ 31948 w 224903"/>
                <a:gd name="connsiteY102" fmla="*/ 169882 h 225410"/>
                <a:gd name="connsiteX103" fmla="*/ 55022 w 224903"/>
                <a:gd name="connsiteY103" fmla="*/ 192956 h 225410"/>
                <a:gd name="connsiteX104" fmla="*/ 69728 w 224903"/>
                <a:gd name="connsiteY104" fmla="*/ 179137 h 225410"/>
                <a:gd name="connsiteX105" fmla="*/ 78729 w 224903"/>
                <a:gd name="connsiteY105" fmla="*/ 177742 h 225410"/>
                <a:gd name="connsiteX106" fmla="*/ 91407 w 224903"/>
                <a:gd name="connsiteY106" fmla="*/ 182814 h 225410"/>
                <a:gd name="connsiteX107" fmla="*/ 96858 w 224903"/>
                <a:gd name="connsiteY107" fmla="*/ 190167 h 225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24903" h="225410">
                  <a:moveTo>
                    <a:pt x="136666" y="225411"/>
                  </a:moveTo>
                  <a:lnTo>
                    <a:pt x="88744" y="225411"/>
                  </a:lnTo>
                  <a:cubicBezTo>
                    <a:pt x="84543" y="225411"/>
                    <a:pt x="81138" y="222007"/>
                    <a:pt x="81136" y="217805"/>
                  </a:cubicBezTo>
                  <a:cubicBezTo>
                    <a:pt x="81136" y="217762"/>
                    <a:pt x="81136" y="217721"/>
                    <a:pt x="81138" y="217677"/>
                  </a:cubicBezTo>
                  <a:lnTo>
                    <a:pt x="81138" y="195238"/>
                  </a:lnTo>
                  <a:lnTo>
                    <a:pt x="76701" y="193463"/>
                  </a:lnTo>
                  <a:lnTo>
                    <a:pt x="60853" y="209310"/>
                  </a:lnTo>
                  <a:cubicBezTo>
                    <a:pt x="57923" y="212321"/>
                    <a:pt x="53107" y="212387"/>
                    <a:pt x="50097" y="209457"/>
                  </a:cubicBezTo>
                  <a:cubicBezTo>
                    <a:pt x="50047" y="209409"/>
                    <a:pt x="49999" y="209360"/>
                    <a:pt x="49950" y="209310"/>
                  </a:cubicBezTo>
                  <a:lnTo>
                    <a:pt x="16101" y="175460"/>
                  </a:lnTo>
                  <a:cubicBezTo>
                    <a:pt x="14659" y="174009"/>
                    <a:pt x="13842" y="172054"/>
                    <a:pt x="13819" y="170009"/>
                  </a:cubicBezTo>
                  <a:cubicBezTo>
                    <a:pt x="13867" y="167969"/>
                    <a:pt x="14682" y="166023"/>
                    <a:pt x="16101" y="164558"/>
                  </a:cubicBezTo>
                  <a:lnTo>
                    <a:pt x="31948" y="148710"/>
                  </a:lnTo>
                  <a:cubicBezTo>
                    <a:pt x="31314" y="147316"/>
                    <a:pt x="30807" y="145794"/>
                    <a:pt x="30173" y="144400"/>
                  </a:cubicBezTo>
                  <a:lnTo>
                    <a:pt x="7733" y="144400"/>
                  </a:lnTo>
                  <a:cubicBezTo>
                    <a:pt x="3462" y="144400"/>
                    <a:pt x="0" y="140938"/>
                    <a:pt x="0" y="136666"/>
                  </a:cubicBezTo>
                  <a:lnTo>
                    <a:pt x="0" y="88744"/>
                  </a:lnTo>
                  <a:cubicBezTo>
                    <a:pt x="0" y="84543"/>
                    <a:pt x="3404" y="81138"/>
                    <a:pt x="7605" y="81136"/>
                  </a:cubicBezTo>
                  <a:cubicBezTo>
                    <a:pt x="7649" y="81136"/>
                    <a:pt x="7690" y="81136"/>
                    <a:pt x="7733" y="81138"/>
                  </a:cubicBezTo>
                  <a:lnTo>
                    <a:pt x="30173" y="81138"/>
                  </a:lnTo>
                  <a:cubicBezTo>
                    <a:pt x="30807" y="79616"/>
                    <a:pt x="31314" y="78095"/>
                    <a:pt x="31948" y="76701"/>
                  </a:cubicBezTo>
                  <a:lnTo>
                    <a:pt x="16101" y="60853"/>
                  </a:lnTo>
                  <a:cubicBezTo>
                    <a:pt x="13090" y="57923"/>
                    <a:pt x="13024" y="53107"/>
                    <a:pt x="15954" y="50097"/>
                  </a:cubicBezTo>
                  <a:cubicBezTo>
                    <a:pt x="16002" y="50047"/>
                    <a:pt x="16051" y="49999"/>
                    <a:pt x="16101" y="49950"/>
                  </a:cubicBezTo>
                  <a:lnTo>
                    <a:pt x="49950" y="16101"/>
                  </a:lnTo>
                  <a:cubicBezTo>
                    <a:pt x="52994" y="13171"/>
                    <a:pt x="57809" y="13171"/>
                    <a:pt x="60853" y="16101"/>
                  </a:cubicBezTo>
                  <a:lnTo>
                    <a:pt x="76701" y="31948"/>
                  </a:lnTo>
                  <a:lnTo>
                    <a:pt x="81138" y="30173"/>
                  </a:lnTo>
                  <a:lnTo>
                    <a:pt x="81138" y="7733"/>
                  </a:lnTo>
                  <a:cubicBezTo>
                    <a:pt x="81068" y="3533"/>
                    <a:pt x="84416" y="71"/>
                    <a:pt x="88616" y="1"/>
                  </a:cubicBezTo>
                  <a:cubicBezTo>
                    <a:pt x="88660" y="0"/>
                    <a:pt x="88701" y="0"/>
                    <a:pt x="88744" y="0"/>
                  </a:cubicBezTo>
                  <a:lnTo>
                    <a:pt x="136666" y="0"/>
                  </a:lnTo>
                  <a:cubicBezTo>
                    <a:pt x="140938" y="0"/>
                    <a:pt x="144400" y="3462"/>
                    <a:pt x="144400" y="7733"/>
                  </a:cubicBezTo>
                  <a:lnTo>
                    <a:pt x="144400" y="30173"/>
                  </a:lnTo>
                  <a:lnTo>
                    <a:pt x="148710" y="31948"/>
                  </a:lnTo>
                  <a:lnTo>
                    <a:pt x="164558" y="16101"/>
                  </a:lnTo>
                  <a:cubicBezTo>
                    <a:pt x="167601" y="13171"/>
                    <a:pt x="172417" y="13171"/>
                    <a:pt x="175460" y="16101"/>
                  </a:cubicBezTo>
                  <a:lnTo>
                    <a:pt x="209310" y="49950"/>
                  </a:lnTo>
                  <a:cubicBezTo>
                    <a:pt x="212321" y="52880"/>
                    <a:pt x="212387" y="57697"/>
                    <a:pt x="209457" y="60706"/>
                  </a:cubicBezTo>
                  <a:cubicBezTo>
                    <a:pt x="209409" y="60757"/>
                    <a:pt x="209360" y="60805"/>
                    <a:pt x="209310" y="60853"/>
                  </a:cubicBezTo>
                  <a:lnTo>
                    <a:pt x="193463" y="76701"/>
                  </a:lnTo>
                  <a:cubicBezTo>
                    <a:pt x="194131" y="78148"/>
                    <a:pt x="194723" y="79629"/>
                    <a:pt x="195238" y="81138"/>
                  </a:cubicBezTo>
                  <a:lnTo>
                    <a:pt x="217170" y="81138"/>
                  </a:lnTo>
                  <a:cubicBezTo>
                    <a:pt x="221370" y="81068"/>
                    <a:pt x="224833" y="84416"/>
                    <a:pt x="224903" y="88616"/>
                  </a:cubicBezTo>
                  <a:cubicBezTo>
                    <a:pt x="224904" y="88660"/>
                    <a:pt x="224904" y="88701"/>
                    <a:pt x="224904" y="88744"/>
                  </a:cubicBezTo>
                  <a:lnTo>
                    <a:pt x="224904" y="136666"/>
                  </a:lnTo>
                  <a:cubicBezTo>
                    <a:pt x="224904" y="140938"/>
                    <a:pt x="221441" y="144400"/>
                    <a:pt x="217170" y="144400"/>
                  </a:cubicBezTo>
                  <a:lnTo>
                    <a:pt x="195238" y="144400"/>
                  </a:lnTo>
                  <a:cubicBezTo>
                    <a:pt x="195238" y="145794"/>
                    <a:pt x="194097" y="147316"/>
                    <a:pt x="193463" y="148710"/>
                  </a:cubicBezTo>
                  <a:lnTo>
                    <a:pt x="209310" y="164558"/>
                  </a:lnTo>
                  <a:cubicBezTo>
                    <a:pt x="210774" y="165993"/>
                    <a:pt x="211597" y="167959"/>
                    <a:pt x="211592" y="170009"/>
                  </a:cubicBezTo>
                  <a:cubicBezTo>
                    <a:pt x="211628" y="172065"/>
                    <a:pt x="210800" y="174042"/>
                    <a:pt x="209310" y="175460"/>
                  </a:cubicBezTo>
                  <a:lnTo>
                    <a:pt x="175460" y="209310"/>
                  </a:lnTo>
                  <a:cubicBezTo>
                    <a:pt x="172531" y="212321"/>
                    <a:pt x="167714" y="212387"/>
                    <a:pt x="164703" y="209457"/>
                  </a:cubicBezTo>
                  <a:cubicBezTo>
                    <a:pt x="164654" y="209409"/>
                    <a:pt x="164606" y="209360"/>
                    <a:pt x="164558" y="209310"/>
                  </a:cubicBezTo>
                  <a:lnTo>
                    <a:pt x="148710" y="193463"/>
                  </a:lnTo>
                  <a:lnTo>
                    <a:pt x="144400" y="195238"/>
                  </a:lnTo>
                  <a:lnTo>
                    <a:pt x="144400" y="217170"/>
                  </a:lnTo>
                  <a:cubicBezTo>
                    <a:pt x="144680" y="221433"/>
                    <a:pt x="141452" y="225114"/>
                    <a:pt x="137190" y="225394"/>
                  </a:cubicBezTo>
                  <a:cubicBezTo>
                    <a:pt x="137016" y="225406"/>
                    <a:pt x="136841" y="225411"/>
                    <a:pt x="136666" y="225411"/>
                  </a:cubicBezTo>
                  <a:close/>
                  <a:moveTo>
                    <a:pt x="96478" y="210071"/>
                  </a:moveTo>
                  <a:lnTo>
                    <a:pt x="128426" y="210071"/>
                  </a:lnTo>
                  <a:lnTo>
                    <a:pt x="128426" y="189786"/>
                  </a:lnTo>
                  <a:cubicBezTo>
                    <a:pt x="128441" y="186408"/>
                    <a:pt x="130650" y="183430"/>
                    <a:pt x="133877" y="182433"/>
                  </a:cubicBezTo>
                  <a:cubicBezTo>
                    <a:pt x="138256" y="181152"/>
                    <a:pt x="142501" y="179454"/>
                    <a:pt x="146555" y="177362"/>
                  </a:cubicBezTo>
                  <a:cubicBezTo>
                    <a:pt x="149533" y="175781"/>
                    <a:pt x="153197" y="176348"/>
                    <a:pt x="155556" y="178757"/>
                  </a:cubicBezTo>
                  <a:lnTo>
                    <a:pt x="169882" y="193083"/>
                  </a:lnTo>
                  <a:lnTo>
                    <a:pt x="192956" y="170009"/>
                  </a:lnTo>
                  <a:lnTo>
                    <a:pt x="179137" y="155683"/>
                  </a:lnTo>
                  <a:cubicBezTo>
                    <a:pt x="176728" y="153324"/>
                    <a:pt x="176162" y="149660"/>
                    <a:pt x="177742" y="146682"/>
                  </a:cubicBezTo>
                  <a:cubicBezTo>
                    <a:pt x="179834" y="142628"/>
                    <a:pt x="181532" y="138383"/>
                    <a:pt x="182814" y="134004"/>
                  </a:cubicBezTo>
                  <a:cubicBezTo>
                    <a:pt x="183810" y="130776"/>
                    <a:pt x="186788" y="128568"/>
                    <a:pt x="190167" y="128553"/>
                  </a:cubicBezTo>
                  <a:lnTo>
                    <a:pt x="210451" y="128553"/>
                  </a:lnTo>
                  <a:lnTo>
                    <a:pt x="210451" y="96478"/>
                  </a:lnTo>
                  <a:lnTo>
                    <a:pt x="190167" y="96478"/>
                  </a:lnTo>
                  <a:cubicBezTo>
                    <a:pt x="186774" y="96503"/>
                    <a:pt x="183775" y="94280"/>
                    <a:pt x="182814" y="91026"/>
                  </a:cubicBezTo>
                  <a:cubicBezTo>
                    <a:pt x="181506" y="86656"/>
                    <a:pt x="179809" y="82414"/>
                    <a:pt x="177742" y="78349"/>
                  </a:cubicBezTo>
                  <a:cubicBezTo>
                    <a:pt x="176203" y="75364"/>
                    <a:pt x="176768" y="71727"/>
                    <a:pt x="179137" y="69347"/>
                  </a:cubicBezTo>
                  <a:lnTo>
                    <a:pt x="193463" y="55022"/>
                  </a:lnTo>
                  <a:lnTo>
                    <a:pt x="170389" y="31948"/>
                  </a:lnTo>
                  <a:lnTo>
                    <a:pt x="156063" y="46274"/>
                  </a:lnTo>
                  <a:cubicBezTo>
                    <a:pt x="153704" y="48683"/>
                    <a:pt x="150040" y="49249"/>
                    <a:pt x="147062" y="47668"/>
                  </a:cubicBezTo>
                  <a:cubicBezTo>
                    <a:pt x="143008" y="45577"/>
                    <a:pt x="138763" y="43879"/>
                    <a:pt x="134384" y="42597"/>
                  </a:cubicBezTo>
                  <a:cubicBezTo>
                    <a:pt x="131157" y="41601"/>
                    <a:pt x="128948" y="38623"/>
                    <a:pt x="128933" y="35244"/>
                  </a:cubicBezTo>
                  <a:lnTo>
                    <a:pt x="128933" y="14960"/>
                  </a:lnTo>
                  <a:lnTo>
                    <a:pt x="96478" y="14960"/>
                  </a:lnTo>
                  <a:lnTo>
                    <a:pt x="96478" y="35244"/>
                  </a:lnTo>
                  <a:cubicBezTo>
                    <a:pt x="96503" y="38637"/>
                    <a:pt x="94280" y="41636"/>
                    <a:pt x="91026" y="42597"/>
                  </a:cubicBezTo>
                  <a:cubicBezTo>
                    <a:pt x="86648" y="43879"/>
                    <a:pt x="82403" y="45577"/>
                    <a:pt x="78349" y="47668"/>
                  </a:cubicBezTo>
                  <a:cubicBezTo>
                    <a:pt x="75364" y="49208"/>
                    <a:pt x="71727" y="48643"/>
                    <a:pt x="69347" y="46274"/>
                  </a:cubicBezTo>
                  <a:lnTo>
                    <a:pt x="55022" y="31948"/>
                  </a:lnTo>
                  <a:lnTo>
                    <a:pt x="31948" y="55022"/>
                  </a:lnTo>
                  <a:lnTo>
                    <a:pt x="46274" y="69347"/>
                  </a:lnTo>
                  <a:cubicBezTo>
                    <a:pt x="48723" y="71686"/>
                    <a:pt x="49295" y="75378"/>
                    <a:pt x="47668" y="78349"/>
                  </a:cubicBezTo>
                  <a:cubicBezTo>
                    <a:pt x="45602" y="82414"/>
                    <a:pt x="43904" y="86656"/>
                    <a:pt x="42597" y="91026"/>
                  </a:cubicBezTo>
                  <a:cubicBezTo>
                    <a:pt x="41636" y="94280"/>
                    <a:pt x="38637" y="96503"/>
                    <a:pt x="35244" y="96478"/>
                  </a:cubicBezTo>
                  <a:lnTo>
                    <a:pt x="14960" y="96478"/>
                  </a:lnTo>
                  <a:lnTo>
                    <a:pt x="14960" y="128426"/>
                  </a:lnTo>
                  <a:lnTo>
                    <a:pt x="35244" y="128426"/>
                  </a:lnTo>
                  <a:cubicBezTo>
                    <a:pt x="38623" y="128441"/>
                    <a:pt x="41601" y="130650"/>
                    <a:pt x="42597" y="133877"/>
                  </a:cubicBezTo>
                  <a:cubicBezTo>
                    <a:pt x="43879" y="138256"/>
                    <a:pt x="45577" y="142501"/>
                    <a:pt x="47668" y="146555"/>
                  </a:cubicBezTo>
                  <a:cubicBezTo>
                    <a:pt x="49295" y="149526"/>
                    <a:pt x="48723" y="153217"/>
                    <a:pt x="46274" y="155556"/>
                  </a:cubicBezTo>
                  <a:lnTo>
                    <a:pt x="31948" y="169882"/>
                  </a:lnTo>
                  <a:lnTo>
                    <a:pt x="55022" y="192956"/>
                  </a:lnTo>
                  <a:lnTo>
                    <a:pt x="69728" y="179137"/>
                  </a:lnTo>
                  <a:cubicBezTo>
                    <a:pt x="72107" y="176768"/>
                    <a:pt x="75745" y="176203"/>
                    <a:pt x="78729" y="177742"/>
                  </a:cubicBezTo>
                  <a:cubicBezTo>
                    <a:pt x="82795" y="179809"/>
                    <a:pt x="87037" y="181506"/>
                    <a:pt x="91407" y="182814"/>
                  </a:cubicBezTo>
                  <a:cubicBezTo>
                    <a:pt x="94660" y="183775"/>
                    <a:pt x="96884" y="186774"/>
                    <a:pt x="96858" y="19016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8B73D312-7BEF-B340-B9B7-13B1385728E4}"/>
                </a:ext>
              </a:extLst>
            </p:cNvPr>
            <p:cNvSpPr/>
            <p:nvPr/>
          </p:nvSpPr>
          <p:spPr>
            <a:xfrm>
              <a:off x="7245977" y="2390730"/>
              <a:ext cx="125003" cy="125002"/>
            </a:xfrm>
            <a:custGeom>
              <a:avLst/>
              <a:gdLst>
                <a:gd name="connsiteX0" fmla="*/ 62401 w 125003"/>
                <a:gd name="connsiteY0" fmla="*/ 125003 h 125002"/>
                <a:gd name="connsiteX1" fmla="*/ 0 w 125003"/>
                <a:gd name="connsiteY1" fmla="*/ 62401 h 125002"/>
                <a:gd name="connsiteX2" fmla="*/ 62603 w 125003"/>
                <a:gd name="connsiteY2" fmla="*/ 0 h 125002"/>
                <a:gd name="connsiteX3" fmla="*/ 125003 w 125003"/>
                <a:gd name="connsiteY3" fmla="*/ 62602 h 125002"/>
                <a:gd name="connsiteX4" fmla="*/ 106647 w 125003"/>
                <a:gd name="connsiteY4" fmla="*/ 106747 h 125002"/>
                <a:gd name="connsiteX5" fmla="*/ 62401 w 125003"/>
                <a:gd name="connsiteY5" fmla="*/ 125003 h 125002"/>
                <a:gd name="connsiteX6" fmla="*/ 29059 w 125003"/>
                <a:gd name="connsiteY6" fmla="*/ 29159 h 125002"/>
                <a:gd name="connsiteX7" fmla="*/ 30082 w 125003"/>
                <a:gd name="connsiteY7" fmla="*/ 95848 h 125002"/>
                <a:gd name="connsiteX8" fmla="*/ 96771 w 125003"/>
                <a:gd name="connsiteY8" fmla="*/ 94825 h 125002"/>
                <a:gd name="connsiteX9" fmla="*/ 95748 w 125003"/>
                <a:gd name="connsiteY9" fmla="*/ 28136 h 125002"/>
                <a:gd name="connsiteX10" fmla="*/ 62401 w 125003"/>
                <a:gd name="connsiteY10" fmla="*/ 14833 h 125002"/>
                <a:gd name="connsiteX11" fmla="*/ 29059 w 125003"/>
                <a:gd name="connsiteY11" fmla="*/ 28652 h 12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003" h="125002">
                  <a:moveTo>
                    <a:pt x="62401" y="125003"/>
                  </a:moveTo>
                  <a:cubicBezTo>
                    <a:pt x="27882" y="124947"/>
                    <a:pt x="-54" y="96919"/>
                    <a:pt x="0" y="62401"/>
                  </a:cubicBezTo>
                  <a:cubicBezTo>
                    <a:pt x="56" y="27882"/>
                    <a:pt x="28084" y="-56"/>
                    <a:pt x="62603" y="0"/>
                  </a:cubicBezTo>
                  <a:cubicBezTo>
                    <a:pt x="97121" y="56"/>
                    <a:pt x="125059" y="28084"/>
                    <a:pt x="125003" y="62602"/>
                  </a:cubicBezTo>
                  <a:cubicBezTo>
                    <a:pt x="124976" y="79168"/>
                    <a:pt x="118374" y="95047"/>
                    <a:pt x="106647" y="106747"/>
                  </a:cubicBezTo>
                  <a:cubicBezTo>
                    <a:pt x="94889" y="118438"/>
                    <a:pt x="78983" y="125002"/>
                    <a:pt x="62401" y="125003"/>
                  </a:cubicBezTo>
                  <a:close/>
                  <a:moveTo>
                    <a:pt x="29059" y="29159"/>
                  </a:moveTo>
                  <a:cubicBezTo>
                    <a:pt x="10926" y="47857"/>
                    <a:pt x="11383" y="77715"/>
                    <a:pt x="30082" y="95848"/>
                  </a:cubicBezTo>
                  <a:cubicBezTo>
                    <a:pt x="48780" y="113981"/>
                    <a:pt x="78638" y="113522"/>
                    <a:pt x="96771" y="94825"/>
                  </a:cubicBezTo>
                  <a:cubicBezTo>
                    <a:pt x="114903" y="76126"/>
                    <a:pt x="114445" y="46269"/>
                    <a:pt x="95748" y="28136"/>
                  </a:cubicBezTo>
                  <a:cubicBezTo>
                    <a:pt x="86820" y="19480"/>
                    <a:pt x="74836" y="14697"/>
                    <a:pt x="62401" y="14833"/>
                  </a:cubicBezTo>
                  <a:cubicBezTo>
                    <a:pt x="49895" y="14836"/>
                    <a:pt x="37902" y="19807"/>
                    <a:pt x="29059" y="2865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40EF039-2B71-5943-9F8E-558040CEF120}"/>
                </a:ext>
              </a:extLst>
            </p:cNvPr>
            <p:cNvSpPr/>
            <p:nvPr/>
          </p:nvSpPr>
          <p:spPr>
            <a:xfrm>
              <a:off x="7217129" y="2138504"/>
              <a:ext cx="162542" cy="235618"/>
            </a:xfrm>
            <a:custGeom>
              <a:avLst/>
              <a:gdLst>
                <a:gd name="connsiteX0" fmla="*/ 152864 w 162542"/>
                <a:gd name="connsiteY0" fmla="*/ 235619 h 235618"/>
                <a:gd name="connsiteX1" fmla="*/ 151850 w 162542"/>
                <a:gd name="connsiteY1" fmla="*/ 235619 h 235618"/>
                <a:gd name="connsiteX2" fmla="*/ 145258 w 162542"/>
                <a:gd name="connsiteY2" fmla="*/ 226871 h 235618"/>
                <a:gd name="connsiteX3" fmla="*/ 97970 w 162542"/>
                <a:gd name="connsiteY3" fmla="*/ 83105 h 235618"/>
                <a:gd name="connsiteX4" fmla="*/ 97082 w 162542"/>
                <a:gd name="connsiteY4" fmla="*/ 82344 h 235618"/>
                <a:gd name="connsiteX5" fmla="*/ 96321 w 162542"/>
                <a:gd name="connsiteY5" fmla="*/ 81457 h 235618"/>
                <a:gd name="connsiteX6" fmla="*/ 6436 w 162542"/>
                <a:gd name="connsiteY6" fmla="*/ 34803 h 235618"/>
                <a:gd name="connsiteX7" fmla="*/ 97 w 162542"/>
                <a:gd name="connsiteY7" fmla="*/ 28464 h 235618"/>
                <a:gd name="connsiteX8" fmla="*/ 4154 w 162542"/>
                <a:gd name="connsiteY8" fmla="*/ 20477 h 235618"/>
                <a:gd name="connsiteX9" fmla="*/ 42314 w 162542"/>
                <a:gd name="connsiteY9" fmla="*/ 826 h 235618"/>
                <a:gd name="connsiteX10" fmla="*/ 52540 w 162542"/>
                <a:gd name="connsiteY10" fmla="*/ 4164 h 235618"/>
                <a:gd name="connsiteX11" fmla="*/ 52583 w 162542"/>
                <a:gd name="connsiteY11" fmla="*/ 4249 h 235618"/>
                <a:gd name="connsiteX12" fmla="*/ 49549 w 162542"/>
                <a:gd name="connsiteY12" fmla="*/ 14383 h 235618"/>
                <a:gd name="connsiteX13" fmla="*/ 49287 w 162542"/>
                <a:gd name="connsiteY13" fmla="*/ 14518 h 235618"/>
                <a:gd name="connsiteX14" fmla="*/ 29890 w 162542"/>
                <a:gd name="connsiteY14" fmla="*/ 24534 h 235618"/>
                <a:gd name="connsiteX15" fmla="*/ 106971 w 162542"/>
                <a:gd name="connsiteY15" fmla="*/ 70554 h 235618"/>
                <a:gd name="connsiteX16" fmla="*/ 107858 w 162542"/>
                <a:gd name="connsiteY16" fmla="*/ 71441 h 235618"/>
                <a:gd name="connsiteX17" fmla="*/ 108619 w 162542"/>
                <a:gd name="connsiteY17" fmla="*/ 72202 h 235618"/>
                <a:gd name="connsiteX18" fmla="*/ 160471 w 162542"/>
                <a:gd name="connsiteY18" fmla="*/ 229026 h 235618"/>
                <a:gd name="connsiteX19" fmla="*/ 152864 w 162542"/>
                <a:gd name="connsiteY19" fmla="*/ 235619 h 23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2542" h="235618">
                  <a:moveTo>
                    <a:pt x="152864" y="235619"/>
                  </a:moveTo>
                  <a:lnTo>
                    <a:pt x="151850" y="235619"/>
                  </a:lnTo>
                  <a:cubicBezTo>
                    <a:pt x="147649" y="234966"/>
                    <a:pt x="144728" y="231090"/>
                    <a:pt x="145258" y="226871"/>
                  </a:cubicBezTo>
                  <a:cubicBezTo>
                    <a:pt x="153387" y="174144"/>
                    <a:pt x="135811" y="120710"/>
                    <a:pt x="97970" y="83105"/>
                  </a:cubicBezTo>
                  <a:lnTo>
                    <a:pt x="97082" y="82344"/>
                  </a:lnTo>
                  <a:lnTo>
                    <a:pt x="96321" y="81457"/>
                  </a:lnTo>
                  <a:cubicBezTo>
                    <a:pt x="71917" y="56968"/>
                    <a:pt x="40507" y="40665"/>
                    <a:pt x="6436" y="34803"/>
                  </a:cubicBezTo>
                  <a:cubicBezTo>
                    <a:pt x="3189" y="34255"/>
                    <a:pt x="645" y="31711"/>
                    <a:pt x="97" y="28464"/>
                  </a:cubicBezTo>
                  <a:cubicBezTo>
                    <a:pt x="-428" y="25203"/>
                    <a:pt x="1211" y="21976"/>
                    <a:pt x="4154" y="20477"/>
                  </a:cubicBezTo>
                  <a:lnTo>
                    <a:pt x="42314" y="826"/>
                  </a:lnTo>
                  <a:cubicBezTo>
                    <a:pt x="46060" y="-1076"/>
                    <a:pt x="50638" y="418"/>
                    <a:pt x="52540" y="4164"/>
                  </a:cubicBezTo>
                  <a:cubicBezTo>
                    <a:pt x="52555" y="4192"/>
                    <a:pt x="52569" y="4221"/>
                    <a:pt x="52583" y="4249"/>
                  </a:cubicBezTo>
                  <a:cubicBezTo>
                    <a:pt x="54544" y="7885"/>
                    <a:pt x="53185" y="12422"/>
                    <a:pt x="49549" y="14383"/>
                  </a:cubicBezTo>
                  <a:cubicBezTo>
                    <a:pt x="49463" y="14430"/>
                    <a:pt x="49376" y="14475"/>
                    <a:pt x="49287" y="14518"/>
                  </a:cubicBezTo>
                  <a:lnTo>
                    <a:pt x="29890" y="24534"/>
                  </a:lnTo>
                  <a:cubicBezTo>
                    <a:pt x="59013" y="33219"/>
                    <a:pt x="85509" y="49037"/>
                    <a:pt x="106971" y="70554"/>
                  </a:cubicBezTo>
                  <a:cubicBezTo>
                    <a:pt x="107233" y="70881"/>
                    <a:pt x="107531" y="71178"/>
                    <a:pt x="107858" y="71441"/>
                  </a:cubicBezTo>
                  <a:lnTo>
                    <a:pt x="108619" y="72202"/>
                  </a:lnTo>
                  <a:cubicBezTo>
                    <a:pt x="149951" y="113199"/>
                    <a:pt x="169217" y="171470"/>
                    <a:pt x="160471" y="229026"/>
                  </a:cubicBezTo>
                  <a:cubicBezTo>
                    <a:pt x="159960" y="232827"/>
                    <a:pt x="156699" y="235653"/>
                    <a:pt x="152864" y="23561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585ACDB9-29F3-6F49-B152-93A18F32D872}"/>
                </a:ext>
              </a:extLst>
            </p:cNvPr>
            <p:cNvSpPr/>
            <p:nvPr/>
          </p:nvSpPr>
          <p:spPr>
            <a:xfrm>
              <a:off x="7217168" y="2158082"/>
              <a:ext cx="42763" cy="51355"/>
            </a:xfrm>
            <a:custGeom>
              <a:avLst/>
              <a:gdLst>
                <a:gd name="connsiteX0" fmla="*/ 35048 w 42763"/>
                <a:gd name="connsiteY0" fmla="*/ 51356 h 51355"/>
                <a:gd name="connsiteX1" fmla="*/ 28963 w 42763"/>
                <a:gd name="connsiteY1" fmla="*/ 48313 h 51355"/>
                <a:gd name="connsiteX2" fmla="*/ 1579 w 42763"/>
                <a:gd name="connsiteY2" fmla="*/ 12308 h 51355"/>
                <a:gd name="connsiteX3" fmla="*/ 2973 w 42763"/>
                <a:gd name="connsiteY3" fmla="*/ 1532 h 51355"/>
                <a:gd name="connsiteX4" fmla="*/ 13749 w 42763"/>
                <a:gd name="connsiteY4" fmla="*/ 3053 h 51355"/>
                <a:gd name="connsiteX5" fmla="*/ 41133 w 42763"/>
                <a:gd name="connsiteY5" fmla="*/ 39058 h 51355"/>
                <a:gd name="connsiteX6" fmla="*/ 39860 w 42763"/>
                <a:gd name="connsiteY6" fmla="*/ 49740 h 51355"/>
                <a:gd name="connsiteX7" fmla="*/ 39739 w 42763"/>
                <a:gd name="connsiteY7" fmla="*/ 49834 h 51355"/>
                <a:gd name="connsiteX8" fmla="*/ 35048 w 42763"/>
                <a:gd name="connsiteY8" fmla="*/ 51356 h 5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63" h="51355">
                  <a:moveTo>
                    <a:pt x="35048" y="51356"/>
                  </a:moveTo>
                  <a:cubicBezTo>
                    <a:pt x="32653" y="51356"/>
                    <a:pt x="30399" y="50228"/>
                    <a:pt x="28963" y="48313"/>
                  </a:cubicBezTo>
                  <a:lnTo>
                    <a:pt x="1579" y="12308"/>
                  </a:lnTo>
                  <a:cubicBezTo>
                    <a:pt x="-984" y="8940"/>
                    <a:pt x="-362" y="4137"/>
                    <a:pt x="2973" y="1532"/>
                  </a:cubicBezTo>
                  <a:cubicBezTo>
                    <a:pt x="6375" y="-1002"/>
                    <a:pt x="11182" y="-323"/>
                    <a:pt x="13749" y="3053"/>
                  </a:cubicBezTo>
                  <a:lnTo>
                    <a:pt x="41133" y="39058"/>
                  </a:lnTo>
                  <a:cubicBezTo>
                    <a:pt x="43732" y="42359"/>
                    <a:pt x="43162" y="47142"/>
                    <a:pt x="39860" y="49740"/>
                  </a:cubicBezTo>
                  <a:cubicBezTo>
                    <a:pt x="39820" y="49772"/>
                    <a:pt x="39779" y="49803"/>
                    <a:pt x="39739" y="49834"/>
                  </a:cubicBezTo>
                  <a:cubicBezTo>
                    <a:pt x="38375" y="50824"/>
                    <a:pt x="36733" y="51356"/>
                    <a:pt x="35048" y="513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1DB756F-5EBD-CF41-B5FC-AE4BE3764597}"/>
                </a:ext>
              </a:extLst>
            </p:cNvPr>
            <p:cNvSpPr/>
            <p:nvPr/>
          </p:nvSpPr>
          <p:spPr>
            <a:xfrm>
              <a:off x="7130274" y="2470416"/>
              <a:ext cx="43270" cy="51417"/>
            </a:xfrm>
            <a:custGeom>
              <a:avLst/>
              <a:gdLst>
                <a:gd name="connsiteX0" fmla="*/ 35099 w 43270"/>
                <a:gd name="connsiteY0" fmla="*/ 51402 h 51417"/>
                <a:gd name="connsiteX1" fmla="*/ 29014 w 43270"/>
                <a:gd name="connsiteY1" fmla="*/ 48360 h 51417"/>
                <a:gd name="connsiteX2" fmla="*/ 1630 w 43270"/>
                <a:gd name="connsiteY2" fmla="*/ 12355 h 51417"/>
                <a:gd name="connsiteX3" fmla="*/ 2903 w 43270"/>
                <a:gd name="connsiteY3" fmla="*/ 1672 h 51417"/>
                <a:gd name="connsiteX4" fmla="*/ 3024 w 43270"/>
                <a:gd name="connsiteY4" fmla="*/ 1579 h 51417"/>
                <a:gd name="connsiteX5" fmla="*/ 13801 w 43270"/>
                <a:gd name="connsiteY5" fmla="*/ 2973 h 51417"/>
                <a:gd name="connsiteX6" fmla="*/ 41692 w 43270"/>
                <a:gd name="connsiteY6" fmla="*/ 39105 h 51417"/>
                <a:gd name="connsiteX7" fmla="*/ 40297 w 43270"/>
                <a:gd name="connsiteY7" fmla="*/ 49881 h 51417"/>
                <a:gd name="connsiteX8" fmla="*/ 35099 w 43270"/>
                <a:gd name="connsiteY8" fmla="*/ 51402 h 51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270" h="51417">
                  <a:moveTo>
                    <a:pt x="35099" y="51402"/>
                  </a:moveTo>
                  <a:cubicBezTo>
                    <a:pt x="32704" y="51402"/>
                    <a:pt x="30450" y="50275"/>
                    <a:pt x="29014" y="48360"/>
                  </a:cubicBezTo>
                  <a:lnTo>
                    <a:pt x="1630" y="12355"/>
                  </a:lnTo>
                  <a:cubicBezTo>
                    <a:pt x="-969" y="9053"/>
                    <a:pt x="-398" y="4271"/>
                    <a:pt x="2903" y="1672"/>
                  </a:cubicBezTo>
                  <a:cubicBezTo>
                    <a:pt x="2943" y="1641"/>
                    <a:pt x="2984" y="1609"/>
                    <a:pt x="3024" y="1579"/>
                  </a:cubicBezTo>
                  <a:cubicBezTo>
                    <a:pt x="6393" y="-984"/>
                    <a:pt x="11195" y="-362"/>
                    <a:pt x="13801" y="2973"/>
                  </a:cubicBezTo>
                  <a:lnTo>
                    <a:pt x="41692" y="39105"/>
                  </a:lnTo>
                  <a:cubicBezTo>
                    <a:pt x="44254" y="42473"/>
                    <a:pt x="43633" y="47276"/>
                    <a:pt x="40297" y="49881"/>
                  </a:cubicBezTo>
                  <a:cubicBezTo>
                    <a:pt x="38795" y="50978"/>
                    <a:pt x="36957" y="51516"/>
                    <a:pt x="35099" y="5140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</p:spTree>
    <p:extLst>
      <p:ext uri="{BB962C8B-B14F-4D97-AF65-F5344CB8AC3E}">
        <p14:creationId xmlns:p14="http://schemas.microsoft.com/office/powerpoint/2010/main" val="3734713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F58AA1B7-06CC-BC45-ACBB-B3FFE6ADF962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673D75B-8C09-CB4E-A252-279F32F8AE26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79280D3-B457-3549-A01A-EB32523D8606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58262768-1E3A-BF4F-8583-7293BAD9F2D2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022C0051-EC73-484A-A894-D993E57223C4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4E143F4C-FAB7-FA4E-B55E-499C2C7A1A16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9" name="Group 4">
            <a:extLst>
              <a:ext uri="{FF2B5EF4-FFF2-40B4-BE49-F238E27FC236}">
                <a16:creationId xmlns:a16="http://schemas.microsoft.com/office/drawing/2014/main" id="{A3787167-BE7A-2C46-8EEF-14FA426B3B3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22751" y="1896542"/>
            <a:ext cx="3746498" cy="3747428"/>
            <a:chOff x="1992" y="440"/>
            <a:chExt cx="4024" cy="4025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DE55BCD6-51FC-3B49-B289-C1F34EB8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440"/>
              <a:ext cx="2649" cy="1575"/>
            </a:xfrm>
            <a:custGeom>
              <a:avLst/>
              <a:gdLst>
                <a:gd name="T0" fmla="*/ 1024 w 3108"/>
                <a:gd name="T1" fmla="*/ 1177 h 1847"/>
                <a:gd name="T2" fmla="*/ 1024 w 3108"/>
                <a:gd name="T3" fmla="*/ 1176 h 1847"/>
                <a:gd name="T4" fmla="*/ 3108 w 3108"/>
                <a:gd name="T5" fmla="*/ 1176 h 1847"/>
                <a:gd name="T6" fmla="*/ 1065 w 3108"/>
                <a:gd name="T7" fmla="*/ 0 h 1847"/>
                <a:gd name="T8" fmla="*/ 0 w 3108"/>
                <a:gd name="T9" fmla="*/ 254 h 1847"/>
                <a:gd name="T10" fmla="*/ 0 w 3108"/>
                <a:gd name="T11" fmla="*/ 1847 h 1847"/>
                <a:gd name="T12" fmla="*/ 1024 w 3108"/>
                <a:gd name="T13" fmla="*/ 1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8" h="1847">
                  <a:moveTo>
                    <a:pt x="1024" y="1177"/>
                  </a:moveTo>
                  <a:cubicBezTo>
                    <a:pt x="1024" y="1176"/>
                    <a:pt x="1024" y="1176"/>
                    <a:pt x="1024" y="1176"/>
                  </a:cubicBezTo>
                  <a:cubicBezTo>
                    <a:pt x="3108" y="1176"/>
                    <a:pt x="3108" y="1176"/>
                    <a:pt x="3108" y="1176"/>
                  </a:cubicBezTo>
                  <a:cubicBezTo>
                    <a:pt x="2699" y="473"/>
                    <a:pt x="1937" y="0"/>
                    <a:pt x="1065" y="0"/>
                  </a:cubicBezTo>
                  <a:cubicBezTo>
                    <a:pt x="682" y="0"/>
                    <a:pt x="320" y="91"/>
                    <a:pt x="0" y="254"/>
                  </a:cubicBezTo>
                  <a:cubicBezTo>
                    <a:pt x="0" y="1847"/>
                    <a:pt x="0" y="1847"/>
                    <a:pt x="0" y="1847"/>
                  </a:cubicBezTo>
                  <a:cubicBezTo>
                    <a:pt x="186" y="1463"/>
                    <a:pt x="572" y="1194"/>
                    <a:pt x="1024" y="11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1129A66-CD8B-5D4D-88DB-8E752B1B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710"/>
              <a:ext cx="1576" cy="2655"/>
            </a:xfrm>
            <a:custGeom>
              <a:avLst/>
              <a:gdLst>
                <a:gd name="T0" fmla="*/ 1178 w 1849"/>
                <a:gd name="T1" fmla="*/ 2045 h 3114"/>
                <a:gd name="T2" fmla="*/ 1178 w 1849"/>
                <a:gd name="T3" fmla="*/ 0 h 3114"/>
                <a:gd name="T4" fmla="*/ 0 w 1849"/>
                <a:gd name="T5" fmla="*/ 2044 h 3114"/>
                <a:gd name="T6" fmla="*/ 256 w 1849"/>
                <a:gd name="T7" fmla="*/ 3114 h 3114"/>
                <a:gd name="T8" fmla="*/ 1849 w 1849"/>
                <a:gd name="T9" fmla="*/ 3114 h 3114"/>
                <a:gd name="T10" fmla="*/ 1178 w 1849"/>
                <a:gd name="T11" fmla="*/ 2045 h 3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49" h="3114">
                  <a:moveTo>
                    <a:pt x="1178" y="2045"/>
                  </a:moveTo>
                  <a:cubicBezTo>
                    <a:pt x="1178" y="0"/>
                    <a:pt x="1178" y="0"/>
                    <a:pt x="1178" y="0"/>
                  </a:cubicBezTo>
                  <a:cubicBezTo>
                    <a:pt x="473" y="409"/>
                    <a:pt x="0" y="1171"/>
                    <a:pt x="0" y="2044"/>
                  </a:cubicBezTo>
                  <a:cubicBezTo>
                    <a:pt x="0" y="2429"/>
                    <a:pt x="92" y="2793"/>
                    <a:pt x="256" y="3114"/>
                  </a:cubicBezTo>
                  <a:cubicBezTo>
                    <a:pt x="1849" y="3114"/>
                    <a:pt x="1849" y="3114"/>
                    <a:pt x="1849" y="3114"/>
                  </a:cubicBezTo>
                  <a:cubicBezTo>
                    <a:pt x="1452" y="2922"/>
                    <a:pt x="1178" y="2516"/>
                    <a:pt x="1178" y="2045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62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66008B17-49CD-544A-AA42-3C8BFB4EB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542"/>
              <a:ext cx="1570" cy="2649"/>
            </a:xfrm>
            <a:custGeom>
              <a:avLst/>
              <a:gdLst>
                <a:gd name="T0" fmla="*/ 669 w 1842"/>
                <a:gd name="T1" fmla="*/ 1010 h 3107"/>
                <a:gd name="T2" fmla="*/ 671 w 1842"/>
                <a:gd name="T3" fmla="*/ 1010 h 3107"/>
                <a:gd name="T4" fmla="*/ 671 w 1842"/>
                <a:gd name="T5" fmla="*/ 3107 h 3107"/>
                <a:gd name="T6" fmla="*/ 1842 w 1842"/>
                <a:gd name="T7" fmla="*/ 1068 h 3107"/>
                <a:gd name="T8" fmla="*/ 1587 w 1842"/>
                <a:gd name="T9" fmla="*/ 0 h 3107"/>
                <a:gd name="T10" fmla="*/ 0 w 1842"/>
                <a:gd name="T11" fmla="*/ 0 h 3107"/>
                <a:gd name="T12" fmla="*/ 669 w 1842"/>
                <a:gd name="T13" fmla="*/ 1010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2" h="3107">
                  <a:moveTo>
                    <a:pt x="669" y="1010"/>
                  </a:moveTo>
                  <a:cubicBezTo>
                    <a:pt x="671" y="1010"/>
                    <a:pt x="671" y="1010"/>
                    <a:pt x="671" y="1010"/>
                  </a:cubicBezTo>
                  <a:cubicBezTo>
                    <a:pt x="671" y="3107"/>
                    <a:pt x="671" y="3107"/>
                    <a:pt x="671" y="3107"/>
                  </a:cubicBezTo>
                  <a:cubicBezTo>
                    <a:pt x="1371" y="2698"/>
                    <a:pt x="1842" y="1938"/>
                    <a:pt x="1842" y="1068"/>
                  </a:cubicBezTo>
                  <a:cubicBezTo>
                    <a:pt x="1842" y="684"/>
                    <a:pt x="1750" y="321"/>
                    <a:pt x="158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80" y="184"/>
                    <a:pt x="647" y="565"/>
                    <a:pt x="669" y="101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FCA55EB-F977-7B4B-9199-1F982748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93"/>
              <a:ext cx="2653" cy="1572"/>
            </a:xfrm>
            <a:custGeom>
              <a:avLst/>
              <a:gdLst>
                <a:gd name="T0" fmla="*/ 2058 w 3113"/>
                <a:gd name="T1" fmla="*/ 671 h 1844"/>
                <a:gd name="T2" fmla="*/ 2058 w 3113"/>
                <a:gd name="T3" fmla="*/ 671 h 1844"/>
                <a:gd name="T4" fmla="*/ 0 w 3113"/>
                <a:gd name="T5" fmla="*/ 671 h 1844"/>
                <a:gd name="T6" fmla="*/ 2040 w 3113"/>
                <a:gd name="T7" fmla="*/ 1844 h 1844"/>
                <a:gd name="T8" fmla="*/ 3113 w 3113"/>
                <a:gd name="T9" fmla="*/ 1587 h 1844"/>
                <a:gd name="T10" fmla="*/ 3113 w 3113"/>
                <a:gd name="T11" fmla="*/ 0 h 1844"/>
                <a:gd name="T12" fmla="*/ 2058 w 3113"/>
                <a:gd name="T13" fmla="*/ 671 h 1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13" h="1844">
                  <a:moveTo>
                    <a:pt x="2058" y="671"/>
                  </a:moveTo>
                  <a:cubicBezTo>
                    <a:pt x="2058" y="671"/>
                    <a:pt x="2058" y="671"/>
                    <a:pt x="2058" y="671"/>
                  </a:cubicBezTo>
                  <a:cubicBezTo>
                    <a:pt x="0" y="671"/>
                    <a:pt x="0" y="671"/>
                    <a:pt x="0" y="671"/>
                  </a:cubicBezTo>
                  <a:cubicBezTo>
                    <a:pt x="409" y="1373"/>
                    <a:pt x="1170" y="1844"/>
                    <a:pt x="2040" y="1844"/>
                  </a:cubicBezTo>
                  <a:cubicBezTo>
                    <a:pt x="2426" y="1844"/>
                    <a:pt x="2791" y="1752"/>
                    <a:pt x="3113" y="1587"/>
                  </a:cubicBezTo>
                  <a:cubicBezTo>
                    <a:pt x="3113" y="0"/>
                    <a:pt x="3113" y="0"/>
                    <a:pt x="3113" y="0"/>
                  </a:cubicBezTo>
                  <a:cubicBezTo>
                    <a:pt x="2923" y="393"/>
                    <a:pt x="2523" y="666"/>
                    <a:pt x="2058" y="67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08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Freeform 17">
            <a:extLst>
              <a:ext uri="{FF2B5EF4-FFF2-40B4-BE49-F238E27FC236}">
                <a16:creationId xmlns:a16="http://schemas.microsoft.com/office/drawing/2014/main" id="{18F7F1F5-AD93-FD4A-BDA9-AE8CE5F75E22}"/>
              </a:ext>
            </a:extLst>
          </p:cNvPr>
          <p:cNvSpPr>
            <a:spLocks noChangeAspect="1"/>
          </p:cNvSpPr>
          <p:nvPr/>
        </p:nvSpPr>
        <p:spPr bwMode="auto">
          <a:xfrm>
            <a:off x="5241790" y="2903705"/>
            <a:ext cx="1734202" cy="1735896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3B4987F2-0DA5-E347-A9CE-4D7C3ED6120D}"/>
              </a:ext>
            </a:extLst>
          </p:cNvPr>
          <p:cNvGrpSpPr/>
          <p:nvPr/>
        </p:nvGrpSpPr>
        <p:grpSpPr>
          <a:xfrm flipH="1">
            <a:off x="1393896" y="2086470"/>
            <a:ext cx="2783072" cy="723275"/>
            <a:chOff x="7825488" y="1404017"/>
            <a:chExt cx="3368029" cy="723275"/>
          </a:xfrm>
        </p:grpSpPr>
        <p:sp>
          <p:nvSpPr>
            <p:cNvPr id="24" name="Inhaltsplatzhalter 4">
              <a:extLst>
                <a:ext uri="{FF2B5EF4-FFF2-40B4-BE49-F238E27FC236}">
                  <a16:creationId xmlns:a16="http://schemas.microsoft.com/office/drawing/2014/main" id="{62428607-D7BD-7944-835C-321EA9E6A12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DE79254-049F-1048-BBA6-743B4FB683C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08A8E44-FE60-CE48-AA6D-E8FF2EB04A0F}"/>
              </a:ext>
            </a:extLst>
          </p:cNvPr>
          <p:cNvGrpSpPr/>
          <p:nvPr/>
        </p:nvGrpSpPr>
        <p:grpSpPr>
          <a:xfrm flipH="1">
            <a:off x="1393896" y="4665591"/>
            <a:ext cx="2783072" cy="723275"/>
            <a:chOff x="7825488" y="1404017"/>
            <a:chExt cx="3368029" cy="723275"/>
          </a:xfrm>
        </p:grpSpPr>
        <p:sp>
          <p:nvSpPr>
            <p:cNvPr id="27" name="Inhaltsplatzhalter 4">
              <a:extLst>
                <a:ext uri="{FF2B5EF4-FFF2-40B4-BE49-F238E27FC236}">
                  <a16:creationId xmlns:a16="http://schemas.microsoft.com/office/drawing/2014/main" id="{F695667B-2406-294B-8EA1-3B7CD2653AA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E3561781-F169-224F-AE29-AD346DF9B2B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ABBE100-95E4-3143-A34A-F7AC20E0A7C7}"/>
              </a:ext>
            </a:extLst>
          </p:cNvPr>
          <p:cNvGrpSpPr/>
          <p:nvPr/>
        </p:nvGrpSpPr>
        <p:grpSpPr>
          <a:xfrm>
            <a:off x="7931468" y="2131893"/>
            <a:ext cx="2783072" cy="723275"/>
            <a:chOff x="7825488" y="1404017"/>
            <a:chExt cx="3368029" cy="723275"/>
          </a:xfrm>
        </p:grpSpPr>
        <p:sp>
          <p:nvSpPr>
            <p:cNvPr id="30" name="Inhaltsplatzhalter 4">
              <a:extLst>
                <a:ext uri="{FF2B5EF4-FFF2-40B4-BE49-F238E27FC236}">
                  <a16:creationId xmlns:a16="http://schemas.microsoft.com/office/drawing/2014/main" id="{E6C7DDB5-0BEF-1F44-8AC4-2933E21B5CA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06054F1D-9F81-8046-922B-587D1902469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D4C00F2-0482-7043-BBBE-D73DDFB22E06}"/>
              </a:ext>
            </a:extLst>
          </p:cNvPr>
          <p:cNvGrpSpPr/>
          <p:nvPr/>
        </p:nvGrpSpPr>
        <p:grpSpPr>
          <a:xfrm>
            <a:off x="7931468" y="4759624"/>
            <a:ext cx="2783072" cy="723275"/>
            <a:chOff x="7825488" y="1404017"/>
            <a:chExt cx="3368029" cy="723275"/>
          </a:xfrm>
        </p:grpSpPr>
        <p:sp>
          <p:nvSpPr>
            <p:cNvPr id="33" name="Inhaltsplatzhalter 4">
              <a:extLst>
                <a:ext uri="{FF2B5EF4-FFF2-40B4-BE49-F238E27FC236}">
                  <a16:creationId xmlns:a16="http://schemas.microsoft.com/office/drawing/2014/main" id="{BFFF8BA9-3B42-8E4C-92A5-55D95F4CC07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B739EC2B-7669-2E48-A4CB-C733E914F29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Graphic 35">
            <a:extLst>
              <a:ext uri="{FF2B5EF4-FFF2-40B4-BE49-F238E27FC236}">
                <a16:creationId xmlns:a16="http://schemas.microsoft.com/office/drawing/2014/main" id="{A15A3ACD-BB0B-3146-BAC5-5D662111DEB9}"/>
              </a:ext>
            </a:extLst>
          </p:cNvPr>
          <p:cNvGrpSpPr/>
          <p:nvPr/>
        </p:nvGrpSpPr>
        <p:grpSpPr>
          <a:xfrm>
            <a:off x="5963544" y="4898156"/>
            <a:ext cx="358788" cy="462099"/>
            <a:chOff x="5563959" y="2176544"/>
            <a:chExt cx="358788" cy="462099"/>
          </a:xfrm>
          <a:solidFill>
            <a:srgbClr val="FFFFFF"/>
          </a:solidFill>
        </p:grpSpPr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A7DF1992-DE28-CE43-AFA3-561F94706739}"/>
                </a:ext>
              </a:extLst>
            </p:cNvPr>
            <p:cNvSpPr/>
            <p:nvPr/>
          </p:nvSpPr>
          <p:spPr>
            <a:xfrm>
              <a:off x="5564016" y="2388274"/>
              <a:ext cx="358043" cy="250365"/>
            </a:xfrm>
            <a:custGeom>
              <a:avLst/>
              <a:gdLst>
                <a:gd name="connsiteX0" fmla="*/ 349890 w 358043"/>
                <a:gd name="connsiteY0" fmla="*/ 250366 h 250365"/>
                <a:gd name="connsiteX1" fmla="*/ 8289 w 358043"/>
                <a:gd name="connsiteY1" fmla="*/ 250366 h 250365"/>
                <a:gd name="connsiteX2" fmla="*/ 0 w 358043"/>
                <a:gd name="connsiteY2" fmla="*/ 242026 h 250365"/>
                <a:gd name="connsiteX3" fmla="*/ 0 w 358043"/>
                <a:gd name="connsiteY3" fmla="*/ 7276 h 250365"/>
                <a:gd name="connsiteX4" fmla="*/ 9280 w 358043"/>
                <a:gd name="connsiteY4" fmla="*/ 69 h 250365"/>
                <a:gd name="connsiteX5" fmla="*/ 16441 w 358043"/>
                <a:gd name="connsiteY5" fmla="*/ 7276 h 250365"/>
                <a:gd name="connsiteX6" fmla="*/ 16441 w 358043"/>
                <a:gd name="connsiteY6" fmla="*/ 233823 h 250365"/>
                <a:gd name="connsiteX7" fmla="*/ 341601 w 358043"/>
                <a:gd name="connsiteY7" fmla="*/ 233823 h 250365"/>
                <a:gd name="connsiteX8" fmla="*/ 341601 w 358043"/>
                <a:gd name="connsiteY8" fmla="*/ 7276 h 250365"/>
                <a:gd name="connsiteX9" fmla="*/ 350881 w 358043"/>
                <a:gd name="connsiteY9" fmla="*/ 69 h 250365"/>
                <a:gd name="connsiteX10" fmla="*/ 358043 w 358043"/>
                <a:gd name="connsiteY10" fmla="*/ 7276 h 250365"/>
                <a:gd name="connsiteX11" fmla="*/ 358043 w 358043"/>
                <a:gd name="connsiteY11" fmla="*/ 242026 h 250365"/>
                <a:gd name="connsiteX12" fmla="*/ 350027 w 358043"/>
                <a:gd name="connsiteY12" fmla="*/ 250365 h 250365"/>
                <a:gd name="connsiteX13" fmla="*/ 349890 w 358043"/>
                <a:gd name="connsiteY13" fmla="*/ 250366 h 25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8043" h="250365">
                  <a:moveTo>
                    <a:pt x="349890" y="250366"/>
                  </a:moveTo>
                  <a:lnTo>
                    <a:pt x="8289" y="250366"/>
                  </a:lnTo>
                  <a:cubicBezTo>
                    <a:pt x="3711" y="250366"/>
                    <a:pt x="0" y="246632"/>
                    <a:pt x="0" y="242026"/>
                  </a:cubicBezTo>
                  <a:lnTo>
                    <a:pt x="0" y="7276"/>
                  </a:lnTo>
                  <a:cubicBezTo>
                    <a:pt x="585" y="2708"/>
                    <a:pt x="4740" y="-519"/>
                    <a:pt x="9280" y="69"/>
                  </a:cubicBezTo>
                  <a:cubicBezTo>
                    <a:pt x="13018" y="554"/>
                    <a:pt x="15960" y="3515"/>
                    <a:pt x="16441" y="7276"/>
                  </a:cubicBezTo>
                  <a:lnTo>
                    <a:pt x="16441" y="233823"/>
                  </a:lnTo>
                  <a:lnTo>
                    <a:pt x="341601" y="233823"/>
                  </a:lnTo>
                  <a:lnTo>
                    <a:pt x="341601" y="7276"/>
                  </a:lnTo>
                  <a:cubicBezTo>
                    <a:pt x="342186" y="2708"/>
                    <a:pt x="346341" y="-519"/>
                    <a:pt x="350881" y="69"/>
                  </a:cubicBezTo>
                  <a:cubicBezTo>
                    <a:pt x="354619" y="554"/>
                    <a:pt x="357562" y="3515"/>
                    <a:pt x="358043" y="7276"/>
                  </a:cubicBezTo>
                  <a:lnTo>
                    <a:pt x="358043" y="242026"/>
                  </a:lnTo>
                  <a:cubicBezTo>
                    <a:pt x="358118" y="246556"/>
                    <a:pt x="354529" y="250289"/>
                    <a:pt x="350027" y="250365"/>
                  </a:cubicBezTo>
                  <a:cubicBezTo>
                    <a:pt x="349981" y="250366"/>
                    <a:pt x="349936" y="250366"/>
                    <a:pt x="349890" y="250366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C8AE52A9-77ED-7A47-835A-3E0A8EDAB014}"/>
                </a:ext>
              </a:extLst>
            </p:cNvPr>
            <p:cNvSpPr/>
            <p:nvPr/>
          </p:nvSpPr>
          <p:spPr>
            <a:xfrm>
              <a:off x="5564740" y="2504713"/>
              <a:ext cx="358007" cy="133930"/>
            </a:xfrm>
            <a:custGeom>
              <a:avLst/>
              <a:gdLst>
                <a:gd name="connsiteX0" fmla="*/ 349166 w 358007"/>
                <a:gd name="connsiteY0" fmla="*/ 133927 h 133930"/>
                <a:gd name="connsiteX1" fmla="*/ 344546 w 358007"/>
                <a:gd name="connsiteY1" fmla="*/ 132423 h 133930"/>
                <a:gd name="connsiteX2" fmla="*/ 178365 w 358007"/>
                <a:gd name="connsiteY2" fmla="*/ 18260 h 133930"/>
                <a:gd name="connsiteX3" fmla="*/ 12863 w 358007"/>
                <a:gd name="connsiteY3" fmla="*/ 132423 h 133930"/>
                <a:gd name="connsiteX4" fmla="*/ 1502 w 358007"/>
                <a:gd name="connsiteY4" fmla="*/ 130447 h 133930"/>
                <a:gd name="connsiteX5" fmla="*/ 1450 w 358007"/>
                <a:gd name="connsiteY5" fmla="*/ 130372 h 133930"/>
                <a:gd name="connsiteX6" fmla="*/ 3488 w 358007"/>
                <a:gd name="connsiteY6" fmla="*/ 118751 h 133930"/>
                <a:gd name="connsiteX7" fmla="*/ 174424 w 358007"/>
                <a:gd name="connsiteY7" fmla="*/ 1444 h 133930"/>
                <a:gd name="connsiteX8" fmla="*/ 183664 w 358007"/>
                <a:gd name="connsiteY8" fmla="*/ 1444 h 133930"/>
                <a:gd name="connsiteX9" fmla="*/ 354465 w 358007"/>
                <a:gd name="connsiteY9" fmla="*/ 118751 h 133930"/>
                <a:gd name="connsiteX10" fmla="*/ 356513 w 358007"/>
                <a:gd name="connsiteY10" fmla="*/ 130364 h 133930"/>
                <a:gd name="connsiteX11" fmla="*/ 349845 w 358007"/>
                <a:gd name="connsiteY11" fmla="*/ 133927 h 133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8007" h="133930">
                  <a:moveTo>
                    <a:pt x="349166" y="133927"/>
                  </a:moveTo>
                  <a:cubicBezTo>
                    <a:pt x="347498" y="133979"/>
                    <a:pt x="345866" y="133447"/>
                    <a:pt x="344546" y="132423"/>
                  </a:cubicBezTo>
                  <a:lnTo>
                    <a:pt x="178365" y="18260"/>
                  </a:lnTo>
                  <a:lnTo>
                    <a:pt x="12863" y="132423"/>
                  </a:lnTo>
                  <a:cubicBezTo>
                    <a:pt x="9184" y="135034"/>
                    <a:pt x="4097" y="134149"/>
                    <a:pt x="1502" y="130447"/>
                  </a:cubicBezTo>
                  <a:cubicBezTo>
                    <a:pt x="1484" y="130422"/>
                    <a:pt x="1467" y="130398"/>
                    <a:pt x="1450" y="130372"/>
                  </a:cubicBezTo>
                  <a:cubicBezTo>
                    <a:pt x="-1102" y="126581"/>
                    <a:pt x="-200" y="121434"/>
                    <a:pt x="3488" y="118751"/>
                  </a:cubicBezTo>
                  <a:lnTo>
                    <a:pt x="174424" y="1444"/>
                  </a:lnTo>
                  <a:cubicBezTo>
                    <a:pt x="177207" y="-481"/>
                    <a:pt x="180881" y="-481"/>
                    <a:pt x="183664" y="1444"/>
                  </a:cubicBezTo>
                  <a:lnTo>
                    <a:pt x="354465" y="118751"/>
                  </a:lnTo>
                  <a:cubicBezTo>
                    <a:pt x="358218" y="121388"/>
                    <a:pt x="359135" y="126587"/>
                    <a:pt x="356513" y="130364"/>
                  </a:cubicBezTo>
                  <a:cubicBezTo>
                    <a:pt x="354988" y="132559"/>
                    <a:pt x="352507" y="133886"/>
                    <a:pt x="349845" y="133927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34BAA511-23CC-4D47-9AE7-368529970446}"/>
                </a:ext>
              </a:extLst>
            </p:cNvPr>
            <p:cNvSpPr/>
            <p:nvPr/>
          </p:nvSpPr>
          <p:spPr>
            <a:xfrm>
              <a:off x="5863709" y="2361281"/>
              <a:ext cx="58389" cy="42608"/>
            </a:xfrm>
            <a:custGeom>
              <a:avLst/>
              <a:gdLst>
                <a:gd name="connsiteX0" fmla="*/ 50196 w 58389"/>
                <a:gd name="connsiteY0" fmla="*/ 42608 h 42608"/>
                <a:gd name="connsiteX1" fmla="*/ 45848 w 58389"/>
                <a:gd name="connsiteY1" fmla="*/ 41378 h 42608"/>
                <a:gd name="connsiteX2" fmla="*/ 3997 w 58389"/>
                <a:gd name="connsiteY2" fmla="*/ 15264 h 42608"/>
                <a:gd name="connsiteX3" fmla="*/ 1082 w 58389"/>
                <a:gd name="connsiteY3" fmla="*/ 4239 h 42608"/>
                <a:gd name="connsiteX4" fmla="*/ 1279 w 58389"/>
                <a:gd name="connsiteY4" fmla="*/ 3916 h 42608"/>
                <a:gd name="connsiteX5" fmla="*/ 12557 w 58389"/>
                <a:gd name="connsiteY5" fmla="*/ 1182 h 42608"/>
                <a:gd name="connsiteX6" fmla="*/ 54544 w 58389"/>
                <a:gd name="connsiteY6" fmla="*/ 27296 h 42608"/>
                <a:gd name="connsiteX7" fmla="*/ 57156 w 58389"/>
                <a:gd name="connsiteY7" fmla="*/ 38596 h 42608"/>
                <a:gd name="connsiteX8" fmla="*/ 57126 w 58389"/>
                <a:gd name="connsiteY8" fmla="*/ 38644 h 42608"/>
                <a:gd name="connsiteX9" fmla="*/ 50196 w 58389"/>
                <a:gd name="connsiteY9" fmla="*/ 42608 h 4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89" h="42608">
                  <a:moveTo>
                    <a:pt x="50196" y="42608"/>
                  </a:moveTo>
                  <a:cubicBezTo>
                    <a:pt x="48662" y="42604"/>
                    <a:pt x="47159" y="42179"/>
                    <a:pt x="45848" y="41378"/>
                  </a:cubicBezTo>
                  <a:lnTo>
                    <a:pt x="3997" y="15264"/>
                  </a:lnTo>
                  <a:cubicBezTo>
                    <a:pt x="167" y="13030"/>
                    <a:pt x="-1138" y="8093"/>
                    <a:pt x="1082" y="4239"/>
                  </a:cubicBezTo>
                  <a:cubicBezTo>
                    <a:pt x="1146" y="4131"/>
                    <a:pt x="1212" y="4023"/>
                    <a:pt x="1279" y="3916"/>
                  </a:cubicBezTo>
                  <a:cubicBezTo>
                    <a:pt x="3672" y="69"/>
                    <a:pt x="8685" y="-1146"/>
                    <a:pt x="12557" y="1182"/>
                  </a:cubicBezTo>
                  <a:lnTo>
                    <a:pt x="54544" y="27296"/>
                  </a:lnTo>
                  <a:cubicBezTo>
                    <a:pt x="58367" y="29690"/>
                    <a:pt x="59537" y="34750"/>
                    <a:pt x="57156" y="38596"/>
                  </a:cubicBezTo>
                  <a:cubicBezTo>
                    <a:pt x="57146" y="38611"/>
                    <a:pt x="57136" y="38627"/>
                    <a:pt x="57126" y="38644"/>
                  </a:cubicBezTo>
                  <a:cubicBezTo>
                    <a:pt x="55679" y="41109"/>
                    <a:pt x="53041" y="42618"/>
                    <a:pt x="50196" y="42608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D7309BC-26DD-C043-B56F-53168E0EF54F}"/>
                </a:ext>
              </a:extLst>
            </p:cNvPr>
            <p:cNvSpPr/>
            <p:nvPr/>
          </p:nvSpPr>
          <p:spPr>
            <a:xfrm>
              <a:off x="5563959" y="2361329"/>
              <a:ext cx="58398" cy="42561"/>
            </a:xfrm>
            <a:custGeom>
              <a:avLst/>
              <a:gdLst>
                <a:gd name="connsiteX0" fmla="*/ 8345 w 58398"/>
                <a:gd name="connsiteY0" fmla="*/ 42561 h 42561"/>
                <a:gd name="connsiteX1" fmla="*/ 1279 w 58398"/>
                <a:gd name="connsiteY1" fmla="*/ 38596 h 42561"/>
                <a:gd name="connsiteX2" fmla="*/ 3675 w 58398"/>
                <a:gd name="connsiteY2" fmla="*/ 27446 h 42561"/>
                <a:gd name="connsiteX3" fmla="*/ 3997 w 58398"/>
                <a:gd name="connsiteY3" fmla="*/ 27248 h 42561"/>
                <a:gd name="connsiteX4" fmla="*/ 45848 w 58398"/>
                <a:gd name="connsiteY4" fmla="*/ 1271 h 42561"/>
                <a:gd name="connsiteX5" fmla="*/ 57095 w 58398"/>
                <a:gd name="connsiteY5" fmla="*/ 3821 h 42561"/>
                <a:gd name="connsiteX6" fmla="*/ 57126 w 58398"/>
                <a:gd name="connsiteY6" fmla="*/ 3869 h 42561"/>
                <a:gd name="connsiteX7" fmla="*/ 54544 w 58398"/>
                <a:gd name="connsiteY7" fmla="*/ 15353 h 42561"/>
                <a:gd name="connsiteX8" fmla="*/ 12557 w 58398"/>
                <a:gd name="connsiteY8" fmla="*/ 41330 h 42561"/>
                <a:gd name="connsiteX9" fmla="*/ 8345 w 58398"/>
                <a:gd name="connsiteY9" fmla="*/ 42561 h 4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98" h="42561">
                  <a:moveTo>
                    <a:pt x="8345" y="42561"/>
                  </a:moveTo>
                  <a:cubicBezTo>
                    <a:pt x="5458" y="42591"/>
                    <a:pt x="2770" y="41083"/>
                    <a:pt x="1279" y="38596"/>
                  </a:cubicBezTo>
                  <a:cubicBezTo>
                    <a:pt x="-1119" y="34851"/>
                    <a:pt x="-47" y="29859"/>
                    <a:pt x="3675" y="27446"/>
                  </a:cubicBezTo>
                  <a:cubicBezTo>
                    <a:pt x="3781" y="27378"/>
                    <a:pt x="3888" y="27311"/>
                    <a:pt x="3997" y="27248"/>
                  </a:cubicBezTo>
                  <a:lnTo>
                    <a:pt x="45848" y="1271"/>
                  </a:lnTo>
                  <a:cubicBezTo>
                    <a:pt x="49653" y="-1151"/>
                    <a:pt x="54689" y="-9"/>
                    <a:pt x="57095" y="3821"/>
                  </a:cubicBezTo>
                  <a:cubicBezTo>
                    <a:pt x="57106" y="3836"/>
                    <a:pt x="57116" y="3852"/>
                    <a:pt x="57126" y="3869"/>
                  </a:cubicBezTo>
                  <a:cubicBezTo>
                    <a:pt x="59556" y="7758"/>
                    <a:pt x="58402" y="12895"/>
                    <a:pt x="54544" y="15353"/>
                  </a:cubicBezTo>
                  <a:lnTo>
                    <a:pt x="12557" y="41330"/>
                  </a:lnTo>
                  <a:cubicBezTo>
                    <a:pt x="11303" y="42148"/>
                    <a:pt x="9838" y="42576"/>
                    <a:pt x="8345" y="42561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3043906B-F71E-B34D-92B3-C6BB5CA4C0C3}"/>
                </a:ext>
              </a:extLst>
            </p:cNvPr>
            <p:cNvSpPr/>
            <p:nvPr/>
          </p:nvSpPr>
          <p:spPr>
            <a:xfrm>
              <a:off x="5564019" y="2387038"/>
              <a:ext cx="358128" cy="134294"/>
            </a:xfrm>
            <a:custGeom>
              <a:avLst/>
              <a:gdLst>
                <a:gd name="connsiteX0" fmla="*/ 179086 w 358128"/>
                <a:gd name="connsiteY0" fmla="*/ 134294 h 134294"/>
                <a:gd name="connsiteX1" fmla="*/ 174466 w 358128"/>
                <a:gd name="connsiteY1" fmla="*/ 132790 h 134294"/>
                <a:gd name="connsiteX2" fmla="*/ 3530 w 358128"/>
                <a:gd name="connsiteY2" fmla="*/ 15347 h 134294"/>
                <a:gd name="connsiteX3" fmla="*/ 1439 w 358128"/>
                <a:gd name="connsiteY3" fmla="*/ 3938 h 134294"/>
                <a:gd name="connsiteX4" fmla="*/ 1491 w 358128"/>
                <a:gd name="connsiteY4" fmla="*/ 3862 h 134294"/>
                <a:gd name="connsiteX5" fmla="*/ 13144 w 358128"/>
                <a:gd name="connsiteY5" fmla="*/ 1367 h 134294"/>
                <a:gd name="connsiteX6" fmla="*/ 13585 w 358128"/>
                <a:gd name="connsiteY6" fmla="*/ 1675 h 134294"/>
                <a:gd name="connsiteX7" fmla="*/ 179765 w 358128"/>
                <a:gd name="connsiteY7" fmla="*/ 115974 h 134294"/>
                <a:gd name="connsiteX8" fmla="*/ 345267 w 358128"/>
                <a:gd name="connsiteY8" fmla="*/ 1675 h 134294"/>
                <a:gd name="connsiteX9" fmla="*/ 356681 w 358128"/>
                <a:gd name="connsiteY9" fmla="*/ 3862 h 134294"/>
                <a:gd name="connsiteX10" fmla="*/ 354611 w 358128"/>
                <a:gd name="connsiteY10" fmla="*/ 15276 h 134294"/>
                <a:gd name="connsiteX11" fmla="*/ 354507 w 358128"/>
                <a:gd name="connsiteY11" fmla="*/ 15347 h 134294"/>
                <a:gd name="connsiteX12" fmla="*/ 183706 w 358128"/>
                <a:gd name="connsiteY12" fmla="*/ 132790 h 134294"/>
                <a:gd name="connsiteX13" fmla="*/ 179086 w 358128"/>
                <a:gd name="connsiteY13" fmla="*/ 134294 h 13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8128" h="134294">
                  <a:moveTo>
                    <a:pt x="179086" y="134294"/>
                  </a:moveTo>
                  <a:cubicBezTo>
                    <a:pt x="177430" y="134277"/>
                    <a:pt x="175818" y="133752"/>
                    <a:pt x="174466" y="132790"/>
                  </a:cubicBezTo>
                  <a:lnTo>
                    <a:pt x="3530" y="15347"/>
                  </a:lnTo>
                  <a:cubicBezTo>
                    <a:pt x="-179" y="12778"/>
                    <a:pt x="-1115" y="7670"/>
                    <a:pt x="1439" y="3938"/>
                  </a:cubicBezTo>
                  <a:cubicBezTo>
                    <a:pt x="1456" y="3913"/>
                    <a:pt x="1474" y="3887"/>
                    <a:pt x="1491" y="3862"/>
                  </a:cubicBezTo>
                  <a:cubicBezTo>
                    <a:pt x="4024" y="-64"/>
                    <a:pt x="9242" y="-1181"/>
                    <a:pt x="13144" y="1367"/>
                  </a:cubicBezTo>
                  <a:cubicBezTo>
                    <a:pt x="13294" y="1464"/>
                    <a:pt x="13441" y="1568"/>
                    <a:pt x="13585" y="1675"/>
                  </a:cubicBezTo>
                  <a:lnTo>
                    <a:pt x="179765" y="115974"/>
                  </a:lnTo>
                  <a:lnTo>
                    <a:pt x="345267" y="1675"/>
                  </a:lnTo>
                  <a:cubicBezTo>
                    <a:pt x="349043" y="-775"/>
                    <a:pt x="354065" y="187"/>
                    <a:pt x="356681" y="3862"/>
                  </a:cubicBezTo>
                  <a:cubicBezTo>
                    <a:pt x="359242" y="7589"/>
                    <a:pt x="358315" y="12699"/>
                    <a:pt x="354611" y="15276"/>
                  </a:cubicBezTo>
                  <a:cubicBezTo>
                    <a:pt x="354577" y="15299"/>
                    <a:pt x="354542" y="15324"/>
                    <a:pt x="354507" y="15347"/>
                  </a:cubicBezTo>
                  <a:lnTo>
                    <a:pt x="183706" y="132790"/>
                  </a:lnTo>
                  <a:cubicBezTo>
                    <a:pt x="182354" y="133752"/>
                    <a:pt x="180742" y="134277"/>
                    <a:pt x="179086" y="134294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C53F748F-8A60-A54D-84D2-0BB6F6C59359}"/>
                </a:ext>
              </a:extLst>
            </p:cNvPr>
            <p:cNvSpPr/>
            <p:nvPr/>
          </p:nvSpPr>
          <p:spPr>
            <a:xfrm>
              <a:off x="5605866" y="2176757"/>
              <a:ext cx="275021" cy="255845"/>
            </a:xfrm>
            <a:custGeom>
              <a:avLst/>
              <a:gdLst>
                <a:gd name="connsiteX0" fmla="*/ 8289 w 275021"/>
                <a:gd name="connsiteY0" fmla="*/ 255844 h 255845"/>
                <a:gd name="connsiteX1" fmla="*/ 1 w 275021"/>
                <a:gd name="connsiteY1" fmla="*/ 247779 h 255845"/>
                <a:gd name="connsiteX2" fmla="*/ 0 w 275021"/>
                <a:gd name="connsiteY2" fmla="*/ 247641 h 255845"/>
                <a:gd name="connsiteX3" fmla="*/ 0 w 275021"/>
                <a:gd name="connsiteY3" fmla="*/ 8379 h 255845"/>
                <a:gd name="connsiteX4" fmla="*/ 8289 w 275021"/>
                <a:gd name="connsiteY4" fmla="*/ 39 h 255845"/>
                <a:gd name="connsiteX5" fmla="*/ 209934 w 275021"/>
                <a:gd name="connsiteY5" fmla="*/ 39 h 255845"/>
                <a:gd name="connsiteX6" fmla="*/ 216320 w 275021"/>
                <a:gd name="connsiteY6" fmla="*/ 2500 h 255845"/>
                <a:gd name="connsiteX7" fmla="*/ 272575 w 275021"/>
                <a:gd name="connsiteY7" fmla="*/ 59102 h 255845"/>
                <a:gd name="connsiteX8" fmla="*/ 275020 w 275021"/>
                <a:gd name="connsiteY8" fmla="*/ 64981 h 255845"/>
                <a:gd name="connsiteX9" fmla="*/ 275020 w 275021"/>
                <a:gd name="connsiteY9" fmla="*/ 247641 h 255845"/>
                <a:gd name="connsiteX10" fmla="*/ 265741 w 275021"/>
                <a:gd name="connsiteY10" fmla="*/ 254847 h 255845"/>
                <a:gd name="connsiteX11" fmla="*/ 258579 w 275021"/>
                <a:gd name="connsiteY11" fmla="*/ 247641 h 255845"/>
                <a:gd name="connsiteX12" fmla="*/ 258579 w 275021"/>
                <a:gd name="connsiteY12" fmla="*/ 68399 h 255845"/>
                <a:gd name="connsiteX13" fmla="*/ 206401 w 275021"/>
                <a:gd name="connsiteY13" fmla="*/ 16582 h 255845"/>
                <a:gd name="connsiteX14" fmla="*/ 16170 w 275021"/>
                <a:gd name="connsiteY14" fmla="*/ 16582 h 255845"/>
                <a:gd name="connsiteX15" fmla="*/ 16170 w 275021"/>
                <a:gd name="connsiteY15" fmla="*/ 247641 h 255845"/>
                <a:gd name="connsiteX16" fmla="*/ 8289 w 275021"/>
                <a:gd name="connsiteY16" fmla="*/ 255844 h 255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5021" h="255845">
                  <a:moveTo>
                    <a:pt x="8289" y="255844"/>
                  </a:moveTo>
                  <a:cubicBezTo>
                    <a:pt x="3787" y="255919"/>
                    <a:pt x="76" y="252308"/>
                    <a:pt x="1" y="247779"/>
                  </a:cubicBezTo>
                  <a:cubicBezTo>
                    <a:pt x="0" y="247732"/>
                    <a:pt x="0" y="247687"/>
                    <a:pt x="0" y="247641"/>
                  </a:cubicBezTo>
                  <a:lnTo>
                    <a:pt x="0" y="8379"/>
                  </a:lnTo>
                  <a:cubicBezTo>
                    <a:pt x="0" y="3772"/>
                    <a:pt x="3711" y="39"/>
                    <a:pt x="8289" y="39"/>
                  </a:cubicBezTo>
                  <a:lnTo>
                    <a:pt x="209934" y="39"/>
                  </a:lnTo>
                  <a:cubicBezTo>
                    <a:pt x="212330" y="-204"/>
                    <a:pt x="214698" y="709"/>
                    <a:pt x="216320" y="2500"/>
                  </a:cubicBezTo>
                  <a:lnTo>
                    <a:pt x="272575" y="59102"/>
                  </a:lnTo>
                  <a:cubicBezTo>
                    <a:pt x="274171" y="60631"/>
                    <a:pt x="275058" y="62763"/>
                    <a:pt x="275020" y="64981"/>
                  </a:cubicBezTo>
                  <a:lnTo>
                    <a:pt x="275020" y="247641"/>
                  </a:lnTo>
                  <a:cubicBezTo>
                    <a:pt x="274436" y="252208"/>
                    <a:pt x="270281" y="255435"/>
                    <a:pt x="265741" y="254847"/>
                  </a:cubicBezTo>
                  <a:cubicBezTo>
                    <a:pt x="262003" y="254362"/>
                    <a:pt x="259060" y="251402"/>
                    <a:pt x="258579" y="247641"/>
                  </a:cubicBezTo>
                  <a:lnTo>
                    <a:pt x="258579" y="68399"/>
                  </a:lnTo>
                  <a:lnTo>
                    <a:pt x="206401" y="16582"/>
                  </a:lnTo>
                  <a:lnTo>
                    <a:pt x="16170" y="16582"/>
                  </a:lnTo>
                  <a:lnTo>
                    <a:pt x="16170" y="247641"/>
                  </a:lnTo>
                  <a:cubicBezTo>
                    <a:pt x="16172" y="252066"/>
                    <a:pt x="12685" y="255696"/>
                    <a:pt x="8289" y="255844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85BA7A96-DE3B-F044-AE41-5717641A7A6E}"/>
                </a:ext>
              </a:extLst>
            </p:cNvPr>
            <p:cNvSpPr/>
            <p:nvPr/>
          </p:nvSpPr>
          <p:spPr>
            <a:xfrm>
              <a:off x="5807511" y="2176544"/>
              <a:ext cx="73438" cy="73417"/>
            </a:xfrm>
            <a:custGeom>
              <a:avLst/>
              <a:gdLst>
                <a:gd name="connsiteX0" fmla="*/ 64543 w 73438"/>
                <a:gd name="connsiteY0" fmla="*/ 73398 h 73417"/>
                <a:gd name="connsiteX1" fmla="*/ 8289 w 73438"/>
                <a:gd name="connsiteY1" fmla="*/ 73398 h 73417"/>
                <a:gd name="connsiteX2" fmla="*/ 2 w 73438"/>
                <a:gd name="connsiteY2" fmla="*/ 65332 h 73417"/>
                <a:gd name="connsiteX3" fmla="*/ 0 w 73438"/>
                <a:gd name="connsiteY3" fmla="*/ 65194 h 73417"/>
                <a:gd name="connsiteX4" fmla="*/ 0 w 73438"/>
                <a:gd name="connsiteY4" fmla="*/ 8592 h 73417"/>
                <a:gd name="connsiteX5" fmla="*/ 5028 w 73438"/>
                <a:gd name="connsiteY5" fmla="*/ 935 h 73417"/>
                <a:gd name="connsiteX6" fmla="*/ 14675 w 73438"/>
                <a:gd name="connsiteY6" fmla="*/ 2713 h 73417"/>
                <a:gd name="connsiteX7" fmla="*/ 70930 w 73438"/>
                <a:gd name="connsiteY7" fmla="*/ 59315 h 73417"/>
                <a:gd name="connsiteX8" fmla="*/ 72832 w 73438"/>
                <a:gd name="connsiteY8" fmla="*/ 68339 h 73417"/>
                <a:gd name="connsiteX9" fmla="*/ 64543 w 73438"/>
                <a:gd name="connsiteY9" fmla="*/ 73398 h 73417"/>
                <a:gd name="connsiteX10" fmla="*/ 16442 w 73438"/>
                <a:gd name="connsiteY10" fmla="*/ 56854 h 73417"/>
                <a:gd name="connsiteX11" fmla="*/ 44569 w 73438"/>
                <a:gd name="connsiteY11" fmla="*/ 56854 h 73417"/>
                <a:gd name="connsiteX12" fmla="*/ 16442 w 73438"/>
                <a:gd name="connsiteY12" fmla="*/ 28553 h 7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438" h="73417">
                  <a:moveTo>
                    <a:pt x="64543" y="73398"/>
                  </a:moveTo>
                  <a:lnTo>
                    <a:pt x="8289" y="73398"/>
                  </a:lnTo>
                  <a:cubicBezTo>
                    <a:pt x="3787" y="73473"/>
                    <a:pt x="76" y="69862"/>
                    <a:pt x="2" y="65332"/>
                  </a:cubicBezTo>
                  <a:cubicBezTo>
                    <a:pt x="0" y="65286"/>
                    <a:pt x="0" y="65240"/>
                    <a:pt x="0" y="65194"/>
                  </a:cubicBezTo>
                  <a:lnTo>
                    <a:pt x="0" y="8592"/>
                  </a:lnTo>
                  <a:cubicBezTo>
                    <a:pt x="-32" y="5247"/>
                    <a:pt x="1957" y="2217"/>
                    <a:pt x="5028" y="935"/>
                  </a:cubicBezTo>
                  <a:cubicBezTo>
                    <a:pt x="8263" y="-803"/>
                    <a:pt x="12262" y="-66"/>
                    <a:pt x="14675" y="2713"/>
                  </a:cubicBezTo>
                  <a:lnTo>
                    <a:pt x="70930" y="59315"/>
                  </a:lnTo>
                  <a:cubicBezTo>
                    <a:pt x="73344" y="61646"/>
                    <a:pt x="74098" y="65223"/>
                    <a:pt x="72832" y="68339"/>
                  </a:cubicBezTo>
                  <a:cubicBezTo>
                    <a:pt x="71406" y="71616"/>
                    <a:pt x="68090" y="73640"/>
                    <a:pt x="64543" y="73398"/>
                  </a:cubicBezTo>
                  <a:close/>
                  <a:moveTo>
                    <a:pt x="16442" y="56854"/>
                  </a:moveTo>
                  <a:lnTo>
                    <a:pt x="44569" y="56854"/>
                  </a:lnTo>
                  <a:lnTo>
                    <a:pt x="16442" y="28553"/>
                  </a:ln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74283310-F309-6047-952B-CEC7359AF049}"/>
                </a:ext>
              </a:extLst>
            </p:cNvPr>
            <p:cNvSpPr/>
            <p:nvPr/>
          </p:nvSpPr>
          <p:spPr>
            <a:xfrm>
              <a:off x="5654375" y="2391311"/>
              <a:ext cx="177322" cy="16679"/>
            </a:xfrm>
            <a:custGeom>
              <a:avLst/>
              <a:gdLst>
                <a:gd name="connsiteX0" fmla="*/ 169034 w 177322"/>
                <a:gd name="connsiteY0" fmla="*/ 16680 h 16679"/>
                <a:gd name="connsiteX1" fmla="*/ 8289 w 177322"/>
                <a:gd name="connsiteY1" fmla="*/ 16680 h 16679"/>
                <a:gd name="connsiteX2" fmla="*/ 0 w 177322"/>
                <a:gd name="connsiteY2" fmla="*/ 8340 h 16679"/>
                <a:gd name="connsiteX3" fmla="*/ 8289 w 177322"/>
                <a:gd name="connsiteY3" fmla="*/ 0 h 16679"/>
                <a:gd name="connsiteX4" fmla="*/ 169034 w 177322"/>
                <a:gd name="connsiteY4" fmla="*/ 0 h 16679"/>
                <a:gd name="connsiteX5" fmla="*/ 177323 w 177322"/>
                <a:gd name="connsiteY5" fmla="*/ 8340 h 16679"/>
                <a:gd name="connsiteX6" fmla="*/ 169034 w 177322"/>
                <a:gd name="connsiteY6" fmla="*/ 1668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322" h="16679">
                  <a:moveTo>
                    <a:pt x="169034" y="16680"/>
                  </a:moveTo>
                  <a:lnTo>
                    <a:pt x="8289" y="16680"/>
                  </a:lnTo>
                  <a:cubicBezTo>
                    <a:pt x="3711" y="16680"/>
                    <a:pt x="0" y="12946"/>
                    <a:pt x="0" y="8340"/>
                  </a:cubicBezTo>
                  <a:cubicBezTo>
                    <a:pt x="0" y="3734"/>
                    <a:pt x="3711" y="0"/>
                    <a:pt x="8289" y="0"/>
                  </a:cubicBezTo>
                  <a:lnTo>
                    <a:pt x="169034" y="0"/>
                  </a:lnTo>
                  <a:cubicBezTo>
                    <a:pt x="173612" y="0"/>
                    <a:pt x="177323" y="3734"/>
                    <a:pt x="177323" y="8340"/>
                  </a:cubicBezTo>
                  <a:cubicBezTo>
                    <a:pt x="177323" y="12946"/>
                    <a:pt x="173612" y="16680"/>
                    <a:pt x="169034" y="16680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9C7286FF-8D65-3144-9A43-282196F562CD}"/>
                </a:ext>
              </a:extLst>
            </p:cNvPr>
            <p:cNvSpPr/>
            <p:nvPr/>
          </p:nvSpPr>
          <p:spPr>
            <a:xfrm>
              <a:off x="5653315" y="2336007"/>
              <a:ext cx="179442" cy="16681"/>
            </a:xfrm>
            <a:custGeom>
              <a:avLst/>
              <a:gdLst>
                <a:gd name="connsiteX0" fmla="*/ 170094 w 179442"/>
                <a:gd name="connsiteY0" fmla="*/ 16612 h 16681"/>
                <a:gd name="connsiteX1" fmla="*/ 9349 w 179442"/>
                <a:gd name="connsiteY1" fmla="*/ 16612 h 16681"/>
                <a:gd name="connsiteX2" fmla="*/ 69 w 179442"/>
                <a:gd name="connsiteY2" fmla="*/ 9406 h 16681"/>
                <a:gd name="connsiteX3" fmla="*/ 7231 w 179442"/>
                <a:gd name="connsiteY3" fmla="*/ 69 h 16681"/>
                <a:gd name="connsiteX4" fmla="*/ 9349 w 179442"/>
                <a:gd name="connsiteY4" fmla="*/ 69 h 16681"/>
                <a:gd name="connsiteX5" fmla="*/ 170094 w 179442"/>
                <a:gd name="connsiteY5" fmla="*/ 69 h 16681"/>
                <a:gd name="connsiteX6" fmla="*/ 179373 w 179442"/>
                <a:gd name="connsiteY6" fmla="*/ 7276 h 16681"/>
                <a:gd name="connsiteX7" fmla="*/ 172213 w 179442"/>
                <a:gd name="connsiteY7" fmla="*/ 16612 h 16681"/>
                <a:gd name="connsiteX8" fmla="*/ 170094 w 179442"/>
                <a:gd name="connsiteY8" fmla="*/ 16612 h 1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442" h="16681">
                  <a:moveTo>
                    <a:pt x="170094" y="16612"/>
                  </a:moveTo>
                  <a:lnTo>
                    <a:pt x="9349" y="16612"/>
                  </a:lnTo>
                  <a:cubicBezTo>
                    <a:pt x="4808" y="17200"/>
                    <a:pt x="654" y="13975"/>
                    <a:pt x="69" y="9406"/>
                  </a:cubicBezTo>
                  <a:cubicBezTo>
                    <a:pt x="-516" y="4838"/>
                    <a:pt x="2690" y="657"/>
                    <a:pt x="7231" y="69"/>
                  </a:cubicBezTo>
                  <a:cubicBezTo>
                    <a:pt x="7934" y="-22"/>
                    <a:pt x="8645" y="-22"/>
                    <a:pt x="9349" y="69"/>
                  </a:cubicBezTo>
                  <a:lnTo>
                    <a:pt x="170094" y="69"/>
                  </a:lnTo>
                  <a:cubicBezTo>
                    <a:pt x="174634" y="-519"/>
                    <a:pt x="178789" y="2707"/>
                    <a:pt x="179373" y="7276"/>
                  </a:cubicBezTo>
                  <a:cubicBezTo>
                    <a:pt x="179959" y="11844"/>
                    <a:pt x="176752" y="16025"/>
                    <a:pt x="172213" y="16612"/>
                  </a:cubicBezTo>
                  <a:cubicBezTo>
                    <a:pt x="171509" y="16704"/>
                    <a:pt x="170797" y="16704"/>
                    <a:pt x="170094" y="16612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0B894B2-B3F5-5941-9247-D1823950419E}"/>
                </a:ext>
              </a:extLst>
            </p:cNvPr>
            <p:cNvSpPr/>
            <p:nvPr/>
          </p:nvSpPr>
          <p:spPr>
            <a:xfrm>
              <a:off x="5653315" y="2280771"/>
              <a:ext cx="179442" cy="16681"/>
            </a:xfrm>
            <a:custGeom>
              <a:avLst/>
              <a:gdLst>
                <a:gd name="connsiteX0" fmla="*/ 170094 w 179442"/>
                <a:gd name="connsiteY0" fmla="*/ 16613 h 16681"/>
                <a:gd name="connsiteX1" fmla="*/ 9349 w 179442"/>
                <a:gd name="connsiteY1" fmla="*/ 16613 h 16681"/>
                <a:gd name="connsiteX2" fmla="*/ 69 w 179442"/>
                <a:gd name="connsiteY2" fmla="*/ 9407 h 16681"/>
                <a:gd name="connsiteX3" fmla="*/ 7231 w 179442"/>
                <a:gd name="connsiteY3" fmla="*/ 69 h 16681"/>
                <a:gd name="connsiteX4" fmla="*/ 9349 w 179442"/>
                <a:gd name="connsiteY4" fmla="*/ 69 h 16681"/>
                <a:gd name="connsiteX5" fmla="*/ 170094 w 179442"/>
                <a:gd name="connsiteY5" fmla="*/ 69 h 16681"/>
                <a:gd name="connsiteX6" fmla="*/ 179373 w 179442"/>
                <a:gd name="connsiteY6" fmla="*/ 7275 h 16681"/>
                <a:gd name="connsiteX7" fmla="*/ 172213 w 179442"/>
                <a:gd name="connsiteY7" fmla="*/ 16613 h 16681"/>
                <a:gd name="connsiteX8" fmla="*/ 170094 w 179442"/>
                <a:gd name="connsiteY8" fmla="*/ 16613 h 1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442" h="16681">
                  <a:moveTo>
                    <a:pt x="170094" y="16613"/>
                  </a:moveTo>
                  <a:lnTo>
                    <a:pt x="9349" y="16613"/>
                  </a:lnTo>
                  <a:cubicBezTo>
                    <a:pt x="4808" y="17201"/>
                    <a:pt x="654" y="13975"/>
                    <a:pt x="69" y="9407"/>
                  </a:cubicBezTo>
                  <a:cubicBezTo>
                    <a:pt x="-516" y="4838"/>
                    <a:pt x="2690" y="658"/>
                    <a:pt x="7231" y="69"/>
                  </a:cubicBezTo>
                  <a:cubicBezTo>
                    <a:pt x="7934" y="-22"/>
                    <a:pt x="8645" y="-22"/>
                    <a:pt x="9349" y="69"/>
                  </a:cubicBezTo>
                  <a:lnTo>
                    <a:pt x="170094" y="69"/>
                  </a:lnTo>
                  <a:cubicBezTo>
                    <a:pt x="174634" y="-519"/>
                    <a:pt x="178789" y="2707"/>
                    <a:pt x="179373" y="7275"/>
                  </a:cubicBezTo>
                  <a:cubicBezTo>
                    <a:pt x="179959" y="11844"/>
                    <a:pt x="176752" y="16024"/>
                    <a:pt x="172213" y="16613"/>
                  </a:cubicBezTo>
                  <a:cubicBezTo>
                    <a:pt x="171509" y="16704"/>
                    <a:pt x="170797" y="16704"/>
                    <a:pt x="170094" y="16613"/>
                  </a:cubicBezTo>
                  <a:close/>
                </a:path>
              </a:pathLst>
            </a:custGeom>
            <a:grpFill/>
            <a:ln w="135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4" name="Graphic 37">
            <a:extLst>
              <a:ext uri="{FF2B5EF4-FFF2-40B4-BE49-F238E27FC236}">
                <a16:creationId xmlns:a16="http://schemas.microsoft.com/office/drawing/2014/main" id="{82CA567E-73A1-4541-85CB-B2551DFC0006}"/>
              </a:ext>
            </a:extLst>
          </p:cNvPr>
          <p:cNvGrpSpPr/>
          <p:nvPr/>
        </p:nvGrpSpPr>
        <p:grpSpPr>
          <a:xfrm>
            <a:off x="4500845" y="3446622"/>
            <a:ext cx="478335" cy="478887"/>
            <a:chOff x="5498935" y="2167637"/>
            <a:chExt cx="478335" cy="478887"/>
          </a:xfrm>
          <a:solidFill>
            <a:srgbClr val="FFFFFF"/>
          </a:solidFill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98798FB-7088-CB4A-90FC-F4E908101139}"/>
                </a:ext>
              </a:extLst>
            </p:cNvPr>
            <p:cNvSpPr/>
            <p:nvPr/>
          </p:nvSpPr>
          <p:spPr>
            <a:xfrm>
              <a:off x="5498935" y="2167637"/>
              <a:ext cx="478335" cy="478887"/>
            </a:xfrm>
            <a:custGeom>
              <a:avLst/>
              <a:gdLst>
                <a:gd name="connsiteX0" fmla="*/ 292140 w 478335"/>
                <a:gd name="connsiteY0" fmla="*/ 478888 h 478887"/>
                <a:gd name="connsiteX1" fmla="*/ 186748 w 478335"/>
                <a:gd name="connsiteY1" fmla="*/ 478888 h 478887"/>
                <a:gd name="connsiteX2" fmla="*/ 178459 w 478335"/>
                <a:gd name="connsiteY2" fmla="*/ 470602 h 478887"/>
                <a:gd name="connsiteX3" fmla="*/ 178461 w 478335"/>
                <a:gd name="connsiteY3" fmla="*/ 470462 h 478887"/>
                <a:gd name="connsiteX4" fmla="*/ 178461 w 478335"/>
                <a:gd name="connsiteY4" fmla="*/ 415211 h 478887"/>
                <a:gd name="connsiteX5" fmla="*/ 158432 w 478335"/>
                <a:gd name="connsiteY5" fmla="*/ 406923 h 478887"/>
                <a:gd name="connsiteX6" fmla="*/ 119204 w 478335"/>
                <a:gd name="connsiteY6" fmla="*/ 446013 h 478887"/>
                <a:gd name="connsiteX7" fmla="*/ 107463 w 478335"/>
                <a:gd name="connsiteY7" fmla="*/ 446013 h 478887"/>
                <a:gd name="connsiteX8" fmla="*/ 32874 w 478335"/>
                <a:gd name="connsiteY8" fmla="*/ 371425 h 478887"/>
                <a:gd name="connsiteX9" fmla="*/ 30388 w 478335"/>
                <a:gd name="connsiteY9" fmla="*/ 365485 h 478887"/>
                <a:gd name="connsiteX10" fmla="*/ 32874 w 478335"/>
                <a:gd name="connsiteY10" fmla="*/ 358993 h 478887"/>
                <a:gd name="connsiteX11" fmla="*/ 72103 w 478335"/>
                <a:gd name="connsiteY11" fmla="*/ 320318 h 478887"/>
                <a:gd name="connsiteX12" fmla="*/ 63815 w 478335"/>
                <a:gd name="connsiteY12" fmla="*/ 300427 h 478887"/>
                <a:gd name="connsiteX13" fmla="*/ 8564 w 478335"/>
                <a:gd name="connsiteY13" fmla="*/ 300427 h 478887"/>
                <a:gd name="connsiteX14" fmla="*/ 1 w 478335"/>
                <a:gd name="connsiteY14" fmla="*/ 292141 h 478887"/>
                <a:gd name="connsiteX15" fmla="*/ 0 w 478335"/>
                <a:gd name="connsiteY15" fmla="*/ 292001 h 478887"/>
                <a:gd name="connsiteX16" fmla="*/ 0 w 478335"/>
                <a:gd name="connsiteY16" fmla="*/ 186610 h 478887"/>
                <a:gd name="connsiteX17" fmla="*/ 8286 w 478335"/>
                <a:gd name="connsiteY17" fmla="*/ 178321 h 478887"/>
                <a:gd name="connsiteX18" fmla="*/ 8426 w 478335"/>
                <a:gd name="connsiteY18" fmla="*/ 178323 h 478887"/>
                <a:gd name="connsiteX19" fmla="*/ 63677 w 478335"/>
                <a:gd name="connsiteY19" fmla="*/ 178323 h 478887"/>
                <a:gd name="connsiteX20" fmla="*/ 71964 w 478335"/>
                <a:gd name="connsiteY20" fmla="*/ 158294 h 478887"/>
                <a:gd name="connsiteX21" fmla="*/ 32874 w 478335"/>
                <a:gd name="connsiteY21" fmla="*/ 119066 h 478887"/>
                <a:gd name="connsiteX22" fmla="*/ 32657 w 478335"/>
                <a:gd name="connsiteY22" fmla="*/ 107543 h 478887"/>
                <a:gd name="connsiteX23" fmla="*/ 32874 w 478335"/>
                <a:gd name="connsiteY23" fmla="*/ 107325 h 478887"/>
                <a:gd name="connsiteX24" fmla="*/ 107463 w 478335"/>
                <a:gd name="connsiteY24" fmla="*/ 32736 h 478887"/>
                <a:gd name="connsiteX25" fmla="*/ 118986 w 478335"/>
                <a:gd name="connsiteY25" fmla="*/ 32519 h 478887"/>
                <a:gd name="connsiteX26" fmla="*/ 119204 w 478335"/>
                <a:gd name="connsiteY26" fmla="*/ 32736 h 478887"/>
                <a:gd name="connsiteX27" fmla="*/ 158432 w 478335"/>
                <a:gd name="connsiteY27" fmla="*/ 71964 h 478887"/>
                <a:gd name="connsiteX28" fmla="*/ 178461 w 478335"/>
                <a:gd name="connsiteY28" fmla="*/ 63677 h 478887"/>
                <a:gd name="connsiteX29" fmla="*/ 178461 w 478335"/>
                <a:gd name="connsiteY29" fmla="*/ 8426 h 478887"/>
                <a:gd name="connsiteX30" fmla="*/ 186609 w 478335"/>
                <a:gd name="connsiteY30" fmla="*/ 1 h 478887"/>
                <a:gd name="connsiteX31" fmla="*/ 186748 w 478335"/>
                <a:gd name="connsiteY31" fmla="*/ 0 h 478887"/>
                <a:gd name="connsiteX32" fmla="*/ 292140 w 478335"/>
                <a:gd name="connsiteY32" fmla="*/ 0 h 478887"/>
                <a:gd name="connsiteX33" fmla="*/ 300565 w 478335"/>
                <a:gd name="connsiteY33" fmla="*/ 8426 h 478887"/>
                <a:gd name="connsiteX34" fmla="*/ 300565 w 478335"/>
                <a:gd name="connsiteY34" fmla="*/ 63677 h 478887"/>
                <a:gd name="connsiteX35" fmla="*/ 320456 w 478335"/>
                <a:gd name="connsiteY35" fmla="*/ 71964 h 478887"/>
                <a:gd name="connsiteX36" fmla="*/ 359131 w 478335"/>
                <a:gd name="connsiteY36" fmla="*/ 32736 h 478887"/>
                <a:gd name="connsiteX37" fmla="*/ 371010 w 478335"/>
                <a:gd name="connsiteY37" fmla="*/ 32736 h 478887"/>
                <a:gd name="connsiteX38" fmla="*/ 445599 w 478335"/>
                <a:gd name="connsiteY38" fmla="*/ 107325 h 478887"/>
                <a:gd name="connsiteX39" fmla="*/ 445599 w 478335"/>
                <a:gd name="connsiteY39" fmla="*/ 119066 h 478887"/>
                <a:gd name="connsiteX40" fmla="*/ 406371 w 478335"/>
                <a:gd name="connsiteY40" fmla="*/ 158294 h 478887"/>
                <a:gd name="connsiteX41" fmla="*/ 414659 w 478335"/>
                <a:gd name="connsiteY41" fmla="*/ 178323 h 478887"/>
                <a:gd name="connsiteX42" fmla="*/ 469910 w 478335"/>
                <a:gd name="connsiteY42" fmla="*/ 178323 h 478887"/>
                <a:gd name="connsiteX43" fmla="*/ 478334 w 478335"/>
                <a:gd name="connsiteY43" fmla="*/ 186471 h 478887"/>
                <a:gd name="connsiteX44" fmla="*/ 478335 w 478335"/>
                <a:gd name="connsiteY44" fmla="*/ 186610 h 478887"/>
                <a:gd name="connsiteX45" fmla="*/ 478335 w 478335"/>
                <a:gd name="connsiteY45" fmla="*/ 292001 h 478887"/>
                <a:gd name="connsiteX46" fmla="*/ 469910 w 478335"/>
                <a:gd name="connsiteY46" fmla="*/ 300427 h 478887"/>
                <a:gd name="connsiteX47" fmla="*/ 414659 w 478335"/>
                <a:gd name="connsiteY47" fmla="*/ 300427 h 478887"/>
                <a:gd name="connsiteX48" fmla="*/ 406371 w 478335"/>
                <a:gd name="connsiteY48" fmla="*/ 320318 h 478887"/>
                <a:gd name="connsiteX49" fmla="*/ 446152 w 478335"/>
                <a:gd name="connsiteY49" fmla="*/ 358993 h 478887"/>
                <a:gd name="connsiteX50" fmla="*/ 448500 w 478335"/>
                <a:gd name="connsiteY50" fmla="*/ 364933 h 478887"/>
                <a:gd name="connsiteX51" fmla="*/ 446152 w 478335"/>
                <a:gd name="connsiteY51" fmla="*/ 370872 h 478887"/>
                <a:gd name="connsiteX52" fmla="*/ 371563 w 478335"/>
                <a:gd name="connsiteY52" fmla="*/ 445461 h 478887"/>
                <a:gd name="connsiteX53" fmla="*/ 359684 w 478335"/>
                <a:gd name="connsiteY53" fmla="*/ 445461 h 478887"/>
                <a:gd name="connsiteX54" fmla="*/ 320456 w 478335"/>
                <a:gd name="connsiteY54" fmla="*/ 406785 h 478887"/>
                <a:gd name="connsiteX55" fmla="*/ 300565 w 478335"/>
                <a:gd name="connsiteY55" fmla="*/ 415073 h 478887"/>
                <a:gd name="connsiteX56" fmla="*/ 300565 w 478335"/>
                <a:gd name="connsiteY56" fmla="*/ 470324 h 478887"/>
                <a:gd name="connsiteX57" fmla="*/ 292279 w 478335"/>
                <a:gd name="connsiteY57" fmla="*/ 478886 h 478887"/>
                <a:gd name="connsiteX58" fmla="*/ 292140 w 478335"/>
                <a:gd name="connsiteY58" fmla="*/ 478888 h 478887"/>
                <a:gd name="connsiteX59" fmla="*/ 195450 w 478335"/>
                <a:gd name="connsiteY59" fmla="*/ 462174 h 478887"/>
                <a:gd name="connsiteX60" fmla="*/ 284128 w 478335"/>
                <a:gd name="connsiteY60" fmla="*/ 462174 h 478887"/>
                <a:gd name="connsiteX61" fmla="*/ 284128 w 478335"/>
                <a:gd name="connsiteY61" fmla="*/ 408995 h 478887"/>
                <a:gd name="connsiteX62" fmla="*/ 290068 w 478335"/>
                <a:gd name="connsiteY62" fmla="*/ 400431 h 478887"/>
                <a:gd name="connsiteX63" fmla="*/ 317693 w 478335"/>
                <a:gd name="connsiteY63" fmla="*/ 389105 h 478887"/>
                <a:gd name="connsiteX64" fmla="*/ 327500 w 478335"/>
                <a:gd name="connsiteY64" fmla="*/ 390624 h 478887"/>
                <a:gd name="connsiteX65" fmla="*/ 365623 w 478335"/>
                <a:gd name="connsiteY65" fmla="*/ 428057 h 478887"/>
                <a:gd name="connsiteX66" fmla="*/ 428195 w 478335"/>
                <a:gd name="connsiteY66" fmla="*/ 365485 h 478887"/>
                <a:gd name="connsiteX67" fmla="*/ 390624 w 478335"/>
                <a:gd name="connsiteY67" fmla="*/ 327915 h 478887"/>
                <a:gd name="connsiteX68" fmla="*/ 389105 w 478335"/>
                <a:gd name="connsiteY68" fmla="*/ 318107 h 478887"/>
                <a:gd name="connsiteX69" fmla="*/ 400570 w 478335"/>
                <a:gd name="connsiteY69" fmla="*/ 289929 h 478887"/>
                <a:gd name="connsiteX70" fmla="*/ 408581 w 478335"/>
                <a:gd name="connsiteY70" fmla="*/ 284128 h 478887"/>
                <a:gd name="connsiteX71" fmla="*/ 461760 w 478335"/>
                <a:gd name="connsiteY71" fmla="*/ 284128 h 478887"/>
                <a:gd name="connsiteX72" fmla="*/ 461760 w 478335"/>
                <a:gd name="connsiteY72" fmla="*/ 195036 h 478887"/>
                <a:gd name="connsiteX73" fmla="*/ 409133 w 478335"/>
                <a:gd name="connsiteY73" fmla="*/ 195036 h 478887"/>
                <a:gd name="connsiteX74" fmla="*/ 400570 w 478335"/>
                <a:gd name="connsiteY74" fmla="*/ 189096 h 478887"/>
                <a:gd name="connsiteX75" fmla="*/ 388691 w 478335"/>
                <a:gd name="connsiteY75" fmla="*/ 160642 h 478887"/>
                <a:gd name="connsiteX76" fmla="*/ 390210 w 478335"/>
                <a:gd name="connsiteY76" fmla="*/ 150835 h 478887"/>
                <a:gd name="connsiteX77" fmla="*/ 428195 w 478335"/>
                <a:gd name="connsiteY77" fmla="*/ 113126 h 478887"/>
                <a:gd name="connsiteX78" fmla="*/ 365623 w 478335"/>
                <a:gd name="connsiteY78" fmla="*/ 50555 h 478887"/>
                <a:gd name="connsiteX79" fmla="*/ 328053 w 478335"/>
                <a:gd name="connsiteY79" fmla="*/ 88125 h 478887"/>
                <a:gd name="connsiteX80" fmla="*/ 317693 w 478335"/>
                <a:gd name="connsiteY80" fmla="*/ 89645 h 478887"/>
                <a:gd name="connsiteX81" fmla="*/ 290068 w 478335"/>
                <a:gd name="connsiteY81" fmla="*/ 77628 h 478887"/>
                <a:gd name="connsiteX82" fmla="*/ 284266 w 478335"/>
                <a:gd name="connsiteY82" fmla="*/ 69616 h 478887"/>
                <a:gd name="connsiteX83" fmla="*/ 284266 w 478335"/>
                <a:gd name="connsiteY83" fmla="*/ 16575 h 478887"/>
                <a:gd name="connsiteX84" fmla="*/ 195174 w 478335"/>
                <a:gd name="connsiteY84" fmla="*/ 16575 h 478887"/>
                <a:gd name="connsiteX85" fmla="*/ 195174 w 478335"/>
                <a:gd name="connsiteY85" fmla="*/ 69616 h 478887"/>
                <a:gd name="connsiteX86" fmla="*/ 189235 w 478335"/>
                <a:gd name="connsiteY86" fmla="*/ 77628 h 478887"/>
                <a:gd name="connsiteX87" fmla="*/ 160780 w 478335"/>
                <a:gd name="connsiteY87" fmla="*/ 89645 h 478887"/>
                <a:gd name="connsiteX88" fmla="*/ 150973 w 478335"/>
                <a:gd name="connsiteY88" fmla="*/ 88125 h 478887"/>
                <a:gd name="connsiteX89" fmla="*/ 113264 w 478335"/>
                <a:gd name="connsiteY89" fmla="*/ 50555 h 478887"/>
                <a:gd name="connsiteX90" fmla="*/ 50693 w 478335"/>
                <a:gd name="connsiteY90" fmla="*/ 113126 h 478887"/>
                <a:gd name="connsiteX91" fmla="*/ 88263 w 478335"/>
                <a:gd name="connsiteY91" fmla="*/ 150835 h 478887"/>
                <a:gd name="connsiteX92" fmla="*/ 89783 w 478335"/>
                <a:gd name="connsiteY92" fmla="*/ 160642 h 478887"/>
                <a:gd name="connsiteX93" fmla="*/ 77766 w 478335"/>
                <a:gd name="connsiteY93" fmla="*/ 189096 h 478887"/>
                <a:gd name="connsiteX94" fmla="*/ 69754 w 478335"/>
                <a:gd name="connsiteY94" fmla="*/ 195036 h 478887"/>
                <a:gd name="connsiteX95" fmla="*/ 16713 w 478335"/>
                <a:gd name="connsiteY95" fmla="*/ 195036 h 478887"/>
                <a:gd name="connsiteX96" fmla="*/ 16713 w 478335"/>
                <a:gd name="connsiteY96" fmla="*/ 283714 h 478887"/>
                <a:gd name="connsiteX97" fmla="*/ 69754 w 478335"/>
                <a:gd name="connsiteY97" fmla="*/ 283714 h 478887"/>
                <a:gd name="connsiteX98" fmla="*/ 77766 w 478335"/>
                <a:gd name="connsiteY98" fmla="*/ 289515 h 478887"/>
                <a:gd name="connsiteX99" fmla="*/ 89783 w 478335"/>
                <a:gd name="connsiteY99" fmla="*/ 317555 h 478887"/>
                <a:gd name="connsiteX100" fmla="*/ 88263 w 478335"/>
                <a:gd name="connsiteY100" fmla="*/ 327362 h 478887"/>
                <a:gd name="connsiteX101" fmla="*/ 50693 w 478335"/>
                <a:gd name="connsiteY101" fmla="*/ 365485 h 478887"/>
                <a:gd name="connsiteX102" fmla="*/ 113264 w 478335"/>
                <a:gd name="connsiteY102" fmla="*/ 428057 h 478887"/>
                <a:gd name="connsiteX103" fmla="*/ 150973 w 478335"/>
                <a:gd name="connsiteY103" fmla="*/ 390486 h 478887"/>
                <a:gd name="connsiteX104" fmla="*/ 160780 w 478335"/>
                <a:gd name="connsiteY104" fmla="*/ 388967 h 478887"/>
                <a:gd name="connsiteX105" fmla="*/ 189235 w 478335"/>
                <a:gd name="connsiteY105" fmla="*/ 400431 h 478887"/>
                <a:gd name="connsiteX106" fmla="*/ 195174 w 478335"/>
                <a:gd name="connsiteY106" fmla="*/ 408443 h 47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478335" h="478887">
                  <a:moveTo>
                    <a:pt x="292140" y="478888"/>
                  </a:moveTo>
                  <a:lnTo>
                    <a:pt x="186748" y="478888"/>
                  </a:lnTo>
                  <a:cubicBezTo>
                    <a:pt x="182171" y="478888"/>
                    <a:pt x="178461" y="475179"/>
                    <a:pt x="178459" y="470602"/>
                  </a:cubicBezTo>
                  <a:cubicBezTo>
                    <a:pt x="178459" y="470555"/>
                    <a:pt x="178459" y="470509"/>
                    <a:pt x="178461" y="470462"/>
                  </a:cubicBezTo>
                  <a:lnTo>
                    <a:pt x="178461" y="415211"/>
                  </a:lnTo>
                  <a:cubicBezTo>
                    <a:pt x="171633" y="412828"/>
                    <a:pt x="164946" y="410062"/>
                    <a:pt x="158432" y="406923"/>
                  </a:cubicBezTo>
                  <a:lnTo>
                    <a:pt x="119204" y="446013"/>
                  </a:lnTo>
                  <a:cubicBezTo>
                    <a:pt x="115934" y="449189"/>
                    <a:pt x="110733" y="449189"/>
                    <a:pt x="107463" y="446013"/>
                  </a:cubicBezTo>
                  <a:lnTo>
                    <a:pt x="32874" y="371425"/>
                  </a:lnTo>
                  <a:cubicBezTo>
                    <a:pt x="31305" y="369843"/>
                    <a:pt x="30413" y="367713"/>
                    <a:pt x="30388" y="365485"/>
                  </a:cubicBezTo>
                  <a:cubicBezTo>
                    <a:pt x="30295" y="363072"/>
                    <a:pt x="31194" y="360727"/>
                    <a:pt x="32874" y="358993"/>
                  </a:cubicBezTo>
                  <a:lnTo>
                    <a:pt x="72103" y="320318"/>
                  </a:lnTo>
                  <a:cubicBezTo>
                    <a:pt x="68965" y="313850"/>
                    <a:pt x="66198" y="307209"/>
                    <a:pt x="63815" y="300427"/>
                  </a:cubicBezTo>
                  <a:lnTo>
                    <a:pt x="8564" y="300427"/>
                  </a:lnTo>
                  <a:cubicBezTo>
                    <a:pt x="3911" y="300503"/>
                    <a:pt x="77" y="296793"/>
                    <a:pt x="1" y="292141"/>
                  </a:cubicBezTo>
                  <a:cubicBezTo>
                    <a:pt x="0" y="292094"/>
                    <a:pt x="0" y="292048"/>
                    <a:pt x="0" y="292001"/>
                  </a:cubicBezTo>
                  <a:lnTo>
                    <a:pt x="0" y="186610"/>
                  </a:lnTo>
                  <a:cubicBezTo>
                    <a:pt x="-1" y="182033"/>
                    <a:pt x="3709" y="178323"/>
                    <a:pt x="8286" y="178321"/>
                  </a:cubicBezTo>
                  <a:cubicBezTo>
                    <a:pt x="8333" y="178321"/>
                    <a:pt x="8379" y="178321"/>
                    <a:pt x="8426" y="178323"/>
                  </a:cubicBezTo>
                  <a:lnTo>
                    <a:pt x="63677" y="178323"/>
                  </a:lnTo>
                  <a:cubicBezTo>
                    <a:pt x="66059" y="171495"/>
                    <a:pt x="68826" y="164808"/>
                    <a:pt x="71964" y="158294"/>
                  </a:cubicBezTo>
                  <a:lnTo>
                    <a:pt x="32874" y="119066"/>
                  </a:lnTo>
                  <a:cubicBezTo>
                    <a:pt x="29632" y="115944"/>
                    <a:pt x="29535" y="110785"/>
                    <a:pt x="32657" y="107543"/>
                  </a:cubicBezTo>
                  <a:cubicBezTo>
                    <a:pt x="32728" y="107469"/>
                    <a:pt x="32800" y="107396"/>
                    <a:pt x="32874" y="107325"/>
                  </a:cubicBezTo>
                  <a:lnTo>
                    <a:pt x="107463" y="32736"/>
                  </a:lnTo>
                  <a:cubicBezTo>
                    <a:pt x="110585" y="29494"/>
                    <a:pt x="115744" y="29397"/>
                    <a:pt x="118986" y="32519"/>
                  </a:cubicBezTo>
                  <a:cubicBezTo>
                    <a:pt x="119060" y="32590"/>
                    <a:pt x="119133" y="32662"/>
                    <a:pt x="119204" y="32736"/>
                  </a:cubicBezTo>
                  <a:lnTo>
                    <a:pt x="158432" y="71964"/>
                  </a:lnTo>
                  <a:cubicBezTo>
                    <a:pt x="164946" y="68826"/>
                    <a:pt x="171633" y="66059"/>
                    <a:pt x="178461" y="63677"/>
                  </a:cubicBezTo>
                  <a:lnTo>
                    <a:pt x="178461" y="8426"/>
                  </a:lnTo>
                  <a:cubicBezTo>
                    <a:pt x="178385" y="3849"/>
                    <a:pt x="182033" y="77"/>
                    <a:pt x="186609" y="1"/>
                  </a:cubicBezTo>
                  <a:cubicBezTo>
                    <a:pt x="186656" y="0"/>
                    <a:pt x="186701" y="0"/>
                    <a:pt x="186748" y="0"/>
                  </a:cubicBezTo>
                  <a:lnTo>
                    <a:pt x="292140" y="0"/>
                  </a:lnTo>
                  <a:cubicBezTo>
                    <a:pt x="296793" y="0"/>
                    <a:pt x="300565" y="3772"/>
                    <a:pt x="300565" y="8426"/>
                  </a:cubicBezTo>
                  <a:lnTo>
                    <a:pt x="300565" y="63677"/>
                  </a:lnTo>
                  <a:cubicBezTo>
                    <a:pt x="307347" y="66060"/>
                    <a:pt x="313989" y="68827"/>
                    <a:pt x="320456" y="71964"/>
                  </a:cubicBezTo>
                  <a:lnTo>
                    <a:pt x="359131" y="32736"/>
                  </a:lnTo>
                  <a:cubicBezTo>
                    <a:pt x="362448" y="29544"/>
                    <a:pt x="367694" y="29544"/>
                    <a:pt x="371010" y="32736"/>
                  </a:cubicBezTo>
                  <a:lnTo>
                    <a:pt x="445599" y="107325"/>
                  </a:lnTo>
                  <a:cubicBezTo>
                    <a:pt x="448775" y="110594"/>
                    <a:pt x="448775" y="115796"/>
                    <a:pt x="445599" y="119066"/>
                  </a:cubicBezTo>
                  <a:lnTo>
                    <a:pt x="406371" y="158294"/>
                  </a:lnTo>
                  <a:cubicBezTo>
                    <a:pt x="409509" y="164808"/>
                    <a:pt x="412276" y="171495"/>
                    <a:pt x="414659" y="178323"/>
                  </a:cubicBezTo>
                  <a:lnTo>
                    <a:pt x="469910" y="178323"/>
                  </a:lnTo>
                  <a:cubicBezTo>
                    <a:pt x="474486" y="178247"/>
                    <a:pt x="478258" y="181894"/>
                    <a:pt x="478334" y="186471"/>
                  </a:cubicBezTo>
                  <a:cubicBezTo>
                    <a:pt x="478335" y="186518"/>
                    <a:pt x="478335" y="186563"/>
                    <a:pt x="478335" y="186610"/>
                  </a:cubicBezTo>
                  <a:lnTo>
                    <a:pt x="478335" y="292001"/>
                  </a:lnTo>
                  <a:cubicBezTo>
                    <a:pt x="478335" y="296655"/>
                    <a:pt x="474563" y="300427"/>
                    <a:pt x="469910" y="300427"/>
                  </a:cubicBezTo>
                  <a:lnTo>
                    <a:pt x="414659" y="300427"/>
                  </a:lnTo>
                  <a:cubicBezTo>
                    <a:pt x="412276" y="307209"/>
                    <a:pt x="409509" y="313850"/>
                    <a:pt x="406371" y="320318"/>
                  </a:cubicBezTo>
                  <a:lnTo>
                    <a:pt x="446152" y="358993"/>
                  </a:lnTo>
                  <a:cubicBezTo>
                    <a:pt x="447659" y="360604"/>
                    <a:pt x="448498" y="362727"/>
                    <a:pt x="448500" y="364933"/>
                  </a:cubicBezTo>
                  <a:cubicBezTo>
                    <a:pt x="448527" y="367144"/>
                    <a:pt x="447683" y="369277"/>
                    <a:pt x="446152" y="370872"/>
                  </a:cubicBezTo>
                  <a:lnTo>
                    <a:pt x="371563" y="445461"/>
                  </a:lnTo>
                  <a:cubicBezTo>
                    <a:pt x="368246" y="448653"/>
                    <a:pt x="363000" y="448653"/>
                    <a:pt x="359684" y="445461"/>
                  </a:cubicBezTo>
                  <a:lnTo>
                    <a:pt x="320456" y="406785"/>
                  </a:lnTo>
                  <a:cubicBezTo>
                    <a:pt x="313989" y="409924"/>
                    <a:pt x="307347" y="412690"/>
                    <a:pt x="300565" y="415073"/>
                  </a:cubicBezTo>
                  <a:lnTo>
                    <a:pt x="300565" y="470324"/>
                  </a:lnTo>
                  <a:cubicBezTo>
                    <a:pt x="300641" y="474977"/>
                    <a:pt x="296931" y="478810"/>
                    <a:pt x="292279" y="478886"/>
                  </a:cubicBezTo>
                  <a:cubicBezTo>
                    <a:pt x="292232" y="478888"/>
                    <a:pt x="292186" y="478888"/>
                    <a:pt x="292140" y="478888"/>
                  </a:cubicBezTo>
                  <a:close/>
                  <a:moveTo>
                    <a:pt x="195450" y="462174"/>
                  </a:moveTo>
                  <a:lnTo>
                    <a:pt x="284128" y="462174"/>
                  </a:lnTo>
                  <a:lnTo>
                    <a:pt x="284128" y="408995"/>
                  </a:lnTo>
                  <a:cubicBezTo>
                    <a:pt x="283893" y="405111"/>
                    <a:pt x="286348" y="401572"/>
                    <a:pt x="290068" y="400431"/>
                  </a:cubicBezTo>
                  <a:cubicBezTo>
                    <a:pt x="299604" y="397510"/>
                    <a:pt x="308850" y="393718"/>
                    <a:pt x="317693" y="389105"/>
                  </a:cubicBezTo>
                  <a:cubicBezTo>
                    <a:pt x="320945" y="387428"/>
                    <a:pt x="324908" y="388043"/>
                    <a:pt x="327500" y="390624"/>
                  </a:cubicBezTo>
                  <a:lnTo>
                    <a:pt x="365623" y="428057"/>
                  </a:lnTo>
                  <a:lnTo>
                    <a:pt x="428195" y="365485"/>
                  </a:lnTo>
                  <a:lnTo>
                    <a:pt x="390624" y="327915"/>
                  </a:lnTo>
                  <a:cubicBezTo>
                    <a:pt x="388043" y="325322"/>
                    <a:pt x="387428" y="321359"/>
                    <a:pt x="389105" y="318107"/>
                  </a:cubicBezTo>
                  <a:cubicBezTo>
                    <a:pt x="393797" y="309093"/>
                    <a:pt x="397636" y="299659"/>
                    <a:pt x="400570" y="289929"/>
                  </a:cubicBezTo>
                  <a:cubicBezTo>
                    <a:pt x="401705" y="286467"/>
                    <a:pt x="404937" y="284127"/>
                    <a:pt x="408581" y="284128"/>
                  </a:cubicBezTo>
                  <a:lnTo>
                    <a:pt x="461760" y="284128"/>
                  </a:lnTo>
                  <a:lnTo>
                    <a:pt x="461760" y="195036"/>
                  </a:lnTo>
                  <a:lnTo>
                    <a:pt x="409133" y="195036"/>
                  </a:lnTo>
                  <a:cubicBezTo>
                    <a:pt x="405249" y="195271"/>
                    <a:pt x="401710" y="192816"/>
                    <a:pt x="400570" y="189096"/>
                  </a:cubicBezTo>
                  <a:cubicBezTo>
                    <a:pt x="397525" y="179255"/>
                    <a:pt x="393549" y="169727"/>
                    <a:pt x="388691" y="160642"/>
                  </a:cubicBezTo>
                  <a:cubicBezTo>
                    <a:pt x="386968" y="157398"/>
                    <a:pt x="387586" y="153406"/>
                    <a:pt x="390210" y="150835"/>
                  </a:cubicBezTo>
                  <a:lnTo>
                    <a:pt x="428195" y="113126"/>
                  </a:lnTo>
                  <a:lnTo>
                    <a:pt x="365623" y="50555"/>
                  </a:lnTo>
                  <a:lnTo>
                    <a:pt x="328053" y="88125"/>
                  </a:lnTo>
                  <a:cubicBezTo>
                    <a:pt x="325372" y="90976"/>
                    <a:pt x="321080" y="91606"/>
                    <a:pt x="317693" y="89645"/>
                  </a:cubicBezTo>
                  <a:cubicBezTo>
                    <a:pt x="308858" y="84830"/>
                    <a:pt x="299614" y="80808"/>
                    <a:pt x="290068" y="77628"/>
                  </a:cubicBezTo>
                  <a:cubicBezTo>
                    <a:pt x="286577" y="76530"/>
                    <a:pt x="284219" y="73274"/>
                    <a:pt x="284266" y="69616"/>
                  </a:cubicBezTo>
                  <a:lnTo>
                    <a:pt x="284266" y="16575"/>
                  </a:lnTo>
                  <a:lnTo>
                    <a:pt x="195174" y="16575"/>
                  </a:lnTo>
                  <a:lnTo>
                    <a:pt x="195174" y="69616"/>
                  </a:lnTo>
                  <a:cubicBezTo>
                    <a:pt x="195202" y="73312"/>
                    <a:pt x="192779" y="76580"/>
                    <a:pt x="189235" y="77628"/>
                  </a:cubicBezTo>
                  <a:cubicBezTo>
                    <a:pt x="179412" y="80780"/>
                    <a:pt x="169890" y="84802"/>
                    <a:pt x="160780" y="89645"/>
                  </a:cubicBezTo>
                  <a:cubicBezTo>
                    <a:pt x="157536" y="91368"/>
                    <a:pt x="153544" y="90749"/>
                    <a:pt x="150973" y="88125"/>
                  </a:cubicBezTo>
                  <a:lnTo>
                    <a:pt x="113264" y="50555"/>
                  </a:lnTo>
                  <a:lnTo>
                    <a:pt x="50693" y="113126"/>
                  </a:lnTo>
                  <a:lnTo>
                    <a:pt x="88263" y="150835"/>
                  </a:lnTo>
                  <a:cubicBezTo>
                    <a:pt x="90887" y="153406"/>
                    <a:pt x="91506" y="157398"/>
                    <a:pt x="89783" y="160642"/>
                  </a:cubicBezTo>
                  <a:cubicBezTo>
                    <a:pt x="84940" y="169752"/>
                    <a:pt x="80918" y="179274"/>
                    <a:pt x="77766" y="189096"/>
                  </a:cubicBezTo>
                  <a:cubicBezTo>
                    <a:pt x="76719" y="192641"/>
                    <a:pt x="73451" y="195064"/>
                    <a:pt x="69754" y="195036"/>
                  </a:cubicBezTo>
                  <a:lnTo>
                    <a:pt x="16713" y="195036"/>
                  </a:lnTo>
                  <a:lnTo>
                    <a:pt x="16713" y="283714"/>
                  </a:lnTo>
                  <a:lnTo>
                    <a:pt x="69754" y="283714"/>
                  </a:lnTo>
                  <a:cubicBezTo>
                    <a:pt x="73413" y="283667"/>
                    <a:pt x="76668" y="286025"/>
                    <a:pt x="77766" y="289515"/>
                  </a:cubicBezTo>
                  <a:cubicBezTo>
                    <a:pt x="80947" y="299194"/>
                    <a:pt x="84968" y="308577"/>
                    <a:pt x="89783" y="317555"/>
                  </a:cubicBezTo>
                  <a:cubicBezTo>
                    <a:pt x="91459" y="320806"/>
                    <a:pt x="90846" y="324769"/>
                    <a:pt x="88263" y="327362"/>
                  </a:cubicBezTo>
                  <a:lnTo>
                    <a:pt x="50693" y="365485"/>
                  </a:lnTo>
                  <a:lnTo>
                    <a:pt x="113264" y="428057"/>
                  </a:lnTo>
                  <a:lnTo>
                    <a:pt x="150973" y="390486"/>
                  </a:lnTo>
                  <a:cubicBezTo>
                    <a:pt x="153544" y="387862"/>
                    <a:pt x="157536" y="387244"/>
                    <a:pt x="160780" y="388967"/>
                  </a:cubicBezTo>
                  <a:cubicBezTo>
                    <a:pt x="169880" y="393683"/>
                    <a:pt x="179408" y="397521"/>
                    <a:pt x="189235" y="400431"/>
                  </a:cubicBezTo>
                  <a:cubicBezTo>
                    <a:pt x="192751" y="401517"/>
                    <a:pt x="195157" y="404762"/>
                    <a:pt x="195174" y="4084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478A92FD-6E41-984C-933F-6FD387061DFD}"/>
                </a:ext>
              </a:extLst>
            </p:cNvPr>
            <p:cNvSpPr/>
            <p:nvPr/>
          </p:nvSpPr>
          <p:spPr>
            <a:xfrm>
              <a:off x="5592311" y="2260874"/>
              <a:ext cx="293382" cy="293382"/>
            </a:xfrm>
            <a:custGeom>
              <a:avLst/>
              <a:gdLst>
                <a:gd name="connsiteX0" fmla="*/ 146138 w 293382"/>
                <a:gd name="connsiteY0" fmla="*/ 293382 h 293382"/>
                <a:gd name="connsiteX1" fmla="*/ 1 w 293382"/>
                <a:gd name="connsiteY1" fmla="*/ 146138 h 293382"/>
                <a:gd name="connsiteX2" fmla="*/ 147246 w 293382"/>
                <a:gd name="connsiteY2" fmla="*/ 1 h 293382"/>
                <a:gd name="connsiteX3" fmla="*/ 293382 w 293382"/>
                <a:gd name="connsiteY3" fmla="*/ 146138 h 293382"/>
                <a:gd name="connsiteX4" fmla="*/ 146968 w 293382"/>
                <a:gd name="connsiteY4" fmla="*/ 293382 h 293382"/>
                <a:gd name="connsiteX5" fmla="*/ 146138 w 293382"/>
                <a:gd name="connsiteY5" fmla="*/ 293382 h 293382"/>
                <a:gd name="connsiteX6" fmla="*/ 146138 w 293382"/>
                <a:gd name="connsiteY6" fmla="*/ 17127 h 293382"/>
                <a:gd name="connsiteX7" fmla="*/ 16160 w 293382"/>
                <a:gd name="connsiteY7" fmla="*/ 147105 h 293382"/>
                <a:gd name="connsiteX8" fmla="*/ 146138 w 293382"/>
                <a:gd name="connsiteY8" fmla="*/ 277083 h 293382"/>
                <a:gd name="connsiteX9" fmla="*/ 276116 w 293382"/>
                <a:gd name="connsiteY9" fmla="*/ 147105 h 293382"/>
                <a:gd name="connsiteX10" fmla="*/ 146831 w 293382"/>
                <a:gd name="connsiteY10" fmla="*/ 16163 h 293382"/>
                <a:gd name="connsiteX11" fmla="*/ 146138 w 293382"/>
                <a:gd name="connsiteY11" fmla="*/ 16160 h 293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3382" h="293382">
                  <a:moveTo>
                    <a:pt x="146138" y="293382"/>
                  </a:moveTo>
                  <a:cubicBezTo>
                    <a:pt x="65123" y="293076"/>
                    <a:pt x="-305" y="227152"/>
                    <a:pt x="1" y="146138"/>
                  </a:cubicBezTo>
                  <a:cubicBezTo>
                    <a:pt x="307" y="65123"/>
                    <a:pt x="66230" y="-305"/>
                    <a:pt x="147246" y="1"/>
                  </a:cubicBezTo>
                  <a:cubicBezTo>
                    <a:pt x="227828" y="305"/>
                    <a:pt x="293078" y="65556"/>
                    <a:pt x="293382" y="146138"/>
                  </a:cubicBezTo>
                  <a:cubicBezTo>
                    <a:pt x="293611" y="227230"/>
                    <a:pt x="228058" y="293152"/>
                    <a:pt x="146968" y="293382"/>
                  </a:cubicBezTo>
                  <a:cubicBezTo>
                    <a:pt x="146692" y="293383"/>
                    <a:pt x="146414" y="293383"/>
                    <a:pt x="146138" y="293382"/>
                  </a:cubicBezTo>
                  <a:close/>
                  <a:moveTo>
                    <a:pt x="146138" y="17127"/>
                  </a:moveTo>
                  <a:cubicBezTo>
                    <a:pt x="74353" y="17127"/>
                    <a:pt x="16160" y="75320"/>
                    <a:pt x="16160" y="147105"/>
                  </a:cubicBezTo>
                  <a:cubicBezTo>
                    <a:pt x="16160" y="218890"/>
                    <a:pt x="74353" y="277083"/>
                    <a:pt x="146138" y="277083"/>
                  </a:cubicBezTo>
                  <a:cubicBezTo>
                    <a:pt x="217923" y="277083"/>
                    <a:pt x="276116" y="218890"/>
                    <a:pt x="276116" y="147105"/>
                  </a:cubicBezTo>
                  <a:cubicBezTo>
                    <a:pt x="276573" y="75245"/>
                    <a:pt x="218691" y="16620"/>
                    <a:pt x="146831" y="16163"/>
                  </a:cubicBezTo>
                  <a:cubicBezTo>
                    <a:pt x="146601" y="16161"/>
                    <a:pt x="146369" y="16160"/>
                    <a:pt x="146138" y="16160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47CE793-1E53-804A-80DF-E98F48AF1ACD}"/>
                </a:ext>
              </a:extLst>
            </p:cNvPr>
            <p:cNvSpPr/>
            <p:nvPr/>
          </p:nvSpPr>
          <p:spPr>
            <a:xfrm>
              <a:off x="5684233" y="2313204"/>
              <a:ext cx="108361" cy="187615"/>
            </a:xfrm>
            <a:custGeom>
              <a:avLst/>
              <a:gdLst>
                <a:gd name="connsiteX0" fmla="*/ 54216 w 108361"/>
                <a:gd name="connsiteY0" fmla="*/ 187596 h 187615"/>
                <a:gd name="connsiteX1" fmla="*/ 70 w 108361"/>
                <a:gd name="connsiteY1" fmla="*/ 136489 h 187615"/>
                <a:gd name="connsiteX2" fmla="*/ 7351 w 108361"/>
                <a:gd name="connsiteY2" fmla="*/ 127056 h 187615"/>
                <a:gd name="connsiteX3" fmla="*/ 16783 w 108361"/>
                <a:gd name="connsiteY3" fmla="*/ 134336 h 187615"/>
                <a:gd name="connsiteX4" fmla="*/ 16783 w 108361"/>
                <a:gd name="connsiteY4" fmla="*/ 136489 h 187615"/>
                <a:gd name="connsiteX5" fmla="*/ 54216 w 108361"/>
                <a:gd name="connsiteY5" fmla="*/ 170745 h 187615"/>
                <a:gd name="connsiteX6" fmla="*/ 91648 w 108361"/>
                <a:gd name="connsiteY6" fmla="*/ 136489 h 187615"/>
                <a:gd name="connsiteX7" fmla="*/ 54216 w 108361"/>
                <a:gd name="connsiteY7" fmla="*/ 102095 h 187615"/>
                <a:gd name="connsiteX8" fmla="*/ 70 w 108361"/>
                <a:gd name="connsiteY8" fmla="*/ 51126 h 187615"/>
                <a:gd name="connsiteX9" fmla="*/ 54216 w 108361"/>
                <a:gd name="connsiteY9" fmla="*/ 19 h 187615"/>
                <a:gd name="connsiteX10" fmla="*/ 108362 w 108361"/>
                <a:gd name="connsiteY10" fmla="*/ 51126 h 187615"/>
                <a:gd name="connsiteX11" fmla="*/ 98929 w 108361"/>
                <a:gd name="connsiteY11" fmla="*/ 58407 h 187615"/>
                <a:gd name="connsiteX12" fmla="*/ 91648 w 108361"/>
                <a:gd name="connsiteY12" fmla="*/ 51126 h 187615"/>
                <a:gd name="connsiteX13" fmla="*/ 54216 w 108361"/>
                <a:gd name="connsiteY13" fmla="*/ 16733 h 187615"/>
                <a:gd name="connsiteX14" fmla="*/ 16783 w 108361"/>
                <a:gd name="connsiteY14" fmla="*/ 51126 h 187615"/>
                <a:gd name="connsiteX15" fmla="*/ 54216 w 108361"/>
                <a:gd name="connsiteY15" fmla="*/ 85382 h 187615"/>
                <a:gd name="connsiteX16" fmla="*/ 108362 w 108361"/>
                <a:gd name="connsiteY16" fmla="*/ 136489 h 187615"/>
                <a:gd name="connsiteX17" fmla="*/ 54216 w 108361"/>
                <a:gd name="connsiteY17" fmla="*/ 187596 h 18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8361" h="187615">
                  <a:moveTo>
                    <a:pt x="54216" y="187596"/>
                  </a:moveTo>
                  <a:cubicBezTo>
                    <a:pt x="25176" y="188371"/>
                    <a:pt x="972" y="165526"/>
                    <a:pt x="70" y="136489"/>
                  </a:cubicBezTo>
                  <a:cubicBezTo>
                    <a:pt x="-524" y="131874"/>
                    <a:pt x="2734" y="127650"/>
                    <a:pt x="7351" y="127056"/>
                  </a:cubicBezTo>
                  <a:cubicBezTo>
                    <a:pt x="11965" y="126461"/>
                    <a:pt x="16189" y="129721"/>
                    <a:pt x="16783" y="134336"/>
                  </a:cubicBezTo>
                  <a:cubicBezTo>
                    <a:pt x="16876" y="135051"/>
                    <a:pt x="16876" y="135775"/>
                    <a:pt x="16783" y="136489"/>
                  </a:cubicBezTo>
                  <a:cubicBezTo>
                    <a:pt x="17753" y="156241"/>
                    <a:pt x="34454" y="171526"/>
                    <a:pt x="54216" y="170745"/>
                  </a:cubicBezTo>
                  <a:cubicBezTo>
                    <a:pt x="73978" y="171526"/>
                    <a:pt x="90679" y="156241"/>
                    <a:pt x="91648" y="136489"/>
                  </a:cubicBezTo>
                  <a:cubicBezTo>
                    <a:pt x="90752" y="116682"/>
                    <a:pt x="74029" y="101315"/>
                    <a:pt x="54216" y="102095"/>
                  </a:cubicBezTo>
                  <a:cubicBezTo>
                    <a:pt x="25198" y="102948"/>
                    <a:pt x="972" y="80141"/>
                    <a:pt x="70" y="51126"/>
                  </a:cubicBezTo>
                  <a:cubicBezTo>
                    <a:pt x="972" y="22089"/>
                    <a:pt x="25176" y="-756"/>
                    <a:pt x="54216" y="19"/>
                  </a:cubicBezTo>
                  <a:cubicBezTo>
                    <a:pt x="83256" y="-756"/>
                    <a:pt x="107460" y="22089"/>
                    <a:pt x="108362" y="51126"/>
                  </a:cubicBezTo>
                  <a:cubicBezTo>
                    <a:pt x="107768" y="55741"/>
                    <a:pt x="103544" y="59001"/>
                    <a:pt x="98929" y="58407"/>
                  </a:cubicBezTo>
                  <a:cubicBezTo>
                    <a:pt x="95129" y="57917"/>
                    <a:pt x="92137" y="54926"/>
                    <a:pt x="91648" y="51126"/>
                  </a:cubicBezTo>
                  <a:cubicBezTo>
                    <a:pt x="90752" y="31319"/>
                    <a:pt x="74029" y="15952"/>
                    <a:pt x="54216" y="16733"/>
                  </a:cubicBezTo>
                  <a:cubicBezTo>
                    <a:pt x="34403" y="15952"/>
                    <a:pt x="17680" y="31319"/>
                    <a:pt x="16783" y="51126"/>
                  </a:cubicBezTo>
                  <a:cubicBezTo>
                    <a:pt x="17753" y="70879"/>
                    <a:pt x="34455" y="86164"/>
                    <a:pt x="54216" y="85382"/>
                  </a:cubicBezTo>
                  <a:cubicBezTo>
                    <a:pt x="83256" y="84607"/>
                    <a:pt x="107460" y="107452"/>
                    <a:pt x="108362" y="136489"/>
                  </a:cubicBezTo>
                  <a:cubicBezTo>
                    <a:pt x="107460" y="165526"/>
                    <a:pt x="83256" y="188371"/>
                    <a:pt x="54216" y="187596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EFEF1396-A163-134B-B465-535048FD4D35}"/>
                </a:ext>
              </a:extLst>
            </p:cNvPr>
            <p:cNvSpPr/>
            <p:nvPr/>
          </p:nvSpPr>
          <p:spPr>
            <a:xfrm>
              <a:off x="5746736" y="2295957"/>
              <a:ext cx="16851" cy="222108"/>
            </a:xfrm>
            <a:custGeom>
              <a:avLst/>
              <a:gdLst>
                <a:gd name="connsiteX0" fmla="*/ 8426 w 16851"/>
                <a:gd name="connsiteY0" fmla="*/ 222109 h 222108"/>
                <a:gd name="connsiteX1" fmla="*/ 0 w 16851"/>
                <a:gd name="connsiteY1" fmla="*/ 213683 h 222108"/>
                <a:gd name="connsiteX2" fmla="*/ 0 w 16851"/>
                <a:gd name="connsiteY2" fmla="*/ 8426 h 222108"/>
                <a:gd name="connsiteX3" fmla="*/ 8426 w 16851"/>
                <a:gd name="connsiteY3" fmla="*/ 0 h 222108"/>
                <a:gd name="connsiteX4" fmla="*/ 16852 w 16851"/>
                <a:gd name="connsiteY4" fmla="*/ 8426 h 222108"/>
                <a:gd name="connsiteX5" fmla="*/ 16852 w 16851"/>
                <a:gd name="connsiteY5" fmla="*/ 213683 h 222108"/>
                <a:gd name="connsiteX6" fmla="*/ 8426 w 16851"/>
                <a:gd name="connsiteY6" fmla="*/ 222109 h 2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1" h="222108">
                  <a:moveTo>
                    <a:pt x="8426" y="222109"/>
                  </a:moveTo>
                  <a:cubicBezTo>
                    <a:pt x="3772" y="222109"/>
                    <a:pt x="0" y="218337"/>
                    <a:pt x="0" y="213683"/>
                  </a:cubicBezTo>
                  <a:lnTo>
                    <a:pt x="0" y="8426"/>
                  </a:lnTo>
                  <a:cubicBezTo>
                    <a:pt x="0" y="3772"/>
                    <a:pt x="3772" y="0"/>
                    <a:pt x="8426" y="0"/>
                  </a:cubicBezTo>
                  <a:cubicBezTo>
                    <a:pt x="13079" y="0"/>
                    <a:pt x="16852" y="3772"/>
                    <a:pt x="16852" y="8426"/>
                  </a:cubicBezTo>
                  <a:lnTo>
                    <a:pt x="16852" y="213683"/>
                  </a:lnTo>
                  <a:cubicBezTo>
                    <a:pt x="16852" y="218337"/>
                    <a:pt x="13079" y="222109"/>
                    <a:pt x="8426" y="222109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9874153-47E0-1C45-A348-8713C27A90E9}"/>
                </a:ext>
              </a:extLst>
            </p:cNvPr>
            <p:cNvSpPr/>
            <p:nvPr/>
          </p:nvSpPr>
          <p:spPr>
            <a:xfrm>
              <a:off x="5713239" y="2294880"/>
              <a:ext cx="16852" cy="223186"/>
            </a:xfrm>
            <a:custGeom>
              <a:avLst/>
              <a:gdLst>
                <a:gd name="connsiteX0" fmla="*/ 8496 w 16852"/>
                <a:gd name="connsiteY0" fmla="*/ 223186 h 223186"/>
                <a:gd name="connsiteX1" fmla="*/ 70 w 16852"/>
                <a:gd name="connsiteY1" fmla="*/ 214761 h 223186"/>
                <a:gd name="connsiteX2" fmla="*/ 70 w 16852"/>
                <a:gd name="connsiteY2" fmla="*/ 9503 h 223186"/>
                <a:gd name="connsiteX3" fmla="*/ 7351 w 16852"/>
                <a:gd name="connsiteY3" fmla="*/ 70 h 223186"/>
                <a:gd name="connsiteX4" fmla="*/ 16783 w 16852"/>
                <a:gd name="connsiteY4" fmla="*/ 7350 h 223186"/>
                <a:gd name="connsiteX5" fmla="*/ 16783 w 16852"/>
                <a:gd name="connsiteY5" fmla="*/ 9503 h 223186"/>
                <a:gd name="connsiteX6" fmla="*/ 16783 w 16852"/>
                <a:gd name="connsiteY6" fmla="*/ 214761 h 223186"/>
                <a:gd name="connsiteX7" fmla="*/ 8635 w 16852"/>
                <a:gd name="connsiteY7" fmla="*/ 223185 h 223186"/>
                <a:gd name="connsiteX8" fmla="*/ 8496 w 16852"/>
                <a:gd name="connsiteY8" fmla="*/ 223186 h 22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52" h="223186">
                  <a:moveTo>
                    <a:pt x="8496" y="223186"/>
                  </a:moveTo>
                  <a:cubicBezTo>
                    <a:pt x="3842" y="223186"/>
                    <a:pt x="70" y="219414"/>
                    <a:pt x="70" y="214761"/>
                  </a:cubicBezTo>
                  <a:lnTo>
                    <a:pt x="70" y="9503"/>
                  </a:lnTo>
                  <a:cubicBezTo>
                    <a:pt x="-524" y="4888"/>
                    <a:pt x="2734" y="664"/>
                    <a:pt x="7351" y="70"/>
                  </a:cubicBezTo>
                  <a:cubicBezTo>
                    <a:pt x="11965" y="-525"/>
                    <a:pt x="16189" y="2735"/>
                    <a:pt x="16783" y="7350"/>
                  </a:cubicBezTo>
                  <a:cubicBezTo>
                    <a:pt x="16876" y="8065"/>
                    <a:pt x="16876" y="8788"/>
                    <a:pt x="16783" y="9503"/>
                  </a:cubicBezTo>
                  <a:lnTo>
                    <a:pt x="16783" y="214761"/>
                  </a:lnTo>
                  <a:cubicBezTo>
                    <a:pt x="16859" y="219337"/>
                    <a:pt x="13211" y="223109"/>
                    <a:pt x="8635" y="223185"/>
                  </a:cubicBezTo>
                  <a:cubicBezTo>
                    <a:pt x="8588" y="223186"/>
                    <a:pt x="8543" y="223186"/>
                    <a:pt x="8496" y="223186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0" name="Graphic 39">
            <a:extLst>
              <a:ext uri="{FF2B5EF4-FFF2-40B4-BE49-F238E27FC236}">
                <a16:creationId xmlns:a16="http://schemas.microsoft.com/office/drawing/2014/main" id="{DBBD6FEE-5DF7-BE49-8D49-334F0C4DF09A}"/>
              </a:ext>
            </a:extLst>
          </p:cNvPr>
          <p:cNvGrpSpPr/>
          <p:nvPr/>
        </p:nvGrpSpPr>
        <p:grpSpPr>
          <a:xfrm>
            <a:off x="5908451" y="2143094"/>
            <a:ext cx="452681" cy="441401"/>
            <a:chOff x="5517530" y="2183976"/>
            <a:chExt cx="452681" cy="441401"/>
          </a:xfrm>
          <a:solidFill>
            <a:srgbClr val="FFFFFF"/>
          </a:solidFill>
        </p:grpSpPr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A349F41-1182-6349-93C8-43094D857409}"/>
                </a:ext>
              </a:extLst>
            </p:cNvPr>
            <p:cNvSpPr/>
            <p:nvPr/>
          </p:nvSpPr>
          <p:spPr>
            <a:xfrm>
              <a:off x="5698398" y="2380955"/>
              <a:ext cx="90875" cy="160609"/>
            </a:xfrm>
            <a:custGeom>
              <a:avLst/>
              <a:gdLst>
                <a:gd name="connsiteX0" fmla="*/ 45506 w 90875"/>
                <a:gd name="connsiteY0" fmla="*/ 159494 h 160609"/>
                <a:gd name="connsiteX1" fmla="*/ 68 w 90875"/>
                <a:gd name="connsiteY1" fmla="*/ 115286 h 160609"/>
                <a:gd name="connsiteX2" fmla="*/ 7196 w 90875"/>
                <a:gd name="connsiteY2" fmla="*/ 105763 h 160609"/>
                <a:gd name="connsiteX3" fmla="*/ 16431 w 90875"/>
                <a:gd name="connsiteY3" fmla="*/ 113112 h 160609"/>
                <a:gd name="connsiteX4" fmla="*/ 16431 w 90875"/>
                <a:gd name="connsiteY4" fmla="*/ 115286 h 160609"/>
                <a:gd name="connsiteX5" fmla="*/ 45334 w 90875"/>
                <a:gd name="connsiteY5" fmla="*/ 143185 h 160609"/>
                <a:gd name="connsiteX6" fmla="*/ 45506 w 90875"/>
                <a:gd name="connsiteY6" fmla="*/ 143178 h 160609"/>
                <a:gd name="connsiteX7" fmla="*/ 77393 w 90875"/>
                <a:gd name="connsiteY7" fmla="*/ 121395 h 160609"/>
                <a:gd name="connsiteX8" fmla="*/ 56270 w 90875"/>
                <a:gd name="connsiteY8" fmla="*/ 88511 h 160609"/>
                <a:gd name="connsiteX9" fmla="*/ 45506 w 90875"/>
                <a:gd name="connsiteY9" fmla="*/ 88511 h 160609"/>
                <a:gd name="connsiteX10" fmla="*/ 68 w 90875"/>
                <a:gd name="connsiteY10" fmla="*/ 44304 h 160609"/>
                <a:gd name="connsiteX11" fmla="*/ 47915 w 90875"/>
                <a:gd name="connsiteY11" fmla="*/ 71 h 160609"/>
                <a:gd name="connsiteX12" fmla="*/ 90808 w 90875"/>
                <a:gd name="connsiteY12" fmla="*/ 44304 h 160609"/>
                <a:gd name="connsiteX13" fmla="*/ 83680 w 90875"/>
                <a:gd name="connsiteY13" fmla="*/ 53827 h 160609"/>
                <a:gd name="connsiteX14" fmla="*/ 74445 w 90875"/>
                <a:gd name="connsiteY14" fmla="*/ 46478 h 160609"/>
                <a:gd name="connsiteX15" fmla="*/ 74445 w 90875"/>
                <a:gd name="connsiteY15" fmla="*/ 44304 h 160609"/>
                <a:gd name="connsiteX16" fmla="*/ 45506 w 90875"/>
                <a:gd name="connsiteY16" fmla="*/ 17110 h 160609"/>
                <a:gd name="connsiteX17" fmla="*/ 16431 w 90875"/>
                <a:gd name="connsiteY17" fmla="*/ 44304 h 160609"/>
                <a:gd name="connsiteX18" fmla="*/ 45334 w 90875"/>
                <a:gd name="connsiteY18" fmla="*/ 72202 h 160609"/>
                <a:gd name="connsiteX19" fmla="*/ 45506 w 90875"/>
                <a:gd name="connsiteY19" fmla="*/ 72195 h 160609"/>
                <a:gd name="connsiteX20" fmla="*/ 88373 w 90875"/>
                <a:gd name="connsiteY20" fmla="*/ 116402 h 160609"/>
                <a:gd name="connsiteX21" fmla="*/ 45506 w 90875"/>
                <a:gd name="connsiteY21" fmla="*/ 160610 h 160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875" h="160609">
                  <a:moveTo>
                    <a:pt x="45506" y="159494"/>
                  </a:moveTo>
                  <a:cubicBezTo>
                    <a:pt x="21132" y="160197"/>
                    <a:pt x="804" y="140421"/>
                    <a:pt x="68" y="115286"/>
                  </a:cubicBezTo>
                  <a:cubicBezTo>
                    <a:pt x="-513" y="110627"/>
                    <a:pt x="2677" y="106363"/>
                    <a:pt x="7196" y="105763"/>
                  </a:cubicBezTo>
                  <a:cubicBezTo>
                    <a:pt x="11714" y="105162"/>
                    <a:pt x="15850" y="108453"/>
                    <a:pt x="16431" y="113112"/>
                  </a:cubicBezTo>
                  <a:cubicBezTo>
                    <a:pt x="16522" y="113835"/>
                    <a:pt x="16522" y="114565"/>
                    <a:pt x="16431" y="115286"/>
                  </a:cubicBezTo>
                  <a:cubicBezTo>
                    <a:pt x="16942" y="131221"/>
                    <a:pt x="29882" y="143710"/>
                    <a:pt x="45334" y="143185"/>
                  </a:cubicBezTo>
                  <a:cubicBezTo>
                    <a:pt x="45391" y="143182"/>
                    <a:pt x="45449" y="143180"/>
                    <a:pt x="45506" y="143178"/>
                  </a:cubicBezTo>
                  <a:cubicBezTo>
                    <a:pt x="60144" y="146243"/>
                    <a:pt x="74420" y="136491"/>
                    <a:pt x="77393" y="121395"/>
                  </a:cubicBezTo>
                  <a:cubicBezTo>
                    <a:pt x="80365" y="106299"/>
                    <a:pt x="70908" y="91576"/>
                    <a:pt x="56270" y="88511"/>
                  </a:cubicBezTo>
                  <a:cubicBezTo>
                    <a:pt x="52717" y="87768"/>
                    <a:pt x="49058" y="87768"/>
                    <a:pt x="45506" y="88511"/>
                  </a:cubicBezTo>
                  <a:cubicBezTo>
                    <a:pt x="21132" y="89215"/>
                    <a:pt x="804" y="69438"/>
                    <a:pt x="68" y="44304"/>
                  </a:cubicBezTo>
                  <a:cubicBezTo>
                    <a:pt x="1437" y="18464"/>
                    <a:pt x="22859" y="-1340"/>
                    <a:pt x="47915" y="71"/>
                  </a:cubicBezTo>
                  <a:cubicBezTo>
                    <a:pt x="71060" y="1375"/>
                    <a:pt x="89543" y="20436"/>
                    <a:pt x="90808" y="44304"/>
                  </a:cubicBezTo>
                  <a:cubicBezTo>
                    <a:pt x="91389" y="48963"/>
                    <a:pt x="88199" y="53227"/>
                    <a:pt x="83680" y="53827"/>
                  </a:cubicBezTo>
                  <a:cubicBezTo>
                    <a:pt x="79162" y="54428"/>
                    <a:pt x="75026" y="51137"/>
                    <a:pt x="74445" y="46478"/>
                  </a:cubicBezTo>
                  <a:cubicBezTo>
                    <a:pt x="74354" y="45755"/>
                    <a:pt x="74354" y="45025"/>
                    <a:pt x="74445" y="44304"/>
                  </a:cubicBezTo>
                  <a:cubicBezTo>
                    <a:pt x="73715" y="28563"/>
                    <a:pt x="60772" y="16400"/>
                    <a:pt x="45506" y="17110"/>
                  </a:cubicBezTo>
                  <a:cubicBezTo>
                    <a:pt x="30215" y="16398"/>
                    <a:pt x="17233" y="28541"/>
                    <a:pt x="16431" y="44304"/>
                  </a:cubicBezTo>
                  <a:cubicBezTo>
                    <a:pt x="16942" y="60238"/>
                    <a:pt x="29882" y="72727"/>
                    <a:pt x="45334" y="72202"/>
                  </a:cubicBezTo>
                  <a:cubicBezTo>
                    <a:pt x="45391" y="72199"/>
                    <a:pt x="45449" y="72197"/>
                    <a:pt x="45506" y="72195"/>
                  </a:cubicBezTo>
                  <a:cubicBezTo>
                    <a:pt x="69180" y="72195"/>
                    <a:pt x="88373" y="91988"/>
                    <a:pt x="88373" y="116402"/>
                  </a:cubicBezTo>
                  <a:cubicBezTo>
                    <a:pt x="88373" y="140817"/>
                    <a:pt x="69180" y="160610"/>
                    <a:pt x="45506" y="160610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26E6DBE7-0CB3-8F4A-BBCF-9B110DE1A38C}"/>
                </a:ext>
              </a:extLst>
            </p:cNvPr>
            <p:cNvSpPr/>
            <p:nvPr/>
          </p:nvSpPr>
          <p:spPr>
            <a:xfrm>
              <a:off x="5735655" y="2367076"/>
              <a:ext cx="16362" cy="187876"/>
            </a:xfrm>
            <a:custGeom>
              <a:avLst/>
              <a:gdLst>
                <a:gd name="connsiteX0" fmla="*/ 8249 w 16362"/>
                <a:gd name="connsiteY0" fmla="*/ 187877 h 187876"/>
                <a:gd name="connsiteX1" fmla="*/ 0 w 16362"/>
                <a:gd name="connsiteY1" fmla="*/ 179370 h 187876"/>
                <a:gd name="connsiteX2" fmla="*/ 0 w 16362"/>
                <a:gd name="connsiteY2" fmla="*/ 7421 h 187876"/>
                <a:gd name="connsiteX3" fmla="*/ 9235 w 16362"/>
                <a:gd name="connsiteY3" fmla="*/ 71 h 187876"/>
                <a:gd name="connsiteX4" fmla="*/ 16363 w 16362"/>
                <a:gd name="connsiteY4" fmla="*/ 7421 h 187876"/>
                <a:gd name="connsiteX5" fmla="*/ 16363 w 16362"/>
                <a:gd name="connsiteY5" fmla="*/ 179370 h 187876"/>
                <a:gd name="connsiteX6" fmla="*/ 8249 w 16362"/>
                <a:gd name="connsiteY6" fmla="*/ 187877 h 187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62" h="187876">
                  <a:moveTo>
                    <a:pt x="8249" y="187877"/>
                  </a:moveTo>
                  <a:cubicBezTo>
                    <a:pt x="3693" y="187877"/>
                    <a:pt x="0" y="184068"/>
                    <a:pt x="0" y="179370"/>
                  </a:cubicBezTo>
                  <a:lnTo>
                    <a:pt x="0" y="7421"/>
                  </a:lnTo>
                  <a:cubicBezTo>
                    <a:pt x="582" y="2762"/>
                    <a:pt x="4717" y="-529"/>
                    <a:pt x="9235" y="71"/>
                  </a:cubicBezTo>
                  <a:cubicBezTo>
                    <a:pt x="12955" y="566"/>
                    <a:pt x="15884" y="3585"/>
                    <a:pt x="16363" y="7421"/>
                  </a:cubicBezTo>
                  <a:lnTo>
                    <a:pt x="16363" y="179370"/>
                  </a:lnTo>
                  <a:cubicBezTo>
                    <a:pt x="16363" y="184014"/>
                    <a:pt x="12752" y="187800"/>
                    <a:pt x="8249" y="187877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86F70EC-96BA-F44F-B943-D3C6BEF14EDA}"/>
                </a:ext>
              </a:extLst>
            </p:cNvPr>
            <p:cNvSpPr/>
            <p:nvPr/>
          </p:nvSpPr>
          <p:spPr>
            <a:xfrm>
              <a:off x="5953712" y="2360301"/>
              <a:ext cx="16499" cy="39158"/>
            </a:xfrm>
            <a:custGeom>
              <a:avLst/>
              <a:gdLst>
                <a:gd name="connsiteX0" fmla="*/ 8317 w 16499"/>
                <a:gd name="connsiteY0" fmla="*/ 39159 h 39158"/>
                <a:gd name="connsiteX1" fmla="*/ 68 w 16499"/>
                <a:gd name="connsiteY1" fmla="*/ 30652 h 39158"/>
                <a:gd name="connsiteX2" fmla="*/ 68 w 16499"/>
                <a:gd name="connsiteY2" fmla="*/ 9594 h 39158"/>
                <a:gd name="connsiteX3" fmla="*/ 7196 w 16499"/>
                <a:gd name="connsiteY3" fmla="*/ 71 h 39158"/>
                <a:gd name="connsiteX4" fmla="*/ 16431 w 16499"/>
                <a:gd name="connsiteY4" fmla="*/ 7420 h 39158"/>
                <a:gd name="connsiteX5" fmla="*/ 16431 w 16499"/>
                <a:gd name="connsiteY5" fmla="*/ 9594 h 39158"/>
                <a:gd name="connsiteX6" fmla="*/ 16431 w 16499"/>
                <a:gd name="connsiteY6" fmla="*/ 30652 h 39158"/>
                <a:gd name="connsiteX7" fmla="*/ 8454 w 16499"/>
                <a:gd name="connsiteY7" fmla="*/ 39157 h 39158"/>
                <a:gd name="connsiteX8" fmla="*/ 8317 w 16499"/>
                <a:gd name="connsiteY8" fmla="*/ 39159 h 39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99" h="39158">
                  <a:moveTo>
                    <a:pt x="8317" y="39159"/>
                  </a:moveTo>
                  <a:cubicBezTo>
                    <a:pt x="3762" y="39159"/>
                    <a:pt x="68" y="35350"/>
                    <a:pt x="68" y="30652"/>
                  </a:cubicBezTo>
                  <a:lnTo>
                    <a:pt x="68" y="9594"/>
                  </a:lnTo>
                  <a:cubicBezTo>
                    <a:pt x="-513" y="4935"/>
                    <a:pt x="2677" y="670"/>
                    <a:pt x="7196" y="71"/>
                  </a:cubicBezTo>
                  <a:cubicBezTo>
                    <a:pt x="11714" y="-530"/>
                    <a:pt x="15850" y="2761"/>
                    <a:pt x="16431" y="7420"/>
                  </a:cubicBezTo>
                  <a:cubicBezTo>
                    <a:pt x="16522" y="8143"/>
                    <a:pt x="16522" y="8873"/>
                    <a:pt x="16431" y="9594"/>
                  </a:cubicBezTo>
                  <a:lnTo>
                    <a:pt x="16431" y="30652"/>
                  </a:lnTo>
                  <a:cubicBezTo>
                    <a:pt x="16506" y="35272"/>
                    <a:pt x="12934" y="39081"/>
                    <a:pt x="8454" y="39157"/>
                  </a:cubicBezTo>
                  <a:cubicBezTo>
                    <a:pt x="8408" y="39159"/>
                    <a:pt x="8363" y="39159"/>
                    <a:pt x="8317" y="39159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BC911CBB-B444-8844-910E-93DD809F32C3}"/>
                </a:ext>
              </a:extLst>
            </p:cNvPr>
            <p:cNvSpPr/>
            <p:nvPr/>
          </p:nvSpPr>
          <p:spPr>
            <a:xfrm>
              <a:off x="5953780" y="2428297"/>
              <a:ext cx="16363" cy="60693"/>
            </a:xfrm>
            <a:custGeom>
              <a:avLst/>
              <a:gdLst>
                <a:gd name="connsiteX0" fmla="*/ 8249 w 16363"/>
                <a:gd name="connsiteY0" fmla="*/ 60693 h 60693"/>
                <a:gd name="connsiteX1" fmla="*/ 0 w 16363"/>
                <a:gd name="connsiteY1" fmla="*/ 52186 h 60693"/>
                <a:gd name="connsiteX2" fmla="*/ 0 w 16363"/>
                <a:gd name="connsiteY2" fmla="*/ 7421 h 60693"/>
                <a:gd name="connsiteX3" fmla="*/ 9235 w 16363"/>
                <a:gd name="connsiteY3" fmla="*/ 71 h 60693"/>
                <a:gd name="connsiteX4" fmla="*/ 16363 w 16363"/>
                <a:gd name="connsiteY4" fmla="*/ 7421 h 60693"/>
                <a:gd name="connsiteX5" fmla="*/ 16363 w 16363"/>
                <a:gd name="connsiteY5" fmla="*/ 52186 h 60693"/>
                <a:gd name="connsiteX6" fmla="*/ 8386 w 16363"/>
                <a:gd name="connsiteY6" fmla="*/ 60692 h 60693"/>
                <a:gd name="connsiteX7" fmla="*/ 8249 w 16363"/>
                <a:gd name="connsiteY7" fmla="*/ 60693 h 60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63" h="60693">
                  <a:moveTo>
                    <a:pt x="8249" y="60693"/>
                  </a:moveTo>
                  <a:cubicBezTo>
                    <a:pt x="3693" y="60693"/>
                    <a:pt x="0" y="56885"/>
                    <a:pt x="0" y="52186"/>
                  </a:cubicBezTo>
                  <a:lnTo>
                    <a:pt x="0" y="7421"/>
                  </a:lnTo>
                  <a:cubicBezTo>
                    <a:pt x="582" y="2762"/>
                    <a:pt x="4717" y="-529"/>
                    <a:pt x="9235" y="71"/>
                  </a:cubicBezTo>
                  <a:cubicBezTo>
                    <a:pt x="12955" y="566"/>
                    <a:pt x="15884" y="3585"/>
                    <a:pt x="16363" y="7421"/>
                  </a:cubicBezTo>
                  <a:lnTo>
                    <a:pt x="16363" y="52186"/>
                  </a:lnTo>
                  <a:cubicBezTo>
                    <a:pt x="16437" y="56807"/>
                    <a:pt x="12866" y="60615"/>
                    <a:pt x="8386" y="60692"/>
                  </a:cubicBezTo>
                  <a:cubicBezTo>
                    <a:pt x="8340" y="60693"/>
                    <a:pt x="8295" y="60693"/>
                    <a:pt x="8249" y="60693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8432C6A-5865-D74F-BE10-900046803666}"/>
                </a:ext>
              </a:extLst>
            </p:cNvPr>
            <p:cNvSpPr/>
            <p:nvPr/>
          </p:nvSpPr>
          <p:spPr>
            <a:xfrm>
              <a:off x="5953780" y="2517827"/>
              <a:ext cx="16362" cy="36986"/>
            </a:xfrm>
            <a:custGeom>
              <a:avLst/>
              <a:gdLst>
                <a:gd name="connsiteX0" fmla="*/ 8249 w 16362"/>
                <a:gd name="connsiteY0" fmla="*/ 36986 h 36986"/>
                <a:gd name="connsiteX1" fmla="*/ 1 w 16362"/>
                <a:gd name="connsiteY1" fmla="*/ 28759 h 36986"/>
                <a:gd name="connsiteX2" fmla="*/ 0 w 16362"/>
                <a:gd name="connsiteY2" fmla="*/ 28618 h 36986"/>
                <a:gd name="connsiteX3" fmla="*/ 0 w 16362"/>
                <a:gd name="connsiteY3" fmla="*/ 7421 h 36986"/>
                <a:gd name="connsiteX4" fmla="*/ 9235 w 16362"/>
                <a:gd name="connsiteY4" fmla="*/ 71 h 36986"/>
                <a:gd name="connsiteX5" fmla="*/ 16363 w 16362"/>
                <a:gd name="connsiteY5" fmla="*/ 7421 h 36986"/>
                <a:gd name="connsiteX6" fmla="*/ 16363 w 16362"/>
                <a:gd name="connsiteY6" fmla="*/ 28618 h 36986"/>
                <a:gd name="connsiteX7" fmla="*/ 8249 w 16362"/>
                <a:gd name="connsiteY7" fmla="*/ 36986 h 3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62" h="36986">
                  <a:moveTo>
                    <a:pt x="8249" y="36986"/>
                  </a:moveTo>
                  <a:cubicBezTo>
                    <a:pt x="3769" y="37063"/>
                    <a:pt x="76" y="33379"/>
                    <a:pt x="1" y="28759"/>
                  </a:cubicBezTo>
                  <a:cubicBezTo>
                    <a:pt x="0" y="28712"/>
                    <a:pt x="0" y="28666"/>
                    <a:pt x="0" y="28618"/>
                  </a:cubicBezTo>
                  <a:lnTo>
                    <a:pt x="0" y="7421"/>
                  </a:lnTo>
                  <a:cubicBezTo>
                    <a:pt x="582" y="2762"/>
                    <a:pt x="4717" y="-529"/>
                    <a:pt x="9235" y="71"/>
                  </a:cubicBezTo>
                  <a:cubicBezTo>
                    <a:pt x="12955" y="566"/>
                    <a:pt x="15884" y="3585"/>
                    <a:pt x="16363" y="7421"/>
                  </a:cubicBezTo>
                  <a:lnTo>
                    <a:pt x="16363" y="28618"/>
                  </a:lnTo>
                  <a:cubicBezTo>
                    <a:pt x="16363" y="33240"/>
                    <a:pt x="12731" y="36986"/>
                    <a:pt x="8249" y="36986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4DEF1EDB-2E03-3147-8977-0B2068F819FD}"/>
                </a:ext>
              </a:extLst>
            </p:cNvPr>
            <p:cNvSpPr/>
            <p:nvPr/>
          </p:nvSpPr>
          <p:spPr>
            <a:xfrm>
              <a:off x="5517530" y="2226953"/>
              <a:ext cx="452075" cy="398424"/>
            </a:xfrm>
            <a:custGeom>
              <a:avLst/>
              <a:gdLst>
                <a:gd name="connsiteX0" fmla="*/ 425162 w 452075"/>
                <a:gd name="connsiteY0" fmla="*/ 398425 h 398424"/>
                <a:gd name="connsiteX1" fmla="*/ 27046 w 452075"/>
                <a:gd name="connsiteY1" fmla="*/ 398425 h 398424"/>
                <a:gd name="connsiteX2" fmla="*/ 0 w 452075"/>
                <a:gd name="connsiteY2" fmla="*/ 370534 h 398424"/>
                <a:gd name="connsiteX3" fmla="*/ 0 w 452075"/>
                <a:gd name="connsiteY3" fmla="*/ 27891 h 398424"/>
                <a:gd name="connsiteX4" fmla="*/ 27046 w 452075"/>
                <a:gd name="connsiteY4" fmla="*/ 0 h 398424"/>
                <a:gd name="connsiteX5" fmla="*/ 424621 w 452075"/>
                <a:gd name="connsiteY5" fmla="*/ 0 h 398424"/>
                <a:gd name="connsiteX6" fmla="*/ 451667 w 452075"/>
                <a:gd name="connsiteY6" fmla="*/ 27891 h 398424"/>
                <a:gd name="connsiteX7" fmla="*/ 451667 w 452075"/>
                <a:gd name="connsiteY7" fmla="*/ 142942 h 398424"/>
                <a:gd name="connsiteX8" fmla="*/ 436251 w 452075"/>
                <a:gd name="connsiteY8" fmla="*/ 142942 h 398424"/>
                <a:gd name="connsiteX9" fmla="*/ 436251 w 452075"/>
                <a:gd name="connsiteY9" fmla="*/ 27891 h 398424"/>
                <a:gd name="connsiteX10" fmla="*/ 425162 w 452075"/>
                <a:gd name="connsiteY10" fmla="*/ 16456 h 398424"/>
                <a:gd name="connsiteX11" fmla="*/ 27046 w 452075"/>
                <a:gd name="connsiteY11" fmla="*/ 16456 h 398424"/>
                <a:gd name="connsiteX12" fmla="*/ 15822 w 452075"/>
                <a:gd name="connsiteY12" fmla="*/ 27891 h 398424"/>
                <a:gd name="connsiteX13" fmla="*/ 15822 w 452075"/>
                <a:gd name="connsiteY13" fmla="*/ 370115 h 398424"/>
                <a:gd name="connsiteX14" fmla="*/ 27046 w 452075"/>
                <a:gd name="connsiteY14" fmla="*/ 381551 h 398424"/>
                <a:gd name="connsiteX15" fmla="*/ 424621 w 452075"/>
                <a:gd name="connsiteY15" fmla="*/ 381551 h 398424"/>
                <a:gd name="connsiteX16" fmla="*/ 435710 w 452075"/>
                <a:gd name="connsiteY16" fmla="*/ 370115 h 398424"/>
                <a:gd name="connsiteX17" fmla="*/ 435710 w 452075"/>
                <a:gd name="connsiteY17" fmla="*/ 319493 h 398424"/>
                <a:gd name="connsiteX18" fmla="*/ 452073 w 452075"/>
                <a:gd name="connsiteY18" fmla="*/ 319493 h 398424"/>
                <a:gd name="connsiteX19" fmla="*/ 452073 w 452075"/>
                <a:gd name="connsiteY19" fmla="*/ 370115 h 398424"/>
                <a:gd name="connsiteX20" fmla="*/ 425435 w 452075"/>
                <a:gd name="connsiteY20" fmla="*/ 398422 h 398424"/>
                <a:gd name="connsiteX21" fmla="*/ 425162 w 452075"/>
                <a:gd name="connsiteY21" fmla="*/ 398425 h 39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2075" h="398424">
                  <a:moveTo>
                    <a:pt x="425162" y="398425"/>
                  </a:moveTo>
                  <a:lnTo>
                    <a:pt x="27046" y="398425"/>
                  </a:lnTo>
                  <a:cubicBezTo>
                    <a:pt x="12109" y="398425"/>
                    <a:pt x="0" y="385938"/>
                    <a:pt x="0" y="370534"/>
                  </a:cubicBezTo>
                  <a:lnTo>
                    <a:pt x="0" y="27891"/>
                  </a:lnTo>
                  <a:cubicBezTo>
                    <a:pt x="0" y="12487"/>
                    <a:pt x="12109" y="0"/>
                    <a:pt x="27046" y="0"/>
                  </a:cubicBezTo>
                  <a:lnTo>
                    <a:pt x="424621" y="0"/>
                  </a:lnTo>
                  <a:cubicBezTo>
                    <a:pt x="439559" y="0"/>
                    <a:pt x="451667" y="12487"/>
                    <a:pt x="451667" y="27891"/>
                  </a:cubicBezTo>
                  <a:lnTo>
                    <a:pt x="451667" y="142942"/>
                  </a:lnTo>
                  <a:lnTo>
                    <a:pt x="436251" y="142942"/>
                  </a:lnTo>
                  <a:lnTo>
                    <a:pt x="436251" y="27891"/>
                  </a:lnTo>
                  <a:cubicBezTo>
                    <a:pt x="436251" y="21576"/>
                    <a:pt x="431287" y="16456"/>
                    <a:pt x="425162" y="16456"/>
                  </a:cubicBezTo>
                  <a:lnTo>
                    <a:pt x="27046" y="16456"/>
                  </a:lnTo>
                  <a:cubicBezTo>
                    <a:pt x="20899" y="16455"/>
                    <a:pt x="15896" y="21553"/>
                    <a:pt x="15822" y="27891"/>
                  </a:cubicBezTo>
                  <a:lnTo>
                    <a:pt x="15822" y="370115"/>
                  </a:lnTo>
                  <a:cubicBezTo>
                    <a:pt x="15896" y="376453"/>
                    <a:pt x="20899" y="381551"/>
                    <a:pt x="27046" y="381551"/>
                  </a:cubicBezTo>
                  <a:lnTo>
                    <a:pt x="424621" y="381551"/>
                  </a:lnTo>
                  <a:cubicBezTo>
                    <a:pt x="430746" y="381551"/>
                    <a:pt x="435710" y="376431"/>
                    <a:pt x="435710" y="370115"/>
                  </a:cubicBezTo>
                  <a:lnTo>
                    <a:pt x="435710" y="319493"/>
                  </a:lnTo>
                  <a:lnTo>
                    <a:pt x="452073" y="319493"/>
                  </a:lnTo>
                  <a:lnTo>
                    <a:pt x="452073" y="370115"/>
                  </a:lnTo>
                  <a:cubicBezTo>
                    <a:pt x="452297" y="385517"/>
                    <a:pt x="440371" y="398190"/>
                    <a:pt x="425435" y="398422"/>
                  </a:cubicBezTo>
                  <a:cubicBezTo>
                    <a:pt x="425345" y="398423"/>
                    <a:pt x="425254" y="398425"/>
                    <a:pt x="425162" y="398425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56D94FC-944B-1544-A431-F33CD8049574}"/>
                </a:ext>
              </a:extLst>
            </p:cNvPr>
            <p:cNvSpPr/>
            <p:nvPr/>
          </p:nvSpPr>
          <p:spPr>
            <a:xfrm>
              <a:off x="5525779" y="2298075"/>
              <a:ext cx="436251" cy="16874"/>
            </a:xfrm>
            <a:custGeom>
              <a:avLst/>
              <a:gdLst>
                <a:gd name="connsiteX0" fmla="*/ 0 w 436251"/>
                <a:gd name="connsiteY0" fmla="*/ 0 h 16874"/>
                <a:gd name="connsiteX1" fmla="*/ 436251 w 436251"/>
                <a:gd name="connsiteY1" fmla="*/ 0 h 16874"/>
                <a:gd name="connsiteX2" fmla="*/ 436251 w 436251"/>
                <a:gd name="connsiteY2" fmla="*/ 16874 h 16874"/>
                <a:gd name="connsiteX3" fmla="*/ 0 w 436251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251" h="16874">
                  <a:moveTo>
                    <a:pt x="0" y="0"/>
                  </a:moveTo>
                  <a:lnTo>
                    <a:pt x="436251" y="0"/>
                  </a:lnTo>
                  <a:lnTo>
                    <a:pt x="436251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37548CE2-5222-0C41-87F3-E96BCA5BC07B}"/>
                </a:ext>
              </a:extLst>
            </p:cNvPr>
            <p:cNvSpPr/>
            <p:nvPr/>
          </p:nvSpPr>
          <p:spPr>
            <a:xfrm>
              <a:off x="5595949" y="2183976"/>
              <a:ext cx="16500" cy="89415"/>
            </a:xfrm>
            <a:custGeom>
              <a:avLst/>
              <a:gdLst>
                <a:gd name="connsiteX0" fmla="*/ 8669 w 16500"/>
                <a:gd name="connsiteY0" fmla="*/ 89415 h 89415"/>
                <a:gd name="connsiteX1" fmla="*/ 420 w 16500"/>
                <a:gd name="connsiteY1" fmla="*/ 80909 h 89415"/>
                <a:gd name="connsiteX2" fmla="*/ 420 w 16500"/>
                <a:gd name="connsiteY2" fmla="*/ 11181 h 89415"/>
                <a:gd name="connsiteX3" fmla="*/ 5660 w 16500"/>
                <a:gd name="connsiteY3" fmla="*/ 433 h 89415"/>
                <a:gd name="connsiteX4" fmla="*/ 16083 w 16500"/>
                <a:gd name="connsiteY4" fmla="*/ 5837 h 89415"/>
                <a:gd name="connsiteX5" fmla="*/ 16242 w 16500"/>
                <a:gd name="connsiteY5" fmla="*/ 10623 h 89415"/>
                <a:gd name="connsiteX6" fmla="*/ 16242 w 16500"/>
                <a:gd name="connsiteY6" fmla="*/ 80351 h 89415"/>
                <a:gd name="connsiteX7" fmla="*/ 8850 w 16500"/>
                <a:gd name="connsiteY7" fmla="*/ 89402 h 89415"/>
                <a:gd name="connsiteX8" fmla="*/ 8669 w 16500"/>
                <a:gd name="connsiteY8" fmla="*/ 89415 h 8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00" h="89415">
                  <a:moveTo>
                    <a:pt x="8669" y="89415"/>
                  </a:moveTo>
                  <a:cubicBezTo>
                    <a:pt x="4113" y="89415"/>
                    <a:pt x="420" y="85607"/>
                    <a:pt x="420" y="80909"/>
                  </a:cubicBezTo>
                  <a:lnTo>
                    <a:pt x="420" y="11181"/>
                  </a:lnTo>
                  <a:cubicBezTo>
                    <a:pt x="-1011" y="6720"/>
                    <a:pt x="1335" y="1908"/>
                    <a:pt x="5660" y="433"/>
                  </a:cubicBezTo>
                  <a:cubicBezTo>
                    <a:pt x="9986" y="-1043"/>
                    <a:pt x="14652" y="1377"/>
                    <a:pt x="16083" y="5837"/>
                  </a:cubicBezTo>
                  <a:cubicBezTo>
                    <a:pt x="16579" y="7384"/>
                    <a:pt x="16634" y="9045"/>
                    <a:pt x="16242" y="10623"/>
                  </a:cubicBezTo>
                  <a:lnTo>
                    <a:pt x="16242" y="80351"/>
                  </a:lnTo>
                  <a:cubicBezTo>
                    <a:pt x="16624" y="84955"/>
                    <a:pt x="13314" y="89007"/>
                    <a:pt x="8850" y="89402"/>
                  </a:cubicBezTo>
                  <a:cubicBezTo>
                    <a:pt x="8789" y="89407"/>
                    <a:pt x="8729" y="89412"/>
                    <a:pt x="8669" y="89415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945BE05-847F-3640-836A-02E2C6A90276}"/>
                </a:ext>
              </a:extLst>
            </p:cNvPr>
            <p:cNvSpPr/>
            <p:nvPr/>
          </p:nvSpPr>
          <p:spPr>
            <a:xfrm>
              <a:off x="5666214" y="2185562"/>
              <a:ext cx="16499" cy="87833"/>
            </a:xfrm>
            <a:custGeom>
              <a:avLst/>
              <a:gdLst>
                <a:gd name="connsiteX0" fmla="*/ 8047 w 16499"/>
                <a:gd name="connsiteY0" fmla="*/ 87829 h 87833"/>
                <a:gd name="connsiteX1" fmla="*/ 68 w 16499"/>
                <a:gd name="connsiteY1" fmla="*/ 79322 h 87833"/>
                <a:gd name="connsiteX2" fmla="*/ 68 w 16499"/>
                <a:gd name="connsiteY2" fmla="*/ 9595 h 87833"/>
                <a:gd name="connsiteX3" fmla="*/ 7196 w 16499"/>
                <a:gd name="connsiteY3" fmla="*/ 71 h 87833"/>
                <a:gd name="connsiteX4" fmla="*/ 16431 w 16499"/>
                <a:gd name="connsiteY4" fmla="*/ 7421 h 87833"/>
                <a:gd name="connsiteX5" fmla="*/ 16431 w 16499"/>
                <a:gd name="connsiteY5" fmla="*/ 9595 h 87833"/>
                <a:gd name="connsiteX6" fmla="*/ 16431 w 16499"/>
                <a:gd name="connsiteY6" fmla="*/ 79322 h 87833"/>
                <a:gd name="connsiteX7" fmla="*/ 8458 w 16499"/>
                <a:gd name="connsiteY7" fmla="*/ 87833 h 87833"/>
                <a:gd name="connsiteX8" fmla="*/ 8047 w 16499"/>
                <a:gd name="connsiteY8" fmla="*/ 87829 h 8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99" h="87833">
                  <a:moveTo>
                    <a:pt x="8047" y="87829"/>
                  </a:moveTo>
                  <a:cubicBezTo>
                    <a:pt x="3597" y="87679"/>
                    <a:pt x="66" y="83914"/>
                    <a:pt x="68" y="79322"/>
                  </a:cubicBezTo>
                  <a:lnTo>
                    <a:pt x="68" y="9595"/>
                  </a:lnTo>
                  <a:cubicBezTo>
                    <a:pt x="-513" y="4935"/>
                    <a:pt x="2677" y="671"/>
                    <a:pt x="7196" y="71"/>
                  </a:cubicBezTo>
                  <a:cubicBezTo>
                    <a:pt x="11714" y="-530"/>
                    <a:pt x="15850" y="2761"/>
                    <a:pt x="16431" y="7421"/>
                  </a:cubicBezTo>
                  <a:cubicBezTo>
                    <a:pt x="16522" y="8142"/>
                    <a:pt x="16522" y="8873"/>
                    <a:pt x="16431" y="9595"/>
                  </a:cubicBezTo>
                  <a:lnTo>
                    <a:pt x="16431" y="79322"/>
                  </a:lnTo>
                  <a:cubicBezTo>
                    <a:pt x="16508" y="83943"/>
                    <a:pt x="12938" y="87753"/>
                    <a:pt x="8458" y="87833"/>
                  </a:cubicBezTo>
                  <a:cubicBezTo>
                    <a:pt x="8321" y="87835"/>
                    <a:pt x="8184" y="87834"/>
                    <a:pt x="8047" y="87829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C873F61D-871F-C14D-A38A-FC6B55E370AA}"/>
                </a:ext>
              </a:extLst>
            </p:cNvPr>
            <p:cNvSpPr/>
            <p:nvPr/>
          </p:nvSpPr>
          <p:spPr>
            <a:xfrm>
              <a:off x="5735587" y="2185562"/>
              <a:ext cx="16499" cy="87829"/>
            </a:xfrm>
            <a:custGeom>
              <a:avLst/>
              <a:gdLst>
                <a:gd name="connsiteX0" fmla="*/ 8317 w 16499"/>
                <a:gd name="connsiteY0" fmla="*/ 87829 h 87829"/>
                <a:gd name="connsiteX1" fmla="*/ 68 w 16499"/>
                <a:gd name="connsiteY1" fmla="*/ 79322 h 87829"/>
                <a:gd name="connsiteX2" fmla="*/ 68 w 16499"/>
                <a:gd name="connsiteY2" fmla="*/ 9595 h 87829"/>
                <a:gd name="connsiteX3" fmla="*/ 7196 w 16499"/>
                <a:gd name="connsiteY3" fmla="*/ 71 h 87829"/>
                <a:gd name="connsiteX4" fmla="*/ 16431 w 16499"/>
                <a:gd name="connsiteY4" fmla="*/ 7421 h 87829"/>
                <a:gd name="connsiteX5" fmla="*/ 16431 w 16499"/>
                <a:gd name="connsiteY5" fmla="*/ 9595 h 87829"/>
                <a:gd name="connsiteX6" fmla="*/ 16431 w 16499"/>
                <a:gd name="connsiteY6" fmla="*/ 79322 h 87829"/>
                <a:gd name="connsiteX7" fmla="*/ 8454 w 16499"/>
                <a:gd name="connsiteY7" fmla="*/ 87828 h 87829"/>
                <a:gd name="connsiteX8" fmla="*/ 8317 w 16499"/>
                <a:gd name="connsiteY8" fmla="*/ 87829 h 8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99" h="87829">
                  <a:moveTo>
                    <a:pt x="8317" y="87829"/>
                  </a:moveTo>
                  <a:cubicBezTo>
                    <a:pt x="3762" y="87829"/>
                    <a:pt x="68" y="84021"/>
                    <a:pt x="68" y="79322"/>
                  </a:cubicBezTo>
                  <a:lnTo>
                    <a:pt x="68" y="9595"/>
                  </a:lnTo>
                  <a:cubicBezTo>
                    <a:pt x="-513" y="4935"/>
                    <a:pt x="2677" y="671"/>
                    <a:pt x="7196" y="71"/>
                  </a:cubicBezTo>
                  <a:cubicBezTo>
                    <a:pt x="11714" y="-530"/>
                    <a:pt x="15850" y="2761"/>
                    <a:pt x="16431" y="7421"/>
                  </a:cubicBezTo>
                  <a:cubicBezTo>
                    <a:pt x="16522" y="8142"/>
                    <a:pt x="16522" y="8873"/>
                    <a:pt x="16431" y="9595"/>
                  </a:cubicBezTo>
                  <a:lnTo>
                    <a:pt x="16431" y="79322"/>
                  </a:lnTo>
                  <a:cubicBezTo>
                    <a:pt x="16506" y="83943"/>
                    <a:pt x="12934" y="87751"/>
                    <a:pt x="8454" y="87828"/>
                  </a:cubicBezTo>
                  <a:cubicBezTo>
                    <a:pt x="8408" y="87829"/>
                    <a:pt x="8363" y="87829"/>
                    <a:pt x="8317" y="87829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5E2CE3CB-035C-D14A-B72B-22B718B91752}"/>
                </a:ext>
              </a:extLst>
            </p:cNvPr>
            <p:cNvSpPr/>
            <p:nvPr/>
          </p:nvSpPr>
          <p:spPr>
            <a:xfrm>
              <a:off x="5805230" y="2185562"/>
              <a:ext cx="16499" cy="87829"/>
            </a:xfrm>
            <a:custGeom>
              <a:avLst/>
              <a:gdLst>
                <a:gd name="connsiteX0" fmla="*/ 8317 w 16499"/>
                <a:gd name="connsiteY0" fmla="*/ 87829 h 87829"/>
                <a:gd name="connsiteX1" fmla="*/ 68 w 16499"/>
                <a:gd name="connsiteY1" fmla="*/ 79322 h 87829"/>
                <a:gd name="connsiteX2" fmla="*/ 68 w 16499"/>
                <a:gd name="connsiteY2" fmla="*/ 9595 h 87829"/>
                <a:gd name="connsiteX3" fmla="*/ 7196 w 16499"/>
                <a:gd name="connsiteY3" fmla="*/ 71 h 87829"/>
                <a:gd name="connsiteX4" fmla="*/ 16431 w 16499"/>
                <a:gd name="connsiteY4" fmla="*/ 7421 h 87829"/>
                <a:gd name="connsiteX5" fmla="*/ 16431 w 16499"/>
                <a:gd name="connsiteY5" fmla="*/ 9595 h 87829"/>
                <a:gd name="connsiteX6" fmla="*/ 16431 w 16499"/>
                <a:gd name="connsiteY6" fmla="*/ 79322 h 87829"/>
                <a:gd name="connsiteX7" fmla="*/ 8454 w 16499"/>
                <a:gd name="connsiteY7" fmla="*/ 87828 h 87829"/>
                <a:gd name="connsiteX8" fmla="*/ 8317 w 16499"/>
                <a:gd name="connsiteY8" fmla="*/ 87829 h 8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99" h="87829">
                  <a:moveTo>
                    <a:pt x="8317" y="87829"/>
                  </a:moveTo>
                  <a:cubicBezTo>
                    <a:pt x="3762" y="87829"/>
                    <a:pt x="68" y="84021"/>
                    <a:pt x="68" y="79322"/>
                  </a:cubicBezTo>
                  <a:lnTo>
                    <a:pt x="68" y="9595"/>
                  </a:lnTo>
                  <a:cubicBezTo>
                    <a:pt x="-513" y="4935"/>
                    <a:pt x="2677" y="671"/>
                    <a:pt x="7196" y="71"/>
                  </a:cubicBezTo>
                  <a:cubicBezTo>
                    <a:pt x="11714" y="-530"/>
                    <a:pt x="15850" y="2761"/>
                    <a:pt x="16431" y="7421"/>
                  </a:cubicBezTo>
                  <a:cubicBezTo>
                    <a:pt x="16522" y="8142"/>
                    <a:pt x="16522" y="8873"/>
                    <a:pt x="16431" y="9595"/>
                  </a:cubicBezTo>
                  <a:lnTo>
                    <a:pt x="16431" y="79322"/>
                  </a:lnTo>
                  <a:cubicBezTo>
                    <a:pt x="16506" y="83943"/>
                    <a:pt x="12934" y="87751"/>
                    <a:pt x="8454" y="87828"/>
                  </a:cubicBezTo>
                  <a:cubicBezTo>
                    <a:pt x="8408" y="87829"/>
                    <a:pt x="8363" y="87829"/>
                    <a:pt x="8317" y="87829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6AD4E627-20BD-6344-B960-601FA8E5C998}"/>
                </a:ext>
              </a:extLst>
            </p:cNvPr>
            <p:cNvSpPr/>
            <p:nvPr/>
          </p:nvSpPr>
          <p:spPr>
            <a:xfrm>
              <a:off x="5874467" y="2185562"/>
              <a:ext cx="16499" cy="87829"/>
            </a:xfrm>
            <a:custGeom>
              <a:avLst/>
              <a:gdLst>
                <a:gd name="connsiteX0" fmla="*/ 8182 w 16499"/>
                <a:gd name="connsiteY0" fmla="*/ 87829 h 87829"/>
                <a:gd name="connsiteX1" fmla="*/ 67 w 16499"/>
                <a:gd name="connsiteY1" fmla="*/ 79463 h 87829"/>
                <a:gd name="connsiteX2" fmla="*/ 68 w 16499"/>
                <a:gd name="connsiteY2" fmla="*/ 79322 h 87829"/>
                <a:gd name="connsiteX3" fmla="*/ 68 w 16499"/>
                <a:gd name="connsiteY3" fmla="*/ 9595 h 87829"/>
                <a:gd name="connsiteX4" fmla="*/ 7196 w 16499"/>
                <a:gd name="connsiteY4" fmla="*/ 71 h 87829"/>
                <a:gd name="connsiteX5" fmla="*/ 16431 w 16499"/>
                <a:gd name="connsiteY5" fmla="*/ 7421 h 87829"/>
                <a:gd name="connsiteX6" fmla="*/ 16431 w 16499"/>
                <a:gd name="connsiteY6" fmla="*/ 9595 h 87829"/>
                <a:gd name="connsiteX7" fmla="*/ 16431 w 16499"/>
                <a:gd name="connsiteY7" fmla="*/ 79322 h 87829"/>
                <a:gd name="connsiteX8" fmla="*/ 8182 w 16499"/>
                <a:gd name="connsiteY8" fmla="*/ 87829 h 8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99" h="87829">
                  <a:moveTo>
                    <a:pt x="8182" y="87829"/>
                  </a:moveTo>
                  <a:cubicBezTo>
                    <a:pt x="3701" y="87830"/>
                    <a:pt x="68" y="84084"/>
                    <a:pt x="67" y="79463"/>
                  </a:cubicBezTo>
                  <a:cubicBezTo>
                    <a:pt x="67" y="79416"/>
                    <a:pt x="67" y="79369"/>
                    <a:pt x="68" y="79322"/>
                  </a:cubicBezTo>
                  <a:lnTo>
                    <a:pt x="68" y="9595"/>
                  </a:lnTo>
                  <a:cubicBezTo>
                    <a:pt x="-513" y="4935"/>
                    <a:pt x="2677" y="671"/>
                    <a:pt x="7196" y="71"/>
                  </a:cubicBezTo>
                  <a:cubicBezTo>
                    <a:pt x="11714" y="-530"/>
                    <a:pt x="15850" y="2761"/>
                    <a:pt x="16431" y="7421"/>
                  </a:cubicBezTo>
                  <a:cubicBezTo>
                    <a:pt x="16522" y="8142"/>
                    <a:pt x="16522" y="8873"/>
                    <a:pt x="16431" y="9595"/>
                  </a:cubicBezTo>
                  <a:lnTo>
                    <a:pt x="16431" y="79322"/>
                  </a:lnTo>
                  <a:cubicBezTo>
                    <a:pt x="16431" y="84021"/>
                    <a:pt x="12738" y="87829"/>
                    <a:pt x="8182" y="87829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8A2407F3-F233-1B42-9474-E5F6D7CC9931}"/>
                </a:ext>
              </a:extLst>
            </p:cNvPr>
            <p:cNvSpPr/>
            <p:nvPr/>
          </p:nvSpPr>
          <p:spPr>
            <a:xfrm>
              <a:off x="5629365" y="2342422"/>
              <a:ext cx="228808" cy="235959"/>
            </a:xfrm>
            <a:custGeom>
              <a:avLst/>
              <a:gdLst>
                <a:gd name="connsiteX0" fmla="*/ 114540 w 228808"/>
                <a:gd name="connsiteY0" fmla="*/ 235959 h 235959"/>
                <a:gd name="connsiteX1" fmla="*/ 0 w 228808"/>
                <a:gd name="connsiteY1" fmla="*/ 118119 h 235959"/>
                <a:gd name="connsiteX2" fmla="*/ 114269 w 228808"/>
                <a:gd name="connsiteY2" fmla="*/ 0 h 235959"/>
                <a:gd name="connsiteX3" fmla="*/ 228809 w 228808"/>
                <a:gd name="connsiteY3" fmla="*/ 117840 h 235959"/>
                <a:gd name="connsiteX4" fmla="*/ 228809 w 228808"/>
                <a:gd name="connsiteY4" fmla="*/ 118119 h 235959"/>
                <a:gd name="connsiteX5" fmla="*/ 114540 w 228808"/>
                <a:gd name="connsiteY5" fmla="*/ 235959 h 235959"/>
                <a:gd name="connsiteX6" fmla="*/ 114540 w 228808"/>
                <a:gd name="connsiteY6" fmla="*/ 17014 h 235959"/>
                <a:gd name="connsiteX7" fmla="*/ 16633 w 228808"/>
                <a:gd name="connsiteY7" fmla="*/ 118258 h 235959"/>
                <a:gd name="connsiteX8" fmla="*/ 114810 w 228808"/>
                <a:gd name="connsiteY8" fmla="*/ 219224 h 235959"/>
                <a:gd name="connsiteX9" fmla="*/ 212716 w 228808"/>
                <a:gd name="connsiteY9" fmla="*/ 118119 h 235959"/>
                <a:gd name="connsiteX10" fmla="*/ 114540 w 228808"/>
                <a:gd name="connsiteY10" fmla="*/ 17014 h 23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8808" h="235959">
                  <a:moveTo>
                    <a:pt x="114540" y="235959"/>
                  </a:moveTo>
                  <a:cubicBezTo>
                    <a:pt x="51356" y="236036"/>
                    <a:pt x="75" y="183277"/>
                    <a:pt x="0" y="118119"/>
                  </a:cubicBezTo>
                  <a:cubicBezTo>
                    <a:pt x="-75" y="52961"/>
                    <a:pt x="51086" y="77"/>
                    <a:pt x="114269" y="0"/>
                  </a:cubicBezTo>
                  <a:cubicBezTo>
                    <a:pt x="177452" y="-77"/>
                    <a:pt x="228734" y="52682"/>
                    <a:pt x="228809" y="117840"/>
                  </a:cubicBezTo>
                  <a:cubicBezTo>
                    <a:pt x="228809" y="117934"/>
                    <a:pt x="228809" y="118026"/>
                    <a:pt x="228809" y="118119"/>
                  </a:cubicBezTo>
                  <a:cubicBezTo>
                    <a:pt x="228734" y="183168"/>
                    <a:pt x="177617" y="235882"/>
                    <a:pt x="114540" y="235959"/>
                  </a:cubicBezTo>
                  <a:close/>
                  <a:moveTo>
                    <a:pt x="114540" y="17014"/>
                  </a:moveTo>
                  <a:cubicBezTo>
                    <a:pt x="60392" y="17090"/>
                    <a:pt x="16559" y="62419"/>
                    <a:pt x="16633" y="118258"/>
                  </a:cubicBezTo>
                  <a:cubicBezTo>
                    <a:pt x="16708" y="174098"/>
                    <a:pt x="60663" y="219301"/>
                    <a:pt x="114810" y="219224"/>
                  </a:cubicBezTo>
                  <a:cubicBezTo>
                    <a:pt x="168905" y="219148"/>
                    <a:pt x="212716" y="173904"/>
                    <a:pt x="212716" y="118119"/>
                  </a:cubicBezTo>
                  <a:cubicBezTo>
                    <a:pt x="212642" y="62257"/>
                    <a:pt x="168708" y="17014"/>
                    <a:pt x="114540" y="17014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B804616-8939-4F4B-A507-EEC740BBE52E}"/>
                </a:ext>
              </a:extLst>
            </p:cNvPr>
            <p:cNvSpPr/>
            <p:nvPr/>
          </p:nvSpPr>
          <p:spPr>
            <a:xfrm>
              <a:off x="5586226" y="2297936"/>
              <a:ext cx="315085" cy="324931"/>
            </a:xfrm>
            <a:custGeom>
              <a:avLst/>
              <a:gdLst>
                <a:gd name="connsiteX0" fmla="*/ 157678 w 315085"/>
                <a:gd name="connsiteY0" fmla="*/ 324932 h 324931"/>
                <a:gd name="connsiteX1" fmla="*/ 0 w 315085"/>
                <a:gd name="connsiteY1" fmla="*/ 162605 h 324931"/>
                <a:gd name="connsiteX2" fmla="*/ 157407 w 315085"/>
                <a:gd name="connsiteY2" fmla="*/ 0 h 324931"/>
                <a:gd name="connsiteX3" fmla="*/ 315085 w 315085"/>
                <a:gd name="connsiteY3" fmla="*/ 162326 h 324931"/>
                <a:gd name="connsiteX4" fmla="*/ 315085 w 315085"/>
                <a:gd name="connsiteY4" fmla="*/ 162605 h 324931"/>
                <a:gd name="connsiteX5" fmla="*/ 157678 w 315085"/>
                <a:gd name="connsiteY5" fmla="*/ 324932 h 324931"/>
                <a:gd name="connsiteX6" fmla="*/ 157678 w 315085"/>
                <a:gd name="connsiteY6" fmla="*/ 17014 h 324931"/>
                <a:gd name="connsiteX7" fmla="*/ 16363 w 315085"/>
                <a:gd name="connsiteY7" fmla="*/ 162466 h 324931"/>
                <a:gd name="connsiteX8" fmla="*/ 157407 w 315085"/>
                <a:gd name="connsiteY8" fmla="*/ 308197 h 324931"/>
                <a:gd name="connsiteX9" fmla="*/ 298722 w 315085"/>
                <a:gd name="connsiteY9" fmla="*/ 162745 h 324931"/>
                <a:gd name="connsiteX10" fmla="*/ 298722 w 315085"/>
                <a:gd name="connsiteY10" fmla="*/ 162605 h 324931"/>
                <a:gd name="connsiteX11" fmla="*/ 157678 w 315085"/>
                <a:gd name="connsiteY11" fmla="*/ 17014 h 32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5085" h="324931">
                  <a:moveTo>
                    <a:pt x="157678" y="324932"/>
                  </a:moveTo>
                  <a:cubicBezTo>
                    <a:pt x="70670" y="325008"/>
                    <a:pt x="75" y="252332"/>
                    <a:pt x="0" y="162605"/>
                  </a:cubicBezTo>
                  <a:cubicBezTo>
                    <a:pt x="-75" y="72878"/>
                    <a:pt x="70399" y="77"/>
                    <a:pt x="157407" y="0"/>
                  </a:cubicBezTo>
                  <a:cubicBezTo>
                    <a:pt x="244415" y="-77"/>
                    <a:pt x="315011" y="72599"/>
                    <a:pt x="315085" y="162326"/>
                  </a:cubicBezTo>
                  <a:cubicBezTo>
                    <a:pt x="315085" y="162420"/>
                    <a:pt x="315085" y="162512"/>
                    <a:pt x="315085" y="162605"/>
                  </a:cubicBezTo>
                  <a:cubicBezTo>
                    <a:pt x="315011" y="252224"/>
                    <a:pt x="244580" y="324855"/>
                    <a:pt x="157678" y="324932"/>
                  </a:cubicBezTo>
                  <a:close/>
                  <a:moveTo>
                    <a:pt x="157678" y="17014"/>
                  </a:moveTo>
                  <a:cubicBezTo>
                    <a:pt x="79706" y="16937"/>
                    <a:pt x="16437" y="82057"/>
                    <a:pt x="16363" y="162466"/>
                  </a:cubicBezTo>
                  <a:cubicBezTo>
                    <a:pt x="16288" y="242873"/>
                    <a:pt x="79437" y="308120"/>
                    <a:pt x="157407" y="308197"/>
                  </a:cubicBezTo>
                  <a:cubicBezTo>
                    <a:pt x="235378" y="308274"/>
                    <a:pt x="298648" y="243152"/>
                    <a:pt x="298722" y="162745"/>
                  </a:cubicBezTo>
                  <a:cubicBezTo>
                    <a:pt x="298722" y="162699"/>
                    <a:pt x="298722" y="162651"/>
                    <a:pt x="298722" y="162605"/>
                  </a:cubicBezTo>
                  <a:cubicBezTo>
                    <a:pt x="298648" y="82283"/>
                    <a:pt x="235566" y="17167"/>
                    <a:pt x="157678" y="17014"/>
                  </a:cubicBezTo>
                  <a:close/>
                </a:path>
              </a:pathLst>
            </a:custGeom>
            <a:grpFill/>
            <a:ln w="13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5" name="Graphic 41">
            <a:extLst>
              <a:ext uri="{FF2B5EF4-FFF2-40B4-BE49-F238E27FC236}">
                <a16:creationId xmlns:a16="http://schemas.microsoft.com/office/drawing/2014/main" id="{8E24A873-4B1C-0844-B09F-07FCA887CFB7}"/>
              </a:ext>
            </a:extLst>
          </p:cNvPr>
          <p:cNvGrpSpPr/>
          <p:nvPr/>
        </p:nvGrpSpPr>
        <p:grpSpPr>
          <a:xfrm>
            <a:off x="7238384" y="3531224"/>
            <a:ext cx="496601" cy="497159"/>
            <a:chOff x="5489639" y="2158201"/>
            <a:chExt cx="496601" cy="497159"/>
          </a:xfrm>
          <a:solidFill>
            <a:srgbClr val="FFFFFF"/>
          </a:solidFill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6A383F6F-3A1E-0B41-94BF-CB3EBBE49896}"/>
                </a:ext>
              </a:extLst>
            </p:cNvPr>
            <p:cNvSpPr/>
            <p:nvPr/>
          </p:nvSpPr>
          <p:spPr>
            <a:xfrm>
              <a:off x="5535193" y="2369230"/>
              <a:ext cx="178796" cy="259130"/>
            </a:xfrm>
            <a:custGeom>
              <a:avLst/>
              <a:gdLst>
                <a:gd name="connsiteX0" fmla="*/ 128486 w 178796"/>
                <a:gd name="connsiteY0" fmla="*/ 259076 h 259130"/>
                <a:gd name="connsiteX1" fmla="*/ 120955 w 178796"/>
                <a:gd name="connsiteY1" fmla="*/ 254474 h 259130"/>
                <a:gd name="connsiteX2" fmla="*/ 124292 w 178796"/>
                <a:gd name="connsiteY2" fmla="*/ 243328 h 259130"/>
                <a:gd name="connsiteX3" fmla="*/ 124581 w 178796"/>
                <a:gd name="connsiteY3" fmla="*/ 243178 h 259130"/>
                <a:gd name="connsiteX4" fmla="*/ 146057 w 178796"/>
                <a:gd name="connsiteY4" fmla="*/ 232161 h 259130"/>
                <a:gd name="connsiteX5" fmla="*/ 60989 w 178796"/>
                <a:gd name="connsiteY5" fmla="*/ 181400 h 259130"/>
                <a:gd name="connsiteX6" fmla="*/ 60152 w 178796"/>
                <a:gd name="connsiteY6" fmla="*/ 180563 h 259130"/>
                <a:gd name="connsiteX7" fmla="*/ 59037 w 178796"/>
                <a:gd name="connsiteY7" fmla="*/ 179447 h 259130"/>
                <a:gd name="connsiteX8" fmla="*/ 2278 w 178796"/>
                <a:gd name="connsiteY8" fmla="*/ 7220 h 259130"/>
                <a:gd name="connsiteX9" fmla="*/ 11454 w 178796"/>
                <a:gd name="connsiteY9" fmla="*/ 63 h 259130"/>
                <a:gd name="connsiteX10" fmla="*/ 11761 w 178796"/>
                <a:gd name="connsiteY10" fmla="*/ 107 h 259130"/>
                <a:gd name="connsiteX11" fmla="*/ 19013 w 178796"/>
                <a:gd name="connsiteY11" fmla="*/ 9730 h 259130"/>
                <a:gd name="connsiteX12" fmla="*/ 71030 w 178796"/>
                <a:gd name="connsiteY12" fmla="*/ 167733 h 259130"/>
                <a:gd name="connsiteX13" fmla="*/ 72006 w 178796"/>
                <a:gd name="connsiteY13" fmla="*/ 168570 h 259130"/>
                <a:gd name="connsiteX14" fmla="*/ 72843 w 178796"/>
                <a:gd name="connsiteY14" fmla="*/ 169546 h 259130"/>
                <a:gd name="connsiteX15" fmla="*/ 171717 w 178796"/>
                <a:gd name="connsiteY15" fmla="*/ 221284 h 259130"/>
                <a:gd name="connsiteX16" fmla="*/ 178690 w 178796"/>
                <a:gd name="connsiteY16" fmla="*/ 228257 h 259130"/>
                <a:gd name="connsiteX17" fmla="*/ 174227 w 178796"/>
                <a:gd name="connsiteY17" fmla="*/ 237042 h 259130"/>
                <a:gd name="connsiteX18" fmla="*/ 132390 w 178796"/>
                <a:gd name="connsiteY18" fmla="*/ 258658 h 259130"/>
                <a:gd name="connsiteX19" fmla="*/ 128486 w 178796"/>
                <a:gd name="connsiteY19" fmla="*/ 259076 h 25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8796" h="259130">
                  <a:moveTo>
                    <a:pt x="128486" y="259076"/>
                  </a:moveTo>
                  <a:cubicBezTo>
                    <a:pt x="125305" y="259099"/>
                    <a:pt x="122386" y="257315"/>
                    <a:pt x="120955" y="254474"/>
                  </a:cubicBezTo>
                  <a:cubicBezTo>
                    <a:pt x="118798" y="250475"/>
                    <a:pt x="120293" y="245484"/>
                    <a:pt x="124292" y="243328"/>
                  </a:cubicBezTo>
                  <a:cubicBezTo>
                    <a:pt x="124387" y="243276"/>
                    <a:pt x="124483" y="243226"/>
                    <a:pt x="124581" y="243178"/>
                  </a:cubicBezTo>
                  <a:lnTo>
                    <a:pt x="146057" y="232161"/>
                  </a:lnTo>
                  <a:cubicBezTo>
                    <a:pt x="113880" y="222670"/>
                    <a:pt x="84620" y="205210"/>
                    <a:pt x="60989" y="181400"/>
                  </a:cubicBezTo>
                  <a:lnTo>
                    <a:pt x="60152" y="180563"/>
                  </a:lnTo>
                  <a:lnTo>
                    <a:pt x="59037" y="179447"/>
                  </a:lnTo>
                  <a:cubicBezTo>
                    <a:pt x="13759" y="134360"/>
                    <a:pt x="-7322" y="70393"/>
                    <a:pt x="2278" y="7220"/>
                  </a:cubicBezTo>
                  <a:cubicBezTo>
                    <a:pt x="2836" y="2710"/>
                    <a:pt x="6944" y="-494"/>
                    <a:pt x="11454" y="63"/>
                  </a:cubicBezTo>
                  <a:cubicBezTo>
                    <a:pt x="11556" y="77"/>
                    <a:pt x="11659" y="91"/>
                    <a:pt x="11761" y="107"/>
                  </a:cubicBezTo>
                  <a:cubicBezTo>
                    <a:pt x="16383" y="826"/>
                    <a:pt x="19597" y="5089"/>
                    <a:pt x="19013" y="9730"/>
                  </a:cubicBezTo>
                  <a:cubicBezTo>
                    <a:pt x="10117" y="67683"/>
                    <a:pt x="29447" y="126398"/>
                    <a:pt x="71030" y="167733"/>
                  </a:cubicBezTo>
                  <a:lnTo>
                    <a:pt x="72006" y="168570"/>
                  </a:lnTo>
                  <a:lnTo>
                    <a:pt x="72843" y="169546"/>
                  </a:lnTo>
                  <a:cubicBezTo>
                    <a:pt x="99653" y="196607"/>
                    <a:pt x="134199" y="214683"/>
                    <a:pt x="171717" y="221284"/>
                  </a:cubicBezTo>
                  <a:cubicBezTo>
                    <a:pt x="175288" y="221886"/>
                    <a:pt x="178087" y="224685"/>
                    <a:pt x="178690" y="228257"/>
                  </a:cubicBezTo>
                  <a:cubicBezTo>
                    <a:pt x="179267" y="231844"/>
                    <a:pt x="177464" y="235393"/>
                    <a:pt x="174227" y="237042"/>
                  </a:cubicBezTo>
                  <a:lnTo>
                    <a:pt x="132390" y="258658"/>
                  </a:lnTo>
                  <a:cubicBezTo>
                    <a:pt x="131134" y="259076"/>
                    <a:pt x="129802" y="259220"/>
                    <a:pt x="128486" y="259076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F5E1E2B-AABD-6041-8141-FAF84A643F18}"/>
                </a:ext>
              </a:extLst>
            </p:cNvPr>
            <p:cNvSpPr/>
            <p:nvPr/>
          </p:nvSpPr>
          <p:spPr>
            <a:xfrm>
              <a:off x="5489639" y="2158201"/>
              <a:ext cx="247951" cy="247952"/>
            </a:xfrm>
            <a:custGeom>
              <a:avLst/>
              <a:gdLst>
                <a:gd name="connsiteX0" fmla="*/ 150333 w 247951"/>
                <a:gd name="connsiteY0" fmla="*/ 247952 h 247952"/>
                <a:gd name="connsiteX1" fmla="*/ 97619 w 247951"/>
                <a:gd name="connsiteY1" fmla="*/ 247952 h 247952"/>
                <a:gd name="connsiteX2" fmla="*/ 89112 w 247951"/>
                <a:gd name="connsiteY2" fmla="*/ 239445 h 247952"/>
                <a:gd name="connsiteX3" fmla="*/ 89112 w 247951"/>
                <a:gd name="connsiteY3" fmla="*/ 214762 h 247952"/>
                <a:gd name="connsiteX4" fmla="*/ 84371 w 247951"/>
                <a:gd name="connsiteY4" fmla="*/ 212809 h 247952"/>
                <a:gd name="connsiteX5" fmla="*/ 66939 w 247951"/>
                <a:gd name="connsiteY5" fmla="*/ 230241 h 247952"/>
                <a:gd name="connsiteX6" fmla="*/ 54945 w 247951"/>
                <a:gd name="connsiteY6" fmla="*/ 230241 h 247952"/>
                <a:gd name="connsiteX7" fmla="*/ 17711 w 247951"/>
                <a:gd name="connsiteY7" fmla="*/ 193006 h 247952"/>
                <a:gd name="connsiteX8" fmla="*/ 17550 w 247951"/>
                <a:gd name="connsiteY8" fmla="*/ 181175 h 247952"/>
                <a:gd name="connsiteX9" fmla="*/ 17711 w 247951"/>
                <a:gd name="connsiteY9" fmla="*/ 181013 h 247952"/>
                <a:gd name="connsiteX10" fmla="*/ 35143 w 247951"/>
                <a:gd name="connsiteY10" fmla="*/ 163581 h 247952"/>
                <a:gd name="connsiteX11" fmla="*/ 33190 w 247951"/>
                <a:gd name="connsiteY11" fmla="*/ 158700 h 247952"/>
                <a:gd name="connsiteX12" fmla="*/ 8507 w 247951"/>
                <a:gd name="connsiteY12" fmla="*/ 158700 h 247952"/>
                <a:gd name="connsiteX13" fmla="*/ 1 w 247951"/>
                <a:gd name="connsiteY13" fmla="*/ 150474 h 247952"/>
                <a:gd name="connsiteX14" fmla="*/ 0 w 247951"/>
                <a:gd name="connsiteY14" fmla="*/ 150333 h 247952"/>
                <a:gd name="connsiteX15" fmla="*/ 0 w 247951"/>
                <a:gd name="connsiteY15" fmla="*/ 97619 h 247952"/>
                <a:gd name="connsiteX16" fmla="*/ 8507 w 247951"/>
                <a:gd name="connsiteY16" fmla="*/ 89112 h 247952"/>
                <a:gd name="connsiteX17" fmla="*/ 33190 w 247951"/>
                <a:gd name="connsiteY17" fmla="*/ 89112 h 247952"/>
                <a:gd name="connsiteX18" fmla="*/ 35143 w 247951"/>
                <a:gd name="connsiteY18" fmla="*/ 84371 h 247952"/>
                <a:gd name="connsiteX19" fmla="*/ 17711 w 247951"/>
                <a:gd name="connsiteY19" fmla="*/ 66939 h 247952"/>
                <a:gd name="connsiteX20" fmla="*/ 15201 w 247951"/>
                <a:gd name="connsiteY20" fmla="*/ 60942 h 247952"/>
                <a:gd name="connsiteX21" fmla="*/ 17711 w 247951"/>
                <a:gd name="connsiteY21" fmla="*/ 54945 h 247952"/>
                <a:gd name="connsiteX22" fmla="*/ 54945 w 247951"/>
                <a:gd name="connsiteY22" fmla="*/ 17711 h 247952"/>
                <a:gd name="connsiteX23" fmla="*/ 66939 w 247951"/>
                <a:gd name="connsiteY23" fmla="*/ 17711 h 247952"/>
                <a:gd name="connsiteX24" fmla="*/ 84371 w 247951"/>
                <a:gd name="connsiteY24" fmla="*/ 35143 h 247952"/>
                <a:gd name="connsiteX25" fmla="*/ 89112 w 247951"/>
                <a:gd name="connsiteY25" fmla="*/ 33190 h 247952"/>
                <a:gd name="connsiteX26" fmla="*/ 89112 w 247951"/>
                <a:gd name="connsiteY26" fmla="*/ 8507 h 247952"/>
                <a:gd name="connsiteX27" fmla="*/ 97619 w 247951"/>
                <a:gd name="connsiteY27" fmla="*/ 0 h 247952"/>
                <a:gd name="connsiteX28" fmla="*/ 150333 w 247951"/>
                <a:gd name="connsiteY28" fmla="*/ 0 h 247952"/>
                <a:gd name="connsiteX29" fmla="*/ 158702 w 247951"/>
                <a:gd name="connsiteY29" fmla="*/ 8366 h 247952"/>
                <a:gd name="connsiteX30" fmla="*/ 158700 w 247951"/>
                <a:gd name="connsiteY30" fmla="*/ 8507 h 247952"/>
                <a:gd name="connsiteX31" fmla="*/ 158700 w 247951"/>
                <a:gd name="connsiteY31" fmla="*/ 33190 h 247952"/>
                <a:gd name="connsiteX32" fmla="*/ 163581 w 247951"/>
                <a:gd name="connsiteY32" fmla="*/ 35143 h 247952"/>
                <a:gd name="connsiteX33" fmla="*/ 181292 w 247951"/>
                <a:gd name="connsiteY33" fmla="*/ 17711 h 247952"/>
                <a:gd name="connsiteX34" fmla="*/ 193285 w 247951"/>
                <a:gd name="connsiteY34" fmla="*/ 17711 h 247952"/>
                <a:gd name="connsiteX35" fmla="*/ 230520 w 247951"/>
                <a:gd name="connsiteY35" fmla="*/ 54945 h 247952"/>
                <a:gd name="connsiteX36" fmla="*/ 233030 w 247951"/>
                <a:gd name="connsiteY36" fmla="*/ 60942 h 247952"/>
                <a:gd name="connsiteX37" fmla="*/ 230520 w 247951"/>
                <a:gd name="connsiteY37" fmla="*/ 66939 h 247952"/>
                <a:gd name="connsiteX38" fmla="*/ 212809 w 247951"/>
                <a:gd name="connsiteY38" fmla="*/ 84371 h 247952"/>
                <a:gd name="connsiteX39" fmla="*/ 214762 w 247951"/>
                <a:gd name="connsiteY39" fmla="*/ 89112 h 247952"/>
                <a:gd name="connsiteX40" fmla="*/ 239445 w 247951"/>
                <a:gd name="connsiteY40" fmla="*/ 89112 h 247952"/>
                <a:gd name="connsiteX41" fmla="*/ 247952 w 247951"/>
                <a:gd name="connsiteY41" fmla="*/ 97619 h 247952"/>
                <a:gd name="connsiteX42" fmla="*/ 247952 w 247951"/>
                <a:gd name="connsiteY42" fmla="*/ 150333 h 247952"/>
                <a:gd name="connsiteX43" fmla="*/ 239586 w 247951"/>
                <a:gd name="connsiteY43" fmla="*/ 158702 h 247952"/>
                <a:gd name="connsiteX44" fmla="*/ 239445 w 247951"/>
                <a:gd name="connsiteY44" fmla="*/ 158700 h 247952"/>
                <a:gd name="connsiteX45" fmla="*/ 214762 w 247951"/>
                <a:gd name="connsiteY45" fmla="*/ 158700 h 247952"/>
                <a:gd name="connsiteX46" fmla="*/ 212809 w 247951"/>
                <a:gd name="connsiteY46" fmla="*/ 163581 h 247952"/>
                <a:gd name="connsiteX47" fmla="*/ 230241 w 247951"/>
                <a:gd name="connsiteY47" fmla="*/ 181292 h 247952"/>
                <a:gd name="connsiteX48" fmla="*/ 230403 w 247951"/>
                <a:gd name="connsiteY48" fmla="*/ 193124 h 247952"/>
                <a:gd name="connsiteX49" fmla="*/ 230241 w 247951"/>
                <a:gd name="connsiteY49" fmla="*/ 193285 h 247952"/>
                <a:gd name="connsiteX50" fmla="*/ 193006 w 247951"/>
                <a:gd name="connsiteY50" fmla="*/ 230520 h 247952"/>
                <a:gd name="connsiteX51" fmla="*/ 187010 w 247951"/>
                <a:gd name="connsiteY51" fmla="*/ 233030 h 247952"/>
                <a:gd name="connsiteX52" fmla="*/ 181013 w 247951"/>
                <a:gd name="connsiteY52" fmla="*/ 230520 h 247952"/>
                <a:gd name="connsiteX53" fmla="*/ 163581 w 247951"/>
                <a:gd name="connsiteY53" fmla="*/ 213088 h 247952"/>
                <a:gd name="connsiteX54" fmla="*/ 158700 w 247951"/>
                <a:gd name="connsiteY54" fmla="*/ 215040 h 247952"/>
                <a:gd name="connsiteX55" fmla="*/ 158700 w 247951"/>
                <a:gd name="connsiteY55" fmla="*/ 239724 h 247952"/>
                <a:gd name="connsiteX56" fmla="*/ 156330 w 247951"/>
                <a:gd name="connsiteY56" fmla="*/ 245721 h 247952"/>
                <a:gd name="connsiteX57" fmla="*/ 150333 w 247951"/>
                <a:gd name="connsiteY57" fmla="*/ 247952 h 247952"/>
                <a:gd name="connsiteX58" fmla="*/ 106126 w 247951"/>
                <a:gd name="connsiteY58" fmla="*/ 231078 h 247952"/>
                <a:gd name="connsiteX59" fmla="*/ 141826 w 247951"/>
                <a:gd name="connsiteY59" fmla="*/ 231078 h 247952"/>
                <a:gd name="connsiteX60" fmla="*/ 141826 w 247951"/>
                <a:gd name="connsiteY60" fmla="*/ 209183 h 247952"/>
                <a:gd name="connsiteX61" fmla="*/ 147823 w 247951"/>
                <a:gd name="connsiteY61" fmla="*/ 201095 h 247952"/>
                <a:gd name="connsiteX62" fmla="*/ 161768 w 247951"/>
                <a:gd name="connsiteY62" fmla="*/ 195517 h 247952"/>
                <a:gd name="connsiteX63" fmla="*/ 171670 w 247951"/>
                <a:gd name="connsiteY63" fmla="*/ 197051 h 247952"/>
                <a:gd name="connsiteX64" fmla="*/ 187428 w 247951"/>
                <a:gd name="connsiteY64" fmla="*/ 212670 h 247952"/>
                <a:gd name="connsiteX65" fmla="*/ 212670 w 247951"/>
                <a:gd name="connsiteY65" fmla="*/ 187428 h 247952"/>
                <a:gd name="connsiteX66" fmla="*/ 196632 w 247951"/>
                <a:gd name="connsiteY66" fmla="*/ 171251 h 247952"/>
                <a:gd name="connsiteX67" fmla="*/ 195098 w 247951"/>
                <a:gd name="connsiteY67" fmla="*/ 161350 h 247952"/>
                <a:gd name="connsiteX68" fmla="*/ 200677 w 247951"/>
                <a:gd name="connsiteY68" fmla="*/ 147405 h 247952"/>
                <a:gd name="connsiteX69" fmla="*/ 208765 w 247951"/>
                <a:gd name="connsiteY69" fmla="*/ 141408 h 247952"/>
                <a:gd name="connsiteX70" fmla="*/ 231078 w 247951"/>
                <a:gd name="connsiteY70" fmla="*/ 141408 h 247952"/>
                <a:gd name="connsiteX71" fmla="*/ 231078 w 247951"/>
                <a:gd name="connsiteY71" fmla="*/ 106126 h 247952"/>
                <a:gd name="connsiteX72" fmla="*/ 209183 w 247951"/>
                <a:gd name="connsiteY72" fmla="*/ 106126 h 247952"/>
                <a:gd name="connsiteX73" fmla="*/ 201095 w 247951"/>
                <a:gd name="connsiteY73" fmla="*/ 100129 h 247952"/>
                <a:gd name="connsiteX74" fmla="*/ 195517 w 247951"/>
                <a:gd name="connsiteY74" fmla="*/ 86184 h 247952"/>
                <a:gd name="connsiteX75" fmla="*/ 197051 w 247951"/>
                <a:gd name="connsiteY75" fmla="*/ 76282 h 247952"/>
                <a:gd name="connsiteX76" fmla="*/ 212670 w 247951"/>
                <a:gd name="connsiteY76" fmla="*/ 60524 h 247952"/>
                <a:gd name="connsiteX77" fmla="*/ 187010 w 247951"/>
                <a:gd name="connsiteY77" fmla="*/ 35561 h 247952"/>
                <a:gd name="connsiteX78" fmla="*/ 171251 w 247951"/>
                <a:gd name="connsiteY78" fmla="*/ 51320 h 247952"/>
                <a:gd name="connsiteX79" fmla="*/ 161350 w 247951"/>
                <a:gd name="connsiteY79" fmla="*/ 52854 h 247952"/>
                <a:gd name="connsiteX80" fmla="*/ 147405 w 247951"/>
                <a:gd name="connsiteY80" fmla="*/ 47275 h 247952"/>
                <a:gd name="connsiteX81" fmla="*/ 141408 w 247951"/>
                <a:gd name="connsiteY81" fmla="*/ 39187 h 247952"/>
                <a:gd name="connsiteX82" fmla="*/ 141408 w 247951"/>
                <a:gd name="connsiteY82" fmla="*/ 16874 h 247952"/>
                <a:gd name="connsiteX83" fmla="*/ 106126 w 247951"/>
                <a:gd name="connsiteY83" fmla="*/ 16874 h 247952"/>
                <a:gd name="connsiteX84" fmla="*/ 106126 w 247951"/>
                <a:gd name="connsiteY84" fmla="*/ 39187 h 247952"/>
                <a:gd name="connsiteX85" fmla="*/ 100129 w 247951"/>
                <a:gd name="connsiteY85" fmla="*/ 47275 h 247952"/>
                <a:gd name="connsiteX86" fmla="*/ 86184 w 247951"/>
                <a:gd name="connsiteY86" fmla="*/ 52854 h 247952"/>
                <a:gd name="connsiteX87" fmla="*/ 76282 w 247951"/>
                <a:gd name="connsiteY87" fmla="*/ 51320 h 247952"/>
                <a:gd name="connsiteX88" fmla="*/ 60942 w 247951"/>
                <a:gd name="connsiteY88" fmla="*/ 35561 h 247952"/>
                <a:gd name="connsiteX89" fmla="*/ 35561 w 247951"/>
                <a:gd name="connsiteY89" fmla="*/ 60942 h 247952"/>
                <a:gd name="connsiteX90" fmla="*/ 51320 w 247951"/>
                <a:gd name="connsiteY90" fmla="*/ 76701 h 247952"/>
                <a:gd name="connsiteX91" fmla="*/ 52854 w 247951"/>
                <a:gd name="connsiteY91" fmla="*/ 86602 h 247952"/>
                <a:gd name="connsiteX92" fmla="*/ 47275 w 247951"/>
                <a:gd name="connsiteY92" fmla="*/ 100547 h 247952"/>
                <a:gd name="connsiteX93" fmla="*/ 39187 w 247951"/>
                <a:gd name="connsiteY93" fmla="*/ 106544 h 247952"/>
                <a:gd name="connsiteX94" fmla="*/ 16874 w 247951"/>
                <a:gd name="connsiteY94" fmla="*/ 106544 h 247952"/>
                <a:gd name="connsiteX95" fmla="*/ 16874 w 247951"/>
                <a:gd name="connsiteY95" fmla="*/ 142245 h 247952"/>
                <a:gd name="connsiteX96" fmla="*/ 39187 w 247951"/>
                <a:gd name="connsiteY96" fmla="*/ 142245 h 247952"/>
                <a:gd name="connsiteX97" fmla="*/ 47275 w 247951"/>
                <a:gd name="connsiteY97" fmla="*/ 148241 h 247952"/>
                <a:gd name="connsiteX98" fmla="*/ 52854 w 247951"/>
                <a:gd name="connsiteY98" fmla="*/ 162187 h 247952"/>
                <a:gd name="connsiteX99" fmla="*/ 51320 w 247951"/>
                <a:gd name="connsiteY99" fmla="*/ 172088 h 247952"/>
                <a:gd name="connsiteX100" fmla="*/ 35561 w 247951"/>
                <a:gd name="connsiteY100" fmla="*/ 187010 h 247952"/>
                <a:gd name="connsiteX101" fmla="*/ 60942 w 247951"/>
                <a:gd name="connsiteY101" fmla="*/ 212251 h 247952"/>
                <a:gd name="connsiteX102" fmla="*/ 76701 w 247951"/>
                <a:gd name="connsiteY102" fmla="*/ 196632 h 247952"/>
                <a:gd name="connsiteX103" fmla="*/ 86602 w 247951"/>
                <a:gd name="connsiteY103" fmla="*/ 195238 h 247952"/>
                <a:gd name="connsiteX104" fmla="*/ 100547 w 247951"/>
                <a:gd name="connsiteY104" fmla="*/ 200816 h 247952"/>
                <a:gd name="connsiteX105" fmla="*/ 106544 w 247951"/>
                <a:gd name="connsiteY105" fmla="*/ 208904 h 2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47951" h="247952">
                  <a:moveTo>
                    <a:pt x="150333" y="247952"/>
                  </a:moveTo>
                  <a:lnTo>
                    <a:pt x="97619" y="247952"/>
                  </a:lnTo>
                  <a:cubicBezTo>
                    <a:pt x="92921" y="247952"/>
                    <a:pt x="89112" y="244143"/>
                    <a:pt x="89112" y="239445"/>
                  </a:cubicBezTo>
                  <a:lnTo>
                    <a:pt x="89112" y="214762"/>
                  </a:lnTo>
                  <a:lnTo>
                    <a:pt x="84371" y="212809"/>
                  </a:lnTo>
                  <a:lnTo>
                    <a:pt x="66939" y="230241"/>
                  </a:lnTo>
                  <a:cubicBezTo>
                    <a:pt x="63591" y="233464"/>
                    <a:pt x="58294" y="233464"/>
                    <a:pt x="54945" y="230241"/>
                  </a:cubicBezTo>
                  <a:lnTo>
                    <a:pt x="17711" y="193006"/>
                  </a:lnTo>
                  <a:cubicBezTo>
                    <a:pt x="14399" y="189784"/>
                    <a:pt x="14327" y="184486"/>
                    <a:pt x="17550" y="181175"/>
                  </a:cubicBezTo>
                  <a:cubicBezTo>
                    <a:pt x="17603" y="181119"/>
                    <a:pt x="17656" y="181066"/>
                    <a:pt x="17711" y="181013"/>
                  </a:cubicBezTo>
                  <a:lnTo>
                    <a:pt x="35143" y="163581"/>
                  </a:lnTo>
                  <a:cubicBezTo>
                    <a:pt x="34408" y="161989"/>
                    <a:pt x="33757" y="160360"/>
                    <a:pt x="33190" y="158700"/>
                  </a:cubicBezTo>
                  <a:lnTo>
                    <a:pt x="8507" y="158700"/>
                  </a:lnTo>
                  <a:cubicBezTo>
                    <a:pt x="3886" y="158777"/>
                    <a:pt x="78" y="155094"/>
                    <a:pt x="1" y="150474"/>
                  </a:cubicBezTo>
                  <a:cubicBezTo>
                    <a:pt x="0" y="150427"/>
                    <a:pt x="0" y="150381"/>
                    <a:pt x="0" y="150333"/>
                  </a:cubicBezTo>
                  <a:lnTo>
                    <a:pt x="0" y="97619"/>
                  </a:lnTo>
                  <a:cubicBezTo>
                    <a:pt x="0" y="92921"/>
                    <a:pt x="3809" y="89112"/>
                    <a:pt x="8507" y="89112"/>
                  </a:cubicBezTo>
                  <a:lnTo>
                    <a:pt x="33190" y="89112"/>
                  </a:lnTo>
                  <a:cubicBezTo>
                    <a:pt x="33190" y="87578"/>
                    <a:pt x="34446" y="85905"/>
                    <a:pt x="35143" y="84371"/>
                  </a:cubicBezTo>
                  <a:lnTo>
                    <a:pt x="17711" y="66939"/>
                  </a:lnTo>
                  <a:cubicBezTo>
                    <a:pt x="16100" y="65360"/>
                    <a:pt x="15195" y="63198"/>
                    <a:pt x="15201" y="60942"/>
                  </a:cubicBezTo>
                  <a:cubicBezTo>
                    <a:pt x="15162" y="58680"/>
                    <a:pt x="16072" y="56505"/>
                    <a:pt x="17711" y="54945"/>
                  </a:cubicBezTo>
                  <a:lnTo>
                    <a:pt x="54945" y="17711"/>
                  </a:lnTo>
                  <a:cubicBezTo>
                    <a:pt x="58294" y="14488"/>
                    <a:pt x="63591" y="14488"/>
                    <a:pt x="66939" y="17711"/>
                  </a:cubicBezTo>
                  <a:lnTo>
                    <a:pt x="84371" y="35143"/>
                  </a:lnTo>
                  <a:lnTo>
                    <a:pt x="89112" y="33190"/>
                  </a:lnTo>
                  <a:lnTo>
                    <a:pt x="89112" y="8507"/>
                  </a:lnTo>
                  <a:cubicBezTo>
                    <a:pt x="89112" y="3809"/>
                    <a:pt x="92921" y="0"/>
                    <a:pt x="97619" y="0"/>
                  </a:cubicBezTo>
                  <a:lnTo>
                    <a:pt x="150333" y="0"/>
                  </a:lnTo>
                  <a:cubicBezTo>
                    <a:pt x="154955" y="-1"/>
                    <a:pt x="158700" y="3745"/>
                    <a:pt x="158702" y="8366"/>
                  </a:cubicBezTo>
                  <a:cubicBezTo>
                    <a:pt x="158702" y="8413"/>
                    <a:pt x="158702" y="8460"/>
                    <a:pt x="158700" y="8507"/>
                  </a:cubicBezTo>
                  <a:lnTo>
                    <a:pt x="158700" y="33190"/>
                  </a:lnTo>
                  <a:lnTo>
                    <a:pt x="163581" y="35143"/>
                  </a:lnTo>
                  <a:lnTo>
                    <a:pt x="181292" y="17711"/>
                  </a:lnTo>
                  <a:cubicBezTo>
                    <a:pt x="184641" y="14488"/>
                    <a:pt x="189937" y="14488"/>
                    <a:pt x="193285" y="17711"/>
                  </a:cubicBezTo>
                  <a:lnTo>
                    <a:pt x="230520" y="54945"/>
                  </a:lnTo>
                  <a:cubicBezTo>
                    <a:pt x="232106" y="56542"/>
                    <a:pt x="233005" y="58693"/>
                    <a:pt x="233030" y="60942"/>
                  </a:cubicBezTo>
                  <a:cubicBezTo>
                    <a:pt x="232977" y="63185"/>
                    <a:pt x="232081" y="65326"/>
                    <a:pt x="230520" y="66939"/>
                  </a:cubicBezTo>
                  <a:lnTo>
                    <a:pt x="212809" y="84371"/>
                  </a:lnTo>
                  <a:cubicBezTo>
                    <a:pt x="213506" y="85905"/>
                    <a:pt x="214064" y="87578"/>
                    <a:pt x="214762" y="89112"/>
                  </a:cubicBezTo>
                  <a:lnTo>
                    <a:pt x="239445" y="89112"/>
                  </a:lnTo>
                  <a:cubicBezTo>
                    <a:pt x="244143" y="89112"/>
                    <a:pt x="247952" y="92921"/>
                    <a:pt x="247952" y="97619"/>
                  </a:cubicBezTo>
                  <a:lnTo>
                    <a:pt x="247952" y="150333"/>
                  </a:lnTo>
                  <a:cubicBezTo>
                    <a:pt x="247952" y="154955"/>
                    <a:pt x="244208" y="158700"/>
                    <a:pt x="239586" y="158702"/>
                  </a:cubicBezTo>
                  <a:cubicBezTo>
                    <a:pt x="239539" y="158702"/>
                    <a:pt x="239493" y="158702"/>
                    <a:pt x="239445" y="158700"/>
                  </a:cubicBezTo>
                  <a:lnTo>
                    <a:pt x="214762" y="158700"/>
                  </a:lnTo>
                  <a:cubicBezTo>
                    <a:pt x="214064" y="160374"/>
                    <a:pt x="213506" y="162047"/>
                    <a:pt x="212809" y="163581"/>
                  </a:cubicBezTo>
                  <a:lnTo>
                    <a:pt x="230241" y="181292"/>
                  </a:lnTo>
                  <a:cubicBezTo>
                    <a:pt x="233553" y="184515"/>
                    <a:pt x="233626" y="189813"/>
                    <a:pt x="230403" y="193124"/>
                  </a:cubicBezTo>
                  <a:cubicBezTo>
                    <a:pt x="230350" y="193179"/>
                    <a:pt x="230296" y="193232"/>
                    <a:pt x="230241" y="193285"/>
                  </a:cubicBezTo>
                  <a:lnTo>
                    <a:pt x="193006" y="230520"/>
                  </a:lnTo>
                  <a:cubicBezTo>
                    <a:pt x="191410" y="232106"/>
                    <a:pt x="189259" y="233005"/>
                    <a:pt x="187010" y="233030"/>
                  </a:cubicBezTo>
                  <a:cubicBezTo>
                    <a:pt x="184766" y="232977"/>
                    <a:pt x="182625" y="232081"/>
                    <a:pt x="181013" y="230520"/>
                  </a:cubicBezTo>
                  <a:lnTo>
                    <a:pt x="163581" y="213088"/>
                  </a:lnTo>
                  <a:lnTo>
                    <a:pt x="158700" y="215040"/>
                  </a:lnTo>
                  <a:lnTo>
                    <a:pt x="158700" y="239724"/>
                  </a:lnTo>
                  <a:cubicBezTo>
                    <a:pt x="158728" y="241957"/>
                    <a:pt x="157876" y="244110"/>
                    <a:pt x="156330" y="245721"/>
                  </a:cubicBezTo>
                  <a:cubicBezTo>
                    <a:pt x="154676" y="247179"/>
                    <a:pt x="152539" y="247974"/>
                    <a:pt x="150333" y="247952"/>
                  </a:cubicBezTo>
                  <a:close/>
                  <a:moveTo>
                    <a:pt x="106126" y="231078"/>
                  </a:moveTo>
                  <a:lnTo>
                    <a:pt x="141826" y="231078"/>
                  </a:lnTo>
                  <a:lnTo>
                    <a:pt x="141826" y="209183"/>
                  </a:lnTo>
                  <a:cubicBezTo>
                    <a:pt x="141843" y="205467"/>
                    <a:pt x="144272" y="202191"/>
                    <a:pt x="147823" y="201095"/>
                  </a:cubicBezTo>
                  <a:cubicBezTo>
                    <a:pt x="152630" y="199657"/>
                    <a:pt x="157296" y="197790"/>
                    <a:pt x="161768" y="195517"/>
                  </a:cubicBezTo>
                  <a:cubicBezTo>
                    <a:pt x="165051" y="193824"/>
                    <a:pt x="169052" y="194444"/>
                    <a:pt x="171670" y="197051"/>
                  </a:cubicBezTo>
                  <a:lnTo>
                    <a:pt x="187428" y="212670"/>
                  </a:lnTo>
                  <a:lnTo>
                    <a:pt x="212670" y="187428"/>
                  </a:lnTo>
                  <a:lnTo>
                    <a:pt x="196632" y="171251"/>
                  </a:lnTo>
                  <a:cubicBezTo>
                    <a:pt x="193938" y="168678"/>
                    <a:pt x="193309" y="164618"/>
                    <a:pt x="195098" y="161350"/>
                  </a:cubicBezTo>
                  <a:cubicBezTo>
                    <a:pt x="197371" y="156878"/>
                    <a:pt x="199239" y="152210"/>
                    <a:pt x="200677" y="147405"/>
                  </a:cubicBezTo>
                  <a:cubicBezTo>
                    <a:pt x="201734" y="143826"/>
                    <a:pt x="205033" y="141380"/>
                    <a:pt x="208765" y="141408"/>
                  </a:cubicBezTo>
                  <a:lnTo>
                    <a:pt x="231078" y="141408"/>
                  </a:lnTo>
                  <a:lnTo>
                    <a:pt x="231078" y="106126"/>
                  </a:lnTo>
                  <a:lnTo>
                    <a:pt x="209183" y="106126"/>
                  </a:lnTo>
                  <a:cubicBezTo>
                    <a:pt x="205467" y="106108"/>
                    <a:pt x="202191" y="103680"/>
                    <a:pt x="201095" y="100129"/>
                  </a:cubicBezTo>
                  <a:cubicBezTo>
                    <a:pt x="199685" y="95313"/>
                    <a:pt x="197818" y="90643"/>
                    <a:pt x="195517" y="86184"/>
                  </a:cubicBezTo>
                  <a:cubicBezTo>
                    <a:pt x="193727" y="82916"/>
                    <a:pt x="194356" y="78855"/>
                    <a:pt x="197051" y="76282"/>
                  </a:cubicBezTo>
                  <a:lnTo>
                    <a:pt x="212670" y="60524"/>
                  </a:lnTo>
                  <a:lnTo>
                    <a:pt x="187010" y="35561"/>
                  </a:lnTo>
                  <a:lnTo>
                    <a:pt x="171251" y="51320"/>
                  </a:lnTo>
                  <a:cubicBezTo>
                    <a:pt x="168634" y="53927"/>
                    <a:pt x="164633" y="54546"/>
                    <a:pt x="161350" y="52854"/>
                  </a:cubicBezTo>
                  <a:cubicBezTo>
                    <a:pt x="156890" y="50553"/>
                    <a:pt x="152220" y="48685"/>
                    <a:pt x="147405" y="47275"/>
                  </a:cubicBezTo>
                  <a:cubicBezTo>
                    <a:pt x="143826" y="46218"/>
                    <a:pt x="141380" y="42919"/>
                    <a:pt x="141408" y="39187"/>
                  </a:cubicBezTo>
                  <a:lnTo>
                    <a:pt x="141408" y="16874"/>
                  </a:lnTo>
                  <a:lnTo>
                    <a:pt x="106126" y="16874"/>
                  </a:lnTo>
                  <a:lnTo>
                    <a:pt x="106126" y="39187"/>
                  </a:lnTo>
                  <a:cubicBezTo>
                    <a:pt x="106108" y="42904"/>
                    <a:pt x="103680" y="46179"/>
                    <a:pt x="100129" y="47275"/>
                  </a:cubicBezTo>
                  <a:cubicBezTo>
                    <a:pt x="95313" y="48685"/>
                    <a:pt x="90643" y="50553"/>
                    <a:pt x="86184" y="52854"/>
                  </a:cubicBezTo>
                  <a:cubicBezTo>
                    <a:pt x="82908" y="54593"/>
                    <a:pt x="78878" y="53969"/>
                    <a:pt x="76282" y="51320"/>
                  </a:cubicBezTo>
                  <a:lnTo>
                    <a:pt x="60942" y="35561"/>
                  </a:lnTo>
                  <a:lnTo>
                    <a:pt x="35561" y="60942"/>
                  </a:lnTo>
                  <a:lnTo>
                    <a:pt x="51320" y="76701"/>
                  </a:lnTo>
                  <a:cubicBezTo>
                    <a:pt x="53969" y="79296"/>
                    <a:pt x="54593" y="83326"/>
                    <a:pt x="52854" y="86602"/>
                  </a:cubicBezTo>
                  <a:cubicBezTo>
                    <a:pt x="50553" y="91061"/>
                    <a:pt x="48685" y="95731"/>
                    <a:pt x="47275" y="100547"/>
                  </a:cubicBezTo>
                  <a:cubicBezTo>
                    <a:pt x="46179" y="104099"/>
                    <a:pt x="42904" y="106527"/>
                    <a:pt x="39187" y="106544"/>
                  </a:cubicBezTo>
                  <a:lnTo>
                    <a:pt x="16874" y="106544"/>
                  </a:lnTo>
                  <a:lnTo>
                    <a:pt x="16874" y="142245"/>
                  </a:lnTo>
                  <a:lnTo>
                    <a:pt x="39187" y="142245"/>
                  </a:lnTo>
                  <a:cubicBezTo>
                    <a:pt x="42919" y="142217"/>
                    <a:pt x="46218" y="144663"/>
                    <a:pt x="47275" y="148241"/>
                  </a:cubicBezTo>
                  <a:cubicBezTo>
                    <a:pt x="48713" y="153048"/>
                    <a:pt x="50580" y="157714"/>
                    <a:pt x="52854" y="162187"/>
                  </a:cubicBezTo>
                  <a:cubicBezTo>
                    <a:pt x="54546" y="165470"/>
                    <a:pt x="53927" y="169471"/>
                    <a:pt x="51320" y="172088"/>
                  </a:cubicBezTo>
                  <a:lnTo>
                    <a:pt x="35561" y="187010"/>
                  </a:lnTo>
                  <a:lnTo>
                    <a:pt x="60942" y="212251"/>
                  </a:lnTo>
                  <a:lnTo>
                    <a:pt x="76701" y="196632"/>
                  </a:lnTo>
                  <a:cubicBezTo>
                    <a:pt x="79308" y="193985"/>
                    <a:pt x="83365" y="193414"/>
                    <a:pt x="86602" y="195238"/>
                  </a:cubicBezTo>
                  <a:cubicBezTo>
                    <a:pt x="91061" y="197539"/>
                    <a:pt x="95731" y="199406"/>
                    <a:pt x="100547" y="200816"/>
                  </a:cubicBezTo>
                  <a:cubicBezTo>
                    <a:pt x="104099" y="201912"/>
                    <a:pt x="106527" y="205188"/>
                    <a:pt x="106544" y="2089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B53276F9-A40E-BC44-8E0C-9EABD1B89B19}"/>
                </a:ext>
              </a:extLst>
            </p:cNvPr>
            <p:cNvSpPr/>
            <p:nvPr/>
          </p:nvSpPr>
          <p:spPr>
            <a:xfrm>
              <a:off x="5545170" y="2213705"/>
              <a:ext cx="137223" cy="137224"/>
            </a:xfrm>
            <a:custGeom>
              <a:avLst/>
              <a:gdLst>
                <a:gd name="connsiteX0" fmla="*/ 68444 w 137223"/>
                <a:gd name="connsiteY0" fmla="*/ 137224 h 137224"/>
                <a:gd name="connsiteX1" fmla="*/ 0 w 137223"/>
                <a:gd name="connsiteY1" fmla="*/ 68444 h 137224"/>
                <a:gd name="connsiteX2" fmla="*/ 68780 w 137223"/>
                <a:gd name="connsiteY2" fmla="*/ 0 h 137224"/>
                <a:gd name="connsiteX3" fmla="*/ 137224 w 137223"/>
                <a:gd name="connsiteY3" fmla="*/ 68780 h 137224"/>
                <a:gd name="connsiteX4" fmla="*/ 117114 w 137223"/>
                <a:gd name="connsiteY4" fmla="*/ 117142 h 137224"/>
                <a:gd name="connsiteX5" fmla="*/ 68444 w 137223"/>
                <a:gd name="connsiteY5" fmla="*/ 137224 h 137224"/>
                <a:gd name="connsiteX6" fmla="*/ 68444 w 137223"/>
                <a:gd name="connsiteY6" fmla="*/ 16595 h 137224"/>
                <a:gd name="connsiteX7" fmla="*/ 16554 w 137223"/>
                <a:gd name="connsiteY7" fmla="*/ 68460 h 137224"/>
                <a:gd name="connsiteX8" fmla="*/ 68420 w 137223"/>
                <a:gd name="connsiteY8" fmla="*/ 120350 h 137224"/>
                <a:gd name="connsiteX9" fmla="*/ 120309 w 137223"/>
                <a:gd name="connsiteY9" fmla="*/ 68485 h 137224"/>
                <a:gd name="connsiteX10" fmla="*/ 105121 w 137223"/>
                <a:gd name="connsiteY10" fmla="*/ 31796 h 137224"/>
                <a:gd name="connsiteX11" fmla="*/ 68444 w 137223"/>
                <a:gd name="connsiteY11" fmla="*/ 16595 h 13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223" h="137224">
                  <a:moveTo>
                    <a:pt x="68444" y="137224"/>
                  </a:moveTo>
                  <a:cubicBezTo>
                    <a:pt x="30551" y="137131"/>
                    <a:pt x="-93" y="106337"/>
                    <a:pt x="0" y="68444"/>
                  </a:cubicBezTo>
                  <a:cubicBezTo>
                    <a:pt x="93" y="30551"/>
                    <a:pt x="30887" y="-93"/>
                    <a:pt x="68780" y="0"/>
                  </a:cubicBezTo>
                  <a:cubicBezTo>
                    <a:pt x="106673" y="93"/>
                    <a:pt x="137317" y="30887"/>
                    <a:pt x="137224" y="68780"/>
                  </a:cubicBezTo>
                  <a:cubicBezTo>
                    <a:pt x="137180" y="86927"/>
                    <a:pt x="129948" y="104315"/>
                    <a:pt x="117114" y="117142"/>
                  </a:cubicBezTo>
                  <a:cubicBezTo>
                    <a:pt x="104198" y="130030"/>
                    <a:pt x="86689" y="137253"/>
                    <a:pt x="68444" y="137224"/>
                  </a:cubicBezTo>
                  <a:close/>
                  <a:moveTo>
                    <a:pt x="68444" y="16595"/>
                  </a:moveTo>
                  <a:cubicBezTo>
                    <a:pt x="39793" y="16588"/>
                    <a:pt x="16561" y="39809"/>
                    <a:pt x="16554" y="68460"/>
                  </a:cubicBezTo>
                  <a:cubicBezTo>
                    <a:pt x="16548" y="97111"/>
                    <a:pt x="39768" y="120343"/>
                    <a:pt x="68420" y="120350"/>
                  </a:cubicBezTo>
                  <a:cubicBezTo>
                    <a:pt x="97071" y="120357"/>
                    <a:pt x="120302" y="97136"/>
                    <a:pt x="120309" y="68485"/>
                  </a:cubicBezTo>
                  <a:cubicBezTo>
                    <a:pt x="120313" y="54725"/>
                    <a:pt x="114849" y="41527"/>
                    <a:pt x="105121" y="31796"/>
                  </a:cubicBezTo>
                  <a:cubicBezTo>
                    <a:pt x="95404" y="22053"/>
                    <a:pt x="82205" y="16583"/>
                    <a:pt x="68444" y="16595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4A1EB65-64C6-D84A-862C-F584F84FF98E}"/>
                </a:ext>
              </a:extLst>
            </p:cNvPr>
            <p:cNvSpPr/>
            <p:nvPr/>
          </p:nvSpPr>
          <p:spPr>
            <a:xfrm>
              <a:off x="5738846" y="2407409"/>
              <a:ext cx="247394" cy="247951"/>
            </a:xfrm>
            <a:custGeom>
              <a:avLst/>
              <a:gdLst>
                <a:gd name="connsiteX0" fmla="*/ 150333 w 247394"/>
                <a:gd name="connsiteY0" fmla="*/ 247952 h 247951"/>
                <a:gd name="connsiteX1" fmla="*/ 97619 w 247394"/>
                <a:gd name="connsiteY1" fmla="*/ 247952 h 247951"/>
                <a:gd name="connsiteX2" fmla="*/ 89250 w 247394"/>
                <a:gd name="connsiteY2" fmla="*/ 239586 h 247951"/>
                <a:gd name="connsiteX3" fmla="*/ 89252 w 247394"/>
                <a:gd name="connsiteY3" fmla="*/ 239445 h 247951"/>
                <a:gd name="connsiteX4" fmla="*/ 89252 w 247394"/>
                <a:gd name="connsiteY4" fmla="*/ 214762 h 247951"/>
                <a:gd name="connsiteX5" fmla="*/ 84371 w 247394"/>
                <a:gd name="connsiteY5" fmla="*/ 212809 h 247951"/>
                <a:gd name="connsiteX6" fmla="*/ 66939 w 247394"/>
                <a:gd name="connsiteY6" fmla="*/ 230241 h 247951"/>
                <a:gd name="connsiteX7" fmla="*/ 55107 w 247394"/>
                <a:gd name="connsiteY7" fmla="*/ 230403 h 247951"/>
                <a:gd name="connsiteX8" fmla="*/ 54945 w 247394"/>
                <a:gd name="connsiteY8" fmla="*/ 230241 h 247951"/>
                <a:gd name="connsiteX9" fmla="*/ 17711 w 247394"/>
                <a:gd name="connsiteY9" fmla="*/ 193006 h 247951"/>
                <a:gd name="connsiteX10" fmla="*/ 15201 w 247394"/>
                <a:gd name="connsiteY10" fmla="*/ 187010 h 247951"/>
                <a:gd name="connsiteX11" fmla="*/ 17711 w 247394"/>
                <a:gd name="connsiteY11" fmla="*/ 181013 h 247951"/>
                <a:gd name="connsiteX12" fmla="*/ 35143 w 247394"/>
                <a:gd name="connsiteY12" fmla="*/ 163581 h 247951"/>
                <a:gd name="connsiteX13" fmla="*/ 33190 w 247394"/>
                <a:gd name="connsiteY13" fmla="*/ 158840 h 247951"/>
                <a:gd name="connsiteX14" fmla="*/ 8507 w 247394"/>
                <a:gd name="connsiteY14" fmla="*/ 158840 h 247951"/>
                <a:gd name="connsiteX15" fmla="*/ 0 w 247394"/>
                <a:gd name="connsiteY15" fmla="*/ 150333 h 247951"/>
                <a:gd name="connsiteX16" fmla="*/ 0 w 247394"/>
                <a:gd name="connsiteY16" fmla="*/ 97619 h 247951"/>
                <a:gd name="connsiteX17" fmla="*/ 8366 w 247394"/>
                <a:gd name="connsiteY17" fmla="*/ 89250 h 247951"/>
                <a:gd name="connsiteX18" fmla="*/ 8507 w 247394"/>
                <a:gd name="connsiteY18" fmla="*/ 89252 h 247951"/>
                <a:gd name="connsiteX19" fmla="*/ 33190 w 247394"/>
                <a:gd name="connsiteY19" fmla="*/ 89252 h 247951"/>
                <a:gd name="connsiteX20" fmla="*/ 35143 w 247394"/>
                <a:gd name="connsiteY20" fmla="*/ 84371 h 247951"/>
                <a:gd name="connsiteX21" fmla="*/ 17711 w 247394"/>
                <a:gd name="connsiteY21" fmla="*/ 66939 h 247951"/>
                <a:gd name="connsiteX22" fmla="*/ 17549 w 247394"/>
                <a:gd name="connsiteY22" fmla="*/ 55107 h 247951"/>
                <a:gd name="connsiteX23" fmla="*/ 17711 w 247394"/>
                <a:gd name="connsiteY23" fmla="*/ 54945 h 247951"/>
                <a:gd name="connsiteX24" fmla="*/ 54945 w 247394"/>
                <a:gd name="connsiteY24" fmla="*/ 17711 h 247951"/>
                <a:gd name="connsiteX25" fmla="*/ 66939 w 247394"/>
                <a:gd name="connsiteY25" fmla="*/ 17711 h 247951"/>
                <a:gd name="connsiteX26" fmla="*/ 84371 w 247394"/>
                <a:gd name="connsiteY26" fmla="*/ 35143 h 247951"/>
                <a:gd name="connsiteX27" fmla="*/ 89252 w 247394"/>
                <a:gd name="connsiteY27" fmla="*/ 33190 h 247951"/>
                <a:gd name="connsiteX28" fmla="*/ 89252 w 247394"/>
                <a:gd name="connsiteY28" fmla="*/ 8507 h 247951"/>
                <a:gd name="connsiteX29" fmla="*/ 97478 w 247394"/>
                <a:gd name="connsiteY29" fmla="*/ 1 h 247951"/>
                <a:gd name="connsiteX30" fmla="*/ 97619 w 247394"/>
                <a:gd name="connsiteY30" fmla="*/ 0 h 247951"/>
                <a:gd name="connsiteX31" fmla="*/ 150333 w 247394"/>
                <a:gd name="connsiteY31" fmla="*/ 0 h 247951"/>
                <a:gd name="connsiteX32" fmla="*/ 158840 w 247394"/>
                <a:gd name="connsiteY32" fmla="*/ 8507 h 247951"/>
                <a:gd name="connsiteX33" fmla="*/ 158840 w 247394"/>
                <a:gd name="connsiteY33" fmla="*/ 33190 h 247951"/>
                <a:gd name="connsiteX34" fmla="*/ 163581 w 247394"/>
                <a:gd name="connsiteY34" fmla="*/ 35143 h 247951"/>
                <a:gd name="connsiteX35" fmla="*/ 181013 w 247394"/>
                <a:gd name="connsiteY35" fmla="*/ 17711 h 247951"/>
                <a:gd name="connsiteX36" fmla="*/ 193006 w 247394"/>
                <a:gd name="connsiteY36" fmla="*/ 17711 h 247951"/>
                <a:gd name="connsiteX37" fmla="*/ 230241 w 247394"/>
                <a:gd name="connsiteY37" fmla="*/ 54945 h 247951"/>
                <a:gd name="connsiteX38" fmla="*/ 230403 w 247394"/>
                <a:gd name="connsiteY38" fmla="*/ 66777 h 247951"/>
                <a:gd name="connsiteX39" fmla="*/ 230241 w 247394"/>
                <a:gd name="connsiteY39" fmla="*/ 66939 h 247951"/>
                <a:gd name="connsiteX40" fmla="*/ 212809 w 247394"/>
                <a:gd name="connsiteY40" fmla="*/ 84371 h 247951"/>
                <a:gd name="connsiteX41" fmla="*/ 214762 w 247394"/>
                <a:gd name="connsiteY41" fmla="*/ 89252 h 247951"/>
                <a:gd name="connsiteX42" fmla="*/ 238887 w 247394"/>
                <a:gd name="connsiteY42" fmla="*/ 89252 h 247951"/>
                <a:gd name="connsiteX43" fmla="*/ 247393 w 247394"/>
                <a:gd name="connsiteY43" fmla="*/ 97478 h 247951"/>
                <a:gd name="connsiteX44" fmla="*/ 247394 w 247394"/>
                <a:gd name="connsiteY44" fmla="*/ 97619 h 247951"/>
                <a:gd name="connsiteX45" fmla="*/ 247394 w 247394"/>
                <a:gd name="connsiteY45" fmla="*/ 150333 h 247951"/>
                <a:gd name="connsiteX46" fmla="*/ 238887 w 247394"/>
                <a:gd name="connsiteY46" fmla="*/ 158840 h 247951"/>
                <a:gd name="connsiteX47" fmla="*/ 214762 w 247394"/>
                <a:gd name="connsiteY47" fmla="*/ 158840 h 247951"/>
                <a:gd name="connsiteX48" fmla="*/ 212809 w 247394"/>
                <a:gd name="connsiteY48" fmla="*/ 163581 h 247951"/>
                <a:gd name="connsiteX49" fmla="*/ 230241 w 247394"/>
                <a:gd name="connsiteY49" fmla="*/ 181013 h 247951"/>
                <a:gd name="connsiteX50" fmla="*/ 232751 w 247394"/>
                <a:gd name="connsiteY50" fmla="*/ 187010 h 247951"/>
                <a:gd name="connsiteX51" fmla="*/ 230241 w 247394"/>
                <a:gd name="connsiteY51" fmla="*/ 193006 h 247951"/>
                <a:gd name="connsiteX52" fmla="*/ 193006 w 247394"/>
                <a:gd name="connsiteY52" fmla="*/ 230241 h 247951"/>
                <a:gd name="connsiteX53" fmla="*/ 181174 w 247394"/>
                <a:gd name="connsiteY53" fmla="*/ 230403 h 247951"/>
                <a:gd name="connsiteX54" fmla="*/ 181013 w 247394"/>
                <a:gd name="connsiteY54" fmla="*/ 230241 h 247951"/>
                <a:gd name="connsiteX55" fmla="*/ 163581 w 247394"/>
                <a:gd name="connsiteY55" fmla="*/ 212809 h 247951"/>
                <a:gd name="connsiteX56" fmla="*/ 158840 w 247394"/>
                <a:gd name="connsiteY56" fmla="*/ 214762 h 247951"/>
                <a:gd name="connsiteX57" fmla="*/ 158840 w 247394"/>
                <a:gd name="connsiteY57" fmla="*/ 238887 h 247951"/>
                <a:gd name="connsiteX58" fmla="*/ 150909 w 247394"/>
                <a:gd name="connsiteY58" fmla="*/ 247934 h 247951"/>
                <a:gd name="connsiteX59" fmla="*/ 150333 w 247394"/>
                <a:gd name="connsiteY59" fmla="*/ 247952 h 247951"/>
                <a:gd name="connsiteX60" fmla="*/ 106126 w 247394"/>
                <a:gd name="connsiteY60" fmla="*/ 231078 h 247951"/>
                <a:gd name="connsiteX61" fmla="*/ 141268 w 247394"/>
                <a:gd name="connsiteY61" fmla="*/ 231078 h 247951"/>
                <a:gd name="connsiteX62" fmla="*/ 141268 w 247394"/>
                <a:gd name="connsiteY62" fmla="*/ 208765 h 247951"/>
                <a:gd name="connsiteX63" fmla="*/ 147265 w 247394"/>
                <a:gd name="connsiteY63" fmla="*/ 200677 h 247951"/>
                <a:gd name="connsiteX64" fmla="*/ 161211 w 247394"/>
                <a:gd name="connsiteY64" fmla="*/ 195098 h 247951"/>
                <a:gd name="connsiteX65" fmla="*/ 171112 w 247394"/>
                <a:gd name="connsiteY65" fmla="*/ 196632 h 247951"/>
                <a:gd name="connsiteX66" fmla="*/ 186870 w 247394"/>
                <a:gd name="connsiteY66" fmla="*/ 212391 h 247951"/>
                <a:gd name="connsiteX67" fmla="*/ 212251 w 247394"/>
                <a:gd name="connsiteY67" fmla="*/ 187010 h 247951"/>
                <a:gd name="connsiteX68" fmla="*/ 197051 w 247394"/>
                <a:gd name="connsiteY68" fmla="*/ 171251 h 247951"/>
                <a:gd name="connsiteX69" fmla="*/ 195517 w 247394"/>
                <a:gd name="connsiteY69" fmla="*/ 161350 h 247951"/>
                <a:gd name="connsiteX70" fmla="*/ 201095 w 247394"/>
                <a:gd name="connsiteY70" fmla="*/ 147405 h 247951"/>
                <a:gd name="connsiteX71" fmla="*/ 209183 w 247394"/>
                <a:gd name="connsiteY71" fmla="*/ 141408 h 247951"/>
                <a:gd name="connsiteX72" fmla="*/ 231496 w 247394"/>
                <a:gd name="connsiteY72" fmla="*/ 141408 h 247951"/>
                <a:gd name="connsiteX73" fmla="*/ 231496 w 247394"/>
                <a:gd name="connsiteY73" fmla="*/ 106126 h 247951"/>
                <a:gd name="connsiteX74" fmla="*/ 209183 w 247394"/>
                <a:gd name="connsiteY74" fmla="*/ 106126 h 247951"/>
                <a:gd name="connsiteX75" fmla="*/ 201095 w 247394"/>
                <a:gd name="connsiteY75" fmla="*/ 100129 h 247951"/>
                <a:gd name="connsiteX76" fmla="*/ 195517 w 247394"/>
                <a:gd name="connsiteY76" fmla="*/ 86184 h 247951"/>
                <a:gd name="connsiteX77" fmla="*/ 197051 w 247394"/>
                <a:gd name="connsiteY77" fmla="*/ 76282 h 247951"/>
                <a:gd name="connsiteX78" fmla="*/ 212809 w 247394"/>
                <a:gd name="connsiteY78" fmla="*/ 60524 h 247951"/>
                <a:gd name="connsiteX79" fmla="*/ 187428 w 247394"/>
                <a:gd name="connsiteY79" fmla="*/ 35143 h 247951"/>
                <a:gd name="connsiteX80" fmla="*/ 171670 w 247394"/>
                <a:gd name="connsiteY80" fmla="*/ 50901 h 247951"/>
                <a:gd name="connsiteX81" fmla="*/ 161768 w 247394"/>
                <a:gd name="connsiteY81" fmla="*/ 52435 h 247951"/>
                <a:gd name="connsiteX82" fmla="*/ 147823 w 247394"/>
                <a:gd name="connsiteY82" fmla="*/ 46857 h 247951"/>
                <a:gd name="connsiteX83" fmla="*/ 141826 w 247394"/>
                <a:gd name="connsiteY83" fmla="*/ 38769 h 247951"/>
                <a:gd name="connsiteX84" fmla="*/ 141826 w 247394"/>
                <a:gd name="connsiteY84" fmla="*/ 16456 h 247951"/>
                <a:gd name="connsiteX85" fmla="*/ 106126 w 247394"/>
                <a:gd name="connsiteY85" fmla="*/ 16456 h 247951"/>
                <a:gd name="connsiteX86" fmla="*/ 106126 w 247394"/>
                <a:gd name="connsiteY86" fmla="*/ 38769 h 247951"/>
                <a:gd name="connsiteX87" fmla="*/ 100129 w 247394"/>
                <a:gd name="connsiteY87" fmla="*/ 46857 h 247951"/>
                <a:gd name="connsiteX88" fmla="*/ 86184 w 247394"/>
                <a:gd name="connsiteY88" fmla="*/ 52435 h 247951"/>
                <a:gd name="connsiteX89" fmla="*/ 76282 w 247394"/>
                <a:gd name="connsiteY89" fmla="*/ 50901 h 247951"/>
                <a:gd name="connsiteX90" fmla="*/ 60524 w 247394"/>
                <a:gd name="connsiteY90" fmla="*/ 35143 h 247951"/>
                <a:gd name="connsiteX91" fmla="*/ 35143 w 247394"/>
                <a:gd name="connsiteY91" fmla="*/ 60524 h 247951"/>
                <a:gd name="connsiteX92" fmla="*/ 50901 w 247394"/>
                <a:gd name="connsiteY92" fmla="*/ 76282 h 247951"/>
                <a:gd name="connsiteX93" fmla="*/ 52435 w 247394"/>
                <a:gd name="connsiteY93" fmla="*/ 86184 h 247951"/>
                <a:gd name="connsiteX94" fmla="*/ 46857 w 247394"/>
                <a:gd name="connsiteY94" fmla="*/ 100129 h 247951"/>
                <a:gd name="connsiteX95" fmla="*/ 38769 w 247394"/>
                <a:gd name="connsiteY95" fmla="*/ 106126 h 247951"/>
                <a:gd name="connsiteX96" fmla="*/ 16456 w 247394"/>
                <a:gd name="connsiteY96" fmla="*/ 106126 h 247951"/>
                <a:gd name="connsiteX97" fmla="*/ 16456 w 247394"/>
                <a:gd name="connsiteY97" fmla="*/ 141268 h 247951"/>
                <a:gd name="connsiteX98" fmla="*/ 38769 w 247394"/>
                <a:gd name="connsiteY98" fmla="*/ 141268 h 247951"/>
                <a:gd name="connsiteX99" fmla="*/ 46857 w 247394"/>
                <a:gd name="connsiteY99" fmla="*/ 147265 h 247951"/>
                <a:gd name="connsiteX100" fmla="*/ 52435 w 247394"/>
                <a:gd name="connsiteY100" fmla="*/ 161211 h 247951"/>
                <a:gd name="connsiteX101" fmla="*/ 50901 w 247394"/>
                <a:gd name="connsiteY101" fmla="*/ 171112 h 247951"/>
                <a:gd name="connsiteX102" fmla="*/ 35143 w 247394"/>
                <a:gd name="connsiteY102" fmla="*/ 186870 h 247951"/>
                <a:gd name="connsiteX103" fmla="*/ 60524 w 247394"/>
                <a:gd name="connsiteY103" fmla="*/ 212251 h 247951"/>
                <a:gd name="connsiteX104" fmla="*/ 76701 w 247394"/>
                <a:gd name="connsiteY104" fmla="*/ 197051 h 247951"/>
                <a:gd name="connsiteX105" fmla="*/ 86602 w 247394"/>
                <a:gd name="connsiteY105" fmla="*/ 195517 h 247951"/>
                <a:gd name="connsiteX106" fmla="*/ 100547 w 247394"/>
                <a:gd name="connsiteY106" fmla="*/ 201095 h 247951"/>
                <a:gd name="connsiteX107" fmla="*/ 106544 w 247394"/>
                <a:gd name="connsiteY107" fmla="*/ 209183 h 24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47394" h="247951">
                  <a:moveTo>
                    <a:pt x="150333" y="247952"/>
                  </a:moveTo>
                  <a:lnTo>
                    <a:pt x="97619" y="247952"/>
                  </a:lnTo>
                  <a:cubicBezTo>
                    <a:pt x="92997" y="247952"/>
                    <a:pt x="89252" y="244208"/>
                    <a:pt x="89250" y="239586"/>
                  </a:cubicBezTo>
                  <a:cubicBezTo>
                    <a:pt x="89250" y="239539"/>
                    <a:pt x="89250" y="239493"/>
                    <a:pt x="89252" y="239445"/>
                  </a:cubicBezTo>
                  <a:lnTo>
                    <a:pt x="89252" y="214762"/>
                  </a:lnTo>
                  <a:lnTo>
                    <a:pt x="84371" y="212809"/>
                  </a:lnTo>
                  <a:lnTo>
                    <a:pt x="66939" y="230241"/>
                  </a:lnTo>
                  <a:cubicBezTo>
                    <a:pt x="63716" y="233553"/>
                    <a:pt x="58418" y="233626"/>
                    <a:pt x="55107" y="230403"/>
                  </a:cubicBezTo>
                  <a:cubicBezTo>
                    <a:pt x="55051" y="230350"/>
                    <a:pt x="54998" y="230296"/>
                    <a:pt x="54945" y="230241"/>
                  </a:cubicBezTo>
                  <a:lnTo>
                    <a:pt x="17711" y="193006"/>
                  </a:lnTo>
                  <a:cubicBezTo>
                    <a:pt x="16125" y="191410"/>
                    <a:pt x="15226" y="189259"/>
                    <a:pt x="15201" y="187010"/>
                  </a:cubicBezTo>
                  <a:cubicBezTo>
                    <a:pt x="15254" y="184766"/>
                    <a:pt x="16150" y="182625"/>
                    <a:pt x="17711" y="181013"/>
                  </a:cubicBezTo>
                  <a:lnTo>
                    <a:pt x="35143" y="163581"/>
                  </a:lnTo>
                  <a:cubicBezTo>
                    <a:pt x="34446" y="162047"/>
                    <a:pt x="33888" y="160374"/>
                    <a:pt x="33190" y="158840"/>
                  </a:cubicBezTo>
                  <a:lnTo>
                    <a:pt x="8507" y="158840"/>
                  </a:lnTo>
                  <a:cubicBezTo>
                    <a:pt x="3809" y="158840"/>
                    <a:pt x="0" y="155031"/>
                    <a:pt x="0" y="150333"/>
                  </a:cubicBezTo>
                  <a:lnTo>
                    <a:pt x="0" y="97619"/>
                  </a:lnTo>
                  <a:cubicBezTo>
                    <a:pt x="0" y="92997"/>
                    <a:pt x="3744" y="89252"/>
                    <a:pt x="8366" y="89250"/>
                  </a:cubicBezTo>
                  <a:cubicBezTo>
                    <a:pt x="8413" y="89250"/>
                    <a:pt x="8459" y="89250"/>
                    <a:pt x="8507" y="89252"/>
                  </a:cubicBezTo>
                  <a:lnTo>
                    <a:pt x="33190" y="89252"/>
                  </a:lnTo>
                  <a:cubicBezTo>
                    <a:pt x="33888" y="87578"/>
                    <a:pt x="34446" y="85905"/>
                    <a:pt x="35143" y="84371"/>
                  </a:cubicBezTo>
                  <a:lnTo>
                    <a:pt x="17711" y="66939"/>
                  </a:lnTo>
                  <a:cubicBezTo>
                    <a:pt x="14399" y="63716"/>
                    <a:pt x="14326" y="58418"/>
                    <a:pt x="17549" y="55107"/>
                  </a:cubicBezTo>
                  <a:cubicBezTo>
                    <a:pt x="17602" y="55051"/>
                    <a:pt x="17656" y="54998"/>
                    <a:pt x="17711" y="54945"/>
                  </a:cubicBezTo>
                  <a:lnTo>
                    <a:pt x="54945" y="17711"/>
                  </a:lnTo>
                  <a:cubicBezTo>
                    <a:pt x="58294" y="14488"/>
                    <a:pt x="63590" y="14488"/>
                    <a:pt x="66939" y="17711"/>
                  </a:cubicBezTo>
                  <a:lnTo>
                    <a:pt x="84371" y="35143"/>
                  </a:lnTo>
                  <a:lnTo>
                    <a:pt x="89252" y="33190"/>
                  </a:lnTo>
                  <a:lnTo>
                    <a:pt x="89252" y="8507"/>
                  </a:lnTo>
                  <a:cubicBezTo>
                    <a:pt x="89175" y="3887"/>
                    <a:pt x="92858" y="78"/>
                    <a:pt x="97478" y="1"/>
                  </a:cubicBezTo>
                  <a:cubicBezTo>
                    <a:pt x="97525" y="0"/>
                    <a:pt x="97571" y="0"/>
                    <a:pt x="97619" y="0"/>
                  </a:cubicBezTo>
                  <a:lnTo>
                    <a:pt x="150333" y="0"/>
                  </a:lnTo>
                  <a:cubicBezTo>
                    <a:pt x="155031" y="0"/>
                    <a:pt x="158840" y="3809"/>
                    <a:pt x="158840" y="8507"/>
                  </a:cubicBezTo>
                  <a:lnTo>
                    <a:pt x="158840" y="33190"/>
                  </a:lnTo>
                  <a:lnTo>
                    <a:pt x="163581" y="35143"/>
                  </a:lnTo>
                  <a:lnTo>
                    <a:pt x="181013" y="17711"/>
                  </a:lnTo>
                  <a:cubicBezTo>
                    <a:pt x="184362" y="14488"/>
                    <a:pt x="189658" y="14488"/>
                    <a:pt x="193006" y="17711"/>
                  </a:cubicBezTo>
                  <a:lnTo>
                    <a:pt x="230241" y="54945"/>
                  </a:lnTo>
                  <a:cubicBezTo>
                    <a:pt x="233553" y="58168"/>
                    <a:pt x="233626" y="63466"/>
                    <a:pt x="230403" y="66777"/>
                  </a:cubicBezTo>
                  <a:cubicBezTo>
                    <a:pt x="230350" y="66833"/>
                    <a:pt x="230296" y="66886"/>
                    <a:pt x="230241" y="66939"/>
                  </a:cubicBezTo>
                  <a:lnTo>
                    <a:pt x="212809" y="84371"/>
                  </a:lnTo>
                  <a:cubicBezTo>
                    <a:pt x="213544" y="85963"/>
                    <a:pt x="214195" y="87592"/>
                    <a:pt x="214762" y="89252"/>
                  </a:cubicBezTo>
                  <a:lnTo>
                    <a:pt x="238887" y="89252"/>
                  </a:lnTo>
                  <a:cubicBezTo>
                    <a:pt x="243508" y="89175"/>
                    <a:pt x="247316" y="92858"/>
                    <a:pt x="247393" y="97478"/>
                  </a:cubicBezTo>
                  <a:cubicBezTo>
                    <a:pt x="247394" y="97525"/>
                    <a:pt x="247394" y="97571"/>
                    <a:pt x="247394" y="97619"/>
                  </a:cubicBezTo>
                  <a:lnTo>
                    <a:pt x="247394" y="150333"/>
                  </a:lnTo>
                  <a:cubicBezTo>
                    <a:pt x="247394" y="155031"/>
                    <a:pt x="243586" y="158840"/>
                    <a:pt x="238887" y="158840"/>
                  </a:cubicBezTo>
                  <a:lnTo>
                    <a:pt x="214762" y="158840"/>
                  </a:lnTo>
                  <a:cubicBezTo>
                    <a:pt x="214762" y="160374"/>
                    <a:pt x="213506" y="162047"/>
                    <a:pt x="212809" y="163581"/>
                  </a:cubicBezTo>
                  <a:lnTo>
                    <a:pt x="230241" y="181013"/>
                  </a:lnTo>
                  <a:cubicBezTo>
                    <a:pt x="231852" y="182592"/>
                    <a:pt x="232757" y="184755"/>
                    <a:pt x="232751" y="187010"/>
                  </a:cubicBezTo>
                  <a:cubicBezTo>
                    <a:pt x="232790" y="189272"/>
                    <a:pt x="231880" y="191446"/>
                    <a:pt x="230241" y="193006"/>
                  </a:cubicBezTo>
                  <a:lnTo>
                    <a:pt x="193006" y="230241"/>
                  </a:lnTo>
                  <a:cubicBezTo>
                    <a:pt x="189784" y="233553"/>
                    <a:pt x="184486" y="233626"/>
                    <a:pt x="181174" y="230403"/>
                  </a:cubicBezTo>
                  <a:cubicBezTo>
                    <a:pt x="181119" y="230350"/>
                    <a:pt x="181066" y="230296"/>
                    <a:pt x="181013" y="230241"/>
                  </a:cubicBezTo>
                  <a:lnTo>
                    <a:pt x="163581" y="212809"/>
                  </a:lnTo>
                  <a:lnTo>
                    <a:pt x="158840" y="214762"/>
                  </a:lnTo>
                  <a:lnTo>
                    <a:pt x="158840" y="238887"/>
                  </a:lnTo>
                  <a:cubicBezTo>
                    <a:pt x="159148" y="243576"/>
                    <a:pt x="155598" y="247626"/>
                    <a:pt x="150909" y="247934"/>
                  </a:cubicBezTo>
                  <a:cubicBezTo>
                    <a:pt x="150718" y="247946"/>
                    <a:pt x="150526" y="247952"/>
                    <a:pt x="150333" y="247952"/>
                  </a:cubicBezTo>
                  <a:close/>
                  <a:moveTo>
                    <a:pt x="106126" y="231078"/>
                  </a:moveTo>
                  <a:lnTo>
                    <a:pt x="141268" y="231078"/>
                  </a:lnTo>
                  <a:lnTo>
                    <a:pt x="141268" y="208765"/>
                  </a:lnTo>
                  <a:cubicBezTo>
                    <a:pt x="141285" y="205048"/>
                    <a:pt x="143715" y="201773"/>
                    <a:pt x="147265" y="200677"/>
                  </a:cubicBezTo>
                  <a:cubicBezTo>
                    <a:pt x="152082" y="199267"/>
                    <a:pt x="156751" y="197399"/>
                    <a:pt x="161211" y="195098"/>
                  </a:cubicBezTo>
                  <a:cubicBezTo>
                    <a:pt x="164486" y="193359"/>
                    <a:pt x="168517" y="193983"/>
                    <a:pt x="171112" y="196632"/>
                  </a:cubicBezTo>
                  <a:lnTo>
                    <a:pt x="186870" y="212391"/>
                  </a:lnTo>
                  <a:lnTo>
                    <a:pt x="212251" y="187010"/>
                  </a:lnTo>
                  <a:lnTo>
                    <a:pt x="197051" y="171251"/>
                  </a:lnTo>
                  <a:cubicBezTo>
                    <a:pt x="194401" y="168656"/>
                    <a:pt x="193778" y="164626"/>
                    <a:pt x="195517" y="161350"/>
                  </a:cubicBezTo>
                  <a:cubicBezTo>
                    <a:pt x="197818" y="156890"/>
                    <a:pt x="199685" y="152221"/>
                    <a:pt x="201095" y="147405"/>
                  </a:cubicBezTo>
                  <a:cubicBezTo>
                    <a:pt x="202191" y="143854"/>
                    <a:pt x="205467" y="141425"/>
                    <a:pt x="209183" y="141408"/>
                  </a:cubicBezTo>
                  <a:lnTo>
                    <a:pt x="231496" y="141408"/>
                  </a:lnTo>
                  <a:lnTo>
                    <a:pt x="231496" y="106126"/>
                  </a:lnTo>
                  <a:lnTo>
                    <a:pt x="209183" y="106126"/>
                  </a:lnTo>
                  <a:cubicBezTo>
                    <a:pt x="205452" y="106154"/>
                    <a:pt x="202152" y="103708"/>
                    <a:pt x="201095" y="100129"/>
                  </a:cubicBezTo>
                  <a:cubicBezTo>
                    <a:pt x="199657" y="95322"/>
                    <a:pt x="197790" y="90656"/>
                    <a:pt x="195517" y="86184"/>
                  </a:cubicBezTo>
                  <a:cubicBezTo>
                    <a:pt x="193824" y="82901"/>
                    <a:pt x="194444" y="78900"/>
                    <a:pt x="197051" y="76282"/>
                  </a:cubicBezTo>
                  <a:lnTo>
                    <a:pt x="212809" y="60524"/>
                  </a:lnTo>
                  <a:lnTo>
                    <a:pt x="187428" y="35143"/>
                  </a:lnTo>
                  <a:lnTo>
                    <a:pt x="171670" y="50901"/>
                  </a:lnTo>
                  <a:cubicBezTo>
                    <a:pt x="169075" y="53551"/>
                    <a:pt x="165044" y="54174"/>
                    <a:pt x="161768" y="52435"/>
                  </a:cubicBezTo>
                  <a:cubicBezTo>
                    <a:pt x="157309" y="50134"/>
                    <a:pt x="152640" y="48267"/>
                    <a:pt x="147823" y="46857"/>
                  </a:cubicBezTo>
                  <a:cubicBezTo>
                    <a:pt x="144272" y="45761"/>
                    <a:pt x="141843" y="42485"/>
                    <a:pt x="141826" y="38769"/>
                  </a:cubicBezTo>
                  <a:lnTo>
                    <a:pt x="141826" y="16456"/>
                  </a:lnTo>
                  <a:lnTo>
                    <a:pt x="106126" y="16456"/>
                  </a:lnTo>
                  <a:lnTo>
                    <a:pt x="106126" y="38769"/>
                  </a:lnTo>
                  <a:cubicBezTo>
                    <a:pt x="106154" y="42500"/>
                    <a:pt x="103708" y="45800"/>
                    <a:pt x="100129" y="46857"/>
                  </a:cubicBezTo>
                  <a:cubicBezTo>
                    <a:pt x="95312" y="48267"/>
                    <a:pt x="90643" y="50134"/>
                    <a:pt x="86184" y="52435"/>
                  </a:cubicBezTo>
                  <a:cubicBezTo>
                    <a:pt x="82901" y="54128"/>
                    <a:pt x="78900" y="53508"/>
                    <a:pt x="76282" y="50901"/>
                  </a:cubicBezTo>
                  <a:lnTo>
                    <a:pt x="60524" y="35143"/>
                  </a:lnTo>
                  <a:lnTo>
                    <a:pt x="35143" y="60524"/>
                  </a:lnTo>
                  <a:lnTo>
                    <a:pt x="50901" y="76282"/>
                  </a:lnTo>
                  <a:cubicBezTo>
                    <a:pt x="53596" y="78855"/>
                    <a:pt x="54225" y="82916"/>
                    <a:pt x="52435" y="86184"/>
                  </a:cubicBezTo>
                  <a:cubicBezTo>
                    <a:pt x="50162" y="90656"/>
                    <a:pt x="48295" y="95322"/>
                    <a:pt x="46857" y="100129"/>
                  </a:cubicBezTo>
                  <a:cubicBezTo>
                    <a:pt x="45800" y="103708"/>
                    <a:pt x="42500" y="106154"/>
                    <a:pt x="38769" y="106126"/>
                  </a:cubicBezTo>
                  <a:lnTo>
                    <a:pt x="16456" y="106126"/>
                  </a:lnTo>
                  <a:lnTo>
                    <a:pt x="16456" y="141268"/>
                  </a:lnTo>
                  <a:lnTo>
                    <a:pt x="38769" y="141268"/>
                  </a:lnTo>
                  <a:cubicBezTo>
                    <a:pt x="42485" y="141285"/>
                    <a:pt x="45761" y="143715"/>
                    <a:pt x="46857" y="147265"/>
                  </a:cubicBezTo>
                  <a:cubicBezTo>
                    <a:pt x="48267" y="152082"/>
                    <a:pt x="50134" y="156751"/>
                    <a:pt x="52435" y="161211"/>
                  </a:cubicBezTo>
                  <a:cubicBezTo>
                    <a:pt x="54225" y="164478"/>
                    <a:pt x="53596" y="168539"/>
                    <a:pt x="50901" y="171112"/>
                  </a:cubicBezTo>
                  <a:lnTo>
                    <a:pt x="35143" y="186870"/>
                  </a:lnTo>
                  <a:lnTo>
                    <a:pt x="60524" y="212251"/>
                  </a:lnTo>
                  <a:lnTo>
                    <a:pt x="76701" y="197051"/>
                  </a:lnTo>
                  <a:cubicBezTo>
                    <a:pt x="79318" y="194444"/>
                    <a:pt x="83319" y="193824"/>
                    <a:pt x="86602" y="195517"/>
                  </a:cubicBezTo>
                  <a:cubicBezTo>
                    <a:pt x="91074" y="197790"/>
                    <a:pt x="95740" y="199657"/>
                    <a:pt x="100547" y="201095"/>
                  </a:cubicBezTo>
                  <a:cubicBezTo>
                    <a:pt x="104126" y="202152"/>
                    <a:pt x="106572" y="205452"/>
                    <a:pt x="106544" y="209183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BFCF921-D368-E642-BFF0-1BDC535FA972}"/>
                </a:ext>
              </a:extLst>
            </p:cNvPr>
            <p:cNvSpPr/>
            <p:nvPr/>
          </p:nvSpPr>
          <p:spPr>
            <a:xfrm>
              <a:off x="5794180" y="2462633"/>
              <a:ext cx="137503" cy="137503"/>
            </a:xfrm>
            <a:custGeom>
              <a:avLst/>
              <a:gdLst>
                <a:gd name="connsiteX0" fmla="*/ 68642 w 137503"/>
                <a:gd name="connsiteY0" fmla="*/ 137503 h 137503"/>
                <a:gd name="connsiteX1" fmla="*/ 0 w 137503"/>
                <a:gd name="connsiteY1" fmla="*/ 68642 h 137503"/>
                <a:gd name="connsiteX2" fmla="*/ 68863 w 137503"/>
                <a:gd name="connsiteY2" fmla="*/ 0 h 137503"/>
                <a:gd name="connsiteX3" fmla="*/ 137503 w 137503"/>
                <a:gd name="connsiteY3" fmla="*/ 68862 h 137503"/>
                <a:gd name="connsiteX4" fmla="*/ 117311 w 137503"/>
                <a:gd name="connsiteY4" fmla="*/ 117422 h 137503"/>
                <a:gd name="connsiteX5" fmla="*/ 68642 w 137503"/>
                <a:gd name="connsiteY5" fmla="*/ 137503 h 137503"/>
                <a:gd name="connsiteX6" fmla="*/ 31965 w 137503"/>
                <a:gd name="connsiteY6" fmla="*/ 32075 h 137503"/>
                <a:gd name="connsiteX7" fmla="*/ 33090 w 137503"/>
                <a:gd name="connsiteY7" fmla="*/ 105433 h 137503"/>
                <a:gd name="connsiteX8" fmla="*/ 106448 w 137503"/>
                <a:gd name="connsiteY8" fmla="*/ 104307 h 137503"/>
                <a:gd name="connsiteX9" fmla="*/ 105323 w 137503"/>
                <a:gd name="connsiteY9" fmla="*/ 30949 h 137503"/>
                <a:gd name="connsiteX10" fmla="*/ 68642 w 137503"/>
                <a:gd name="connsiteY10" fmla="*/ 16316 h 137503"/>
                <a:gd name="connsiteX11" fmla="*/ 31965 w 137503"/>
                <a:gd name="connsiteY11" fmla="*/ 31517 h 137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03" h="137503">
                  <a:moveTo>
                    <a:pt x="68642" y="137503"/>
                  </a:moveTo>
                  <a:cubicBezTo>
                    <a:pt x="30671" y="137442"/>
                    <a:pt x="-60" y="106611"/>
                    <a:pt x="0" y="68642"/>
                  </a:cubicBezTo>
                  <a:cubicBezTo>
                    <a:pt x="61" y="30671"/>
                    <a:pt x="30892" y="-61"/>
                    <a:pt x="68863" y="0"/>
                  </a:cubicBezTo>
                  <a:cubicBezTo>
                    <a:pt x="106833" y="61"/>
                    <a:pt x="137565" y="30892"/>
                    <a:pt x="137503" y="68862"/>
                  </a:cubicBezTo>
                  <a:cubicBezTo>
                    <a:pt x="137474" y="87085"/>
                    <a:pt x="130211" y="104551"/>
                    <a:pt x="117311" y="117422"/>
                  </a:cubicBezTo>
                  <a:cubicBezTo>
                    <a:pt x="104378" y="130282"/>
                    <a:pt x="86881" y="137502"/>
                    <a:pt x="68642" y="137503"/>
                  </a:cubicBezTo>
                  <a:close/>
                  <a:moveTo>
                    <a:pt x="31965" y="32075"/>
                  </a:moveTo>
                  <a:cubicBezTo>
                    <a:pt x="12018" y="52643"/>
                    <a:pt x="12522" y="85486"/>
                    <a:pt x="33090" y="105433"/>
                  </a:cubicBezTo>
                  <a:cubicBezTo>
                    <a:pt x="53658" y="125379"/>
                    <a:pt x="86502" y="124874"/>
                    <a:pt x="106448" y="104307"/>
                  </a:cubicBezTo>
                  <a:cubicBezTo>
                    <a:pt x="126393" y="83739"/>
                    <a:pt x="125889" y="50896"/>
                    <a:pt x="105323" y="30949"/>
                  </a:cubicBezTo>
                  <a:cubicBezTo>
                    <a:pt x="95502" y="21427"/>
                    <a:pt x="82319" y="16167"/>
                    <a:pt x="68642" y="16316"/>
                  </a:cubicBezTo>
                  <a:cubicBezTo>
                    <a:pt x="54884" y="16319"/>
                    <a:pt x="41692" y="21787"/>
                    <a:pt x="31965" y="31517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DD345F66-B88D-664F-8A92-853AD37FB8E1}"/>
                </a:ext>
              </a:extLst>
            </p:cNvPr>
            <p:cNvSpPr/>
            <p:nvPr/>
          </p:nvSpPr>
          <p:spPr>
            <a:xfrm>
              <a:off x="5762446" y="2185184"/>
              <a:ext cx="178796" cy="259180"/>
            </a:xfrm>
            <a:custGeom>
              <a:avLst/>
              <a:gdLst>
                <a:gd name="connsiteX0" fmla="*/ 168151 w 178796"/>
                <a:gd name="connsiteY0" fmla="*/ 259180 h 259180"/>
                <a:gd name="connsiteX1" fmla="*/ 167035 w 178796"/>
                <a:gd name="connsiteY1" fmla="*/ 259180 h 259180"/>
                <a:gd name="connsiteX2" fmla="*/ 159783 w 178796"/>
                <a:gd name="connsiteY2" fmla="*/ 249558 h 259180"/>
                <a:gd name="connsiteX3" fmla="*/ 107766 w 178796"/>
                <a:gd name="connsiteY3" fmla="*/ 91415 h 259180"/>
                <a:gd name="connsiteX4" fmla="*/ 106790 w 178796"/>
                <a:gd name="connsiteY4" fmla="*/ 90579 h 259180"/>
                <a:gd name="connsiteX5" fmla="*/ 105954 w 178796"/>
                <a:gd name="connsiteY5" fmla="*/ 89602 h 259180"/>
                <a:gd name="connsiteX6" fmla="*/ 7080 w 178796"/>
                <a:gd name="connsiteY6" fmla="*/ 38283 h 259180"/>
                <a:gd name="connsiteX7" fmla="*/ 107 w 178796"/>
                <a:gd name="connsiteY7" fmla="*/ 31310 h 259180"/>
                <a:gd name="connsiteX8" fmla="*/ 4569 w 178796"/>
                <a:gd name="connsiteY8" fmla="*/ 22524 h 259180"/>
                <a:gd name="connsiteX9" fmla="*/ 46545 w 178796"/>
                <a:gd name="connsiteY9" fmla="*/ 909 h 259180"/>
                <a:gd name="connsiteX10" fmla="*/ 57794 w 178796"/>
                <a:gd name="connsiteY10" fmla="*/ 4580 h 259180"/>
                <a:gd name="connsiteX11" fmla="*/ 57841 w 178796"/>
                <a:gd name="connsiteY11" fmla="*/ 4674 h 259180"/>
                <a:gd name="connsiteX12" fmla="*/ 54504 w 178796"/>
                <a:gd name="connsiteY12" fmla="*/ 15821 h 259180"/>
                <a:gd name="connsiteX13" fmla="*/ 54216 w 178796"/>
                <a:gd name="connsiteY13" fmla="*/ 15970 h 259180"/>
                <a:gd name="connsiteX14" fmla="*/ 32879 w 178796"/>
                <a:gd name="connsiteY14" fmla="*/ 26987 h 259180"/>
                <a:gd name="connsiteX15" fmla="*/ 117668 w 178796"/>
                <a:gd name="connsiteY15" fmla="*/ 77609 h 259180"/>
                <a:gd name="connsiteX16" fmla="*/ 118644 w 178796"/>
                <a:gd name="connsiteY16" fmla="*/ 78585 h 259180"/>
                <a:gd name="connsiteX17" fmla="*/ 119481 w 178796"/>
                <a:gd name="connsiteY17" fmla="*/ 79422 h 259180"/>
                <a:gd name="connsiteX18" fmla="*/ 176518 w 178796"/>
                <a:gd name="connsiteY18" fmla="*/ 251929 h 259180"/>
                <a:gd name="connsiteX19" fmla="*/ 168151 w 178796"/>
                <a:gd name="connsiteY19" fmla="*/ 259180 h 2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8796" h="259180">
                  <a:moveTo>
                    <a:pt x="168151" y="259180"/>
                  </a:moveTo>
                  <a:lnTo>
                    <a:pt x="167035" y="259180"/>
                  </a:lnTo>
                  <a:cubicBezTo>
                    <a:pt x="162414" y="258462"/>
                    <a:pt x="159200" y="254199"/>
                    <a:pt x="159783" y="249558"/>
                  </a:cubicBezTo>
                  <a:cubicBezTo>
                    <a:pt x="168725" y="191558"/>
                    <a:pt x="149393" y="132781"/>
                    <a:pt x="107766" y="91415"/>
                  </a:cubicBezTo>
                  <a:lnTo>
                    <a:pt x="106790" y="90579"/>
                  </a:lnTo>
                  <a:lnTo>
                    <a:pt x="105954" y="89602"/>
                  </a:lnTo>
                  <a:cubicBezTo>
                    <a:pt x="79108" y="62665"/>
                    <a:pt x="44558" y="44732"/>
                    <a:pt x="7080" y="38283"/>
                  </a:cubicBezTo>
                  <a:cubicBezTo>
                    <a:pt x="3508" y="37680"/>
                    <a:pt x="709" y="34882"/>
                    <a:pt x="107" y="31310"/>
                  </a:cubicBezTo>
                  <a:cubicBezTo>
                    <a:pt x="-471" y="27723"/>
                    <a:pt x="1333" y="24173"/>
                    <a:pt x="4569" y="22524"/>
                  </a:cubicBezTo>
                  <a:lnTo>
                    <a:pt x="46545" y="909"/>
                  </a:lnTo>
                  <a:cubicBezTo>
                    <a:pt x="50666" y="-1184"/>
                    <a:pt x="55702" y="460"/>
                    <a:pt x="57794" y="4580"/>
                  </a:cubicBezTo>
                  <a:cubicBezTo>
                    <a:pt x="57811" y="4611"/>
                    <a:pt x="57826" y="4643"/>
                    <a:pt x="57841" y="4674"/>
                  </a:cubicBezTo>
                  <a:cubicBezTo>
                    <a:pt x="59999" y="8674"/>
                    <a:pt x="58504" y="13664"/>
                    <a:pt x="54504" y="15821"/>
                  </a:cubicBezTo>
                  <a:cubicBezTo>
                    <a:pt x="54409" y="15873"/>
                    <a:pt x="54313" y="15922"/>
                    <a:pt x="54216" y="15970"/>
                  </a:cubicBezTo>
                  <a:lnTo>
                    <a:pt x="32879" y="26987"/>
                  </a:lnTo>
                  <a:cubicBezTo>
                    <a:pt x="64915" y="36540"/>
                    <a:pt x="94059" y="53941"/>
                    <a:pt x="117668" y="77609"/>
                  </a:cubicBezTo>
                  <a:cubicBezTo>
                    <a:pt x="117956" y="77969"/>
                    <a:pt x="118284" y="78296"/>
                    <a:pt x="118644" y="78585"/>
                  </a:cubicBezTo>
                  <a:lnTo>
                    <a:pt x="119481" y="79422"/>
                  </a:lnTo>
                  <a:cubicBezTo>
                    <a:pt x="164946" y="124519"/>
                    <a:pt x="186139" y="188617"/>
                    <a:pt x="176518" y="251929"/>
                  </a:cubicBezTo>
                  <a:cubicBezTo>
                    <a:pt x="175956" y="256110"/>
                    <a:pt x="172369" y="259218"/>
                    <a:pt x="168151" y="259180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23CA16D3-9DCF-834F-A7DE-5E5880F4E33C}"/>
                </a:ext>
              </a:extLst>
            </p:cNvPr>
            <p:cNvSpPr/>
            <p:nvPr/>
          </p:nvSpPr>
          <p:spPr>
            <a:xfrm>
              <a:off x="5762490" y="2206720"/>
              <a:ext cx="47039" cy="56491"/>
            </a:xfrm>
            <a:custGeom>
              <a:avLst/>
              <a:gdLst>
                <a:gd name="connsiteX0" fmla="*/ 38553 w 47039"/>
                <a:gd name="connsiteY0" fmla="*/ 56491 h 56491"/>
                <a:gd name="connsiteX1" fmla="*/ 31859 w 47039"/>
                <a:gd name="connsiteY1" fmla="*/ 53144 h 56491"/>
                <a:gd name="connsiteX2" fmla="*/ 1737 w 47039"/>
                <a:gd name="connsiteY2" fmla="*/ 13539 h 56491"/>
                <a:gd name="connsiteX3" fmla="*/ 3271 w 47039"/>
                <a:gd name="connsiteY3" fmla="*/ 1685 h 56491"/>
                <a:gd name="connsiteX4" fmla="*/ 15124 w 47039"/>
                <a:gd name="connsiteY4" fmla="*/ 3359 h 56491"/>
                <a:gd name="connsiteX5" fmla="*/ 45247 w 47039"/>
                <a:gd name="connsiteY5" fmla="*/ 42964 h 56491"/>
                <a:gd name="connsiteX6" fmla="*/ 43847 w 47039"/>
                <a:gd name="connsiteY6" fmla="*/ 54714 h 56491"/>
                <a:gd name="connsiteX7" fmla="*/ 43713 w 47039"/>
                <a:gd name="connsiteY7" fmla="*/ 54818 h 56491"/>
                <a:gd name="connsiteX8" fmla="*/ 38553 w 47039"/>
                <a:gd name="connsiteY8" fmla="*/ 56491 h 56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039" h="56491">
                  <a:moveTo>
                    <a:pt x="38553" y="56491"/>
                  </a:moveTo>
                  <a:cubicBezTo>
                    <a:pt x="35918" y="56491"/>
                    <a:pt x="33439" y="55251"/>
                    <a:pt x="31859" y="53144"/>
                  </a:cubicBezTo>
                  <a:lnTo>
                    <a:pt x="1737" y="13539"/>
                  </a:lnTo>
                  <a:cubicBezTo>
                    <a:pt x="-1082" y="9834"/>
                    <a:pt x="-399" y="4551"/>
                    <a:pt x="3271" y="1685"/>
                  </a:cubicBezTo>
                  <a:cubicBezTo>
                    <a:pt x="7012" y="-1102"/>
                    <a:pt x="12300" y="-355"/>
                    <a:pt x="15124" y="3359"/>
                  </a:cubicBezTo>
                  <a:lnTo>
                    <a:pt x="45247" y="42964"/>
                  </a:lnTo>
                  <a:cubicBezTo>
                    <a:pt x="48105" y="46595"/>
                    <a:pt x="47478" y="51856"/>
                    <a:pt x="43847" y="54714"/>
                  </a:cubicBezTo>
                  <a:cubicBezTo>
                    <a:pt x="43802" y="54749"/>
                    <a:pt x="43757" y="54784"/>
                    <a:pt x="43713" y="54818"/>
                  </a:cubicBezTo>
                  <a:cubicBezTo>
                    <a:pt x="42212" y="55906"/>
                    <a:pt x="40406" y="56492"/>
                    <a:pt x="38553" y="56491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4AACA9DB-5B2E-0A48-839A-01A6EF68C8D7}"/>
                </a:ext>
              </a:extLst>
            </p:cNvPr>
            <p:cNvSpPr/>
            <p:nvPr/>
          </p:nvSpPr>
          <p:spPr>
            <a:xfrm>
              <a:off x="5666906" y="2550287"/>
              <a:ext cx="47597" cy="56559"/>
            </a:xfrm>
            <a:custGeom>
              <a:avLst/>
              <a:gdLst>
                <a:gd name="connsiteX0" fmla="*/ 38609 w 47597"/>
                <a:gd name="connsiteY0" fmla="*/ 56543 h 56559"/>
                <a:gd name="connsiteX1" fmla="*/ 31915 w 47597"/>
                <a:gd name="connsiteY1" fmla="*/ 53196 h 56559"/>
                <a:gd name="connsiteX2" fmla="*/ 1793 w 47597"/>
                <a:gd name="connsiteY2" fmla="*/ 13590 h 56559"/>
                <a:gd name="connsiteX3" fmla="*/ 3193 w 47597"/>
                <a:gd name="connsiteY3" fmla="*/ 1840 h 56559"/>
                <a:gd name="connsiteX4" fmla="*/ 3327 w 47597"/>
                <a:gd name="connsiteY4" fmla="*/ 1737 h 56559"/>
                <a:gd name="connsiteX5" fmla="*/ 15181 w 47597"/>
                <a:gd name="connsiteY5" fmla="*/ 3271 h 56559"/>
                <a:gd name="connsiteX6" fmla="*/ 45861 w 47597"/>
                <a:gd name="connsiteY6" fmla="*/ 43015 h 56559"/>
                <a:gd name="connsiteX7" fmla="*/ 44327 w 47597"/>
                <a:gd name="connsiteY7" fmla="*/ 54869 h 56559"/>
                <a:gd name="connsiteX8" fmla="*/ 38609 w 47597"/>
                <a:gd name="connsiteY8" fmla="*/ 56543 h 5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97" h="56559">
                  <a:moveTo>
                    <a:pt x="38609" y="56543"/>
                  </a:moveTo>
                  <a:cubicBezTo>
                    <a:pt x="35975" y="56543"/>
                    <a:pt x="33495" y="55303"/>
                    <a:pt x="31915" y="53196"/>
                  </a:cubicBezTo>
                  <a:lnTo>
                    <a:pt x="1793" y="13590"/>
                  </a:lnTo>
                  <a:cubicBezTo>
                    <a:pt x="-1066" y="9959"/>
                    <a:pt x="-438" y="4699"/>
                    <a:pt x="3193" y="1840"/>
                  </a:cubicBezTo>
                  <a:cubicBezTo>
                    <a:pt x="3238" y="1805"/>
                    <a:pt x="3282" y="1770"/>
                    <a:pt x="3327" y="1737"/>
                  </a:cubicBezTo>
                  <a:cubicBezTo>
                    <a:pt x="7032" y="-1082"/>
                    <a:pt x="12315" y="-399"/>
                    <a:pt x="15181" y="3271"/>
                  </a:cubicBezTo>
                  <a:lnTo>
                    <a:pt x="45861" y="43015"/>
                  </a:lnTo>
                  <a:cubicBezTo>
                    <a:pt x="48679" y="46721"/>
                    <a:pt x="47996" y="52003"/>
                    <a:pt x="44327" y="54869"/>
                  </a:cubicBezTo>
                  <a:cubicBezTo>
                    <a:pt x="42674" y="56075"/>
                    <a:pt x="40652" y="56668"/>
                    <a:pt x="38609" y="56543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AED3259D-2C1C-114E-9B97-839CB8CE5BD4}"/>
              </a:ext>
            </a:extLst>
          </p:cNvPr>
          <p:cNvSpPr txBox="1"/>
          <p:nvPr/>
        </p:nvSpPr>
        <p:spPr>
          <a:xfrm>
            <a:off x="6945362" y="2417926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222E1EC-B292-FC4C-8613-CC1F92F7B780}"/>
              </a:ext>
            </a:extLst>
          </p:cNvPr>
          <p:cNvSpPr txBox="1"/>
          <p:nvPr/>
        </p:nvSpPr>
        <p:spPr>
          <a:xfrm>
            <a:off x="7262997" y="4499998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C79C481F-0380-1048-BFA6-A10B550065F2}"/>
              </a:ext>
            </a:extLst>
          </p:cNvPr>
          <p:cNvSpPr txBox="1"/>
          <p:nvPr/>
        </p:nvSpPr>
        <p:spPr>
          <a:xfrm>
            <a:off x="4753201" y="2629734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5F3A3869-088D-A34D-84CB-447DF43FA0A2}"/>
              </a:ext>
            </a:extLst>
          </p:cNvPr>
          <p:cNvSpPr txBox="1"/>
          <p:nvPr/>
        </p:nvSpPr>
        <p:spPr>
          <a:xfrm>
            <a:off x="5081007" y="4898156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3F4A8468-1818-5246-B14D-FFD45AF54A9C}"/>
              </a:ext>
            </a:extLst>
          </p:cNvPr>
          <p:cNvGrpSpPr/>
          <p:nvPr/>
        </p:nvGrpSpPr>
        <p:grpSpPr>
          <a:xfrm>
            <a:off x="5439456" y="3152644"/>
            <a:ext cx="1338870" cy="1238019"/>
            <a:chOff x="5398240" y="3718434"/>
            <a:chExt cx="1338870" cy="1238019"/>
          </a:xfrm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B902F927-5248-0F45-AE4C-147C95EBB55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90" name="Title 1">
              <a:extLst>
                <a:ext uri="{FF2B5EF4-FFF2-40B4-BE49-F238E27FC236}">
                  <a16:creationId xmlns:a16="http://schemas.microsoft.com/office/drawing/2014/main" id="{17B2AB77-DBD3-F546-B499-3B3573ABE5D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2065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85ACC96-CE4F-4047-A8AF-75A1E8A2B9FD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D83A760-3347-2744-B898-A731C5FDEA65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3C0E50E-44E3-5941-AB79-A1B0C2E057FE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0972B7B2-6E81-B24C-A5B3-C7B2E628FDFF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94F9F5CE-6398-2845-8171-DFE2FA963FC5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46A72D2B-EB7A-DE40-B789-A1C3C4376BE7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Oval 9">
            <a:extLst>
              <a:ext uri="{FF2B5EF4-FFF2-40B4-BE49-F238E27FC236}">
                <a16:creationId xmlns:a16="http://schemas.microsoft.com/office/drawing/2014/main" id="{37F3F668-AFA9-D94B-B7E3-E1EE1E2B95A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04092" y="2846852"/>
            <a:ext cx="1779098" cy="1779098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B9F9C04-A6A9-B348-862F-0B7A4165673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83418" y="3021459"/>
            <a:ext cx="1427526" cy="1427526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24BCC2C5-2E21-404A-8D7C-F105C4EE0CF3}"/>
              </a:ext>
            </a:extLst>
          </p:cNvPr>
          <p:cNvSpPr>
            <a:spLocks/>
          </p:cNvSpPr>
          <p:nvPr/>
        </p:nvSpPr>
        <p:spPr bwMode="auto">
          <a:xfrm>
            <a:off x="4033757" y="1671798"/>
            <a:ext cx="2508198" cy="2026850"/>
          </a:xfrm>
          <a:custGeom>
            <a:avLst/>
            <a:gdLst>
              <a:gd name="T0" fmla="*/ 395 w 448"/>
              <a:gd name="T1" fmla="*/ 48 h 362"/>
              <a:gd name="T2" fmla="*/ 395 w 448"/>
              <a:gd name="T3" fmla="*/ 1 h 362"/>
              <a:gd name="T4" fmla="*/ 368 w 448"/>
              <a:gd name="T5" fmla="*/ 0 h 362"/>
              <a:gd name="T6" fmla="*/ 270 w 448"/>
              <a:gd name="T7" fmla="*/ 14 h 362"/>
              <a:gd name="T8" fmla="*/ 0 w 448"/>
              <a:gd name="T9" fmla="*/ 362 h 362"/>
              <a:gd name="T10" fmla="*/ 44 w 448"/>
              <a:gd name="T11" fmla="*/ 362 h 362"/>
              <a:gd name="T12" fmla="*/ 97 w 448"/>
              <a:gd name="T13" fmla="*/ 310 h 362"/>
              <a:gd name="T14" fmla="*/ 149 w 448"/>
              <a:gd name="T15" fmla="*/ 362 h 362"/>
              <a:gd name="T16" fmla="*/ 190 w 448"/>
              <a:gd name="T17" fmla="*/ 362 h 362"/>
              <a:gd name="T18" fmla="*/ 270 w 448"/>
              <a:gd name="T19" fmla="*/ 220 h 362"/>
              <a:gd name="T20" fmla="*/ 368 w 448"/>
              <a:gd name="T21" fmla="*/ 191 h 362"/>
              <a:gd name="T22" fmla="*/ 395 w 448"/>
              <a:gd name="T23" fmla="*/ 193 h 362"/>
              <a:gd name="T24" fmla="*/ 395 w 448"/>
              <a:gd name="T25" fmla="*/ 153 h 362"/>
              <a:gd name="T26" fmla="*/ 448 w 448"/>
              <a:gd name="T27" fmla="*/ 101 h 362"/>
              <a:gd name="T28" fmla="*/ 395 w 448"/>
              <a:gd name="T29" fmla="*/ 48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48" h="362">
                <a:moveTo>
                  <a:pt x="395" y="48"/>
                </a:moveTo>
                <a:cubicBezTo>
                  <a:pt x="395" y="1"/>
                  <a:pt x="395" y="1"/>
                  <a:pt x="395" y="1"/>
                </a:cubicBezTo>
                <a:cubicBezTo>
                  <a:pt x="386" y="1"/>
                  <a:pt x="377" y="0"/>
                  <a:pt x="368" y="0"/>
                </a:cubicBezTo>
                <a:cubicBezTo>
                  <a:pt x="334" y="0"/>
                  <a:pt x="302" y="5"/>
                  <a:pt x="270" y="14"/>
                </a:cubicBezTo>
                <a:cubicBezTo>
                  <a:pt x="116" y="56"/>
                  <a:pt x="3" y="195"/>
                  <a:pt x="0" y="362"/>
                </a:cubicBezTo>
                <a:cubicBezTo>
                  <a:pt x="44" y="362"/>
                  <a:pt x="44" y="362"/>
                  <a:pt x="44" y="362"/>
                </a:cubicBezTo>
                <a:cubicBezTo>
                  <a:pt x="44" y="333"/>
                  <a:pt x="68" y="310"/>
                  <a:pt x="97" y="310"/>
                </a:cubicBezTo>
                <a:cubicBezTo>
                  <a:pt x="126" y="310"/>
                  <a:pt x="149" y="333"/>
                  <a:pt x="149" y="362"/>
                </a:cubicBezTo>
                <a:cubicBezTo>
                  <a:pt x="190" y="362"/>
                  <a:pt x="190" y="362"/>
                  <a:pt x="190" y="362"/>
                </a:cubicBezTo>
                <a:cubicBezTo>
                  <a:pt x="193" y="303"/>
                  <a:pt x="224" y="251"/>
                  <a:pt x="270" y="220"/>
                </a:cubicBezTo>
                <a:cubicBezTo>
                  <a:pt x="298" y="202"/>
                  <a:pt x="332" y="191"/>
                  <a:pt x="368" y="191"/>
                </a:cubicBezTo>
                <a:cubicBezTo>
                  <a:pt x="377" y="191"/>
                  <a:pt x="386" y="192"/>
                  <a:pt x="395" y="193"/>
                </a:cubicBezTo>
                <a:cubicBezTo>
                  <a:pt x="395" y="153"/>
                  <a:pt x="395" y="153"/>
                  <a:pt x="395" y="153"/>
                </a:cubicBezTo>
                <a:cubicBezTo>
                  <a:pt x="424" y="153"/>
                  <a:pt x="448" y="130"/>
                  <a:pt x="448" y="101"/>
                </a:cubicBezTo>
                <a:cubicBezTo>
                  <a:pt x="448" y="72"/>
                  <a:pt x="424" y="48"/>
                  <a:pt x="395" y="4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9EC6EC76-9F3C-0A4C-8240-113CC373FF17}"/>
              </a:ext>
            </a:extLst>
          </p:cNvPr>
          <p:cNvSpPr>
            <a:spLocks/>
          </p:cNvSpPr>
          <p:nvPr/>
        </p:nvSpPr>
        <p:spPr bwMode="auto">
          <a:xfrm>
            <a:off x="5836450" y="3814266"/>
            <a:ext cx="2317075" cy="1982019"/>
          </a:xfrm>
          <a:custGeom>
            <a:avLst/>
            <a:gdLst>
              <a:gd name="T0" fmla="*/ 371 w 414"/>
              <a:gd name="T1" fmla="*/ 0 h 354"/>
              <a:gd name="T2" fmla="*/ 319 w 414"/>
              <a:gd name="T3" fmla="*/ 53 h 354"/>
              <a:gd name="T4" fmla="*/ 266 w 414"/>
              <a:gd name="T5" fmla="*/ 0 h 354"/>
              <a:gd name="T6" fmla="*/ 224 w 414"/>
              <a:gd name="T7" fmla="*/ 0 h 354"/>
              <a:gd name="T8" fmla="*/ 177 w 414"/>
              <a:gd name="T9" fmla="*/ 106 h 354"/>
              <a:gd name="T10" fmla="*/ 52 w 414"/>
              <a:gd name="T11" fmla="*/ 164 h 354"/>
              <a:gd name="T12" fmla="*/ 52 w 414"/>
              <a:gd name="T13" fmla="*/ 209 h 354"/>
              <a:gd name="T14" fmla="*/ 0 w 414"/>
              <a:gd name="T15" fmla="*/ 261 h 354"/>
              <a:gd name="T16" fmla="*/ 52 w 414"/>
              <a:gd name="T17" fmla="*/ 314 h 354"/>
              <a:gd name="T18" fmla="*/ 52 w 414"/>
              <a:gd name="T19" fmla="*/ 354 h 354"/>
              <a:gd name="T20" fmla="*/ 177 w 414"/>
              <a:gd name="T21" fmla="*/ 330 h 354"/>
              <a:gd name="T22" fmla="*/ 414 w 414"/>
              <a:gd name="T23" fmla="*/ 0 h 354"/>
              <a:gd name="T24" fmla="*/ 371 w 414"/>
              <a:gd name="T25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354">
                <a:moveTo>
                  <a:pt x="371" y="0"/>
                </a:moveTo>
                <a:cubicBezTo>
                  <a:pt x="371" y="29"/>
                  <a:pt x="348" y="53"/>
                  <a:pt x="319" y="53"/>
                </a:cubicBezTo>
                <a:cubicBezTo>
                  <a:pt x="290" y="53"/>
                  <a:pt x="266" y="29"/>
                  <a:pt x="266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20" y="41"/>
                  <a:pt x="203" y="78"/>
                  <a:pt x="177" y="106"/>
                </a:cubicBezTo>
                <a:cubicBezTo>
                  <a:pt x="146" y="140"/>
                  <a:pt x="102" y="162"/>
                  <a:pt x="52" y="164"/>
                </a:cubicBezTo>
                <a:cubicBezTo>
                  <a:pt x="52" y="209"/>
                  <a:pt x="52" y="209"/>
                  <a:pt x="52" y="209"/>
                </a:cubicBezTo>
                <a:cubicBezTo>
                  <a:pt x="23" y="209"/>
                  <a:pt x="0" y="232"/>
                  <a:pt x="0" y="261"/>
                </a:cubicBezTo>
                <a:cubicBezTo>
                  <a:pt x="0" y="291"/>
                  <a:pt x="23" y="314"/>
                  <a:pt x="52" y="314"/>
                </a:cubicBezTo>
                <a:cubicBezTo>
                  <a:pt x="52" y="354"/>
                  <a:pt x="52" y="354"/>
                  <a:pt x="52" y="354"/>
                </a:cubicBezTo>
                <a:cubicBezTo>
                  <a:pt x="96" y="354"/>
                  <a:pt x="138" y="345"/>
                  <a:pt x="177" y="330"/>
                </a:cubicBezTo>
                <a:cubicBezTo>
                  <a:pt x="312" y="279"/>
                  <a:pt x="409" y="151"/>
                  <a:pt x="414" y="0"/>
                </a:cubicBezTo>
                <a:lnTo>
                  <a:pt x="371" y="0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080000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33C0593-76FC-BC4A-94F1-505E126A7F0F}"/>
              </a:ext>
            </a:extLst>
          </p:cNvPr>
          <p:cNvSpPr>
            <a:spLocks/>
          </p:cNvSpPr>
          <p:nvPr/>
        </p:nvSpPr>
        <p:spPr bwMode="auto">
          <a:xfrm>
            <a:off x="6244652" y="1676517"/>
            <a:ext cx="1913592" cy="2435052"/>
          </a:xfrm>
          <a:custGeom>
            <a:avLst/>
            <a:gdLst>
              <a:gd name="T0" fmla="*/ 325 w 342"/>
              <a:gd name="T1" fmla="*/ 257 h 435"/>
              <a:gd name="T2" fmla="*/ 0 w 342"/>
              <a:gd name="T3" fmla="*/ 0 h 435"/>
              <a:gd name="T4" fmla="*/ 0 w 342"/>
              <a:gd name="T5" fmla="*/ 47 h 435"/>
              <a:gd name="T6" fmla="*/ 53 w 342"/>
              <a:gd name="T7" fmla="*/ 100 h 435"/>
              <a:gd name="T8" fmla="*/ 0 w 342"/>
              <a:gd name="T9" fmla="*/ 152 h 435"/>
              <a:gd name="T10" fmla="*/ 0 w 342"/>
              <a:gd name="T11" fmla="*/ 192 h 435"/>
              <a:gd name="T12" fmla="*/ 112 w 342"/>
              <a:gd name="T13" fmla="*/ 257 h 435"/>
              <a:gd name="T14" fmla="*/ 151 w 342"/>
              <a:gd name="T15" fmla="*/ 368 h 435"/>
              <a:gd name="T16" fmla="*/ 151 w 342"/>
              <a:gd name="T17" fmla="*/ 382 h 435"/>
              <a:gd name="T18" fmla="*/ 193 w 342"/>
              <a:gd name="T19" fmla="*/ 382 h 435"/>
              <a:gd name="T20" fmla="*/ 246 w 342"/>
              <a:gd name="T21" fmla="*/ 435 h 435"/>
              <a:gd name="T22" fmla="*/ 298 w 342"/>
              <a:gd name="T23" fmla="*/ 382 h 435"/>
              <a:gd name="T24" fmla="*/ 341 w 342"/>
              <a:gd name="T25" fmla="*/ 382 h 435"/>
              <a:gd name="T26" fmla="*/ 342 w 342"/>
              <a:gd name="T27" fmla="*/ 368 h 435"/>
              <a:gd name="T28" fmla="*/ 325 w 342"/>
              <a:gd name="T29" fmla="*/ 257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42" h="435">
                <a:moveTo>
                  <a:pt x="325" y="257"/>
                </a:moveTo>
                <a:cubicBezTo>
                  <a:pt x="280" y="116"/>
                  <a:pt x="153" y="11"/>
                  <a:pt x="0" y="0"/>
                </a:cubicBezTo>
                <a:cubicBezTo>
                  <a:pt x="0" y="47"/>
                  <a:pt x="0" y="47"/>
                  <a:pt x="0" y="47"/>
                </a:cubicBezTo>
                <a:cubicBezTo>
                  <a:pt x="29" y="47"/>
                  <a:pt x="53" y="71"/>
                  <a:pt x="53" y="100"/>
                </a:cubicBezTo>
                <a:cubicBezTo>
                  <a:pt x="53" y="129"/>
                  <a:pt x="29" y="152"/>
                  <a:pt x="0" y="152"/>
                </a:cubicBezTo>
                <a:cubicBezTo>
                  <a:pt x="0" y="192"/>
                  <a:pt x="0" y="192"/>
                  <a:pt x="0" y="192"/>
                </a:cubicBezTo>
                <a:cubicBezTo>
                  <a:pt x="45" y="199"/>
                  <a:pt x="85" y="223"/>
                  <a:pt x="112" y="257"/>
                </a:cubicBezTo>
                <a:cubicBezTo>
                  <a:pt x="137" y="288"/>
                  <a:pt x="151" y="326"/>
                  <a:pt x="151" y="368"/>
                </a:cubicBezTo>
                <a:cubicBezTo>
                  <a:pt x="151" y="373"/>
                  <a:pt x="151" y="377"/>
                  <a:pt x="151" y="382"/>
                </a:cubicBezTo>
                <a:cubicBezTo>
                  <a:pt x="193" y="382"/>
                  <a:pt x="193" y="382"/>
                  <a:pt x="193" y="382"/>
                </a:cubicBezTo>
                <a:cubicBezTo>
                  <a:pt x="193" y="411"/>
                  <a:pt x="217" y="435"/>
                  <a:pt x="246" y="435"/>
                </a:cubicBezTo>
                <a:cubicBezTo>
                  <a:pt x="275" y="435"/>
                  <a:pt x="298" y="411"/>
                  <a:pt x="298" y="382"/>
                </a:cubicBezTo>
                <a:cubicBezTo>
                  <a:pt x="341" y="382"/>
                  <a:pt x="341" y="382"/>
                  <a:pt x="341" y="382"/>
                </a:cubicBezTo>
                <a:cubicBezTo>
                  <a:pt x="342" y="377"/>
                  <a:pt x="342" y="373"/>
                  <a:pt x="342" y="368"/>
                </a:cubicBezTo>
                <a:cubicBezTo>
                  <a:pt x="342" y="329"/>
                  <a:pt x="336" y="292"/>
                  <a:pt x="325" y="257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5465A875-C9CD-0448-A451-7AC003E5E3F8}"/>
              </a:ext>
            </a:extLst>
          </p:cNvPr>
          <p:cNvSpPr>
            <a:spLocks/>
          </p:cNvSpPr>
          <p:nvPr/>
        </p:nvSpPr>
        <p:spPr bwMode="auto">
          <a:xfrm>
            <a:off x="4033757" y="3406065"/>
            <a:ext cx="2092918" cy="2390220"/>
          </a:xfrm>
          <a:custGeom>
            <a:avLst/>
            <a:gdLst>
              <a:gd name="T0" fmla="*/ 374 w 374"/>
              <a:gd name="T1" fmla="*/ 282 h 427"/>
              <a:gd name="T2" fmla="*/ 374 w 374"/>
              <a:gd name="T3" fmla="*/ 237 h 427"/>
              <a:gd name="T4" fmla="*/ 368 w 374"/>
              <a:gd name="T5" fmla="*/ 237 h 427"/>
              <a:gd name="T6" fmla="*/ 235 w 374"/>
              <a:gd name="T7" fmla="*/ 177 h 427"/>
              <a:gd name="T8" fmla="*/ 190 w 374"/>
              <a:gd name="T9" fmla="*/ 59 h 427"/>
              <a:gd name="T10" fmla="*/ 190 w 374"/>
              <a:gd name="T11" fmla="*/ 52 h 427"/>
              <a:gd name="T12" fmla="*/ 149 w 374"/>
              <a:gd name="T13" fmla="*/ 52 h 427"/>
              <a:gd name="T14" fmla="*/ 97 w 374"/>
              <a:gd name="T15" fmla="*/ 0 h 427"/>
              <a:gd name="T16" fmla="*/ 44 w 374"/>
              <a:gd name="T17" fmla="*/ 52 h 427"/>
              <a:gd name="T18" fmla="*/ 0 w 374"/>
              <a:gd name="T19" fmla="*/ 52 h 427"/>
              <a:gd name="T20" fmla="*/ 0 w 374"/>
              <a:gd name="T21" fmla="*/ 59 h 427"/>
              <a:gd name="T22" fmla="*/ 19 w 374"/>
              <a:gd name="T23" fmla="*/ 177 h 427"/>
              <a:gd name="T24" fmla="*/ 368 w 374"/>
              <a:gd name="T25" fmla="*/ 427 h 427"/>
              <a:gd name="T26" fmla="*/ 374 w 374"/>
              <a:gd name="T27" fmla="*/ 427 h 427"/>
              <a:gd name="T28" fmla="*/ 374 w 374"/>
              <a:gd name="T29" fmla="*/ 387 h 427"/>
              <a:gd name="T30" fmla="*/ 322 w 374"/>
              <a:gd name="T31" fmla="*/ 334 h 427"/>
              <a:gd name="T32" fmla="*/ 374 w 374"/>
              <a:gd name="T33" fmla="*/ 282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74" h="427">
                <a:moveTo>
                  <a:pt x="374" y="282"/>
                </a:moveTo>
                <a:cubicBezTo>
                  <a:pt x="374" y="237"/>
                  <a:pt x="374" y="237"/>
                  <a:pt x="374" y="237"/>
                </a:cubicBezTo>
                <a:cubicBezTo>
                  <a:pt x="372" y="237"/>
                  <a:pt x="370" y="237"/>
                  <a:pt x="368" y="237"/>
                </a:cubicBezTo>
                <a:cubicBezTo>
                  <a:pt x="315" y="237"/>
                  <a:pt x="268" y="214"/>
                  <a:pt x="235" y="177"/>
                </a:cubicBezTo>
                <a:cubicBezTo>
                  <a:pt x="207" y="145"/>
                  <a:pt x="190" y="104"/>
                  <a:pt x="190" y="59"/>
                </a:cubicBezTo>
                <a:cubicBezTo>
                  <a:pt x="190" y="57"/>
                  <a:pt x="190" y="54"/>
                  <a:pt x="190" y="52"/>
                </a:cubicBezTo>
                <a:cubicBezTo>
                  <a:pt x="149" y="52"/>
                  <a:pt x="149" y="52"/>
                  <a:pt x="149" y="52"/>
                </a:cubicBezTo>
                <a:cubicBezTo>
                  <a:pt x="149" y="23"/>
                  <a:pt x="126" y="0"/>
                  <a:pt x="97" y="0"/>
                </a:cubicBezTo>
                <a:cubicBezTo>
                  <a:pt x="68" y="0"/>
                  <a:pt x="44" y="23"/>
                  <a:pt x="44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4"/>
                  <a:pt x="0" y="57"/>
                  <a:pt x="0" y="59"/>
                </a:cubicBezTo>
                <a:cubicBezTo>
                  <a:pt x="0" y="100"/>
                  <a:pt x="6" y="140"/>
                  <a:pt x="19" y="177"/>
                </a:cubicBezTo>
                <a:cubicBezTo>
                  <a:pt x="68" y="323"/>
                  <a:pt x="206" y="427"/>
                  <a:pt x="368" y="427"/>
                </a:cubicBezTo>
                <a:cubicBezTo>
                  <a:pt x="370" y="427"/>
                  <a:pt x="372" y="427"/>
                  <a:pt x="374" y="427"/>
                </a:cubicBezTo>
                <a:cubicBezTo>
                  <a:pt x="374" y="387"/>
                  <a:pt x="374" y="387"/>
                  <a:pt x="374" y="387"/>
                </a:cubicBezTo>
                <a:cubicBezTo>
                  <a:pt x="345" y="387"/>
                  <a:pt x="322" y="364"/>
                  <a:pt x="322" y="334"/>
                </a:cubicBezTo>
                <a:cubicBezTo>
                  <a:pt x="322" y="305"/>
                  <a:pt x="345" y="282"/>
                  <a:pt x="374" y="28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D85C6F9-835A-3A4F-AD4C-6ED76A7CA841}"/>
              </a:ext>
            </a:extLst>
          </p:cNvPr>
          <p:cNvGrpSpPr/>
          <p:nvPr/>
        </p:nvGrpSpPr>
        <p:grpSpPr>
          <a:xfrm flipH="1">
            <a:off x="1284981" y="1973253"/>
            <a:ext cx="2783072" cy="723275"/>
            <a:chOff x="7825488" y="1404017"/>
            <a:chExt cx="3368029" cy="723275"/>
          </a:xfrm>
        </p:grpSpPr>
        <p:sp>
          <p:nvSpPr>
            <p:cNvPr id="21" name="Inhaltsplatzhalter 4">
              <a:extLst>
                <a:ext uri="{FF2B5EF4-FFF2-40B4-BE49-F238E27FC236}">
                  <a16:creationId xmlns:a16="http://schemas.microsoft.com/office/drawing/2014/main" id="{06030123-57CE-DE43-A5D5-4F434B4467F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4BD164B7-DD98-F645-B149-357B33405A4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86A9DC9-E66C-3B41-A9EE-FEB7904B8B38}"/>
              </a:ext>
            </a:extLst>
          </p:cNvPr>
          <p:cNvGrpSpPr/>
          <p:nvPr/>
        </p:nvGrpSpPr>
        <p:grpSpPr>
          <a:xfrm flipH="1">
            <a:off x="1284981" y="4733200"/>
            <a:ext cx="2783072" cy="723275"/>
            <a:chOff x="7825488" y="1404017"/>
            <a:chExt cx="3368029" cy="723275"/>
          </a:xfrm>
        </p:grpSpPr>
        <p:sp>
          <p:nvSpPr>
            <p:cNvPr id="24" name="Inhaltsplatzhalter 4">
              <a:extLst>
                <a:ext uri="{FF2B5EF4-FFF2-40B4-BE49-F238E27FC236}">
                  <a16:creationId xmlns:a16="http://schemas.microsoft.com/office/drawing/2014/main" id="{D9CDA2B8-DFD1-B042-849A-F4970290C89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1A266C-567D-9E4A-9244-62C7749D71D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ACA1498-2B38-1B48-89C5-976F459B6D30}"/>
              </a:ext>
            </a:extLst>
          </p:cNvPr>
          <p:cNvGrpSpPr/>
          <p:nvPr/>
        </p:nvGrpSpPr>
        <p:grpSpPr>
          <a:xfrm>
            <a:off x="8123947" y="2018676"/>
            <a:ext cx="2783072" cy="723275"/>
            <a:chOff x="7825488" y="1404017"/>
            <a:chExt cx="3368029" cy="723275"/>
          </a:xfrm>
        </p:grpSpPr>
        <p:sp>
          <p:nvSpPr>
            <p:cNvPr id="27" name="Inhaltsplatzhalter 4">
              <a:extLst>
                <a:ext uri="{FF2B5EF4-FFF2-40B4-BE49-F238E27FC236}">
                  <a16:creationId xmlns:a16="http://schemas.microsoft.com/office/drawing/2014/main" id="{76E04D2A-516F-764B-ACC7-7CD8988EE74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FF2110F-BD4D-1D40-AF2B-2437A8870F4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BFACE1A-DB2A-CD43-825D-C28A724900AA}"/>
              </a:ext>
            </a:extLst>
          </p:cNvPr>
          <p:cNvGrpSpPr/>
          <p:nvPr/>
        </p:nvGrpSpPr>
        <p:grpSpPr>
          <a:xfrm>
            <a:off x="8123947" y="4733200"/>
            <a:ext cx="2783072" cy="723275"/>
            <a:chOff x="7825488" y="1404017"/>
            <a:chExt cx="3368029" cy="723275"/>
          </a:xfrm>
        </p:grpSpPr>
        <p:sp>
          <p:nvSpPr>
            <p:cNvPr id="30" name="Inhaltsplatzhalter 4">
              <a:extLst>
                <a:ext uri="{FF2B5EF4-FFF2-40B4-BE49-F238E27FC236}">
                  <a16:creationId xmlns:a16="http://schemas.microsoft.com/office/drawing/2014/main" id="{66FB0D4C-1F0E-A045-9B1B-34EE81F41E5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EEF6CB9-09FE-AC42-B6A3-D682F540547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55F9F6C2-526B-2348-879B-BC80C6CFEB7F}"/>
              </a:ext>
            </a:extLst>
          </p:cNvPr>
          <p:cNvSpPr txBox="1"/>
          <p:nvPr/>
        </p:nvSpPr>
        <p:spPr>
          <a:xfrm>
            <a:off x="7495774" y="3754183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5D7711F-5969-E643-99C2-B2E4A11F6F3B}"/>
              </a:ext>
            </a:extLst>
          </p:cNvPr>
          <p:cNvSpPr txBox="1"/>
          <p:nvPr/>
        </p:nvSpPr>
        <p:spPr>
          <a:xfrm>
            <a:off x="5917492" y="5139400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9570C2B-93C6-B64C-A03A-75887BC84447}"/>
              </a:ext>
            </a:extLst>
          </p:cNvPr>
          <p:cNvSpPr txBox="1"/>
          <p:nvPr/>
        </p:nvSpPr>
        <p:spPr>
          <a:xfrm>
            <a:off x="6198375" y="2084978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A3E85BD-9087-9048-B610-BDC382B5E520}"/>
              </a:ext>
            </a:extLst>
          </p:cNvPr>
          <p:cNvSpPr txBox="1"/>
          <p:nvPr/>
        </p:nvSpPr>
        <p:spPr>
          <a:xfrm>
            <a:off x="4439015" y="3494224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42" name="Inhaltsplatzhalter 4">
            <a:extLst>
              <a:ext uri="{FF2B5EF4-FFF2-40B4-BE49-F238E27FC236}">
                <a16:creationId xmlns:a16="http://schemas.microsoft.com/office/drawing/2014/main" id="{8B481DE3-9085-8A47-AD3F-E57D05A77CF5}"/>
              </a:ext>
            </a:extLst>
          </p:cNvPr>
          <p:cNvSpPr txBox="1">
            <a:spLocks/>
          </p:cNvSpPr>
          <p:nvPr/>
        </p:nvSpPr>
        <p:spPr>
          <a:xfrm rot="18816974">
            <a:off x="4430533" y="2243349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3" name="Inhaltsplatzhalter 4">
            <a:extLst>
              <a:ext uri="{FF2B5EF4-FFF2-40B4-BE49-F238E27FC236}">
                <a16:creationId xmlns:a16="http://schemas.microsoft.com/office/drawing/2014/main" id="{9E3950C8-9047-E042-ACA5-C519E2A27786}"/>
              </a:ext>
            </a:extLst>
          </p:cNvPr>
          <p:cNvSpPr txBox="1">
            <a:spLocks/>
          </p:cNvSpPr>
          <p:nvPr/>
        </p:nvSpPr>
        <p:spPr>
          <a:xfrm rot="2992673">
            <a:off x="5630618" y="2314444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4" name="Inhaltsplatzhalter 4">
            <a:extLst>
              <a:ext uri="{FF2B5EF4-FFF2-40B4-BE49-F238E27FC236}">
                <a16:creationId xmlns:a16="http://schemas.microsoft.com/office/drawing/2014/main" id="{3545EFFF-3042-2E49-A887-0FCB2DE81CDD}"/>
              </a:ext>
            </a:extLst>
          </p:cNvPr>
          <p:cNvSpPr txBox="1">
            <a:spLocks/>
          </p:cNvSpPr>
          <p:nvPr/>
        </p:nvSpPr>
        <p:spPr>
          <a:xfrm rot="8103881">
            <a:off x="5600581" y="3548893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5" name="Inhaltsplatzhalter 4">
            <a:extLst>
              <a:ext uri="{FF2B5EF4-FFF2-40B4-BE49-F238E27FC236}">
                <a16:creationId xmlns:a16="http://schemas.microsoft.com/office/drawing/2014/main" id="{60551A22-19C7-A648-88C3-8CF28FDCB62D}"/>
              </a:ext>
            </a:extLst>
          </p:cNvPr>
          <p:cNvSpPr txBox="1">
            <a:spLocks/>
          </p:cNvSpPr>
          <p:nvPr/>
        </p:nvSpPr>
        <p:spPr>
          <a:xfrm rot="13788161">
            <a:off x="4349993" y="3475593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grpSp>
        <p:nvGrpSpPr>
          <p:cNvPr id="54" name="Graphic 46">
            <a:extLst>
              <a:ext uri="{FF2B5EF4-FFF2-40B4-BE49-F238E27FC236}">
                <a16:creationId xmlns:a16="http://schemas.microsoft.com/office/drawing/2014/main" id="{3FF54E61-CEBA-BB4E-A4EA-109D86BE3381}"/>
              </a:ext>
            </a:extLst>
          </p:cNvPr>
          <p:cNvGrpSpPr>
            <a:grpSpLocks noChangeAspect="1"/>
          </p:cNvGrpSpPr>
          <p:nvPr/>
        </p:nvGrpSpPr>
        <p:grpSpPr>
          <a:xfrm>
            <a:off x="5005796" y="2565585"/>
            <a:ext cx="411432" cy="319925"/>
            <a:chOff x="6889749" y="2671403"/>
            <a:chExt cx="411432" cy="319925"/>
          </a:xfrm>
          <a:solidFill>
            <a:srgbClr val="FFFFFF"/>
          </a:solidFill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9F480296-1DDB-BA4F-AF81-8B2F9EABE319}"/>
                </a:ext>
              </a:extLst>
            </p:cNvPr>
            <p:cNvSpPr/>
            <p:nvPr/>
          </p:nvSpPr>
          <p:spPr>
            <a:xfrm>
              <a:off x="7022072" y="2745181"/>
              <a:ext cx="143424" cy="246147"/>
            </a:xfrm>
            <a:custGeom>
              <a:avLst/>
              <a:gdLst>
                <a:gd name="connsiteX0" fmla="*/ 34426 w 143424"/>
                <a:gd name="connsiteY0" fmla="*/ 246148 h 246147"/>
                <a:gd name="connsiteX1" fmla="*/ 29717 w 143424"/>
                <a:gd name="connsiteY1" fmla="*/ 244145 h 246147"/>
                <a:gd name="connsiteX2" fmla="*/ 27698 w 143424"/>
                <a:gd name="connsiteY2" fmla="*/ 239360 h 246147"/>
                <a:gd name="connsiteX3" fmla="*/ 27698 w 143424"/>
                <a:gd name="connsiteY3" fmla="*/ 130196 h 246147"/>
                <a:gd name="connsiteX4" fmla="*/ 6841 w 143424"/>
                <a:gd name="connsiteY4" fmla="*/ 130196 h 246147"/>
                <a:gd name="connsiteX5" fmla="*/ 2019 w 143424"/>
                <a:gd name="connsiteY5" fmla="*/ 128193 h 246147"/>
                <a:gd name="connsiteX6" fmla="*/ 0 w 143424"/>
                <a:gd name="connsiteY6" fmla="*/ 123519 h 246147"/>
                <a:gd name="connsiteX7" fmla="*/ 0 w 143424"/>
                <a:gd name="connsiteY7" fmla="*/ 41729 h 246147"/>
                <a:gd name="connsiteX8" fmla="*/ 41827 w 143424"/>
                <a:gd name="connsiteY8" fmla="*/ 0 h 246147"/>
                <a:gd name="connsiteX9" fmla="*/ 101260 w 143424"/>
                <a:gd name="connsiteY9" fmla="*/ 0 h 246147"/>
                <a:gd name="connsiteX10" fmla="*/ 143424 w 143424"/>
                <a:gd name="connsiteY10" fmla="*/ 41618 h 246147"/>
                <a:gd name="connsiteX11" fmla="*/ 143424 w 143424"/>
                <a:gd name="connsiteY11" fmla="*/ 123296 h 246147"/>
                <a:gd name="connsiteX12" fmla="*/ 141406 w 143424"/>
                <a:gd name="connsiteY12" fmla="*/ 128081 h 246147"/>
                <a:gd name="connsiteX13" fmla="*/ 136584 w 143424"/>
                <a:gd name="connsiteY13" fmla="*/ 130084 h 246147"/>
                <a:gd name="connsiteX14" fmla="*/ 116175 w 143424"/>
                <a:gd name="connsiteY14" fmla="*/ 130084 h 246147"/>
                <a:gd name="connsiteX15" fmla="*/ 116175 w 143424"/>
                <a:gd name="connsiteY15" fmla="*/ 239248 h 246147"/>
                <a:gd name="connsiteX16" fmla="*/ 109788 w 143424"/>
                <a:gd name="connsiteY16" fmla="*/ 246033 h 246147"/>
                <a:gd name="connsiteX17" fmla="*/ 109446 w 143424"/>
                <a:gd name="connsiteY17" fmla="*/ 246036 h 246147"/>
                <a:gd name="connsiteX18" fmla="*/ 34314 w 143424"/>
                <a:gd name="connsiteY18" fmla="*/ 246036 h 246147"/>
                <a:gd name="connsiteX19" fmla="*/ 34426 w 143424"/>
                <a:gd name="connsiteY19" fmla="*/ 116620 h 246147"/>
                <a:gd name="connsiteX20" fmla="*/ 39248 w 143424"/>
                <a:gd name="connsiteY20" fmla="*/ 118623 h 246147"/>
                <a:gd name="connsiteX21" fmla="*/ 41155 w 143424"/>
                <a:gd name="connsiteY21" fmla="*/ 123408 h 246147"/>
                <a:gd name="connsiteX22" fmla="*/ 41155 w 143424"/>
                <a:gd name="connsiteY22" fmla="*/ 232572 h 246147"/>
                <a:gd name="connsiteX23" fmla="*/ 103167 w 143424"/>
                <a:gd name="connsiteY23" fmla="*/ 232572 h 246147"/>
                <a:gd name="connsiteX24" fmla="*/ 103167 w 143424"/>
                <a:gd name="connsiteY24" fmla="*/ 123296 h 246147"/>
                <a:gd name="connsiteX25" fmla="*/ 105073 w 143424"/>
                <a:gd name="connsiteY25" fmla="*/ 118511 h 246147"/>
                <a:gd name="connsiteX26" fmla="*/ 109895 w 143424"/>
                <a:gd name="connsiteY26" fmla="*/ 116508 h 246147"/>
                <a:gd name="connsiteX27" fmla="*/ 130416 w 143424"/>
                <a:gd name="connsiteY27" fmla="*/ 116508 h 246147"/>
                <a:gd name="connsiteX28" fmla="*/ 130416 w 143424"/>
                <a:gd name="connsiteY28" fmla="*/ 41396 h 246147"/>
                <a:gd name="connsiteX29" fmla="*/ 122006 w 143424"/>
                <a:gd name="connsiteY29" fmla="*/ 21477 h 246147"/>
                <a:gd name="connsiteX30" fmla="*/ 101933 w 143424"/>
                <a:gd name="connsiteY30" fmla="*/ 13353 h 246147"/>
                <a:gd name="connsiteX31" fmla="*/ 41715 w 143424"/>
                <a:gd name="connsiteY31" fmla="*/ 13353 h 246147"/>
                <a:gd name="connsiteX32" fmla="*/ 13456 w 143424"/>
                <a:gd name="connsiteY32" fmla="*/ 41617 h 246147"/>
                <a:gd name="connsiteX33" fmla="*/ 13457 w 143424"/>
                <a:gd name="connsiteY33" fmla="*/ 41729 h 246147"/>
                <a:gd name="connsiteX34" fmla="*/ 13457 w 143424"/>
                <a:gd name="connsiteY34" fmla="*/ 116731 h 24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424" h="246147">
                  <a:moveTo>
                    <a:pt x="34426" y="246148"/>
                  </a:moveTo>
                  <a:cubicBezTo>
                    <a:pt x="32652" y="246122"/>
                    <a:pt x="30959" y="245403"/>
                    <a:pt x="29717" y="244145"/>
                  </a:cubicBezTo>
                  <a:cubicBezTo>
                    <a:pt x="28399" y="242900"/>
                    <a:pt x="27667" y="241164"/>
                    <a:pt x="27698" y="239360"/>
                  </a:cubicBezTo>
                  <a:lnTo>
                    <a:pt x="27698" y="130196"/>
                  </a:lnTo>
                  <a:lnTo>
                    <a:pt x="6841" y="130196"/>
                  </a:lnTo>
                  <a:cubicBezTo>
                    <a:pt x="5008" y="130303"/>
                    <a:pt x="3228" y="129563"/>
                    <a:pt x="2019" y="128193"/>
                  </a:cubicBezTo>
                  <a:cubicBezTo>
                    <a:pt x="751" y="126960"/>
                    <a:pt x="25" y="125280"/>
                    <a:pt x="0" y="123519"/>
                  </a:cubicBezTo>
                  <a:lnTo>
                    <a:pt x="0" y="41729"/>
                  </a:lnTo>
                  <a:cubicBezTo>
                    <a:pt x="-62" y="18744"/>
                    <a:pt x="18665" y="62"/>
                    <a:pt x="41827" y="0"/>
                  </a:cubicBezTo>
                  <a:lnTo>
                    <a:pt x="101260" y="0"/>
                  </a:lnTo>
                  <a:cubicBezTo>
                    <a:pt x="124459" y="0"/>
                    <a:pt x="143301" y="18597"/>
                    <a:pt x="143424" y="41618"/>
                  </a:cubicBezTo>
                  <a:lnTo>
                    <a:pt x="143424" y="123296"/>
                  </a:lnTo>
                  <a:cubicBezTo>
                    <a:pt x="143404" y="125091"/>
                    <a:pt x="142680" y="126808"/>
                    <a:pt x="141406" y="128081"/>
                  </a:cubicBezTo>
                  <a:cubicBezTo>
                    <a:pt x="140151" y="129389"/>
                    <a:pt x="138403" y="130115"/>
                    <a:pt x="136584" y="130084"/>
                  </a:cubicBezTo>
                  <a:lnTo>
                    <a:pt x="116175" y="130084"/>
                  </a:lnTo>
                  <a:lnTo>
                    <a:pt x="116175" y="239248"/>
                  </a:lnTo>
                  <a:cubicBezTo>
                    <a:pt x="116299" y="242872"/>
                    <a:pt x="113440" y="245910"/>
                    <a:pt x="109788" y="246033"/>
                  </a:cubicBezTo>
                  <a:cubicBezTo>
                    <a:pt x="109674" y="246037"/>
                    <a:pt x="109560" y="246038"/>
                    <a:pt x="109446" y="246036"/>
                  </a:cubicBezTo>
                  <a:lnTo>
                    <a:pt x="34314" y="246036"/>
                  </a:lnTo>
                  <a:close/>
                  <a:moveTo>
                    <a:pt x="34426" y="116620"/>
                  </a:moveTo>
                  <a:cubicBezTo>
                    <a:pt x="36230" y="116662"/>
                    <a:pt x="37952" y="117377"/>
                    <a:pt x="39248" y="118623"/>
                  </a:cubicBezTo>
                  <a:cubicBezTo>
                    <a:pt x="40492" y="119908"/>
                    <a:pt x="41177" y="121626"/>
                    <a:pt x="41155" y="123408"/>
                  </a:cubicBezTo>
                  <a:lnTo>
                    <a:pt x="41155" y="232572"/>
                  </a:lnTo>
                  <a:lnTo>
                    <a:pt x="103167" y="232572"/>
                  </a:lnTo>
                  <a:lnTo>
                    <a:pt x="103167" y="123296"/>
                  </a:lnTo>
                  <a:cubicBezTo>
                    <a:pt x="103168" y="121519"/>
                    <a:pt x="103849" y="119809"/>
                    <a:pt x="105073" y="118511"/>
                  </a:cubicBezTo>
                  <a:cubicBezTo>
                    <a:pt x="106398" y="117309"/>
                    <a:pt x="108102" y="116601"/>
                    <a:pt x="109895" y="116508"/>
                  </a:cubicBezTo>
                  <a:lnTo>
                    <a:pt x="130416" y="116508"/>
                  </a:lnTo>
                  <a:lnTo>
                    <a:pt x="130416" y="41396"/>
                  </a:lnTo>
                  <a:cubicBezTo>
                    <a:pt x="130344" y="33920"/>
                    <a:pt x="127325" y="26770"/>
                    <a:pt x="122006" y="21477"/>
                  </a:cubicBezTo>
                  <a:cubicBezTo>
                    <a:pt x="116662" y="16239"/>
                    <a:pt x="109444" y="13318"/>
                    <a:pt x="101933" y="13353"/>
                  </a:cubicBezTo>
                  <a:lnTo>
                    <a:pt x="41715" y="13353"/>
                  </a:lnTo>
                  <a:cubicBezTo>
                    <a:pt x="26047" y="13414"/>
                    <a:pt x="13395" y="26068"/>
                    <a:pt x="13456" y="41617"/>
                  </a:cubicBezTo>
                  <a:cubicBezTo>
                    <a:pt x="13456" y="41654"/>
                    <a:pt x="13456" y="41692"/>
                    <a:pt x="13457" y="41729"/>
                  </a:cubicBezTo>
                  <a:lnTo>
                    <a:pt x="13457" y="116731"/>
                  </a:ln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D0180AA1-4660-B048-84B8-245314EC9D6C}"/>
                </a:ext>
              </a:extLst>
            </p:cNvPr>
            <p:cNvSpPr/>
            <p:nvPr/>
          </p:nvSpPr>
          <p:spPr>
            <a:xfrm>
              <a:off x="7087279" y="2879182"/>
              <a:ext cx="13681" cy="112146"/>
            </a:xfrm>
            <a:custGeom>
              <a:avLst/>
              <a:gdLst>
                <a:gd name="connsiteX0" fmla="*/ 6897 w 13681"/>
                <a:gd name="connsiteY0" fmla="*/ 112035 h 112146"/>
                <a:gd name="connsiteX1" fmla="*/ 57 w 13681"/>
                <a:gd name="connsiteY1" fmla="*/ 105247 h 112146"/>
                <a:gd name="connsiteX2" fmla="*/ 57 w 13681"/>
                <a:gd name="connsiteY2" fmla="*/ 7656 h 112146"/>
                <a:gd name="connsiteX3" fmla="*/ 5967 w 13681"/>
                <a:gd name="connsiteY3" fmla="*/ 56 h 112146"/>
                <a:gd name="connsiteX4" fmla="*/ 13625 w 13681"/>
                <a:gd name="connsiteY4" fmla="*/ 5921 h 112146"/>
                <a:gd name="connsiteX5" fmla="*/ 13625 w 13681"/>
                <a:gd name="connsiteY5" fmla="*/ 7656 h 112146"/>
                <a:gd name="connsiteX6" fmla="*/ 13625 w 13681"/>
                <a:gd name="connsiteY6" fmla="*/ 105358 h 112146"/>
                <a:gd name="connsiteX7" fmla="*/ 6897 w 13681"/>
                <a:gd name="connsiteY7" fmla="*/ 112146 h 112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81" h="112146">
                  <a:moveTo>
                    <a:pt x="6897" y="112035"/>
                  </a:moveTo>
                  <a:cubicBezTo>
                    <a:pt x="3119" y="112035"/>
                    <a:pt x="57" y="108996"/>
                    <a:pt x="57" y="105247"/>
                  </a:cubicBezTo>
                  <a:lnTo>
                    <a:pt x="57" y="7656"/>
                  </a:lnTo>
                  <a:cubicBezTo>
                    <a:pt x="-426" y="3938"/>
                    <a:pt x="2220" y="535"/>
                    <a:pt x="5967" y="56"/>
                  </a:cubicBezTo>
                  <a:cubicBezTo>
                    <a:pt x="9714" y="-423"/>
                    <a:pt x="13143" y="2203"/>
                    <a:pt x="13625" y="5921"/>
                  </a:cubicBezTo>
                  <a:cubicBezTo>
                    <a:pt x="13700" y="6497"/>
                    <a:pt x="13700" y="7080"/>
                    <a:pt x="13625" y="7656"/>
                  </a:cubicBezTo>
                  <a:lnTo>
                    <a:pt x="13625" y="105358"/>
                  </a:lnTo>
                  <a:cubicBezTo>
                    <a:pt x="13626" y="109064"/>
                    <a:pt x="10631" y="112086"/>
                    <a:pt x="6897" y="11214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B3DED9A-16F5-B34B-9052-D508B20EB634}"/>
                </a:ext>
              </a:extLst>
            </p:cNvPr>
            <p:cNvSpPr/>
            <p:nvPr/>
          </p:nvSpPr>
          <p:spPr>
            <a:xfrm>
              <a:off x="7049377" y="2788045"/>
              <a:ext cx="13681" cy="87220"/>
            </a:xfrm>
            <a:custGeom>
              <a:avLst/>
              <a:gdLst>
                <a:gd name="connsiteX0" fmla="*/ 6897 w 13681"/>
                <a:gd name="connsiteY0" fmla="*/ 87220 h 87220"/>
                <a:gd name="connsiteX1" fmla="*/ 58 w 13681"/>
                <a:gd name="connsiteY1" fmla="*/ 80656 h 87220"/>
                <a:gd name="connsiteX2" fmla="*/ 57 w 13681"/>
                <a:gd name="connsiteY2" fmla="*/ 80543 h 87220"/>
                <a:gd name="connsiteX3" fmla="*/ 57 w 13681"/>
                <a:gd name="connsiteY3" fmla="*/ 7656 h 87220"/>
                <a:gd name="connsiteX4" fmla="*/ 5967 w 13681"/>
                <a:gd name="connsiteY4" fmla="*/ 56 h 87220"/>
                <a:gd name="connsiteX5" fmla="*/ 13625 w 13681"/>
                <a:gd name="connsiteY5" fmla="*/ 5921 h 87220"/>
                <a:gd name="connsiteX6" fmla="*/ 13625 w 13681"/>
                <a:gd name="connsiteY6" fmla="*/ 7656 h 87220"/>
                <a:gd name="connsiteX7" fmla="*/ 13625 w 13681"/>
                <a:gd name="connsiteY7" fmla="*/ 80543 h 87220"/>
                <a:gd name="connsiteX8" fmla="*/ 6897 w 13681"/>
                <a:gd name="connsiteY8" fmla="*/ 87220 h 8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81" h="87220">
                  <a:moveTo>
                    <a:pt x="6897" y="87220"/>
                  </a:moveTo>
                  <a:cubicBezTo>
                    <a:pt x="3182" y="87281"/>
                    <a:pt x="120" y="84342"/>
                    <a:pt x="58" y="80656"/>
                  </a:cubicBezTo>
                  <a:cubicBezTo>
                    <a:pt x="57" y="80618"/>
                    <a:pt x="57" y="80581"/>
                    <a:pt x="57" y="80543"/>
                  </a:cubicBezTo>
                  <a:lnTo>
                    <a:pt x="57" y="7656"/>
                  </a:lnTo>
                  <a:cubicBezTo>
                    <a:pt x="-426" y="3938"/>
                    <a:pt x="2220" y="535"/>
                    <a:pt x="5967" y="56"/>
                  </a:cubicBezTo>
                  <a:cubicBezTo>
                    <a:pt x="9714" y="-423"/>
                    <a:pt x="13143" y="2203"/>
                    <a:pt x="13625" y="5921"/>
                  </a:cubicBezTo>
                  <a:cubicBezTo>
                    <a:pt x="13700" y="6497"/>
                    <a:pt x="13700" y="7080"/>
                    <a:pt x="13625" y="7656"/>
                  </a:cubicBezTo>
                  <a:lnTo>
                    <a:pt x="13625" y="80543"/>
                  </a:lnTo>
                  <a:cubicBezTo>
                    <a:pt x="13625" y="84231"/>
                    <a:pt x="10613" y="87220"/>
                    <a:pt x="6897" y="87220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76992071-BBB7-3A4B-BA6F-017BC672BC1A}"/>
                </a:ext>
              </a:extLst>
            </p:cNvPr>
            <p:cNvSpPr/>
            <p:nvPr/>
          </p:nvSpPr>
          <p:spPr>
            <a:xfrm>
              <a:off x="7124677" y="2789557"/>
              <a:ext cx="13569" cy="85596"/>
            </a:xfrm>
            <a:custGeom>
              <a:avLst/>
              <a:gdLst>
                <a:gd name="connsiteX0" fmla="*/ 6729 w 13569"/>
                <a:gd name="connsiteY0" fmla="*/ 85597 h 85596"/>
                <a:gd name="connsiteX1" fmla="*/ 0 w 13569"/>
                <a:gd name="connsiteY1" fmla="*/ 78921 h 85596"/>
                <a:gd name="connsiteX2" fmla="*/ 1 w 13569"/>
                <a:gd name="connsiteY2" fmla="*/ 78809 h 85596"/>
                <a:gd name="connsiteX3" fmla="*/ 1 w 13569"/>
                <a:gd name="connsiteY3" fmla="*/ 5921 h 85596"/>
                <a:gd name="connsiteX4" fmla="*/ 7659 w 13569"/>
                <a:gd name="connsiteY4" fmla="*/ 56 h 85596"/>
                <a:gd name="connsiteX5" fmla="*/ 13570 w 13569"/>
                <a:gd name="connsiteY5" fmla="*/ 5921 h 85596"/>
                <a:gd name="connsiteX6" fmla="*/ 13570 w 13569"/>
                <a:gd name="connsiteY6" fmla="*/ 78809 h 85596"/>
                <a:gd name="connsiteX7" fmla="*/ 6729 w 13569"/>
                <a:gd name="connsiteY7" fmla="*/ 85597 h 8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69" h="85596">
                  <a:moveTo>
                    <a:pt x="6729" y="85597"/>
                  </a:moveTo>
                  <a:cubicBezTo>
                    <a:pt x="3013" y="85597"/>
                    <a:pt x="1" y="82608"/>
                    <a:pt x="0" y="78921"/>
                  </a:cubicBezTo>
                  <a:cubicBezTo>
                    <a:pt x="0" y="78883"/>
                    <a:pt x="0" y="78846"/>
                    <a:pt x="1" y="78809"/>
                  </a:cubicBezTo>
                  <a:lnTo>
                    <a:pt x="1" y="5921"/>
                  </a:lnTo>
                  <a:cubicBezTo>
                    <a:pt x="484" y="2203"/>
                    <a:pt x="3912" y="-423"/>
                    <a:pt x="7659" y="56"/>
                  </a:cubicBezTo>
                  <a:cubicBezTo>
                    <a:pt x="10744" y="451"/>
                    <a:pt x="13172" y="2860"/>
                    <a:pt x="13570" y="5921"/>
                  </a:cubicBezTo>
                  <a:lnTo>
                    <a:pt x="13570" y="78809"/>
                  </a:lnTo>
                  <a:cubicBezTo>
                    <a:pt x="13570" y="82558"/>
                    <a:pt x="10507" y="85597"/>
                    <a:pt x="6729" y="85597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B4BE79A-8ACB-A449-AD98-779FE1AFD751}"/>
                </a:ext>
              </a:extLst>
            </p:cNvPr>
            <p:cNvSpPr/>
            <p:nvPr/>
          </p:nvSpPr>
          <p:spPr>
            <a:xfrm>
              <a:off x="7123691" y="2842604"/>
              <a:ext cx="42904" cy="13577"/>
            </a:xfrm>
            <a:custGeom>
              <a:avLst/>
              <a:gdLst>
                <a:gd name="connsiteX0" fmla="*/ 7715 w 42904"/>
                <a:gd name="connsiteY0" fmla="*/ 13521 h 13577"/>
                <a:gd name="connsiteX1" fmla="*/ 57 w 42904"/>
                <a:gd name="connsiteY1" fmla="*/ 7656 h 13577"/>
                <a:gd name="connsiteX2" fmla="*/ 5967 w 42904"/>
                <a:gd name="connsiteY2" fmla="*/ 56 h 13577"/>
                <a:gd name="connsiteX3" fmla="*/ 7715 w 42904"/>
                <a:gd name="connsiteY3" fmla="*/ 56 h 13577"/>
                <a:gd name="connsiteX4" fmla="*/ 35189 w 42904"/>
                <a:gd name="connsiteY4" fmla="*/ 56 h 13577"/>
                <a:gd name="connsiteX5" fmla="*/ 42847 w 42904"/>
                <a:gd name="connsiteY5" fmla="*/ 5921 h 13577"/>
                <a:gd name="connsiteX6" fmla="*/ 36937 w 42904"/>
                <a:gd name="connsiteY6" fmla="*/ 13521 h 13577"/>
                <a:gd name="connsiteX7" fmla="*/ 35189 w 42904"/>
                <a:gd name="connsiteY7" fmla="*/ 13521 h 1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04" h="13577">
                  <a:moveTo>
                    <a:pt x="7715" y="13521"/>
                  </a:moveTo>
                  <a:cubicBezTo>
                    <a:pt x="3968" y="14000"/>
                    <a:pt x="540" y="11374"/>
                    <a:pt x="57" y="7656"/>
                  </a:cubicBezTo>
                  <a:cubicBezTo>
                    <a:pt x="-426" y="3938"/>
                    <a:pt x="2220" y="535"/>
                    <a:pt x="5967" y="56"/>
                  </a:cubicBezTo>
                  <a:cubicBezTo>
                    <a:pt x="6547" y="-18"/>
                    <a:pt x="7135" y="-18"/>
                    <a:pt x="7715" y="56"/>
                  </a:cubicBezTo>
                  <a:lnTo>
                    <a:pt x="35189" y="56"/>
                  </a:lnTo>
                  <a:cubicBezTo>
                    <a:pt x="38936" y="-423"/>
                    <a:pt x="42365" y="2203"/>
                    <a:pt x="42847" y="5921"/>
                  </a:cubicBezTo>
                  <a:cubicBezTo>
                    <a:pt x="43330" y="9640"/>
                    <a:pt x="40684" y="13042"/>
                    <a:pt x="36937" y="13521"/>
                  </a:cubicBezTo>
                  <a:cubicBezTo>
                    <a:pt x="36357" y="13595"/>
                    <a:pt x="35769" y="13595"/>
                    <a:pt x="35189" y="1352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BEB8D41-8225-2841-884B-EB4BB17BAFD9}"/>
                </a:ext>
              </a:extLst>
            </p:cNvPr>
            <p:cNvSpPr/>
            <p:nvPr/>
          </p:nvSpPr>
          <p:spPr>
            <a:xfrm>
              <a:off x="7022945" y="2842827"/>
              <a:ext cx="41043" cy="13576"/>
            </a:xfrm>
            <a:custGeom>
              <a:avLst/>
              <a:gdLst>
                <a:gd name="connsiteX0" fmla="*/ 5967 w 41043"/>
                <a:gd name="connsiteY0" fmla="*/ 13521 h 13576"/>
                <a:gd name="connsiteX1" fmla="*/ 57 w 41043"/>
                <a:gd name="connsiteY1" fmla="*/ 5921 h 13576"/>
                <a:gd name="connsiteX2" fmla="*/ 5967 w 41043"/>
                <a:gd name="connsiteY2" fmla="*/ 56 h 13576"/>
                <a:gd name="connsiteX3" fmla="*/ 33329 w 41043"/>
                <a:gd name="connsiteY3" fmla="*/ 56 h 13576"/>
                <a:gd name="connsiteX4" fmla="*/ 40987 w 41043"/>
                <a:gd name="connsiteY4" fmla="*/ 5921 h 13576"/>
                <a:gd name="connsiteX5" fmla="*/ 35077 w 41043"/>
                <a:gd name="connsiteY5" fmla="*/ 13521 h 13576"/>
                <a:gd name="connsiteX6" fmla="*/ 33329 w 41043"/>
                <a:gd name="connsiteY6" fmla="*/ 13521 h 13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043" h="13576">
                  <a:moveTo>
                    <a:pt x="5967" y="13521"/>
                  </a:moveTo>
                  <a:cubicBezTo>
                    <a:pt x="2220" y="13042"/>
                    <a:pt x="-426" y="9640"/>
                    <a:pt x="57" y="5921"/>
                  </a:cubicBezTo>
                  <a:cubicBezTo>
                    <a:pt x="454" y="2860"/>
                    <a:pt x="2882" y="451"/>
                    <a:pt x="5967" y="56"/>
                  </a:cubicBezTo>
                  <a:lnTo>
                    <a:pt x="33329" y="56"/>
                  </a:lnTo>
                  <a:cubicBezTo>
                    <a:pt x="37076" y="-423"/>
                    <a:pt x="40504" y="2203"/>
                    <a:pt x="40987" y="5921"/>
                  </a:cubicBezTo>
                  <a:cubicBezTo>
                    <a:pt x="41470" y="9640"/>
                    <a:pt x="38824" y="13042"/>
                    <a:pt x="35077" y="13521"/>
                  </a:cubicBezTo>
                  <a:cubicBezTo>
                    <a:pt x="34496" y="13595"/>
                    <a:pt x="33909" y="13595"/>
                    <a:pt x="33329" y="1352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3423AF3-F684-304A-81FD-FA134264F641}"/>
                </a:ext>
              </a:extLst>
            </p:cNvPr>
            <p:cNvSpPr/>
            <p:nvPr/>
          </p:nvSpPr>
          <p:spPr>
            <a:xfrm>
              <a:off x="7062890" y="2671403"/>
              <a:ext cx="64594" cy="69660"/>
            </a:xfrm>
            <a:custGeom>
              <a:avLst/>
              <a:gdLst>
                <a:gd name="connsiteX0" fmla="*/ 31399 w 64594"/>
                <a:gd name="connsiteY0" fmla="*/ 69660 h 69660"/>
                <a:gd name="connsiteX1" fmla="*/ 6280 w 64594"/>
                <a:gd name="connsiteY1" fmla="*/ 51744 h 69660"/>
                <a:gd name="connsiteX2" fmla="*/ 0 w 64594"/>
                <a:gd name="connsiteY2" fmla="*/ 25705 h 69660"/>
                <a:gd name="connsiteX3" fmla="*/ 0 w 64594"/>
                <a:gd name="connsiteY3" fmla="*/ 17693 h 69660"/>
                <a:gd name="connsiteX4" fmla="*/ 1009 w 64594"/>
                <a:gd name="connsiteY4" fmla="*/ 14132 h 69660"/>
                <a:gd name="connsiteX5" fmla="*/ 31959 w 64594"/>
                <a:gd name="connsiteY5" fmla="*/ 0 h 69660"/>
                <a:gd name="connsiteX6" fmla="*/ 53377 w 64594"/>
                <a:gd name="connsiteY6" fmla="*/ 5453 h 69660"/>
                <a:gd name="connsiteX7" fmla="*/ 64591 w 64594"/>
                <a:gd name="connsiteY7" fmla="*/ 18250 h 69660"/>
                <a:gd name="connsiteX8" fmla="*/ 64591 w 64594"/>
                <a:gd name="connsiteY8" fmla="*/ 25594 h 69660"/>
                <a:gd name="connsiteX9" fmla="*/ 58424 w 64594"/>
                <a:gd name="connsiteY9" fmla="*/ 51522 h 69660"/>
                <a:gd name="connsiteX10" fmla="*/ 32071 w 64594"/>
                <a:gd name="connsiteY10" fmla="*/ 69660 h 69660"/>
                <a:gd name="connsiteX11" fmla="*/ 13457 w 64594"/>
                <a:gd name="connsiteY11" fmla="*/ 20253 h 69660"/>
                <a:gd name="connsiteX12" fmla="*/ 13457 w 64594"/>
                <a:gd name="connsiteY12" fmla="*/ 25705 h 69660"/>
                <a:gd name="connsiteX13" fmla="*/ 18054 w 64594"/>
                <a:gd name="connsiteY13" fmla="*/ 45402 h 69660"/>
                <a:gd name="connsiteX14" fmla="*/ 31959 w 64594"/>
                <a:gd name="connsiteY14" fmla="*/ 56529 h 69660"/>
                <a:gd name="connsiteX15" fmla="*/ 46201 w 64594"/>
                <a:gd name="connsiteY15" fmla="*/ 45402 h 69660"/>
                <a:gd name="connsiteX16" fmla="*/ 51135 w 64594"/>
                <a:gd name="connsiteY16" fmla="*/ 25594 h 69660"/>
                <a:gd name="connsiteX17" fmla="*/ 51135 w 64594"/>
                <a:gd name="connsiteY17" fmla="*/ 19919 h 69660"/>
                <a:gd name="connsiteX18" fmla="*/ 32296 w 64594"/>
                <a:gd name="connsiteY18" fmla="*/ 13465 h 69660"/>
                <a:gd name="connsiteX19" fmla="*/ 13457 w 64594"/>
                <a:gd name="connsiteY19" fmla="*/ 20253 h 6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594" h="69660">
                  <a:moveTo>
                    <a:pt x="31399" y="69660"/>
                  </a:moveTo>
                  <a:cubicBezTo>
                    <a:pt x="20232" y="69031"/>
                    <a:pt x="10440" y="62047"/>
                    <a:pt x="6280" y="51744"/>
                  </a:cubicBezTo>
                  <a:cubicBezTo>
                    <a:pt x="2156" y="43674"/>
                    <a:pt x="5" y="34754"/>
                    <a:pt x="0" y="25705"/>
                  </a:cubicBezTo>
                  <a:lnTo>
                    <a:pt x="0" y="17693"/>
                  </a:lnTo>
                  <a:cubicBezTo>
                    <a:pt x="4" y="16437"/>
                    <a:pt x="352" y="15206"/>
                    <a:pt x="1009" y="14132"/>
                  </a:cubicBezTo>
                  <a:cubicBezTo>
                    <a:pt x="8775" y="5194"/>
                    <a:pt x="20066" y="38"/>
                    <a:pt x="31959" y="0"/>
                  </a:cubicBezTo>
                  <a:cubicBezTo>
                    <a:pt x="39438" y="70"/>
                    <a:pt x="46788" y="1942"/>
                    <a:pt x="53377" y="5453"/>
                  </a:cubicBezTo>
                  <a:cubicBezTo>
                    <a:pt x="58424" y="8123"/>
                    <a:pt x="64591" y="12574"/>
                    <a:pt x="64591" y="18250"/>
                  </a:cubicBezTo>
                  <a:lnTo>
                    <a:pt x="64591" y="25594"/>
                  </a:lnTo>
                  <a:cubicBezTo>
                    <a:pt x="64682" y="34605"/>
                    <a:pt x="62565" y="43502"/>
                    <a:pt x="58424" y="51522"/>
                  </a:cubicBezTo>
                  <a:cubicBezTo>
                    <a:pt x="54309" y="62428"/>
                    <a:pt x="43807" y="69657"/>
                    <a:pt x="32071" y="69660"/>
                  </a:cubicBezTo>
                  <a:close/>
                  <a:moveTo>
                    <a:pt x="13457" y="20253"/>
                  </a:moveTo>
                  <a:lnTo>
                    <a:pt x="13457" y="25705"/>
                  </a:lnTo>
                  <a:cubicBezTo>
                    <a:pt x="13357" y="32544"/>
                    <a:pt x="14935" y="39303"/>
                    <a:pt x="18054" y="45402"/>
                  </a:cubicBezTo>
                  <a:cubicBezTo>
                    <a:pt x="21979" y="52635"/>
                    <a:pt x="26577" y="56529"/>
                    <a:pt x="31959" y="56529"/>
                  </a:cubicBezTo>
                  <a:cubicBezTo>
                    <a:pt x="37342" y="56529"/>
                    <a:pt x="42276" y="53080"/>
                    <a:pt x="46201" y="45402"/>
                  </a:cubicBezTo>
                  <a:cubicBezTo>
                    <a:pt x="49454" y="39299"/>
                    <a:pt x="51149" y="32498"/>
                    <a:pt x="51135" y="25594"/>
                  </a:cubicBezTo>
                  <a:lnTo>
                    <a:pt x="51135" y="19919"/>
                  </a:lnTo>
                  <a:cubicBezTo>
                    <a:pt x="45765" y="15727"/>
                    <a:pt x="39128" y="13453"/>
                    <a:pt x="32296" y="13465"/>
                  </a:cubicBezTo>
                  <a:cubicBezTo>
                    <a:pt x="25439" y="13632"/>
                    <a:pt x="18824" y="16016"/>
                    <a:pt x="13457" y="20253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E2E2BF0A-9C26-6042-B96C-8306B5B3B1F6}"/>
                </a:ext>
              </a:extLst>
            </p:cNvPr>
            <p:cNvSpPr/>
            <p:nvPr/>
          </p:nvSpPr>
          <p:spPr>
            <a:xfrm>
              <a:off x="7191647" y="2898968"/>
              <a:ext cx="60979" cy="60535"/>
            </a:xfrm>
            <a:custGeom>
              <a:avLst/>
              <a:gdLst>
                <a:gd name="connsiteX0" fmla="*/ 30478 w 60979"/>
                <a:gd name="connsiteY0" fmla="*/ 60535 h 60535"/>
                <a:gd name="connsiteX1" fmla="*/ 0 w 60979"/>
                <a:gd name="connsiteY1" fmla="*/ 30244 h 60535"/>
                <a:gd name="connsiteX2" fmla="*/ 4910 w 60979"/>
                <a:gd name="connsiteY2" fmla="*/ 13799 h 60535"/>
                <a:gd name="connsiteX3" fmla="*/ 14112 w 60979"/>
                <a:gd name="connsiteY3" fmla="*/ 11395 h 60535"/>
                <a:gd name="connsiteX4" fmla="*/ 16534 w 60979"/>
                <a:gd name="connsiteY4" fmla="*/ 20527 h 60535"/>
                <a:gd name="connsiteX5" fmla="*/ 16124 w 60979"/>
                <a:gd name="connsiteY5" fmla="*/ 21143 h 60535"/>
                <a:gd name="connsiteX6" fmla="*/ 13433 w 60979"/>
                <a:gd name="connsiteY6" fmla="*/ 30268 h 60535"/>
                <a:gd name="connsiteX7" fmla="*/ 30366 w 60979"/>
                <a:gd name="connsiteY7" fmla="*/ 47071 h 60535"/>
                <a:gd name="connsiteX8" fmla="*/ 42364 w 60979"/>
                <a:gd name="connsiteY8" fmla="*/ 42063 h 60535"/>
                <a:gd name="connsiteX9" fmla="*/ 47298 w 60979"/>
                <a:gd name="connsiteY9" fmla="*/ 30156 h 60535"/>
                <a:gd name="connsiteX10" fmla="*/ 42364 w 60979"/>
                <a:gd name="connsiteY10" fmla="*/ 18361 h 60535"/>
                <a:gd name="connsiteX11" fmla="*/ 30478 w 60979"/>
                <a:gd name="connsiteY11" fmla="*/ 13465 h 60535"/>
                <a:gd name="connsiteX12" fmla="*/ 26104 w 60979"/>
                <a:gd name="connsiteY12" fmla="*/ 14021 h 60535"/>
                <a:gd name="connsiteX13" fmla="*/ 17492 w 60979"/>
                <a:gd name="connsiteY13" fmla="*/ 9649 h 60535"/>
                <a:gd name="connsiteX14" fmla="*/ 21899 w 60979"/>
                <a:gd name="connsiteY14" fmla="*/ 1103 h 60535"/>
                <a:gd name="connsiteX15" fmla="*/ 22740 w 60979"/>
                <a:gd name="connsiteY15" fmla="*/ 890 h 60535"/>
                <a:gd name="connsiteX16" fmla="*/ 30366 w 60979"/>
                <a:gd name="connsiteY16" fmla="*/ 0 h 60535"/>
                <a:gd name="connsiteX17" fmla="*/ 60979 w 60979"/>
                <a:gd name="connsiteY17" fmla="*/ 30156 h 60535"/>
                <a:gd name="connsiteX18" fmla="*/ 30478 w 60979"/>
                <a:gd name="connsiteY18" fmla="*/ 60535 h 6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979" h="60535">
                  <a:moveTo>
                    <a:pt x="30478" y="60535"/>
                  </a:moveTo>
                  <a:cubicBezTo>
                    <a:pt x="13632" y="60522"/>
                    <a:pt x="-13" y="46961"/>
                    <a:pt x="0" y="30244"/>
                  </a:cubicBezTo>
                  <a:cubicBezTo>
                    <a:pt x="5" y="24407"/>
                    <a:pt x="1710" y="18696"/>
                    <a:pt x="4910" y="13799"/>
                  </a:cubicBezTo>
                  <a:cubicBezTo>
                    <a:pt x="6783" y="10613"/>
                    <a:pt x="10903" y="9537"/>
                    <a:pt x="14112" y="11395"/>
                  </a:cubicBezTo>
                  <a:cubicBezTo>
                    <a:pt x="17322" y="13253"/>
                    <a:pt x="18406" y="17342"/>
                    <a:pt x="16534" y="20527"/>
                  </a:cubicBezTo>
                  <a:cubicBezTo>
                    <a:pt x="16409" y="20740"/>
                    <a:pt x="16272" y="20945"/>
                    <a:pt x="16124" y="21143"/>
                  </a:cubicBezTo>
                  <a:cubicBezTo>
                    <a:pt x="14394" y="23879"/>
                    <a:pt x="13463" y="27038"/>
                    <a:pt x="13433" y="30268"/>
                  </a:cubicBezTo>
                  <a:cubicBezTo>
                    <a:pt x="13494" y="39523"/>
                    <a:pt x="21039" y="47010"/>
                    <a:pt x="30366" y="47071"/>
                  </a:cubicBezTo>
                  <a:cubicBezTo>
                    <a:pt x="34888" y="47106"/>
                    <a:pt x="39226" y="45295"/>
                    <a:pt x="42364" y="42063"/>
                  </a:cubicBezTo>
                  <a:cubicBezTo>
                    <a:pt x="45626" y="38961"/>
                    <a:pt x="47417" y="34638"/>
                    <a:pt x="47298" y="30156"/>
                  </a:cubicBezTo>
                  <a:cubicBezTo>
                    <a:pt x="47295" y="25731"/>
                    <a:pt x="45520" y="21488"/>
                    <a:pt x="42364" y="18361"/>
                  </a:cubicBezTo>
                  <a:cubicBezTo>
                    <a:pt x="39234" y="15198"/>
                    <a:pt x="34945" y="13431"/>
                    <a:pt x="30478" y="13465"/>
                  </a:cubicBezTo>
                  <a:cubicBezTo>
                    <a:pt x="29000" y="13431"/>
                    <a:pt x="27526" y="13618"/>
                    <a:pt x="26104" y="14021"/>
                  </a:cubicBezTo>
                  <a:cubicBezTo>
                    <a:pt x="22510" y="15174"/>
                    <a:pt x="18654" y="13216"/>
                    <a:pt x="17492" y="9649"/>
                  </a:cubicBezTo>
                  <a:cubicBezTo>
                    <a:pt x="16331" y="6081"/>
                    <a:pt x="18304" y="2255"/>
                    <a:pt x="21899" y="1103"/>
                  </a:cubicBezTo>
                  <a:cubicBezTo>
                    <a:pt x="22174" y="1014"/>
                    <a:pt x="22456" y="943"/>
                    <a:pt x="22740" y="890"/>
                  </a:cubicBezTo>
                  <a:cubicBezTo>
                    <a:pt x="25241" y="313"/>
                    <a:pt x="27798" y="15"/>
                    <a:pt x="30366" y="0"/>
                  </a:cubicBezTo>
                  <a:cubicBezTo>
                    <a:pt x="47186" y="0"/>
                    <a:pt x="60856" y="13466"/>
                    <a:pt x="60979" y="30156"/>
                  </a:cubicBezTo>
                  <a:cubicBezTo>
                    <a:pt x="60979" y="46891"/>
                    <a:pt x="47341" y="60474"/>
                    <a:pt x="30478" y="6053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FCB0BCD9-C8E9-0744-83A5-1F753C35D72E}"/>
                </a:ext>
              </a:extLst>
            </p:cNvPr>
            <p:cNvSpPr/>
            <p:nvPr/>
          </p:nvSpPr>
          <p:spPr>
            <a:xfrm>
              <a:off x="7227620" y="2812838"/>
              <a:ext cx="73562" cy="72998"/>
            </a:xfrm>
            <a:custGeom>
              <a:avLst/>
              <a:gdLst>
                <a:gd name="connsiteX0" fmla="*/ 36781 w 73562"/>
                <a:gd name="connsiteY0" fmla="*/ 72665 h 72998"/>
                <a:gd name="connsiteX1" fmla="*/ 22540 w 73562"/>
                <a:gd name="connsiteY1" fmla="*/ 69994 h 72998"/>
                <a:gd name="connsiteX2" fmla="*/ 18793 w 73562"/>
                <a:gd name="connsiteY2" fmla="*/ 61314 h 72998"/>
                <a:gd name="connsiteX3" fmla="*/ 18839 w 73562"/>
                <a:gd name="connsiteY3" fmla="*/ 61203 h 72998"/>
                <a:gd name="connsiteX4" fmla="*/ 27770 w 73562"/>
                <a:gd name="connsiteY4" fmla="*/ 57514 h 72998"/>
                <a:gd name="connsiteX5" fmla="*/ 27810 w 73562"/>
                <a:gd name="connsiteY5" fmla="*/ 57531 h 72998"/>
                <a:gd name="connsiteX6" fmla="*/ 36781 w 73562"/>
                <a:gd name="connsiteY6" fmla="*/ 59311 h 72998"/>
                <a:gd name="connsiteX7" fmla="*/ 60023 w 73562"/>
                <a:gd name="connsiteY7" fmla="*/ 36306 h 72998"/>
                <a:gd name="connsiteX8" fmla="*/ 53153 w 73562"/>
                <a:gd name="connsiteY8" fmla="*/ 19919 h 72998"/>
                <a:gd name="connsiteX9" fmla="*/ 36669 w 73562"/>
                <a:gd name="connsiteY9" fmla="*/ 13242 h 72998"/>
                <a:gd name="connsiteX10" fmla="*/ 13564 w 73562"/>
                <a:gd name="connsiteY10" fmla="*/ 36161 h 72998"/>
                <a:gd name="connsiteX11" fmla="*/ 13569 w 73562"/>
                <a:gd name="connsiteY11" fmla="*/ 36610 h 72998"/>
                <a:gd name="connsiteX12" fmla="*/ 15027 w 73562"/>
                <a:gd name="connsiteY12" fmla="*/ 44734 h 72998"/>
                <a:gd name="connsiteX13" fmla="*/ 10187 w 73562"/>
                <a:gd name="connsiteY13" fmla="*/ 53045 h 72998"/>
                <a:gd name="connsiteX14" fmla="*/ 2355 w 73562"/>
                <a:gd name="connsiteY14" fmla="*/ 49630 h 72998"/>
                <a:gd name="connsiteX15" fmla="*/ 0 w 73562"/>
                <a:gd name="connsiteY15" fmla="*/ 36610 h 72998"/>
                <a:gd name="connsiteX16" fmla="*/ 36669 w 73562"/>
                <a:gd name="connsiteY16" fmla="*/ 0 h 72998"/>
                <a:gd name="connsiteX17" fmla="*/ 73562 w 73562"/>
                <a:gd name="connsiteY17" fmla="*/ 36388 h 72998"/>
                <a:gd name="connsiteX18" fmla="*/ 36893 w 73562"/>
                <a:gd name="connsiteY18" fmla="*/ 72998 h 7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562" h="72998">
                  <a:moveTo>
                    <a:pt x="36781" y="72665"/>
                  </a:moveTo>
                  <a:cubicBezTo>
                    <a:pt x="31901" y="72736"/>
                    <a:pt x="27057" y="71827"/>
                    <a:pt x="22540" y="69994"/>
                  </a:cubicBezTo>
                  <a:cubicBezTo>
                    <a:pt x="19090" y="68624"/>
                    <a:pt x="17413" y="64738"/>
                    <a:pt x="18793" y="61314"/>
                  </a:cubicBezTo>
                  <a:cubicBezTo>
                    <a:pt x="18808" y="61277"/>
                    <a:pt x="18824" y="61240"/>
                    <a:pt x="18839" y="61203"/>
                  </a:cubicBezTo>
                  <a:cubicBezTo>
                    <a:pt x="20279" y="57737"/>
                    <a:pt x="24278" y="56085"/>
                    <a:pt x="27770" y="57514"/>
                  </a:cubicBezTo>
                  <a:cubicBezTo>
                    <a:pt x="27784" y="57520"/>
                    <a:pt x="27797" y="57525"/>
                    <a:pt x="27810" y="57531"/>
                  </a:cubicBezTo>
                  <a:cubicBezTo>
                    <a:pt x="30646" y="58730"/>
                    <a:pt x="33699" y="59336"/>
                    <a:pt x="36781" y="59311"/>
                  </a:cubicBezTo>
                  <a:cubicBezTo>
                    <a:pt x="49601" y="59327"/>
                    <a:pt x="60007" y="49027"/>
                    <a:pt x="60023" y="36306"/>
                  </a:cubicBezTo>
                  <a:cubicBezTo>
                    <a:pt x="60031" y="30152"/>
                    <a:pt x="57557" y="24251"/>
                    <a:pt x="53153" y="19919"/>
                  </a:cubicBezTo>
                  <a:cubicBezTo>
                    <a:pt x="48822" y="15531"/>
                    <a:pt x="42857" y="13115"/>
                    <a:pt x="36669" y="13242"/>
                  </a:cubicBezTo>
                  <a:cubicBezTo>
                    <a:pt x="23911" y="13240"/>
                    <a:pt x="13567" y="23501"/>
                    <a:pt x="13564" y="36161"/>
                  </a:cubicBezTo>
                  <a:cubicBezTo>
                    <a:pt x="13564" y="36311"/>
                    <a:pt x="13566" y="36461"/>
                    <a:pt x="13569" y="36610"/>
                  </a:cubicBezTo>
                  <a:cubicBezTo>
                    <a:pt x="13540" y="39385"/>
                    <a:pt x="14035" y="42140"/>
                    <a:pt x="15027" y="44734"/>
                  </a:cubicBezTo>
                  <a:cubicBezTo>
                    <a:pt x="16003" y="48355"/>
                    <a:pt x="13836" y="52077"/>
                    <a:pt x="10187" y="53045"/>
                  </a:cubicBezTo>
                  <a:cubicBezTo>
                    <a:pt x="7092" y="53867"/>
                    <a:pt x="3838" y="52448"/>
                    <a:pt x="2355" y="49630"/>
                  </a:cubicBezTo>
                  <a:cubicBezTo>
                    <a:pt x="797" y="45463"/>
                    <a:pt x="-1" y="41055"/>
                    <a:pt x="0" y="36610"/>
                  </a:cubicBezTo>
                  <a:cubicBezTo>
                    <a:pt x="-62" y="16452"/>
                    <a:pt x="16356" y="62"/>
                    <a:pt x="36669" y="0"/>
                  </a:cubicBezTo>
                  <a:cubicBezTo>
                    <a:pt x="56983" y="-61"/>
                    <a:pt x="73500" y="16230"/>
                    <a:pt x="73562" y="36388"/>
                  </a:cubicBezTo>
                  <a:cubicBezTo>
                    <a:pt x="73624" y="56546"/>
                    <a:pt x="57207" y="72937"/>
                    <a:pt x="36893" y="7299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58F481CE-3546-0943-AE1D-CE4A20C17E04}"/>
                </a:ext>
              </a:extLst>
            </p:cNvPr>
            <p:cNvSpPr/>
            <p:nvPr/>
          </p:nvSpPr>
          <p:spPr>
            <a:xfrm>
              <a:off x="7176148" y="2751523"/>
              <a:ext cx="53821" cy="53414"/>
            </a:xfrm>
            <a:custGeom>
              <a:avLst/>
              <a:gdLst>
                <a:gd name="connsiteX0" fmla="*/ 26913 w 53821"/>
                <a:gd name="connsiteY0" fmla="*/ 53414 h 53414"/>
                <a:gd name="connsiteX1" fmla="*/ 7962 w 53821"/>
                <a:gd name="connsiteY1" fmla="*/ 45625 h 53414"/>
                <a:gd name="connsiteX2" fmla="*/ 0 w 53821"/>
                <a:gd name="connsiteY2" fmla="*/ 26819 h 53414"/>
                <a:gd name="connsiteX3" fmla="*/ 7850 w 53821"/>
                <a:gd name="connsiteY3" fmla="*/ 7901 h 53414"/>
                <a:gd name="connsiteX4" fmla="*/ 26914 w 53821"/>
                <a:gd name="connsiteY4" fmla="*/ 1 h 53414"/>
                <a:gd name="connsiteX5" fmla="*/ 45977 w 53821"/>
                <a:gd name="connsiteY5" fmla="*/ 7790 h 53414"/>
                <a:gd name="connsiteX6" fmla="*/ 52032 w 53821"/>
                <a:gd name="connsiteY6" fmla="*/ 36277 h 53414"/>
                <a:gd name="connsiteX7" fmla="*/ 43117 w 53821"/>
                <a:gd name="connsiteY7" fmla="*/ 40005 h 53414"/>
                <a:gd name="connsiteX8" fmla="*/ 39361 w 53821"/>
                <a:gd name="connsiteY8" fmla="*/ 31159 h 53414"/>
                <a:gd name="connsiteX9" fmla="*/ 40258 w 53821"/>
                <a:gd name="connsiteY9" fmla="*/ 26374 h 53414"/>
                <a:gd name="connsiteX10" fmla="*/ 26914 w 53821"/>
                <a:gd name="connsiteY10" fmla="*/ 13132 h 53414"/>
                <a:gd name="connsiteX11" fmla="*/ 13926 w 53821"/>
                <a:gd name="connsiteY11" fmla="*/ 26718 h 53414"/>
                <a:gd name="connsiteX12" fmla="*/ 17494 w 53821"/>
                <a:gd name="connsiteY12" fmla="*/ 35387 h 53414"/>
                <a:gd name="connsiteX13" fmla="*/ 26914 w 53821"/>
                <a:gd name="connsiteY13" fmla="*/ 39282 h 53414"/>
                <a:gd name="connsiteX14" fmla="*/ 32072 w 53821"/>
                <a:gd name="connsiteY14" fmla="*/ 38280 h 53414"/>
                <a:gd name="connsiteX15" fmla="*/ 41043 w 53821"/>
                <a:gd name="connsiteY15" fmla="*/ 41841 h 53414"/>
                <a:gd name="connsiteX16" fmla="*/ 37510 w 53821"/>
                <a:gd name="connsiteY16" fmla="*/ 50609 h 53414"/>
                <a:gd name="connsiteX17" fmla="*/ 37454 w 53821"/>
                <a:gd name="connsiteY17" fmla="*/ 50632 h 53414"/>
                <a:gd name="connsiteX18" fmla="*/ 27586 w 53821"/>
                <a:gd name="connsiteY18" fmla="*/ 53414 h 5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3821" h="53414">
                  <a:moveTo>
                    <a:pt x="26913" y="53414"/>
                  </a:moveTo>
                  <a:cubicBezTo>
                    <a:pt x="19803" y="53427"/>
                    <a:pt x="12981" y="50623"/>
                    <a:pt x="7962" y="45625"/>
                  </a:cubicBezTo>
                  <a:cubicBezTo>
                    <a:pt x="2841" y="40691"/>
                    <a:pt x="-33" y="33901"/>
                    <a:pt x="0" y="26819"/>
                  </a:cubicBezTo>
                  <a:cubicBezTo>
                    <a:pt x="-42" y="19724"/>
                    <a:pt x="2786" y="12909"/>
                    <a:pt x="7850" y="7901"/>
                  </a:cubicBezTo>
                  <a:cubicBezTo>
                    <a:pt x="12856" y="2803"/>
                    <a:pt x="19740" y="-50"/>
                    <a:pt x="26914" y="1"/>
                  </a:cubicBezTo>
                  <a:cubicBezTo>
                    <a:pt x="34053" y="8"/>
                    <a:pt x="40902" y="2806"/>
                    <a:pt x="45977" y="7790"/>
                  </a:cubicBezTo>
                  <a:cubicBezTo>
                    <a:pt x="53466" y="15277"/>
                    <a:pt x="55836" y="26426"/>
                    <a:pt x="52032" y="36277"/>
                  </a:cubicBezTo>
                  <a:cubicBezTo>
                    <a:pt x="50608" y="39750"/>
                    <a:pt x="46617" y="41419"/>
                    <a:pt x="43117" y="40005"/>
                  </a:cubicBezTo>
                  <a:cubicBezTo>
                    <a:pt x="39618" y="38592"/>
                    <a:pt x="37936" y="34631"/>
                    <a:pt x="39361" y="31159"/>
                  </a:cubicBezTo>
                  <a:cubicBezTo>
                    <a:pt x="39992" y="29643"/>
                    <a:pt x="40297" y="28013"/>
                    <a:pt x="40258" y="26374"/>
                  </a:cubicBezTo>
                  <a:cubicBezTo>
                    <a:pt x="40197" y="19085"/>
                    <a:pt x="34258" y="13192"/>
                    <a:pt x="26914" y="13132"/>
                  </a:cubicBezTo>
                  <a:cubicBezTo>
                    <a:pt x="19546" y="13324"/>
                    <a:pt x="13731" y="19408"/>
                    <a:pt x="13926" y="26718"/>
                  </a:cubicBezTo>
                  <a:cubicBezTo>
                    <a:pt x="14012" y="29943"/>
                    <a:pt x="15280" y="33025"/>
                    <a:pt x="17494" y="35387"/>
                  </a:cubicBezTo>
                  <a:cubicBezTo>
                    <a:pt x="19968" y="37904"/>
                    <a:pt x="23370" y="39311"/>
                    <a:pt x="26914" y="39282"/>
                  </a:cubicBezTo>
                  <a:cubicBezTo>
                    <a:pt x="28684" y="39306"/>
                    <a:pt x="30441" y="38965"/>
                    <a:pt x="32072" y="38280"/>
                  </a:cubicBezTo>
                  <a:cubicBezTo>
                    <a:pt x="35540" y="36810"/>
                    <a:pt x="39553" y="38403"/>
                    <a:pt x="41043" y="41841"/>
                  </a:cubicBezTo>
                  <a:cubicBezTo>
                    <a:pt x="42507" y="45230"/>
                    <a:pt x="40926" y="49156"/>
                    <a:pt x="37510" y="50609"/>
                  </a:cubicBezTo>
                  <a:cubicBezTo>
                    <a:pt x="37492" y="50617"/>
                    <a:pt x="37473" y="50625"/>
                    <a:pt x="37454" y="50632"/>
                  </a:cubicBezTo>
                  <a:cubicBezTo>
                    <a:pt x="34385" y="52203"/>
                    <a:pt x="31030" y="53149"/>
                    <a:pt x="27586" y="53414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26387EEA-B95A-134A-A93A-F4517D77C2FE}"/>
                </a:ext>
              </a:extLst>
            </p:cNvPr>
            <p:cNvSpPr/>
            <p:nvPr/>
          </p:nvSpPr>
          <p:spPr>
            <a:xfrm>
              <a:off x="7215458" y="2677134"/>
              <a:ext cx="59781" cy="59144"/>
            </a:xfrm>
            <a:custGeom>
              <a:avLst/>
              <a:gdLst>
                <a:gd name="connsiteX0" fmla="*/ 29880 w 59781"/>
                <a:gd name="connsiteY0" fmla="*/ 58254 h 59144"/>
                <a:gd name="connsiteX1" fmla="*/ 0 w 59781"/>
                <a:gd name="connsiteY1" fmla="*/ 28705 h 59144"/>
                <a:gd name="connsiteX2" fmla="*/ 11377 w 59781"/>
                <a:gd name="connsiteY2" fmla="*/ 5397 h 59144"/>
                <a:gd name="connsiteX3" fmla="*/ 21189 w 59781"/>
                <a:gd name="connsiteY3" fmla="*/ 6788 h 59144"/>
                <a:gd name="connsiteX4" fmla="*/ 19787 w 59781"/>
                <a:gd name="connsiteY4" fmla="*/ 16525 h 59144"/>
                <a:gd name="connsiteX5" fmla="*/ 13620 w 59781"/>
                <a:gd name="connsiteY5" fmla="*/ 29211 h 59144"/>
                <a:gd name="connsiteX6" fmla="*/ 29880 w 59781"/>
                <a:gd name="connsiteY6" fmla="*/ 45235 h 59144"/>
                <a:gd name="connsiteX7" fmla="*/ 41093 w 59781"/>
                <a:gd name="connsiteY7" fmla="*/ 40450 h 59144"/>
                <a:gd name="connsiteX8" fmla="*/ 45803 w 59781"/>
                <a:gd name="connsiteY8" fmla="*/ 29322 h 59144"/>
                <a:gd name="connsiteX9" fmla="*/ 41093 w 59781"/>
                <a:gd name="connsiteY9" fmla="*/ 18194 h 59144"/>
                <a:gd name="connsiteX10" fmla="*/ 29880 w 59781"/>
                <a:gd name="connsiteY10" fmla="*/ 13520 h 59144"/>
                <a:gd name="connsiteX11" fmla="*/ 22221 w 59781"/>
                <a:gd name="connsiteY11" fmla="*/ 7655 h 59144"/>
                <a:gd name="connsiteX12" fmla="*/ 28132 w 59781"/>
                <a:gd name="connsiteY12" fmla="*/ 56 h 59144"/>
                <a:gd name="connsiteX13" fmla="*/ 29880 w 59781"/>
                <a:gd name="connsiteY13" fmla="*/ 56 h 59144"/>
                <a:gd name="connsiteX14" fmla="*/ 50962 w 59781"/>
                <a:gd name="connsiteY14" fmla="*/ 8624 h 59144"/>
                <a:gd name="connsiteX15" fmla="*/ 51260 w 59781"/>
                <a:gd name="connsiteY15" fmla="*/ 50169 h 59144"/>
                <a:gd name="connsiteX16" fmla="*/ 50962 w 59781"/>
                <a:gd name="connsiteY16" fmla="*/ 50465 h 59144"/>
                <a:gd name="connsiteX17" fmla="*/ 29992 w 59781"/>
                <a:gd name="connsiteY17" fmla="*/ 59144 h 5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9781" h="59144">
                  <a:moveTo>
                    <a:pt x="29880" y="58254"/>
                  </a:moveTo>
                  <a:cubicBezTo>
                    <a:pt x="13406" y="58282"/>
                    <a:pt x="28" y="45053"/>
                    <a:pt x="0" y="28705"/>
                  </a:cubicBezTo>
                  <a:cubicBezTo>
                    <a:pt x="-16" y="19614"/>
                    <a:pt x="4179" y="11020"/>
                    <a:pt x="11377" y="5397"/>
                  </a:cubicBezTo>
                  <a:cubicBezTo>
                    <a:pt x="14474" y="3092"/>
                    <a:pt x="18867" y="3715"/>
                    <a:pt x="21189" y="6788"/>
                  </a:cubicBezTo>
                  <a:cubicBezTo>
                    <a:pt x="23511" y="9861"/>
                    <a:pt x="22884" y="14220"/>
                    <a:pt x="19787" y="16525"/>
                  </a:cubicBezTo>
                  <a:cubicBezTo>
                    <a:pt x="15882" y="19593"/>
                    <a:pt x="13609" y="24268"/>
                    <a:pt x="13620" y="29211"/>
                  </a:cubicBezTo>
                  <a:cubicBezTo>
                    <a:pt x="13681" y="38078"/>
                    <a:pt x="20943" y="45235"/>
                    <a:pt x="29880" y="45235"/>
                  </a:cubicBezTo>
                  <a:cubicBezTo>
                    <a:pt x="34115" y="45206"/>
                    <a:pt x="38159" y="43480"/>
                    <a:pt x="41093" y="40450"/>
                  </a:cubicBezTo>
                  <a:cubicBezTo>
                    <a:pt x="44162" y="37557"/>
                    <a:pt x="45870" y="33521"/>
                    <a:pt x="45803" y="29322"/>
                  </a:cubicBezTo>
                  <a:cubicBezTo>
                    <a:pt x="45767" y="25143"/>
                    <a:pt x="44075" y="21146"/>
                    <a:pt x="41093" y="18194"/>
                  </a:cubicBezTo>
                  <a:cubicBezTo>
                    <a:pt x="38106" y="15255"/>
                    <a:pt x="34086" y="13580"/>
                    <a:pt x="29880" y="13520"/>
                  </a:cubicBezTo>
                  <a:cubicBezTo>
                    <a:pt x="26133" y="13999"/>
                    <a:pt x="22704" y="11373"/>
                    <a:pt x="22221" y="7655"/>
                  </a:cubicBezTo>
                  <a:cubicBezTo>
                    <a:pt x="21739" y="3937"/>
                    <a:pt x="24385" y="535"/>
                    <a:pt x="28132" y="56"/>
                  </a:cubicBezTo>
                  <a:cubicBezTo>
                    <a:pt x="28712" y="-19"/>
                    <a:pt x="29299" y="-19"/>
                    <a:pt x="29880" y="56"/>
                  </a:cubicBezTo>
                  <a:cubicBezTo>
                    <a:pt x="37782" y="-18"/>
                    <a:pt x="45382" y="3070"/>
                    <a:pt x="50962" y="8624"/>
                  </a:cubicBezTo>
                  <a:cubicBezTo>
                    <a:pt x="62605" y="20015"/>
                    <a:pt x="62738" y="38615"/>
                    <a:pt x="51260" y="50169"/>
                  </a:cubicBezTo>
                  <a:cubicBezTo>
                    <a:pt x="51161" y="50268"/>
                    <a:pt x="51062" y="50367"/>
                    <a:pt x="50962" y="50465"/>
                  </a:cubicBezTo>
                  <a:cubicBezTo>
                    <a:pt x="45420" y="56021"/>
                    <a:pt x="37869" y="59146"/>
                    <a:pt x="29992" y="59144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94C79F47-FA89-804E-9EE6-BF9E6D4B1675}"/>
                </a:ext>
              </a:extLst>
            </p:cNvPr>
            <p:cNvSpPr/>
            <p:nvPr/>
          </p:nvSpPr>
          <p:spPr>
            <a:xfrm>
              <a:off x="7151165" y="2699223"/>
              <a:ext cx="78249" cy="36444"/>
            </a:xfrm>
            <a:custGeom>
              <a:avLst/>
              <a:gdLst>
                <a:gd name="connsiteX0" fmla="*/ 7715 w 78249"/>
                <a:gd name="connsiteY0" fmla="*/ 36388 h 36444"/>
                <a:gd name="connsiteX1" fmla="*/ 57 w 78249"/>
                <a:gd name="connsiteY1" fmla="*/ 30523 h 36444"/>
                <a:gd name="connsiteX2" fmla="*/ 5967 w 78249"/>
                <a:gd name="connsiteY2" fmla="*/ 22923 h 36444"/>
                <a:gd name="connsiteX3" fmla="*/ 7715 w 78249"/>
                <a:gd name="connsiteY3" fmla="*/ 22923 h 36444"/>
                <a:gd name="connsiteX4" fmla="*/ 30143 w 78249"/>
                <a:gd name="connsiteY4" fmla="*/ 22923 h 36444"/>
                <a:gd name="connsiteX5" fmla="*/ 30143 w 78249"/>
                <a:gd name="connsiteY5" fmla="*/ 6788 h 36444"/>
                <a:gd name="connsiteX6" fmla="*/ 36983 w 78249"/>
                <a:gd name="connsiteY6" fmla="*/ 0 h 36444"/>
                <a:gd name="connsiteX7" fmla="*/ 71409 w 78249"/>
                <a:gd name="connsiteY7" fmla="*/ 0 h 36444"/>
                <a:gd name="connsiteX8" fmla="*/ 78250 w 78249"/>
                <a:gd name="connsiteY8" fmla="*/ 6788 h 36444"/>
                <a:gd name="connsiteX9" fmla="*/ 71521 w 78249"/>
                <a:gd name="connsiteY9" fmla="*/ 13576 h 36444"/>
                <a:gd name="connsiteX10" fmla="*/ 43487 w 78249"/>
                <a:gd name="connsiteY10" fmla="*/ 13576 h 36444"/>
                <a:gd name="connsiteX11" fmla="*/ 43487 w 78249"/>
                <a:gd name="connsiteY11" fmla="*/ 29600 h 36444"/>
                <a:gd name="connsiteX12" fmla="*/ 41469 w 78249"/>
                <a:gd name="connsiteY12" fmla="*/ 34385 h 36444"/>
                <a:gd name="connsiteX13" fmla="*/ 36759 w 78249"/>
                <a:gd name="connsiteY13" fmla="*/ 36388 h 3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249" h="36444">
                  <a:moveTo>
                    <a:pt x="7715" y="36388"/>
                  </a:moveTo>
                  <a:cubicBezTo>
                    <a:pt x="3968" y="36867"/>
                    <a:pt x="540" y="34241"/>
                    <a:pt x="57" y="30523"/>
                  </a:cubicBezTo>
                  <a:cubicBezTo>
                    <a:pt x="-426" y="26805"/>
                    <a:pt x="2220" y="23402"/>
                    <a:pt x="5967" y="22923"/>
                  </a:cubicBezTo>
                  <a:cubicBezTo>
                    <a:pt x="6547" y="22849"/>
                    <a:pt x="7135" y="22849"/>
                    <a:pt x="7715" y="22923"/>
                  </a:cubicBezTo>
                  <a:lnTo>
                    <a:pt x="30143" y="22923"/>
                  </a:lnTo>
                  <a:lnTo>
                    <a:pt x="30143" y="6788"/>
                  </a:lnTo>
                  <a:cubicBezTo>
                    <a:pt x="30143" y="3039"/>
                    <a:pt x="33205" y="0"/>
                    <a:pt x="36983" y="0"/>
                  </a:cubicBezTo>
                  <a:lnTo>
                    <a:pt x="71409" y="0"/>
                  </a:lnTo>
                  <a:cubicBezTo>
                    <a:pt x="75187" y="0"/>
                    <a:pt x="78250" y="3039"/>
                    <a:pt x="78250" y="6788"/>
                  </a:cubicBezTo>
                  <a:cubicBezTo>
                    <a:pt x="78192" y="10470"/>
                    <a:pt x="75230" y="13458"/>
                    <a:pt x="71521" y="13576"/>
                  </a:cubicBezTo>
                  <a:lnTo>
                    <a:pt x="43487" y="13576"/>
                  </a:lnTo>
                  <a:lnTo>
                    <a:pt x="43487" y="29600"/>
                  </a:lnTo>
                  <a:cubicBezTo>
                    <a:pt x="43492" y="31400"/>
                    <a:pt x="42764" y="33125"/>
                    <a:pt x="41469" y="34385"/>
                  </a:cubicBezTo>
                  <a:cubicBezTo>
                    <a:pt x="40201" y="35605"/>
                    <a:pt x="38524" y="36318"/>
                    <a:pt x="36759" y="3638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D5BFA39-6D32-4B4E-92BF-111CDC3EE3F8}"/>
                </a:ext>
              </a:extLst>
            </p:cNvPr>
            <p:cNvSpPr/>
            <p:nvPr/>
          </p:nvSpPr>
          <p:spPr>
            <a:xfrm>
              <a:off x="7153272" y="2771554"/>
              <a:ext cx="36021" cy="13464"/>
            </a:xfrm>
            <a:custGeom>
              <a:avLst/>
              <a:gdLst>
                <a:gd name="connsiteX0" fmla="*/ 5608 w 36021"/>
                <a:gd name="connsiteY0" fmla="*/ 13353 h 13464"/>
                <a:gd name="connsiteX1" fmla="*/ 113 w 36021"/>
                <a:gd name="connsiteY1" fmla="*/ 5453 h 13464"/>
                <a:gd name="connsiteX2" fmla="*/ 5608 w 36021"/>
                <a:gd name="connsiteY2" fmla="*/ 0 h 13464"/>
                <a:gd name="connsiteX3" fmla="*/ 30054 w 36021"/>
                <a:gd name="connsiteY3" fmla="*/ 0 h 13464"/>
                <a:gd name="connsiteX4" fmla="*/ 35964 w 36021"/>
                <a:gd name="connsiteY4" fmla="*/ 7600 h 13464"/>
                <a:gd name="connsiteX5" fmla="*/ 30054 w 36021"/>
                <a:gd name="connsiteY5" fmla="*/ 13465 h 1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021" h="13464">
                  <a:moveTo>
                    <a:pt x="5608" y="13353"/>
                  </a:moveTo>
                  <a:cubicBezTo>
                    <a:pt x="1892" y="12677"/>
                    <a:pt x="-568" y="9140"/>
                    <a:pt x="113" y="5453"/>
                  </a:cubicBezTo>
                  <a:cubicBezTo>
                    <a:pt x="626" y="2679"/>
                    <a:pt x="2813" y="509"/>
                    <a:pt x="5608" y="0"/>
                  </a:cubicBezTo>
                  <a:lnTo>
                    <a:pt x="30054" y="0"/>
                  </a:lnTo>
                  <a:cubicBezTo>
                    <a:pt x="33801" y="479"/>
                    <a:pt x="36447" y="3881"/>
                    <a:pt x="35964" y="7600"/>
                  </a:cubicBezTo>
                  <a:cubicBezTo>
                    <a:pt x="35567" y="10661"/>
                    <a:pt x="33139" y="13070"/>
                    <a:pt x="30054" y="1346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2A3FEE7F-F0B9-2145-B1D9-239D30BA9FC1}"/>
                </a:ext>
              </a:extLst>
            </p:cNvPr>
            <p:cNvSpPr/>
            <p:nvPr/>
          </p:nvSpPr>
          <p:spPr>
            <a:xfrm>
              <a:off x="7172785" y="2842604"/>
              <a:ext cx="69390" cy="32216"/>
            </a:xfrm>
            <a:custGeom>
              <a:avLst/>
              <a:gdLst>
                <a:gd name="connsiteX0" fmla="*/ 6840 w 69390"/>
                <a:gd name="connsiteY0" fmla="*/ 32105 h 32216"/>
                <a:gd name="connsiteX1" fmla="*/ 0 w 69390"/>
                <a:gd name="connsiteY1" fmla="*/ 25317 h 32216"/>
                <a:gd name="connsiteX2" fmla="*/ 6840 w 69390"/>
                <a:gd name="connsiteY2" fmla="*/ 18529 h 32216"/>
                <a:gd name="connsiteX3" fmla="*/ 18727 w 69390"/>
                <a:gd name="connsiteY3" fmla="*/ 18529 h 32216"/>
                <a:gd name="connsiteX4" fmla="*/ 18727 w 69390"/>
                <a:gd name="connsiteY4" fmla="*/ 6844 h 32216"/>
                <a:gd name="connsiteX5" fmla="*/ 25567 w 69390"/>
                <a:gd name="connsiteY5" fmla="*/ 56 h 32216"/>
                <a:gd name="connsiteX6" fmla="*/ 61676 w 69390"/>
                <a:gd name="connsiteY6" fmla="*/ 56 h 32216"/>
                <a:gd name="connsiteX7" fmla="*/ 69334 w 69390"/>
                <a:gd name="connsiteY7" fmla="*/ 5921 h 32216"/>
                <a:gd name="connsiteX8" fmla="*/ 63424 w 69390"/>
                <a:gd name="connsiteY8" fmla="*/ 13521 h 32216"/>
                <a:gd name="connsiteX9" fmla="*/ 61676 w 69390"/>
                <a:gd name="connsiteY9" fmla="*/ 13521 h 32216"/>
                <a:gd name="connsiteX10" fmla="*/ 32296 w 69390"/>
                <a:gd name="connsiteY10" fmla="*/ 13521 h 32216"/>
                <a:gd name="connsiteX11" fmla="*/ 32296 w 69390"/>
                <a:gd name="connsiteY11" fmla="*/ 25428 h 32216"/>
                <a:gd name="connsiteX12" fmla="*/ 30277 w 69390"/>
                <a:gd name="connsiteY12" fmla="*/ 30213 h 32216"/>
                <a:gd name="connsiteX13" fmla="*/ 25567 w 69390"/>
                <a:gd name="connsiteY13" fmla="*/ 32216 h 3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390" h="32216">
                  <a:moveTo>
                    <a:pt x="6840" y="32105"/>
                  </a:moveTo>
                  <a:cubicBezTo>
                    <a:pt x="3063" y="32105"/>
                    <a:pt x="0" y="29065"/>
                    <a:pt x="0" y="25317"/>
                  </a:cubicBezTo>
                  <a:cubicBezTo>
                    <a:pt x="0" y="21568"/>
                    <a:pt x="3063" y="18529"/>
                    <a:pt x="6840" y="18529"/>
                  </a:cubicBezTo>
                  <a:lnTo>
                    <a:pt x="18727" y="18529"/>
                  </a:lnTo>
                  <a:lnTo>
                    <a:pt x="18727" y="6844"/>
                  </a:lnTo>
                  <a:cubicBezTo>
                    <a:pt x="18727" y="3095"/>
                    <a:pt x="21790" y="56"/>
                    <a:pt x="25567" y="56"/>
                  </a:cubicBezTo>
                  <a:lnTo>
                    <a:pt x="61676" y="56"/>
                  </a:lnTo>
                  <a:cubicBezTo>
                    <a:pt x="65423" y="-423"/>
                    <a:pt x="68851" y="2203"/>
                    <a:pt x="69334" y="5921"/>
                  </a:cubicBezTo>
                  <a:cubicBezTo>
                    <a:pt x="69817" y="9640"/>
                    <a:pt x="67171" y="13042"/>
                    <a:pt x="63424" y="13521"/>
                  </a:cubicBezTo>
                  <a:cubicBezTo>
                    <a:pt x="62843" y="13595"/>
                    <a:pt x="62256" y="13595"/>
                    <a:pt x="61676" y="13521"/>
                  </a:cubicBezTo>
                  <a:lnTo>
                    <a:pt x="32296" y="13521"/>
                  </a:lnTo>
                  <a:lnTo>
                    <a:pt x="32296" y="25428"/>
                  </a:lnTo>
                  <a:cubicBezTo>
                    <a:pt x="32327" y="27233"/>
                    <a:pt x="31595" y="28968"/>
                    <a:pt x="30277" y="30213"/>
                  </a:cubicBezTo>
                  <a:cubicBezTo>
                    <a:pt x="29066" y="31515"/>
                    <a:pt x="27353" y="32243"/>
                    <a:pt x="25567" y="3221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857BAE36-F69B-164B-9520-F7499C37173C}"/>
                </a:ext>
              </a:extLst>
            </p:cNvPr>
            <p:cNvSpPr/>
            <p:nvPr/>
          </p:nvSpPr>
          <p:spPr>
            <a:xfrm>
              <a:off x="7143651" y="2922614"/>
              <a:ext cx="60780" cy="13576"/>
            </a:xfrm>
            <a:custGeom>
              <a:avLst/>
              <a:gdLst>
                <a:gd name="connsiteX0" fmla="*/ 7715 w 60780"/>
                <a:gd name="connsiteY0" fmla="*/ 13520 h 13576"/>
                <a:gd name="connsiteX1" fmla="*/ 57 w 60780"/>
                <a:gd name="connsiteY1" fmla="*/ 7655 h 13576"/>
                <a:gd name="connsiteX2" fmla="*/ 5967 w 60780"/>
                <a:gd name="connsiteY2" fmla="*/ 56 h 13576"/>
                <a:gd name="connsiteX3" fmla="*/ 7715 w 60780"/>
                <a:gd name="connsiteY3" fmla="*/ 56 h 13576"/>
                <a:gd name="connsiteX4" fmla="*/ 54813 w 60780"/>
                <a:gd name="connsiteY4" fmla="*/ 56 h 13576"/>
                <a:gd name="connsiteX5" fmla="*/ 60723 w 60780"/>
                <a:gd name="connsiteY5" fmla="*/ 7655 h 13576"/>
                <a:gd name="connsiteX6" fmla="*/ 54813 w 60780"/>
                <a:gd name="connsiteY6" fmla="*/ 13520 h 13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780" h="13576">
                  <a:moveTo>
                    <a:pt x="7715" y="13520"/>
                  </a:moveTo>
                  <a:cubicBezTo>
                    <a:pt x="3968" y="13999"/>
                    <a:pt x="540" y="11373"/>
                    <a:pt x="57" y="7655"/>
                  </a:cubicBezTo>
                  <a:cubicBezTo>
                    <a:pt x="-426" y="3937"/>
                    <a:pt x="2220" y="535"/>
                    <a:pt x="5967" y="56"/>
                  </a:cubicBezTo>
                  <a:cubicBezTo>
                    <a:pt x="6547" y="-19"/>
                    <a:pt x="7135" y="-19"/>
                    <a:pt x="7715" y="56"/>
                  </a:cubicBezTo>
                  <a:lnTo>
                    <a:pt x="54813" y="56"/>
                  </a:lnTo>
                  <a:cubicBezTo>
                    <a:pt x="58560" y="535"/>
                    <a:pt x="61206" y="3937"/>
                    <a:pt x="60723" y="7655"/>
                  </a:cubicBezTo>
                  <a:cubicBezTo>
                    <a:pt x="60326" y="10716"/>
                    <a:pt x="57898" y="13126"/>
                    <a:pt x="54813" y="13520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7B459805-950C-0540-9C1D-5C67553495E8}"/>
                </a:ext>
              </a:extLst>
            </p:cNvPr>
            <p:cNvSpPr/>
            <p:nvPr/>
          </p:nvSpPr>
          <p:spPr>
            <a:xfrm>
              <a:off x="6938641" y="2900078"/>
              <a:ext cx="60782" cy="60649"/>
            </a:xfrm>
            <a:custGeom>
              <a:avLst/>
              <a:gdLst>
                <a:gd name="connsiteX0" fmla="*/ 30502 w 60782"/>
                <a:gd name="connsiteY0" fmla="*/ 60649 h 60649"/>
                <a:gd name="connsiteX1" fmla="*/ 0 w 60782"/>
                <a:gd name="connsiteY1" fmla="*/ 30382 h 60649"/>
                <a:gd name="connsiteX2" fmla="*/ 8859 w 60782"/>
                <a:gd name="connsiteY2" fmla="*/ 9016 h 60649"/>
                <a:gd name="connsiteX3" fmla="*/ 30502 w 60782"/>
                <a:gd name="connsiteY3" fmla="*/ 3 h 60649"/>
                <a:gd name="connsiteX4" fmla="*/ 38127 w 60782"/>
                <a:gd name="connsiteY4" fmla="*/ 1004 h 60649"/>
                <a:gd name="connsiteX5" fmla="*/ 43000 w 60782"/>
                <a:gd name="connsiteY5" fmla="*/ 8930 h 60649"/>
                <a:gd name="connsiteX6" fmla="*/ 42949 w 60782"/>
                <a:gd name="connsiteY6" fmla="*/ 9128 h 60649"/>
                <a:gd name="connsiteX7" fmla="*/ 34822 w 60782"/>
                <a:gd name="connsiteY7" fmla="*/ 14038 h 60649"/>
                <a:gd name="connsiteX8" fmla="*/ 34763 w 60782"/>
                <a:gd name="connsiteY8" fmla="*/ 14024 h 60649"/>
                <a:gd name="connsiteX9" fmla="*/ 30502 w 60782"/>
                <a:gd name="connsiteY9" fmla="*/ 14024 h 60649"/>
                <a:gd name="connsiteX10" fmla="*/ 18391 w 60782"/>
                <a:gd name="connsiteY10" fmla="*/ 17918 h 60649"/>
                <a:gd name="connsiteX11" fmla="*/ 18340 w 60782"/>
                <a:gd name="connsiteY11" fmla="*/ 41682 h 60649"/>
                <a:gd name="connsiteX12" fmla="*/ 18391 w 60782"/>
                <a:gd name="connsiteY12" fmla="*/ 41732 h 60649"/>
                <a:gd name="connsiteX13" fmla="*/ 30277 w 60782"/>
                <a:gd name="connsiteY13" fmla="*/ 46628 h 60649"/>
                <a:gd name="connsiteX14" fmla="*/ 42388 w 60782"/>
                <a:gd name="connsiteY14" fmla="*/ 41621 h 60649"/>
                <a:gd name="connsiteX15" fmla="*/ 44519 w 60782"/>
                <a:gd name="connsiteY15" fmla="*/ 20589 h 60649"/>
                <a:gd name="connsiteX16" fmla="*/ 45910 w 60782"/>
                <a:gd name="connsiteY16" fmla="*/ 11248 h 60649"/>
                <a:gd name="connsiteX17" fmla="*/ 55323 w 60782"/>
                <a:gd name="connsiteY17" fmla="*/ 12629 h 60649"/>
                <a:gd name="connsiteX18" fmla="*/ 55732 w 60782"/>
                <a:gd name="connsiteY18" fmla="*/ 13245 h 60649"/>
                <a:gd name="connsiteX19" fmla="*/ 60779 w 60782"/>
                <a:gd name="connsiteY19" fmla="*/ 29714 h 60649"/>
                <a:gd name="connsiteX20" fmla="*/ 30614 w 60782"/>
                <a:gd name="connsiteY20" fmla="*/ 60649 h 6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0782" h="60649">
                  <a:moveTo>
                    <a:pt x="30502" y="60649"/>
                  </a:moveTo>
                  <a:cubicBezTo>
                    <a:pt x="13707" y="60528"/>
                    <a:pt x="122" y="47048"/>
                    <a:pt x="0" y="30382"/>
                  </a:cubicBezTo>
                  <a:cubicBezTo>
                    <a:pt x="-22" y="22375"/>
                    <a:pt x="3165" y="14689"/>
                    <a:pt x="8859" y="9016"/>
                  </a:cubicBezTo>
                  <a:cubicBezTo>
                    <a:pt x="14594" y="3298"/>
                    <a:pt x="22372" y="59"/>
                    <a:pt x="30502" y="3"/>
                  </a:cubicBezTo>
                  <a:cubicBezTo>
                    <a:pt x="33079" y="-34"/>
                    <a:pt x="35648" y="304"/>
                    <a:pt x="38127" y="1004"/>
                  </a:cubicBezTo>
                  <a:cubicBezTo>
                    <a:pt x="41678" y="1857"/>
                    <a:pt x="43860" y="5406"/>
                    <a:pt x="43000" y="8930"/>
                  </a:cubicBezTo>
                  <a:cubicBezTo>
                    <a:pt x="42984" y="8996"/>
                    <a:pt x="42967" y="9062"/>
                    <a:pt x="42949" y="9128"/>
                  </a:cubicBezTo>
                  <a:cubicBezTo>
                    <a:pt x="42071" y="12711"/>
                    <a:pt x="38432" y="14909"/>
                    <a:pt x="34822" y="14038"/>
                  </a:cubicBezTo>
                  <a:cubicBezTo>
                    <a:pt x="34802" y="14033"/>
                    <a:pt x="34782" y="14029"/>
                    <a:pt x="34763" y="14024"/>
                  </a:cubicBezTo>
                  <a:cubicBezTo>
                    <a:pt x="33358" y="13726"/>
                    <a:pt x="31906" y="13726"/>
                    <a:pt x="30502" y="14024"/>
                  </a:cubicBezTo>
                  <a:cubicBezTo>
                    <a:pt x="26106" y="13697"/>
                    <a:pt x="21758" y="15096"/>
                    <a:pt x="18391" y="17918"/>
                  </a:cubicBezTo>
                  <a:cubicBezTo>
                    <a:pt x="11764" y="24467"/>
                    <a:pt x="11741" y="35106"/>
                    <a:pt x="18340" y="41682"/>
                  </a:cubicBezTo>
                  <a:cubicBezTo>
                    <a:pt x="18357" y="41698"/>
                    <a:pt x="18374" y="41715"/>
                    <a:pt x="18391" y="41732"/>
                  </a:cubicBezTo>
                  <a:cubicBezTo>
                    <a:pt x="21542" y="44863"/>
                    <a:pt x="25818" y="46624"/>
                    <a:pt x="30277" y="46628"/>
                  </a:cubicBezTo>
                  <a:cubicBezTo>
                    <a:pt x="34816" y="46581"/>
                    <a:pt x="39159" y="44786"/>
                    <a:pt x="42388" y="41621"/>
                  </a:cubicBezTo>
                  <a:cubicBezTo>
                    <a:pt x="47890" y="35931"/>
                    <a:pt x="48769" y="27251"/>
                    <a:pt x="44519" y="20589"/>
                  </a:cubicBezTo>
                  <a:cubicBezTo>
                    <a:pt x="42304" y="17629"/>
                    <a:pt x="42926" y="13447"/>
                    <a:pt x="45910" y="11248"/>
                  </a:cubicBezTo>
                  <a:cubicBezTo>
                    <a:pt x="48893" y="9050"/>
                    <a:pt x="53108" y="9668"/>
                    <a:pt x="55323" y="12629"/>
                  </a:cubicBezTo>
                  <a:cubicBezTo>
                    <a:pt x="55471" y="12826"/>
                    <a:pt x="55607" y="13032"/>
                    <a:pt x="55732" y="13245"/>
                  </a:cubicBezTo>
                  <a:cubicBezTo>
                    <a:pt x="59009" y="18123"/>
                    <a:pt x="60764" y="23851"/>
                    <a:pt x="60779" y="29714"/>
                  </a:cubicBezTo>
                  <a:cubicBezTo>
                    <a:pt x="61029" y="46511"/>
                    <a:pt x="47540" y="60345"/>
                    <a:pt x="30614" y="6064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3BC00D1-6F40-5248-ACD2-FC4A7A704F2D}"/>
                </a:ext>
              </a:extLst>
            </p:cNvPr>
            <p:cNvSpPr/>
            <p:nvPr/>
          </p:nvSpPr>
          <p:spPr>
            <a:xfrm>
              <a:off x="6889749" y="2813395"/>
              <a:ext cx="74010" cy="73554"/>
            </a:xfrm>
            <a:custGeom>
              <a:avLst/>
              <a:gdLst>
                <a:gd name="connsiteX0" fmla="*/ 36781 w 74010"/>
                <a:gd name="connsiteY0" fmla="*/ 72999 h 73554"/>
                <a:gd name="connsiteX1" fmla="*/ 0 w 74010"/>
                <a:gd name="connsiteY1" fmla="*/ 36499 h 73554"/>
                <a:gd name="connsiteX2" fmla="*/ 36781 w 74010"/>
                <a:gd name="connsiteY2" fmla="*/ 0 h 73554"/>
                <a:gd name="connsiteX3" fmla="*/ 62797 w 74010"/>
                <a:gd name="connsiteY3" fmla="*/ 11128 h 73554"/>
                <a:gd name="connsiteX4" fmla="*/ 74011 w 74010"/>
                <a:gd name="connsiteY4" fmla="*/ 36944 h 73554"/>
                <a:gd name="connsiteX5" fmla="*/ 71656 w 74010"/>
                <a:gd name="connsiteY5" fmla="*/ 49964 h 73554"/>
                <a:gd name="connsiteX6" fmla="*/ 62649 w 74010"/>
                <a:gd name="connsiteY6" fmla="*/ 53467 h 73554"/>
                <a:gd name="connsiteX7" fmla="*/ 58872 w 74010"/>
                <a:gd name="connsiteY7" fmla="*/ 45179 h 73554"/>
                <a:gd name="connsiteX8" fmla="*/ 59994 w 74010"/>
                <a:gd name="connsiteY8" fmla="*/ 36054 h 73554"/>
                <a:gd name="connsiteX9" fmla="*/ 53153 w 74010"/>
                <a:gd name="connsiteY9" fmla="*/ 19808 h 73554"/>
                <a:gd name="connsiteX10" fmla="*/ 36781 w 74010"/>
                <a:gd name="connsiteY10" fmla="*/ 13799 h 73554"/>
                <a:gd name="connsiteX11" fmla="*/ 13539 w 74010"/>
                <a:gd name="connsiteY11" fmla="*/ 36804 h 73554"/>
                <a:gd name="connsiteX12" fmla="*/ 20409 w 74010"/>
                <a:gd name="connsiteY12" fmla="*/ 53191 h 73554"/>
                <a:gd name="connsiteX13" fmla="*/ 36781 w 74010"/>
                <a:gd name="connsiteY13" fmla="*/ 59868 h 73554"/>
                <a:gd name="connsiteX14" fmla="*/ 45864 w 74010"/>
                <a:gd name="connsiteY14" fmla="*/ 58310 h 73554"/>
                <a:gd name="connsiteX15" fmla="*/ 54779 w 74010"/>
                <a:gd name="connsiteY15" fmla="*/ 61815 h 73554"/>
                <a:gd name="connsiteX16" fmla="*/ 51247 w 74010"/>
                <a:gd name="connsiteY16" fmla="*/ 70662 h 73554"/>
                <a:gd name="connsiteX17" fmla="*/ 36893 w 74010"/>
                <a:gd name="connsiteY17" fmla="*/ 73555 h 73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4010" h="73554">
                  <a:moveTo>
                    <a:pt x="36781" y="72999"/>
                  </a:moveTo>
                  <a:cubicBezTo>
                    <a:pt x="16467" y="72999"/>
                    <a:pt x="0" y="56657"/>
                    <a:pt x="0" y="36499"/>
                  </a:cubicBezTo>
                  <a:cubicBezTo>
                    <a:pt x="0" y="16341"/>
                    <a:pt x="16467" y="0"/>
                    <a:pt x="36781" y="0"/>
                  </a:cubicBezTo>
                  <a:cubicBezTo>
                    <a:pt x="46613" y="63"/>
                    <a:pt x="56000" y="4078"/>
                    <a:pt x="62797" y="11128"/>
                  </a:cubicBezTo>
                  <a:cubicBezTo>
                    <a:pt x="69838" y="17917"/>
                    <a:pt x="73872" y="27204"/>
                    <a:pt x="74011" y="36944"/>
                  </a:cubicBezTo>
                  <a:cubicBezTo>
                    <a:pt x="74012" y="41389"/>
                    <a:pt x="73214" y="45797"/>
                    <a:pt x="71656" y="49964"/>
                  </a:cubicBezTo>
                  <a:cubicBezTo>
                    <a:pt x="70143" y="53399"/>
                    <a:pt x="66111" y="54967"/>
                    <a:pt x="62649" y="53467"/>
                  </a:cubicBezTo>
                  <a:cubicBezTo>
                    <a:pt x="59435" y="52073"/>
                    <a:pt x="57804" y="48494"/>
                    <a:pt x="58872" y="45179"/>
                  </a:cubicBezTo>
                  <a:cubicBezTo>
                    <a:pt x="59931" y="42259"/>
                    <a:pt x="60314" y="39141"/>
                    <a:pt x="59994" y="36054"/>
                  </a:cubicBezTo>
                  <a:cubicBezTo>
                    <a:pt x="60061" y="29936"/>
                    <a:pt x="57587" y="24060"/>
                    <a:pt x="53153" y="19808"/>
                  </a:cubicBezTo>
                  <a:cubicBezTo>
                    <a:pt x="48738" y="15693"/>
                    <a:pt x="42832" y="13525"/>
                    <a:pt x="36781" y="13799"/>
                  </a:cubicBezTo>
                  <a:cubicBezTo>
                    <a:pt x="23961" y="13782"/>
                    <a:pt x="13556" y="24082"/>
                    <a:pt x="13539" y="36804"/>
                  </a:cubicBezTo>
                  <a:cubicBezTo>
                    <a:pt x="13532" y="42958"/>
                    <a:pt x="16005" y="48859"/>
                    <a:pt x="20409" y="53191"/>
                  </a:cubicBezTo>
                  <a:cubicBezTo>
                    <a:pt x="24713" y="57550"/>
                    <a:pt x="30632" y="59964"/>
                    <a:pt x="36781" y="59868"/>
                  </a:cubicBezTo>
                  <a:cubicBezTo>
                    <a:pt x="39880" y="59917"/>
                    <a:pt x="42961" y="59388"/>
                    <a:pt x="45864" y="58310"/>
                  </a:cubicBezTo>
                  <a:cubicBezTo>
                    <a:pt x="49301" y="56835"/>
                    <a:pt x="53293" y="58404"/>
                    <a:pt x="54779" y="61815"/>
                  </a:cubicBezTo>
                  <a:cubicBezTo>
                    <a:pt x="56266" y="65226"/>
                    <a:pt x="54684" y="69187"/>
                    <a:pt x="51247" y="70662"/>
                  </a:cubicBezTo>
                  <a:cubicBezTo>
                    <a:pt x="46705" y="72568"/>
                    <a:pt x="41825" y="73552"/>
                    <a:pt x="36893" y="7355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8ED9954-5309-504F-9D95-C4AF6B89F2F6}"/>
                </a:ext>
              </a:extLst>
            </p:cNvPr>
            <p:cNvSpPr/>
            <p:nvPr/>
          </p:nvSpPr>
          <p:spPr>
            <a:xfrm>
              <a:off x="6960620" y="2751569"/>
              <a:ext cx="53826" cy="53368"/>
            </a:xfrm>
            <a:custGeom>
              <a:avLst/>
              <a:gdLst>
                <a:gd name="connsiteX0" fmla="*/ 26913 w 53826"/>
                <a:gd name="connsiteY0" fmla="*/ 53368 h 53368"/>
                <a:gd name="connsiteX1" fmla="*/ 16484 w 53826"/>
                <a:gd name="connsiteY1" fmla="*/ 51365 h 53368"/>
                <a:gd name="connsiteX2" fmla="*/ 12896 w 53826"/>
                <a:gd name="connsiteY2" fmla="*/ 42463 h 53368"/>
                <a:gd name="connsiteX3" fmla="*/ 21699 w 53826"/>
                <a:gd name="connsiteY3" fmla="*/ 38879 h 53368"/>
                <a:gd name="connsiteX4" fmla="*/ 21755 w 53826"/>
                <a:gd name="connsiteY4" fmla="*/ 38902 h 53368"/>
                <a:gd name="connsiteX5" fmla="*/ 36333 w 53826"/>
                <a:gd name="connsiteY5" fmla="*/ 36009 h 53368"/>
                <a:gd name="connsiteX6" fmla="*/ 40258 w 53826"/>
                <a:gd name="connsiteY6" fmla="*/ 26661 h 53368"/>
                <a:gd name="connsiteX7" fmla="*/ 26913 w 53826"/>
                <a:gd name="connsiteY7" fmla="*/ 13419 h 53368"/>
                <a:gd name="connsiteX8" fmla="*/ 13569 w 53826"/>
                <a:gd name="connsiteY8" fmla="*/ 26661 h 53368"/>
                <a:gd name="connsiteX9" fmla="*/ 14466 w 53826"/>
                <a:gd name="connsiteY9" fmla="*/ 31446 h 53368"/>
                <a:gd name="connsiteX10" fmla="*/ 10562 w 53826"/>
                <a:gd name="connsiteY10" fmla="*/ 40229 h 53368"/>
                <a:gd name="connsiteX11" fmla="*/ 10541 w 53826"/>
                <a:gd name="connsiteY11" fmla="*/ 40237 h 53368"/>
                <a:gd name="connsiteX12" fmla="*/ 1794 w 53826"/>
                <a:gd name="connsiteY12" fmla="*/ 36343 h 53368"/>
                <a:gd name="connsiteX13" fmla="*/ 0 w 53826"/>
                <a:gd name="connsiteY13" fmla="*/ 26773 h 53368"/>
                <a:gd name="connsiteX14" fmla="*/ 26847 w 53826"/>
                <a:gd name="connsiteY14" fmla="*/ 0 h 53368"/>
                <a:gd name="connsiteX15" fmla="*/ 45864 w 53826"/>
                <a:gd name="connsiteY15" fmla="*/ 7744 h 53368"/>
                <a:gd name="connsiteX16" fmla="*/ 53826 w 53826"/>
                <a:gd name="connsiteY16" fmla="*/ 26550 h 53368"/>
                <a:gd name="connsiteX17" fmla="*/ 45977 w 53826"/>
                <a:gd name="connsiteY17" fmla="*/ 45467 h 53368"/>
                <a:gd name="connsiteX18" fmla="*/ 26913 w 53826"/>
                <a:gd name="connsiteY18" fmla="*/ 53368 h 5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3826" h="53368">
                  <a:moveTo>
                    <a:pt x="26913" y="53368"/>
                  </a:moveTo>
                  <a:cubicBezTo>
                    <a:pt x="23340" y="53372"/>
                    <a:pt x="19799" y="52692"/>
                    <a:pt x="16484" y="51365"/>
                  </a:cubicBezTo>
                  <a:cubicBezTo>
                    <a:pt x="13020" y="49887"/>
                    <a:pt x="11415" y="45905"/>
                    <a:pt x="12896" y="42463"/>
                  </a:cubicBezTo>
                  <a:cubicBezTo>
                    <a:pt x="14329" y="39061"/>
                    <a:pt x="18271" y="37456"/>
                    <a:pt x="21699" y="38879"/>
                  </a:cubicBezTo>
                  <a:cubicBezTo>
                    <a:pt x="21718" y="38886"/>
                    <a:pt x="21736" y="38894"/>
                    <a:pt x="21755" y="38902"/>
                  </a:cubicBezTo>
                  <a:cubicBezTo>
                    <a:pt x="26759" y="40931"/>
                    <a:pt x="32500" y="39791"/>
                    <a:pt x="36333" y="36009"/>
                  </a:cubicBezTo>
                  <a:cubicBezTo>
                    <a:pt x="38807" y="33512"/>
                    <a:pt x="40213" y="30163"/>
                    <a:pt x="40258" y="26661"/>
                  </a:cubicBezTo>
                  <a:cubicBezTo>
                    <a:pt x="40258" y="19348"/>
                    <a:pt x="34283" y="13419"/>
                    <a:pt x="26913" y="13419"/>
                  </a:cubicBezTo>
                  <a:cubicBezTo>
                    <a:pt x="19543" y="13419"/>
                    <a:pt x="13569" y="19348"/>
                    <a:pt x="13569" y="26661"/>
                  </a:cubicBezTo>
                  <a:cubicBezTo>
                    <a:pt x="13585" y="28296"/>
                    <a:pt x="13888" y="29915"/>
                    <a:pt x="14466" y="31446"/>
                  </a:cubicBezTo>
                  <a:cubicBezTo>
                    <a:pt x="15832" y="34942"/>
                    <a:pt x="14084" y="38874"/>
                    <a:pt x="10562" y="40229"/>
                  </a:cubicBezTo>
                  <a:cubicBezTo>
                    <a:pt x="10555" y="40232"/>
                    <a:pt x="10548" y="40235"/>
                    <a:pt x="10541" y="40237"/>
                  </a:cubicBezTo>
                  <a:cubicBezTo>
                    <a:pt x="7043" y="41523"/>
                    <a:pt x="3152" y="39790"/>
                    <a:pt x="1794" y="36343"/>
                  </a:cubicBezTo>
                  <a:cubicBezTo>
                    <a:pt x="595" y="33293"/>
                    <a:pt x="-13" y="30046"/>
                    <a:pt x="0" y="26773"/>
                  </a:cubicBezTo>
                  <a:cubicBezTo>
                    <a:pt x="-36" y="12023"/>
                    <a:pt x="11983" y="36"/>
                    <a:pt x="26847" y="0"/>
                  </a:cubicBezTo>
                  <a:cubicBezTo>
                    <a:pt x="33969" y="-17"/>
                    <a:pt x="40808" y="2767"/>
                    <a:pt x="45864" y="7744"/>
                  </a:cubicBezTo>
                  <a:cubicBezTo>
                    <a:pt x="50985" y="12677"/>
                    <a:pt x="53860" y="19468"/>
                    <a:pt x="53826" y="26550"/>
                  </a:cubicBezTo>
                  <a:cubicBezTo>
                    <a:pt x="53844" y="33640"/>
                    <a:pt x="51020" y="40446"/>
                    <a:pt x="45977" y="45467"/>
                  </a:cubicBezTo>
                  <a:cubicBezTo>
                    <a:pt x="40956" y="50544"/>
                    <a:pt x="34081" y="53394"/>
                    <a:pt x="26913" y="5336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846FE9CD-9043-2C4E-BC1B-1EAEE0343208}"/>
                </a:ext>
              </a:extLst>
            </p:cNvPr>
            <p:cNvSpPr/>
            <p:nvPr/>
          </p:nvSpPr>
          <p:spPr>
            <a:xfrm>
              <a:off x="6914774" y="2677074"/>
              <a:ext cx="59751" cy="59095"/>
            </a:xfrm>
            <a:custGeom>
              <a:avLst/>
              <a:gdLst>
                <a:gd name="connsiteX0" fmla="*/ 30147 w 59751"/>
                <a:gd name="connsiteY0" fmla="*/ 59094 h 59095"/>
                <a:gd name="connsiteX1" fmla="*/ 2 w 59751"/>
                <a:gd name="connsiteY1" fmla="*/ 29812 h 59095"/>
                <a:gd name="connsiteX2" fmla="*/ 8617 w 59751"/>
                <a:gd name="connsiteY2" fmla="*/ 8685 h 59095"/>
                <a:gd name="connsiteX3" fmla="*/ 30035 w 59751"/>
                <a:gd name="connsiteY3" fmla="*/ 5 h 59095"/>
                <a:gd name="connsiteX4" fmla="*/ 36874 w 59751"/>
                <a:gd name="connsiteY4" fmla="*/ 6570 h 59095"/>
                <a:gd name="connsiteX5" fmla="*/ 36875 w 59751"/>
                <a:gd name="connsiteY5" fmla="*/ 6682 h 59095"/>
                <a:gd name="connsiteX6" fmla="*/ 30035 w 59751"/>
                <a:gd name="connsiteY6" fmla="*/ 13470 h 59095"/>
                <a:gd name="connsiteX7" fmla="*/ 15180 w 59751"/>
                <a:gd name="connsiteY7" fmla="*/ 30888 h 59095"/>
                <a:gd name="connsiteX8" fmla="*/ 30035 w 59751"/>
                <a:gd name="connsiteY8" fmla="*/ 45629 h 59095"/>
                <a:gd name="connsiteX9" fmla="*/ 46633 w 59751"/>
                <a:gd name="connsiteY9" fmla="*/ 29836 h 59095"/>
                <a:gd name="connsiteX10" fmla="*/ 40127 w 59751"/>
                <a:gd name="connsiteY10" fmla="*/ 16586 h 59095"/>
                <a:gd name="connsiteX11" fmla="*/ 38792 w 59751"/>
                <a:gd name="connsiteY11" fmla="*/ 7396 h 59095"/>
                <a:gd name="connsiteX12" fmla="*/ 39006 w 59751"/>
                <a:gd name="connsiteY12" fmla="*/ 7127 h 59095"/>
                <a:gd name="connsiteX13" fmla="*/ 48446 w 59751"/>
                <a:gd name="connsiteY13" fmla="*/ 5942 h 59095"/>
                <a:gd name="connsiteX14" fmla="*/ 48538 w 59751"/>
                <a:gd name="connsiteY14" fmla="*/ 6014 h 59095"/>
                <a:gd name="connsiteX15" fmla="*/ 59751 w 59751"/>
                <a:gd name="connsiteY15" fmla="*/ 29271 h 59095"/>
                <a:gd name="connsiteX16" fmla="*/ 30147 w 59751"/>
                <a:gd name="connsiteY16" fmla="*/ 59094 h 5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51" h="59095">
                  <a:moveTo>
                    <a:pt x="30147" y="59094"/>
                  </a:moveTo>
                  <a:cubicBezTo>
                    <a:pt x="13674" y="59268"/>
                    <a:pt x="178" y="46158"/>
                    <a:pt x="2" y="29812"/>
                  </a:cubicBezTo>
                  <a:cubicBezTo>
                    <a:pt x="-83" y="21911"/>
                    <a:pt x="3019" y="14304"/>
                    <a:pt x="8617" y="8685"/>
                  </a:cubicBezTo>
                  <a:cubicBezTo>
                    <a:pt x="14252" y="2995"/>
                    <a:pt x="21997" y="-143"/>
                    <a:pt x="30035" y="5"/>
                  </a:cubicBezTo>
                  <a:cubicBezTo>
                    <a:pt x="33750" y="-56"/>
                    <a:pt x="36813" y="2883"/>
                    <a:pt x="36874" y="6570"/>
                  </a:cubicBezTo>
                  <a:cubicBezTo>
                    <a:pt x="36875" y="6607"/>
                    <a:pt x="36875" y="6644"/>
                    <a:pt x="36875" y="6682"/>
                  </a:cubicBezTo>
                  <a:cubicBezTo>
                    <a:pt x="36875" y="10431"/>
                    <a:pt x="33813" y="13470"/>
                    <a:pt x="30035" y="13470"/>
                  </a:cubicBezTo>
                  <a:cubicBezTo>
                    <a:pt x="21086" y="14209"/>
                    <a:pt x="14435" y="22008"/>
                    <a:pt x="15180" y="30888"/>
                  </a:cubicBezTo>
                  <a:cubicBezTo>
                    <a:pt x="15839" y="38743"/>
                    <a:pt x="22120" y="44975"/>
                    <a:pt x="30035" y="45629"/>
                  </a:cubicBezTo>
                  <a:cubicBezTo>
                    <a:pt x="39013" y="45816"/>
                    <a:pt x="46444" y="38745"/>
                    <a:pt x="46633" y="29836"/>
                  </a:cubicBezTo>
                  <a:cubicBezTo>
                    <a:pt x="46742" y="24637"/>
                    <a:pt x="44321" y="19704"/>
                    <a:pt x="40127" y="16586"/>
                  </a:cubicBezTo>
                  <a:cubicBezTo>
                    <a:pt x="37201" y="14414"/>
                    <a:pt x="36604" y="10299"/>
                    <a:pt x="38792" y="7396"/>
                  </a:cubicBezTo>
                  <a:cubicBezTo>
                    <a:pt x="38861" y="7304"/>
                    <a:pt x="38932" y="7215"/>
                    <a:pt x="39006" y="7127"/>
                  </a:cubicBezTo>
                  <a:cubicBezTo>
                    <a:pt x="41283" y="4213"/>
                    <a:pt x="45510" y="3683"/>
                    <a:pt x="48446" y="5942"/>
                  </a:cubicBezTo>
                  <a:cubicBezTo>
                    <a:pt x="48477" y="5966"/>
                    <a:pt x="48507" y="5990"/>
                    <a:pt x="48538" y="6014"/>
                  </a:cubicBezTo>
                  <a:cubicBezTo>
                    <a:pt x="55608" y="11700"/>
                    <a:pt x="59726" y="20240"/>
                    <a:pt x="59751" y="29271"/>
                  </a:cubicBezTo>
                  <a:cubicBezTo>
                    <a:pt x="59814" y="45594"/>
                    <a:pt x="46595" y="58911"/>
                    <a:pt x="30147" y="59094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2BCA275F-DA7D-0B49-8562-80C20EAE5213}"/>
                </a:ext>
              </a:extLst>
            </p:cNvPr>
            <p:cNvSpPr/>
            <p:nvPr/>
          </p:nvSpPr>
          <p:spPr>
            <a:xfrm>
              <a:off x="6960531" y="2699724"/>
              <a:ext cx="77376" cy="36332"/>
            </a:xfrm>
            <a:custGeom>
              <a:avLst/>
              <a:gdLst>
                <a:gd name="connsiteX0" fmla="*/ 41917 w 77376"/>
                <a:gd name="connsiteY0" fmla="*/ 36332 h 36332"/>
                <a:gd name="connsiteX1" fmla="*/ 35188 w 77376"/>
                <a:gd name="connsiteY1" fmla="*/ 29657 h 36332"/>
                <a:gd name="connsiteX2" fmla="*/ 35189 w 77376"/>
                <a:gd name="connsiteY2" fmla="*/ 29544 h 36332"/>
                <a:gd name="connsiteX3" fmla="*/ 35189 w 77376"/>
                <a:gd name="connsiteY3" fmla="*/ 13520 h 36332"/>
                <a:gd name="connsiteX4" fmla="*/ 7715 w 77376"/>
                <a:gd name="connsiteY4" fmla="*/ 13520 h 36332"/>
                <a:gd name="connsiteX5" fmla="*/ 57 w 77376"/>
                <a:gd name="connsiteY5" fmla="*/ 7655 h 36332"/>
                <a:gd name="connsiteX6" fmla="*/ 5967 w 77376"/>
                <a:gd name="connsiteY6" fmla="*/ 56 h 36332"/>
                <a:gd name="connsiteX7" fmla="*/ 7715 w 77376"/>
                <a:gd name="connsiteY7" fmla="*/ 56 h 36332"/>
                <a:gd name="connsiteX8" fmla="*/ 42254 w 77376"/>
                <a:gd name="connsiteY8" fmla="*/ 56 h 36332"/>
                <a:gd name="connsiteX9" fmla="*/ 48983 w 77376"/>
                <a:gd name="connsiteY9" fmla="*/ 6731 h 36332"/>
                <a:gd name="connsiteX10" fmla="*/ 48982 w 77376"/>
                <a:gd name="connsiteY10" fmla="*/ 6844 h 36332"/>
                <a:gd name="connsiteX11" fmla="*/ 48982 w 77376"/>
                <a:gd name="connsiteY11" fmla="*/ 22756 h 36332"/>
                <a:gd name="connsiteX12" fmla="*/ 71409 w 77376"/>
                <a:gd name="connsiteY12" fmla="*/ 22756 h 36332"/>
                <a:gd name="connsiteX13" fmla="*/ 77320 w 77376"/>
                <a:gd name="connsiteY13" fmla="*/ 30356 h 36332"/>
                <a:gd name="connsiteX14" fmla="*/ 71409 w 77376"/>
                <a:gd name="connsiteY14" fmla="*/ 36221 h 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376" h="36332">
                  <a:moveTo>
                    <a:pt x="41917" y="36332"/>
                  </a:moveTo>
                  <a:cubicBezTo>
                    <a:pt x="38201" y="36333"/>
                    <a:pt x="35188" y="33344"/>
                    <a:pt x="35188" y="29657"/>
                  </a:cubicBezTo>
                  <a:cubicBezTo>
                    <a:pt x="35188" y="29619"/>
                    <a:pt x="35188" y="29582"/>
                    <a:pt x="35189" y="29544"/>
                  </a:cubicBezTo>
                  <a:lnTo>
                    <a:pt x="35189" y="13520"/>
                  </a:lnTo>
                  <a:lnTo>
                    <a:pt x="7715" y="13520"/>
                  </a:lnTo>
                  <a:cubicBezTo>
                    <a:pt x="3968" y="13999"/>
                    <a:pt x="540" y="11373"/>
                    <a:pt x="57" y="7655"/>
                  </a:cubicBezTo>
                  <a:cubicBezTo>
                    <a:pt x="-426" y="3937"/>
                    <a:pt x="2220" y="535"/>
                    <a:pt x="5967" y="56"/>
                  </a:cubicBezTo>
                  <a:cubicBezTo>
                    <a:pt x="6547" y="-19"/>
                    <a:pt x="7135" y="-19"/>
                    <a:pt x="7715" y="56"/>
                  </a:cubicBezTo>
                  <a:lnTo>
                    <a:pt x="42254" y="56"/>
                  </a:lnTo>
                  <a:cubicBezTo>
                    <a:pt x="45969" y="55"/>
                    <a:pt x="48982" y="3044"/>
                    <a:pt x="48983" y="6731"/>
                  </a:cubicBezTo>
                  <a:cubicBezTo>
                    <a:pt x="48983" y="6769"/>
                    <a:pt x="48982" y="6806"/>
                    <a:pt x="48982" y="6844"/>
                  </a:cubicBezTo>
                  <a:lnTo>
                    <a:pt x="48982" y="22756"/>
                  </a:lnTo>
                  <a:lnTo>
                    <a:pt x="71409" y="22756"/>
                  </a:lnTo>
                  <a:cubicBezTo>
                    <a:pt x="75156" y="23235"/>
                    <a:pt x="77802" y="26638"/>
                    <a:pt x="77320" y="30356"/>
                  </a:cubicBezTo>
                  <a:cubicBezTo>
                    <a:pt x="76922" y="33417"/>
                    <a:pt x="74494" y="35827"/>
                    <a:pt x="71409" y="3622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04BC381A-05C8-4943-8C23-07DEB9C9563F}"/>
                </a:ext>
              </a:extLst>
            </p:cNvPr>
            <p:cNvSpPr/>
            <p:nvPr/>
          </p:nvSpPr>
          <p:spPr>
            <a:xfrm>
              <a:off x="7001639" y="2771776"/>
              <a:ext cx="37253" cy="13465"/>
            </a:xfrm>
            <a:custGeom>
              <a:avLst/>
              <a:gdLst>
                <a:gd name="connsiteX0" fmla="*/ 5967 w 37253"/>
                <a:gd name="connsiteY0" fmla="*/ 13465 h 13465"/>
                <a:gd name="connsiteX1" fmla="*/ 57 w 37253"/>
                <a:gd name="connsiteY1" fmla="*/ 5865 h 13465"/>
                <a:gd name="connsiteX2" fmla="*/ 5967 w 37253"/>
                <a:gd name="connsiteY2" fmla="*/ 0 h 13465"/>
                <a:gd name="connsiteX3" fmla="*/ 30413 w 37253"/>
                <a:gd name="connsiteY3" fmla="*/ 0 h 13465"/>
                <a:gd name="connsiteX4" fmla="*/ 37253 w 37253"/>
                <a:gd name="connsiteY4" fmla="*/ 6788 h 13465"/>
                <a:gd name="connsiteX5" fmla="*/ 30526 w 37253"/>
                <a:gd name="connsiteY5" fmla="*/ 13466 h 13465"/>
                <a:gd name="connsiteX6" fmla="*/ 30413 w 37253"/>
                <a:gd name="connsiteY6" fmla="*/ 13465 h 1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53" h="13465">
                  <a:moveTo>
                    <a:pt x="5967" y="13465"/>
                  </a:moveTo>
                  <a:cubicBezTo>
                    <a:pt x="2220" y="12986"/>
                    <a:pt x="-426" y="9583"/>
                    <a:pt x="57" y="5865"/>
                  </a:cubicBezTo>
                  <a:cubicBezTo>
                    <a:pt x="454" y="2804"/>
                    <a:pt x="2882" y="394"/>
                    <a:pt x="5967" y="0"/>
                  </a:cubicBezTo>
                  <a:lnTo>
                    <a:pt x="30413" y="0"/>
                  </a:lnTo>
                  <a:cubicBezTo>
                    <a:pt x="34166" y="60"/>
                    <a:pt x="37193" y="3064"/>
                    <a:pt x="37253" y="6788"/>
                  </a:cubicBezTo>
                  <a:cubicBezTo>
                    <a:pt x="37254" y="10475"/>
                    <a:pt x="34242" y="13465"/>
                    <a:pt x="30526" y="13466"/>
                  </a:cubicBezTo>
                  <a:cubicBezTo>
                    <a:pt x="30488" y="13466"/>
                    <a:pt x="30451" y="13465"/>
                    <a:pt x="30413" y="1346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5F7FEF16-0F81-F945-A52F-E3D58E011B68}"/>
                </a:ext>
              </a:extLst>
            </p:cNvPr>
            <p:cNvSpPr/>
            <p:nvPr/>
          </p:nvSpPr>
          <p:spPr>
            <a:xfrm>
              <a:off x="6949742" y="2842771"/>
              <a:ext cx="67643" cy="32382"/>
            </a:xfrm>
            <a:custGeom>
              <a:avLst/>
              <a:gdLst>
                <a:gd name="connsiteX0" fmla="*/ 43062 w 67643"/>
                <a:gd name="connsiteY0" fmla="*/ 32383 h 32382"/>
                <a:gd name="connsiteX1" fmla="*/ 38240 w 67643"/>
                <a:gd name="connsiteY1" fmla="*/ 30380 h 32382"/>
                <a:gd name="connsiteX2" fmla="*/ 36221 w 67643"/>
                <a:gd name="connsiteY2" fmla="*/ 25595 h 32382"/>
                <a:gd name="connsiteX3" fmla="*/ 36221 w 67643"/>
                <a:gd name="connsiteY3" fmla="*/ 13688 h 32382"/>
                <a:gd name="connsiteX4" fmla="*/ 7290 w 67643"/>
                <a:gd name="connsiteY4" fmla="*/ 13688 h 32382"/>
                <a:gd name="connsiteX5" fmla="*/ 8 w 67643"/>
                <a:gd name="connsiteY5" fmla="*/ 7132 h 32382"/>
                <a:gd name="connsiteX6" fmla="*/ 1 w 67643"/>
                <a:gd name="connsiteY6" fmla="*/ 6678 h 32382"/>
                <a:gd name="connsiteX7" fmla="*/ 6728 w 67643"/>
                <a:gd name="connsiteY7" fmla="*/ 0 h 32382"/>
                <a:gd name="connsiteX8" fmla="*/ 6841 w 67643"/>
                <a:gd name="connsiteY8" fmla="*/ 1 h 32382"/>
                <a:gd name="connsiteX9" fmla="*/ 42950 w 67643"/>
                <a:gd name="connsiteY9" fmla="*/ 1 h 32382"/>
                <a:gd name="connsiteX10" fmla="*/ 47772 w 67643"/>
                <a:gd name="connsiteY10" fmla="*/ 1893 h 32382"/>
                <a:gd name="connsiteX11" fmla="*/ 49790 w 67643"/>
                <a:gd name="connsiteY11" fmla="*/ 6678 h 32382"/>
                <a:gd name="connsiteX12" fmla="*/ 49790 w 67643"/>
                <a:gd name="connsiteY12" fmla="*/ 18584 h 32382"/>
                <a:gd name="connsiteX13" fmla="*/ 61677 w 67643"/>
                <a:gd name="connsiteY13" fmla="*/ 18584 h 32382"/>
                <a:gd name="connsiteX14" fmla="*/ 67587 w 67643"/>
                <a:gd name="connsiteY14" fmla="*/ 26184 h 32382"/>
                <a:gd name="connsiteX15" fmla="*/ 61677 w 67643"/>
                <a:gd name="connsiteY15" fmla="*/ 32049 h 3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643" h="32382">
                  <a:moveTo>
                    <a:pt x="43062" y="32383"/>
                  </a:moveTo>
                  <a:cubicBezTo>
                    <a:pt x="41253" y="32363"/>
                    <a:pt x="39523" y="31645"/>
                    <a:pt x="38240" y="30380"/>
                  </a:cubicBezTo>
                  <a:cubicBezTo>
                    <a:pt x="36922" y="29135"/>
                    <a:pt x="36190" y="27400"/>
                    <a:pt x="36221" y="25595"/>
                  </a:cubicBezTo>
                  <a:lnTo>
                    <a:pt x="36221" y="13688"/>
                  </a:lnTo>
                  <a:lnTo>
                    <a:pt x="7290" y="13688"/>
                  </a:lnTo>
                  <a:cubicBezTo>
                    <a:pt x="3455" y="13873"/>
                    <a:pt x="195" y="10938"/>
                    <a:pt x="8" y="7132"/>
                  </a:cubicBezTo>
                  <a:cubicBezTo>
                    <a:pt x="1" y="6981"/>
                    <a:pt x="-2" y="6829"/>
                    <a:pt x="1" y="6678"/>
                  </a:cubicBezTo>
                  <a:cubicBezTo>
                    <a:pt x="1" y="2990"/>
                    <a:pt x="3012" y="1"/>
                    <a:pt x="6728" y="0"/>
                  </a:cubicBezTo>
                  <a:cubicBezTo>
                    <a:pt x="6766" y="0"/>
                    <a:pt x="6804" y="0"/>
                    <a:pt x="6841" y="1"/>
                  </a:cubicBezTo>
                  <a:lnTo>
                    <a:pt x="42950" y="1"/>
                  </a:lnTo>
                  <a:cubicBezTo>
                    <a:pt x="44723" y="88"/>
                    <a:pt x="46418" y="753"/>
                    <a:pt x="47772" y="1893"/>
                  </a:cubicBezTo>
                  <a:cubicBezTo>
                    <a:pt x="49027" y="3179"/>
                    <a:pt x="49747" y="4888"/>
                    <a:pt x="49790" y="6678"/>
                  </a:cubicBezTo>
                  <a:lnTo>
                    <a:pt x="49790" y="18584"/>
                  </a:lnTo>
                  <a:lnTo>
                    <a:pt x="61677" y="18584"/>
                  </a:lnTo>
                  <a:cubicBezTo>
                    <a:pt x="65424" y="19063"/>
                    <a:pt x="68070" y="22466"/>
                    <a:pt x="67587" y="26184"/>
                  </a:cubicBezTo>
                  <a:cubicBezTo>
                    <a:pt x="67190" y="29245"/>
                    <a:pt x="64761" y="31655"/>
                    <a:pt x="61677" y="3204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E59CAE25-34E2-544D-890B-834C8B3DA97B}"/>
                </a:ext>
              </a:extLst>
            </p:cNvPr>
            <p:cNvSpPr/>
            <p:nvPr/>
          </p:nvSpPr>
          <p:spPr>
            <a:xfrm>
              <a:off x="6986076" y="2923004"/>
              <a:ext cx="60778" cy="13575"/>
            </a:xfrm>
            <a:custGeom>
              <a:avLst/>
              <a:gdLst>
                <a:gd name="connsiteX0" fmla="*/ 6840 w 60778"/>
                <a:gd name="connsiteY0" fmla="*/ 13576 h 13575"/>
                <a:gd name="connsiteX1" fmla="*/ 0 w 60778"/>
                <a:gd name="connsiteY1" fmla="*/ 6788 h 13575"/>
                <a:gd name="connsiteX2" fmla="*/ 6840 w 60778"/>
                <a:gd name="connsiteY2" fmla="*/ 0 h 13575"/>
                <a:gd name="connsiteX3" fmla="*/ 53938 w 60778"/>
                <a:gd name="connsiteY3" fmla="*/ 0 h 13575"/>
                <a:gd name="connsiteX4" fmla="*/ 60779 w 60778"/>
                <a:gd name="connsiteY4" fmla="*/ 6788 h 13575"/>
                <a:gd name="connsiteX5" fmla="*/ 53938 w 60778"/>
                <a:gd name="connsiteY5" fmla="*/ 13576 h 1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78" h="13575">
                  <a:moveTo>
                    <a:pt x="6840" y="13576"/>
                  </a:moveTo>
                  <a:cubicBezTo>
                    <a:pt x="3088" y="13516"/>
                    <a:pt x="60" y="10512"/>
                    <a:pt x="0" y="6788"/>
                  </a:cubicBezTo>
                  <a:cubicBezTo>
                    <a:pt x="0" y="3039"/>
                    <a:pt x="3063" y="0"/>
                    <a:pt x="6840" y="0"/>
                  </a:cubicBezTo>
                  <a:lnTo>
                    <a:pt x="53938" y="0"/>
                  </a:lnTo>
                  <a:cubicBezTo>
                    <a:pt x="57716" y="0"/>
                    <a:pt x="60779" y="3039"/>
                    <a:pt x="60779" y="6788"/>
                  </a:cubicBezTo>
                  <a:cubicBezTo>
                    <a:pt x="60718" y="10512"/>
                    <a:pt x="57691" y="13516"/>
                    <a:pt x="53938" y="1357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6C82D890-AAF0-2045-B73A-30BE4116E528}"/>
                </a:ext>
              </a:extLst>
            </p:cNvPr>
            <p:cNvSpPr/>
            <p:nvPr/>
          </p:nvSpPr>
          <p:spPr>
            <a:xfrm>
              <a:off x="7011979" y="2977864"/>
              <a:ext cx="167757" cy="13464"/>
            </a:xfrm>
            <a:custGeom>
              <a:avLst/>
              <a:gdLst>
                <a:gd name="connsiteX0" fmla="*/ 6728 w 167757"/>
                <a:gd name="connsiteY0" fmla="*/ 13465 h 13464"/>
                <a:gd name="connsiteX1" fmla="*/ 0 w 167757"/>
                <a:gd name="connsiteY1" fmla="*/ 6788 h 13464"/>
                <a:gd name="connsiteX2" fmla="*/ 6728 w 167757"/>
                <a:gd name="connsiteY2" fmla="*/ 0 h 13464"/>
                <a:gd name="connsiteX3" fmla="*/ 160917 w 167757"/>
                <a:gd name="connsiteY3" fmla="*/ 0 h 13464"/>
                <a:gd name="connsiteX4" fmla="*/ 167758 w 167757"/>
                <a:gd name="connsiteY4" fmla="*/ 6677 h 13464"/>
                <a:gd name="connsiteX5" fmla="*/ 160917 w 167757"/>
                <a:gd name="connsiteY5" fmla="*/ 13465 h 13464"/>
                <a:gd name="connsiteX6" fmla="*/ 6840 w 167757"/>
                <a:gd name="connsiteY6" fmla="*/ 13465 h 1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757" h="13464">
                  <a:moveTo>
                    <a:pt x="6728" y="13465"/>
                  </a:moveTo>
                  <a:cubicBezTo>
                    <a:pt x="3012" y="13465"/>
                    <a:pt x="0" y="10475"/>
                    <a:pt x="0" y="6788"/>
                  </a:cubicBezTo>
                  <a:cubicBezTo>
                    <a:pt x="-1" y="3082"/>
                    <a:pt x="2994" y="61"/>
                    <a:pt x="6728" y="0"/>
                  </a:cubicBezTo>
                  <a:lnTo>
                    <a:pt x="160917" y="0"/>
                  </a:lnTo>
                  <a:cubicBezTo>
                    <a:pt x="164628" y="58"/>
                    <a:pt x="167639" y="2996"/>
                    <a:pt x="167758" y="6677"/>
                  </a:cubicBezTo>
                  <a:cubicBezTo>
                    <a:pt x="167758" y="10426"/>
                    <a:pt x="164695" y="13465"/>
                    <a:pt x="160917" y="13465"/>
                  </a:cubicBezTo>
                  <a:lnTo>
                    <a:pt x="6840" y="13465"/>
                  </a:ln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9" name="Graphic 48">
            <a:extLst>
              <a:ext uri="{FF2B5EF4-FFF2-40B4-BE49-F238E27FC236}">
                <a16:creationId xmlns:a16="http://schemas.microsoft.com/office/drawing/2014/main" id="{C6CD5F92-B93C-664D-B731-E354952085B7}"/>
              </a:ext>
            </a:extLst>
          </p:cNvPr>
          <p:cNvGrpSpPr>
            <a:grpSpLocks noChangeAspect="1"/>
          </p:cNvGrpSpPr>
          <p:nvPr/>
        </p:nvGrpSpPr>
        <p:grpSpPr>
          <a:xfrm>
            <a:off x="6879159" y="4446053"/>
            <a:ext cx="327779" cy="416326"/>
            <a:chOff x="6934951" y="2622330"/>
            <a:chExt cx="327779" cy="416326"/>
          </a:xfrm>
          <a:solidFill>
            <a:srgbClr val="FFFFFF"/>
          </a:solidFill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774CF928-31F5-9D45-A9F2-0B00879E1331}"/>
                </a:ext>
              </a:extLst>
            </p:cNvPr>
            <p:cNvSpPr/>
            <p:nvPr/>
          </p:nvSpPr>
          <p:spPr>
            <a:xfrm>
              <a:off x="7021194" y="2622330"/>
              <a:ext cx="153286" cy="218610"/>
            </a:xfrm>
            <a:custGeom>
              <a:avLst/>
              <a:gdLst>
                <a:gd name="connsiteX0" fmla="*/ 76702 w 153286"/>
                <a:gd name="connsiteY0" fmla="*/ 218610 h 218610"/>
                <a:gd name="connsiteX1" fmla="*/ 73820 w 153286"/>
                <a:gd name="connsiteY1" fmla="*/ 218610 h 218610"/>
                <a:gd name="connsiteX2" fmla="*/ 59 w 153286"/>
                <a:gd name="connsiteY2" fmla="*/ 140354 h 218610"/>
                <a:gd name="connsiteX3" fmla="*/ 59 w 153286"/>
                <a:gd name="connsiteY3" fmla="*/ 79616 h 218610"/>
                <a:gd name="connsiteX4" fmla="*/ 73672 w 153286"/>
                <a:gd name="connsiteY4" fmla="*/ 59 h 218610"/>
                <a:gd name="connsiteX5" fmla="*/ 153229 w 153286"/>
                <a:gd name="connsiteY5" fmla="*/ 73672 h 218610"/>
                <a:gd name="connsiteX6" fmla="*/ 153229 w 153286"/>
                <a:gd name="connsiteY6" fmla="*/ 79616 h 218610"/>
                <a:gd name="connsiteX7" fmla="*/ 153229 w 153286"/>
                <a:gd name="connsiteY7" fmla="*/ 142082 h 218610"/>
                <a:gd name="connsiteX8" fmla="*/ 76702 w 153286"/>
                <a:gd name="connsiteY8" fmla="*/ 218610 h 218610"/>
                <a:gd name="connsiteX9" fmla="*/ 76702 w 153286"/>
                <a:gd name="connsiteY9" fmla="*/ 16918 h 218610"/>
                <a:gd name="connsiteX10" fmla="*/ 14004 w 153286"/>
                <a:gd name="connsiteY10" fmla="*/ 79616 h 218610"/>
                <a:gd name="connsiteX11" fmla="*/ 14004 w 153286"/>
                <a:gd name="connsiteY11" fmla="*/ 140354 h 218610"/>
                <a:gd name="connsiteX12" fmla="*/ 74397 w 153286"/>
                <a:gd name="connsiteY12" fmla="*/ 204665 h 218610"/>
                <a:gd name="connsiteX13" fmla="*/ 139241 w 153286"/>
                <a:gd name="connsiteY13" fmla="*/ 144430 h 218610"/>
                <a:gd name="connsiteX14" fmla="*/ 139284 w 153286"/>
                <a:gd name="connsiteY14" fmla="*/ 142082 h 218610"/>
                <a:gd name="connsiteX15" fmla="*/ 139284 w 153286"/>
                <a:gd name="connsiteY15" fmla="*/ 79616 h 218610"/>
                <a:gd name="connsiteX16" fmla="*/ 76702 w 153286"/>
                <a:gd name="connsiteY16" fmla="*/ 16918 h 21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286" h="218610">
                  <a:moveTo>
                    <a:pt x="76702" y="218610"/>
                  </a:moveTo>
                  <a:lnTo>
                    <a:pt x="73820" y="218610"/>
                  </a:lnTo>
                  <a:cubicBezTo>
                    <a:pt x="32339" y="216282"/>
                    <a:pt x="-68" y="181900"/>
                    <a:pt x="59" y="140354"/>
                  </a:cubicBezTo>
                  <a:lnTo>
                    <a:pt x="59" y="79616"/>
                  </a:lnTo>
                  <a:cubicBezTo>
                    <a:pt x="-1582" y="37319"/>
                    <a:pt x="31376" y="1700"/>
                    <a:pt x="73672" y="59"/>
                  </a:cubicBezTo>
                  <a:cubicBezTo>
                    <a:pt x="115969" y="-1582"/>
                    <a:pt x="151588" y="31376"/>
                    <a:pt x="153229" y="73672"/>
                  </a:cubicBezTo>
                  <a:cubicBezTo>
                    <a:pt x="153306" y="75653"/>
                    <a:pt x="153306" y="77635"/>
                    <a:pt x="153229" y="79616"/>
                  </a:cubicBezTo>
                  <a:lnTo>
                    <a:pt x="153229" y="142082"/>
                  </a:lnTo>
                  <a:cubicBezTo>
                    <a:pt x="153229" y="184347"/>
                    <a:pt x="118967" y="218610"/>
                    <a:pt x="76702" y="218610"/>
                  </a:cubicBezTo>
                  <a:close/>
                  <a:moveTo>
                    <a:pt x="76702" y="16918"/>
                  </a:moveTo>
                  <a:cubicBezTo>
                    <a:pt x="42101" y="16982"/>
                    <a:pt x="14068" y="45015"/>
                    <a:pt x="14004" y="79616"/>
                  </a:cubicBezTo>
                  <a:lnTo>
                    <a:pt x="14004" y="140354"/>
                  </a:lnTo>
                  <a:cubicBezTo>
                    <a:pt x="13767" y="174464"/>
                    <a:pt x="40338" y="202760"/>
                    <a:pt x="74397" y="204665"/>
                  </a:cubicBezTo>
                  <a:cubicBezTo>
                    <a:pt x="108936" y="205938"/>
                    <a:pt x="137968" y="178970"/>
                    <a:pt x="139241" y="144430"/>
                  </a:cubicBezTo>
                  <a:cubicBezTo>
                    <a:pt x="139270" y="143648"/>
                    <a:pt x="139284" y="142865"/>
                    <a:pt x="139284" y="142082"/>
                  </a:cubicBezTo>
                  <a:lnTo>
                    <a:pt x="139284" y="79616"/>
                  </a:lnTo>
                  <a:cubicBezTo>
                    <a:pt x="139284" y="45034"/>
                    <a:pt x="111283" y="16982"/>
                    <a:pt x="76702" y="1691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2E892D9-BB5B-BA43-B012-992916FC8C00}"/>
                </a:ext>
              </a:extLst>
            </p:cNvPr>
            <p:cNvSpPr/>
            <p:nvPr/>
          </p:nvSpPr>
          <p:spPr>
            <a:xfrm>
              <a:off x="7024462" y="2669164"/>
              <a:ext cx="145425" cy="31744"/>
            </a:xfrm>
            <a:custGeom>
              <a:avLst/>
              <a:gdLst>
                <a:gd name="connsiteX0" fmla="*/ 92681 w 145425"/>
                <a:gd name="connsiteY0" fmla="*/ 31744 h 31744"/>
                <a:gd name="connsiteX1" fmla="*/ 64098 w 145425"/>
                <a:gd name="connsiteY1" fmla="*/ 25290 h 31744"/>
                <a:gd name="connsiteX2" fmla="*/ 10160 w 145425"/>
                <a:gd name="connsiteY2" fmla="*/ 17914 h 31744"/>
                <a:gd name="connsiteX3" fmla="*/ 825 w 145425"/>
                <a:gd name="connsiteY3" fmla="*/ 14687 h 31744"/>
                <a:gd name="connsiteX4" fmla="*/ 3591 w 145425"/>
                <a:gd name="connsiteY4" fmla="*/ 5352 h 31744"/>
                <a:gd name="connsiteX5" fmla="*/ 69630 w 145425"/>
                <a:gd name="connsiteY5" fmla="*/ 12497 h 31744"/>
                <a:gd name="connsiteX6" fmla="*/ 133250 w 145425"/>
                <a:gd name="connsiteY6" fmla="*/ 2240 h 31744"/>
                <a:gd name="connsiteX7" fmla="*/ 143186 w 145425"/>
                <a:gd name="connsiteY7" fmla="*/ 1885 h 31744"/>
                <a:gd name="connsiteX8" fmla="*/ 143541 w 145425"/>
                <a:gd name="connsiteY8" fmla="*/ 11821 h 31744"/>
                <a:gd name="connsiteX9" fmla="*/ 142816 w 145425"/>
                <a:gd name="connsiteY9" fmla="*/ 12497 h 31744"/>
                <a:gd name="connsiteX10" fmla="*/ 92681 w 145425"/>
                <a:gd name="connsiteY10" fmla="*/ 31744 h 31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425" h="31744">
                  <a:moveTo>
                    <a:pt x="92681" y="31744"/>
                  </a:moveTo>
                  <a:cubicBezTo>
                    <a:pt x="82792" y="31741"/>
                    <a:pt x="73029" y="29536"/>
                    <a:pt x="64098" y="25290"/>
                  </a:cubicBezTo>
                  <a:cubicBezTo>
                    <a:pt x="29523" y="9040"/>
                    <a:pt x="10391" y="17799"/>
                    <a:pt x="10160" y="17914"/>
                  </a:cubicBezTo>
                  <a:cubicBezTo>
                    <a:pt x="6689" y="19574"/>
                    <a:pt x="2529" y="18136"/>
                    <a:pt x="825" y="14687"/>
                  </a:cubicBezTo>
                  <a:cubicBezTo>
                    <a:pt x="-972" y="11343"/>
                    <a:pt x="263" y="7177"/>
                    <a:pt x="3591" y="5352"/>
                  </a:cubicBezTo>
                  <a:cubicBezTo>
                    <a:pt x="4628" y="5352"/>
                    <a:pt x="28601" y="-6865"/>
                    <a:pt x="69630" y="12497"/>
                  </a:cubicBezTo>
                  <a:cubicBezTo>
                    <a:pt x="103860" y="28517"/>
                    <a:pt x="133019" y="2240"/>
                    <a:pt x="133250" y="2240"/>
                  </a:cubicBezTo>
                  <a:cubicBezTo>
                    <a:pt x="135896" y="-602"/>
                    <a:pt x="140344" y="-761"/>
                    <a:pt x="143186" y="1885"/>
                  </a:cubicBezTo>
                  <a:cubicBezTo>
                    <a:pt x="146028" y="4531"/>
                    <a:pt x="146187" y="8979"/>
                    <a:pt x="143541" y="11821"/>
                  </a:cubicBezTo>
                  <a:cubicBezTo>
                    <a:pt x="143315" y="12063"/>
                    <a:pt x="143073" y="12289"/>
                    <a:pt x="142816" y="12497"/>
                  </a:cubicBezTo>
                  <a:cubicBezTo>
                    <a:pt x="128792" y="24450"/>
                    <a:pt x="111100" y="31242"/>
                    <a:pt x="92681" y="3174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0B953A4C-3D04-5C4B-A52F-51098CC1FD80}"/>
                </a:ext>
              </a:extLst>
            </p:cNvPr>
            <p:cNvSpPr/>
            <p:nvPr/>
          </p:nvSpPr>
          <p:spPr>
            <a:xfrm>
              <a:off x="7160477" y="2693186"/>
              <a:ext cx="32386" cy="61514"/>
            </a:xfrm>
            <a:custGeom>
              <a:avLst/>
              <a:gdLst>
                <a:gd name="connsiteX0" fmla="*/ 8990 w 32386"/>
                <a:gd name="connsiteY0" fmla="*/ 61430 h 61514"/>
                <a:gd name="connsiteX1" fmla="*/ 5648 w 32386"/>
                <a:gd name="connsiteY1" fmla="*/ 61430 h 61514"/>
                <a:gd name="connsiteX2" fmla="*/ 1 w 32386"/>
                <a:gd name="connsiteY2" fmla="*/ 54514 h 61514"/>
                <a:gd name="connsiteX3" fmla="*/ 1 w 32386"/>
                <a:gd name="connsiteY3" fmla="*/ 7030 h 61514"/>
                <a:gd name="connsiteX4" fmla="*/ 5879 w 32386"/>
                <a:gd name="connsiteY4" fmla="*/ 0 h 61514"/>
                <a:gd name="connsiteX5" fmla="*/ 9336 w 32386"/>
                <a:gd name="connsiteY5" fmla="*/ 0 h 61514"/>
                <a:gd name="connsiteX6" fmla="*/ 32387 w 32386"/>
                <a:gd name="connsiteY6" fmla="*/ 30888 h 61514"/>
                <a:gd name="connsiteX7" fmla="*/ 8990 w 32386"/>
                <a:gd name="connsiteY7" fmla="*/ 61430 h 61514"/>
                <a:gd name="connsiteX8" fmla="*/ 13946 w 32386"/>
                <a:gd name="connsiteY8" fmla="*/ 17057 h 61514"/>
                <a:gd name="connsiteX9" fmla="*/ 13946 w 32386"/>
                <a:gd name="connsiteY9" fmla="*/ 43796 h 61514"/>
                <a:gd name="connsiteX10" fmla="*/ 17404 w 32386"/>
                <a:gd name="connsiteY10" fmla="*/ 30542 h 61514"/>
                <a:gd name="connsiteX11" fmla="*/ 13946 w 32386"/>
                <a:gd name="connsiteY11" fmla="*/ 17057 h 6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386" h="61514">
                  <a:moveTo>
                    <a:pt x="8990" y="61430"/>
                  </a:moveTo>
                  <a:cubicBezTo>
                    <a:pt x="7879" y="61543"/>
                    <a:pt x="6759" y="61543"/>
                    <a:pt x="5648" y="61430"/>
                  </a:cubicBezTo>
                  <a:cubicBezTo>
                    <a:pt x="2380" y="60729"/>
                    <a:pt x="34" y="57857"/>
                    <a:pt x="1" y="54514"/>
                  </a:cubicBezTo>
                  <a:lnTo>
                    <a:pt x="1" y="7030"/>
                  </a:lnTo>
                  <a:cubicBezTo>
                    <a:pt x="-46" y="3557"/>
                    <a:pt x="2451" y="569"/>
                    <a:pt x="5879" y="0"/>
                  </a:cubicBezTo>
                  <a:lnTo>
                    <a:pt x="9336" y="0"/>
                  </a:lnTo>
                  <a:cubicBezTo>
                    <a:pt x="22014" y="0"/>
                    <a:pt x="32387" y="13600"/>
                    <a:pt x="32387" y="30888"/>
                  </a:cubicBezTo>
                  <a:cubicBezTo>
                    <a:pt x="32387" y="48176"/>
                    <a:pt x="21668" y="61430"/>
                    <a:pt x="8990" y="61430"/>
                  </a:cubicBezTo>
                  <a:close/>
                  <a:moveTo>
                    <a:pt x="13946" y="17057"/>
                  </a:moveTo>
                  <a:lnTo>
                    <a:pt x="13946" y="43796"/>
                  </a:lnTo>
                  <a:cubicBezTo>
                    <a:pt x="16457" y="39848"/>
                    <a:pt x="17666" y="35213"/>
                    <a:pt x="17404" y="30542"/>
                  </a:cubicBezTo>
                  <a:cubicBezTo>
                    <a:pt x="17669" y="25798"/>
                    <a:pt x="16461" y="21088"/>
                    <a:pt x="13946" y="17057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2CB1B83E-2E73-F347-86A3-B5A2331AF4BE}"/>
                </a:ext>
              </a:extLst>
            </p:cNvPr>
            <p:cNvSpPr/>
            <p:nvPr/>
          </p:nvSpPr>
          <p:spPr>
            <a:xfrm>
              <a:off x="7003273" y="2692751"/>
              <a:ext cx="32041" cy="61864"/>
            </a:xfrm>
            <a:custGeom>
              <a:avLst/>
              <a:gdLst>
                <a:gd name="connsiteX0" fmla="*/ 23051 w 32041"/>
                <a:gd name="connsiteY0" fmla="*/ 61865 h 61864"/>
                <a:gd name="connsiteX1" fmla="*/ 0 w 32041"/>
                <a:gd name="connsiteY1" fmla="*/ 30977 h 61864"/>
                <a:gd name="connsiteX2" fmla="*/ 23051 w 32041"/>
                <a:gd name="connsiteY2" fmla="*/ 89 h 61864"/>
                <a:gd name="connsiteX3" fmla="*/ 26393 w 32041"/>
                <a:gd name="connsiteY3" fmla="*/ 89 h 61864"/>
                <a:gd name="connsiteX4" fmla="*/ 32040 w 32041"/>
                <a:gd name="connsiteY4" fmla="*/ 7120 h 61864"/>
                <a:gd name="connsiteX5" fmla="*/ 32040 w 32041"/>
                <a:gd name="connsiteY5" fmla="*/ 54258 h 61864"/>
                <a:gd name="connsiteX6" fmla="*/ 26393 w 32041"/>
                <a:gd name="connsiteY6" fmla="*/ 61173 h 61864"/>
                <a:gd name="connsiteX7" fmla="*/ 23051 w 32041"/>
                <a:gd name="connsiteY7" fmla="*/ 61865 h 61864"/>
                <a:gd name="connsiteX8" fmla="*/ 17979 w 32041"/>
                <a:gd name="connsiteY8" fmla="*/ 17492 h 61864"/>
                <a:gd name="connsiteX9" fmla="*/ 14176 w 32041"/>
                <a:gd name="connsiteY9" fmla="*/ 30977 h 61864"/>
                <a:gd name="connsiteX10" fmla="*/ 17979 w 32041"/>
                <a:gd name="connsiteY10" fmla="*/ 44462 h 61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041" h="61864">
                  <a:moveTo>
                    <a:pt x="23051" y="61865"/>
                  </a:moveTo>
                  <a:cubicBezTo>
                    <a:pt x="10257" y="61865"/>
                    <a:pt x="0" y="48265"/>
                    <a:pt x="0" y="30977"/>
                  </a:cubicBezTo>
                  <a:cubicBezTo>
                    <a:pt x="0" y="13689"/>
                    <a:pt x="10027" y="89"/>
                    <a:pt x="23051" y="89"/>
                  </a:cubicBezTo>
                  <a:cubicBezTo>
                    <a:pt x="24161" y="-30"/>
                    <a:pt x="25282" y="-30"/>
                    <a:pt x="26393" y="89"/>
                  </a:cubicBezTo>
                  <a:cubicBezTo>
                    <a:pt x="29728" y="758"/>
                    <a:pt x="32107" y="3719"/>
                    <a:pt x="32040" y="7120"/>
                  </a:cubicBezTo>
                  <a:lnTo>
                    <a:pt x="32040" y="54258"/>
                  </a:lnTo>
                  <a:cubicBezTo>
                    <a:pt x="32051" y="57616"/>
                    <a:pt x="29685" y="60513"/>
                    <a:pt x="26393" y="61173"/>
                  </a:cubicBezTo>
                  <a:cubicBezTo>
                    <a:pt x="25308" y="61527"/>
                    <a:pt x="24187" y="61759"/>
                    <a:pt x="23051" y="61865"/>
                  </a:cubicBezTo>
                  <a:close/>
                  <a:moveTo>
                    <a:pt x="17979" y="17492"/>
                  </a:moveTo>
                  <a:cubicBezTo>
                    <a:pt x="15343" y="21484"/>
                    <a:pt x="14014" y="26196"/>
                    <a:pt x="14176" y="30977"/>
                  </a:cubicBezTo>
                  <a:cubicBezTo>
                    <a:pt x="14073" y="35750"/>
                    <a:pt x="15397" y="40446"/>
                    <a:pt x="17979" y="44462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F1CCF1B3-BEAD-BE47-B344-0C2DDB368637}"/>
                </a:ext>
              </a:extLst>
            </p:cNvPr>
            <p:cNvSpPr/>
            <p:nvPr/>
          </p:nvSpPr>
          <p:spPr>
            <a:xfrm>
              <a:off x="7062398" y="2819163"/>
              <a:ext cx="74340" cy="64880"/>
            </a:xfrm>
            <a:custGeom>
              <a:avLst/>
              <a:gdLst>
                <a:gd name="connsiteX0" fmla="*/ 37342 w 74340"/>
                <a:gd name="connsiteY0" fmla="*/ 64881 h 64880"/>
                <a:gd name="connsiteX1" fmla="*/ 0 w 74340"/>
                <a:gd name="connsiteY1" fmla="*/ 42752 h 64880"/>
                <a:gd name="connsiteX2" fmla="*/ 0 w 74340"/>
                <a:gd name="connsiteY2" fmla="*/ 8177 h 64880"/>
                <a:gd name="connsiteX3" fmla="*/ 3227 w 74340"/>
                <a:gd name="connsiteY3" fmla="*/ 2299 h 64880"/>
                <a:gd name="connsiteX4" fmla="*/ 9912 w 74340"/>
                <a:gd name="connsiteY4" fmla="*/ 2299 h 64880"/>
                <a:gd name="connsiteX5" fmla="*/ 32962 w 74340"/>
                <a:gd name="connsiteY5" fmla="*/ 7831 h 64880"/>
                <a:gd name="connsiteX6" fmla="*/ 64196 w 74340"/>
                <a:gd name="connsiteY6" fmla="*/ 801 h 64880"/>
                <a:gd name="connsiteX7" fmla="*/ 73539 w 74340"/>
                <a:gd name="connsiteY7" fmla="*/ 3689 h 64880"/>
                <a:gd name="connsiteX8" fmla="*/ 74338 w 74340"/>
                <a:gd name="connsiteY8" fmla="*/ 6909 h 64880"/>
                <a:gd name="connsiteX9" fmla="*/ 74338 w 74340"/>
                <a:gd name="connsiteY9" fmla="*/ 42752 h 64880"/>
                <a:gd name="connsiteX10" fmla="*/ 37342 w 74340"/>
                <a:gd name="connsiteY10" fmla="*/ 64881 h 64880"/>
                <a:gd name="connsiteX11" fmla="*/ 14291 w 74340"/>
                <a:gd name="connsiteY11" fmla="*/ 18780 h 64880"/>
                <a:gd name="connsiteX12" fmla="*/ 14291 w 74340"/>
                <a:gd name="connsiteY12" fmla="*/ 42868 h 64880"/>
                <a:gd name="connsiteX13" fmla="*/ 37342 w 74340"/>
                <a:gd name="connsiteY13" fmla="*/ 51051 h 64880"/>
                <a:gd name="connsiteX14" fmla="*/ 60392 w 74340"/>
                <a:gd name="connsiteY14" fmla="*/ 42868 h 64880"/>
                <a:gd name="connsiteX15" fmla="*/ 60392 w 74340"/>
                <a:gd name="connsiteY15" fmla="*/ 17512 h 64880"/>
                <a:gd name="connsiteX16" fmla="*/ 32386 w 74340"/>
                <a:gd name="connsiteY16" fmla="*/ 21777 h 64880"/>
                <a:gd name="connsiteX17" fmla="*/ 13946 w 74340"/>
                <a:gd name="connsiteY17" fmla="*/ 18665 h 6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4340" h="64880">
                  <a:moveTo>
                    <a:pt x="37342" y="64881"/>
                  </a:moveTo>
                  <a:cubicBezTo>
                    <a:pt x="16020" y="64881"/>
                    <a:pt x="0" y="55315"/>
                    <a:pt x="0" y="42752"/>
                  </a:cubicBezTo>
                  <a:lnTo>
                    <a:pt x="0" y="8177"/>
                  </a:lnTo>
                  <a:cubicBezTo>
                    <a:pt x="12" y="5798"/>
                    <a:pt x="1226" y="3586"/>
                    <a:pt x="3227" y="2299"/>
                  </a:cubicBezTo>
                  <a:cubicBezTo>
                    <a:pt x="5307" y="1150"/>
                    <a:pt x="7831" y="1150"/>
                    <a:pt x="9912" y="2299"/>
                  </a:cubicBezTo>
                  <a:cubicBezTo>
                    <a:pt x="17174" y="5592"/>
                    <a:pt x="24997" y="7469"/>
                    <a:pt x="32962" y="7831"/>
                  </a:cubicBezTo>
                  <a:cubicBezTo>
                    <a:pt x="43802" y="8183"/>
                    <a:pt x="54552" y="5763"/>
                    <a:pt x="64196" y="801"/>
                  </a:cubicBezTo>
                  <a:cubicBezTo>
                    <a:pt x="67573" y="-982"/>
                    <a:pt x="71756" y="312"/>
                    <a:pt x="73539" y="3689"/>
                  </a:cubicBezTo>
                  <a:cubicBezTo>
                    <a:pt x="74062" y="4682"/>
                    <a:pt x="74337" y="5787"/>
                    <a:pt x="74338" y="6909"/>
                  </a:cubicBezTo>
                  <a:lnTo>
                    <a:pt x="74338" y="42752"/>
                  </a:lnTo>
                  <a:cubicBezTo>
                    <a:pt x="74568" y="55315"/>
                    <a:pt x="58548" y="64881"/>
                    <a:pt x="37342" y="64881"/>
                  </a:cubicBezTo>
                  <a:close/>
                  <a:moveTo>
                    <a:pt x="14291" y="18780"/>
                  </a:moveTo>
                  <a:lnTo>
                    <a:pt x="14291" y="42868"/>
                  </a:lnTo>
                  <a:cubicBezTo>
                    <a:pt x="14291" y="44942"/>
                    <a:pt x="22359" y="51051"/>
                    <a:pt x="37342" y="51051"/>
                  </a:cubicBezTo>
                  <a:cubicBezTo>
                    <a:pt x="52325" y="51051"/>
                    <a:pt x="60392" y="44942"/>
                    <a:pt x="60392" y="42868"/>
                  </a:cubicBezTo>
                  <a:lnTo>
                    <a:pt x="60392" y="17512"/>
                  </a:lnTo>
                  <a:cubicBezTo>
                    <a:pt x="51401" y="20654"/>
                    <a:pt x="41905" y="22100"/>
                    <a:pt x="32386" y="21777"/>
                  </a:cubicBezTo>
                  <a:cubicBezTo>
                    <a:pt x="26132" y="21527"/>
                    <a:pt x="19935" y="20481"/>
                    <a:pt x="13946" y="1866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1E239B35-8531-E647-A8B7-E2BF82D922DE}"/>
                </a:ext>
              </a:extLst>
            </p:cNvPr>
            <p:cNvSpPr/>
            <p:nvPr/>
          </p:nvSpPr>
          <p:spPr>
            <a:xfrm>
              <a:off x="6951002" y="2850717"/>
              <a:ext cx="297360" cy="187880"/>
            </a:xfrm>
            <a:custGeom>
              <a:avLst/>
              <a:gdLst>
                <a:gd name="connsiteX0" fmla="*/ 290383 w 297360"/>
                <a:gd name="connsiteY0" fmla="*/ 187881 h 187880"/>
                <a:gd name="connsiteX1" fmla="*/ 6977 w 297360"/>
                <a:gd name="connsiteY1" fmla="*/ 187881 h 187880"/>
                <a:gd name="connsiteX2" fmla="*/ 1561 w 297360"/>
                <a:gd name="connsiteY2" fmla="*/ 185230 h 187880"/>
                <a:gd name="connsiteX3" fmla="*/ 178 w 297360"/>
                <a:gd name="connsiteY3" fmla="*/ 179352 h 187880"/>
                <a:gd name="connsiteX4" fmla="*/ 28069 w 297360"/>
                <a:gd name="connsiteY4" fmla="*/ 55341 h 187880"/>
                <a:gd name="connsiteX5" fmla="*/ 70136 w 297360"/>
                <a:gd name="connsiteY5" fmla="*/ 11775 h 187880"/>
                <a:gd name="connsiteX6" fmla="*/ 116237 w 297360"/>
                <a:gd name="connsiteY6" fmla="*/ 250 h 187880"/>
                <a:gd name="connsiteX7" fmla="*/ 122345 w 297360"/>
                <a:gd name="connsiteY7" fmla="*/ 1518 h 187880"/>
                <a:gd name="connsiteX8" fmla="*/ 124996 w 297360"/>
                <a:gd name="connsiteY8" fmla="*/ 6935 h 187880"/>
                <a:gd name="connsiteX9" fmla="*/ 124996 w 297360"/>
                <a:gd name="connsiteY9" fmla="*/ 11775 h 187880"/>
                <a:gd name="connsiteX10" fmla="*/ 148047 w 297360"/>
                <a:gd name="connsiteY10" fmla="*/ 19958 h 187880"/>
                <a:gd name="connsiteX11" fmla="*/ 171097 w 297360"/>
                <a:gd name="connsiteY11" fmla="*/ 11775 h 187880"/>
                <a:gd name="connsiteX12" fmla="*/ 171097 w 297360"/>
                <a:gd name="connsiteY12" fmla="*/ 6935 h 187880"/>
                <a:gd name="connsiteX13" fmla="*/ 173863 w 297360"/>
                <a:gd name="connsiteY13" fmla="*/ 1518 h 187880"/>
                <a:gd name="connsiteX14" fmla="*/ 179856 w 297360"/>
                <a:gd name="connsiteY14" fmla="*/ 250 h 187880"/>
                <a:gd name="connsiteX15" fmla="*/ 225957 w 297360"/>
                <a:gd name="connsiteY15" fmla="*/ 11775 h 187880"/>
                <a:gd name="connsiteX16" fmla="*/ 268140 w 297360"/>
                <a:gd name="connsiteY16" fmla="*/ 55341 h 187880"/>
                <a:gd name="connsiteX17" fmla="*/ 297183 w 297360"/>
                <a:gd name="connsiteY17" fmla="*/ 179352 h 187880"/>
                <a:gd name="connsiteX18" fmla="*/ 295800 w 297360"/>
                <a:gd name="connsiteY18" fmla="*/ 185230 h 187880"/>
                <a:gd name="connsiteX19" fmla="*/ 290383 w 297360"/>
                <a:gd name="connsiteY19" fmla="*/ 187881 h 187880"/>
                <a:gd name="connsiteX20" fmla="*/ 15737 w 297360"/>
                <a:gd name="connsiteY20" fmla="*/ 173935 h 187880"/>
                <a:gd name="connsiteX21" fmla="*/ 281624 w 297360"/>
                <a:gd name="connsiteY21" fmla="*/ 173935 h 187880"/>
                <a:gd name="connsiteX22" fmla="*/ 255808 w 297360"/>
                <a:gd name="connsiteY22" fmla="*/ 58683 h 187880"/>
                <a:gd name="connsiteX23" fmla="*/ 223767 w 297360"/>
                <a:gd name="connsiteY23" fmla="*/ 25605 h 187880"/>
                <a:gd name="connsiteX24" fmla="*/ 185388 w 297360"/>
                <a:gd name="connsiteY24" fmla="*/ 15579 h 187880"/>
                <a:gd name="connsiteX25" fmla="*/ 148738 w 297360"/>
                <a:gd name="connsiteY25" fmla="*/ 33673 h 187880"/>
                <a:gd name="connsiteX26" fmla="*/ 111627 w 297360"/>
                <a:gd name="connsiteY26" fmla="*/ 15233 h 187880"/>
                <a:gd name="connsiteX27" fmla="*/ 73363 w 297360"/>
                <a:gd name="connsiteY27" fmla="*/ 25260 h 187880"/>
                <a:gd name="connsiteX28" fmla="*/ 41323 w 297360"/>
                <a:gd name="connsiteY28" fmla="*/ 58337 h 18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97360" h="187880">
                  <a:moveTo>
                    <a:pt x="290383" y="187881"/>
                  </a:moveTo>
                  <a:lnTo>
                    <a:pt x="6977" y="187881"/>
                  </a:lnTo>
                  <a:cubicBezTo>
                    <a:pt x="4865" y="187856"/>
                    <a:pt x="2876" y="186883"/>
                    <a:pt x="1561" y="185230"/>
                  </a:cubicBezTo>
                  <a:cubicBezTo>
                    <a:pt x="207" y="183594"/>
                    <a:pt x="-304" y="181420"/>
                    <a:pt x="178" y="179352"/>
                  </a:cubicBezTo>
                  <a:lnTo>
                    <a:pt x="28069" y="55341"/>
                  </a:lnTo>
                  <a:cubicBezTo>
                    <a:pt x="32715" y="34027"/>
                    <a:pt x="48998" y="17164"/>
                    <a:pt x="70136" y="11775"/>
                  </a:cubicBezTo>
                  <a:lnTo>
                    <a:pt x="116237" y="250"/>
                  </a:lnTo>
                  <a:cubicBezTo>
                    <a:pt x="118358" y="-342"/>
                    <a:pt x="120634" y="131"/>
                    <a:pt x="122345" y="1518"/>
                  </a:cubicBezTo>
                  <a:cubicBezTo>
                    <a:pt x="124039" y="2800"/>
                    <a:pt x="125023" y="4810"/>
                    <a:pt x="124996" y="6935"/>
                  </a:cubicBezTo>
                  <a:lnTo>
                    <a:pt x="124996" y="11775"/>
                  </a:lnTo>
                  <a:cubicBezTo>
                    <a:pt x="124996" y="13850"/>
                    <a:pt x="133064" y="19958"/>
                    <a:pt x="148047" y="19958"/>
                  </a:cubicBezTo>
                  <a:cubicBezTo>
                    <a:pt x="163029" y="19958"/>
                    <a:pt x="171097" y="13850"/>
                    <a:pt x="171097" y="11775"/>
                  </a:cubicBezTo>
                  <a:lnTo>
                    <a:pt x="171097" y="6935"/>
                  </a:lnTo>
                  <a:cubicBezTo>
                    <a:pt x="171115" y="4794"/>
                    <a:pt x="172140" y="2787"/>
                    <a:pt x="173863" y="1518"/>
                  </a:cubicBezTo>
                  <a:cubicBezTo>
                    <a:pt x="175529" y="133"/>
                    <a:pt x="177772" y="-342"/>
                    <a:pt x="179856" y="250"/>
                  </a:cubicBezTo>
                  <a:lnTo>
                    <a:pt x="225957" y="11775"/>
                  </a:lnTo>
                  <a:cubicBezTo>
                    <a:pt x="247140" y="17126"/>
                    <a:pt x="263474" y="33997"/>
                    <a:pt x="268140" y="55341"/>
                  </a:cubicBezTo>
                  <a:lnTo>
                    <a:pt x="297183" y="179352"/>
                  </a:lnTo>
                  <a:cubicBezTo>
                    <a:pt x="297665" y="181420"/>
                    <a:pt x="297154" y="183594"/>
                    <a:pt x="295800" y="185230"/>
                  </a:cubicBezTo>
                  <a:cubicBezTo>
                    <a:pt x="294485" y="186883"/>
                    <a:pt x="292496" y="187856"/>
                    <a:pt x="290383" y="187881"/>
                  </a:cubicBezTo>
                  <a:close/>
                  <a:moveTo>
                    <a:pt x="15737" y="173935"/>
                  </a:moveTo>
                  <a:lnTo>
                    <a:pt x="281624" y="173935"/>
                  </a:lnTo>
                  <a:lnTo>
                    <a:pt x="255808" y="58683"/>
                  </a:lnTo>
                  <a:cubicBezTo>
                    <a:pt x="252181" y="42518"/>
                    <a:pt x="239808" y="29745"/>
                    <a:pt x="223767" y="25605"/>
                  </a:cubicBezTo>
                  <a:lnTo>
                    <a:pt x="185388" y="15579"/>
                  </a:lnTo>
                  <a:cubicBezTo>
                    <a:pt x="182276" y="26182"/>
                    <a:pt x="167524" y="33673"/>
                    <a:pt x="148738" y="33673"/>
                  </a:cubicBezTo>
                  <a:cubicBezTo>
                    <a:pt x="129952" y="33673"/>
                    <a:pt x="115084" y="25836"/>
                    <a:pt x="111627" y="15233"/>
                  </a:cubicBezTo>
                  <a:lnTo>
                    <a:pt x="73363" y="25260"/>
                  </a:lnTo>
                  <a:cubicBezTo>
                    <a:pt x="57280" y="29328"/>
                    <a:pt x="44876" y="42133"/>
                    <a:pt x="41323" y="58337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0885D01-993C-9E4D-BCEE-AAD6B6D1E338}"/>
                </a:ext>
              </a:extLst>
            </p:cNvPr>
            <p:cNvSpPr/>
            <p:nvPr/>
          </p:nvSpPr>
          <p:spPr>
            <a:xfrm>
              <a:off x="7154276" y="2955411"/>
              <a:ext cx="25406" cy="83187"/>
            </a:xfrm>
            <a:custGeom>
              <a:avLst/>
              <a:gdLst>
                <a:gd name="connsiteX0" fmla="*/ 18534 w 25406"/>
                <a:gd name="connsiteY0" fmla="*/ 83187 h 83187"/>
                <a:gd name="connsiteX1" fmla="*/ 11619 w 25406"/>
                <a:gd name="connsiteY1" fmla="*/ 77309 h 83187"/>
                <a:gd name="connsiteX2" fmla="*/ 93 w 25406"/>
                <a:gd name="connsiteY2" fmla="*/ 8157 h 83187"/>
                <a:gd name="connsiteX3" fmla="*/ 5856 w 25406"/>
                <a:gd name="connsiteY3" fmla="*/ 90 h 83187"/>
                <a:gd name="connsiteX4" fmla="*/ 13785 w 25406"/>
                <a:gd name="connsiteY4" fmla="*/ 5814 h 83187"/>
                <a:gd name="connsiteX5" fmla="*/ 13809 w 25406"/>
                <a:gd name="connsiteY5" fmla="*/ 5967 h 83187"/>
                <a:gd name="connsiteX6" fmla="*/ 25334 w 25406"/>
                <a:gd name="connsiteY6" fmla="*/ 75119 h 83187"/>
                <a:gd name="connsiteX7" fmla="*/ 19456 w 25406"/>
                <a:gd name="connsiteY7" fmla="*/ 83071 h 83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06" h="83187">
                  <a:moveTo>
                    <a:pt x="18534" y="83187"/>
                  </a:moveTo>
                  <a:cubicBezTo>
                    <a:pt x="15086" y="83226"/>
                    <a:pt x="12136" y="80718"/>
                    <a:pt x="11619" y="77309"/>
                  </a:cubicBezTo>
                  <a:lnTo>
                    <a:pt x="93" y="8157"/>
                  </a:lnTo>
                  <a:cubicBezTo>
                    <a:pt x="-532" y="4341"/>
                    <a:pt x="2043" y="736"/>
                    <a:pt x="5856" y="90"/>
                  </a:cubicBezTo>
                  <a:cubicBezTo>
                    <a:pt x="9626" y="-519"/>
                    <a:pt x="13176" y="2043"/>
                    <a:pt x="13785" y="5814"/>
                  </a:cubicBezTo>
                  <a:cubicBezTo>
                    <a:pt x="13794" y="5865"/>
                    <a:pt x="13801" y="5916"/>
                    <a:pt x="13809" y="5967"/>
                  </a:cubicBezTo>
                  <a:lnTo>
                    <a:pt x="25334" y="75119"/>
                  </a:lnTo>
                  <a:cubicBezTo>
                    <a:pt x="25885" y="78933"/>
                    <a:pt x="23263" y="82479"/>
                    <a:pt x="19456" y="8307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F3F01B46-1B57-DF48-A528-22B3787BE141}"/>
                </a:ext>
              </a:extLst>
            </p:cNvPr>
            <p:cNvSpPr/>
            <p:nvPr/>
          </p:nvSpPr>
          <p:spPr>
            <a:xfrm>
              <a:off x="7019644" y="2954927"/>
              <a:ext cx="25681" cy="83673"/>
            </a:xfrm>
            <a:custGeom>
              <a:avLst/>
              <a:gdLst>
                <a:gd name="connsiteX0" fmla="*/ 7026 w 25681"/>
                <a:gd name="connsiteY0" fmla="*/ 83671 h 83673"/>
                <a:gd name="connsiteX1" fmla="*/ 5873 w 25681"/>
                <a:gd name="connsiteY1" fmla="*/ 83671 h 83673"/>
                <a:gd name="connsiteX2" fmla="*/ 64 w 25681"/>
                <a:gd name="connsiteY2" fmla="*/ 76007 h 83673"/>
                <a:gd name="connsiteX3" fmla="*/ 110 w 25681"/>
                <a:gd name="connsiteY3" fmla="*/ 75719 h 83673"/>
                <a:gd name="connsiteX4" fmla="*/ 11636 w 25681"/>
                <a:gd name="connsiteY4" fmla="*/ 6567 h 83673"/>
                <a:gd name="connsiteX5" fmla="*/ 19114 w 25681"/>
                <a:gd name="connsiteY5" fmla="*/ 16 h 83673"/>
                <a:gd name="connsiteX6" fmla="*/ 25666 w 25681"/>
                <a:gd name="connsiteY6" fmla="*/ 7494 h 83673"/>
                <a:gd name="connsiteX7" fmla="*/ 25466 w 25681"/>
                <a:gd name="connsiteY7" fmla="*/ 8757 h 83673"/>
                <a:gd name="connsiteX8" fmla="*/ 13941 w 25681"/>
                <a:gd name="connsiteY8" fmla="*/ 77908 h 83673"/>
                <a:gd name="connsiteX9" fmla="*/ 7026 w 25681"/>
                <a:gd name="connsiteY9" fmla="*/ 83671 h 8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1" h="83673">
                  <a:moveTo>
                    <a:pt x="7026" y="83671"/>
                  </a:moveTo>
                  <a:lnTo>
                    <a:pt x="5873" y="83671"/>
                  </a:lnTo>
                  <a:cubicBezTo>
                    <a:pt x="2153" y="83159"/>
                    <a:pt x="-448" y="79727"/>
                    <a:pt x="64" y="76007"/>
                  </a:cubicBezTo>
                  <a:cubicBezTo>
                    <a:pt x="78" y="75911"/>
                    <a:pt x="93" y="75814"/>
                    <a:pt x="110" y="75719"/>
                  </a:cubicBezTo>
                  <a:lnTo>
                    <a:pt x="11636" y="6567"/>
                  </a:lnTo>
                  <a:cubicBezTo>
                    <a:pt x="11892" y="2693"/>
                    <a:pt x="15240" y="-240"/>
                    <a:pt x="19114" y="16"/>
                  </a:cubicBezTo>
                  <a:cubicBezTo>
                    <a:pt x="22989" y="272"/>
                    <a:pt x="25922" y="3620"/>
                    <a:pt x="25666" y="7494"/>
                  </a:cubicBezTo>
                  <a:cubicBezTo>
                    <a:pt x="25638" y="7920"/>
                    <a:pt x="25571" y="8343"/>
                    <a:pt x="25466" y="8757"/>
                  </a:cubicBezTo>
                  <a:lnTo>
                    <a:pt x="13941" y="77908"/>
                  </a:lnTo>
                  <a:cubicBezTo>
                    <a:pt x="13419" y="81298"/>
                    <a:pt x="10454" y="83769"/>
                    <a:pt x="7026" y="8367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67294BD-F80E-B344-80A8-5C19DAAFE3F1}"/>
                </a:ext>
              </a:extLst>
            </p:cNvPr>
            <p:cNvSpPr/>
            <p:nvPr/>
          </p:nvSpPr>
          <p:spPr>
            <a:xfrm>
              <a:off x="7074902" y="2870098"/>
              <a:ext cx="49581" cy="150059"/>
            </a:xfrm>
            <a:custGeom>
              <a:avLst/>
              <a:gdLst>
                <a:gd name="connsiteX0" fmla="*/ 24838 w 49581"/>
                <a:gd name="connsiteY0" fmla="*/ 150059 h 150059"/>
                <a:gd name="connsiteX1" fmla="*/ 20113 w 49581"/>
                <a:gd name="connsiteY1" fmla="*/ 148330 h 150059"/>
                <a:gd name="connsiteX2" fmla="*/ 2364 w 49581"/>
                <a:gd name="connsiteY2" fmla="*/ 132310 h 150059"/>
                <a:gd name="connsiteX3" fmla="*/ 59 w 49581"/>
                <a:gd name="connsiteY3" fmla="*/ 126087 h 150059"/>
                <a:gd name="connsiteX4" fmla="*/ 17923 w 49581"/>
                <a:gd name="connsiteY4" fmla="*/ 5878 h 150059"/>
                <a:gd name="connsiteX5" fmla="*/ 24838 w 49581"/>
                <a:gd name="connsiteY5" fmla="*/ 0 h 150059"/>
                <a:gd name="connsiteX6" fmla="*/ 31753 w 49581"/>
                <a:gd name="connsiteY6" fmla="*/ 5878 h 150059"/>
                <a:gd name="connsiteX7" fmla="*/ 49502 w 49581"/>
                <a:gd name="connsiteY7" fmla="*/ 126087 h 150059"/>
                <a:gd name="connsiteX8" fmla="*/ 47312 w 49581"/>
                <a:gd name="connsiteY8" fmla="*/ 132310 h 150059"/>
                <a:gd name="connsiteX9" fmla="*/ 29448 w 49581"/>
                <a:gd name="connsiteY9" fmla="*/ 148330 h 150059"/>
                <a:gd name="connsiteX10" fmla="*/ 24838 w 49581"/>
                <a:gd name="connsiteY10" fmla="*/ 150059 h 150059"/>
                <a:gd name="connsiteX11" fmla="*/ 14465 w 49581"/>
                <a:gd name="connsiteY11" fmla="*/ 124012 h 150059"/>
                <a:gd name="connsiteX12" fmla="*/ 24838 w 49581"/>
                <a:gd name="connsiteY12" fmla="*/ 133348 h 150059"/>
                <a:gd name="connsiteX13" fmla="*/ 35096 w 49581"/>
                <a:gd name="connsiteY13" fmla="*/ 124012 h 150059"/>
                <a:gd name="connsiteX14" fmla="*/ 24838 w 49581"/>
                <a:gd name="connsiteY14" fmla="*/ 54861 h 15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581" h="150059">
                  <a:moveTo>
                    <a:pt x="24838" y="150059"/>
                  </a:moveTo>
                  <a:cubicBezTo>
                    <a:pt x="23107" y="150065"/>
                    <a:pt x="21431" y="149451"/>
                    <a:pt x="20113" y="148330"/>
                  </a:cubicBezTo>
                  <a:lnTo>
                    <a:pt x="2364" y="132310"/>
                  </a:lnTo>
                  <a:cubicBezTo>
                    <a:pt x="620" y="130740"/>
                    <a:pt x="-241" y="128414"/>
                    <a:pt x="59" y="126087"/>
                  </a:cubicBezTo>
                  <a:lnTo>
                    <a:pt x="17923" y="5878"/>
                  </a:lnTo>
                  <a:cubicBezTo>
                    <a:pt x="18440" y="2469"/>
                    <a:pt x="21390" y="-39"/>
                    <a:pt x="24838" y="0"/>
                  </a:cubicBezTo>
                  <a:cubicBezTo>
                    <a:pt x="28268" y="10"/>
                    <a:pt x="31191" y="2494"/>
                    <a:pt x="31753" y="5878"/>
                  </a:cubicBezTo>
                  <a:lnTo>
                    <a:pt x="49502" y="126087"/>
                  </a:lnTo>
                  <a:cubicBezTo>
                    <a:pt x="49851" y="128396"/>
                    <a:pt x="49031" y="130728"/>
                    <a:pt x="47312" y="132310"/>
                  </a:cubicBezTo>
                  <a:lnTo>
                    <a:pt x="29448" y="148330"/>
                  </a:lnTo>
                  <a:cubicBezTo>
                    <a:pt x="28176" y="149453"/>
                    <a:pt x="26535" y="150068"/>
                    <a:pt x="24838" y="150059"/>
                  </a:cubicBezTo>
                  <a:close/>
                  <a:moveTo>
                    <a:pt x="14465" y="124012"/>
                  </a:moveTo>
                  <a:lnTo>
                    <a:pt x="24838" y="133348"/>
                  </a:lnTo>
                  <a:lnTo>
                    <a:pt x="35096" y="124012"/>
                  </a:lnTo>
                  <a:lnTo>
                    <a:pt x="24838" y="54861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8E9349BF-CA3C-574A-9D08-93AD6AC6D432}"/>
                </a:ext>
              </a:extLst>
            </p:cNvPr>
            <p:cNvSpPr/>
            <p:nvPr/>
          </p:nvSpPr>
          <p:spPr>
            <a:xfrm>
              <a:off x="6934951" y="3024595"/>
              <a:ext cx="327779" cy="14061"/>
            </a:xfrm>
            <a:custGeom>
              <a:avLst/>
              <a:gdLst>
                <a:gd name="connsiteX0" fmla="*/ 321647 w 327779"/>
                <a:gd name="connsiteY0" fmla="*/ 14003 h 14061"/>
                <a:gd name="connsiteX1" fmla="*/ 7929 w 327779"/>
                <a:gd name="connsiteY1" fmla="*/ 14003 h 14061"/>
                <a:gd name="connsiteX2" fmla="*/ 58 w 327779"/>
                <a:gd name="connsiteY2" fmla="*/ 7929 h 14061"/>
                <a:gd name="connsiteX3" fmla="*/ 6133 w 327779"/>
                <a:gd name="connsiteY3" fmla="*/ 58 h 14061"/>
                <a:gd name="connsiteX4" fmla="*/ 7929 w 327779"/>
                <a:gd name="connsiteY4" fmla="*/ 58 h 14061"/>
                <a:gd name="connsiteX5" fmla="*/ 321647 w 327779"/>
                <a:gd name="connsiteY5" fmla="*/ 58 h 14061"/>
                <a:gd name="connsiteX6" fmla="*/ 327721 w 327779"/>
                <a:gd name="connsiteY6" fmla="*/ 7929 h 14061"/>
                <a:gd name="connsiteX7" fmla="*/ 321647 w 327779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7779" h="14061">
                  <a:moveTo>
                    <a:pt x="321647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321647" y="58"/>
                  </a:lnTo>
                  <a:cubicBezTo>
                    <a:pt x="325498" y="554"/>
                    <a:pt x="328217" y="4078"/>
                    <a:pt x="327721" y="7929"/>
                  </a:cubicBezTo>
                  <a:cubicBezTo>
                    <a:pt x="327313" y="11099"/>
                    <a:pt x="324817" y="13595"/>
                    <a:pt x="321647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0" name="Graphic 50">
            <a:extLst>
              <a:ext uri="{FF2B5EF4-FFF2-40B4-BE49-F238E27FC236}">
                <a16:creationId xmlns:a16="http://schemas.microsoft.com/office/drawing/2014/main" id="{D8D4F70B-BEB2-8C47-A8CF-F22102319518}"/>
              </a:ext>
            </a:extLst>
          </p:cNvPr>
          <p:cNvGrpSpPr>
            <a:grpSpLocks noChangeAspect="1"/>
          </p:cNvGrpSpPr>
          <p:nvPr/>
        </p:nvGrpSpPr>
        <p:grpSpPr>
          <a:xfrm>
            <a:off x="4845979" y="4382798"/>
            <a:ext cx="372049" cy="412755"/>
            <a:chOff x="6912799" y="2622410"/>
            <a:chExt cx="372049" cy="412755"/>
          </a:xfrm>
          <a:solidFill>
            <a:srgbClr val="FFFFFF"/>
          </a:solidFill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09BBB198-B6D7-CF4E-B3C3-4016563FE914}"/>
                </a:ext>
              </a:extLst>
            </p:cNvPr>
            <p:cNvSpPr/>
            <p:nvPr/>
          </p:nvSpPr>
          <p:spPr>
            <a:xfrm>
              <a:off x="6912799" y="2841727"/>
              <a:ext cx="372049" cy="193438"/>
            </a:xfrm>
            <a:custGeom>
              <a:avLst/>
              <a:gdLst>
                <a:gd name="connsiteX0" fmla="*/ 185969 w 372049"/>
                <a:gd name="connsiteY0" fmla="*/ 193438 h 193438"/>
                <a:gd name="connsiteX1" fmla="*/ 0 w 372049"/>
                <a:gd name="connsiteY1" fmla="*/ 6729 h 193438"/>
                <a:gd name="connsiteX2" fmla="*/ 6705 w 372049"/>
                <a:gd name="connsiteY2" fmla="*/ 0 h 193438"/>
                <a:gd name="connsiteX3" fmla="*/ 6817 w 372049"/>
                <a:gd name="connsiteY3" fmla="*/ 1 h 193438"/>
                <a:gd name="connsiteX4" fmla="*/ 365232 w 372049"/>
                <a:gd name="connsiteY4" fmla="*/ 1 h 193438"/>
                <a:gd name="connsiteX5" fmla="*/ 372048 w 372049"/>
                <a:gd name="connsiteY5" fmla="*/ 6616 h 193438"/>
                <a:gd name="connsiteX6" fmla="*/ 372049 w 372049"/>
                <a:gd name="connsiteY6" fmla="*/ 6729 h 193438"/>
                <a:gd name="connsiteX7" fmla="*/ 185969 w 372049"/>
                <a:gd name="connsiteY7" fmla="*/ 193438 h 193438"/>
                <a:gd name="connsiteX8" fmla="*/ 13635 w 372049"/>
                <a:gd name="connsiteY8" fmla="*/ 14018 h 193438"/>
                <a:gd name="connsiteX9" fmla="*/ 192176 w 372049"/>
                <a:gd name="connsiteY9" fmla="*/ 180706 h 193438"/>
                <a:gd name="connsiteX10" fmla="*/ 358303 w 372049"/>
                <a:gd name="connsiteY10" fmla="*/ 14018 h 1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049" h="193438">
                  <a:moveTo>
                    <a:pt x="185969" y="193438"/>
                  </a:moveTo>
                  <a:cubicBezTo>
                    <a:pt x="83294" y="193253"/>
                    <a:pt x="123" y="109751"/>
                    <a:pt x="0" y="6729"/>
                  </a:cubicBezTo>
                  <a:cubicBezTo>
                    <a:pt x="-1" y="3013"/>
                    <a:pt x="3001" y="1"/>
                    <a:pt x="6705" y="0"/>
                  </a:cubicBezTo>
                  <a:cubicBezTo>
                    <a:pt x="6742" y="0"/>
                    <a:pt x="6780" y="0"/>
                    <a:pt x="6817" y="1"/>
                  </a:cubicBezTo>
                  <a:lnTo>
                    <a:pt x="365232" y="1"/>
                  </a:lnTo>
                  <a:cubicBezTo>
                    <a:pt x="368935" y="-61"/>
                    <a:pt x="371986" y="2901"/>
                    <a:pt x="372048" y="6616"/>
                  </a:cubicBezTo>
                  <a:cubicBezTo>
                    <a:pt x="372049" y="6654"/>
                    <a:pt x="372049" y="6692"/>
                    <a:pt x="372049" y="6729"/>
                  </a:cubicBezTo>
                  <a:cubicBezTo>
                    <a:pt x="371926" y="109795"/>
                    <a:pt x="288687" y="193315"/>
                    <a:pt x="185969" y="193438"/>
                  </a:cubicBezTo>
                  <a:close/>
                  <a:moveTo>
                    <a:pt x="13635" y="14018"/>
                  </a:moveTo>
                  <a:cubicBezTo>
                    <a:pt x="17063" y="109517"/>
                    <a:pt x="96999" y="184146"/>
                    <a:pt x="192176" y="180706"/>
                  </a:cubicBezTo>
                  <a:cubicBezTo>
                    <a:pt x="282543" y="177440"/>
                    <a:pt x="355048" y="104690"/>
                    <a:pt x="358303" y="14018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1AF2A209-94E6-1449-B747-28C809BA35D1}"/>
                </a:ext>
              </a:extLst>
            </p:cNvPr>
            <p:cNvSpPr/>
            <p:nvPr/>
          </p:nvSpPr>
          <p:spPr>
            <a:xfrm>
              <a:off x="6912799" y="2841727"/>
              <a:ext cx="372049" cy="105073"/>
            </a:xfrm>
            <a:custGeom>
              <a:avLst/>
              <a:gdLst>
                <a:gd name="connsiteX0" fmla="*/ 185969 w 372049"/>
                <a:gd name="connsiteY0" fmla="*/ 105074 h 105073"/>
                <a:gd name="connsiteX1" fmla="*/ 0 w 372049"/>
                <a:gd name="connsiteY1" fmla="*/ 6729 h 105073"/>
                <a:gd name="connsiteX2" fmla="*/ 6705 w 372049"/>
                <a:gd name="connsiteY2" fmla="*/ 0 h 105073"/>
                <a:gd name="connsiteX3" fmla="*/ 6817 w 372049"/>
                <a:gd name="connsiteY3" fmla="*/ 1 h 105073"/>
                <a:gd name="connsiteX4" fmla="*/ 365232 w 372049"/>
                <a:gd name="connsiteY4" fmla="*/ 1 h 105073"/>
                <a:gd name="connsiteX5" fmla="*/ 372048 w 372049"/>
                <a:gd name="connsiteY5" fmla="*/ 6616 h 105073"/>
                <a:gd name="connsiteX6" fmla="*/ 372049 w 372049"/>
                <a:gd name="connsiteY6" fmla="*/ 6729 h 105073"/>
                <a:gd name="connsiteX7" fmla="*/ 185969 w 372049"/>
                <a:gd name="connsiteY7" fmla="*/ 105074 h 105073"/>
                <a:gd name="connsiteX8" fmla="*/ 14082 w 372049"/>
                <a:gd name="connsiteY8" fmla="*/ 13570 h 105073"/>
                <a:gd name="connsiteX9" fmla="*/ 185969 w 372049"/>
                <a:gd name="connsiteY9" fmla="*/ 91393 h 105073"/>
                <a:gd name="connsiteX10" fmla="*/ 357632 w 372049"/>
                <a:gd name="connsiteY10" fmla="*/ 13570 h 105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049" h="105073">
                  <a:moveTo>
                    <a:pt x="185969" y="105074"/>
                  </a:moveTo>
                  <a:cubicBezTo>
                    <a:pt x="81697" y="105074"/>
                    <a:pt x="0" y="61901"/>
                    <a:pt x="0" y="6729"/>
                  </a:cubicBezTo>
                  <a:cubicBezTo>
                    <a:pt x="-1" y="3013"/>
                    <a:pt x="3001" y="1"/>
                    <a:pt x="6705" y="0"/>
                  </a:cubicBezTo>
                  <a:cubicBezTo>
                    <a:pt x="6742" y="0"/>
                    <a:pt x="6780" y="0"/>
                    <a:pt x="6817" y="1"/>
                  </a:cubicBezTo>
                  <a:lnTo>
                    <a:pt x="365232" y="1"/>
                  </a:lnTo>
                  <a:cubicBezTo>
                    <a:pt x="368935" y="-61"/>
                    <a:pt x="371986" y="2901"/>
                    <a:pt x="372048" y="6616"/>
                  </a:cubicBezTo>
                  <a:cubicBezTo>
                    <a:pt x="372049" y="6654"/>
                    <a:pt x="372049" y="6692"/>
                    <a:pt x="372049" y="6729"/>
                  </a:cubicBezTo>
                  <a:cubicBezTo>
                    <a:pt x="372049" y="61901"/>
                    <a:pt x="290576" y="105074"/>
                    <a:pt x="185969" y="105074"/>
                  </a:cubicBezTo>
                  <a:close/>
                  <a:moveTo>
                    <a:pt x="14082" y="13570"/>
                  </a:moveTo>
                  <a:cubicBezTo>
                    <a:pt x="21458" y="56406"/>
                    <a:pt x="97231" y="91393"/>
                    <a:pt x="185969" y="91393"/>
                  </a:cubicBezTo>
                  <a:cubicBezTo>
                    <a:pt x="274706" y="91393"/>
                    <a:pt x="350591" y="56406"/>
                    <a:pt x="357632" y="1357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781FBEE8-8C0A-614E-8C1A-6D8A5217370F}"/>
                </a:ext>
              </a:extLst>
            </p:cNvPr>
            <p:cNvSpPr/>
            <p:nvPr/>
          </p:nvSpPr>
          <p:spPr>
            <a:xfrm>
              <a:off x="7092062" y="2842938"/>
              <a:ext cx="13523" cy="192227"/>
            </a:xfrm>
            <a:custGeom>
              <a:avLst/>
              <a:gdLst>
                <a:gd name="connsiteX0" fmla="*/ 6707 w 13523"/>
                <a:gd name="connsiteY0" fmla="*/ 192228 h 192227"/>
                <a:gd name="connsiteX1" fmla="*/ 0 w 13523"/>
                <a:gd name="connsiteY1" fmla="*/ 185500 h 192227"/>
                <a:gd name="connsiteX2" fmla="*/ 1 w 13523"/>
                <a:gd name="connsiteY2" fmla="*/ 185387 h 192227"/>
                <a:gd name="connsiteX3" fmla="*/ 1 w 13523"/>
                <a:gd name="connsiteY3" fmla="*/ 5967 h 192227"/>
                <a:gd name="connsiteX4" fmla="*/ 7633 w 13523"/>
                <a:gd name="connsiteY4" fmla="*/ 57 h 192227"/>
                <a:gd name="connsiteX5" fmla="*/ 13524 w 13523"/>
                <a:gd name="connsiteY5" fmla="*/ 5967 h 192227"/>
                <a:gd name="connsiteX6" fmla="*/ 13524 w 13523"/>
                <a:gd name="connsiteY6" fmla="*/ 185387 h 192227"/>
                <a:gd name="connsiteX7" fmla="*/ 6707 w 13523"/>
                <a:gd name="connsiteY7" fmla="*/ 192228 h 192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3" h="192227">
                  <a:moveTo>
                    <a:pt x="6707" y="192228"/>
                  </a:moveTo>
                  <a:cubicBezTo>
                    <a:pt x="3003" y="192228"/>
                    <a:pt x="1" y="189216"/>
                    <a:pt x="0" y="185500"/>
                  </a:cubicBezTo>
                  <a:cubicBezTo>
                    <a:pt x="0" y="185463"/>
                    <a:pt x="0" y="185425"/>
                    <a:pt x="1" y="185387"/>
                  </a:cubicBezTo>
                  <a:lnTo>
                    <a:pt x="1" y="5967"/>
                  </a:lnTo>
                  <a:cubicBezTo>
                    <a:pt x="482" y="2220"/>
                    <a:pt x="3899" y="-426"/>
                    <a:pt x="7633" y="57"/>
                  </a:cubicBezTo>
                  <a:cubicBezTo>
                    <a:pt x="10708" y="454"/>
                    <a:pt x="13128" y="2882"/>
                    <a:pt x="13524" y="5967"/>
                  </a:cubicBezTo>
                  <a:lnTo>
                    <a:pt x="13524" y="185387"/>
                  </a:lnTo>
                  <a:cubicBezTo>
                    <a:pt x="13524" y="189165"/>
                    <a:pt x="10472" y="192228"/>
                    <a:pt x="6707" y="192228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A18AFBDA-4CA5-AA43-8DFB-54BF1077E831}"/>
                </a:ext>
              </a:extLst>
            </p:cNvPr>
            <p:cNvSpPr/>
            <p:nvPr/>
          </p:nvSpPr>
          <p:spPr>
            <a:xfrm>
              <a:off x="7024503" y="2622410"/>
              <a:ext cx="148641" cy="212701"/>
            </a:xfrm>
            <a:custGeom>
              <a:avLst/>
              <a:gdLst>
                <a:gd name="connsiteX0" fmla="*/ 74377 w 148641"/>
                <a:gd name="connsiteY0" fmla="*/ 212702 h 212701"/>
                <a:gd name="connsiteX1" fmla="*/ 71583 w 148641"/>
                <a:gd name="connsiteY1" fmla="*/ 212702 h 212701"/>
                <a:gd name="connsiteX2" fmla="*/ 57 w 148641"/>
                <a:gd name="connsiteY2" fmla="*/ 136560 h 212701"/>
                <a:gd name="connsiteX3" fmla="*/ 57 w 148641"/>
                <a:gd name="connsiteY3" fmla="*/ 77464 h 212701"/>
                <a:gd name="connsiteX4" fmla="*/ 71440 w 148641"/>
                <a:gd name="connsiteY4" fmla="*/ 57 h 212701"/>
                <a:gd name="connsiteX5" fmla="*/ 148586 w 148641"/>
                <a:gd name="connsiteY5" fmla="*/ 71681 h 212701"/>
                <a:gd name="connsiteX6" fmla="*/ 148586 w 148641"/>
                <a:gd name="connsiteY6" fmla="*/ 77464 h 212701"/>
                <a:gd name="connsiteX7" fmla="*/ 148586 w 148641"/>
                <a:gd name="connsiteY7" fmla="*/ 138242 h 212701"/>
                <a:gd name="connsiteX8" fmla="*/ 74377 w 148641"/>
                <a:gd name="connsiteY8" fmla="*/ 212702 h 212701"/>
                <a:gd name="connsiteX9" fmla="*/ 74377 w 148641"/>
                <a:gd name="connsiteY9" fmla="*/ 16461 h 212701"/>
                <a:gd name="connsiteX10" fmla="*/ 13692 w 148641"/>
                <a:gd name="connsiteY10" fmla="*/ 77464 h 212701"/>
                <a:gd name="connsiteX11" fmla="*/ 13692 w 148641"/>
                <a:gd name="connsiteY11" fmla="*/ 136560 h 212701"/>
                <a:gd name="connsiteX12" fmla="*/ 72142 w 148641"/>
                <a:gd name="connsiteY12" fmla="*/ 199133 h 212701"/>
                <a:gd name="connsiteX13" fmla="*/ 116846 w 148641"/>
                <a:gd name="connsiteY13" fmla="*/ 182088 h 212701"/>
                <a:gd name="connsiteX14" fmla="*/ 135398 w 148641"/>
                <a:gd name="connsiteY14" fmla="*/ 138242 h 212701"/>
                <a:gd name="connsiteX15" fmla="*/ 135398 w 148641"/>
                <a:gd name="connsiteY15" fmla="*/ 77464 h 212701"/>
                <a:gd name="connsiteX16" fmla="*/ 74378 w 148641"/>
                <a:gd name="connsiteY16" fmla="*/ 16461 h 212701"/>
                <a:gd name="connsiteX17" fmla="*/ 74266 w 148641"/>
                <a:gd name="connsiteY17" fmla="*/ 16461 h 21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641" h="212701">
                  <a:moveTo>
                    <a:pt x="74377" y="212702"/>
                  </a:moveTo>
                  <a:lnTo>
                    <a:pt x="71583" y="212702"/>
                  </a:lnTo>
                  <a:cubicBezTo>
                    <a:pt x="31359" y="210436"/>
                    <a:pt x="-66" y="176984"/>
                    <a:pt x="57" y="136560"/>
                  </a:cubicBezTo>
                  <a:lnTo>
                    <a:pt x="57" y="77464"/>
                  </a:lnTo>
                  <a:cubicBezTo>
                    <a:pt x="-1534" y="36310"/>
                    <a:pt x="30425" y="1654"/>
                    <a:pt x="71440" y="57"/>
                  </a:cubicBezTo>
                  <a:cubicBezTo>
                    <a:pt x="112455" y="-1540"/>
                    <a:pt x="146995" y="30528"/>
                    <a:pt x="148586" y="71681"/>
                  </a:cubicBezTo>
                  <a:cubicBezTo>
                    <a:pt x="148661" y="73608"/>
                    <a:pt x="148661" y="75537"/>
                    <a:pt x="148586" y="77464"/>
                  </a:cubicBezTo>
                  <a:lnTo>
                    <a:pt x="148586" y="138242"/>
                  </a:lnTo>
                  <a:cubicBezTo>
                    <a:pt x="148586" y="179365"/>
                    <a:pt x="115362" y="212702"/>
                    <a:pt x="74377" y="212702"/>
                  </a:cubicBezTo>
                  <a:close/>
                  <a:moveTo>
                    <a:pt x="74377" y="16461"/>
                  </a:moveTo>
                  <a:cubicBezTo>
                    <a:pt x="40844" y="16523"/>
                    <a:pt x="13692" y="43817"/>
                    <a:pt x="13692" y="77464"/>
                  </a:cubicBezTo>
                  <a:lnTo>
                    <a:pt x="13692" y="136560"/>
                  </a:lnTo>
                  <a:cubicBezTo>
                    <a:pt x="13458" y="169708"/>
                    <a:pt x="39160" y="197223"/>
                    <a:pt x="72142" y="199133"/>
                  </a:cubicBezTo>
                  <a:cubicBezTo>
                    <a:pt x="88738" y="199817"/>
                    <a:pt x="104891" y="193659"/>
                    <a:pt x="116846" y="182088"/>
                  </a:cubicBezTo>
                  <a:cubicBezTo>
                    <a:pt x="128762" y="170645"/>
                    <a:pt x="135470" y="154792"/>
                    <a:pt x="135398" y="138242"/>
                  </a:cubicBezTo>
                  <a:lnTo>
                    <a:pt x="135398" y="77464"/>
                  </a:lnTo>
                  <a:cubicBezTo>
                    <a:pt x="135337" y="43711"/>
                    <a:pt x="108017" y="16399"/>
                    <a:pt x="74378" y="16461"/>
                  </a:cubicBezTo>
                  <a:cubicBezTo>
                    <a:pt x="74340" y="16461"/>
                    <a:pt x="74303" y="16461"/>
                    <a:pt x="74266" y="164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FEEE7563-B734-0D45-B8D5-8C5CC79C99A4}"/>
                </a:ext>
              </a:extLst>
            </p:cNvPr>
            <p:cNvSpPr/>
            <p:nvPr/>
          </p:nvSpPr>
          <p:spPr>
            <a:xfrm>
              <a:off x="7027749" y="2667720"/>
              <a:ext cx="141169" cy="31144"/>
            </a:xfrm>
            <a:custGeom>
              <a:avLst/>
              <a:gdLst>
                <a:gd name="connsiteX0" fmla="*/ 89683 w 141169"/>
                <a:gd name="connsiteY0" fmla="*/ 31145 h 31144"/>
                <a:gd name="connsiteX1" fmla="*/ 62078 w 141169"/>
                <a:gd name="connsiteY1" fmla="*/ 24865 h 31144"/>
                <a:gd name="connsiteX2" fmla="*/ 9775 w 141169"/>
                <a:gd name="connsiteY2" fmla="*/ 17688 h 31144"/>
                <a:gd name="connsiteX3" fmla="*/ 722 w 141169"/>
                <a:gd name="connsiteY3" fmla="*/ 14549 h 31144"/>
                <a:gd name="connsiteX4" fmla="*/ 3598 w 141169"/>
                <a:gd name="connsiteY4" fmla="*/ 5648 h 31144"/>
                <a:gd name="connsiteX5" fmla="*/ 3740 w 141169"/>
                <a:gd name="connsiteY5" fmla="*/ 5578 h 31144"/>
                <a:gd name="connsiteX6" fmla="*/ 67778 w 141169"/>
                <a:gd name="connsiteY6" fmla="*/ 12530 h 31144"/>
                <a:gd name="connsiteX7" fmla="*/ 129134 w 141169"/>
                <a:gd name="connsiteY7" fmla="*/ 2438 h 31144"/>
                <a:gd name="connsiteX8" fmla="*/ 138740 w 141169"/>
                <a:gd name="connsiteY8" fmla="*/ 1605 h 31144"/>
                <a:gd name="connsiteX9" fmla="*/ 139569 w 141169"/>
                <a:gd name="connsiteY9" fmla="*/ 11243 h 31144"/>
                <a:gd name="connsiteX10" fmla="*/ 138299 w 141169"/>
                <a:gd name="connsiteY10" fmla="*/ 12418 h 31144"/>
                <a:gd name="connsiteX11" fmla="*/ 89683 w 141169"/>
                <a:gd name="connsiteY11" fmla="*/ 31145 h 3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169" h="31144">
                  <a:moveTo>
                    <a:pt x="89683" y="31145"/>
                  </a:moveTo>
                  <a:cubicBezTo>
                    <a:pt x="80130" y="31144"/>
                    <a:pt x="70698" y="28998"/>
                    <a:pt x="62078" y="24865"/>
                  </a:cubicBezTo>
                  <a:cubicBezTo>
                    <a:pt x="28550" y="9054"/>
                    <a:pt x="9886" y="17576"/>
                    <a:pt x="9775" y="17688"/>
                  </a:cubicBezTo>
                  <a:cubicBezTo>
                    <a:pt x="6409" y="19303"/>
                    <a:pt x="2375" y="17904"/>
                    <a:pt x="722" y="14549"/>
                  </a:cubicBezTo>
                  <a:cubicBezTo>
                    <a:pt x="-933" y="11294"/>
                    <a:pt x="354" y="7309"/>
                    <a:pt x="3598" y="5648"/>
                  </a:cubicBezTo>
                  <a:cubicBezTo>
                    <a:pt x="3645" y="5624"/>
                    <a:pt x="3692" y="5601"/>
                    <a:pt x="3740" y="5578"/>
                  </a:cubicBezTo>
                  <a:cubicBezTo>
                    <a:pt x="4634" y="5578"/>
                    <a:pt x="27992" y="-6309"/>
                    <a:pt x="67778" y="12530"/>
                  </a:cubicBezTo>
                  <a:cubicBezTo>
                    <a:pt x="88455" y="21349"/>
                    <a:pt x="112346" y="17419"/>
                    <a:pt x="129134" y="2438"/>
                  </a:cubicBezTo>
                  <a:cubicBezTo>
                    <a:pt x="131558" y="-454"/>
                    <a:pt x="135858" y="-826"/>
                    <a:pt x="138740" y="1605"/>
                  </a:cubicBezTo>
                  <a:cubicBezTo>
                    <a:pt x="141621" y="4037"/>
                    <a:pt x="141993" y="8352"/>
                    <a:pt x="139569" y="11243"/>
                  </a:cubicBezTo>
                  <a:cubicBezTo>
                    <a:pt x="139197" y="11687"/>
                    <a:pt x="138770" y="12082"/>
                    <a:pt x="138299" y="12418"/>
                  </a:cubicBezTo>
                  <a:cubicBezTo>
                    <a:pt x="124738" y="24112"/>
                    <a:pt x="107559" y="30729"/>
                    <a:pt x="89683" y="31145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CB89F55E-FE0A-FC46-B2EB-176887575D5E}"/>
                </a:ext>
              </a:extLst>
            </p:cNvPr>
            <p:cNvSpPr/>
            <p:nvPr/>
          </p:nvSpPr>
          <p:spPr>
            <a:xfrm>
              <a:off x="7159562" y="2691265"/>
              <a:ext cx="31073" cy="59856"/>
            </a:xfrm>
            <a:custGeom>
              <a:avLst/>
              <a:gdLst>
                <a:gd name="connsiteX0" fmla="*/ 8609 w 31073"/>
                <a:gd name="connsiteY0" fmla="*/ 59856 h 59856"/>
                <a:gd name="connsiteX1" fmla="*/ 5480 w 31073"/>
                <a:gd name="connsiteY1" fmla="*/ 59856 h 59856"/>
                <a:gd name="connsiteX2" fmla="*/ 4 w 31073"/>
                <a:gd name="connsiteY2" fmla="*/ 53128 h 59856"/>
                <a:gd name="connsiteX3" fmla="*/ 4 w 31073"/>
                <a:gd name="connsiteY3" fmla="*/ 6927 h 59856"/>
                <a:gd name="connsiteX4" fmla="*/ 5480 w 31073"/>
                <a:gd name="connsiteY4" fmla="*/ 87 h 59856"/>
                <a:gd name="connsiteX5" fmla="*/ 8721 w 31073"/>
                <a:gd name="connsiteY5" fmla="*/ 87 h 59856"/>
                <a:gd name="connsiteX6" fmla="*/ 31073 w 31073"/>
                <a:gd name="connsiteY6" fmla="*/ 30140 h 59856"/>
                <a:gd name="connsiteX7" fmla="*/ 8609 w 31073"/>
                <a:gd name="connsiteY7" fmla="*/ 59856 h 59856"/>
                <a:gd name="connsiteX8" fmla="*/ 13527 w 31073"/>
                <a:gd name="connsiteY8" fmla="*/ 16683 h 59856"/>
                <a:gd name="connsiteX9" fmla="*/ 13527 w 31073"/>
                <a:gd name="connsiteY9" fmla="*/ 42699 h 59856"/>
                <a:gd name="connsiteX10" fmla="*/ 17215 w 31073"/>
                <a:gd name="connsiteY10" fmla="*/ 29803 h 59856"/>
                <a:gd name="connsiteX11" fmla="*/ 13527 w 31073"/>
                <a:gd name="connsiteY11" fmla="*/ 16683 h 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073" h="59856">
                  <a:moveTo>
                    <a:pt x="8609" y="59856"/>
                  </a:moveTo>
                  <a:lnTo>
                    <a:pt x="5480" y="59856"/>
                  </a:lnTo>
                  <a:cubicBezTo>
                    <a:pt x="2287" y="59214"/>
                    <a:pt x="-6" y="56395"/>
                    <a:pt x="4" y="53128"/>
                  </a:cubicBezTo>
                  <a:lnTo>
                    <a:pt x="4" y="6927"/>
                  </a:lnTo>
                  <a:cubicBezTo>
                    <a:pt x="-107" y="3602"/>
                    <a:pt x="2220" y="695"/>
                    <a:pt x="5480" y="87"/>
                  </a:cubicBezTo>
                  <a:cubicBezTo>
                    <a:pt x="6557" y="-29"/>
                    <a:pt x="7644" y="-29"/>
                    <a:pt x="8721" y="87"/>
                  </a:cubicBezTo>
                  <a:cubicBezTo>
                    <a:pt x="21126" y="87"/>
                    <a:pt x="31073" y="13319"/>
                    <a:pt x="31073" y="30140"/>
                  </a:cubicBezTo>
                  <a:cubicBezTo>
                    <a:pt x="31073" y="46960"/>
                    <a:pt x="21462" y="59856"/>
                    <a:pt x="8609" y="59856"/>
                  </a:cubicBezTo>
                  <a:close/>
                  <a:moveTo>
                    <a:pt x="13527" y="16683"/>
                  </a:moveTo>
                  <a:lnTo>
                    <a:pt x="13527" y="42699"/>
                  </a:lnTo>
                  <a:cubicBezTo>
                    <a:pt x="16039" y="38879"/>
                    <a:pt x="17326" y="34379"/>
                    <a:pt x="17215" y="29803"/>
                  </a:cubicBezTo>
                  <a:cubicBezTo>
                    <a:pt x="17372" y="25152"/>
                    <a:pt x="16083" y="20567"/>
                    <a:pt x="13527" y="16683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34EAAAD3-C0F9-314C-A5F9-3FAF643BB050}"/>
                </a:ext>
              </a:extLst>
            </p:cNvPr>
            <p:cNvSpPr/>
            <p:nvPr/>
          </p:nvSpPr>
          <p:spPr>
            <a:xfrm>
              <a:off x="7007013" y="2690924"/>
              <a:ext cx="31182" cy="60196"/>
            </a:xfrm>
            <a:custGeom>
              <a:avLst/>
              <a:gdLst>
                <a:gd name="connsiteX0" fmla="*/ 22352 w 31182"/>
                <a:gd name="connsiteY0" fmla="*/ 60197 h 60196"/>
                <a:gd name="connsiteX1" fmla="*/ 0 w 31182"/>
                <a:gd name="connsiteY1" fmla="*/ 30144 h 60196"/>
                <a:gd name="connsiteX2" fmla="*/ 22352 w 31182"/>
                <a:gd name="connsiteY2" fmla="*/ 91 h 60196"/>
                <a:gd name="connsiteX3" fmla="*/ 25705 w 31182"/>
                <a:gd name="connsiteY3" fmla="*/ 91 h 60196"/>
                <a:gd name="connsiteX4" fmla="*/ 31181 w 31182"/>
                <a:gd name="connsiteY4" fmla="*/ 6931 h 60196"/>
                <a:gd name="connsiteX5" fmla="*/ 31181 w 31182"/>
                <a:gd name="connsiteY5" fmla="*/ 52796 h 60196"/>
                <a:gd name="connsiteX6" fmla="*/ 25705 w 31182"/>
                <a:gd name="connsiteY6" fmla="*/ 59524 h 60196"/>
                <a:gd name="connsiteX7" fmla="*/ 22352 w 31182"/>
                <a:gd name="connsiteY7" fmla="*/ 60197 h 60196"/>
                <a:gd name="connsiteX8" fmla="*/ 17546 w 31182"/>
                <a:gd name="connsiteY8" fmla="*/ 17024 h 60196"/>
                <a:gd name="connsiteX9" fmla="*/ 13858 w 31182"/>
                <a:gd name="connsiteY9" fmla="*/ 30144 h 60196"/>
                <a:gd name="connsiteX10" fmla="*/ 17546 w 31182"/>
                <a:gd name="connsiteY10" fmla="*/ 43264 h 60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82" h="60196">
                  <a:moveTo>
                    <a:pt x="22352" y="60197"/>
                  </a:moveTo>
                  <a:cubicBezTo>
                    <a:pt x="10058" y="60197"/>
                    <a:pt x="0" y="46965"/>
                    <a:pt x="0" y="30144"/>
                  </a:cubicBezTo>
                  <a:cubicBezTo>
                    <a:pt x="0" y="13323"/>
                    <a:pt x="9723" y="91"/>
                    <a:pt x="22352" y="91"/>
                  </a:cubicBezTo>
                  <a:cubicBezTo>
                    <a:pt x="23466" y="-30"/>
                    <a:pt x="24590" y="-30"/>
                    <a:pt x="25705" y="91"/>
                  </a:cubicBezTo>
                  <a:cubicBezTo>
                    <a:pt x="28939" y="742"/>
                    <a:pt x="31245" y="3622"/>
                    <a:pt x="31181" y="6931"/>
                  </a:cubicBezTo>
                  <a:lnTo>
                    <a:pt x="31181" y="52796"/>
                  </a:lnTo>
                  <a:cubicBezTo>
                    <a:pt x="31149" y="56047"/>
                    <a:pt x="28874" y="58842"/>
                    <a:pt x="25705" y="59524"/>
                  </a:cubicBezTo>
                  <a:cubicBezTo>
                    <a:pt x="24614" y="59868"/>
                    <a:pt x="23490" y="60093"/>
                    <a:pt x="22352" y="60197"/>
                  </a:cubicBezTo>
                  <a:close/>
                  <a:moveTo>
                    <a:pt x="17546" y="17024"/>
                  </a:moveTo>
                  <a:cubicBezTo>
                    <a:pt x="14990" y="20907"/>
                    <a:pt x="13701" y="25493"/>
                    <a:pt x="13858" y="30144"/>
                  </a:cubicBezTo>
                  <a:cubicBezTo>
                    <a:pt x="13758" y="34788"/>
                    <a:pt x="15042" y="39357"/>
                    <a:pt x="17546" y="43264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76A6972-78FB-264D-AF5E-0C840F0C17AE}"/>
                </a:ext>
              </a:extLst>
            </p:cNvPr>
            <p:cNvSpPr/>
            <p:nvPr/>
          </p:nvSpPr>
          <p:spPr>
            <a:xfrm>
              <a:off x="7184672" y="2675792"/>
              <a:ext cx="84530" cy="179504"/>
            </a:xfrm>
            <a:custGeom>
              <a:avLst/>
              <a:gdLst>
                <a:gd name="connsiteX0" fmla="*/ 42620 w 84530"/>
                <a:gd name="connsiteY0" fmla="*/ 179504 h 179504"/>
                <a:gd name="connsiteX1" fmla="*/ 36473 w 84530"/>
                <a:gd name="connsiteY1" fmla="*/ 175467 h 179504"/>
                <a:gd name="connsiteX2" fmla="*/ 39801 w 84530"/>
                <a:gd name="connsiteY2" fmla="*/ 166557 h 179504"/>
                <a:gd name="connsiteX3" fmla="*/ 39938 w 84530"/>
                <a:gd name="connsiteY3" fmla="*/ 166496 h 179504"/>
                <a:gd name="connsiteX4" fmla="*/ 71007 w 84530"/>
                <a:gd name="connsiteY4" fmla="*/ 118726 h 179504"/>
                <a:gd name="connsiteX5" fmla="*/ 71007 w 84530"/>
                <a:gd name="connsiteY5" fmla="*/ 65797 h 179504"/>
                <a:gd name="connsiteX6" fmla="*/ 18816 w 84530"/>
                <a:gd name="connsiteY6" fmla="*/ 13653 h 179504"/>
                <a:gd name="connsiteX7" fmla="*/ 18703 w 84530"/>
                <a:gd name="connsiteY7" fmla="*/ 13653 h 179504"/>
                <a:gd name="connsiteX8" fmla="*/ 8869 w 84530"/>
                <a:gd name="connsiteY8" fmla="*/ 14662 h 179504"/>
                <a:gd name="connsiteX9" fmla="*/ 317 w 84530"/>
                <a:gd name="connsiteY9" fmla="*/ 10195 h 179504"/>
                <a:gd name="connsiteX10" fmla="*/ 4770 w 84530"/>
                <a:gd name="connsiteY10" fmla="*/ 1614 h 179504"/>
                <a:gd name="connsiteX11" fmla="*/ 6298 w 84530"/>
                <a:gd name="connsiteY11" fmla="*/ 1318 h 179504"/>
                <a:gd name="connsiteX12" fmla="*/ 83230 w 84530"/>
                <a:gd name="connsiteY12" fmla="*/ 52493 h 179504"/>
                <a:gd name="connsiteX13" fmla="*/ 84530 w 84530"/>
                <a:gd name="connsiteY13" fmla="*/ 65797 h 179504"/>
                <a:gd name="connsiteX14" fmla="*/ 84530 w 84530"/>
                <a:gd name="connsiteY14" fmla="*/ 118726 h 179504"/>
                <a:gd name="connsiteX15" fmla="*/ 45414 w 84530"/>
                <a:gd name="connsiteY15" fmla="*/ 178944 h 179504"/>
                <a:gd name="connsiteX16" fmla="*/ 42620 w 84530"/>
                <a:gd name="connsiteY16" fmla="*/ 179504 h 179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530" h="179504">
                  <a:moveTo>
                    <a:pt x="42620" y="179504"/>
                  </a:moveTo>
                  <a:cubicBezTo>
                    <a:pt x="39962" y="179476"/>
                    <a:pt x="37563" y="177900"/>
                    <a:pt x="36473" y="175467"/>
                  </a:cubicBezTo>
                  <a:cubicBezTo>
                    <a:pt x="34940" y="172085"/>
                    <a:pt x="36430" y="168096"/>
                    <a:pt x="39801" y="166557"/>
                  </a:cubicBezTo>
                  <a:cubicBezTo>
                    <a:pt x="39846" y="166536"/>
                    <a:pt x="39892" y="166516"/>
                    <a:pt x="39938" y="166496"/>
                  </a:cubicBezTo>
                  <a:cubicBezTo>
                    <a:pt x="58826" y="158172"/>
                    <a:pt x="71019" y="139426"/>
                    <a:pt x="71007" y="118726"/>
                  </a:cubicBezTo>
                  <a:lnTo>
                    <a:pt x="71007" y="65797"/>
                  </a:lnTo>
                  <a:cubicBezTo>
                    <a:pt x="70946" y="36937"/>
                    <a:pt x="47579" y="13591"/>
                    <a:pt x="18816" y="13653"/>
                  </a:cubicBezTo>
                  <a:cubicBezTo>
                    <a:pt x="18778" y="13653"/>
                    <a:pt x="18741" y="13653"/>
                    <a:pt x="18703" y="13653"/>
                  </a:cubicBezTo>
                  <a:cubicBezTo>
                    <a:pt x="15399" y="13650"/>
                    <a:pt x="12104" y="13988"/>
                    <a:pt x="8869" y="14662"/>
                  </a:cubicBezTo>
                  <a:cubicBezTo>
                    <a:pt x="5278" y="15798"/>
                    <a:pt x="1449" y="13798"/>
                    <a:pt x="317" y="10195"/>
                  </a:cubicBezTo>
                  <a:cubicBezTo>
                    <a:pt x="-815" y="6591"/>
                    <a:pt x="1179" y="2750"/>
                    <a:pt x="4770" y="1614"/>
                  </a:cubicBezTo>
                  <a:cubicBezTo>
                    <a:pt x="5266" y="1457"/>
                    <a:pt x="5779" y="1358"/>
                    <a:pt x="6298" y="1318"/>
                  </a:cubicBezTo>
                  <a:cubicBezTo>
                    <a:pt x="41626" y="-5867"/>
                    <a:pt x="76070" y="17045"/>
                    <a:pt x="83230" y="52493"/>
                  </a:cubicBezTo>
                  <a:cubicBezTo>
                    <a:pt x="84115" y="56871"/>
                    <a:pt x="84550" y="61329"/>
                    <a:pt x="84530" y="65797"/>
                  </a:cubicBezTo>
                  <a:lnTo>
                    <a:pt x="84530" y="118726"/>
                  </a:lnTo>
                  <a:cubicBezTo>
                    <a:pt x="84500" y="144792"/>
                    <a:pt x="69169" y="168393"/>
                    <a:pt x="45414" y="178944"/>
                  </a:cubicBezTo>
                  <a:cubicBezTo>
                    <a:pt x="44522" y="179291"/>
                    <a:pt x="43577" y="179481"/>
                    <a:pt x="42620" y="179504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9B7014F5-7409-2443-9917-8C185DE03527}"/>
                </a:ext>
              </a:extLst>
            </p:cNvPr>
            <p:cNvSpPr/>
            <p:nvPr/>
          </p:nvSpPr>
          <p:spPr>
            <a:xfrm>
              <a:off x="7150096" y="2822546"/>
              <a:ext cx="37006" cy="32750"/>
            </a:xfrm>
            <a:custGeom>
              <a:avLst/>
              <a:gdLst>
                <a:gd name="connsiteX0" fmla="*/ 30257 w 37006"/>
                <a:gd name="connsiteY0" fmla="*/ 32751 h 32750"/>
                <a:gd name="connsiteX1" fmla="*/ 27463 w 37006"/>
                <a:gd name="connsiteY1" fmla="*/ 32190 h 32750"/>
                <a:gd name="connsiteX2" fmla="*/ 1311 w 37006"/>
                <a:gd name="connsiteY2" fmla="*/ 10884 h 32750"/>
                <a:gd name="connsiteX3" fmla="*/ 2764 w 37006"/>
                <a:gd name="connsiteY3" fmla="*/ 1352 h 32750"/>
                <a:gd name="connsiteX4" fmla="*/ 12004 w 37006"/>
                <a:gd name="connsiteY4" fmla="*/ 2609 h 32750"/>
                <a:gd name="connsiteX5" fmla="*/ 12152 w 37006"/>
                <a:gd name="connsiteY5" fmla="*/ 2810 h 32750"/>
                <a:gd name="connsiteX6" fmla="*/ 32939 w 37006"/>
                <a:gd name="connsiteY6" fmla="*/ 19743 h 32750"/>
                <a:gd name="connsiteX7" fmla="*/ 36464 w 37006"/>
                <a:gd name="connsiteY7" fmla="*/ 28576 h 32750"/>
                <a:gd name="connsiteX8" fmla="*/ 36403 w 37006"/>
                <a:gd name="connsiteY8" fmla="*/ 28714 h 32750"/>
                <a:gd name="connsiteX9" fmla="*/ 30257 w 37006"/>
                <a:gd name="connsiteY9" fmla="*/ 32751 h 3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006" h="32750">
                  <a:moveTo>
                    <a:pt x="30257" y="32751"/>
                  </a:moveTo>
                  <a:cubicBezTo>
                    <a:pt x="29299" y="32737"/>
                    <a:pt x="28352" y="32547"/>
                    <a:pt x="27463" y="32190"/>
                  </a:cubicBezTo>
                  <a:cubicBezTo>
                    <a:pt x="17081" y="27437"/>
                    <a:pt x="8079" y="20103"/>
                    <a:pt x="1311" y="10884"/>
                  </a:cubicBezTo>
                  <a:cubicBezTo>
                    <a:pt x="-898" y="7846"/>
                    <a:pt x="-250" y="3589"/>
                    <a:pt x="2764" y="1352"/>
                  </a:cubicBezTo>
                  <a:cubicBezTo>
                    <a:pt x="5661" y="-861"/>
                    <a:pt x="9798" y="-299"/>
                    <a:pt x="12004" y="2609"/>
                  </a:cubicBezTo>
                  <a:cubicBezTo>
                    <a:pt x="12055" y="2675"/>
                    <a:pt x="12104" y="2742"/>
                    <a:pt x="12152" y="2810"/>
                  </a:cubicBezTo>
                  <a:cubicBezTo>
                    <a:pt x="17532" y="10137"/>
                    <a:pt x="24687" y="15965"/>
                    <a:pt x="32939" y="19743"/>
                  </a:cubicBezTo>
                  <a:cubicBezTo>
                    <a:pt x="36343" y="21206"/>
                    <a:pt x="37922" y="25160"/>
                    <a:pt x="36464" y="28576"/>
                  </a:cubicBezTo>
                  <a:cubicBezTo>
                    <a:pt x="36444" y="28623"/>
                    <a:pt x="36424" y="28668"/>
                    <a:pt x="36403" y="28714"/>
                  </a:cubicBezTo>
                  <a:cubicBezTo>
                    <a:pt x="35337" y="31166"/>
                    <a:pt x="32923" y="32751"/>
                    <a:pt x="30257" y="3275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1D520464-930E-D941-A84F-7DB0C8BB5524}"/>
                </a:ext>
              </a:extLst>
            </p:cNvPr>
            <p:cNvSpPr/>
            <p:nvPr/>
          </p:nvSpPr>
          <p:spPr>
            <a:xfrm>
              <a:off x="7193438" y="2713749"/>
              <a:ext cx="70993" cy="27952"/>
            </a:xfrm>
            <a:custGeom>
              <a:avLst/>
              <a:gdLst>
                <a:gd name="connsiteX0" fmla="*/ 26478 w 70993"/>
                <a:gd name="connsiteY0" fmla="*/ 27952 h 27952"/>
                <a:gd name="connsiteX1" fmla="*/ 4126 w 70993"/>
                <a:gd name="connsiteY1" fmla="*/ 23355 h 27952"/>
                <a:gd name="connsiteX2" fmla="*/ 550 w 70993"/>
                <a:gd name="connsiteY2" fmla="*/ 14384 h 27952"/>
                <a:gd name="connsiteX3" fmla="*/ 9188 w 70993"/>
                <a:gd name="connsiteY3" fmla="*/ 10458 h 27952"/>
                <a:gd name="connsiteX4" fmla="*/ 9938 w 70993"/>
                <a:gd name="connsiteY4" fmla="*/ 10795 h 27952"/>
                <a:gd name="connsiteX5" fmla="*/ 60230 w 70993"/>
                <a:gd name="connsiteY5" fmla="*/ 1263 h 27952"/>
                <a:gd name="connsiteX6" fmla="*/ 69735 w 70993"/>
                <a:gd name="connsiteY6" fmla="*/ 2881 h 27952"/>
                <a:gd name="connsiteX7" fmla="*/ 69394 w 70993"/>
                <a:gd name="connsiteY7" fmla="*/ 11244 h 27952"/>
                <a:gd name="connsiteX8" fmla="*/ 26478 w 70993"/>
                <a:gd name="connsiteY8" fmla="*/ 27952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993" h="27952">
                  <a:moveTo>
                    <a:pt x="26478" y="27952"/>
                  </a:moveTo>
                  <a:cubicBezTo>
                    <a:pt x="18794" y="27950"/>
                    <a:pt x="11191" y="26386"/>
                    <a:pt x="4126" y="23355"/>
                  </a:cubicBezTo>
                  <a:cubicBezTo>
                    <a:pt x="673" y="21865"/>
                    <a:pt x="-927" y="17852"/>
                    <a:pt x="550" y="14384"/>
                  </a:cubicBezTo>
                  <a:cubicBezTo>
                    <a:pt x="1855" y="10906"/>
                    <a:pt x="5722" y="9149"/>
                    <a:pt x="9188" y="10458"/>
                  </a:cubicBezTo>
                  <a:cubicBezTo>
                    <a:pt x="9445" y="10555"/>
                    <a:pt x="9695" y="10668"/>
                    <a:pt x="9938" y="10795"/>
                  </a:cubicBezTo>
                  <a:cubicBezTo>
                    <a:pt x="27186" y="16980"/>
                    <a:pt x="46418" y="13335"/>
                    <a:pt x="60230" y="1263"/>
                  </a:cubicBezTo>
                  <a:cubicBezTo>
                    <a:pt x="63300" y="-924"/>
                    <a:pt x="67555" y="-200"/>
                    <a:pt x="69735" y="2881"/>
                  </a:cubicBezTo>
                  <a:cubicBezTo>
                    <a:pt x="71533" y="5421"/>
                    <a:pt x="71392" y="8859"/>
                    <a:pt x="69394" y="11244"/>
                  </a:cubicBezTo>
                  <a:cubicBezTo>
                    <a:pt x="57447" y="21629"/>
                    <a:pt x="42279" y="27535"/>
                    <a:pt x="26478" y="27952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9D7E2389-86F4-1545-809C-9F158D97FC4C}"/>
                </a:ext>
              </a:extLst>
            </p:cNvPr>
            <p:cNvSpPr/>
            <p:nvPr/>
          </p:nvSpPr>
          <p:spPr>
            <a:xfrm>
              <a:off x="7255675" y="2733320"/>
              <a:ext cx="28614" cy="53883"/>
            </a:xfrm>
            <a:custGeom>
              <a:avLst/>
              <a:gdLst>
                <a:gd name="connsiteX0" fmla="*/ 8386 w 28614"/>
                <a:gd name="connsiteY0" fmla="*/ 53797 h 53883"/>
                <a:gd name="connsiteX1" fmla="*/ 5480 w 28614"/>
                <a:gd name="connsiteY1" fmla="*/ 53797 h 53883"/>
                <a:gd name="connsiteX2" fmla="*/ 4 w 28614"/>
                <a:gd name="connsiteY2" fmla="*/ 47180 h 53883"/>
                <a:gd name="connsiteX3" fmla="*/ 4 w 28614"/>
                <a:gd name="connsiteY3" fmla="*/ 6923 h 53883"/>
                <a:gd name="connsiteX4" fmla="*/ 5480 w 28614"/>
                <a:gd name="connsiteY4" fmla="*/ 83 h 53883"/>
                <a:gd name="connsiteX5" fmla="*/ 8498 w 28614"/>
                <a:gd name="connsiteY5" fmla="*/ 83 h 53883"/>
                <a:gd name="connsiteX6" fmla="*/ 28614 w 28614"/>
                <a:gd name="connsiteY6" fmla="*/ 27108 h 53883"/>
                <a:gd name="connsiteX7" fmla="*/ 8386 w 28614"/>
                <a:gd name="connsiteY7" fmla="*/ 53797 h 53883"/>
                <a:gd name="connsiteX8" fmla="*/ 13527 w 28614"/>
                <a:gd name="connsiteY8" fmla="*/ 18810 h 53883"/>
                <a:gd name="connsiteX9" fmla="*/ 13527 w 28614"/>
                <a:gd name="connsiteY9" fmla="*/ 34621 h 53883"/>
                <a:gd name="connsiteX10" fmla="*/ 14756 w 28614"/>
                <a:gd name="connsiteY10" fmla="*/ 26547 h 53883"/>
                <a:gd name="connsiteX11" fmla="*/ 13527 w 28614"/>
                <a:gd name="connsiteY11" fmla="*/ 18810 h 53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614" h="53883">
                  <a:moveTo>
                    <a:pt x="8386" y="53797"/>
                  </a:moveTo>
                  <a:cubicBezTo>
                    <a:pt x="7421" y="53913"/>
                    <a:pt x="6445" y="53913"/>
                    <a:pt x="5480" y="53797"/>
                  </a:cubicBezTo>
                  <a:cubicBezTo>
                    <a:pt x="2280" y="53245"/>
                    <a:pt x="-43" y="50438"/>
                    <a:pt x="4" y="47180"/>
                  </a:cubicBezTo>
                  <a:lnTo>
                    <a:pt x="4" y="6923"/>
                  </a:lnTo>
                  <a:cubicBezTo>
                    <a:pt x="-107" y="3598"/>
                    <a:pt x="2220" y="691"/>
                    <a:pt x="5480" y="83"/>
                  </a:cubicBezTo>
                  <a:cubicBezTo>
                    <a:pt x="6483" y="-28"/>
                    <a:pt x="7495" y="-28"/>
                    <a:pt x="8498" y="83"/>
                  </a:cubicBezTo>
                  <a:cubicBezTo>
                    <a:pt x="19674" y="83"/>
                    <a:pt x="28614" y="11969"/>
                    <a:pt x="28614" y="27108"/>
                  </a:cubicBezTo>
                  <a:cubicBezTo>
                    <a:pt x="28614" y="42246"/>
                    <a:pt x="19674" y="53797"/>
                    <a:pt x="8386" y="53797"/>
                  </a:cubicBezTo>
                  <a:close/>
                  <a:moveTo>
                    <a:pt x="13527" y="18810"/>
                  </a:moveTo>
                  <a:lnTo>
                    <a:pt x="13527" y="34621"/>
                  </a:lnTo>
                  <a:cubicBezTo>
                    <a:pt x="14475" y="32040"/>
                    <a:pt x="14893" y="29294"/>
                    <a:pt x="14756" y="26547"/>
                  </a:cubicBezTo>
                  <a:cubicBezTo>
                    <a:pt x="14802" y="23916"/>
                    <a:pt x="14386" y="21296"/>
                    <a:pt x="13527" y="1881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095EF5E-20E4-7942-91EC-A34CE4DBCCFA}"/>
                </a:ext>
              </a:extLst>
            </p:cNvPr>
            <p:cNvSpPr/>
            <p:nvPr/>
          </p:nvSpPr>
          <p:spPr>
            <a:xfrm>
              <a:off x="7000866" y="2841727"/>
              <a:ext cx="195915" cy="193438"/>
            </a:xfrm>
            <a:custGeom>
              <a:avLst/>
              <a:gdLst>
                <a:gd name="connsiteX0" fmla="*/ 97902 w 195915"/>
                <a:gd name="connsiteY0" fmla="*/ 193438 h 193438"/>
                <a:gd name="connsiteX1" fmla="*/ 0 w 195915"/>
                <a:gd name="connsiteY1" fmla="*/ 6729 h 193438"/>
                <a:gd name="connsiteX2" fmla="*/ 6705 w 195915"/>
                <a:gd name="connsiteY2" fmla="*/ 0 h 193438"/>
                <a:gd name="connsiteX3" fmla="*/ 6817 w 195915"/>
                <a:gd name="connsiteY3" fmla="*/ 1 h 193438"/>
                <a:gd name="connsiteX4" fmla="*/ 189098 w 195915"/>
                <a:gd name="connsiteY4" fmla="*/ 1 h 193438"/>
                <a:gd name="connsiteX5" fmla="*/ 195915 w 195915"/>
                <a:gd name="connsiteY5" fmla="*/ 6729 h 193438"/>
                <a:gd name="connsiteX6" fmla="*/ 97902 w 195915"/>
                <a:gd name="connsiteY6" fmla="*/ 193438 h 193438"/>
                <a:gd name="connsiteX7" fmla="*/ 13635 w 195915"/>
                <a:gd name="connsiteY7" fmla="*/ 14018 h 193438"/>
                <a:gd name="connsiteX8" fmla="*/ 97902 w 195915"/>
                <a:gd name="connsiteY8" fmla="*/ 180318 h 193438"/>
                <a:gd name="connsiteX9" fmla="*/ 182281 w 195915"/>
                <a:gd name="connsiteY9" fmla="*/ 13570 h 1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915" h="193438">
                  <a:moveTo>
                    <a:pt x="97902" y="193438"/>
                  </a:moveTo>
                  <a:cubicBezTo>
                    <a:pt x="43028" y="193438"/>
                    <a:pt x="0" y="111466"/>
                    <a:pt x="0" y="6729"/>
                  </a:cubicBezTo>
                  <a:cubicBezTo>
                    <a:pt x="-1" y="3013"/>
                    <a:pt x="3001" y="1"/>
                    <a:pt x="6705" y="0"/>
                  </a:cubicBezTo>
                  <a:cubicBezTo>
                    <a:pt x="6742" y="0"/>
                    <a:pt x="6780" y="0"/>
                    <a:pt x="6817" y="1"/>
                  </a:cubicBezTo>
                  <a:lnTo>
                    <a:pt x="189098" y="1"/>
                  </a:lnTo>
                  <a:cubicBezTo>
                    <a:pt x="192820" y="0"/>
                    <a:pt x="195854" y="2995"/>
                    <a:pt x="195915" y="6729"/>
                  </a:cubicBezTo>
                  <a:cubicBezTo>
                    <a:pt x="195915" y="111466"/>
                    <a:pt x="152888" y="193438"/>
                    <a:pt x="97902" y="193438"/>
                  </a:cubicBezTo>
                  <a:close/>
                  <a:moveTo>
                    <a:pt x="13635" y="14018"/>
                  </a:moveTo>
                  <a:cubicBezTo>
                    <a:pt x="15423" y="104850"/>
                    <a:pt x="53310" y="180318"/>
                    <a:pt x="97902" y="180318"/>
                  </a:cubicBezTo>
                  <a:cubicBezTo>
                    <a:pt x="142494" y="180318"/>
                    <a:pt x="180157" y="104401"/>
                    <a:pt x="182281" y="1357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23A1D8A5-1658-FB45-A931-D0BB840A32D1}"/>
                </a:ext>
              </a:extLst>
            </p:cNvPr>
            <p:cNvSpPr/>
            <p:nvPr/>
          </p:nvSpPr>
          <p:spPr>
            <a:xfrm>
              <a:off x="6928445" y="2675805"/>
              <a:ext cx="84529" cy="179496"/>
            </a:xfrm>
            <a:custGeom>
              <a:avLst/>
              <a:gdLst>
                <a:gd name="connsiteX0" fmla="*/ 41911 w 84529"/>
                <a:gd name="connsiteY0" fmla="*/ 179492 h 179496"/>
                <a:gd name="connsiteX1" fmla="*/ 39117 w 84529"/>
                <a:gd name="connsiteY1" fmla="*/ 178931 h 179496"/>
                <a:gd name="connsiteX2" fmla="*/ 1 w 84529"/>
                <a:gd name="connsiteY2" fmla="*/ 118713 h 179496"/>
                <a:gd name="connsiteX3" fmla="*/ 1 w 84529"/>
                <a:gd name="connsiteY3" fmla="*/ 65784 h 179496"/>
                <a:gd name="connsiteX4" fmla="*/ 64973 w 84529"/>
                <a:gd name="connsiteY4" fmla="*/ 1 h 179496"/>
                <a:gd name="connsiteX5" fmla="*/ 78233 w 84529"/>
                <a:gd name="connsiteY5" fmla="*/ 1305 h 179496"/>
                <a:gd name="connsiteX6" fmla="*/ 84509 w 84529"/>
                <a:gd name="connsiteY6" fmla="*/ 8648 h 179496"/>
                <a:gd name="connsiteX7" fmla="*/ 77191 w 84529"/>
                <a:gd name="connsiteY7" fmla="*/ 14946 h 179496"/>
                <a:gd name="connsiteX8" fmla="*/ 75662 w 84529"/>
                <a:gd name="connsiteY8" fmla="*/ 14649 h 179496"/>
                <a:gd name="connsiteX9" fmla="*/ 65827 w 84529"/>
                <a:gd name="connsiteY9" fmla="*/ 13640 h 179496"/>
                <a:gd name="connsiteX10" fmla="*/ 13859 w 84529"/>
                <a:gd name="connsiteY10" fmla="*/ 65784 h 179496"/>
                <a:gd name="connsiteX11" fmla="*/ 13859 w 84529"/>
                <a:gd name="connsiteY11" fmla="*/ 118713 h 179496"/>
                <a:gd name="connsiteX12" fmla="*/ 44928 w 84529"/>
                <a:gd name="connsiteY12" fmla="*/ 166484 h 179496"/>
                <a:gd name="connsiteX13" fmla="*/ 48453 w 84529"/>
                <a:gd name="connsiteY13" fmla="*/ 175317 h 179496"/>
                <a:gd name="connsiteX14" fmla="*/ 48393 w 84529"/>
                <a:gd name="connsiteY14" fmla="*/ 175455 h 179496"/>
                <a:gd name="connsiteX15" fmla="*/ 41911 w 84529"/>
                <a:gd name="connsiteY15" fmla="*/ 179492 h 17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529" h="179496">
                  <a:moveTo>
                    <a:pt x="41911" y="179492"/>
                  </a:moveTo>
                  <a:cubicBezTo>
                    <a:pt x="40953" y="179478"/>
                    <a:pt x="40006" y="179288"/>
                    <a:pt x="39117" y="178931"/>
                  </a:cubicBezTo>
                  <a:cubicBezTo>
                    <a:pt x="15323" y="168427"/>
                    <a:pt x="-27" y="144796"/>
                    <a:pt x="1" y="118713"/>
                  </a:cubicBezTo>
                  <a:lnTo>
                    <a:pt x="1" y="65784"/>
                  </a:lnTo>
                  <a:cubicBezTo>
                    <a:pt x="-162" y="29616"/>
                    <a:pt x="28927" y="164"/>
                    <a:pt x="64973" y="1"/>
                  </a:cubicBezTo>
                  <a:cubicBezTo>
                    <a:pt x="69426" y="-20"/>
                    <a:pt x="73869" y="418"/>
                    <a:pt x="78233" y="1305"/>
                  </a:cubicBezTo>
                  <a:cubicBezTo>
                    <a:pt x="81987" y="1594"/>
                    <a:pt x="84797" y="4881"/>
                    <a:pt x="84509" y="8648"/>
                  </a:cubicBezTo>
                  <a:cubicBezTo>
                    <a:pt x="84221" y="12415"/>
                    <a:pt x="80945" y="15235"/>
                    <a:pt x="77191" y="14946"/>
                  </a:cubicBezTo>
                  <a:cubicBezTo>
                    <a:pt x="76671" y="14906"/>
                    <a:pt x="76159" y="14806"/>
                    <a:pt x="75662" y="14649"/>
                  </a:cubicBezTo>
                  <a:cubicBezTo>
                    <a:pt x="72427" y="13975"/>
                    <a:pt x="69131" y="13637"/>
                    <a:pt x="65827" y="13640"/>
                  </a:cubicBezTo>
                  <a:cubicBezTo>
                    <a:pt x="37151" y="13702"/>
                    <a:pt x="13920" y="37011"/>
                    <a:pt x="13859" y="65784"/>
                  </a:cubicBezTo>
                  <a:lnTo>
                    <a:pt x="13859" y="118713"/>
                  </a:lnTo>
                  <a:cubicBezTo>
                    <a:pt x="13847" y="139413"/>
                    <a:pt x="26040" y="158159"/>
                    <a:pt x="44928" y="166484"/>
                  </a:cubicBezTo>
                  <a:cubicBezTo>
                    <a:pt x="48333" y="167946"/>
                    <a:pt x="49911" y="171901"/>
                    <a:pt x="48453" y="175317"/>
                  </a:cubicBezTo>
                  <a:cubicBezTo>
                    <a:pt x="48434" y="175363"/>
                    <a:pt x="48413" y="175409"/>
                    <a:pt x="48393" y="175455"/>
                  </a:cubicBezTo>
                  <a:cubicBezTo>
                    <a:pt x="47255" y="178001"/>
                    <a:pt x="44690" y="179599"/>
                    <a:pt x="41911" y="179492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DC26C504-5C50-E94A-A205-F9CBB218E3F1}"/>
                </a:ext>
              </a:extLst>
            </p:cNvPr>
            <p:cNvSpPr/>
            <p:nvPr/>
          </p:nvSpPr>
          <p:spPr>
            <a:xfrm>
              <a:off x="6934104" y="2714285"/>
              <a:ext cx="69883" cy="27416"/>
            </a:xfrm>
            <a:custGeom>
              <a:avLst/>
              <a:gdLst>
                <a:gd name="connsiteX0" fmla="*/ 43629 w 69883"/>
                <a:gd name="connsiteY0" fmla="*/ 27416 h 27416"/>
                <a:gd name="connsiteX1" fmla="*/ 1048 w 69883"/>
                <a:gd name="connsiteY1" fmla="*/ 10483 h 27416"/>
                <a:gd name="connsiteX2" fmla="*/ 3188 w 69883"/>
                <a:gd name="connsiteY2" fmla="*/ 1051 h 27416"/>
                <a:gd name="connsiteX3" fmla="*/ 9877 w 69883"/>
                <a:gd name="connsiteY3" fmla="*/ 727 h 27416"/>
                <a:gd name="connsiteX4" fmla="*/ 60504 w 69883"/>
                <a:gd name="connsiteY4" fmla="*/ 10483 h 27416"/>
                <a:gd name="connsiteX5" fmla="*/ 69310 w 69883"/>
                <a:gd name="connsiteY5" fmla="*/ 14016 h 27416"/>
                <a:gd name="connsiteX6" fmla="*/ 69333 w 69883"/>
                <a:gd name="connsiteY6" fmla="*/ 14072 h 27416"/>
                <a:gd name="connsiteX7" fmla="*/ 65757 w 69883"/>
                <a:gd name="connsiteY7" fmla="*/ 23043 h 27416"/>
                <a:gd name="connsiteX8" fmla="*/ 43629 w 69883"/>
                <a:gd name="connsiteY8" fmla="*/ 27416 h 2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883" h="27416">
                  <a:moveTo>
                    <a:pt x="43629" y="27416"/>
                  </a:moveTo>
                  <a:cubicBezTo>
                    <a:pt x="27915" y="26859"/>
                    <a:pt x="12875" y="20878"/>
                    <a:pt x="1048" y="10483"/>
                  </a:cubicBezTo>
                  <a:cubicBezTo>
                    <a:pt x="-957" y="7286"/>
                    <a:pt x="1" y="3062"/>
                    <a:pt x="3188" y="1051"/>
                  </a:cubicBezTo>
                  <a:cubicBezTo>
                    <a:pt x="5207" y="-224"/>
                    <a:pt x="7745" y="-347"/>
                    <a:pt x="9877" y="727"/>
                  </a:cubicBezTo>
                  <a:cubicBezTo>
                    <a:pt x="23671" y="13093"/>
                    <a:pt x="43126" y="16842"/>
                    <a:pt x="60504" y="10483"/>
                  </a:cubicBezTo>
                  <a:cubicBezTo>
                    <a:pt x="63908" y="9019"/>
                    <a:pt x="67850" y="10600"/>
                    <a:pt x="69310" y="14016"/>
                  </a:cubicBezTo>
                  <a:cubicBezTo>
                    <a:pt x="69318" y="14034"/>
                    <a:pt x="69326" y="14053"/>
                    <a:pt x="69333" y="14072"/>
                  </a:cubicBezTo>
                  <a:cubicBezTo>
                    <a:pt x="70810" y="17540"/>
                    <a:pt x="69210" y="21553"/>
                    <a:pt x="65757" y="23043"/>
                  </a:cubicBezTo>
                  <a:cubicBezTo>
                    <a:pt x="58742" y="25956"/>
                    <a:pt x="51221" y="27443"/>
                    <a:pt x="43629" y="2741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536F345-366D-CD44-AAE9-4C1560436710}"/>
                </a:ext>
              </a:extLst>
            </p:cNvPr>
            <p:cNvSpPr/>
            <p:nvPr/>
          </p:nvSpPr>
          <p:spPr>
            <a:xfrm>
              <a:off x="6913470" y="2732984"/>
              <a:ext cx="28614" cy="54132"/>
            </a:xfrm>
            <a:custGeom>
              <a:avLst/>
              <a:gdLst>
                <a:gd name="connsiteX0" fmla="*/ 20117 w 28614"/>
                <a:gd name="connsiteY0" fmla="*/ 54133 h 54132"/>
                <a:gd name="connsiteX1" fmla="*/ 0 w 28614"/>
                <a:gd name="connsiteY1" fmla="*/ 27108 h 54132"/>
                <a:gd name="connsiteX2" fmla="*/ 20117 w 28614"/>
                <a:gd name="connsiteY2" fmla="*/ 83 h 54132"/>
                <a:gd name="connsiteX3" fmla="*/ 23134 w 28614"/>
                <a:gd name="connsiteY3" fmla="*/ 83 h 54132"/>
                <a:gd name="connsiteX4" fmla="*/ 28611 w 28614"/>
                <a:gd name="connsiteY4" fmla="*/ 7035 h 54132"/>
                <a:gd name="connsiteX5" fmla="*/ 28611 w 28614"/>
                <a:gd name="connsiteY5" fmla="*/ 46844 h 54132"/>
                <a:gd name="connsiteX6" fmla="*/ 23134 w 28614"/>
                <a:gd name="connsiteY6" fmla="*/ 53460 h 54132"/>
                <a:gd name="connsiteX7" fmla="*/ 20117 w 28614"/>
                <a:gd name="connsiteY7" fmla="*/ 54133 h 54132"/>
                <a:gd name="connsiteX8" fmla="*/ 14976 w 28614"/>
                <a:gd name="connsiteY8" fmla="*/ 19146 h 54132"/>
                <a:gd name="connsiteX9" fmla="*/ 14976 w 28614"/>
                <a:gd name="connsiteY9" fmla="*/ 35070 h 5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14" h="54132">
                  <a:moveTo>
                    <a:pt x="20117" y="54133"/>
                  </a:moveTo>
                  <a:cubicBezTo>
                    <a:pt x="8941" y="54133"/>
                    <a:pt x="0" y="42246"/>
                    <a:pt x="0" y="27108"/>
                  </a:cubicBezTo>
                  <a:cubicBezTo>
                    <a:pt x="0" y="11969"/>
                    <a:pt x="8829" y="83"/>
                    <a:pt x="20117" y="83"/>
                  </a:cubicBezTo>
                  <a:cubicBezTo>
                    <a:pt x="21120" y="-28"/>
                    <a:pt x="22131" y="-28"/>
                    <a:pt x="23134" y="83"/>
                  </a:cubicBezTo>
                  <a:cubicBezTo>
                    <a:pt x="26411" y="740"/>
                    <a:pt x="28730" y="3684"/>
                    <a:pt x="28611" y="7035"/>
                  </a:cubicBezTo>
                  <a:lnTo>
                    <a:pt x="28611" y="46844"/>
                  </a:lnTo>
                  <a:cubicBezTo>
                    <a:pt x="28657" y="50101"/>
                    <a:pt x="26334" y="52908"/>
                    <a:pt x="23134" y="53460"/>
                  </a:cubicBezTo>
                  <a:cubicBezTo>
                    <a:pt x="22159" y="53805"/>
                    <a:pt x="21146" y="54031"/>
                    <a:pt x="20117" y="54133"/>
                  </a:cubicBezTo>
                  <a:close/>
                  <a:moveTo>
                    <a:pt x="14976" y="19146"/>
                  </a:moveTo>
                  <a:cubicBezTo>
                    <a:pt x="13035" y="24275"/>
                    <a:pt x="13035" y="29940"/>
                    <a:pt x="14976" y="3507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D9DD75FB-7300-7141-9929-17A49F3441D3}"/>
                </a:ext>
              </a:extLst>
            </p:cNvPr>
            <p:cNvSpPr/>
            <p:nvPr/>
          </p:nvSpPr>
          <p:spPr>
            <a:xfrm>
              <a:off x="7064457" y="2814267"/>
              <a:ext cx="72309" cy="41029"/>
            </a:xfrm>
            <a:custGeom>
              <a:avLst/>
              <a:gdLst>
                <a:gd name="connsiteX0" fmla="*/ 65492 w 72309"/>
                <a:gd name="connsiteY0" fmla="*/ 41030 h 41029"/>
                <a:gd name="connsiteX1" fmla="*/ 6707 w 72309"/>
                <a:gd name="connsiteY1" fmla="*/ 41030 h 41029"/>
                <a:gd name="connsiteX2" fmla="*/ 0 w 72309"/>
                <a:gd name="connsiteY2" fmla="*/ 34302 h 41029"/>
                <a:gd name="connsiteX3" fmla="*/ 1 w 72309"/>
                <a:gd name="connsiteY3" fmla="*/ 34189 h 41029"/>
                <a:gd name="connsiteX4" fmla="*/ 1 w 72309"/>
                <a:gd name="connsiteY4" fmla="*/ 8061 h 41029"/>
                <a:gd name="connsiteX5" fmla="*/ 3130 w 72309"/>
                <a:gd name="connsiteY5" fmla="*/ 2342 h 41029"/>
                <a:gd name="connsiteX6" fmla="*/ 9612 w 72309"/>
                <a:gd name="connsiteY6" fmla="*/ 2342 h 41029"/>
                <a:gd name="connsiteX7" fmla="*/ 62363 w 72309"/>
                <a:gd name="connsiteY7" fmla="*/ 884 h 41029"/>
                <a:gd name="connsiteX8" fmla="*/ 69069 w 72309"/>
                <a:gd name="connsiteY8" fmla="*/ 884 h 41029"/>
                <a:gd name="connsiteX9" fmla="*/ 72310 w 72309"/>
                <a:gd name="connsiteY9" fmla="*/ 6603 h 41029"/>
                <a:gd name="connsiteX10" fmla="*/ 72310 w 72309"/>
                <a:gd name="connsiteY10" fmla="*/ 34189 h 41029"/>
                <a:gd name="connsiteX11" fmla="*/ 65492 w 72309"/>
                <a:gd name="connsiteY11" fmla="*/ 41030 h 41029"/>
                <a:gd name="connsiteX12" fmla="*/ 13524 w 72309"/>
                <a:gd name="connsiteY12" fmla="*/ 27461 h 41029"/>
                <a:gd name="connsiteX13" fmla="*/ 58228 w 72309"/>
                <a:gd name="connsiteY13" fmla="*/ 27461 h 41029"/>
                <a:gd name="connsiteX14" fmla="*/ 58228 w 72309"/>
                <a:gd name="connsiteY14" fmla="*/ 16247 h 41029"/>
                <a:gd name="connsiteX15" fmla="*/ 31070 w 72309"/>
                <a:gd name="connsiteY15" fmla="*/ 20396 h 41029"/>
                <a:gd name="connsiteX16" fmla="*/ 12965 w 72309"/>
                <a:gd name="connsiteY16" fmla="*/ 17369 h 4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309" h="41029">
                  <a:moveTo>
                    <a:pt x="65492" y="41030"/>
                  </a:moveTo>
                  <a:lnTo>
                    <a:pt x="6707" y="41030"/>
                  </a:lnTo>
                  <a:cubicBezTo>
                    <a:pt x="3003" y="41030"/>
                    <a:pt x="1" y="38018"/>
                    <a:pt x="0" y="34302"/>
                  </a:cubicBezTo>
                  <a:cubicBezTo>
                    <a:pt x="0" y="34265"/>
                    <a:pt x="0" y="34227"/>
                    <a:pt x="1" y="34189"/>
                  </a:cubicBezTo>
                  <a:lnTo>
                    <a:pt x="1" y="8061"/>
                  </a:lnTo>
                  <a:cubicBezTo>
                    <a:pt x="-30" y="5735"/>
                    <a:pt x="1158" y="3564"/>
                    <a:pt x="3130" y="2342"/>
                  </a:cubicBezTo>
                  <a:cubicBezTo>
                    <a:pt x="5147" y="1225"/>
                    <a:pt x="7595" y="1225"/>
                    <a:pt x="9612" y="2342"/>
                  </a:cubicBezTo>
                  <a:cubicBezTo>
                    <a:pt x="26477" y="10055"/>
                    <a:pt x="45947" y="9517"/>
                    <a:pt x="62363" y="884"/>
                  </a:cubicBezTo>
                  <a:cubicBezTo>
                    <a:pt x="64444" y="-295"/>
                    <a:pt x="66988" y="-295"/>
                    <a:pt x="69069" y="884"/>
                  </a:cubicBezTo>
                  <a:cubicBezTo>
                    <a:pt x="71068" y="2095"/>
                    <a:pt x="72295" y="4261"/>
                    <a:pt x="72310" y="6603"/>
                  </a:cubicBezTo>
                  <a:lnTo>
                    <a:pt x="72310" y="34189"/>
                  </a:lnTo>
                  <a:cubicBezTo>
                    <a:pt x="72310" y="37967"/>
                    <a:pt x="69257" y="41030"/>
                    <a:pt x="65492" y="41030"/>
                  </a:cubicBezTo>
                  <a:close/>
                  <a:moveTo>
                    <a:pt x="13524" y="27461"/>
                  </a:moveTo>
                  <a:lnTo>
                    <a:pt x="58228" y="27461"/>
                  </a:lnTo>
                  <a:lnTo>
                    <a:pt x="58228" y="16247"/>
                  </a:lnTo>
                  <a:cubicBezTo>
                    <a:pt x="49509" y="19304"/>
                    <a:pt x="40301" y="20711"/>
                    <a:pt x="31070" y="20396"/>
                  </a:cubicBezTo>
                  <a:cubicBezTo>
                    <a:pt x="24931" y="20173"/>
                    <a:pt x="18845" y="19155"/>
                    <a:pt x="12965" y="17369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7" name="Graphic 52">
            <a:extLst>
              <a:ext uri="{FF2B5EF4-FFF2-40B4-BE49-F238E27FC236}">
                <a16:creationId xmlns:a16="http://schemas.microsoft.com/office/drawing/2014/main" id="{F8400B01-F94C-624A-BCA1-AB6CE090DE4D}"/>
              </a:ext>
            </a:extLst>
          </p:cNvPr>
          <p:cNvGrpSpPr>
            <a:grpSpLocks noChangeAspect="1"/>
          </p:cNvGrpSpPr>
          <p:nvPr/>
        </p:nvGrpSpPr>
        <p:grpSpPr>
          <a:xfrm>
            <a:off x="6920952" y="2671288"/>
            <a:ext cx="412008" cy="322880"/>
            <a:chOff x="6889637" y="2671288"/>
            <a:chExt cx="412008" cy="322880"/>
          </a:xfrm>
          <a:solidFill>
            <a:srgbClr val="FFFFFF"/>
          </a:solidFill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BD4222F-51AF-CC45-9289-DCD6334D137F}"/>
                </a:ext>
              </a:extLst>
            </p:cNvPr>
            <p:cNvSpPr/>
            <p:nvPr/>
          </p:nvSpPr>
          <p:spPr>
            <a:xfrm>
              <a:off x="7036201" y="2937405"/>
              <a:ext cx="13696" cy="56706"/>
            </a:xfrm>
            <a:custGeom>
              <a:avLst/>
              <a:gdLst>
                <a:gd name="connsiteX0" fmla="*/ 6840 w 13696"/>
                <a:gd name="connsiteY0" fmla="*/ 56705 h 56706"/>
                <a:gd name="connsiteX1" fmla="*/ 0 w 13696"/>
                <a:gd name="connsiteY1" fmla="*/ 49790 h 56706"/>
                <a:gd name="connsiteX2" fmla="*/ 0 w 13696"/>
                <a:gd name="connsiteY2" fmla="*/ 6916 h 56706"/>
                <a:gd name="connsiteX3" fmla="*/ 6840 w 13696"/>
                <a:gd name="connsiteY3" fmla="*/ 1 h 56706"/>
                <a:gd name="connsiteX4" fmla="*/ 13680 w 13696"/>
                <a:gd name="connsiteY4" fmla="*/ 6800 h 56706"/>
                <a:gd name="connsiteX5" fmla="*/ 13681 w 13696"/>
                <a:gd name="connsiteY5" fmla="*/ 6916 h 56706"/>
                <a:gd name="connsiteX6" fmla="*/ 13681 w 13696"/>
                <a:gd name="connsiteY6" fmla="*/ 49329 h 56706"/>
                <a:gd name="connsiteX7" fmla="*/ 7417 w 13696"/>
                <a:gd name="connsiteY7" fmla="*/ 56691 h 56706"/>
                <a:gd name="connsiteX8" fmla="*/ 6840 w 13696"/>
                <a:gd name="connsiteY8" fmla="*/ 56705 h 56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96" h="56706">
                  <a:moveTo>
                    <a:pt x="6840" y="56705"/>
                  </a:moveTo>
                  <a:cubicBezTo>
                    <a:pt x="3106" y="56706"/>
                    <a:pt x="61" y="53628"/>
                    <a:pt x="0" y="49790"/>
                  </a:cubicBezTo>
                  <a:lnTo>
                    <a:pt x="0" y="6916"/>
                  </a:lnTo>
                  <a:cubicBezTo>
                    <a:pt x="61" y="3078"/>
                    <a:pt x="3106" y="0"/>
                    <a:pt x="6840" y="1"/>
                  </a:cubicBezTo>
                  <a:cubicBezTo>
                    <a:pt x="10556" y="-63"/>
                    <a:pt x="13618" y="2981"/>
                    <a:pt x="13680" y="6800"/>
                  </a:cubicBezTo>
                  <a:cubicBezTo>
                    <a:pt x="13680" y="6839"/>
                    <a:pt x="13681" y="6877"/>
                    <a:pt x="13681" y="6916"/>
                  </a:cubicBezTo>
                  <a:lnTo>
                    <a:pt x="13681" y="49329"/>
                  </a:lnTo>
                  <a:cubicBezTo>
                    <a:pt x="13929" y="53140"/>
                    <a:pt x="11125" y="56436"/>
                    <a:pt x="7417" y="56691"/>
                  </a:cubicBezTo>
                  <a:cubicBezTo>
                    <a:pt x="7225" y="56704"/>
                    <a:pt x="7033" y="56709"/>
                    <a:pt x="6840" y="5670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CACBCC5E-F524-414B-9E82-38D6D8E3339A}"/>
                </a:ext>
              </a:extLst>
            </p:cNvPr>
            <p:cNvSpPr/>
            <p:nvPr/>
          </p:nvSpPr>
          <p:spPr>
            <a:xfrm>
              <a:off x="7137013" y="2938189"/>
              <a:ext cx="13583" cy="55922"/>
            </a:xfrm>
            <a:custGeom>
              <a:avLst/>
              <a:gdLst>
                <a:gd name="connsiteX0" fmla="*/ 6840 w 13583"/>
                <a:gd name="connsiteY0" fmla="*/ 55922 h 55922"/>
                <a:gd name="connsiteX1" fmla="*/ 1 w 13583"/>
                <a:gd name="connsiteY1" fmla="*/ 49123 h 55922"/>
                <a:gd name="connsiteX2" fmla="*/ 0 w 13583"/>
                <a:gd name="connsiteY2" fmla="*/ 49007 h 55922"/>
                <a:gd name="connsiteX3" fmla="*/ 0 w 13583"/>
                <a:gd name="connsiteY3" fmla="*/ 6133 h 55922"/>
                <a:gd name="connsiteX4" fmla="*/ 7658 w 13583"/>
                <a:gd name="connsiteY4" fmla="*/ 58 h 55922"/>
                <a:gd name="connsiteX5" fmla="*/ 13569 w 13583"/>
                <a:gd name="connsiteY5" fmla="*/ 6133 h 55922"/>
                <a:gd name="connsiteX6" fmla="*/ 13569 w 13583"/>
                <a:gd name="connsiteY6" fmla="*/ 48546 h 55922"/>
                <a:gd name="connsiteX7" fmla="*/ 7304 w 13583"/>
                <a:gd name="connsiteY7" fmla="*/ 55907 h 55922"/>
                <a:gd name="connsiteX8" fmla="*/ 6840 w 13583"/>
                <a:gd name="connsiteY8" fmla="*/ 55922 h 5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83" h="55922">
                  <a:moveTo>
                    <a:pt x="6840" y="55922"/>
                  </a:moveTo>
                  <a:cubicBezTo>
                    <a:pt x="3125" y="55986"/>
                    <a:pt x="63" y="52942"/>
                    <a:pt x="1" y="49123"/>
                  </a:cubicBezTo>
                  <a:cubicBezTo>
                    <a:pt x="0" y="49084"/>
                    <a:pt x="0" y="49046"/>
                    <a:pt x="0" y="49007"/>
                  </a:cubicBezTo>
                  <a:lnTo>
                    <a:pt x="0" y="6133"/>
                  </a:lnTo>
                  <a:cubicBezTo>
                    <a:pt x="483" y="2282"/>
                    <a:pt x="3911" y="-438"/>
                    <a:pt x="7658" y="58"/>
                  </a:cubicBezTo>
                  <a:cubicBezTo>
                    <a:pt x="10743" y="467"/>
                    <a:pt x="13171" y="2963"/>
                    <a:pt x="13569" y="6133"/>
                  </a:cubicBezTo>
                  <a:lnTo>
                    <a:pt x="13569" y="48546"/>
                  </a:lnTo>
                  <a:cubicBezTo>
                    <a:pt x="13816" y="52356"/>
                    <a:pt x="11012" y="55652"/>
                    <a:pt x="7304" y="55907"/>
                  </a:cubicBezTo>
                  <a:cubicBezTo>
                    <a:pt x="7150" y="55917"/>
                    <a:pt x="6995" y="55922"/>
                    <a:pt x="6840" y="55922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60C913BE-5F48-204D-B856-B91A63786298}"/>
                </a:ext>
              </a:extLst>
            </p:cNvPr>
            <p:cNvSpPr/>
            <p:nvPr/>
          </p:nvSpPr>
          <p:spPr>
            <a:xfrm>
              <a:off x="7048533" y="2773402"/>
              <a:ext cx="94315" cy="106147"/>
            </a:xfrm>
            <a:custGeom>
              <a:avLst/>
              <a:gdLst>
                <a:gd name="connsiteX0" fmla="*/ 45980 w 94315"/>
                <a:gd name="connsiteY0" fmla="*/ 106148 h 106147"/>
                <a:gd name="connsiteX1" fmla="*/ 9423 w 94315"/>
                <a:gd name="connsiteY1" fmla="*/ 78833 h 106147"/>
                <a:gd name="connsiteX2" fmla="*/ 4 w 94315"/>
                <a:gd name="connsiteY2" fmla="*/ 38033 h 106147"/>
                <a:gd name="connsiteX3" fmla="*/ 4 w 94315"/>
                <a:gd name="connsiteY3" fmla="*/ 24779 h 106147"/>
                <a:gd name="connsiteX4" fmla="*/ 1013 w 94315"/>
                <a:gd name="connsiteY4" fmla="*/ 21091 h 106147"/>
                <a:gd name="connsiteX5" fmla="*/ 46989 w 94315"/>
                <a:gd name="connsiteY5" fmla="*/ 0 h 106147"/>
                <a:gd name="connsiteX6" fmla="*/ 94311 w 94315"/>
                <a:gd name="connsiteY6" fmla="*/ 25932 h 106147"/>
                <a:gd name="connsiteX7" fmla="*/ 94311 w 94315"/>
                <a:gd name="connsiteY7" fmla="*/ 37457 h 106147"/>
                <a:gd name="connsiteX8" fmla="*/ 84892 w 94315"/>
                <a:gd name="connsiteY8" fmla="*/ 78256 h 106147"/>
                <a:gd name="connsiteX9" fmla="*/ 46989 w 94315"/>
                <a:gd name="connsiteY9" fmla="*/ 105571 h 106147"/>
                <a:gd name="connsiteX10" fmla="*/ 13572 w 94315"/>
                <a:gd name="connsiteY10" fmla="*/ 27315 h 106147"/>
                <a:gd name="connsiteX11" fmla="*/ 13572 w 94315"/>
                <a:gd name="connsiteY11" fmla="*/ 38033 h 106147"/>
                <a:gd name="connsiteX12" fmla="*/ 21422 w 94315"/>
                <a:gd name="connsiteY12" fmla="*/ 72609 h 106147"/>
                <a:gd name="connsiteX13" fmla="*/ 46989 w 94315"/>
                <a:gd name="connsiteY13" fmla="*/ 92433 h 106147"/>
                <a:gd name="connsiteX14" fmla="*/ 72893 w 94315"/>
                <a:gd name="connsiteY14" fmla="*/ 72609 h 106147"/>
                <a:gd name="connsiteX15" fmla="*/ 80743 w 94315"/>
                <a:gd name="connsiteY15" fmla="*/ 38033 h 106147"/>
                <a:gd name="connsiteX16" fmla="*/ 80743 w 94315"/>
                <a:gd name="connsiteY16" fmla="*/ 27200 h 106147"/>
                <a:gd name="connsiteX17" fmla="*/ 47102 w 94315"/>
                <a:gd name="connsiteY17" fmla="*/ 14061 h 106147"/>
                <a:gd name="connsiteX18" fmla="*/ 13572 w 94315"/>
                <a:gd name="connsiteY18" fmla="*/ 27315 h 10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4315" h="106147">
                  <a:moveTo>
                    <a:pt x="45980" y="106148"/>
                  </a:moveTo>
                  <a:cubicBezTo>
                    <a:pt x="29684" y="105063"/>
                    <a:pt x="15453" y="94430"/>
                    <a:pt x="9423" y="78833"/>
                  </a:cubicBezTo>
                  <a:cubicBezTo>
                    <a:pt x="3107" y="66221"/>
                    <a:pt x="-126" y="52217"/>
                    <a:pt x="4" y="38033"/>
                  </a:cubicBezTo>
                  <a:lnTo>
                    <a:pt x="4" y="24779"/>
                  </a:lnTo>
                  <a:cubicBezTo>
                    <a:pt x="-11" y="23476"/>
                    <a:pt x="340" y="22196"/>
                    <a:pt x="1013" y="21091"/>
                  </a:cubicBezTo>
                  <a:cubicBezTo>
                    <a:pt x="12756" y="7707"/>
                    <a:pt x="29455" y="47"/>
                    <a:pt x="46989" y="0"/>
                  </a:cubicBezTo>
                  <a:cubicBezTo>
                    <a:pt x="70875" y="0"/>
                    <a:pt x="94311" y="14752"/>
                    <a:pt x="94311" y="25932"/>
                  </a:cubicBezTo>
                  <a:lnTo>
                    <a:pt x="94311" y="37457"/>
                  </a:lnTo>
                  <a:cubicBezTo>
                    <a:pt x="94441" y="51641"/>
                    <a:pt x="91208" y="65644"/>
                    <a:pt x="84892" y="78256"/>
                  </a:cubicBezTo>
                  <a:cubicBezTo>
                    <a:pt x="78661" y="94293"/>
                    <a:pt x="63782" y="105016"/>
                    <a:pt x="46989" y="105571"/>
                  </a:cubicBezTo>
                  <a:close/>
                  <a:moveTo>
                    <a:pt x="13572" y="27315"/>
                  </a:moveTo>
                  <a:lnTo>
                    <a:pt x="13572" y="38033"/>
                  </a:lnTo>
                  <a:cubicBezTo>
                    <a:pt x="13360" y="50049"/>
                    <a:pt x="16057" y="61931"/>
                    <a:pt x="21422" y="72609"/>
                  </a:cubicBezTo>
                  <a:cubicBezTo>
                    <a:pt x="28375" y="86094"/>
                    <a:pt x="36673" y="92663"/>
                    <a:pt x="46989" y="92433"/>
                  </a:cubicBezTo>
                  <a:cubicBezTo>
                    <a:pt x="57306" y="92202"/>
                    <a:pt x="65941" y="86094"/>
                    <a:pt x="72893" y="72609"/>
                  </a:cubicBezTo>
                  <a:cubicBezTo>
                    <a:pt x="78244" y="61926"/>
                    <a:pt x="80941" y="50048"/>
                    <a:pt x="80743" y="38033"/>
                  </a:cubicBezTo>
                  <a:lnTo>
                    <a:pt x="80743" y="27200"/>
                  </a:lnTo>
                  <a:cubicBezTo>
                    <a:pt x="71492" y="18700"/>
                    <a:pt x="59509" y="14020"/>
                    <a:pt x="47102" y="14061"/>
                  </a:cubicBezTo>
                  <a:cubicBezTo>
                    <a:pt x="34771" y="14365"/>
                    <a:pt x="22923" y="19048"/>
                    <a:pt x="13572" y="2731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72A10094-4541-5D49-8C3C-56B3D5F02A7E}"/>
                </a:ext>
              </a:extLst>
            </p:cNvPr>
            <p:cNvSpPr/>
            <p:nvPr/>
          </p:nvSpPr>
          <p:spPr>
            <a:xfrm>
              <a:off x="7073205" y="2861267"/>
              <a:ext cx="43891" cy="48017"/>
            </a:xfrm>
            <a:custGeom>
              <a:avLst/>
              <a:gdLst>
                <a:gd name="connsiteX0" fmla="*/ 22429 w 43891"/>
                <a:gd name="connsiteY0" fmla="*/ 48018 h 48017"/>
                <a:gd name="connsiteX1" fmla="*/ 1 w 43891"/>
                <a:gd name="connsiteY1" fmla="*/ 30845 h 48017"/>
                <a:gd name="connsiteX2" fmla="*/ 1 w 43891"/>
                <a:gd name="connsiteY2" fmla="*/ 6988 h 48017"/>
                <a:gd name="connsiteX3" fmla="*/ 3366 w 43891"/>
                <a:gd name="connsiteY3" fmla="*/ 994 h 48017"/>
                <a:gd name="connsiteX4" fmla="*/ 10318 w 43891"/>
                <a:gd name="connsiteY4" fmla="*/ 994 h 48017"/>
                <a:gd name="connsiteX5" fmla="*/ 21532 w 43891"/>
                <a:gd name="connsiteY5" fmla="*/ 4106 h 48017"/>
                <a:gd name="connsiteX6" fmla="*/ 33531 w 43891"/>
                <a:gd name="connsiteY6" fmla="*/ 994 h 48017"/>
                <a:gd name="connsiteX7" fmla="*/ 42899 w 43891"/>
                <a:gd name="connsiteY7" fmla="*/ 3473 h 48017"/>
                <a:gd name="connsiteX8" fmla="*/ 43847 w 43891"/>
                <a:gd name="connsiteY8" fmla="*/ 6872 h 48017"/>
                <a:gd name="connsiteX9" fmla="*/ 43847 w 43891"/>
                <a:gd name="connsiteY9" fmla="*/ 30730 h 48017"/>
                <a:gd name="connsiteX10" fmla="*/ 22429 w 43891"/>
                <a:gd name="connsiteY10" fmla="*/ 48018 h 48017"/>
                <a:gd name="connsiteX11" fmla="*/ 13906 w 43891"/>
                <a:gd name="connsiteY11" fmla="*/ 17591 h 48017"/>
                <a:gd name="connsiteX12" fmla="*/ 13906 w 43891"/>
                <a:gd name="connsiteY12" fmla="*/ 31075 h 48017"/>
                <a:gd name="connsiteX13" fmla="*/ 22429 w 43891"/>
                <a:gd name="connsiteY13" fmla="*/ 34302 h 48017"/>
                <a:gd name="connsiteX14" fmla="*/ 31064 w 43891"/>
                <a:gd name="connsiteY14" fmla="*/ 31075 h 48017"/>
                <a:gd name="connsiteX15" fmla="*/ 31063 w 43891"/>
                <a:gd name="connsiteY15" fmla="*/ 17591 h 48017"/>
                <a:gd name="connsiteX16" fmla="*/ 13906 w 43891"/>
                <a:gd name="connsiteY16" fmla="*/ 17591 h 4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3891" h="48017">
                  <a:moveTo>
                    <a:pt x="22429" y="48018"/>
                  </a:moveTo>
                  <a:cubicBezTo>
                    <a:pt x="9982" y="48018"/>
                    <a:pt x="1" y="40526"/>
                    <a:pt x="1" y="30845"/>
                  </a:cubicBezTo>
                  <a:lnTo>
                    <a:pt x="1" y="6988"/>
                  </a:lnTo>
                  <a:cubicBezTo>
                    <a:pt x="-49" y="4502"/>
                    <a:pt x="1247" y="2194"/>
                    <a:pt x="3366" y="994"/>
                  </a:cubicBezTo>
                  <a:cubicBezTo>
                    <a:pt x="5503" y="-331"/>
                    <a:pt x="8180" y="-331"/>
                    <a:pt x="10318" y="994"/>
                  </a:cubicBezTo>
                  <a:cubicBezTo>
                    <a:pt x="13679" y="3139"/>
                    <a:pt x="17578" y="4221"/>
                    <a:pt x="21532" y="4106"/>
                  </a:cubicBezTo>
                  <a:cubicBezTo>
                    <a:pt x="25746" y="4340"/>
                    <a:pt x="29929" y="3255"/>
                    <a:pt x="33531" y="994"/>
                  </a:cubicBezTo>
                  <a:cubicBezTo>
                    <a:pt x="36783" y="-980"/>
                    <a:pt x="40978" y="130"/>
                    <a:pt x="42899" y="3473"/>
                  </a:cubicBezTo>
                  <a:cubicBezTo>
                    <a:pt x="43492" y="4505"/>
                    <a:pt x="43818" y="5675"/>
                    <a:pt x="43847" y="6872"/>
                  </a:cubicBezTo>
                  <a:lnTo>
                    <a:pt x="43847" y="30730"/>
                  </a:lnTo>
                  <a:cubicBezTo>
                    <a:pt x="44632" y="40641"/>
                    <a:pt x="34876" y="48018"/>
                    <a:pt x="22429" y="48018"/>
                  </a:cubicBezTo>
                  <a:close/>
                  <a:moveTo>
                    <a:pt x="13906" y="17591"/>
                  </a:moveTo>
                  <a:lnTo>
                    <a:pt x="13906" y="31075"/>
                  </a:lnTo>
                  <a:cubicBezTo>
                    <a:pt x="16099" y="33463"/>
                    <a:pt x="19253" y="34657"/>
                    <a:pt x="22429" y="34302"/>
                  </a:cubicBezTo>
                  <a:cubicBezTo>
                    <a:pt x="25636" y="34640"/>
                    <a:pt x="28817" y="33452"/>
                    <a:pt x="31064" y="31075"/>
                  </a:cubicBezTo>
                  <a:lnTo>
                    <a:pt x="31063" y="17591"/>
                  </a:lnTo>
                  <a:cubicBezTo>
                    <a:pt x="25407" y="18819"/>
                    <a:pt x="19563" y="18819"/>
                    <a:pt x="13906" y="1759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A9BDDB7F-27D9-0840-B1D8-C7FD99D4124F}"/>
                </a:ext>
              </a:extLst>
            </p:cNvPr>
            <p:cNvSpPr/>
            <p:nvPr/>
          </p:nvSpPr>
          <p:spPr>
            <a:xfrm>
              <a:off x="6999644" y="2876553"/>
              <a:ext cx="187958" cy="117574"/>
            </a:xfrm>
            <a:custGeom>
              <a:avLst/>
              <a:gdLst>
                <a:gd name="connsiteX0" fmla="*/ 180766 w 187958"/>
                <a:gd name="connsiteY0" fmla="*/ 117558 h 117574"/>
                <a:gd name="connsiteX1" fmla="*/ 6728 w 187958"/>
                <a:gd name="connsiteY1" fmla="*/ 117558 h 117574"/>
                <a:gd name="connsiteX2" fmla="*/ 0 w 187958"/>
                <a:gd name="connsiteY2" fmla="*/ 110642 h 117574"/>
                <a:gd name="connsiteX3" fmla="*/ 0 w 187958"/>
                <a:gd name="connsiteY3" fmla="*/ 55436 h 117574"/>
                <a:gd name="connsiteX4" fmla="*/ 53938 w 187958"/>
                <a:gd name="connsiteY4" fmla="*/ 0 h 117574"/>
                <a:gd name="connsiteX5" fmla="*/ 80739 w 187958"/>
                <a:gd name="connsiteY5" fmla="*/ 0 h 117574"/>
                <a:gd name="connsiteX6" fmla="*/ 87579 w 187958"/>
                <a:gd name="connsiteY6" fmla="*/ 7030 h 117574"/>
                <a:gd name="connsiteX7" fmla="*/ 87579 w 187958"/>
                <a:gd name="connsiteY7" fmla="*/ 15559 h 117574"/>
                <a:gd name="connsiteX8" fmla="*/ 96102 w 187958"/>
                <a:gd name="connsiteY8" fmla="*/ 18786 h 117574"/>
                <a:gd name="connsiteX9" fmla="*/ 104737 w 187958"/>
                <a:gd name="connsiteY9" fmla="*/ 15559 h 117574"/>
                <a:gd name="connsiteX10" fmla="*/ 104736 w 187958"/>
                <a:gd name="connsiteY10" fmla="*/ 7030 h 117574"/>
                <a:gd name="connsiteX11" fmla="*/ 111577 w 187958"/>
                <a:gd name="connsiteY11" fmla="*/ 0 h 117574"/>
                <a:gd name="connsiteX12" fmla="*/ 134004 w 187958"/>
                <a:gd name="connsiteY12" fmla="*/ 0 h 117574"/>
                <a:gd name="connsiteX13" fmla="*/ 187943 w 187958"/>
                <a:gd name="connsiteY13" fmla="*/ 55436 h 117574"/>
                <a:gd name="connsiteX14" fmla="*/ 187943 w 187958"/>
                <a:gd name="connsiteY14" fmla="*/ 110181 h 117574"/>
                <a:gd name="connsiteX15" fmla="*/ 181695 w 187958"/>
                <a:gd name="connsiteY15" fmla="*/ 117558 h 117574"/>
                <a:gd name="connsiteX16" fmla="*/ 180766 w 187958"/>
                <a:gd name="connsiteY16" fmla="*/ 117558 h 117574"/>
                <a:gd name="connsiteX17" fmla="*/ 13457 w 187958"/>
                <a:gd name="connsiteY17" fmla="*/ 103151 h 117574"/>
                <a:gd name="connsiteX18" fmla="*/ 174038 w 187958"/>
                <a:gd name="connsiteY18" fmla="*/ 103151 h 117574"/>
                <a:gd name="connsiteX19" fmla="*/ 174038 w 187958"/>
                <a:gd name="connsiteY19" fmla="*/ 55436 h 117574"/>
                <a:gd name="connsiteX20" fmla="*/ 133668 w 187958"/>
                <a:gd name="connsiteY20" fmla="*/ 13946 h 117574"/>
                <a:gd name="connsiteX21" fmla="*/ 118193 w 187958"/>
                <a:gd name="connsiteY21" fmla="*/ 13946 h 117574"/>
                <a:gd name="connsiteX22" fmla="*/ 118193 w 187958"/>
                <a:gd name="connsiteY22" fmla="*/ 15559 h 117574"/>
                <a:gd name="connsiteX23" fmla="*/ 95765 w 187958"/>
                <a:gd name="connsiteY23" fmla="*/ 32732 h 117574"/>
                <a:gd name="connsiteX24" fmla="*/ 73338 w 187958"/>
                <a:gd name="connsiteY24" fmla="*/ 15559 h 117574"/>
                <a:gd name="connsiteX25" fmla="*/ 73338 w 187958"/>
                <a:gd name="connsiteY25" fmla="*/ 13830 h 117574"/>
                <a:gd name="connsiteX26" fmla="*/ 53938 w 187958"/>
                <a:gd name="connsiteY26" fmla="*/ 13830 h 117574"/>
                <a:gd name="connsiteX27" fmla="*/ 13569 w 187958"/>
                <a:gd name="connsiteY27" fmla="*/ 55321 h 11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958" h="117574">
                  <a:moveTo>
                    <a:pt x="180766" y="117558"/>
                  </a:moveTo>
                  <a:lnTo>
                    <a:pt x="6728" y="117558"/>
                  </a:lnTo>
                  <a:cubicBezTo>
                    <a:pt x="3012" y="117558"/>
                    <a:pt x="0" y="114462"/>
                    <a:pt x="0" y="110642"/>
                  </a:cubicBezTo>
                  <a:lnTo>
                    <a:pt x="0" y="55436"/>
                  </a:lnTo>
                  <a:cubicBezTo>
                    <a:pt x="62" y="24846"/>
                    <a:pt x="24175" y="63"/>
                    <a:pt x="53938" y="0"/>
                  </a:cubicBezTo>
                  <a:lnTo>
                    <a:pt x="80739" y="0"/>
                  </a:lnTo>
                  <a:cubicBezTo>
                    <a:pt x="84517" y="0"/>
                    <a:pt x="87579" y="3148"/>
                    <a:pt x="87579" y="7030"/>
                  </a:cubicBezTo>
                  <a:lnTo>
                    <a:pt x="87579" y="15559"/>
                  </a:lnTo>
                  <a:cubicBezTo>
                    <a:pt x="89772" y="17946"/>
                    <a:pt x="92926" y="19141"/>
                    <a:pt x="96102" y="18786"/>
                  </a:cubicBezTo>
                  <a:cubicBezTo>
                    <a:pt x="99309" y="19124"/>
                    <a:pt x="102490" y="17935"/>
                    <a:pt x="104737" y="15559"/>
                  </a:cubicBezTo>
                  <a:lnTo>
                    <a:pt x="104736" y="7030"/>
                  </a:lnTo>
                  <a:cubicBezTo>
                    <a:pt x="104736" y="3148"/>
                    <a:pt x="107799" y="0"/>
                    <a:pt x="111577" y="0"/>
                  </a:cubicBezTo>
                  <a:lnTo>
                    <a:pt x="134004" y="0"/>
                  </a:lnTo>
                  <a:cubicBezTo>
                    <a:pt x="163768" y="63"/>
                    <a:pt x="187881" y="24846"/>
                    <a:pt x="187943" y="55436"/>
                  </a:cubicBezTo>
                  <a:lnTo>
                    <a:pt x="187943" y="110181"/>
                  </a:lnTo>
                  <a:cubicBezTo>
                    <a:pt x="188199" y="113991"/>
                    <a:pt x="185402" y="117294"/>
                    <a:pt x="181695" y="117558"/>
                  </a:cubicBezTo>
                  <a:cubicBezTo>
                    <a:pt x="181386" y="117580"/>
                    <a:pt x="181075" y="117580"/>
                    <a:pt x="180766" y="117558"/>
                  </a:cubicBezTo>
                  <a:close/>
                  <a:moveTo>
                    <a:pt x="13457" y="103151"/>
                  </a:moveTo>
                  <a:lnTo>
                    <a:pt x="174038" y="103151"/>
                  </a:lnTo>
                  <a:lnTo>
                    <a:pt x="174038" y="55436"/>
                  </a:lnTo>
                  <a:cubicBezTo>
                    <a:pt x="173976" y="32548"/>
                    <a:pt x="155938" y="14009"/>
                    <a:pt x="133668" y="13946"/>
                  </a:cubicBezTo>
                  <a:lnTo>
                    <a:pt x="118193" y="13946"/>
                  </a:lnTo>
                  <a:lnTo>
                    <a:pt x="118193" y="15559"/>
                  </a:lnTo>
                  <a:cubicBezTo>
                    <a:pt x="118193" y="25240"/>
                    <a:pt x="108437" y="32732"/>
                    <a:pt x="95765" y="32732"/>
                  </a:cubicBezTo>
                  <a:cubicBezTo>
                    <a:pt x="83094" y="32732"/>
                    <a:pt x="73338" y="25240"/>
                    <a:pt x="73338" y="15559"/>
                  </a:cubicBezTo>
                  <a:lnTo>
                    <a:pt x="73338" y="13830"/>
                  </a:lnTo>
                  <a:lnTo>
                    <a:pt x="53938" y="13830"/>
                  </a:lnTo>
                  <a:cubicBezTo>
                    <a:pt x="31643" y="13830"/>
                    <a:pt x="13569" y="32406"/>
                    <a:pt x="13569" y="5532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EC11F37-25F0-7042-93C0-C341BA9DC7FB}"/>
                </a:ext>
              </a:extLst>
            </p:cNvPr>
            <p:cNvSpPr/>
            <p:nvPr/>
          </p:nvSpPr>
          <p:spPr>
            <a:xfrm>
              <a:off x="7259131" y="2947063"/>
              <a:ext cx="13583" cy="47048"/>
            </a:xfrm>
            <a:custGeom>
              <a:avLst/>
              <a:gdLst>
                <a:gd name="connsiteX0" fmla="*/ 6728 w 13583"/>
                <a:gd name="connsiteY0" fmla="*/ 47048 h 47048"/>
                <a:gd name="connsiteX1" fmla="*/ 0 w 13583"/>
                <a:gd name="connsiteY1" fmla="*/ 40132 h 47048"/>
                <a:gd name="connsiteX2" fmla="*/ 0 w 13583"/>
                <a:gd name="connsiteY2" fmla="*/ 6133 h 47048"/>
                <a:gd name="connsiteX3" fmla="*/ 7658 w 13583"/>
                <a:gd name="connsiteY3" fmla="*/ 58 h 47048"/>
                <a:gd name="connsiteX4" fmla="*/ 13569 w 13583"/>
                <a:gd name="connsiteY4" fmla="*/ 6133 h 47048"/>
                <a:gd name="connsiteX5" fmla="*/ 13569 w 13583"/>
                <a:gd name="connsiteY5" fmla="*/ 39671 h 47048"/>
                <a:gd name="connsiteX6" fmla="*/ 7305 w 13583"/>
                <a:gd name="connsiteY6" fmla="*/ 47033 h 47048"/>
                <a:gd name="connsiteX7" fmla="*/ 6728 w 13583"/>
                <a:gd name="connsiteY7" fmla="*/ 47048 h 4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3" h="47048">
                  <a:moveTo>
                    <a:pt x="6728" y="47048"/>
                  </a:moveTo>
                  <a:cubicBezTo>
                    <a:pt x="3012" y="47048"/>
                    <a:pt x="0" y="43951"/>
                    <a:pt x="0" y="40132"/>
                  </a:cubicBezTo>
                  <a:lnTo>
                    <a:pt x="0" y="6133"/>
                  </a:lnTo>
                  <a:cubicBezTo>
                    <a:pt x="483" y="2282"/>
                    <a:pt x="3911" y="-438"/>
                    <a:pt x="7658" y="58"/>
                  </a:cubicBezTo>
                  <a:cubicBezTo>
                    <a:pt x="10743" y="467"/>
                    <a:pt x="13171" y="2963"/>
                    <a:pt x="13569" y="6133"/>
                  </a:cubicBezTo>
                  <a:lnTo>
                    <a:pt x="13569" y="39671"/>
                  </a:lnTo>
                  <a:cubicBezTo>
                    <a:pt x="13817" y="43482"/>
                    <a:pt x="11013" y="46778"/>
                    <a:pt x="7305" y="47033"/>
                  </a:cubicBezTo>
                  <a:cubicBezTo>
                    <a:pt x="7113" y="47046"/>
                    <a:pt x="6921" y="47051"/>
                    <a:pt x="6728" y="4704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727BFDF-7233-9349-A617-709FAD07015A}"/>
                </a:ext>
              </a:extLst>
            </p:cNvPr>
            <p:cNvSpPr/>
            <p:nvPr/>
          </p:nvSpPr>
          <p:spPr>
            <a:xfrm>
              <a:off x="7189265" y="2816852"/>
              <a:ext cx="77271" cy="86669"/>
            </a:xfrm>
            <a:custGeom>
              <a:avLst/>
              <a:gdLst>
                <a:gd name="connsiteX0" fmla="*/ 39252 w 77271"/>
                <a:gd name="connsiteY0" fmla="*/ 86670 h 86669"/>
                <a:gd name="connsiteX1" fmla="*/ 38467 w 77271"/>
                <a:gd name="connsiteY1" fmla="*/ 86670 h 86669"/>
                <a:gd name="connsiteX2" fmla="*/ 7517 w 77271"/>
                <a:gd name="connsiteY2" fmla="*/ 64311 h 86669"/>
                <a:gd name="connsiteX3" fmla="*/ 4 w 77271"/>
                <a:gd name="connsiteY3" fmla="*/ 31464 h 86669"/>
                <a:gd name="connsiteX4" fmla="*/ 4 w 77271"/>
                <a:gd name="connsiteY4" fmla="*/ 21091 h 86669"/>
                <a:gd name="connsiteX5" fmla="*/ 1013 w 77271"/>
                <a:gd name="connsiteY5" fmla="*/ 17403 h 86669"/>
                <a:gd name="connsiteX6" fmla="*/ 38467 w 77271"/>
                <a:gd name="connsiteY6" fmla="*/ 0 h 86669"/>
                <a:gd name="connsiteX7" fmla="*/ 77267 w 77271"/>
                <a:gd name="connsiteY7" fmla="*/ 22013 h 86669"/>
                <a:gd name="connsiteX8" fmla="*/ 77267 w 77271"/>
                <a:gd name="connsiteY8" fmla="*/ 31464 h 86669"/>
                <a:gd name="connsiteX9" fmla="*/ 69754 w 77271"/>
                <a:gd name="connsiteY9" fmla="*/ 64311 h 86669"/>
                <a:gd name="connsiteX10" fmla="*/ 39252 w 77271"/>
                <a:gd name="connsiteY10" fmla="*/ 86670 h 86669"/>
                <a:gd name="connsiteX11" fmla="*/ 38467 w 77271"/>
                <a:gd name="connsiteY11" fmla="*/ 72724 h 86669"/>
                <a:gd name="connsiteX12" fmla="*/ 57755 w 77271"/>
                <a:gd name="connsiteY12" fmla="*/ 57741 h 86669"/>
                <a:gd name="connsiteX13" fmla="*/ 63698 w 77271"/>
                <a:gd name="connsiteY13" fmla="*/ 31464 h 86669"/>
                <a:gd name="connsiteX14" fmla="*/ 63698 w 77271"/>
                <a:gd name="connsiteY14" fmla="*/ 23396 h 86669"/>
                <a:gd name="connsiteX15" fmla="*/ 38467 w 77271"/>
                <a:gd name="connsiteY15" fmla="*/ 13946 h 86669"/>
                <a:gd name="connsiteX16" fmla="*/ 13573 w 77271"/>
                <a:gd name="connsiteY16" fmla="*/ 23627 h 86669"/>
                <a:gd name="connsiteX17" fmla="*/ 13573 w 77271"/>
                <a:gd name="connsiteY17" fmla="*/ 31464 h 86669"/>
                <a:gd name="connsiteX18" fmla="*/ 19516 w 77271"/>
                <a:gd name="connsiteY18" fmla="*/ 57742 h 86669"/>
                <a:gd name="connsiteX19" fmla="*/ 38467 w 77271"/>
                <a:gd name="connsiteY19" fmla="*/ 72724 h 8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7271" h="86669">
                  <a:moveTo>
                    <a:pt x="39252" y="86670"/>
                  </a:moveTo>
                  <a:lnTo>
                    <a:pt x="38467" y="86670"/>
                  </a:lnTo>
                  <a:cubicBezTo>
                    <a:pt x="24664" y="86449"/>
                    <a:pt x="12393" y="77585"/>
                    <a:pt x="7517" y="64311"/>
                  </a:cubicBezTo>
                  <a:cubicBezTo>
                    <a:pt x="2460" y="54149"/>
                    <a:pt x="-118" y="42877"/>
                    <a:pt x="4" y="31464"/>
                  </a:cubicBezTo>
                  <a:lnTo>
                    <a:pt x="4" y="21091"/>
                  </a:lnTo>
                  <a:cubicBezTo>
                    <a:pt x="-10" y="19788"/>
                    <a:pt x="340" y="18508"/>
                    <a:pt x="1013" y="17403"/>
                  </a:cubicBezTo>
                  <a:cubicBezTo>
                    <a:pt x="10521" y="6390"/>
                    <a:pt x="24142" y="61"/>
                    <a:pt x="38467" y="0"/>
                  </a:cubicBezTo>
                  <a:cubicBezTo>
                    <a:pt x="56634" y="0"/>
                    <a:pt x="77267" y="11525"/>
                    <a:pt x="77267" y="22013"/>
                  </a:cubicBezTo>
                  <a:lnTo>
                    <a:pt x="77267" y="31464"/>
                  </a:lnTo>
                  <a:cubicBezTo>
                    <a:pt x="77390" y="42877"/>
                    <a:pt x="74811" y="54150"/>
                    <a:pt x="69754" y="64311"/>
                  </a:cubicBezTo>
                  <a:cubicBezTo>
                    <a:pt x="64792" y="77314"/>
                    <a:pt x="52830" y="86082"/>
                    <a:pt x="39252" y="86670"/>
                  </a:cubicBezTo>
                  <a:close/>
                  <a:moveTo>
                    <a:pt x="38467" y="72724"/>
                  </a:moveTo>
                  <a:cubicBezTo>
                    <a:pt x="46205" y="72724"/>
                    <a:pt x="52485" y="67884"/>
                    <a:pt x="57755" y="57741"/>
                  </a:cubicBezTo>
                  <a:cubicBezTo>
                    <a:pt x="61731" y="49589"/>
                    <a:pt x="63768" y="40583"/>
                    <a:pt x="63698" y="31464"/>
                  </a:cubicBezTo>
                  <a:lnTo>
                    <a:pt x="63698" y="23396"/>
                  </a:lnTo>
                  <a:cubicBezTo>
                    <a:pt x="56666" y="17233"/>
                    <a:pt x="47709" y="13878"/>
                    <a:pt x="38467" y="13946"/>
                  </a:cubicBezTo>
                  <a:cubicBezTo>
                    <a:pt x="29346" y="14205"/>
                    <a:pt x="20577" y="17616"/>
                    <a:pt x="13573" y="23627"/>
                  </a:cubicBezTo>
                  <a:lnTo>
                    <a:pt x="13573" y="31464"/>
                  </a:lnTo>
                  <a:cubicBezTo>
                    <a:pt x="13503" y="40583"/>
                    <a:pt x="15540" y="49589"/>
                    <a:pt x="19516" y="57742"/>
                  </a:cubicBezTo>
                  <a:cubicBezTo>
                    <a:pt x="24787" y="67884"/>
                    <a:pt x="31178" y="73531"/>
                    <a:pt x="38467" y="72724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673E1A3-DA1D-214B-BA76-AF7998733CFE}"/>
                </a:ext>
              </a:extLst>
            </p:cNvPr>
            <p:cNvSpPr/>
            <p:nvPr/>
          </p:nvSpPr>
          <p:spPr>
            <a:xfrm>
              <a:off x="7209005" y="2886162"/>
              <a:ext cx="37791" cy="41002"/>
            </a:xfrm>
            <a:custGeom>
              <a:avLst/>
              <a:gdLst>
                <a:gd name="connsiteX0" fmla="*/ 18952 w 37791"/>
                <a:gd name="connsiteY0" fmla="*/ 40872 h 41002"/>
                <a:gd name="connsiteX1" fmla="*/ 0 w 37791"/>
                <a:gd name="connsiteY1" fmla="*/ 25889 h 41002"/>
                <a:gd name="connsiteX2" fmla="*/ 0 w 37791"/>
                <a:gd name="connsiteY2" fmla="*/ 6988 h 41002"/>
                <a:gd name="connsiteX3" fmla="*/ 3364 w 37791"/>
                <a:gd name="connsiteY3" fmla="*/ 994 h 41002"/>
                <a:gd name="connsiteX4" fmla="*/ 10317 w 37791"/>
                <a:gd name="connsiteY4" fmla="*/ 994 h 41002"/>
                <a:gd name="connsiteX5" fmla="*/ 18727 w 37791"/>
                <a:gd name="connsiteY5" fmla="*/ 3300 h 41002"/>
                <a:gd name="connsiteX6" fmla="*/ 27474 w 37791"/>
                <a:gd name="connsiteY6" fmla="*/ 994 h 41002"/>
                <a:gd name="connsiteX7" fmla="*/ 34427 w 37791"/>
                <a:gd name="connsiteY7" fmla="*/ 994 h 41002"/>
                <a:gd name="connsiteX8" fmla="*/ 37791 w 37791"/>
                <a:gd name="connsiteY8" fmla="*/ 6988 h 41002"/>
                <a:gd name="connsiteX9" fmla="*/ 37791 w 37791"/>
                <a:gd name="connsiteY9" fmla="*/ 25889 h 41002"/>
                <a:gd name="connsiteX10" fmla="*/ 18952 w 37791"/>
                <a:gd name="connsiteY10" fmla="*/ 40872 h 41002"/>
                <a:gd name="connsiteX11" fmla="*/ 13569 w 37791"/>
                <a:gd name="connsiteY11" fmla="*/ 25313 h 41002"/>
                <a:gd name="connsiteX12" fmla="*/ 18952 w 37791"/>
                <a:gd name="connsiteY12" fmla="*/ 26926 h 41002"/>
                <a:gd name="connsiteX13" fmla="*/ 24222 w 37791"/>
                <a:gd name="connsiteY13" fmla="*/ 25313 h 41002"/>
                <a:gd name="connsiteX14" fmla="*/ 24222 w 37791"/>
                <a:gd name="connsiteY14" fmla="*/ 17015 h 41002"/>
                <a:gd name="connsiteX15" fmla="*/ 18952 w 37791"/>
                <a:gd name="connsiteY15" fmla="*/ 17015 h 41002"/>
                <a:gd name="connsiteX16" fmla="*/ 13569 w 37791"/>
                <a:gd name="connsiteY16" fmla="*/ 17015 h 4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791" h="41002">
                  <a:moveTo>
                    <a:pt x="18952" y="40872"/>
                  </a:moveTo>
                  <a:cubicBezTo>
                    <a:pt x="8299" y="40872"/>
                    <a:pt x="0" y="34302"/>
                    <a:pt x="0" y="25889"/>
                  </a:cubicBezTo>
                  <a:lnTo>
                    <a:pt x="0" y="6988"/>
                  </a:lnTo>
                  <a:cubicBezTo>
                    <a:pt x="-25" y="4509"/>
                    <a:pt x="1264" y="2213"/>
                    <a:pt x="3364" y="994"/>
                  </a:cubicBezTo>
                  <a:cubicBezTo>
                    <a:pt x="5502" y="-331"/>
                    <a:pt x="8179" y="-331"/>
                    <a:pt x="10317" y="994"/>
                  </a:cubicBezTo>
                  <a:cubicBezTo>
                    <a:pt x="12848" y="2574"/>
                    <a:pt x="15767" y="3374"/>
                    <a:pt x="18727" y="3300"/>
                  </a:cubicBezTo>
                  <a:cubicBezTo>
                    <a:pt x="21797" y="3402"/>
                    <a:pt x="24831" y="2602"/>
                    <a:pt x="27474" y="994"/>
                  </a:cubicBezTo>
                  <a:cubicBezTo>
                    <a:pt x="29612" y="-331"/>
                    <a:pt x="32289" y="-331"/>
                    <a:pt x="34427" y="994"/>
                  </a:cubicBezTo>
                  <a:cubicBezTo>
                    <a:pt x="36527" y="2213"/>
                    <a:pt x="37816" y="4509"/>
                    <a:pt x="37791" y="6988"/>
                  </a:cubicBezTo>
                  <a:lnTo>
                    <a:pt x="37791" y="25889"/>
                  </a:lnTo>
                  <a:cubicBezTo>
                    <a:pt x="36568" y="35346"/>
                    <a:pt x="28166" y="42029"/>
                    <a:pt x="18952" y="40872"/>
                  </a:cubicBezTo>
                  <a:close/>
                  <a:moveTo>
                    <a:pt x="13569" y="25313"/>
                  </a:moveTo>
                  <a:cubicBezTo>
                    <a:pt x="15118" y="26494"/>
                    <a:pt x="17027" y="27067"/>
                    <a:pt x="18952" y="26926"/>
                  </a:cubicBezTo>
                  <a:cubicBezTo>
                    <a:pt x="20839" y="27049"/>
                    <a:pt x="22707" y="26477"/>
                    <a:pt x="24222" y="25313"/>
                  </a:cubicBezTo>
                  <a:lnTo>
                    <a:pt x="24222" y="17015"/>
                  </a:lnTo>
                  <a:cubicBezTo>
                    <a:pt x="22467" y="17133"/>
                    <a:pt x="20707" y="17133"/>
                    <a:pt x="18952" y="17015"/>
                  </a:cubicBezTo>
                  <a:cubicBezTo>
                    <a:pt x="17159" y="17136"/>
                    <a:pt x="15361" y="17136"/>
                    <a:pt x="13569" y="1701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01B09F7-CE2A-8C40-86EF-461A3E088F31}"/>
                </a:ext>
              </a:extLst>
            </p:cNvPr>
            <p:cNvSpPr/>
            <p:nvPr/>
          </p:nvSpPr>
          <p:spPr>
            <a:xfrm>
              <a:off x="7187811" y="2898220"/>
              <a:ext cx="113834" cy="95948"/>
            </a:xfrm>
            <a:custGeom>
              <a:avLst/>
              <a:gdLst>
                <a:gd name="connsiteX0" fmla="*/ 106979 w 113834"/>
                <a:gd name="connsiteY0" fmla="*/ 95890 h 95948"/>
                <a:gd name="connsiteX1" fmla="*/ 17269 w 113834"/>
                <a:gd name="connsiteY1" fmla="*/ 95890 h 95948"/>
                <a:gd name="connsiteX2" fmla="*/ 9611 w 113834"/>
                <a:gd name="connsiteY2" fmla="*/ 89816 h 95948"/>
                <a:gd name="connsiteX3" fmla="*/ 15521 w 113834"/>
                <a:gd name="connsiteY3" fmla="*/ 81945 h 95948"/>
                <a:gd name="connsiteX4" fmla="*/ 17269 w 113834"/>
                <a:gd name="connsiteY4" fmla="*/ 81945 h 95948"/>
                <a:gd name="connsiteX5" fmla="*/ 100139 w 113834"/>
                <a:gd name="connsiteY5" fmla="*/ 81945 h 95948"/>
                <a:gd name="connsiteX6" fmla="*/ 100139 w 113834"/>
                <a:gd name="connsiteY6" fmla="*/ 45294 h 95948"/>
                <a:gd name="connsiteX7" fmla="*/ 69750 w 113834"/>
                <a:gd name="connsiteY7" fmla="*/ 14061 h 95948"/>
                <a:gd name="connsiteX8" fmla="*/ 58536 w 113834"/>
                <a:gd name="connsiteY8" fmla="*/ 14061 h 95948"/>
                <a:gd name="connsiteX9" fmla="*/ 39697 w 113834"/>
                <a:gd name="connsiteY9" fmla="*/ 28813 h 95948"/>
                <a:gd name="connsiteX10" fmla="*/ 20745 w 113834"/>
                <a:gd name="connsiteY10" fmla="*/ 14061 h 95948"/>
                <a:gd name="connsiteX11" fmla="*/ 6840 w 113834"/>
                <a:gd name="connsiteY11" fmla="*/ 14061 h 95948"/>
                <a:gd name="connsiteX12" fmla="*/ 0 w 113834"/>
                <a:gd name="connsiteY12" fmla="*/ 7030 h 95948"/>
                <a:gd name="connsiteX13" fmla="*/ 6840 w 113834"/>
                <a:gd name="connsiteY13" fmla="*/ 0 h 95948"/>
                <a:gd name="connsiteX14" fmla="*/ 27922 w 113834"/>
                <a:gd name="connsiteY14" fmla="*/ 0 h 95948"/>
                <a:gd name="connsiteX15" fmla="*/ 34763 w 113834"/>
                <a:gd name="connsiteY15" fmla="*/ 7030 h 95948"/>
                <a:gd name="connsiteX16" fmla="*/ 34763 w 113834"/>
                <a:gd name="connsiteY16" fmla="*/ 13254 h 95948"/>
                <a:gd name="connsiteX17" fmla="*/ 40145 w 113834"/>
                <a:gd name="connsiteY17" fmla="*/ 14868 h 95948"/>
                <a:gd name="connsiteX18" fmla="*/ 45416 w 113834"/>
                <a:gd name="connsiteY18" fmla="*/ 13254 h 95948"/>
                <a:gd name="connsiteX19" fmla="*/ 45416 w 113834"/>
                <a:gd name="connsiteY19" fmla="*/ 7030 h 95948"/>
                <a:gd name="connsiteX20" fmla="*/ 52256 w 113834"/>
                <a:gd name="connsiteY20" fmla="*/ 0 h 95948"/>
                <a:gd name="connsiteX21" fmla="*/ 69750 w 113834"/>
                <a:gd name="connsiteY21" fmla="*/ 0 h 95948"/>
                <a:gd name="connsiteX22" fmla="*/ 113820 w 113834"/>
                <a:gd name="connsiteY22" fmla="*/ 45294 h 95948"/>
                <a:gd name="connsiteX23" fmla="*/ 113820 w 113834"/>
                <a:gd name="connsiteY23" fmla="*/ 88514 h 95948"/>
                <a:gd name="connsiteX24" fmla="*/ 107556 w 113834"/>
                <a:gd name="connsiteY24" fmla="*/ 95876 h 95948"/>
                <a:gd name="connsiteX25" fmla="*/ 106979 w 113834"/>
                <a:gd name="connsiteY25" fmla="*/ 95890 h 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34" h="95948">
                  <a:moveTo>
                    <a:pt x="106979" y="95890"/>
                  </a:moveTo>
                  <a:lnTo>
                    <a:pt x="17269" y="95890"/>
                  </a:lnTo>
                  <a:cubicBezTo>
                    <a:pt x="13522" y="96386"/>
                    <a:pt x="10094" y="93667"/>
                    <a:pt x="9611" y="89816"/>
                  </a:cubicBezTo>
                  <a:cubicBezTo>
                    <a:pt x="9128" y="85965"/>
                    <a:pt x="11774" y="82441"/>
                    <a:pt x="15521" y="81945"/>
                  </a:cubicBezTo>
                  <a:cubicBezTo>
                    <a:pt x="16101" y="81868"/>
                    <a:pt x="16689" y="81868"/>
                    <a:pt x="17269" y="81945"/>
                  </a:cubicBezTo>
                  <a:lnTo>
                    <a:pt x="100139" y="81945"/>
                  </a:lnTo>
                  <a:lnTo>
                    <a:pt x="100139" y="45294"/>
                  </a:lnTo>
                  <a:cubicBezTo>
                    <a:pt x="100139" y="28045"/>
                    <a:pt x="86533" y="14061"/>
                    <a:pt x="69750" y="14061"/>
                  </a:cubicBezTo>
                  <a:lnTo>
                    <a:pt x="58536" y="14061"/>
                  </a:lnTo>
                  <a:cubicBezTo>
                    <a:pt x="57203" y="23425"/>
                    <a:pt x="48835" y="29978"/>
                    <a:pt x="39697" y="28813"/>
                  </a:cubicBezTo>
                  <a:cubicBezTo>
                    <a:pt x="29156" y="28813"/>
                    <a:pt x="20858" y="22359"/>
                    <a:pt x="20745" y="14061"/>
                  </a:cubicBezTo>
                  <a:lnTo>
                    <a:pt x="6840" y="14061"/>
                  </a:lnTo>
                  <a:cubicBezTo>
                    <a:pt x="3063" y="14061"/>
                    <a:pt x="0" y="10913"/>
                    <a:pt x="0" y="7030"/>
                  </a:cubicBezTo>
                  <a:cubicBezTo>
                    <a:pt x="0" y="3148"/>
                    <a:pt x="3063" y="0"/>
                    <a:pt x="6840" y="0"/>
                  </a:cubicBezTo>
                  <a:lnTo>
                    <a:pt x="27922" y="0"/>
                  </a:lnTo>
                  <a:cubicBezTo>
                    <a:pt x="31700" y="0"/>
                    <a:pt x="34763" y="3148"/>
                    <a:pt x="34763" y="7030"/>
                  </a:cubicBezTo>
                  <a:lnTo>
                    <a:pt x="34763" y="13254"/>
                  </a:lnTo>
                  <a:cubicBezTo>
                    <a:pt x="36312" y="14435"/>
                    <a:pt x="38221" y="15008"/>
                    <a:pt x="40145" y="14868"/>
                  </a:cubicBezTo>
                  <a:cubicBezTo>
                    <a:pt x="42033" y="14990"/>
                    <a:pt x="43901" y="14418"/>
                    <a:pt x="45416" y="13254"/>
                  </a:cubicBezTo>
                  <a:lnTo>
                    <a:pt x="45416" y="7030"/>
                  </a:lnTo>
                  <a:cubicBezTo>
                    <a:pt x="45416" y="3148"/>
                    <a:pt x="48478" y="0"/>
                    <a:pt x="52256" y="0"/>
                  </a:cubicBezTo>
                  <a:lnTo>
                    <a:pt x="69750" y="0"/>
                  </a:lnTo>
                  <a:cubicBezTo>
                    <a:pt x="94063" y="63"/>
                    <a:pt x="113758" y="20305"/>
                    <a:pt x="113820" y="45294"/>
                  </a:cubicBezTo>
                  <a:lnTo>
                    <a:pt x="113820" y="88514"/>
                  </a:lnTo>
                  <a:cubicBezTo>
                    <a:pt x="114068" y="92325"/>
                    <a:pt x="111264" y="95621"/>
                    <a:pt x="107556" y="95876"/>
                  </a:cubicBezTo>
                  <a:cubicBezTo>
                    <a:pt x="107364" y="95889"/>
                    <a:pt x="107172" y="95894"/>
                    <a:pt x="106979" y="95890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3175355-B584-3640-A3F8-9251F6E3D3C4}"/>
                </a:ext>
              </a:extLst>
            </p:cNvPr>
            <p:cNvSpPr/>
            <p:nvPr/>
          </p:nvSpPr>
          <p:spPr>
            <a:xfrm>
              <a:off x="6918681" y="2947063"/>
              <a:ext cx="13583" cy="47048"/>
            </a:xfrm>
            <a:custGeom>
              <a:avLst/>
              <a:gdLst>
                <a:gd name="connsiteX0" fmla="*/ 6840 w 13583"/>
                <a:gd name="connsiteY0" fmla="*/ 47048 h 47048"/>
                <a:gd name="connsiteX1" fmla="*/ 1 w 13583"/>
                <a:gd name="connsiteY1" fmla="*/ 40249 h 47048"/>
                <a:gd name="connsiteX2" fmla="*/ 0 w 13583"/>
                <a:gd name="connsiteY2" fmla="*/ 40132 h 47048"/>
                <a:gd name="connsiteX3" fmla="*/ 0 w 13583"/>
                <a:gd name="connsiteY3" fmla="*/ 6133 h 47048"/>
                <a:gd name="connsiteX4" fmla="*/ 7658 w 13583"/>
                <a:gd name="connsiteY4" fmla="*/ 58 h 47048"/>
                <a:gd name="connsiteX5" fmla="*/ 13569 w 13583"/>
                <a:gd name="connsiteY5" fmla="*/ 6133 h 47048"/>
                <a:gd name="connsiteX6" fmla="*/ 13569 w 13583"/>
                <a:gd name="connsiteY6" fmla="*/ 39671 h 47048"/>
                <a:gd name="connsiteX7" fmla="*/ 7304 w 13583"/>
                <a:gd name="connsiteY7" fmla="*/ 47032 h 47048"/>
                <a:gd name="connsiteX8" fmla="*/ 6840 w 13583"/>
                <a:gd name="connsiteY8" fmla="*/ 47048 h 4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83" h="47048">
                  <a:moveTo>
                    <a:pt x="6840" y="47048"/>
                  </a:moveTo>
                  <a:cubicBezTo>
                    <a:pt x="3125" y="47111"/>
                    <a:pt x="63" y="44067"/>
                    <a:pt x="1" y="40249"/>
                  </a:cubicBezTo>
                  <a:cubicBezTo>
                    <a:pt x="0" y="40210"/>
                    <a:pt x="0" y="40171"/>
                    <a:pt x="0" y="40132"/>
                  </a:cubicBezTo>
                  <a:lnTo>
                    <a:pt x="0" y="6133"/>
                  </a:lnTo>
                  <a:cubicBezTo>
                    <a:pt x="483" y="2282"/>
                    <a:pt x="3911" y="-438"/>
                    <a:pt x="7658" y="58"/>
                  </a:cubicBezTo>
                  <a:cubicBezTo>
                    <a:pt x="10743" y="467"/>
                    <a:pt x="13171" y="2963"/>
                    <a:pt x="13569" y="6133"/>
                  </a:cubicBezTo>
                  <a:lnTo>
                    <a:pt x="13569" y="39671"/>
                  </a:lnTo>
                  <a:cubicBezTo>
                    <a:pt x="13816" y="43482"/>
                    <a:pt x="11012" y="46778"/>
                    <a:pt x="7304" y="47032"/>
                  </a:cubicBezTo>
                  <a:cubicBezTo>
                    <a:pt x="7150" y="47043"/>
                    <a:pt x="6995" y="47048"/>
                    <a:pt x="6840" y="4704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4500CC0A-918C-E14A-B2D2-CABEBD89F873}"/>
                </a:ext>
              </a:extLst>
            </p:cNvPr>
            <p:cNvSpPr/>
            <p:nvPr/>
          </p:nvSpPr>
          <p:spPr>
            <a:xfrm>
              <a:off x="6924844" y="2816852"/>
              <a:ext cx="77272" cy="86669"/>
            </a:xfrm>
            <a:custGeom>
              <a:avLst/>
              <a:gdLst>
                <a:gd name="connsiteX0" fmla="*/ 37570 w 77272"/>
                <a:gd name="connsiteY0" fmla="*/ 86670 h 86669"/>
                <a:gd name="connsiteX1" fmla="*/ 7517 w 77272"/>
                <a:gd name="connsiteY1" fmla="*/ 64311 h 86669"/>
                <a:gd name="connsiteX2" fmla="*/ 4 w 77272"/>
                <a:gd name="connsiteY2" fmla="*/ 31464 h 86669"/>
                <a:gd name="connsiteX3" fmla="*/ 4 w 77272"/>
                <a:gd name="connsiteY3" fmla="*/ 22013 h 86669"/>
                <a:gd name="connsiteX4" fmla="*/ 38804 w 77272"/>
                <a:gd name="connsiteY4" fmla="*/ 0 h 86669"/>
                <a:gd name="connsiteX5" fmla="*/ 76258 w 77272"/>
                <a:gd name="connsiteY5" fmla="*/ 17403 h 86669"/>
                <a:gd name="connsiteX6" fmla="*/ 77267 w 77272"/>
                <a:gd name="connsiteY6" fmla="*/ 21091 h 86669"/>
                <a:gd name="connsiteX7" fmla="*/ 77267 w 77272"/>
                <a:gd name="connsiteY7" fmla="*/ 31464 h 86669"/>
                <a:gd name="connsiteX8" fmla="*/ 69642 w 77272"/>
                <a:gd name="connsiteY8" fmla="*/ 64311 h 86669"/>
                <a:gd name="connsiteX9" fmla="*/ 38467 w 77272"/>
                <a:gd name="connsiteY9" fmla="*/ 86670 h 86669"/>
                <a:gd name="connsiteX10" fmla="*/ 38467 w 77272"/>
                <a:gd name="connsiteY10" fmla="*/ 72724 h 86669"/>
                <a:gd name="connsiteX11" fmla="*/ 57643 w 77272"/>
                <a:gd name="connsiteY11" fmla="*/ 57741 h 86669"/>
                <a:gd name="connsiteX12" fmla="*/ 63698 w 77272"/>
                <a:gd name="connsiteY12" fmla="*/ 31464 h 86669"/>
                <a:gd name="connsiteX13" fmla="*/ 63698 w 77272"/>
                <a:gd name="connsiteY13" fmla="*/ 23627 h 86669"/>
                <a:gd name="connsiteX14" fmla="*/ 38804 w 77272"/>
                <a:gd name="connsiteY14" fmla="*/ 13946 h 86669"/>
                <a:gd name="connsiteX15" fmla="*/ 13573 w 77272"/>
                <a:gd name="connsiteY15" fmla="*/ 23396 h 86669"/>
                <a:gd name="connsiteX16" fmla="*/ 13573 w 77272"/>
                <a:gd name="connsiteY16" fmla="*/ 31464 h 86669"/>
                <a:gd name="connsiteX17" fmla="*/ 19516 w 77272"/>
                <a:gd name="connsiteY17" fmla="*/ 57742 h 86669"/>
                <a:gd name="connsiteX18" fmla="*/ 38467 w 77272"/>
                <a:gd name="connsiteY18" fmla="*/ 72724 h 8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272" h="86669">
                  <a:moveTo>
                    <a:pt x="37570" y="86670"/>
                  </a:moveTo>
                  <a:cubicBezTo>
                    <a:pt x="24158" y="85905"/>
                    <a:pt x="12413" y="77167"/>
                    <a:pt x="7517" y="64311"/>
                  </a:cubicBezTo>
                  <a:cubicBezTo>
                    <a:pt x="2460" y="54149"/>
                    <a:pt x="-118" y="42877"/>
                    <a:pt x="4" y="31464"/>
                  </a:cubicBezTo>
                  <a:lnTo>
                    <a:pt x="4" y="22013"/>
                  </a:lnTo>
                  <a:cubicBezTo>
                    <a:pt x="4" y="11756"/>
                    <a:pt x="20637" y="0"/>
                    <a:pt x="38804" y="0"/>
                  </a:cubicBezTo>
                  <a:cubicBezTo>
                    <a:pt x="53129" y="61"/>
                    <a:pt x="66750" y="6390"/>
                    <a:pt x="76258" y="17403"/>
                  </a:cubicBezTo>
                  <a:cubicBezTo>
                    <a:pt x="76915" y="18515"/>
                    <a:pt x="77263" y="19790"/>
                    <a:pt x="77267" y="21091"/>
                  </a:cubicBezTo>
                  <a:lnTo>
                    <a:pt x="77267" y="31464"/>
                  </a:lnTo>
                  <a:cubicBezTo>
                    <a:pt x="77405" y="42892"/>
                    <a:pt x="74785" y="54178"/>
                    <a:pt x="69642" y="64311"/>
                  </a:cubicBezTo>
                  <a:cubicBezTo>
                    <a:pt x="64736" y="77662"/>
                    <a:pt x="52353" y="86544"/>
                    <a:pt x="38467" y="86670"/>
                  </a:cubicBezTo>
                  <a:close/>
                  <a:moveTo>
                    <a:pt x="38467" y="72724"/>
                  </a:moveTo>
                  <a:cubicBezTo>
                    <a:pt x="46205" y="72724"/>
                    <a:pt x="52485" y="67884"/>
                    <a:pt x="57643" y="57741"/>
                  </a:cubicBezTo>
                  <a:cubicBezTo>
                    <a:pt x="61716" y="49621"/>
                    <a:pt x="63795" y="40600"/>
                    <a:pt x="63698" y="31464"/>
                  </a:cubicBezTo>
                  <a:lnTo>
                    <a:pt x="63698" y="23627"/>
                  </a:lnTo>
                  <a:cubicBezTo>
                    <a:pt x="56664" y="17670"/>
                    <a:pt x="47913" y="14267"/>
                    <a:pt x="38804" y="13946"/>
                  </a:cubicBezTo>
                  <a:cubicBezTo>
                    <a:pt x="29562" y="13878"/>
                    <a:pt x="20605" y="17233"/>
                    <a:pt x="13573" y="23396"/>
                  </a:cubicBezTo>
                  <a:lnTo>
                    <a:pt x="13573" y="31464"/>
                  </a:lnTo>
                  <a:cubicBezTo>
                    <a:pt x="13437" y="40590"/>
                    <a:pt x="15477" y="49612"/>
                    <a:pt x="19516" y="57742"/>
                  </a:cubicBezTo>
                  <a:cubicBezTo>
                    <a:pt x="24787" y="67884"/>
                    <a:pt x="31291" y="73531"/>
                    <a:pt x="38467" y="72724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01E1CF75-02CA-6C4D-B009-99D7958871CB}"/>
                </a:ext>
              </a:extLst>
            </p:cNvPr>
            <p:cNvSpPr/>
            <p:nvPr/>
          </p:nvSpPr>
          <p:spPr>
            <a:xfrm>
              <a:off x="6944473" y="2886157"/>
              <a:ext cx="37902" cy="41007"/>
            </a:xfrm>
            <a:custGeom>
              <a:avLst/>
              <a:gdLst>
                <a:gd name="connsiteX0" fmla="*/ 18951 w 37902"/>
                <a:gd name="connsiteY0" fmla="*/ 40876 h 41007"/>
                <a:gd name="connsiteX1" fmla="*/ 0 w 37902"/>
                <a:gd name="connsiteY1" fmla="*/ 25893 h 41007"/>
                <a:gd name="connsiteX2" fmla="*/ 0 w 37902"/>
                <a:gd name="connsiteY2" fmla="*/ 6992 h 41007"/>
                <a:gd name="connsiteX3" fmla="*/ 3476 w 37902"/>
                <a:gd name="connsiteY3" fmla="*/ 999 h 41007"/>
                <a:gd name="connsiteX4" fmla="*/ 10317 w 37902"/>
                <a:gd name="connsiteY4" fmla="*/ 999 h 41007"/>
                <a:gd name="connsiteX5" fmla="*/ 18839 w 37902"/>
                <a:gd name="connsiteY5" fmla="*/ 3304 h 41007"/>
                <a:gd name="connsiteX6" fmla="*/ 27586 w 37902"/>
                <a:gd name="connsiteY6" fmla="*/ 999 h 41007"/>
                <a:gd name="connsiteX7" fmla="*/ 36954 w 37902"/>
                <a:gd name="connsiteY7" fmla="*/ 3477 h 41007"/>
                <a:gd name="connsiteX8" fmla="*/ 37903 w 37902"/>
                <a:gd name="connsiteY8" fmla="*/ 6877 h 41007"/>
                <a:gd name="connsiteX9" fmla="*/ 37903 w 37902"/>
                <a:gd name="connsiteY9" fmla="*/ 25778 h 41007"/>
                <a:gd name="connsiteX10" fmla="*/ 18951 w 37902"/>
                <a:gd name="connsiteY10" fmla="*/ 40876 h 41007"/>
                <a:gd name="connsiteX11" fmla="*/ 13681 w 37902"/>
                <a:gd name="connsiteY11" fmla="*/ 25317 h 41007"/>
                <a:gd name="connsiteX12" fmla="*/ 18951 w 37902"/>
                <a:gd name="connsiteY12" fmla="*/ 26931 h 41007"/>
                <a:gd name="connsiteX13" fmla="*/ 24334 w 37902"/>
                <a:gd name="connsiteY13" fmla="*/ 25317 h 41007"/>
                <a:gd name="connsiteX14" fmla="*/ 24334 w 37902"/>
                <a:gd name="connsiteY14" fmla="*/ 17019 h 41007"/>
                <a:gd name="connsiteX15" fmla="*/ 18951 w 37902"/>
                <a:gd name="connsiteY15" fmla="*/ 17019 h 41007"/>
                <a:gd name="connsiteX16" fmla="*/ 13681 w 37902"/>
                <a:gd name="connsiteY16" fmla="*/ 17019 h 4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902" h="41007">
                  <a:moveTo>
                    <a:pt x="18951" y="40876"/>
                  </a:moveTo>
                  <a:cubicBezTo>
                    <a:pt x="9714" y="42037"/>
                    <a:pt x="1278" y="35367"/>
                    <a:pt x="0" y="25893"/>
                  </a:cubicBezTo>
                  <a:lnTo>
                    <a:pt x="0" y="6992"/>
                  </a:lnTo>
                  <a:cubicBezTo>
                    <a:pt x="21" y="4496"/>
                    <a:pt x="1350" y="2205"/>
                    <a:pt x="3476" y="999"/>
                  </a:cubicBezTo>
                  <a:cubicBezTo>
                    <a:pt x="5572" y="-333"/>
                    <a:pt x="8221" y="-333"/>
                    <a:pt x="10317" y="999"/>
                  </a:cubicBezTo>
                  <a:cubicBezTo>
                    <a:pt x="12895" y="2564"/>
                    <a:pt x="15845" y="3363"/>
                    <a:pt x="18839" y="3304"/>
                  </a:cubicBezTo>
                  <a:cubicBezTo>
                    <a:pt x="21910" y="3419"/>
                    <a:pt x="24948" y="2619"/>
                    <a:pt x="27586" y="999"/>
                  </a:cubicBezTo>
                  <a:cubicBezTo>
                    <a:pt x="30839" y="-976"/>
                    <a:pt x="35033" y="134"/>
                    <a:pt x="36954" y="3477"/>
                  </a:cubicBezTo>
                  <a:cubicBezTo>
                    <a:pt x="37547" y="4509"/>
                    <a:pt x="37873" y="5679"/>
                    <a:pt x="37903" y="6877"/>
                  </a:cubicBezTo>
                  <a:lnTo>
                    <a:pt x="37903" y="25778"/>
                  </a:lnTo>
                  <a:cubicBezTo>
                    <a:pt x="37903" y="34307"/>
                    <a:pt x="29604" y="40876"/>
                    <a:pt x="18951" y="40876"/>
                  </a:cubicBezTo>
                  <a:close/>
                  <a:moveTo>
                    <a:pt x="13681" y="25317"/>
                  </a:moveTo>
                  <a:cubicBezTo>
                    <a:pt x="15195" y="26481"/>
                    <a:pt x="17064" y="27053"/>
                    <a:pt x="18951" y="26931"/>
                  </a:cubicBezTo>
                  <a:cubicBezTo>
                    <a:pt x="20875" y="27071"/>
                    <a:pt x="22785" y="26499"/>
                    <a:pt x="24334" y="25317"/>
                  </a:cubicBezTo>
                  <a:lnTo>
                    <a:pt x="24334" y="17019"/>
                  </a:lnTo>
                  <a:cubicBezTo>
                    <a:pt x="22541" y="17133"/>
                    <a:pt x="20744" y="17133"/>
                    <a:pt x="18951" y="17019"/>
                  </a:cubicBezTo>
                  <a:cubicBezTo>
                    <a:pt x="17196" y="17137"/>
                    <a:pt x="15436" y="17137"/>
                    <a:pt x="13681" y="1701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85F5530-1401-AC49-BB94-50FFAF433787}"/>
                </a:ext>
              </a:extLst>
            </p:cNvPr>
            <p:cNvSpPr/>
            <p:nvPr/>
          </p:nvSpPr>
          <p:spPr>
            <a:xfrm>
              <a:off x="6889637" y="2898220"/>
              <a:ext cx="113931" cy="95891"/>
            </a:xfrm>
            <a:custGeom>
              <a:avLst/>
              <a:gdLst>
                <a:gd name="connsiteX0" fmla="*/ 96550 w 113931"/>
                <a:gd name="connsiteY0" fmla="*/ 95890 h 95891"/>
                <a:gd name="connsiteX1" fmla="*/ 6840 w 113931"/>
                <a:gd name="connsiteY1" fmla="*/ 95890 h 95891"/>
                <a:gd name="connsiteX2" fmla="*/ 1 w 113931"/>
                <a:gd name="connsiteY2" fmla="*/ 89091 h 95891"/>
                <a:gd name="connsiteX3" fmla="*/ 0 w 113931"/>
                <a:gd name="connsiteY3" fmla="*/ 88975 h 95891"/>
                <a:gd name="connsiteX4" fmla="*/ 0 w 113931"/>
                <a:gd name="connsiteY4" fmla="*/ 45294 h 95891"/>
                <a:gd name="connsiteX5" fmla="*/ 44070 w 113931"/>
                <a:gd name="connsiteY5" fmla="*/ 0 h 95891"/>
                <a:gd name="connsiteX6" fmla="*/ 61676 w 113931"/>
                <a:gd name="connsiteY6" fmla="*/ 0 h 95891"/>
                <a:gd name="connsiteX7" fmla="*/ 68516 w 113931"/>
                <a:gd name="connsiteY7" fmla="*/ 7030 h 95891"/>
                <a:gd name="connsiteX8" fmla="*/ 68516 w 113931"/>
                <a:gd name="connsiteY8" fmla="*/ 13254 h 95891"/>
                <a:gd name="connsiteX9" fmla="*/ 73787 w 113931"/>
                <a:gd name="connsiteY9" fmla="*/ 14868 h 95891"/>
                <a:gd name="connsiteX10" fmla="*/ 79169 w 113931"/>
                <a:gd name="connsiteY10" fmla="*/ 13254 h 95891"/>
                <a:gd name="connsiteX11" fmla="*/ 79169 w 113931"/>
                <a:gd name="connsiteY11" fmla="*/ 7030 h 95891"/>
                <a:gd name="connsiteX12" fmla="*/ 86010 w 113931"/>
                <a:gd name="connsiteY12" fmla="*/ 0 h 95891"/>
                <a:gd name="connsiteX13" fmla="*/ 107091 w 113931"/>
                <a:gd name="connsiteY13" fmla="*/ 0 h 95891"/>
                <a:gd name="connsiteX14" fmla="*/ 113932 w 113931"/>
                <a:gd name="connsiteY14" fmla="*/ 7030 h 95891"/>
                <a:gd name="connsiteX15" fmla="*/ 107091 w 113931"/>
                <a:gd name="connsiteY15" fmla="*/ 14061 h 95891"/>
                <a:gd name="connsiteX16" fmla="*/ 92738 w 113931"/>
                <a:gd name="connsiteY16" fmla="*/ 14061 h 95891"/>
                <a:gd name="connsiteX17" fmla="*/ 73787 w 113931"/>
                <a:gd name="connsiteY17" fmla="*/ 28813 h 95891"/>
                <a:gd name="connsiteX18" fmla="*/ 54835 w 113931"/>
                <a:gd name="connsiteY18" fmla="*/ 14061 h 95891"/>
                <a:gd name="connsiteX19" fmla="*/ 44182 w 113931"/>
                <a:gd name="connsiteY19" fmla="*/ 14061 h 95891"/>
                <a:gd name="connsiteX20" fmla="*/ 13681 w 113931"/>
                <a:gd name="connsiteY20" fmla="*/ 45179 h 95891"/>
                <a:gd name="connsiteX21" fmla="*/ 13681 w 113931"/>
                <a:gd name="connsiteY21" fmla="*/ 45294 h 95891"/>
                <a:gd name="connsiteX22" fmla="*/ 13681 w 113931"/>
                <a:gd name="connsiteY22" fmla="*/ 81484 h 95891"/>
                <a:gd name="connsiteX23" fmla="*/ 96550 w 113931"/>
                <a:gd name="connsiteY23" fmla="*/ 81484 h 95891"/>
                <a:gd name="connsiteX24" fmla="*/ 103559 w 113931"/>
                <a:gd name="connsiteY24" fmla="*/ 88687 h 95891"/>
                <a:gd name="connsiteX25" fmla="*/ 96550 w 113931"/>
                <a:gd name="connsiteY25" fmla="*/ 95890 h 9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931" h="95891">
                  <a:moveTo>
                    <a:pt x="96550" y="95890"/>
                  </a:moveTo>
                  <a:lnTo>
                    <a:pt x="6840" y="95890"/>
                  </a:lnTo>
                  <a:cubicBezTo>
                    <a:pt x="3125" y="95954"/>
                    <a:pt x="63" y="92910"/>
                    <a:pt x="1" y="89091"/>
                  </a:cubicBezTo>
                  <a:cubicBezTo>
                    <a:pt x="0" y="89052"/>
                    <a:pt x="0" y="89014"/>
                    <a:pt x="0" y="88975"/>
                  </a:cubicBezTo>
                  <a:lnTo>
                    <a:pt x="0" y="45294"/>
                  </a:lnTo>
                  <a:cubicBezTo>
                    <a:pt x="62" y="20305"/>
                    <a:pt x="19756" y="63"/>
                    <a:pt x="44070" y="0"/>
                  </a:cubicBezTo>
                  <a:lnTo>
                    <a:pt x="61676" y="0"/>
                  </a:lnTo>
                  <a:cubicBezTo>
                    <a:pt x="65428" y="62"/>
                    <a:pt x="68456" y="3173"/>
                    <a:pt x="68516" y="7030"/>
                  </a:cubicBezTo>
                  <a:lnTo>
                    <a:pt x="68516" y="13254"/>
                  </a:lnTo>
                  <a:cubicBezTo>
                    <a:pt x="70031" y="14418"/>
                    <a:pt x="71899" y="14990"/>
                    <a:pt x="73787" y="14868"/>
                  </a:cubicBezTo>
                  <a:cubicBezTo>
                    <a:pt x="75711" y="15008"/>
                    <a:pt x="77620" y="14435"/>
                    <a:pt x="79169" y="13254"/>
                  </a:cubicBezTo>
                  <a:lnTo>
                    <a:pt x="79169" y="7030"/>
                  </a:lnTo>
                  <a:cubicBezTo>
                    <a:pt x="79169" y="3148"/>
                    <a:pt x="82232" y="0"/>
                    <a:pt x="86010" y="0"/>
                  </a:cubicBezTo>
                  <a:lnTo>
                    <a:pt x="107091" y="0"/>
                  </a:lnTo>
                  <a:cubicBezTo>
                    <a:pt x="110869" y="0"/>
                    <a:pt x="113932" y="3148"/>
                    <a:pt x="113932" y="7030"/>
                  </a:cubicBezTo>
                  <a:cubicBezTo>
                    <a:pt x="113932" y="10913"/>
                    <a:pt x="110869" y="14061"/>
                    <a:pt x="107091" y="14061"/>
                  </a:cubicBezTo>
                  <a:lnTo>
                    <a:pt x="92738" y="14061"/>
                  </a:lnTo>
                  <a:cubicBezTo>
                    <a:pt x="92738" y="22359"/>
                    <a:pt x="84327" y="28813"/>
                    <a:pt x="73787" y="28813"/>
                  </a:cubicBezTo>
                  <a:cubicBezTo>
                    <a:pt x="64641" y="29920"/>
                    <a:pt x="56277" y="23408"/>
                    <a:pt x="54835" y="14061"/>
                  </a:cubicBezTo>
                  <a:lnTo>
                    <a:pt x="44182" y="14061"/>
                  </a:lnTo>
                  <a:cubicBezTo>
                    <a:pt x="27399" y="13997"/>
                    <a:pt x="13743" y="27929"/>
                    <a:pt x="13681" y="45179"/>
                  </a:cubicBezTo>
                  <a:cubicBezTo>
                    <a:pt x="13681" y="45217"/>
                    <a:pt x="13681" y="45256"/>
                    <a:pt x="13681" y="45294"/>
                  </a:cubicBezTo>
                  <a:lnTo>
                    <a:pt x="13681" y="81484"/>
                  </a:lnTo>
                  <a:lnTo>
                    <a:pt x="96550" y="81484"/>
                  </a:lnTo>
                  <a:cubicBezTo>
                    <a:pt x="100421" y="81484"/>
                    <a:pt x="103559" y="84709"/>
                    <a:pt x="103559" y="88687"/>
                  </a:cubicBezTo>
                  <a:cubicBezTo>
                    <a:pt x="103559" y="92665"/>
                    <a:pt x="100421" y="95890"/>
                    <a:pt x="96550" y="95890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BF112DF-B4C4-B947-975D-9EFD8129ED89}"/>
                </a:ext>
              </a:extLst>
            </p:cNvPr>
            <p:cNvSpPr/>
            <p:nvPr/>
          </p:nvSpPr>
          <p:spPr>
            <a:xfrm>
              <a:off x="7088906" y="2726585"/>
              <a:ext cx="13568" cy="39325"/>
            </a:xfrm>
            <a:custGeom>
              <a:avLst/>
              <a:gdLst>
                <a:gd name="connsiteX0" fmla="*/ 6728 w 13568"/>
                <a:gd name="connsiteY0" fmla="*/ 39326 h 39325"/>
                <a:gd name="connsiteX1" fmla="*/ 0 w 13568"/>
                <a:gd name="connsiteY1" fmla="*/ 32295 h 39325"/>
                <a:gd name="connsiteX2" fmla="*/ 0 w 13568"/>
                <a:gd name="connsiteY2" fmla="*/ 6133 h 39325"/>
                <a:gd name="connsiteX3" fmla="*/ 7658 w 13568"/>
                <a:gd name="connsiteY3" fmla="*/ 58 h 39325"/>
                <a:gd name="connsiteX4" fmla="*/ 13569 w 13568"/>
                <a:gd name="connsiteY4" fmla="*/ 6133 h 39325"/>
                <a:gd name="connsiteX5" fmla="*/ 13569 w 13568"/>
                <a:gd name="connsiteY5" fmla="*/ 32295 h 39325"/>
                <a:gd name="connsiteX6" fmla="*/ 6728 w 13568"/>
                <a:gd name="connsiteY6" fmla="*/ 39326 h 3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68" h="39325">
                  <a:moveTo>
                    <a:pt x="6728" y="39326"/>
                  </a:moveTo>
                  <a:cubicBezTo>
                    <a:pt x="2994" y="39263"/>
                    <a:pt x="0" y="36133"/>
                    <a:pt x="0" y="32295"/>
                  </a:cubicBezTo>
                  <a:lnTo>
                    <a:pt x="0" y="6133"/>
                  </a:lnTo>
                  <a:cubicBezTo>
                    <a:pt x="483" y="2282"/>
                    <a:pt x="3911" y="-438"/>
                    <a:pt x="7658" y="58"/>
                  </a:cubicBezTo>
                  <a:cubicBezTo>
                    <a:pt x="10743" y="467"/>
                    <a:pt x="13171" y="2963"/>
                    <a:pt x="13569" y="6133"/>
                  </a:cubicBezTo>
                  <a:lnTo>
                    <a:pt x="13569" y="32295"/>
                  </a:lnTo>
                  <a:cubicBezTo>
                    <a:pt x="13569" y="36178"/>
                    <a:pt x="10506" y="39326"/>
                    <a:pt x="6728" y="3932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AE88827-D1E4-F14A-A21A-BF68DA72A683}"/>
                </a:ext>
              </a:extLst>
            </p:cNvPr>
            <p:cNvSpPr/>
            <p:nvPr/>
          </p:nvSpPr>
          <p:spPr>
            <a:xfrm>
              <a:off x="7158077" y="2726117"/>
              <a:ext cx="72422" cy="84281"/>
            </a:xfrm>
            <a:custGeom>
              <a:avLst/>
              <a:gdLst>
                <a:gd name="connsiteX0" fmla="*/ 65169 w 72422"/>
                <a:gd name="connsiteY0" fmla="*/ 84281 h 84281"/>
                <a:gd name="connsiteX1" fmla="*/ 58441 w 72422"/>
                <a:gd name="connsiteY1" fmla="*/ 78518 h 84281"/>
                <a:gd name="connsiteX2" fmla="*/ 3494 w 72422"/>
                <a:gd name="connsiteY2" fmla="*/ 13285 h 84281"/>
                <a:gd name="connsiteX3" fmla="*/ 802 w 72422"/>
                <a:gd name="connsiteY3" fmla="*/ 3950 h 84281"/>
                <a:gd name="connsiteX4" fmla="*/ 9583 w 72422"/>
                <a:gd name="connsiteY4" fmla="*/ 629 h 84281"/>
                <a:gd name="connsiteX5" fmla="*/ 9773 w 72422"/>
                <a:gd name="connsiteY5" fmla="*/ 723 h 84281"/>
                <a:gd name="connsiteX6" fmla="*/ 72346 w 72422"/>
                <a:gd name="connsiteY6" fmla="*/ 76098 h 84281"/>
                <a:gd name="connsiteX7" fmla="*/ 66739 w 72422"/>
                <a:gd name="connsiteY7" fmla="*/ 84281 h 8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22" h="84281">
                  <a:moveTo>
                    <a:pt x="65169" y="84281"/>
                  </a:moveTo>
                  <a:cubicBezTo>
                    <a:pt x="61851" y="84328"/>
                    <a:pt x="58994" y="81882"/>
                    <a:pt x="58441" y="78518"/>
                  </a:cubicBezTo>
                  <a:cubicBezTo>
                    <a:pt x="51376" y="37488"/>
                    <a:pt x="4054" y="13516"/>
                    <a:pt x="3494" y="13285"/>
                  </a:cubicBezTo>
                  <a:cubicBezTo>
                    <a:pt x="256" y="11460"/>
                    <a:pt x="-945" y="7293"/>
                    <a:pt x="802" y="3950"/>
                  </a:cubicBezTo>
                  <a:cubicBezTo>
                    <a:pt x="2335" y="540"/>
                    <a:pt x="6266" y="-946"/>
                    <a:pt x="9583" y="629"/>
                  </a:cubicBezTo>
                  <a:cubicBezTo>
                    <a:pt x="9647" y="659"/>
                    <a:pt x="9711" y="690"/>
                    <a:pt x="9773" y="723"/>
                  </a:cubicBezTo>
                  <a:cubicBezTo>
                    <a:pt x="12016" y="1760"/>
                    <a:pt x="63936" y="27576"/>
                    <a:pt x="72346" y="76098"/>
                  </a:cubicBezTo>
                  <a:cubicBezTo>
                    <a:pt x="72897" y="79925"/>
                    <a:pt x="70431" y="83524"/>
                    <a:pt x="66739" y="8428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AA6D9E3B-94DF-D041-B8E7-1B5ADB3A3D9C}"/>
                </a:ext>
              </a:extLst>
            </p:cNvPr>
            <p:cNvSpPr/>
            <p:nvPr/>
          </p:nvSpPr>
          <p:spPr>
            <a:xfrm>
              <a:off x="6961292" y="2726111"/>
              <a:ext cx="72755" cy="84286"/>
            </a:xfrm>
            <a:custGeom>
              <a:avLst/>
              <a:gdLst>
                <a:gd name="connsiteX0" fmla="*/ 6954 w 72755"/>
                <a:gd name="connsiteY0" fmla="*/ 84287 h 84286"/>
                <a:gd name="connsiteX1" fmla="*/ 5608 w 72755"/>
                <a:gd name="connsiteY1" fmla="*/ 84287 h 84286"/>
                <a:gd name="connsiteX2" fmla="*/ 113 w 72755"/>
                <a:gd name="connsiteY2" fmla="*/ 76104 h 84286"/>
                <a:gd name="connsiteX3" fmla="*/ 63023 w 72755"/>
                <a:gd name="connsiteY3" fmla="*/ 728 h 84286"/>
                <a:gd name="connsiteX4" fmla="*/ 72046 w 72755"/>
                <a:gd name="connsiteY4" fmla="*/ 3830 h 84286"/>
                <a:gd name="connsiteX5" fmla="*/ 72106 w 72755"/>
                <a:gd name="connsiteY5" fmla="*/ 3956 h 84286"/>
                <a:gd name="connsiteX6" fmla="*/ 68854 w 72755"/>
                <a:gd name="connsiteY6" fmla="*/ 13291 h 84286"/>
                <a:gd name="connsiteX7" fmla="*/ 13570 w 72755"/>
                <a:gd name="connsiteY7" fmla="*/ 78524 h 84286"/>
                <a:gd name="connsiteX8" fmla="*/ 6954 w 72755"/>
                <a:gd name="connsiteY8" fmla="*/ 84287 h 84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55" h="84286">
                  <a:moveTo>
                    <a:pt x="6954" y="84287"/>
                  </a:moveTo>
                  <a:lnTo>
                    <a:pt x="5608" y="84287"/>
                  </a:lnTo>
                  <a:cubicBezTo>
                    <a:pt x="1892" y="83586"/>
                    <a:pt x="-568" y="79923"/>
                    <a:pt x="113" y="76104"/>
                  </a:cubicBezTo>
                  <a:cubicBezTo>
                    <a:pt x="8524" y="27582"/>
                    <a:pt x="60443" y="1766"/>
                    <a:pt x="63023" y="728"/>
                  </a:cubicBezTo>
                  <a:cubicBezTo>
                    <a:pt x="66348" y="-976"/>
                    <a:pt x="70388" y="413"/>
                    <a:pt x="72046" y="3830"/>
                  </a:cubicBezTo>
                  <a:cubicBezTo>
                    <a:pt x="72067" y="3872"/>
                    <a:pt x="72086" y="3914"/>
                    <a:pt x="72106" y="3956"/>
                  </a:cubicBezTo>
                  <a:cubicBezTo>
                    <a:pt x="73705" y="7457"/>
                    <a:pt x="72252" y="11628"/>
                    <a:pt x="68854" y="13291"/>
                  </a:cubicBezTo>
                  <a:cubicBezTo>
                    <a:pt x="68854" y="13291"/>
                    <a:pt x="20635" y="37494"/>
                    <a:pt x="13570" y="78524"/>
                  </a:cubicBezTo>
                  <a:cubicBezTo>
                    <a:pt x="12982" y="81820"/>
                    <a:pt x="10213" y="84232"/>
                    <a:pt x="6954" y="84287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1BD5D1AF-3302-D740-8FAD-EC2B79DD32C9}"/>
                </a:ext>
              </a:extLst>
            </p:cNvPr>
            <p:cNvSpPr/>
            <p:nvPr/>
          </p:nvSpPr>
          <p:spPr>
            <a:xfrm>
              <a:off x="7072085" y="2671288"/>
              <a:ext cx="47097" cy="48406"/>
            </a:xfrm>
            <a:custGeom>
              <a:avLst/>
              <a:gdLst>
                <a:gd name="connsiteX0" fmla="*/ 23549 w 47097"/>
                <a:gd name="connsiteY0" fmla="*/ 48406 h 48406"/>
                <a:gd name="connsiteX1" fmla="*/ 0 w 47097"/>
                <a:gd name="connsiteY1" fmla="*/ 24203 h 48406"/>
                <a:gd name="connsiteX2" fmla="*/ 23549 w 47097"/>
                <a:gd name="connsiteY2" fmla="*/ 0 h 48406"/>
                <a:gd name="connsiteX3" fmla="*/ 47098 w 47097"/>
                <a:gd name="connsiteY3" fmla="*/ 24203 h 48406"/>
                <a:gd name="connsiteX4" fmla="*/ 23549 w 47097"/>
                <a:gd name="connsiteY4" fmla="*/ 48406 h 48406"/>
                <a:gd name="connsiteX5" fmla="*/ 23549 w 47097"/>
                <a:gd name="connsiteY5" fmla="*/ 13830 h 48406"/>
                <a:gd name="connsiteX6" fmla="*/ 13569 w 47097"/>
                <a:gd name="connsiteY6" fmla="*/ 24088 h 48406"/>
                <a:gd name="connsiteX7" fmla="*/ 23550 w 47097"/>
                <a:gd name="connsiteY7" fmla="*/ 34345 h 48406"/>
                <a:gd name="connsiteX8" fmla="*/ 33530 w 47097"/>
                <a:gd name="connsiteY8" fmla="*/ 24087 h 48406"/>
                <a:gd name="connsiteX9" fmla="*/ 33529 w 47097"/>
                <a:gd name="connsiteY9" fmla="*/ 23973 h 48406"/>
                <a:gd name="connsiteX10" fmla="*/ 23549 w 47097"/>
                <a:gd name="connsiteY10" fmla="*/ 14061 h 48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97" h="48406">
                  <a:moveTo>
                    <a:pt x="23549" y="48406"/>
                  </a:moveTo>
                  <a:cubicBezTo>
                    <a:pt x="10543" y="48406"/>
                    <a:pt x="0" y="37570"/>
                    <a:pt x="0" y="24203"/>
                  </a:cubicBezTo>
                  <a:cubicBezTo>
                    <a:pt x="0" y="10836"/>
                    <a:pt x="10543" y="0"/>
                    <a:pt x="23549" y="0"/>
                  </a:cubicBezTo>
                  <a:cubicBezTo>
                    <a:pt x="36555" y="0"/>
                    <a:pt x="47098" y="10836"/>
                    <a:pt x="47098" y="24203"/>
                  </a:cubicBezTo>
                  <a:cubicBezTo>
                    <a:pt x="47098" y="37570"/>
                    <a:pt x="36555" y="48406"/>
                    <a:pt x="23549" y="48406"/>
                  </a:cubicBezTo>
                  <a:close/>
                  <a:moveTo>
                    <a:pt x="23549" y="13830"/>
                  </a:moveTo>
                  <a:cubicBezTo>
                    <a:pt x="18037" y="13831"/>
                    <a:pt x="13569" y="18423"/>
                    <a:pt x="13569" y="24088"/>
                  </a:cubicBezTo>
                  <a:cubicBezTo>
                    <a:pt x="13570" y="29753"/>
                    <a:pt x="18038" y="34346"/>
                    <a:pt x="23550" y="34345"/>
                  </a:cubicBezTo>
                  <a:cubicBezTo>
                    <a:pt x="29062" y="34345"/>
                    <a:pt x="33530" y="29752"/>
                    <a:pt x="33530" y="24087"/>
                  </a:cubicBezTo>
                  <a:cubicBezTo>
                    <a:pt x="33530" y="24049"/>
                    <a:pt x="33530" y="24011"/>
                    <a:pt x="33529" y="23973"/>
                  </a:cubicBezTo>
                  <a:cubicBezTo>
                    <a:pt x="33348" y="18443"/>
                    <a:pt x="28932" y="14058"/>
                    <a:pt x="23549" y="1406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C39F6FC5-F858-2046-8D8E-B38EA9EE0580}"/>
              </a:ext>
            </a:extLst>
          </p:cNvPr>
          <p:cNvGrpSpPr/>
          <p:nvPr/>
        </p:nvGrpSpPr>
        <p:grpSpPr>
          <a:xfrm>
            <a:off x="5427746" y="3116213"/>
            <a:ext cx="1338870" cy="1238019"/>
            <a:chOff x="5398240" y="3718434"/>
            <a:chExt cx="1338870" cy="1238019"/>
          </a:xfrm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DDE4D0D4-27F1-924D-85FA-5A70F9050F1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27" name="Title 1">
              <a:extLst>
                <a:ext uri="{FF2B5EF4-FFF2-40B4-BE49-F238E27FC236}">
                  <a16:creationId xmlns:a16="http://schemas.microsoft.com/office/drawing/2014/main" id="{4E765D7E-4B83-2A4C-B2BD-0587426540B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20780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22">
            <a:extLst>
              <a:ext uri="{FF2B5EF4-FFF2-40B4-BE49-F238E27FC236}">
                <a16:creationId xmlns:a16="http://schemas.microsoft.com/office/drawing/2014/main" id="{96C22AC4-7A33-B745-9C0A-FD8C83495A52}"/>
              </a:ext>
            </a:extLst>
          </p:cNvPr>
          <p:cNvSpPr/>
          <p:nvPr/>
        </p:nvSpPr>
        <p:spPr>
          <a:xfrm rot="19800000">
            <a:off x="6309026" y="2406780"/>
            <a:ext cx="2178532" cy="3007134"/>
          </a:xfrm>
          <a:custGeom>
            <a:avLst/>
            <a:gdLst>
              <a:gd name="connsiteX0" fmla="*/ 1863964 w 2636024"/>
              <a:gd name="connsiteY0" fmla="*/ 3069829 h 3638632"/>
              <a:gd name="connsiteX1" fmla="*/ 2636014 w 2636024"/>
              <a:gd name="connsiteY1" fmla="*/ 1205865 h 3638632"/>
              <a:gd name="connsiteX2" fmla="*/ 2636015 w 2636024"/>
              <a:gd name="connsiteY2" fmla="*/ 666381 h 3638632"/>
              <a:gd name="connsiteX3" fmla="*/ 1969633 w 2636024"/>
              <a:gd name="connsiteY3" fmla="*/ 0 h 3638632"/>
              <a:gd name="connsiteX4" fmla="*/ 1303252 w 2636024"/>
              <a:gd name="connsiteY4" fmla="*/ 666381 h 3638632"/>
              <a:gd name="connsiteX5" fmla="*/ 1303252 w 2636024"/>
              <a:gd name="connsiteY5" fmla="*/ 1205865 h 3638632"/>
              <a:gd name="connsiteX6" fmla="*/ 0 w 2636024"/>
              <a:gd name="connsiteY6" fmla="*/ 2509117 h 3638632"/>
              <a:gd name="connsiteX7" fmla="*/ 539484 w 2636024"/>
              <a:gd name="connsiteY7" fmla="*/ 2509117 h 3638632"/>
              <a:gd name="connsiteX8" fmla="*/ 1205478 w 2636024"/>
              <a:gd name="connsiteY8" fmla="*/ 3175885 h 3638632"/>
              <a:gd name="connsiteX9" fmla="*/ 1018231 w 2636024"/>
              <a:gd name="connsiteY9" fmla="*/ 3638633 h 3638632"/>
              <a:gd name="connsiteX10" fmla="*/ 1863964 w 2636024"/>
              <a:gd name="connsiteY10" fmla="*/ 3069829 h 3638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36024" h="3638632">
                <a:moveTo>
                  <a:pt x="1863964" y="3069829"/>
                </a:moveTo>
                <a:cubicBezTo>
                  <a:pt x="2359926" y="2576553"/>
                  <a:pt x="2637933" y="1905361"/>
                  <a:pt x="2636014" y="1205865"/>
                </a:cubicBezTo>
                <a:lnTo>
                  <a:pt x="2636015" y="666381"/>
                </a:lnTo>
                <a:cubicBezTo>
                  <a:pt x="2636015" y="298349"/>
                  <a:pt x="2337666" y="0"/>
                  <a:pt x="1969633" y="0"/>
                </a:cubicBezTo>
                <a:cubicBezTo>
                  <a:pt x="1601601" y="0"/>
                  <a:pt x="1303252" y="298349"/>
                  <a:pt x="1303252" y="666381"/>
                </a:cubicBezTo>
                <a:lnTo>
                  <a:pt x="1303252" y="1205865"/>
                </a:lnTo>
                <a:cubicBezTo>
                  <a:pt x="1303252" y="1924510"/>
                  <a:pt x="718645" y="2509117"/>
                  <a:pt x="0" y="2509117"/>
                </a:cubicBezTo>
                <a:lnTo>
                  <a:pt x="539484" y="2509117"/>
                </a:lnTo>
                <a:cubicBezTo>
                  <a:pt x="907516" y="2509330"/>
                  <a:pt x="1205692" y="2807853"/>
                  <a:pt x="1205478" y="3175885"/>
                </a:cubicBezTo>
                <a:cubicBezTo>
                  <a:pt x="1205377" y="3348569"/>
                  <a:pt x="1138247" y="3514471"/>
                  <a:pt x="1018231" y="3638633"/>
                </a:cubicBezTo>
                <a:cubicBezTo>
                  <a:pt x="1334507" y="3505941"/>
                  <a:pt x="1621803" y="3312718"/>
                  <a:pt x="1863964" y="3069829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2E7680BD-E553-7740-BF80-D5E7896C536E}"/>
              </a:ext>
            </a:extLst>
          </p:cNvPr>
          <p:cNvSpPr/>
          <p:nvPr/>
        </p:nvSpPr>
        <p:spPr>
          <a:xfrm>
            <a:off x="3469885" y="4022725"/>
            <a:ext cx="329348" cy="1148365"/>
          </a:xfrm>
          <a:custGeom>
            <a:avLst/>
            <a:gdLst>
              <a:gd name="connsiteX0" fmla="*/ 590719 w 590719"/>
              <a:gd name="connsiteY0" fmla="*/ 0 h 493615"/>
              <a:gd name="connsiteX1" fmla="*/ 186117 w 590719"/>
              <a:gd name="connsiteY1" fmla="*/ 0 h 493615"/>
              <a:gd name="connsiteX2" fmla="*/ 186117 w 590719"/>
              <a:gd name="connsiteY2" fmla="*/ 493615 h 493615"/>
              <a:gd name="connsiteX3" fmla="*/ 0 w 590719"/>
              <a:gd name="connsiteY3" fmla="*/ 493615 h 493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719" h="493615">
                <a:moveTo>
                  <a:pt x="590719" y="0"/>
                </a:moveTo>
                <a:lnTo>
                  <a:pt x="186117" y="0"/>
                </a:lnTo>
                <a:lnTo>
                  <a:pt x="186117" y="493615"/>
                </a:lnTo>
                <a:lnTo>
                  <a:pt x="0" y="493615"/>
                </a:lnTo>
              </a:path>
            </a:pathLst>
          </a:custGeom>
          <a:noFill/>
          <a:ln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543D590E-CAB3-554D-B9EF-164851B68263}"/>
              </a:ext>
            </a:extLst>
          </p:cNvPr>
          <p:cNvSpPr/>
          <p:nvPr/>
        </p:nvSpPr>
        <p:spPr>
          <a:xfrm flipH="1" flipV="1">
            <a:off x="8581786" y="2641502"/>
            <a:ext cx="352928" cy="1367806"/>
          </a:xfrm>
          <a:custGeom>
            <a:avLst/>
            <a:gdLst>
              <a:gd name="connsiteX0" fmla="*/ 590719 w 590719"/>
              <a:gd name="connsiteY0" fmla="*/ 0 h 493615"/>
              <a:gd name="connsiteX1" fmla="*/ 186117 w 590719"/>
              <a:gd name="connsiteY1" fmla="*/ 0 h 493615"/>
              <a:gd name="connsiteX2" fmla="*/ 186117 w 590719"/>
              <a:gd name="connsiteY2" fmla="*/ 493615 h 493615"/>
              <a:gd name="connsiteX3" fmla="*/ 0 w 590719"/>
              <a:gd name="connsiteY3" fmla="*/ 493615 h 493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0719" h="493615">
                <a:moveTo>
                  <a:pt x="590719" y="0"/>
                </a:moveTo>
                <a:lnTo>
                  <a:pt x="186117" y="0"/>
                </a:lnTo>
                <a:lnTo>
                  <a:pt x="186117" y="493615"/>
                </a:lnTo>
                <a:lnTo>
                  <a:pt x="0" y="493615"/>
                </a:lnTo>
              </a:path>
            </a:pathLst>
          </a:custGeom>
          <a:noFill/>
          <a:ln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C45533E5-3E21-C640-BE3B-7E6DC9AA5968}"/>
              </a:ext>
            </a:extLst>
          </p:cNvPr>
          <p:cNvSpPr/>
          <p:nvPr/>
        </p:nvSpPr>
        <p:spPr>
          <a:xfrm>
            <a:off x="3756217" y="1480842"/>
            <a:ext cx="2466557" cy="825388"/>
          </a:xfrm>
          <a:custGeom>
            <a:avLst/>
            <a:gdLst>
              <a:gd name="connsiteX0" fmla="*/ 2872672 w 2872672"/>
              <a:gd name="connsiteY0" fmla="*/ 194209 h 825388"/>
              <a:gd name="connsiteX1" fmla="*/ 2872672 w 2872672"/>
              <a:gd name="connsiteY1" fmla="*/ 0 h 825388"/>
              <a:gd name="connsiteX2" fmla="*/ 242761 w 2872672"/>
              <a:gd name="connsiteY2" fmla="*/ 0 h 825388"/>
              <a:gd name="connsiteX3" fmla="*/ 242761 w 2872672"/>
              <a:gd name="connsiteY3" fmla="*/ 825388 h 825388"/>
              <a:gd name="connsiteX4" fmla="*/ 0 w 2872672"/>
              <a:gd name="connsiteY4" fmla="*/ 825388 h 82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72672" h="825388">
                <a:moveTo>
                  <a:pt x="2872672" y="194209"/>
                </a:moveTo>
                <a:lnTo>
                  <a:pt x="2872672" y="0"/>
                </a:lnTo>
                <a:lnTo>
                  <a:pt x="242761" y="0"/>
                </a:lnTo>
                <a:lnTo>
                  <a:pt x="242761" y="825388"/>
                </a:lnTo>
                <a:lnTo>
                  <a:pt x="0" y="825388"/>
                </a:lnTo>
              </a:path>
            </a:pathLst>
          </a:custGeom>
          <a:noFill/>
          <a:ln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B5813430-CC2A-9B4A-BA4E-03848E2BD921}"/>
              </a:ext>
            </a:extLst>
          </p:cNvPr>
          <p:cNvSpPr/>
          <p:nvPr/>
        </p:nvSpPr>
        <p:spPr>
          <a:xfrm flipH="1" flipV="1">
            <a:off x="6181417" y="5835819"/>
            <a:ext cx="2183836" cy="713173"/>
          </a:xfrm>
          <a:custGeom>
            <a:avLst/>
            <a:gdLst>
              <a:gd name="connsiteX0" fmla="*/ 2872672 w 2872672"/>
              <a:gd name="connsiteY0" fmla="*/ 194209 h 825388"/>
              <a:gd name="connsiteX1" fmla="*/ 2872672 w 2872672"/>
              <a:gd name="connsiteY1" fmla="*/ 0 h 825388"/>
              <a:gd name="connsiteX2" fmla="*/ 242761 w 2872672"/>
              <a:gd name="connsiteY2" fmla="*/ 0 h 825388"/>
              <a:gd name="connsiteX3" fmla="*/ 242761 w 2872672"/>
              <a:gd name="connsiteY3" fmla="*/ 825388 h 825388"/>
              <a:gd name="connsiteX4" fmla="*/ 0 w 2872672"/>
              <a:gd name="connsiteY4" fmla="*/ 825388 h 82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72672" h="825388">
                <a:moveTo>
                  <a:pt x="2872672" y="194209"/>
                </a:moveTo>
                <a:lnTo>
                  <a:pt x="2872672" y="0"/>
                </a:lnTo>
                <a:lnTo>
                  <a:pt x="242761" y="0"/>
                </a:lnTo>
                <a:lnTo>
                  <a:pt x="242761" y="825388"/>
                </a:lnTo>
                <a:lnTo>
                  <a:pt x="0" y="825388"/>
                </a:lnTo>
              </a:path>
            </a:pathLst>
          </a:custGeom>
          <a:noFill/>
          <a:ln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3AD7F388-0C87-BD46-B04E-99CD311D7E74}"/>
              </a:ext>
            </a:extLst>
          </p:cNvPr>
          <p:cNvSpPr/>
          <p:nvPr/>
        </p:nvSpPr>
        <p:spPr>
          <a:xfrm rot="19800000">
            <a:off x="4803777" y="4121564"/>
            <a:ext cx="3007213" cy="2178532"/>
          </a:xfrm>
          <a:custGeom>
            <a:avLst/>
            <a:gdLst>
              <a:gd name="connsiteX0" fmla="*/ 568899 w 3638728"/>
              <a:gd name="connsiteY0" fmla="*/ 1863964 h 2636024"/>
              <a:gd name="connsiteX1" fmla="*/ 2432863 w 3638728"/>
              <a:gd name="connsiteY1" fmla="*/ 2636014 h 2636024"/>
              <a:gd name="connsiteX2" fmla="*/ 2972347 w 3638728"/>
              <a:gd name="connsiteY2" fmla="*/ 2636015 h 2636024"/>
              <a:gd name="connsiteX3" fmla="*/ 3638728 w 3638728"/>
              <a:gd name="connsiteY3" fmla="*/ 1969633 h 2636024"/>
              <a:gd name="connsiteX4" fmla="*/ 2972347 w 3638728"/>
              <a:gd name="connsiteY4" fmla="*/ 1303252 h 2636024"/>
              <a:gd name="connsiteX5" fmla="*/ 2432863 w 3638728"/>
              <a:gd name="connsiteY5" fmla="*/ 1303252 h 2636024"/>
              <a:gd name="connsiteX6" fmla="*/ 1129612 w 3638728"/>
              <a:gd name="connsiteY6" fmla="*/ 0 h 2636024"/>
              <a:gd name="connsiteX7" fmla="*/ 1129612 w 3638728"/>
              <a:gd name="connsiteY7" fmla="*/ 539484 h 2636024"/>
              <a:gd name="connsiteX8" fmla="*/ 462935 w 3638728"/>
              <a:gd name="connsiteY8" fmla="*/ 1205570 h 2636024"/>
              <a:gd name="connsiteX9" fmla="*/ 0 w 3638728"/>
              <a:gd name="connsiteY9" fmla="*/ 1018231 h 2636024"/>
              <a:gd name="connsiteX10" fmla="*/ 568899 w 3638728"/>
              <a:gd name="connsiteY10" fmla="*/ 1863964 h 2636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28" h="2636024">
                <a:moveTo>
                  <a:pt x="568899" y="1863964"/>
                </a:moveTo>
                <a:cubicBezTo>
                  <a:pt x="1062175" y="2359926"/>
                  <a:pt x="1733367" y="2637933"/>
                  <a:pt x="2432863" y="2636014"/>
                </a:cubicBezTo>
                <a:lnTo>
                  <a:pt x="2972347" y="2636015"/>
                </a:lnTo>
                <a:cubicBezTo>
                  <a:pt x="3340379" y="2636015"/>
                  <a:pt x="3638728" y="2337666"/>
                  <a:pt x="3638728" y="1969633"/>
                </a:cubicBezTo>
                <a:cubicBezTo>
                  <a:pt x="3638728" y="1601601"/>
                  <a:pt x="3340379" y="1303252"/>
                  <a:pt x="2972347" y="1303252"/>
                </a:cubicBezTo>
                <a:lnTo>
                  <a:pt x="2432863" y="1303252"/>
                </a:lnTo>
                <a:cubicBezTo>
                  <a:pt x="1714219" y="1303252"/>
                  <a:pt x="1129612" y="718645"/>
                  <a:pt x="1129612" y="0"/>
                </a:cubicBezTo>
                <a:lnTo>
                  <a:pt x="1129612" y="539484"/>
                </a:lnTo>
                <a:cubicBezTo>
                  <a:pt x="1129449" y="907516"/>
                  <a:pt x="830967" y="1205733"/>
                  <a:pt x="462935" y="1205570"/>
                </a:cubicBezTo>
                <a:cubicBezTo>
                  <a:pt x="290173" y="1205493"/>
                  <a:pt x="124194" y="1138325"/>
                  <a:pt x="0" y="1018231"/>
                </a:cubicBezTo>
                <a:cubicBezTo>
                  <a:pt x="132727" y="1334511"/>
                  <a:pt x="325982" y="1621806"/>
                  <a:pt x="568899" y="186396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126F093-263F-994A-A242-2191A3FE4574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123EDF0-FE3F-184A-8F32-3636D4E746BA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3E83CC6-AB20-1F40-8E0C-9BBD5E98F7B1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F7036A15-E868-134A-AC22-BD8657937AD3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5A7B959E-2CC0-FF4C-AD05-3FDDDBA1C852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C004DE0E-1DC9-2549-9980-8FD307B5156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26" name="Freeform 25">
            <a:extLst>
              <a:ext uri="{FF2B5EF4-FFF2-40B4-BE49-F238E27FC236}">
                <a16:creationId xmlns:a16="http://schemas.microsoft.com/office/drawing/2014/main" id="{3E3A8D34-F0AC-2146-B3A3-03D8651C1E3E}"/>
              </a:ext>
            </a:extLst>
          </p:cNvPr>
          <p:cNvSpPr/>
          <p:nvPr/>
        </p:nvSpPr>
        <p:spPr>
          <a:xfrm rot="19800000">
            <a:off x="4592708" y="1727895"/>
            <a:ext cx="3007134" cy="2178532"/>
          </a:xfrm>
          <a:custGeom>
            <a:avLst/>
            <a:gdLst>
              <a:gd name="connsiteX0" fmla="*/ 3069829 w 3638632"/>
              <a:gd name="connsiteY0" fmla="*/ 772060 h 2636024"/>
              <a:gd name="connsiteX1" fmla="*/ 1205865 w 3638632"/>
              <a:gd name="connsiteY1" fmla="*/ 10 h 2636024"/>
              <a:gd name="connsiteX2" fmla="*/ 666381 w 3638632"/>
              <a:gd name="connsiteY2" fmla="*/ 10 h 2636024"/>
              <a:gd name="connsiteX3" fmla="*/ 0 w 3638632"/>
              <a:gd name="connsiteY3" fmla="*/ 666391 h 2636024"/>
              <a:gd name="connsiteX4" fmla="*/ 666381 w 3638632"/>
              <a:gd name="connsiteY4" fmla="*/ 1332773 h 2636024"/>
              <a:gd name="connsiteX5" fmla="*/ 1205865 w 3638632"/>
              <a:gd name="connsiteY5" fmla="*/ 1332773 h 2636024"/>
              <a:gd name="connsiteX6" fmla="*/ 2509117 w 3638632"/>
              <a:gd name="connsiteY6" fmla="*/ 2636025 h 2636024"/>
              <a:gd name="connsiteX7" fmla="*/ 2509117 w 3638632"/>
              <a:gd name="connsiteY7" fmla="*/ 2096541 h 2636024"/>
              <a:gd name="connsiteX8" fmla="*/ 3175790 w 3638632"/>
              <a:gd name="connsiteY8" fmla="*/ 1430452 h 2636024"/>
              <a:gd name="connsiteX9" fmla="*/ 3638633 w 3638632"/>
              <a:gd name="connsiteY9" fmla="*/ 1617698 h 2636024"/>
              <a:gd name="connsiteX10" fmla="*/ 3069829 w 3638632"/>
              <a:gd name="connsiteY10" fmla="*/ 772060 h 2636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632" h="2636024">
                <a:moveTo>
                  <a:pt x="3069829" y="772060"/>
                </a:moveTo>
                <a:cubicBezTo>
                  <a:pt x="2576553" y="276098"/>
                  <a:pt x="1905361" y="-1908"/>
                  <a:pt x="1205865" y="10"/>
                </a:cubicBezTo>
                <a:lnTo>
                  <a:pt x="666381" y="10"/>
                </a:lnTo>
                <a:cubicBezTo>
                  <a:pt x="298349" y="10"/>
                  <a:pt x="0" y="298359"/>
                  <a:pt x="0" y="666391"/>
                </a:cubicBezTo>
                <a:cubicBezTo>
                  <a:pt x="0" y="1034424"/>
                  <a:pt x="298349" y="1332773"/>
                  <a:pt x="666381" y="1332773"/>
                </a:cubicBezTo>
                <a:lnTo>
                  <a:pt x="1205865" y="1332773"/>
                </a:lnTo>
                <a:cubicBezTo>
                  <a:pt x="1924510" y="1332773"/>
                  <a:pt x="2509117" y="1917380"/>
                  <a:pt x="2509117" y="2636025"/>
                </a:cubicBezTo>
                <a:lnTo>
                  <a:pt x="2509117" y="2096541"/>
                </a:lnTo>
                <a:cubicBezTo>
                  <a:pt x="2509278" y="1728509"/>
                  <a:pt x="2807758" y="1430290"/>
                  <a:pt x="3175790" y="1430452"/>
                </a:cubicBezTo>
                <a:cubicBezTo>
                  <a:pt x="3348507" y="1430528"/>
                  <a:pt x="3514448" y="1497660"/>
                  <a:pt x="3638633" y="1617698"/>
                </a:cubicBezTo>
                <a:cubicBezTo>
                  <a:pt x="3505939" y="1301452"/>
                  <a:pt x="3312716" y="1014188"/>
                  <a:pt x="3069829" y="77206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  <a:effectLst>
            <a:outerShdw blurRad="63500" dir="10740000" sx="101000" sy="101000" algn="tr" rotWithShape="0">
              <a:prstClr val="black">
                <a:alpha val="56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70D3A54C-9FA7-1443-9975-2C0FA7D861EB}"/>
              </a:ext>
            </a:extLst>
          </p:cNvPr>
          <p:cNvSpPr/>
          <p:nvPr/>
        </p:nvSpPr>
        <p:spPr>
          <a:xfrm rot="19800000">
            <a:off x="3915736" y="2615916"/>
            <a:ext cx="2178532" cy="3007213"/>
          </a:xfrm>
          <a:custGeom>
            <a:avLst/>
            <a:gdLst>
              <a:gd name="connsiteX0" fmla="*/ 772060 w 2636024"/>
              <a:gd name="connsiteY0" fmla="*/ 568899 h 3638728"/>
              <a:gd name="connsiteX1" fmla="*/ 10 w 2636024"/>
              <a:gd name="connsiteY1" fmla="*/ 2432863 h 3638728"/>
              <a:gd name="connsiteX2" fmla="*/ 10 w 2636024"/>
              <a:gd name="connsiteY2" fmla="*/ 2972347 h 3638728"/>
              <a:gd name="connsiteX3" fmla="*/ 666391 w 2636024"/>
              <a:gd name="connsiteY3" fmla="*/ 3638728 h 3638728"/>
              <a:gd name="connsiteX4" fmla="*/ 1332773 w 2636024"/>
              <a:gd name="connsiteY4" fmla="*/ 2972347 h 3638728"/>
              <a:gd name="connsiteX5" fmla="*/ 1332773 w 2636024"/>
              <a:gd name="connsiteY5" fmla="*/ 2432863 h 3638728"/>
              <a:gd name="connsiteX6" fmla="*/ 2636025 w 2636024"/>
              <a:gd name="connsiteY6" fmla="*/ 1129612 h 3638728"/>
              <a:gd name="connsiteX7" fmla="*/ 2096541 w 2636024"/>
              <a:gd name="connsiteY7" fmla="*/ 1129612 h 3638728"/>
              <a:gd name="connsiteX8" fmla="*/ 1430360 w 2636024"/>
              <a:gd name="connsiteY8" fmla="*/ 463030 h 3638728"/>
              <a:gd name="connsiteX9" fmla="*/ 1617698 w 2636024"/>
              <a:gd name="connsiteY9" fmla="*/ 0 h 3638728"/>
              <a:gd name="connsiteX10" fmla="*/ 772060 w 2636024"/>
              <a:gd name="connsiteY10" fmla="*/ 568899 h 3638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36024" h="3638728">
                <a:moveTo>
                  <a:pt x="772060" y="568899"/>
                </a:moveTo>
                <a:cubicBezTo>
                  <a:pt x="276098" y="1062175"/>
                  <a:pt x="-1908" y="1733367"/>
                  <a:pt x="10" y="2432863"/>
                </a:cubicBezTo>
                <a:lnTo>
                  <a:pt x="10" y="2972347"/>
                </a:lnTo>
                <a:cubicBezTo>
                  <a:pt x="10" y="3340379"/>
                  <a:pt x="298359" y="3638728"/>
                  <a:pt x="666391" y="3638728"/>
                </a:cubicBezTo>
                <a:cubicBezTo>
                  <a:pt x="1034424" y="3638728"/>
                  <a:pt x="1332773" y="3340379"/>
                  <a:pt x="1332773" y="2972347"/>
                </a:cubicBezTo>
                <a:lnTo>
                  <a:pt x="1332773" y="2432863"/>
                </a:lnTo>
                <a:cubicBezTo>
                  <a:pt x="1332773" y="1714219"/>
                  <a:pt x="1917380" y="1129612"/>
                  <a:pt x="2636025" y="1129612"/>
                </a:cubicBezTo>
                <a:lnTo>
                  <a:pt x="2096541" y="1129612"/>
                </a:lnTo>
                <a:cubicBezTo>
                  <a:pt x="1728509" y="1129501"/>
                  <a:pt x="1430249" y="831063"/>
                  <a:pt x="1430360" y="463030"/>
                </a:cubicBezTo>
                <a:cubicBezTo>
                  <a:pt x="1430412" y="290236"/>
                  <a:pt x="1497581" y="124217"/>
                  <a:pt x="1617698" y="0"/>
                </a:cubicBezTo>
                <a:cubicBezTo>
                  <a:pt x="1301447" y="132729"/>
                  <a:pt x="1014184" y="325984"/>
                  <a:pt x="772060" y="568899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D3996B55-11DE-0341-8AE7-D3450ED00594}"/>
              </a:ext>
            </a:extLst>
          </p:cNvPr>
          <p:cNvSpPr/>
          <p:nvPr/>
        </p:nvSpPr>
        <p:spPr>
          <a:xfrm>
            <a:off x="3838723" y="1689398"/>
            <a:ext cx="4691651" cy="4691651"/>
          </a:xfrm>
          <a:prstGeom prst="ellipse">
            <a:avLst/>
          </a:prstGeom>
          <a:noFill/>
          <a:ln w="25400" cap="rnd">
            <a:solidFill>
              <a:schemeClr val="tx1">
                <a:alpha val="28000"/>
              </a:schemeClr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B42E66B9-9543-E84B-AFBF-5C037ED24B01}"/>
              </a:ext>
            </a:extLst>
          </p:cNvPr>
          <p:cNvSpPr/>
          <p:nvPr/>
        </p:nvSpPr>
        <p:spPr>
          <a:xfrm>
            <a:off x="6142480" y="1609686"/>
            <a:ext cx="159592" cy="159593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solidFill>
            <a:schemeClr val="accent1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6D2D54C9-3497-3647-A9A4-79D4A87ACDA1}"/>
              </a:ext>
            </a:extLst>
          </p:cNvPr>
          <p:cNvSpPr/>
          <p:nvPr/>
        </p:nvSpPr>
        <p:spPr>
          <a:xfrm>
            <a:off x="8446554" y="3934189"/>
            <a:ext cx="159593" cy="159592"/>
          </a:xfrm>
          <a:custGeom>
            <a:avLst/>
            <a:gdLst>
              <a:gd name="connsiteX0" fmla="*/ 72411 w 193107"/>
              <a:gd name="connsiteY0" fmla="*/ 3091 h 193106"/>
              <a:gd name="connsiteX1" fmla="*/ 190016 w 193107"/>
              <a:gd name="connsiteY1" fmla="*/ 72410 h 193106"/>
              <a:gd name="connsiteX2" fmla="*/ 120697 w 193107"/>
              <a:gd name="connsiteY2" fmla="*/ 190016 h 193106"/>
              <a:gd name="connsiteX3" fmla="*/ 3107 w 193107"/>
              <a:gd name="connsiteY3" fmla="*/ 120755 h 193106"/>
              <a:gd name="connsiteX4" fmla="*/ 72352 w 193107"/>
              <a:gd name="connsiteY4" fmla="*/ 3107 h 193106"/>
              <a:gd name="connsiteX5" fmla="*/ 72411 w 193107"/>
              <a:gd name="connsiteY5" fmla="*/ 3091 h 193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7" h="193106">
                <a:moveTo>
                  <a:pt x="72411" y="3091"/>
                </a:moveTo>
                <a:cubicBezTo>
                  <a:pt x="124028" y="-10243"/>
                  <a:pt x="176682" y="20792"/>
                  <a:pt x="190016" y="72410"/>
                </a:cubicBezTo>
                <a:cubicBezTo>
                  <a:pt x="203350" y="124028"/>
                  <a:pt x="172314" y="176682"/>
                  <a:pt x="120697" y="190016"/>
                </a:cubicBezTo>
                <a:cubicBezTo>
                  <a:pt x="69101" y="203344"/>
                  <a:pt x="16467" y="172342"/>
                  <a:pt x="3107" y="120755"/>
                </a:cubicBezTo>
                <a:cubicBezTo>
                  <a:pt x="-10260" y="69146"/>
                  <a:pt x="20742" y="16473"/>
                  <a:pt x="72352" y="3107"/>
                </a:cubicBezTo>
                <a:cubicBezTo>
                  <a:pt x="72372" y="3102"/>
                  <a:pt x="72391" y="3096"/>
                  <a:pt x="72411" y="3091"/>
                </a:cubicBezTo>
                <a:close/>
              </a:path>
            </a:pathLst>
          </a:custGeom>
          <a:solidFill>
            <a:schemeClr val="accent4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C78D9997-79E7-9442-81E1-123A8E8AA6D1}"/>
              </a:ext>
            </a:extLst>
          </p:cNvPr>
          <p:cNvSpPr/>
          <p:nvPr/>
        </p:nvSpPr>
        <p:spPr>
          <a:xfrm>
            <a:off x="6101621" y="6305187"/>
            <a:ext cx="159592" cy="159593"/>
          </a:xfrm>
          <a:custGeom>
            <a:avLst/>
            <a:gdLst>
              <a:gd name="connsiteX0" fmla="*/ 190015 w 193106"/>
              <a:gd name="connsiteY0" fmla="*/ 72411 h 193107"/>
              <a:gd name="connsiteX1" fmla="*/ 120697 w 193106"/>
              <a:gd name="connsiteY1" fmla="*/ 190016 h 193107"/>
              <a:gd name="connsiteX2" fmla="*/ 3091 w 193106"/>
              <a:gd name="connsiteY2" fmla="*/ 120697 h 193107"/>
              <a:gd name="connsiteX3" fmla="*/ 72352 w 193106"/>
              <a:gd name="connsiteY3" fmla="*/ 3107 h 193107"/>
              <a:gd name="connsiteX4" fmla="*/ 190000 w 193106"/>
              <a:gd name="connsiteY4" fmla="*/ 72352 h 193107"/>
              <a:gd name="connsiteX5" fmla="*/ 190015 w 193106"/>
              <a:gd name="connsiteY5" fmla="*/ 72411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190015" y="72411"/>
                </a:moveTo>
                <a:cubicBezTo>
                  <a:pt x="203349" y="124028"/>
                  <a:pt x="172314" y="176682"/>
                  <a:pt x="120697" y="190016"/>
                </a:cubicBezTo>
                <a:cubicBezTo>
                  <a:pt x="69079" y="203350"/>
                  <a:pt x="16425" y="172314"/>
                  <a:pt x="3091" y="120697"/>
                </a:cubicBezTo>
                <a:cubicBezTo>
                  <a:pt x="-10237" y="69101"/>
                  <a:pt x="20765" y="16467"/>
                  <a:pt x="72352" y="3107"/>
                </a:cubicBezTo>
                <a:cubicBezTo>
                  <a:pt x="123961" y="-10260"/>
                  <a:pt x="176634" y="20742"/>
                  <a:pt x="190000" y="72352"/>
                </a:cubicBezTo>
                <a:cubicBezTo>
                  <a:pt x="190005" y="72372"/>
                  <a:pt x="190011" y="72391"/>
                  <a:pt x="190015" y="72411"/>
                </a:cubicBezTo>
                <a:close/>
              </a:path>
            </a:pathLst>
          </a:custGeom>
          <a:solidFill>
            <a:schemeClr val="accent3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5FB7168A-080B-B34B-A33C-1115F09B08B3}"/>
              </a:ext>
            </a:extLst>
          </p:cNvPr>
          <p:cNvSpPr/>
          <p:nvPr/>
        </p:nvSpPr>
        <p:spPr>
          <a:xfrm>
            <a:off x="3756218" y="3934189"/>
            <a:ext cx="159593" cy="159592"/>
          </a:xfrm>
          <a:custGeom>
            <a:avLst/>
            <a:gdLst>
              <a:gd name="connsiteX0" fmla="*/ 120697 w 193107"/>
              <a:gd name="connsiteY0" fmla="*/ 190015 h 193106"/>
              <a:gd name="connsiteX1" fmla="*/ 3091 w 193107"/>
              <a:gd name="connsiteY1" fmla="*/ 120697 h 193106"/>
              <a:gd name="connsiteX2" fmla="*/ 72410 w 193107"/>
              <a:gd name="connsiteY2" fmla="*/ 3091 h 193106"/>
              <a:gd name="connsiteX3" fmla="*/ 190000 w 193107"/>
              <a:gd name="connsiteY3" fmla="*/ 72352 h 193106"/>
              <a:gd name="connsiteX4" fmla="*/ 120755 w 193107"/>
              <a:gd name="connsiteY4" fmla="*/ 190000 h 193106"/>
              <a:gd name="connsiteX5" fmla="*/ 120697 w 193107"/>
              <a:gd name="connsiteY5" fmla="*/ 190015 h 193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7" h="193106">
                <a:moveTo>
                  <a:pt x="120697" y="190015"/>
                </a:moveTo>
                <a:cubicBezTo>
                  <a:pt x="69079" y="203349"/>
                  <a:pt x="16425" y="172314"/>
                  <a:pt x="3091" y="120697"/>
                </a:cubicBezTo>
                <a:cubicBezTo>
                  <a:pt x="-10243" y="69079"/>
                  <a:pt x="20793" y="16425"/>
                  <a:pt x="72410" y="3091"/>
                </a:cubicBezTo>
                <a:cubicBezTo>
                  <a:pt x="124005" y="-10237"/>
                  <a:pt x="176640" y="20765"/>
                  <a:pt x="190000" y="72352"/>
                </a:cubicBezTo>
                <a:cubicBezTo>
                  <a:pt x="203367" y="123961"/>
                  <a:pt x="172365" y="176634"/>
                  <a:pt x="120755" y="190000"/>
                </a:cubicBezTo>
                <a:cubicBezTo>
                  <a:pt x="120736" y="190005"/>
                  <a:pt x="120716" y="190011"/>
                  <a:pt x="120697" y="190015"/>
                </a:cubicBezTo>
                <a:close/>
              </a:path>
            </a:pathLst>
          </a:custGeom>
          <a:solidFill>
            <a:schemeClr val="accent2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AA96048A-9141-5345-A681-9A8D5D880AC6}"/>
              </a:ext>
            </a:extLst>
          </p:cNvPr>
          <p:cNvSpPr/>
          <p:nvPr/>
        </p:nvSpPr>
        <p:spPr>
          <a:xfrm rot="19800000">
            <a:off x="4535770" y="4734714"/>
            <a:ext cx="958582" cy="958582"/>
          </a:xfrm>
          <a:custGeom>
            <a:avLst/>
            <a:gdLst>
              <a:gd name="connsiteX0" fmla="*/ 579942 w 1159884"/>
              <a:gd name="connsiteY0" fmla="*/ 0 h 1159884"/>
              <a:gd name="connsiteX1" fmla="*/ 0 w 1159884"/>
              <a:gd name="connsiteY1" fmla="*/ 579942 h 1159884"/>
              <a:gd name="connsiteX2" fmla="*/ 579942 w 1159884"/>
              <a:gd name="connsiteY2" fmla="*/ 1159885 h 1159884"/>
              <a:gd name="connsiteX3" fmla="*/ 1159885 w 1159884"/>
              <a:gd name="connsiteY3" fmla="*/ 579942 h 1159884"/>
              <a:gd name="connsiteX4" fmla="*/ 579942 w 1159884"/>
              <a:gd name="connsiteY4" fmla="*/ 0 h 1159884"/>
              <a:gd name="connsiteX5" fmla="*/ 579942 w 1159884"/>
              <a:gd name="connsiteY5" fmla="*/ 1140845 h 1159884"/>
              <a:gd name="connsiteX6" fmla="*/ 19039 w 1159884"/>
              <a:gd name="connsiteY6" fmla="*/ 579942 h 1159884"/>
              <a:gd name="connsiteX7" fmla="*/ 579942 w 1159884"/>
              <a:gd name="connsiteY7" fmla="*/ 19039 h 1159884"/>
              <a:gd name="connsiteX8" fmla="*/ 1140845 w 1159884"/>
              <a:gd name="connsiteY8" fmla="*/ 579942 h 1159884"/>
              <a:gd name="connsiteX9" fmla="*/ 580038 w 1159884"/>
              <a:gd name="connsiteY9" fmla="*/ 1140940 h 1159884"/>
              <a:gd name="connsiteX10" fmla="*/ 579942 w 1159884"/>
              <a:gd name="connsiteY10" fmla="*/ 1140940 h 1159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59884" h="1159884">
                <a:moveTo>
                  <a:pt x="579942" y="0"/>
                </a:moveTo>
                <a:cubicBezTo>
                  <a:pt x="259649" y="0"/>
                  <a:pt x="0" y="259649"/>
                  <a:pt x="0" y="579942"/>
                </a:cubicBezTo>
                <a:cubicBezTo>
                  <a:pt x="0" y="900236"/>
                  <a:pt x="259649" y="1159885"/>
                  <a:pt x="579942" y="1159885"/>
                </a:cubicBezTo>
                <a:cubicBezTo>
                  <a:pt x="900236" y="1159885"/>
                  <a:pt x="1159885" y="900236"/>
                  <a:pt x="1159885" y="579942"/>
                </a:cubicBezTo>
                <a:cubicBezTo>
                  <a:pt x="1159465" y="259823"/>
                  <a:pt x="900062" y="420"/>
                  <a:pt x="579942" y="0"/>
                </a:cubicBezTo>
                <a:close/>
                <a:moveTo>
                  <a:pt x="579942" y="1140845"/>
                </a:moveTo>
                <a:cubicBezTo>
                  <a:pt x="270164" y="1140845"/>
                  <a:pt x="19039" y="889720"/>
                  <a:pt x="19039" y="579942"/>
                </a:cubicBezTo>
                <a:cubicBezTo>
                  <a:pt x="19039" y="270164"/>
                  <a:pt x="270164" y="19039"/>
                  <a:pt x="579942" y="19039"/>
                </a:cubicBezTo>
                <a:cubicBezTo>
                  <a:pt x="889720" y="19039"/>
                  <a:pt x="1140845" y="270164"/>
                  <a:pt x="1140845" y="579942"/>
                </a:cubicBezTo>
                <a:cubicBezTo>
                  <a:pt x="1140898" y="889720"/>
                  <a:pt x="889816" y="1140887"/>
                  <a:pt x="580038" y="1140940"/>
                </a:cubicBezTo>
                <a:cubicBezTo>
                  <a:pt x="580006" y="1140940"/>
                  <a:pt x="579974" y="1140940"/>
                  <a:pt x="579942" y="1140940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F9BB065D-A411-0842-BCE0-A8655402E800}"/>
              </a:ext>
            </a:extLst>
          </p:cNvPr>
          <p:cNvSpPr/>
          <p:nvPr/>
        </p:nvSpPr>
        <p:spPr>
          <a:xfrm rot="19457364">
            <a:off x="4549137" y="4748523"/>
            <a:ext cx="931893" cy="931893"/>
          </a:xfrm>
          <a:custGeom>
            <a:avLst/>
            <a:gdLst>
              <a:gd name="connsiteX0" fmla="*/ 1127593 w 1127591"/>
              <a:gd name="connsiteY0" fmla="*/ 563798 h 1127591"/>
              <a:gd name="connsiteX1" fmla="*/ 563797 w 1127591"/>
              <a:gd name="connsiteY1" fmla="*/ 1127593 h 1127591"/>
              <a:gd name="connsiteX2" fmla="*/ 1 w 1127591"/>
              <a:gd name="connsiteY2" fmla="*/ 563798 h 1127591"/>
              <a:gd name="connsiteX3" fmla="*/ 563797 w 1127591"/>
              <a:gd name="connsiteY3" fmla="*/ 2 h 1127591"/>
              <a:gd name="connsiteX4" fmla="*/ 1127593 w 1127591"/>
              <a:gd name="connsiteY4" fmla="*/ 563798 h 1127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7591" h="1127591">
                <a:moveTo>
                  <a:pt x="1127593" y="563798"/>
                </a:moveTo>
                <a:cubicBezTo>
                  <a:pt x="1127593" y="875173"/>
                  <a:pt x="875173" y="1127593"/>
                  <a:pt x="563797" y="1127593"/>
                </a:cubicBezTo>
                <a:cubicBezTo>
                  <a:pt x="252421" y="1127593"/>
                  <a:pt x="1" y="875173"/>
                  <a:pt x="1" y="563798"/>
                </a:cubicBezTo>
                <a:cubicBezTo>
                  <a:pt x="1" y="252422"/>
                  <a:pt x="252421" y="2"/>
                  <a:pt x="563797" y="2"/>
                </a:cubicBezTo>
                <a:cubicBezTo>
                  <a:pt x="875173" y="2"/>
                  <a:pt x="1127593" y="252422"/>
                  <a:pt x="1127593" y="563798"/>
                </a:cubicBezTo>
                <a:close/>
              </a:path>
            </a:pathLst>
          </a:custGeom>
          <a:solidFill>
            <a:srgbClr val="FFFFFF"/>
          </a:solidFill>
          <a:ln w="9556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23E770BB-43F4-8B49-B86C-3415E056CDBB}"/>
              </a:ext>
            </a:extLst>
          </p:cNvPr>
          <p:cNvSpPr/>
          <p:nvPr/>
        </p:nvSpPr>
        <p:spPr>
          <a:xfrm rot="19800000">
            <a:off x="6922642" y="4721440"/>
            <a:ext cx="958582" cy="958582"/>
          </a:xfrm>
          <a:custGeom>
            <a:avLst/>
            <a:gdLst>
              <a:gd name="connsiteX0" fmla="*/ 579942 w 1159884"/>
              <a:gd name="connsiteY0" fmla="*/ 0 h 1159884"/>
              <a:gd name="connsiteX1" fmla="*/ 0 w 1159884"/>
              <a:gd name="connsiteY1" fmla="*/ 579943 h 1159884"/>
              <a:gd name="connsiteX2" fmla="*/ 579942 w 1159884"/>
              <a:gd name="connsiteY2" fmla="*/ 1159885 h 1159884"/>
              <a:gd name="connsiteX3" fmla="*/ 1159885 w 1159884"/>
              <a:gd name="connsiteY3" fmla="*/ 579942 h 1159884"/>
              <a:gd name="connsiteX4" fmla="*/ 579942 w 1159884"/>
              <a:gd name="connsiteY4" fmla="*/ 0 h 1159884"/>
              <a:gd name="connsiteX5" fmla="*/ 579942 w 1159884"/>
              <a:gd name="connsiteY5" fmla="*/ 1140750 h 1159884"/>
              <a:gd name="connsiteX6" fmla="*/ 19039 w 1159884"/>
              <a:gd name="connsiteY6" fmla="*/ 579847 h 1159884"/>
              <a:gd name="connsiteX7" fmla="*/ 579942 w 1159884"/>
              <a:gd name="connsiteY7" fmla="*/ 18944 h 1159884"/>
              <a:gd name="connsiteX8" fmla="*/ 1140845 w 1159884"/>
              <a:gd name="connsiteY8" fmla="*/ 579847 h 1159884"/>
              <a:gd name="connsiteX9" fmla="*/ 1140845 w 1159884"/>
              <a:gd name="connsiteY9" fmla="*/ 579942 h 1159884"/>
              <a:gd name="connsiteX10" fmla="*/ 580038 w 1159884"/>
              <a:gd name="connsiteY10" fmla="*/ 1140750 h 1159884"/>
              <a:gd name="connsiteX11" fmla="*/ 579942 w 1159884"/>
              <a:gd name="connsiteY11" fmla="*/ 1140750 h 1159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59884" h="1159884">
                <a:moveTo>
                  <a:pt x="579942" y="0"/>
                </a:moveTo>
                <a:cubicBezTo>
                  <a:pt x="259649" y="0"/>
                  <a:pt x="0" y="259649"/>
                  <a:pt x="0" y="579943"/>
                </a:cubicBezTo>
                <a:cubicBezTo>
                  <a:pt x="0" y="900236"/>
                  <a:pt x="259649" y="1159885"/>
                  <a:pt x="579942" y="1159885"/>
                </a:cubicBezTo>
                <a:cubicBezTo>
                  <a:pt x="900236" y="1159885"/>
                  <a:pt x="1159885" y="900236"/>
                  <a:pt x="1159885" y="579942"/>
                </a:cubicBezTo>
                <a:cubicBezTo>
                  <a:pt x="1159465" y="259823"/>
                  <a:pt x="900062" y="420"/>
                  <a:pt x="579942" y="0"/>
                </a:cubicBezTo>
                <a:close/>
                <a:moveTo>
                  <a:pt x="579942" y="1140750"/>
                </a:moveTo>
                <a:cubicBezTo>
                  <a:pt x="270164" y="1140750"/>
                  <a:pt x="19039" y="889625"/>
                  <a:pt x="19039" y="579847"/>
                </a:cubicBezTo>
                <a:cubicBezTo>
                  <a:pt x="19039" y="270069"/>
                  <a:pt x="270164" y="18944"/>
                  <a:pt x="579942" y="18944"/>
                </a:cubicBezTo>
                <a:cubicBezTo>
                  <a:pt x="889720" y="18944"/>
                  <a:pt x="1140845" y="270069"/>
                  <a:pt x="1140845" y="579847"/>
                </a:cubicBezTo>
                <a:cubicBezTo>
                  <a:pt x="1140845" y="579879"/>
                  <a:pt x="1140845" y="579910"/>
                  <a:pt x="1140845" y="579942"/>
                </a:cubicBezTo>
                <a:cubicBezTo>
                  <a:pt x="1140845" y="889668"/>
                  <a:pt x="889763" y="1140750"/>
                  <a:pt x="580038" y="1140750"/>
                </a:cubicBezTo>
                <a:cubicBezTo>
                  <a:pt x="580006" y="1140750"/>
                  <a:pt x="579974" y="1140750"/>
                  <a:pt x="579942" y="1140750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E8B9C5EE-2DA9-9943-8AA4-646FCBC19FD8}"/>
              </a:ext>
            </a:extLst>
          </p:cNvPr>
          <p:cNvSpPr/>
          <p:nvPr/>
        </p:nvSpPr>
        <p:spPr>
          <a:xfrm rot="19800000">
            <a:off x="6938249" y="4736911"/>
            <a:ext cx="927426" cy="927426"/>
          </a:xfrm>
          <a:custGeom>
            <a:avLst/>
            <a:gdLst>
              <a:gd name="connsiteX0" fmla="*/ 0 w 1122186"/>
              <a:gd name="connsiteY0" fmla="*/ 561188 h 1122186"/>
              <a:gd name="connsiteX1" fmla="*/ 560998 w 1122186"/>
              <a:gd name="connsiteY1" fmla="*/ 0 h 1122186"/>
              <a:gd name="connsiteX2" fmla="*/ 1122186 w 1122186"/>
              <a:gd name="connsiteY2" fmla="*/ 560998 h 1122186"/>
              <a:gd name="connsiteX3" fmla="*/ 561664 w 1122186"/>
              <a:gd name="connsiteY3" fmla="*/ 1122186 h 1122186"/>
              <a:gd name="connsiteX4" fmla="*/ 0 w 1122186"/>
              <a:gd name="connsiteY4" fmla="*/ 561664 h 1122186"/>
              <a:gd name="connsiteX5" fmla="*/ 0 w 1122186"/>
              <a:gd name="connsiteY5" fmla="*/ 561188 h 1122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22186" h="1122186">
                <a:moveTo>
                  <a:pt x="0" y="561188"/>
                </a:moveTo>
                <a:cubicBezTo>
                  <a:pt x="-52" y="251305"/>
                  <a:pt x="251115" y="53"/>
                  <a:pt x="560998" y="0"/>
                </a:cubicBezTo>
                <a:cubicBezTo>
                  <a:pt x="870881" y="-52"/>
                  <a:pt x="1122134" y="251115"/>
                  <a:pt x="1122186" y="560998"/>
                </a:cubicBezTo>
                <a:cubicBezTo>
                  <a:pt x="1122239" y="870696"/>
                  <a:pt x="871361" y="1121871"/>
                  <a:pt x="561664" y="1122186"/>
                </a:cubicBezTo>
                <a:cubicBezTo>
                  <a:pt x="251781" y="1122501"/>
                  <a:pt x="316" y="871547"/>
                  <a:pt x="0" y="561664"/>
                </a:cubicBezTo>
                <a:cubicBezTo>
                  <a:pt x="0" y="561505"/>
                  <a:pt x="0" y="561347"/>
                  <a:pt x="0" y="561188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E5EA4C6A-1BCC-7945-ABAC-942A1F00789C}"/>
              </a:ext>
            </a:extLst>
          </p:cNvPr>
          <p:cNvSpPr/>
          <p:nvPr/>
        </p:nvSpPr>
        <p:spPr>
          <a:xfrm rot="19800000">
            <a:off x="4522401" y="2347987"/>
            <a:ext cx="958582" cy="958582"/>
          </a:xfrm>
          <a:custGeom>
            <a:avLst/>
            <a:gdLst>
              <a:gd name="connsiteX0" fmla="*/ 580037 w 1159884"/>
              <a:gd name="connsiteY0" fmla="*/ 0 h 1159884"/>
              <a:gd name="connsiteX1" fmla="*/ 0 w 1159884"/>
              <a:gd name="connsiteY1" fmla="*/ 579847 h 1159884"/>
              <a:gd name="connsiteX2" fmla="*/ 579847 w 1159884"/>
              <a:gd name="connsiteY2" fmla="*/ 1159884 h 1159884"/>
              <a:gd name="connsiteX3" fmla="*/ 1159885 w 1159884"/>
              <a:gd name="connsiteY3" fmla="*/ 580037 h 1159884"/>
              <a:gd name="connsiteX4" fmla="*/ 1159885 w 1159884"/>
              <a:gd name="connsiteY4" fmla="*/ 579942 h 1159884"/>
              <a:gd name="connsiteX5" fmla="*/ 580037 w 1159884"/>
              <a:gd name="connsiteY5" fmla="*/ 0 h 1159884"/>
              <a:gd name="connsiteX6" fmla="*/ 580037 w 1159884"/>
              <a:gd name="connsiteY6" fmla="*/ 1140845 h 1159884"/>
              <a:gd name="connsiteX7" fmla="*/ 19039 w 1159884"/>
              <a:gd name="connsiteY7" fmla="*/ 580038 h 1159884"/>
              <a:gd name="connsiteX8" fmla="*/ 579847 w 1159884"/>
              <a:gd name="connsiteY8" fmla="*/ 19040 h 1159884"/>
              <a:gd name="connsiteX9" fmla="*/ 1140845 w 1159884"/>
              <a:gd name="connsiteY9" fmla="*/ 579847 h 1159884"/>
              <a:gd name="connsiteX10" fmla="*/ 1140845 w 1159884"/>
              <a:gd name="connsiteY10" fmla="*/ 579942 h 1159884"/>
              <a:gd name="connsiteX11" fmla="*/ 580037 w 1159884"/>
              <a:gd name="connsiteY11" fmla="*/ 1140845 h 1159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59884" h="1159884">
                <a:moveTo>
                  <a:pt x="580037" y="0"/>
                </a:moveTo>
                <a:cubicBezTo>
                  <a:pt x="259744" y="-53"/>
                  <a:pt x="53" y="259554"/>
                  <a:pt x="0" y="579847"/>
                </a:cubicBezTo>
                <a:cubicBezTo>
                  <a:pt x="-53" y="900140"/>
                  <a:pt x="259554" y="1159832"/>
                  <a:pt x="579847" y="1159884"/>
                </a:cubicBezTo>
                <a:cubicBezTo>
                  <a:pt x="900140" y="1159937"/>
                  <a:pt x="1159832" y="900331"/>
                  <a:pt x="1159885" y="580037"/>
                </a:cubicBezTo>
                <a:cubicBezTo>
                  <a:pt x="1159885" y="580006"/>
                  <a:pt x="1159885" y="579974"/>
                  <a:pt x="1159885" y="579942"/>
                </a:cubicBezTo>
                <a:cubicBezTo>
                  <a:pt x="1159465" y="259860"/>
                  <a:pt x="900120" y="472"/>
                  <a:pt x="580037" y="0"/>
                </a:cubicBezTo>
                <a:close/>
                <a:moveTo>
                  <a:pt x="580037" y="1140845"/>
                </a:moveTo>
                <a:cubicBezTo>
                  <a:pt x="270259" y="1140898"/>
                  <a:pt x="19092" y="889816"/>
                  <a:pt x="19039" y="580038"/>
                </a:cubicBezTo>
                <a:cubicBezTo>
                  <a:pt x="18987" y="270260"/>
                  <a:pt x="270069" y="19092"/>
                  <a:pt x="579847" y="19040"/>
                </a:cubicBezTo>
                <a:cubicBezTo>
                  <a:pt x="889625" y="18987"/>
                  <a:pt x="1140792" y="270069"/>
                  <a:pt x="1140845" y="579847"/>
                </a:cubicBezTo>
                <a:cubicBezTo>
                  <a:pt x="1140845" y="579879"/>
                  <a:pt x="1140845" y="579911"/>
                  <a:pt x="1140845" y="579942"/>
                </a:cubicBezTo>
                <a:cubicBezTo>
                  <a:pt x="1140845" y="889683"/>
                  <a:pt x="889778" y="1140793"/>
                  <a:pt x="580037" y="1140845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6B497F64-604C-1748-A5C8-853423278C0F}"/>
              </a:ext>
            </a:extLst>
          </p:cNvPr>
          <p:cNvSpPr/>
          <p:nvPr/>
        </p:nvSpPr>
        <p:spPr>
          <a:xfrm rot="19800000">
            <a:off x="4538143" y="2363379"/>
            <a:ext cx="927426" cy="927426"/>
          </a:xfrm>
          <a:custGeom>
            <a:avLst/>
            <a:gdLst>
              <a:gd name="connsiteX0" fmla="*/ 0 w 1122186"/>
              <a:gd name="connsiteY0" fmla="*/ 561188 h 1122186"/>
              <a:gd name="connsiteX1" fmla="*/ 560998 w 1122186"/>
              <a:gd name="connsiteY1" fmla="*/ 0 h 1122186"/>
              <a:gd name="connsiteX2" fmla="*/ 1122186 w 1122186"/>
              <a:gd name="connsiteY2" fmla="*/ 560998 h 1122186"/>
              <a:gd name="connsiteX3" fmla="*/ 561189 w 1122186"/>
              <a:gd name="connsiteY3" fmla="*/ 1122186 h 1122186"/>
              <a:gd name="connsiteX4" fmla="*/ 560998 w 1122186"/>
              <a:gd name="connsiteY4" fmla="*/ 1122186 h 1122186"/>
              <a:gd name="connsiteX5" fmla="*/ 0 w 1122186"/>
              <a:gd name="connsiteY5" fmla="*/ 561188 h 1122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22186" h="1122186">
                <a:moveTo>
                  <a:pt x="0" y="561188"/>
                </a:moveTo>
                <a:cubicBezTo>
                  <a:pt x="-53" y="251305"/>
                  <a:pt x="251115" y="53"/>
                  <a:pt x="560998" y="0"/>
                </a:cubicBezTo>
                <a:cubicBezTo>
                  <a:pt x="870881" y="-53"/>
                  <a:pt x="1122134" y="251115"/>
                  <a:pt x="1122186" y="560998"/>
                </a:cubicBezTo>
                <a:cubicBezTo>
                  <a:pt x="1122239" y="870881"/>
                  <a:pt x="871072" y="1122134"/>
                  <a:pt x="561189" y="1122186"/>
                </a:cubicBezTo>
                <a:cubicBezTo>
                  <a:pt x="561125" y="1122186"/>
                  <a:pt x="561062" y="1122186"/>
                  <a:pt x="560998" y="1122186"/>
                </a:cubicBezTo>
                <a:cubicBezTo>
                  <a:pt x="251167" y="1122186"/>
                  <a:pt x="0" y="871019"/>
                  <a:pt x="0" y="561188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69A060CC-D192-B142-A618-03AB4C53C1E1}"/>
              </a:ext>
            </a:extLst>
          </p:cNvPr>
          <p:cNvSpPr/>
          <p:nvPr/>
        </p:nvSpPr>
        <p:spPr>
          <a:xfrm rot="19800000">
            <a:off x="6985514" y="2225516"/>
            <a:ext cx="1146551" cy="1861675"/>
          </a:xfrm>
          <a:custGeom>
            <a:avLst/>
            <a:gdLst>
              <a:gd name="connsiteX0" fmla="*/ 903733 w 1146551"/>
              <a:gd name="connsiteY0" fmla="*/ 94056 h 1861675"/>
              <a:gd name="connsiteX1" fmla="*/ 1146543 w 1146551"/>
              <a:gd name="connsiteY1" fmla="*/ 550728 h 1861675"/>
              <a:gd name="connsiteX2" fmla="*/ 1146543 w 1146551"/>
              <a:gd name="connsiteY2" fmla="*/ 996583 h 1861675"/>
              <a:gd name="connsiteX3" fmla="*/ 981816 w 1146551"/>
              <a:gd name="connsiteY3" fmla="*/ 1830727 h 1861675"/>
              <a:gd name="connsiteX4" fmla="*/ 967178 w 1146551"/>
              <a:gd name="connsiteY4" fmla="*/ 1861675 h 1861675"/>
              <a:gd name="connsiteX5" fmla="*/ 0 w 1146551"/>
              <a:gd name="connsiteY5" fmla="*/ 1303274 h 1861675"/>
              <a:gd name="connsiteX6" fmla="*/ 23166 w 1146551"/>
              <a:gd name="connsiteY6" fmla="*/ 1213383 h 1861675"/>
              <a:gd name="connsiteX7" fmla="*/ 45086 w 1146551"/>
              <a:gd name="connsiteY7" fmla="*/ 996583 h 1861675"/>
              <a:gd name="connsiteX8" fmla="*/ 45087 w 1146551"/>
              <a:gd name="connsiteY8" fmla="*/ 550728 h 1861675"/>
              <a:gd name="connsiteX9" fmla="*/ 595815 w 1146551"/>
              <a:gd name="connsiteY9" fmla="*/ 0 h 1861675"/>
              <a:gd name="connsiteX10" fmla="*/ 903733 w 1146551"/>
              <a:gd name="connsiteY10" fmla="*/ 94056 h 1861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6551" h="1861675">
                <a:moveTo>
                  <a:pt x="903733" y="94056"/>
                </a:moveTo>
                <a:cubicBezTo>
                  <a:pt x="1050227" y="193026"/>
                  <a:pt x="1146543" y="360629"/>
                  <a:pt x="1146543" y="550728"/>
                </a:cubicBezTo>
                <a:lnTo>
                  <a:pt x="1146543" y="996583"/>
                </a:lnTo>
                <a:cubicBezTo>
                  <a:pt x="1147335" y="1285630"/>
                  <a:pt x="1090293" y="1568830"/>
                  <a:pt x="981816" y="1830727"/>
                </a:cubicBezTo>
                <a:lnTo>
                  <a:pt x="967178" y="1861675"/>
                </a:lnTo>
                <a:lnTo>
                  <a:pt x="0" y="1303274"/>
                </a:lnTo>
                <a:lnTo>
                  <a:pt x="23166" y="1213383"/>
                </a:lnTo>
                <a:cubicBezTo>
                  <a:pt x="37537" y="1143332"/>
                  <a:pt x="45086" y="1070823"/>
                  <a:pt x="45086" y="996583"/>
                </a:cubicBezTo>
                <a:lnTo>
                  <a:pt x="45087" y="550728"/>
                </a:lnTo>
                <a:cubicBezTo>
                  <a:pt x="45087" y="246569"/>
                  <a:pt x="291656" y="0"/>
                  <a:pt x="595815" y="0"/>
                </a:cubicBezTo>
                <a:cubicBezTo>
                  <a:pt x="709874" y="0"/>
                  <a:pt x="815836" y="34674"/>
                  <a:pt x="903733" y="94056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FA1E0BD9-A027-3249-B6D2-77D67D199773}"/>
              </a:ext>
            </a:extLst>
          </p:cNvPr>
          <p:cNvSpPr/>
          <p:nvPr/>
        </p:nvSpPr>
        <p:spPr>
          <a:xfrm rot="19800000">
            <a:off x="6909232" y="2334647"/>
            <a:ext cx="958582" cy="958582"/>
          </a:xfrm>
          <a:custGeom>
            <a:avLst/>
            <a:gdLst>
              <a:gd name="connsiteX0" fmla="*/ 580037 w 1159884"/>
              <a:gd name="connsiteY0" fmla="*/ 0 h 1159884"/>
              <a:gd name="connsiteX1" fmla="*/ 0 w 1159884"/>
              <a:gd name="connsiteY1" fmla="*/ 579847 h 1159884"/>
              <a:gd name="connsiteX2" fmla="*/ 579847 w 1159884"/>
              <a:gd name="connsiteY2" fmla="*/ 1159885 h 1159884"/>
              <a:gd name="connsiteX3" fmla="*/ 1159885 w 1159884"/>
              <a:gd name="connsiteY3" fmla="*/ 580037 h 1159884"/>
              <a:gd name="connsiteX4" fmla="*/ 1159885 w 1159884"/>
              <a:gd name="connsiteY4" fmla="*/ 579942 h 1159884"/>
              <a:gd name="connsiteX5" fmla="*/ 580037 w 1159884"/>
              <a:gd name="connsiteY5" fmla="*/ 0 h 1159884"/>
              <a:gd name="connsiteX6" fmla="*/ 580037 w 1159884"/>
              <a:gd name="connsiteY6" fmla="*/ 1140750 h 1159884"/>
              <a:gd name="connsiteX7" fmla="*/ 19039 w 1159884"/>
              <a:gd name="connsiteY7" fmla="*/ 579942 h 1159884"/>
              <a:gd name="connsiteX8" fmla="*/ 579847 w 1159884"/>
              <a:gd name="connsiteY8" fmla="*/ 18944 h 1159884"/>
              <a:gd name="connsiteX9" fmla="*/ 1140845 w 1159884"/>
              <a:gd name="connsiteY9" fmla="*/ 579752 h 1159884"/>
              <a:gd name="connsiteX10" fmla="*/ 1140845 w 1159884"/>
              <a:gd name="connsiteY10" fmla="*/ 579943 h 1159884"/>
              <a:gd name="connsiteX11" fmla="*/ 580037 w 1159884"/>
              <a:gd name="connsiteY11" fmla="*/ 1140750 h 1159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59884" h="1159884">
                <a:moveTo>
                  <a:pt x="580037" y="0"/>
                </a:moveTo>
                <a:cubicBezTo>
                  <a:pt x="259744" y="-53"/>
                  <a:pt x="53" y="259554"/>
                  <a:pt x="0" y="579847"/>
                </a:cubicBezTo>
                <a:cubicBezTo>
                  <a:pt x="-53" y="900140"/>
                  <a:pt x="259554" y="1159832"/>
                  <a:pt x="579847" y="1159885"/>
                </a:cubicBezTo>
                <a:cubicBezTo>
                  <a:pt x="900141" y="1159937"/>
                  <a:pt x="1159832" y="900331"/>
                  <a:pt x="1159885" y="580037"/>
                </a:cubicBezTo>
                <a:cubicBezTo>
                  <a:pt x="1159885" y="580006"/>
                  <a:pt x="1159885" y="579974"/>
                  <a:pt x="1159885" y="579942"/>
                </a:cubicBezTo>
                <a:cubicBezTo>
                  <a:pt x="1159465" y="259860"/>
                  <a:pt x="900120" y="472"/>
                  <a:pt x="580037" y="0"/>
                </a:cubicBezTo>
                <a:close/>
                <a:moveTo>
                  <a:pt x="580037" y="1140750"/>
                </a:moveTo>
                <a:cubicBezTo>
                  <a:pt x="270259" y="1140803"/>
                  <a:pt x="19092" y="889720"/>
                  <a:pt x="19039" y="579942"/>
                </a:cubicBezTo>
                <a:cubicBezTo>
                  <a:pt x="18987" y="270164"/>
                  <a:pt x="270069" y="18997"/>
                  <a:pt x="579847" y="18944"/>
                </a:cubicBezTo>
                <a:cubicBezTo>
                  <a:pt x="889625" y="18892"/>
                  <a:pt x="1140793" y="269974"/>
                  <a:pt x="1140845" y="579752"/>
                </a:cubicBezTo>
                <a:cubicBezTo>
                  <a:pt x="1140845" y="579816"/>
                  <a:pt x="1140845" y="579879"/>
                  <a:pt x="1140845" y="579943"/>
                </a:cubicBezTo>
                <a:cubicBezTo>
                  <a:pt x="1140845" y="889668"/>
                  <a:pt x="889763" y="1140750"/>
                  <a:pt x="580037" y="1140750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EE5985B4-E289-AA42-B345-2D40E7822814}"/>
              </a:ext>
            </a:extLst>
          </p:cNvPr>
          <p:cNvSpPr/>
          <p:nvPr/>
        </p:nvSpPr>
        <p:spPr>
          <a:xfrm rot="19800000">
            <a:off x="6924977" y="2350039"/>
            <a:ext cx="927426" cy="927426"/>
          </a:xfrm>
          <a:custGeom>
            <a:avLst/>
            <a:gdLst>
              <a:gd name="connsiteX0" fmla="*/ 0 w 1122186"/>
              <a:gd name="connsiteY0" fmla="*/ 561188 h 1122186"/>
              <a:gd name="connsiteX1" fmla="*/ 560998 w 1122186"/>
              <a:gd name="connsiteY1" fmla="*/ 0 h 1122186"/>
              <a:gd name="connsiteX2" fmla="*/ 1122186 w 1122186"/>
              <a:gd name="connsiteY2" fmla="*/ 560998 h 1122186"/>
              <a:gd name="connsiteX3" fmla="*/ 561188 w 1122186"/>
              <a:gd name="connsiteY3" fmla="*/ 1122186 h 1122186"/>
              <a:gd name="connsiteX4" fmla="*/ 560998 w 1122186"/>
              <a:gd name="connsiteY4" fmla="*/ 1122186 h 1122186"/>
              <a:gd name="connsiteX5" fmla="*/ 0 w 1122186"/>
              <a:gd name="connsiteY5" fmla="*/ 561188 h 1122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22186" h="1122186">
                <a:moveTo>
                  <a:pt x="0" y="561188"/>
                </a:moveTo>
                <a:cubicBezTo>
                  <a:pt x="-53" y="251305"/>
                  <a:pt x="251115" y="53"/>
                  <a:pt x="560998" y="0"/>
                </a:cubicBezTo>
                <a:cubicBezTo>
                  <a:pt x="870881" y="-53"/>
                  <a:pt x="1122134" y="251115"/>
                  <a:pt x="1122186" y="560998"/>
                </a:cubicBezTo>
                <a:cubicBezTo>
                  <a:pt x="1122238" y="870881"/>
                  <a:pt x="871071" y="1122134"/>
                  <a:pt x="561188" y="1122186"/>
                </a:cubicBezTo>
                <a:cubicBezTo>
                  <a:pt x="561125" y="1122186"/>
                  <a:pt x="561061" y="1122186"/>
                  <a:pt x="560998" y="1122186"/>
                </a:cubicBezTo>
                <a:cubicBezTo>
                  <a:pt x="251189" y="1122134"/>
                  <a:pt x="53" y="870997"/>
                  <a:pt x="0" y="561188"/>
                </a:cubicBezTo>
                <a:close/>
              </a:path>
            </a:pathLst>
          </a:custGeom>
          <a:solidFill>
            <a:srgbClr val="FFFFFF"/>
          </a:solidFill>
          <a:ln w="9509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F4078D02-DF77-3948-914D-D7D635E9A46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38646" y="3159092"/>
            <a:ext cx="1727307" cy="1727307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5B97C20B-A9DE-3B4A-8AAE-169F5459AC32}"/>
              </a:ext>
            </a:extLst>
          </p:cNvPr>
          <p:cNvGrpSpPr/>
          <p:nvPr/>
        </p:nvGrpSpPr>
        <p:grpSpPr>
          <a:xfrm flipH="1">
            <a:off x="821856" y="1944592"/>
            <a:ext cx="2783072" cy="723275"/>
            <a:chOff x="7825488" y="1404017"/>
            <a:chExt cx="3368029" cy="723275"/>
          </a:xfrm>
        </p:grpSpPr>
        <p:sp>
          <p:nvSpPr>
            <p:cNvPr id="45" name="Inhaltsplatzhalter 4">
              <a:extLst>
                <a:ext uri="{FF2B5EF4-FFF2-40B4-BE49-F238E27FC236}">
                  <a16:creationId xmlns:a16="http://schemas.microsoft.com/office/drawing/2014/main" id="{8373A918-1135-FA49-8CC0-128087F9FF5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255BD268-9F1E-9E4E-AA11-29A26055F59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80B3CCA-AE31-AB44-A344-F8D022AC2610}"/>
              </a:ext>
            </a:extLst>
          </p:cNvPr>
          <p:cNvGrpSpPr/>
          <p:nvPr/>
        </p:nvGrpSpPr>
        <p:grpSpPr>
          <a:xfrm flipH="1">
            <a:off x="570534" y="4768783"/>
            <a:ext cx="2783072" cy="723275"/>
            <a:chOff x="7825488" y="1404017"/>
            <a:chExt cx="3368029" cy="723275"/>
          </a:xfrm>
        </p:grpSpPr>
        <p:sp>
          <p:nvSpPr>
            <p:cNvPr id="48" name="Inhaltsplatzhalter 4">
              <a:extLst>
                <a:ext uri="{FF2B5EF4-FFF2-40B4-BE49-F238E27FC236}">
                  <a16:creationId xmlns:a16="http://schemas.microsoft.com/office/drawing/2014/main" id="{9C5A27A0-6FF7-E84C-918B-7C1E2E298B1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8FDCAB72-4107-CD4A-B898-F11C5AD64BB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806ED2DD-D2EB-2849-BAAB-ED2E54DE7F1B}"/>
              </a:ext>
            </a:extLst>
          </p:cNvPr>
          <p:cNvGrpSpPr/>
          <p:nvPr/>
        </p:nvGrpSpPr>
        <p:grpSpPr>
          <a:xfrm>
            <a:off x="9059231" y="2272728"/>
            <a:ext cx="2783072" cy="723275"/>
            <a:chOff x="7825488" y="1404017"/>
            <a:chExt cx="3368029" cy="723275"/>
          </a:xfrm>
        </p:grpSpPr>
        <p:sp>
          <p:nvSpPr>
            <p:cNvPr id="51" name="Inhaltsplatzhalter 4">
              <a:extLst>
                <a:ext uri="{FF2B5EF4-FFF2-40B4-BE49-F238E27FC236}">
                  <a16:creationId xmlns:a16="http://schemas.microsoft.com/office/drawing/2014/main" id="{3698F7B9-688E-F546-81E3-6E223D3F089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E1F7075-0011-5F41-A101-B38C4EB1378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17C3A37-241E-DB4B-979B-5CDBA317298B}"/>
              </a:ext>
            </a:extLst>
          </p:cNvPr>
          <p:cNvGrpSpPr/>
          <p:nvPr/>
        </p:nvGrpSpPr>
        <p:grpSpPr>
          <a:xfrm>
            <a:off x="8551683" y="5433951"/>
            <a:ext cx="2783072" cy="723275"/>
            <a:chOff x="7825488" y="1404017"/>
            <a:chExt cx="3368029" cy="723275"/>
          </a:xfrm>
        </p:grpSpPr>
        <p:sp>
          <p:nvSpPr>
            <p:cNvPr id="54" name="Inhaltsplatzhalter 4">
              <a:extLst>
                <a:ext uri="{FF2B5EF4-FFF2-40B4-BE49-F238E27FC236}">
                  <a16:creationId xmlns:a16="http://schemas.microsoft.com/office/drawing/2014/main" id="{F0F8845C-3482-BF40-9A67-B043DA4AFB0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0930DEA9-27AA-874F-8821-DD05C303F50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aphic 56">
            <a:extLst>
              <a:ext uri="{FF2B5EF4-FFF2-40B4-BE49-F238E27FC236}">
                <a16:creationId xmlns:a16="http://schemas.microsoft.com/office/drawing/2014/main" id="{E1885BB5-71E2-8B40-952F-FCADD8A54085}"/>
              </a:ext>
            </a:extLst>
          </p:cNvPr>
          <p:cNvGrpSpPr/>
          <p:nvPr/>
        </p:nvGrpSpPr>
        <p:grpSpPr>
          <a:xfrm>
            <a:off x="4776003" y="2647348"/>
            <a:ext cx="423662" cy="318762"/>
            <a:chOff x="7202627" y="2665505"/>
            <a:chExt cx="423662" cy="318762"/>
          </a:xfrm>
          <a:solidFill>
            <a:srgbClr val="3B4550"/>
          </a:solidFill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A8470C4-D5A4-624B-9C88-16403677E709}"/>
                </a:ext>
              </a:extLst>
            </p:cNvPr>
            <p:cNvSpPr/>
            <p:nvPr/>
          </p:nvSpPr>
          <p:spPr>
            <a:xfrm>
              <a:off x="7202627" y="2969195"/>
              <a:ext cx="423662" cy="15071"/>
            </a:xfrm>
            <a:custGeom>
              <a:avLst/>
              <a:gdLst>
                <a:gd name="connsiteX0" fmla="*/ 415111 w 423662"/>
                <a:gd name="connsiteY0" fmla="*/ 15009 h 15071"/>
                <a:gd name="connsiteX1" fmla="*/ 8551 w 423662"/>
                <a:gd name="connsiteY1" fmla="*/ 15009 h 15071"/>
                <a:gd name="connsiteX2" fmla="*/ 63 w 423662"/>
                <a:gd name="connsiteY2" fmla="*/ 8499 h 15071"/>
                <a:gd name="connsiteX3" fmla="*/ 6614 w 423662"/>
                <a:gd name="connsiteY3" fmla="*/ 63 h 15071"/>
                <a:gd name="connsiteX4" fmla="*/ 8551 w 423662"/>
                <a:gd name="connsiteY4" fmla="*/ 63 h 15071"/>
                <a:gd name="connsiteX5" fmla="*/ 415111 w 423662"/>
                <a:gd name="connsiteY5" fmla="*/ 63 h 15071"/>
                <a:gd name="connsiteX6" fmla="*/ 423599 w 423662"/>
                <a:gd name="connsiteY6" fmla="*/ 6573 h 15071"/>
                <a:gd name="connsiteX7" fmla="*/ 417048 w 423662"/>
                <a:gd name="connsiteY7" fmla="*/ 15009 h 15071"/>
                <a:gd name="connsiteX8" fmla="*/ 415111 w 423662"/>
                <a:gd name="connsiteY8" fmla="*/ 15009 h 1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3662" h="15071">
                  <a:moveTo>
                    <a:pt x="415111" y="15009"/>
                  </a:moveTo>
                  <a:lnTo>
                    <a:pt x="8551" y="15009"/>
                  </a:lnTo>
                  <a:cubicBezTo>
                    <a:pt x="4398" y="15541"/>
                    <a:pt x="598" y="12626"/>
                    <a:pt x="63" y="8499"/>
                  </a:cubicBezTo>
                  <a:cubicBezTo>
                    <a:pt x="-472" y="4371"/>
                    <a:pt x="2461" y="594"/>
                    <a:pt x="6614" y="63"/>
                  </a:cubicBezTo>
                  <a:cubicBezTo>
                    <a:pt x="7257" y="-20"/>
                    <a:pt x="7908" y="-20"/>
                    <a:pt x="8551" y="63"/>
                  </a:cubicBezTo>
                  <a:lnTo>
                    <a:pt x="415111" y="63"/>
                  </a:lnTo>
                  <a:cubicBezTo>
                    <a:pt x="419264" y="-469"/>
                    <a:pt x="423064" y="2446"/>
                    <a:pt x="423599" y="6573"/>
                  </a:cubicBezTo>
                  <a:cubicBezTo>
                    <a:pt x="424134" y="10701"/>
                    <a:pt x="421201" y="14478"/>
                    <a:pt x="417048" y="15009"/>
                  </a:cubicBezTo>
                  <a:cubicBezTo>
                    <a:pt x="416405" y="15092"/>
                    <a:pt x="415754" y="15092"/>
                    <a:pt x="415111" y="1500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05093B25-E811-B14D-87A6-47D00A182CC4}"/>
                </a:ext>
              </a:extLst>
            </p:cNvPr>
            <p:cNvSpPr/>
            <p:nvPr/>
          </p:nvSpPr>
          <p:spPr>
            <a:xfrm>
              <a:off x="7243059" y="2725414"/>
              <a:ext cx="86693" cy="217260"/>
            </a:xfrm>
            <a:custGeom>
              <a:avLst/>
              <a:gdLst>
                <a:gd name="connsiteX0" fmla="*/ 79112 w 86693"/>
                <a:gd name="connsiteY0" fmla="*/ 216297 h 217260"/>
                <a:gd name="connsiteX1" fmla="*/ 71653 w 86693"/>
                <a:gd name="connsiteY1" fmla="*/ 208886 h 217260"/>
                <a:gd name="connsiteX2" fmla="*/ 71654 w 86693"/>
                <a:gd name="connsiteY2" fmla="*/ 208762 h 217260"/>
                <a:gd name="connsiteX3" fmla="*/ 71654 w 86693"/>
                <a:gd name="connsiteY3" fmla="*/ 14948 h 217260"/>
                <a:gd name="connsiteX4" fmla="*/ 15101 w 86693"/>
                <a:gd name="connsiteY4" fmla="*/ 14948 h 217260"/>
                <a:gd name="connsiteX5" fmla="*/ 15101 w 86693"/>
                <a:gd name="connsiteY5" fmla="*/ 208762 h 217260"/>
                <a:gd name="connsiteX6" fmla="*/ 8551 w 86693"/>
                <a:gd name="connsiteY6" fmla="*/ 217198 h 217260"/>
                <a:gd name="connsiteX7" fmla="*/ 62 w 86693"/>
                <a:gd name="connsiteY7" fmla="*/ 210687 h 217260"/>
                <a:gd name="connsiteX8" fmla="*/ 62 w 86693"/>
                <a:gd name="connsiteY8" fmla="*/ 208762 h 217260"/>
                <a:gd name="connsiteX9" fmla="*/ 62 w 86693"/>
                <a:gd name="connsiteY9" fmla="*/ 7413 h 217260"/>
                <a:gd name="connsiteX10" fmla="*/ 7519 w 86693"/>
                <a:gd name="connsiteY10" fmla="*/ 0 h 217260"/>
                <a:gd name="connsiteX11" fmla="*/ 7644 w 86693"/>
                <a:gd name="connsiteY11" fmla="*/ 1 h 217260"/>
                <a:gd name="connsiteX12" fmla="*/ 79112 w 86693"/>
                <a:gd name="connsiteY12" fmla="*/ 1 h 217260"/>
                <a:gd name="connsiteX13" fmla="*/ 86693 w 86693"/>
                <a:gd name="connsiteY13" fmla="*/ 7288 h 217260"/>
                <a:gd name="connsiteX14" fmla="*/ 86694 w 86693"/>
                <a:gd name="connsiteY14" fmla="*/ 7413 h 217260"/>
                <a:gd name="connsiteX15" fmla="*/ 86694 w 86693"/>
                <a:gd name="connsiteY15" fmla="*/ 208762 h 217260"/>
                <a:gd name="connsiteX16" fmla="*/ 79112 w 86693"/>
                <a:gd name="connsiteY16" fmla="*/ 216297 h 21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6693" h="217260">
                  <a:moveTo>
                    <a:pt x="79112" y="216297"/>
                  </a:moveTo>
                  <a:cubicBezTo>
                    <a:pt x="74993" y="216297"/>
                    <a:pt x="71654" y="212979"/>
                    <a:pt x="71653" y="208886"/>
                  </a:cubicBezTo>
                  <a:cubicBezTo>
                    <a:pt x="71653" y="208845"/>
                    <a:pt x="71654" y="208803"/>
                    <a:pt x="71654" y="208762"/>
                  </a:cubicBezTo>
                  <a:lnTo>
                    <a:pt x="71654" y="14948"/>
                  </a:lnTo>
                  <a:lnTo>
                    <a:pt x="15101" y="14948"/>
                  </a:lnTo>
                  <a:lnTo>
                    <a:pt x="15101" y="208762"/>
                  </a:lnTo>
                  <a:cubicBezTo>
                    <a:pt x="15637" y="212889"/>
                    <a:pt x="12704" y="216666"/>
                    <a:pt x="8551" y="217198"/>
                  </a:cubicBezTo>
                  <a:cubicBezTo>
                    <a:pt x="4398" y="217729"/>
                    <a:pt x="597" y="214815"/>
                    <a:pt x="62" y="210687"/>
                  </a:cubicBezTo>
                  <a:cubicBezTo>
                    <a:pt x="-21" y="210048"/>
                    <a:pt x="-21" y="209401"/>
                    <a:pt x="62" y="208762"/>
                  </a:cubicBezTo>
                  <a:lnTo>
                    <a:pt x="62" y="7413"/>
                  </a:lnTo>
                  <a:cubicBezTo>
                    <a:pt x="62" y="3319"/>
                    <a:pt x="3400" y="1"/>
                    <a:pt x="7519" y="0"/>
                  </a:cubicBezTo>
                  <a:cubicBezTo>
                    <a:pt x="7560" y="0"/>
                    <a:pt x="7602" y="0"/>
                    <a:pt x="7644" y="1"/>
                  </a:cubicBezTo>
                  <a:lnTo>
                    <a:pt x="79112" y="1"/>
                  </a:lnTo>
                  <a:cubicBezTo>
                    <a:pt x="83230" y="-67"/>
                    <a:pt x="86624" y="3195"/>
                    <a:pt x="86693" y="7288"/>
                  </a:cubicBezTo>
                  <a:cubicBezTo>
                    <a:pt x="86693" y="7330"/>
                    <a:pt x="86694" y="7371"/>
                    <a:pt x="86694" y="7413"/>
                  </a:cubicBezTo>
                  <a:lnTo>
                    <a:pt x="86694" y="208762"/>
                  </a:lnTo>
                  <a:cubicBezTo>
                    <a:pt x="86694" y="212923"/>
                    <a:pt x="83299" y="216297"/>
                    <a:pt x="79112" y="21629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64461D19-6EB5-C14E-AF04-7FCD00481F3C}"/>
                </a:ext>
              </a:extLst>
            </p:cNvPr>
            <p:cNvSpPr/>
            <p:nvPr/>
          </p:nvSpPr>
          <p:spPr>
            <a:xfrm>
              <a:off x="7371080" y="2695027"/>
              <a:ext cx="86693" cy="247646"/>
            </a:xfrm>
            <a:custGeom>
              <a:avLst/>
              <a:gdLst>
                <a:gd name="connsiteX0" fmla="*/ 79112 w 86693"/>
                <a:gd name="connsiteY0" fmla="*/ 246683 h 247646"/>
                <a:gd name="connsiteX1" fmla="*/ 71653 w 86693"/>
                <a:gd name="connsiteY1" fmla="*/ 239273 h 247646"/>
                <a:gd name="connsiteX2" fmla="*/ 71654 w 86693"/>
                <a:gd name="connsiteY2" fmla="*/ 239148 h 247646"/>
                <a:gd name="connsiteX3" fmla="*/ 71654 w 86693"/>
                <a:gd name="connsiteY3" fmla="*/ 15317 h 247646"/>
                <a:gd name="connsiteX4" fmla="*/ 15101 w 86693"/>
                <a:gd name="connsiteY4" fmla="*/ 15317 h 247646"/>
                <a:gd name="connsiteX5" fmla="*/ 15101 w 86693"/>
                <a:gd name="connsiteY5" fmla="*/ 239148 h 247646"/>
                <a:gd name="connsiteX6" fmla="*/ 8551 w 86693"/>
                <a:gd name="connsiteY6" fmla="*/ 247584 h 247646"/>
                <a:gd name="connsiteX7" fmla="*/ 62 w 86693"/>
                <a:gd name="connsiteY7" fmla="*/ 241074 h 247646"/>
                <a:gd name="connsiteX8" fmla="*/ 62 w 86693"/>
                <a:gd name="connsiteY8" fmla="*/ 239148 h 247646"/>
                <a:gd name="connsiteX9" fmla="*/ 62 w 86693"/>
                <a:gd name="connsiteY9" fmla="*/ 7535 h 247646"/>
                <a:gd name="connsiteX10" fmla="*/ 7644 w 86693"/>
                <a:gd name="connsiteY10" fmla="*/ 0 h 247646"/>
                <a:gd name="connsiteX11" fmla="*/ 79112 w 86693"/>
                <a:gd name="connsiteY11" fmla="*/ 0 h 247646"/>
                <a:gd name="connsiteX12" fmla="*/ 86694 w 86693"/>
                <a:gd name="connsiteY12" fmla="*/ 7535 h 247646"/>
                <a:gd name="connsiteX13" fmla="*/ 86694 w 86693"/>
                <a:gd name="connsiteY13" fmla="*/ 239148 h 247646"/>
                <a:gd name="connsiteX14" fmla="*/ 79112 w 86693"/>
                <a:gd name="connsiteY14" fmla="*/ 246683 h 247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693" h="247646">
                  <a:moveTo>
                    <a:pt x="79112" y="246683"/>
                  </a:moveTo>
                  <a:cubicBezTo>
                    <a:pt x="74993" y="246684"/>
                    <a:pt x="71654" y="243366"/>
                    <a:pt x="71653" y="239273"/>
                  </a:cubicBezTo>
                  <a:cubicBezTo>
                    <a:pt x="71653" y="239231"/>
                    <a:pt x="71654" y="239190"/>
                    <a:pt x="71654" y="239148"/>
                  </a:cubicBezTo>
                  <a:lnTo>
                    <a:pt x="71654" y="15317"/>
                  </a:lnTo>
                  <a:lnTo>
                    <a:pt x="15101" y="15317"/>
                  </a:lnTo>
                  <a:lnTo>
                    <a:pt x="15101" y="239148"/>
                  </a:lnTo>
                  <a:cubicBezTo>
                    <a:pt x="15637" y="243276"/>
                    <a:pt x="12704" y="247053"/>
                    <a:pt x="8551" y="247584"/>
                  </a:cubicBezTo>
                  <a:cubicBezTo>
                    <a:pt x="4398" y="248116"/>
                    <a:pt x="597" y="245201"/>
                    <a:pt x="62" y="241074"/>
                  </a:cubicBezTo>
                  <a:cubicBezTo>
                    <a:pt x="-21" y="240434"/>
                    <a:pt x="-21" y="239787"/>
                    <a:pt x="62" y="239148"/>
                  </a:cubicBezTo>
                  <a:lnTo>
                    <a:pt x="62" y="7535"/>
                  </a:lnTo>
                  <a:cubicBezTo>
                    <a:pt x="62" y="3374"/>
                    <a:pt x="3457" y="0"/>
                    <a:pt x="7644" y="0"/>
                  </a:cubicBezTo>
                  <a:lnTo>
                    <a:pt x="79112" y="0"/>
                  </a:lnTo>
                  <a:cubicBezTo>
                    <a:pt x="83299" y="0"/>
                    <a:pt x="86694" y="3374"/>
                    <a:pt x="86694" y="7535"/>
                  </a:cubicBezTo>
                  <a:lnTo>
                    <a:pt x="86694" y="239148"/>
                  </a:lnTo>
                  <a:cubicBezTo>
                    <a:pt x="86694" y="243310"/>
                    <a:pt x="83299" y="246683"/>
                    <a:pt x="79112" y="2466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20CA1C0C-CE4B-854F-B50E-43947AC916BA}"/>
                </a:ext>
              </a:extLst>
            </p:cNvPr>
            <p:cNvSpPr/>
            <p:nvPr/>
          </p:nvSpPr>
          <p:spPr>
            <a:xfrm>
              <a:off x="7499162" y="2665505"/>
              <a:ext cx="86632" cy="276207"/>
            </a:xfrm>
            <a:custGeom>
              <a:avLst/>
              <a:gdLst>
                <a:gd name="connsiteX0" fmla="*/ 7459 w 86632"/>
                <a:gd name="connsiteY0" fmla="*/ 276206 h 276207"/>
                <a:gd name="connsiteX1" fmla="*/ 0 w 86632"/>
                <a:gd name="connsiteY1" fmla="*/ 268796 h 276207"/>
                <a:gd name="connsiteX2" fmla="*/ 1 w 86632"/>
                <a:gd name="connsiteY2" fmla="*/ 268671 h 276207"/>
                <a:gd name="connsiteX3" fmla="*/ 1 w 86632"/>
                <a:gd name="connsiteY3" fmla="*/ 7535 h 276207"/>
                <a:gd name="connsiteX4" fmla="*/ 7333 w 86632"/>
                <a:gd name="connsiteY4" fmla="*/ 1 h 276207"/>
                <a:gd name="connsiteX5" fmla="*/ 7459 w 86632"/>
                <a:gd name="connsiteY5" fmla="*/ 0 h 276207"/>
                <a:gd name="connsiteX6" fmla="*/ 79051 w 86632"/>
                <a:gd name="connsiteY6" fmla="*/ 0 h 276207"/>
                <a:gd name="connsiteX7" fmla="*/ 86633 w 86632"/>
                <a:gd name="connsiteY7" fmla="*/ 7535 h 276207"/>
                <a:gd name="connsiteX8" fmla="*/ 86633 w 86632"/>
                <a:gd name="connsiteY8" fmla="*/ 60528 h 276207"/>
                <a:gd name="connsiteX9" fmla="*/ 79051 w 86632"/>
                <a:gd name="connsiteY9" fmla="*/ 68063 h 276207"/>
                <a:gd name="connsiteX10" fmla="*/ 71469 w 86632"/>
                <a:gd name="connsiteY10" fmla="*/ 60528 h 276207"/>
                <a:gd name="connsiteX11" fmla="*/ 71469 w 86632"/>
                <a:gd name="connsiteY11" fmla="*/ 14947 h 276207"/>
                <a:gd name="connsiteX12" fmla="*/ 15165 w 86632"/>
                <a:gd name="connsiteY12" fmla="*/ 14947 h 276207"/>
                <a:gd name="connsiteX13" fmla="*/ 15165 w 86632"/>
                <a:gd name="connsiteY13" fmla="*/ 268671 h 276207"/>
                <a:gd name="connsiteX14" fmla="*/ 7584 w 86632"/>
                <a:gd name="connsiteY14" fmla="*/ 276207 h 276207"/>
                <a:gd name="connsiteX15" fmla="*/ 7459 w 86632"/>
                <a:gd name="connsiteY15" fmla="*/ 276206 h 27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32" h="276207">
                  <a:moveTo>
                    <a:pt x="7459" y="276206"/>
                  </a:moveTo>
                  <a:cubicBezTo>
                    <a:pt x="3340" y="276207"/>
                    <a:pt x="1" y="272889"/>
                    <a:pt x="0" y="268796"/>
                  </a:cubicBezTo>
                  <a:cubicBezTo>
                    <a:pt x="0" y="268754"/>
                    <a:pt x="0" y="268713"/>
                    <a:pt x="1" y="268671"/>
                  </a:cubicBezTo>
                  <a:lnTo>
                    <a:pt x="1" y="7535"/>
                  </a:lnTo>
                  <a:cubicBezTo>
                    <a:pt x="-68" y="3442"/>
                    <a:pt x="3215" y="69"/>
                    <a:pt x="7333" y="1"/>
                  </a:cubicBezTo>
                  <a:cubicBezTo>
                    <a:pt x="7375" y="0"/>
                    <a:pt x="7417" y="0"/>
                    <a:pt x="7459" y="0"/>
                  </a:cubicBezTo>
                  <a:lnTo>
                    <a:pt x="79051" y="0"/>
                  </a:lnTo>
                  <a:cubicBezTo>
                    <a:pt x="83238" y="0"/>
                    <a:pt x="86633" y="3374"/>
                    <a:pt x="86633" y="7535"/>
                  </a:cubicBezTo>
                  <a:lnTo>
                    <a:pt x="86633" y="60528"/>
                  </a:lnTo>
                  <a:cubicBezTo>
                    <a:pt x="86633" y="64690"/>
                    <a:pt x="83238" y="68063"/>
                    <a:pt x="79051" y="68063"/>
                  </a:cubicBezTo>
                  <a:cubicBezTo>
                    <a:pt x="74863" y="68063"/>
                    <a:pt x="71469" y="64690"/>
                    <a:pt x="71469" y="60528"/>
                  </a:cubicBezTo>
                  <a:lnTo>
                    <a:pt x="71469" y="14947"/>
                  </a:lnTo>
                  <a:lnTo>
                    <a:pt x="15165" y="14947"/>
                  </a:lnTo>
                  <a:lnTo>
                    <a:pt x="15165" y="268671"/>
                  </a:lnTo>
                  <a:cubicBezTo>
                    <a:pt x="15165" y="272833"/>
                    <a:pt x="11771" y="276207"/>
                    <a:pt x="7584" y="276207"/>
                  </a:cubicBezTo>
                  <a:cubicBezTo>
                    <a:pt x="7542" y="276207"/>
                    <a:pt x="7500" y="276207"/>
                    <a:pt x="7459" y="276206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DC48442-6108-4B41-BD54-10FCBD015D3D}"/>
                </a:ext>
              </a:extLst>
            </p:cNvPr>
            <p:cNvSpPr/>
            <p:nvPr/>
          </p:nvSpPr>
          <p:spPr>
            <a:xfrm>
              <a:off x="7570631" y="2854130"/>
              <a:ext cx="15163" cy="37428"/>
            </a:xfrm>
            <a:custGeom>
              <a:avLst/>
              <a:gdLst>
                <a:gd name="connsiteX0" fmla="*/ 7582 w 15163"/>
                <a:gd name="connsiteY0" fmla="*/ 37429 h 37428"/>
                <a:gd name="connsiteX1" fmla="*/ 0 w 15163"/>
                <a:gd name="connsiteY1" fmla="*/ 30017 h 37428"/>
                <a:gd name="connsiteX2" fmla="*/ 0 w 15163"/>
                <a:gd name="connsiteY2" fmla="*/ 7535 h 37428"/>
                <a:gd name="connsiteX3" fmla="*/ 7582 w 15163"/>
                <a:gd name="connsiteY3" fmla="*/ 0 h 37428"/>
                <a:gd name="connsiteX4" fmla="*/ 15164 w 15163"/>
                <a:gd name="connsiteY4" fmla="*/ 7535 h 37428"/>
                <a:gd name="connsiteX5" fmla="*/ 15164 w 15163"/>
                <a:gd name="connsiteY5" fmla="*/ 30017 h 37428"/>
                <a:gd name="connsiteX6" fmla="*/ 7582 w 15163"/>
                <a:gd name="connsiteY6" fmla="*/ 37429 h 3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37428">
                  <a:moveTo>
                    <a:pt x="7582" y="37429"/>
                  </a:moveTo>
                  <a:cubicBezTo>
                    <a:pt x="3443" y="37429"/>
                    <a:pt x="68" y="34130"/>
                    <a:pt x="0" y="30017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30017"/>
                  </a:lnTo>
                  <a:cubicBezTo>
                    <a:pt x="15096" y="34130"/>
                    <a:pt x="11721" y="37429"/>
                    <a:pt x="7582" y="3742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DB7578C9-C166-E940-B6F4-493958BAE742}"/>
                </a:ext>
              </a:extLst>
            </p:cNvPr>
            <p:cNvSpPr/>
            <p:nvPr/>
          </p:nvSpPr>
          <p:spPr>
            <a:xfrm>
              <a:off x="7570631" y="2778655"/>
              <a:ext cx="15163" cy="52745"/>
            </a:xfrm>
            <a:custGeom>
              <a:avLst/>
              <a:gdLst>
                <a:gd name="connsiteX0" fmla="*/ 7582 w 15163"/>
                <a:gd name="connsiteY0" fmla="*/ 52746 h 52745"/>
                <a:gd name="connsiteX1" fmla="*/ 0 w 15163"/>
                <a:gd name="connsiteY1" fmla="*/ 45211 h 52745"/>
                <a:gd name="connsiteX2" fmla="*/ 0 w 15163"/>
                <a:gd name="connsiteY2" fmla="*/ 7535 h 52745"/>
                <a:gd name="connsiteX3" fmla="*/ 7582 w 15163"/>
                <a:gd name="connsiteY3" fmla="*/ 0 h 52745"/>
                <a:gd name="connsiteX4" fmla="*/ 15164 w 15163"/>
                <a:gd name="connsiteY4" fmla="*/ 7535 h 52745"/>
                <a:gd name="connsiteX5" fmla="*/ 15164 w 15163"/>
                <a:gd name="connsiteY5" fmla="*/ 45211 h 52745"/>
                <a:gd name="connsiteX6" fmla="*/ 7582 w 15163"/>
                <a:gd name="connsiteY6" fmla="*/ 52746 h 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52745">
                  <a:moveTo>
                    <a:pt x="7582" y="52746"/>
                  </a:moveTo>
                  <a:cubicBezTo>
                    <a:pt x="3395" y="52746"/>
                    <a:pt x="0" y="49372"/>
                    <a:pt x="0" y="45211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45211"/>
                  </a:lnTo>
                  <a:cubicBezTo>
                    <a:pt x="15164" y="49372"/>
                    <a:pt x="11769" y="52746"/>
                    <a:pt x="7582" y="52746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6857EC7C-9DAC-7743-B36E-CE769B8F396A}"/>
                </a:ext>
              </a:extLst>
            </p:cNvPr>
            <p:cNvSpPr/>
            <p:nvPr/>
          </p:nvSpPr>
          <p:spPr>
            <a:xfrm>
              <a:off x="7570631" y="2718498"/>
              <a:ext cx="15163" cy="37428"/>
            </a:xfrm>
            <a:custGeom>
              <a:avLst/>
              <a:gdLst>
                <a:gd name="connsiteX0" fmla="*/ 7582 w 15163"/>
                <a:gd name="connsiteY0" fmla="*/ 37429 h 37428"/>
                <a:gd name="connsiteX1" fmla="*/ 0 w 15163"/>
                <a:gd name="connsiteY1" fmla="*/ 29894 h 37428"/>
                <a:gd name="connsiteX2" fmla="*/ 0 w 15163"/>
                <a:gd name="connsiteY2" fmla="*/ 7535 h 37428"/>
                <a:gd name="connsiteX3" fmla="*/ 7582 w 15163"/>
                <a:gd name="connsiteY3" fmla="*/ 0 h 37428"/>
                <a:gd name="connsiteX4" fmla="*/ 15164 w 15163"/>
                <a:gd name="connsiteY4" fmla="*/ 7535 h 37428"/>
                <a:gd name="connsiteX5" fmla="*/ 15164 w 15163"/>
                <a:gd name="connsiteY5" fmla="*/ 29894 h 37428"/>
                <a:gd name="connsiteX6" fmla="*/ 7582 w 15163"/>
                <a:gd name="connsiteY6" fmla="*/ 37429 h 3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37428">
                  <a:moveTo>
                    <a:pt x="7582" y="37429"/>
                  </a:moveTo>
                  <a:cubicBezTo>
                    <a:pt x="3395" y="37429"/>
                    <a:pt x="0" y="34055"/>
                    <a:pt x="0" y="29894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29894"/>
                  </a:lnTo>
                  <a:cubicBezTo>
                    <a:pt x="15164" y="34055"/>
                    <a:pt x="11769" y="37429"/>
                    <a:pt x="7582" y="3742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707C13BE-25D3-A245-8EBE-1D4B1A0E1B9E}"/>
                </a:ext>
              </a:extLst>
            </p:cNvPr>
            <p:cNvSpPr/>
            <p:nvPr/>
          </p:nvSpPr>
          <p:spPr>
            <a:xfrm>
              <a:off x="7570631" y="2876612"/>
              <a:ext cx="15163" cy="65098"/>
            </a:xfrm>
            <a:custGeom>
              <a:avLst/>
              <a:gdLst>
                <a:gd name="connsiteX0" fmla="*/ 7582 w 15163"/>
                <a:gd name="connsiteY0" fmla="*/ 65099 h 65098"/>
                <a:gd name="connsiteX1" fmla="*/ 0 w 15163"/>
                <a:gd name="connsiteY1" fmla="*/ 57564 h 65098"/>
                <a:gd name="connsiteX2" fmla="*/ 0 w 15163"/>
                <a:gd name="connsiteY2" fmla="*/ 7535 h 65098"/>
                <a:gd name="connsiteX3" fmla="*/ 7582 w 15163"/>
                <a:gd name="connsiteY3" fmla="*/ 0 h 65098"/>
                <a:gd name="connsiteX4" fmla="*/ 15164 w 15163"/>
                <a:gd name="connsiteY4" fmla="*/ 7535 h 65098"/>
                <a:gd name="connsiteX5" fmla="*/ 15164 w 15163"/>
                <a:gd name="connsiteY5" fmla="*/ 57564 h 65098"/>
                <a:gd name="connsiteX6" fmla="*/ 7582 w 15163"/>
                <a:gd name="connsiteY6" fmla="*/ 65099 h 6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65098">
                  <a:moveTo>
                    <a:pt x="7582" y="65099"/>
                  </a:moveTo>
                  <a:cubicBezTo>
                    <a:pt x="3395" y="65099"/>
                    <a:pt x="0" y="61725"/>
                    <a:pt x="0" y="57564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57564"/>
                  </a:lnTo>
                  <a:cubicBezTo>
                    <a:pt x="15164" y="61725"/>
                    <a:pt x="11769" y="65099"/>
                    <a:pt x="7582" y="6509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3" name="Graphic 58">
            <a:extLst>
              <a:ext uri="{FF2B5EF4-FFF2-40B4-BE49-F238E27FC236}">
                <a16:creationId xmlns:a16="http://schemas.microsoft.com/office/drawing/2014/main" id="{7DF26177-5D57-2846-A343-5AC8154C6FB0}"/>
              </a:ext>
            </a:extLst>
          </p:cNvPr>
          <p:cNvGrpSpPr/>
          <p:nvPr/>
        </p:nvGrpSpPr>
        <p:grpSpPr>
          <a:xfrm>
            <a:off x="4783377" y="5051945"/>
            <a:ext cx="453441" cy="344530"/>
            <a:chOff x="7185730" y="2656795"/>
            <a:chExt cx="453441" cy="344530"/>
          </a:xfrm>
          <a:solidFill>
            <a:srgbClr val="3B4550"/>
          </a:solidFill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16B6AE72-5BAF-0D42-A02E-150EBF8F44E0}"/>
                </a:ext>
              </a:extLst>
            </p:cNvPr>
            <p:cNvSpPr/>
            <p:nvPr/>
          </p:nvSpPr>
          <p:spPr>
            <a:xfrm>
              <a:off x="7199705" y="2672454"/>
              <a:ext cx="114533" cy="328809"/>
            </a:xfrm>
            <a:custGeom>
              <a:avLst/>
              <a:gdLst>
                <a:gd name="connsiteX0" fmla="*/ 107131 w 114533"/>
                <a:gd name="connsiteY0" fmla="*/ 328808 h 328809"/>
                <a:gd name="connsiteX1" fmla="*/ 7587 w 114533"/>
                <a:gd name="connsiteY1" fmla="*/ 328808 h 328809"/>
                <a:gd name="connsiteX2" fmla="*/ 64 w 114533"/>
                <a:gd name="connsiteY2" fmla="*/ 321422 h 328809"/>
                <a:gd name="connsiteX3" fmla="*/ 63 w 114533"/>
                <a:gd name="connsiteY3" fmla="*/ 321296 h 328809"/>
                <a:gd name="connsiteX4" fmla="*/ 63 w 114533"/>
                <a:gd name="connsiteY4" fmla="*/ 226009 h 328809"/>
                <a:gd name="connsiteX5" fmla="*/ 6564 w 114533"/>
                <a:gd name="connsiteY5" fmla="*/ 217457 h 328809"/>
                <a:gd name="connsiteX6" fmla="*/ 14988 w 114533"/>
                <a:gd name="connsiteY6" fmla="*/ 224057 h 328809"/>
                <a:gd name="connsiteX7" fmla="*/ 14988 w 114533"/>
                <a:gd name="connsiteY7" fmla="*/ 226009 h 328809"/>
                <a:gd name="connsiteX8" fmla="*/ 14988 w 114533"/>
                <a:gd name="connsiteY8" fmla="*/ 313658 h 328809"/>
                <a:gd name="connsiteX9" fmla="*/ 99607 w 114533"/>
                <a:gd name="connsiteY9" fmla="*/ 313658 h 328809"/>
                <a:gd name="connsiteX10" fmla="*/ 99607 w 114533"/>
                <a:gd name="connsiteY10" fmla="*/ 15276 h 328809"/>
                <a:gd name="connsiteX11" fmla="*/ 14988 w 114533"/>
                <a:gd name="connsiteY11" fmla="*/ 15276 h 328809"/>
                <a:gd name="connsiteX12" fmla="*/ 14988 w 114533"/>
                <a:gd name="connsiteY12" fmla="*/ 79385 h 328809"/>
                <a:gd name="connsiteX13" fmla="*/ 6564 w 114533"/>
                <a:gd name="connsiteY13" fmla="*/ 85984 h 328809"/>
                <a:gd name="connsiteX14" fmla="*/ 63 w 114533"/>
                <a:gd name="connsiteY14" fmla="*/ 79385 h 328809"/>
                <a:gd name="connsiteX15" fmla="*/ 63 w 114533"/>
                <a:gd name="connsiteY15" fmla="*/ 7638 h 328809"/>
                <a:gd name="connsiteX16" fmla="*/ 7587 w 114533"/>
                <a:gd name="connsiteY16" fmla="*/ 0 h 328809"/>
                <a:gd name="connsiteX17" fmla="*/ 107131 w 114533"/>
                <a:gd name="connsiteY17" fmla="*/ 0 h 328809"/>
                <a:gd name="connsiteX18" fmla="*/ 114534 w 114533"/>
                <a:gd name="connsiteY18" fmla="*/ 7512 h 328809"/>
                <a:gd name="connsiteX19" fmla="*/ 114533 w 114533"/>
                <a:gd name="connsiteY19" fmla="*/ 7638 h 328809"/>
                <a:gd name="connsiteX20" fmla="*/ 114533 w 114533"/>
                <a:gd name="connsiteY20" fmla="*/ 321296 h 328809"/>
                <a:gd name="connsiteX21" fmla="*/ 107131 w 114533"/>
                <a:gd name="connsiteY21" fmla="*/ 328808 h 328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4533" h="328809">
                  <a:moveTo>
                    <a:pt x="107131" y="328808"/>
                  </a:moveTo>
                  <a:lnTo>
                    <a:pt x="7587" y="328808"/>
                  </a:lnTo>
                  <a:cubicBezTo>
                    <a:pt x="3500" y="328877"/>
                    <a:pt x="132" y="325570"/>
                    <a:pt x="64" y="321422"/>
                  </a:cubicBezTo>
                  <a:cubicBezTo>
                    <a:pt x="63" y="321380"/>
                    <a:pt x="62" y="321338"/>
                    <a:pt x="63" y="321296"/>
                  </a:cubicBezTo>
                  <a:lnTo>
                    <a:pt x="63" y="226009"/>
                  </a:lnTo>
                  <a:cubicBezTo>
                    <a:pt x="-468" y="221825"/>
                    <a:pt x="2442" y="217996"/>
                    <a:pt x="6564" y="217457"/>
                  </a:cubicBezTo>
                  <a:cubicBezTo>
                    <a:pt x="10685" y="216918"/>
                    <a:pt x="14457" y="219873"/>
                    <a:pt x="14988" y="224057"/>
                  </a:cubicBezTo>
                  <a:cubicBezTo>
                    <a:pt x="15070" y="224705"/>
                    <a:pt x="15070" y="225361"/>
                    <a:pt x="14988" y="226009"/>
                  </a:cubicBezTo>
                  <a:lnTo>
                    <a:pt x="14988" y="313658"/>
                  </a:lnTo>
                  <a:lnTo>
                    <a:pt x="99607" y="313658"/>
                  </a:lnTo>
                  <a:lnTo>
                    <a:pt x="99607" y="15276"/>
                  </a:lnTo>
                  <a:lnTo>
                    <a:pt x="14988" y="15276"/>
                  </a:lnTo>
                  <a:lnTo>
                    <a:pt x="14988" y="79385"/>
                  </a:lnTo>
                  <a:cubicBezTo>
                    <a:pt x="14457" y="83569"/>
                    <a:pt x="10685" y="86523"/>
                    <a:pt x="6564" y="85984"/>
                  </a:cubicBezTo>
                  <a:cubicBezTo>
                    <a:pt x="3171" y="85540"/>
                    <a:pt x="500" y="82829"/>
                    <a:pt x="63" y="79385"/>
                  </a:cubicBezTo>
                  <a:lnTo>
                    <a:pt x="63" y="7638"/>
                  </a:lnTo>
                  <a:cubicBezTo>
                    <a:pt x="63" y="3420"/>
                    <a:pt x="3431" y="0"/>
                    <a:pt x="7587" y="0"/>
                  </a:cubicBezTo>
                  <a:lnTo>
                    <a:pt x="107131" y="0"/>
                  </a:lnTo>
                  <a:cubicBezTo>
                    <a:pt x="111219" y="-1"/>
                    <a:pt x="114533" y="3363"/>
                    <a:pt x="114534" y="7512"/>
                  </a:cubicBezTo>
                  <a:cubicBezTo>
                    <a:pt x="114534" y="7554"/>
                    <a:pt x="114533" y="7596"/>
                    <a:pt x="114533" y="7638"/>
                  </a:cubicBezTo>
                  <a:lnTo>
                    <a:pt x="114533" y="321296"/>
                  </a:lnTo>
                  <a:cubicBezTo>
                    <a:pt x="114533" y="325445"/>
                    <a:pt x="111219" y="328808"/>
                    <a:pt x="107131" y="32880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075F5752-98ED-9A4C-9F2C-416D37353FB7}"/>
                </a:ext>
              </a:extLst>
            </p:cNvPr>
            <p:cNvSpPr/>
            <p:nvPr/>
          </p:nvSpPr>
          <p:spPr>
            <a:xfrm>
              <a:off x="7199768" y="2869011"/>
              <a:ext cx="14925" cy="37089"/>
            </a:xfrm>
            <a:custGeom>
              <a:avLst/>
              <a:gdLst>
                <a:gd name="connsiteX0" fmla="*/ 7524 w 14925"/>
                <a:gd name="connsiteY0" fmla="*/ 37090 h 37089"/>
                <a:gd name="connsiteX1" fmla="*/ 0 w 14925"/>
                <a:gd name="connsiteY1" fmla="*/ 29452 h 37089"/>
                <a:gd name="connsiteX2" fmla="*/ 0 w 14925"/>
                <a:gd name="connsiteY2" fmla="*/ 6663 h 37089"/>
                <a:gd name="connsiteX3" fmla="*/ 8424 w 14925"/>
                <a:gd name="connsiteY3" fmla="*/ 63 h 37089"/>
                <a:gd name="connsiteX4" fmla="*/ 14926 w 14925"/>
                <a:gd name="connsiteY4" fmla="*/ 6663 h 37089"/>
                <a:gd name="connsiteX5" fmla="*/ 14926 w 14925"/>
                <a:gd name="connsiteY5" fmla="*/ 29452 h 37089"/>
                <a:gd name="connsiteX6" fmla="*/ 7524 w 14925"/>
                <a:gd name="connsiteY6" fmla="*/ 37090 h 3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25" h="37089">
                  <a:moveTo>
                    <a:pt x="7524" y="37090"/>
                  </a:moveTo>
                  <a:cubicBezTo>
                    <a:pt x="3369" y="37090"/>
                    <a:pt x="0" y="33670"/>
                    <a:pt x="0" y="29452"/>
                  </a:cubicBezTo>
                  <a:lnTo>
                    <a:pt x="0" y="6663"/>
                  </a:lnTo>
                  <a:cubicBezTo>
                    <a:pt x="531" y="2479"/>
                    <a:pt x="4303" y="-476"/>
                    <a:pt x="8424" y="63"/>
                  </a:cubicBezTo>
                  <a:cubicBezTo>
                    <a:pt x="11817" y="507"/>
                    <a:pt x="14488" y="3219"/>
                    <a:pt x="14926" y="6663"/>
                  </a:cubicBezTo>
                  <a:lnTo>
                    <a:pt x="14926" y="29452"/>
                  </a:lnTo>
                  <a:cubicBezTo>
                    <a:pt x="14926" y="33622"/>
                    <a:pt x="11632" y="37021"/>
                    <a:pt x="7524" y="3709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AC490F1-8542-E24B-B755-9F741CD8A789}"/>
                </a:ext>
              </a:extLst>
            </p:cNvPr>
            <p:cNvSpPr/>
            <p:nvPr/>
          </p:nvSpPr>
          <p:spPr>
            <a:xfrm>
              <a:off x="7199705" y="2799695"/>
              <a:ext cx="15049" cy="49934"/>
            </a:xfrm>
            <a:custGeom>
              <a:avLst/>
              <a:gdLst>
                <a:gd name="connsiteX0" fmla="*/ 7587 w 15049"/>
                <a:gd name="connsiteY0" fmla="*/ 49935 h 49934"/>
                <a:gd name="connsiteX1" fmla="*/ 63 w 15049"/>
                <a:gd name="connsiteY1" fmla="*/ 42297 h 49934"/>
                <a:gd name="connsiteX2" fmla="*/ 63 w 15049"/>
                <a:gd name="connsiteY2" fmla="*/ 8615 h 49934"/>
                <a:gd name="connsiteX3" fmla="*/ 6564 w 15049"/>
                <a:gd name="connsiteY3" fmla="*/ 63 h 49934"/>
                <a:gd name="connsiteX4" fmla="*/ 14988 w 15049"/>
                <a:gd name="connsiteY4" fmla="*/ 6663 h 49934"/>
                <a:gd name="connsiteX5" fmla="*/ 14988 w 15049"/>
                <a:gd name="connsiteY5" fmla="*/ 8615 h 49934"/>
                <a:gd name="connsiteX6" fmla="*/ 14988 w 15049"/>
                <a:gd name="connsiteY6" fmla="*/ 42297 h 49934"/>
                <a:gd name="connsiteX7" fmla="*/ 7587 w 15049"/>
                <a:gd name="connsiteY7" fmla="*/ 49935 h 4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9" h="49934">
                  <a:moveTo>
                    <a:pt x="7587" y="49935"/>
                  </a:moveTo>
                  <a:cubicBezTo>
                    <a:pt x="3431" y="49935"/>
                    <a:pt x="63" y="46515"/>
                    <a:pt x="63" y="42297"/>
                  </a:cubicBezTo>
                  <a:lnTo>
                    <a:pt x="63" y="8615"/>
                  </a:lnTo>
                  <a:cubicBezTo>
                    <a:pt x="-468" y="4431"/>
                    <a:pt x="2442" y="602"/>
                    <a:pt x="6564" y="63"/>
                  </a:cubicBezTo>
                  <a:cubicBezTo>
                    <a:pt x="10685" y="-476"/>
                    <a:pt x="14457" y="2479"/>
                    <a:pt x="14988" y="6663"/>
                  </a:cubicBezTo>
                  <a:cubicBezTo>
                    <a:pt x="15070" y="7311"/>
                    <a:pt x="15070" y="7967"/>
                    <a:pt x="14988" y="8615"/>
                  </a:cubicBezTo>
                  <a:lnTo>
                    <a:pt x="14988" y="42297"/>
                  </a:lnTo>
                  <a:cubicBezTo>
                    <a:pt x="14989" y="46467"/>
                    <a:pt x="11694" y="49867"/>
                    <a:pt x="7587" y="4993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293F7D4-1B44-664D-8C69-8BD9FAE51F66}"/>
                </a:ext>
              </a:extLst>
            </p:cNvPr>
            <p:cNvSpPr/>
            <p:nvPr/>
          </p:nvSpPr>
          <p:spPr>
            <a:xfrm>
              <a:off x="7199705" y="2743224"/>
              <a:ext cx="15049" cy="39041"/>
            </a:xfrm>
            <a:custGeom>
              <a:avLst/>
              <a:gdLst>
                <a:gd name="connsiteX0" fmla="*/ 7587 w 15049"/>
                <a:gd name="connsiteY0" fmla="*/ 39041 h 39041"/>
                <a:gd name="connsiteX1" fmla="*/ 63 w 15049"/>
                <a:gd name="connsiteY1" fmla="*/ 31403 h 39041"/>
                <a:gd name="connsiteX2" fmla="*/ 63 w 15049"/>
                <a:gd name="connsiteY2" fmla="*/ 8615 h 39041"/>
                <a:gd name="connsiteX3" fmla="*/ 6564 w 15049"/>
                <a:gd name="connsiteY3" fmla="*/ 63 h 39041"/>
                <a:gd name="connsiteX4" fmla="*/ 14988 w 15049"/>
                <a:gd name="connsiteY4" fmla="*/ 6663 h 39041"/>
                <a:gd name="connsiteX5" fmla="*/ 14988 w 15049"/>
                <a:gd name="connsiteY5" fmla="*/ 8615 h 39041"/>
                <a:gd name="connsiteX6" fmla="*/ 14988 w 15049"/>
                <a:gd name="connsiteY6" fmla="*/ 31278 h 39041"/>
                <a:gd name="connsiteX7" fmla="*/ 7838 w 15049"/>
                <a:gd name="connsiteY7" fmla="*/ 39037 h 39041"/>
                <a:gd name="connsiteX8" fmla="*/ 7587 w 15049"/>
                <a:gd name="connsiteY8" fmla="*/ 39041 h 3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49" h="39041">
                  <a:moveTo>
                    <a:pt x="7587" y="39041"/>
                  </a:moveTo>
                  <a:cubicBezTo>
                    <a:pt x="3431" y="39041"/>
                    <a:pt x="63" y="35622"/>
                    <a:pt x="63" y="31403"/>
                  </a:cubicBezTo>
                  <a:lnTo>
                    <a:pt x="63" y="8615"/>
                  </a:lnTo>
                  <a:cubicBezTo>
                    <a:pt x="-468" y="4431"/>
                    <a:pt x="2442" y="602"/>
                    <a:pt x="6564" y="63"/>
                  </a:cubicBezTo>
                  <a:cubicBezTo>
                    <a:pt x="10685" y="-476"/>
                    <a:pt x="14457" y="2479"/>
                    <a:pt x="14988" y="6663"/>
                  </a:cubicBezTo>
                  <a:cubicBezTo>
                    <a:pt x="15070" y="7311"/>
                    <a:pt x="15070" y="7967"/>
                    <a:pt x="14988" y="8615"/>
                  </a:cubicBezTo>
                  <a:lnTo>
                    <a:pt x="14988" y="31278"/>
                  </a:lnTo>
                  <a:cubicBezTo>
                    <a:pt x="15124" y="35425"/>
                    <a:pt x="11923" y="38899"/>
                    <a:pt x="7838" y="39037"/>
                  </a:cubicBezTo>
                  <a:cubicBezTo>
                    <a:pt x="7754" y="39040"/>
                    <a:pt x="7671" y="39041"/>
                    <a:pt x="7587" y="3904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CD75139-F041-234D-9FC5-085052671049}"/>
                </a:ext>
              </a:extLst>
            </p:cNvPr>
            <p:cNvSpPr/>
            <p:nvPr/>
          </p:nvSpPr>
          <p:spPr>
            <a:xfrm>
              <a:off x="7222341" y="2701503"/>
              <a:ext cx="69323" cy="70369"/>
            </a:xfrm>
            <a:custGeom>
              <a:avLst/>
              <a:gdLst>
                <a:gd name="connsiteX0" fmla="*/ 34662 w 69323"/>
                <a:gd name="connsiteY0" fmla="*/ 70369 h 70369"/>
                <a:gd name="connsiteX1" fmla="*/ 0 w 69323"/>
                <a:gd name="connsiteY1" fmla="*/ 35185 h 70369"/>
                <a:gd name="connsiteX2" fmla="*/ 34662 w 69323"/>
                <a:gd name="connsiteY2" fmla="*/ 0 h 70369"/>
                <a:gd name="connsiteX3" fmla="*/ 69323 w 69323"/>
                <a:gd name="connsiteY3" fmla="*/ 35185 h 70369"/>
                <a:gd name="connsiteX4" fmla="*/ 34662 w 69323"/>
                <a:gd name="connsiteY4" fmla="*/ 70369 h 70369"/>
                <a:gd name="connsiteX5" fmla="*/ 34662 w 69323"/>
                <a:gd name="connsiteY5" fmla="*/ 15151 h 70369"/>
                <a:gd name="connsiteX6" fmla="*/ 14926 w 69323"/>
                <a:gd name="connsiteY6" fmla="*/ 35185 h 70369"/>
                <a:gd name="connsiteX7" fmla="*/ 34662 w 69323"/>
                <a:gd name="connsiteY7" fmla="*/ 55219 h 70369"/>
                <a:gd name="connsiteX8" fmla="*/ 54398 w 69323"/>
                <a:gd name="connsiteY8" fmla="*/ 35185 h 70369"/>
                <a:gd name="connsiteX9" fmla="*/ 34662 w 69323"/>
                <a:gd name="connsiteY9" fmla="*/ 15151 h 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323" h="70369">
                  <a:moveTo>
                    <a:pt x="34662" y="70369"/>
                  </a:moveTo>
                  <a:cubicBezTo>
                    <a:pt x="15519" y="70369"/>
                    <a:pt x="0" y="54617"/>
                    <a:pt x="0" y="35185"/>
                  </a:cubicBezTo>
                  <a:cubicBezTo>
                    <a:pt x="0" y="15753"/>
                    <a:pt x="15519" y="0"/>
                    <a:pt x="34662" y="0"/>
                  </a:cubicBezTo>
                  <a:cubicBezTo>
                    <a:pt x="53805" y="0"/>
                    <a:pt x="69323" y="15753"/>
                    <a:pt x="69323" y="35185"/>
                  </a:cubicBezTo>
                  <a:cubicBezTo>
                    <a:pt x="69323" y="54617"/>
                    <a:pt x="53805" y="70369"/>
                    <a:pt x="34662" y="70369"/>
                  </a:cubicBezTo>
                  <a:close/>
                  <a:moveTo>
                    <a:pt x="34662" y="15151"/>
                  </a:moveTo>
                  <a:cubicBezTo>
                    <a:pt x="23762" y="15151"/>
                    <a:pt x="14926" y="24120"/>
                    <a:pt x="14926" y="35185"/>
                  </a:cubicBezTo>
                  <a:cubicBezTo>
                    <a:pt x="14926" y="46249"/>
                    <a:pt x="23762" y="55219"/>
                    <a:pt x="34662" y="55219"/>
                  </a:cubicBezTo>
                  <a:cubicBezTo>
                    <a:pt x="45562" y="55219"/>
                    <a:pt x="54398" y="46249"/>
                    <a:pt x="54398" y="35185"/>
                  </a:cubicBezTo>
                  <a:cubicBezTo>
                    <a:pt x="54398" y="24120"/>
                    <a:pt x="45562" y="15151"/>
                    <a:pt x="34662" y="1515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5C5E7BD-6BF5-7D48-BCF6-A9C5C75500EE}"/>
                </a:ext>
              </a:extLst>
            </p:cNvPr>
            <p:cNvSpPr/>
            <p:nvPr/>
          </p:nvSpPr>
          <p:spPr>
            <a:xfrm>
              <a:off x="7222710" y="2789653"/>
              <a:ext cx="68707" cy="15275"/>
            </a:xfrm>
            <a:custGeom>
              <a:avLst/>
              <a:gdLst>
                <a:gd name="connsiteX0" fmla="*/ 61183 w 68707"/>
                <a:gd name="connsiteY0" fmla="*/ 15276 h 15275"/>
                <a:gd name="connsiteX1" fmla="*/ 7402 w 68707"/>
                <a:gd name="connsiteY1" fmla="*/ 15276 h 15275"/>
                <a:gd name="connsiteX2" fmla="*/ 0 w 68707"/>
                <a:gd name="connsiteY2" fmla="*/ 7764 h 15275"/>
                <a:gd name="connsiteX3" fmla="*/ 1 w 68707"/>
                <a:gd name="connsiteY3" fmla="*/ 7638 h 15275"/>
                <a:gd name="connsiteX4" fmla="*/ 7402 w 68707"/>
                <a:gd name="connsiteY4" fmla="*/ 0 h 15275"/>
                <a:gd name="connsiteX5" fmla="*/ 61183 w 68707"/>
                <a:gd name="connsiteY5" fmla="*/ 0 h 15275"/>
                <a:gd name="connsiteX6" fmla="*/ 68708 w 68707"/>
                <a:gd name="connsiteY6" fmla="*/ 7638 h 15275"/>
                <a:gd name="connsiteX7" fmla="*/ 61183 w 68707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707" h="15275">
                  <a:moveTo>
                    <a:pt x="61183" y="15276"/>
                  </a:moveTo>
                  <a:lnTo>
                    <a:pt x="7402" y="15276"/>
                  </a:lnTo>
                  <a:cubicBezTo>
                    <a:pt x="3315" y="15277"/>
                    <a:pt x="1" y="11913"/>
                    <a:pt x="0" y="7764"/>
                  </a:cubicBezTo>
                  <a:cubicBezTo>
                    <a:pt x="0" y="7722"/>
                    <a:pt x="0" y="7680"/>
                    <a:pt x="1" y="7638"/>
                  </a:cubicBezTo>
                  <a:cubicBezTo>
                    <a:pt x="0" y="3468"/>
                    <a:pt x="3295" y="68"/>
                    <a:pt x="7402" y="0"/>
                  </a:cubicBezTo>
                  <a:lnTo>
                    <a:pt x="61183" y="0"/>
                  </a:lnTo>
                  <a:cubicBezTo>
                    <a:pt x="65339" y="0"/>
                    <a:pt x="68708" y="3420"/>
                    <a:pt x="68708" y="7638"/>
                  </a:cubicBezTo>
                  <a:cubicBezTo>
                    <a:pt x="68708" y="11856"/>
                    <a:pt x="65339" y="15276"/>
                    <a:pt x="61183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9580E999-C8B7-774C-BA16-81D5837D752B}"/>
                </a:ext>
              </a:extLst>
            </p:cNvPr>
            <p:cNvSpPr/>
            <p:nvPr/>
          </p:nvSpPr>
          <p:spPr>
            <a:xfrm>
              <a:off x="7223548" y="2817136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662497D2-8A1F-7D44-9BDE-FBCAD3ECF010}"/>
                </a:ext>
              </a:extLst>
            </p:cNvPr>
            <p:cNvSpPr/>
            <p:nvPr/>
          </p:nvSpPr>
          <p:spPr>
            <a:xfrm>
              <a:off x="7223548" y="2845058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ED78D8FD-F003-6749-80BC-387E9F057BA1}"/>
                </a:ext>
              </a:extLst>
            </p:cNvPr>
            <p:cNvSpPr/>
            <p:nvPr/>
          </p:nvSpPr>
          <p:spPr>
            <a:xfrm>
              <a:off x="7223548" y="2872730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3083A13B-120B-304F-A441-84FCC3868123}"/>
                </a:ext>
              </a:extLst>
            </p:cNvPr>
            <p:cNvSpPr/>
            <p:nvPr/>
          </p:nvSpPr>
          <p:spPr>
            <a:xfrm>
              <a:off x="7199768" y="2939783"/>
              <a:ext cx="114471" cy="15275"/>
            </a:xfrm>
            <a:custGeom>
              <a:avLst/>
              <a:gdLst>
                <a:gd name="connsiteX0" fmla="*/ 107069 w 114471"/>
                <a:gd name="connsiteY0" fmla="*/ 15276 h 15275"/>
                <a:gd name="connsiteX1" fmla="*/ 7524 w 114471"/>
                <a:gd name="connsiteY1" fmla="*/ 15276 h 15275"/>
                <a:gd name="connsiteX2" fmla="*/ 0 w 114471"/>
                <a:gd name="connsiteY2" fmla="*/ 7638 h 15275"/>
                <a:gd name="connsiteX3" fmla="*/ 7524 w 114471"/>
                <a:gd name="connsiteY3" fmla="*/ 0 h 15275"/>
                <a:gd name="connsiteX4" fmla="*/ 107069 w 114471"/>
                <a:gd name="connsiteY4" fmla="*/ 0 h 15275"/>
                <a:gd name="connsiteX5" fmla="*/ 114470 w 114471"/>
                <a:gd name="connsiteY5" fmla="*/ 7638 h 15275"/>
                <a:gd name="connsiteX6" fmla="*/ 107193 w 114471"/>
                <a:gd name="connsiteY6" fmla="*/ 15275 h 15275"/>
                <a:gd name="connsiteX7" fmla="*/ 107069 w 114471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471" h="15275">
                  <a:moveTo>
                    <a:pt x="107069" y="15276"/>
                  </a:moveTo>
                  <a:lnTo>
                    <a:pt x="7524" y="15276"/>
                  </a:lnTo>
                  <a:cubicBezTo>
                    <a:pt x="3369" y="15276"/>
                    <a:pt x="0" y="11856"/>
                    <a:pt x="0" y="7638"/>
                  </a:cubicBezTo>
                  <a:cubicBezTo>
                    <a:pt x="0" y="3420"/>
                    <a:pt x="3369" y="0"/>
                    <a:pt x="7524" y="0"/>
                  </a:cubicBezTo>
                  <a:lnTo>
                    <a:pt x="107069" y="0"/>
                  </a:lnTo>
                  <a:cubicBezTo>
                    <a:pt x="111176" y="68"/>
                    <a:pt x="114471" y="3468"/>
                    <a:pt x="114470" y="7638"/>
                  </a:cubicBezTo>
                  <a:cubicBezTo>
                    <a:pt x="114538" y="11787"/>
                    <a:pt x="111280" y="15206"/>
                    <a:pt x="107193" y="15275"/>
                  </a:cubicBezTo>
                  <a:cubicBezTo>
                    <a:pt x="107152" y="15276"/>
                    <a:pt x="107110" y="15276"/>
                    <a:pt x="107069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2C2F8F74-0ECB-874E-91C3-041D8884D525}"/>
                </a:ext>
              </a:extLst>
            </p:cNvPr>
            <p:cNvSpPr/>
            <p:nvPr/>
          </p:nvSpPr>
          <p:spPr>
            <a:xfrm>
              <a:off x="7328670" y="2673080"/>
              <a:ext cx="114471" cy="328182"/>
            </a:xfrm>
            <a:custGeom>
              <a:avLst/>
              <a:gdLst>
                <a:gd name="connsiteX0" fmla="*/ 107069 w 114471"/>
                <a:gd name="connsiteY0" fmla="*/ 328182 h 328182"/>
                <a:gd name="connsiteX1" fmla="*/ 7524 w 114471"/>
                <a:gd name="connsiteY1" fmla="*/ 328182 h 328182"/>
                <a:gd name="connsiteX2" fmla="*/ 0 w 114471"/>
                <a:gd name="connsiteY2" fmla="*/ 320669 h 328182"/>
                <a:gd name="connsiteX3" fmla="*/ 0 w 114471"/>
                <a:gd name="connsiteY3" fmla="*/ 7638 h 328182"/>
                <a:gd name="connsiteX4" fmla="*/ 7524 w 114471"/>
                <a:gd name="connsiteY4" fmla="*/ 0 h 328182"/>
                <a:gd name="connsiteX5" fmla="*/ 107069 w 114471"/>
                <a:gd name="connsiteY5" fmla="*/ 0 h 328182"/>
                <a:gd name="connsiteX6" fmla="*/ 114471 w 114471"/>
                <a:gd name="connsiteY6" fmla="*/ 7512 h 328182"/>
                <a:gd name="connsiteX7" fmla="*/ 114470 w 114471"/>
                <a:gd name="connsiteY7" fmla="*/ 7638 h 328182"/>
                <a:gd name="connsiteX8" fmla="*/ 114470 w 114471"/>
                <a:gd name="connsiteY8" fmla="*/ 320669 h 328182"/>
                <a:gd name="connsiteX9" fmla="*/ 107069 w 114471"/>
                <a:gd name="connsiteY9" fmla="*/ 328182 h 328182"/>
                <a:gd name="connsiteX10" fmla="*/ 15049 w 114471"/>
                <a:gd name="connsiteY10" fmla="*/ 313032 h 328182"/>
                <a:gd name="connsiteX11" fmla="*/ 99545 w 114471"/>
                <a:gd name="connsiteY11" fmla="*/ 313032 h 328182"/>
                <a:gd name="connsiteX12" fmla="*/ 99545 w 114471"/>
                <a:gd name="connsiteY12" fmla="*/ 14650 h 328182"/>
                <a:gd name="connsiteX13" fmla="*/ 15049 w 114471"/>
                <a:gd name="connsiteY13" fmla="*/ 14650 h 328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471" h="328182">
                  <a:moveTo>
                    <a:pt x="107069" y="328182"/>
                  </a:moveTo>
                  <a:lnTo>
                    <a:pt x="7524" y="328182"/>
                  </a:lnTo>
                  <a:cubicBezTo>
                    <a:pt x="3416" y="328183"/>
                    <a:pt x="67" y="324839"/>
                    <a:pt x="0" y="320669"/>
                  </a:cubicBezTo>
                  <a:lnTo>
                    <a:pt x="0" y="7638"/>
                  </a:lnTo>
                  <a:cubicBezTo>
                    <a:pt x="0" y="3420"/>
                    <a:pt x="3369" y="0"/>
                    <a:pt x="7524" y="0"/>
                  </a:cubicBezTo>
                  <a:lnTo>
                    <a:pt x="107069" y="0"/>
                  </a:lnTo>
                  <a:cubicBezTo>
                    <a:pt x="111156" y="-1"/>
                    <a:pt x="114471" y="3363"/>
                    <a:pt x="114471" y="7512"/>
                  </a:cubicBezTo>
                  <a:cubicBezTo>
                    <a:pt x="114471" y="7554"/>
                    <a:pt x="114471" y="7596"/>
                    <a:pt x="114470" y="7638"/>
                  </a:cubicBezTo>
                  <a:lnTo>
                    <a:pt x="114470" y="320669"/>
                  </a:lnTo>
                  <a:cubicBezTo>
                    <a:pt x="114470" y="324819"/>
                    <a:pt x="111156" y="328182"/>
                    <a:pt x="107069" y="328182"/>
                  </a:cubicBezTo>
                  <a:close/>
                  <a:moveTo>
                    <a:pt x="15049" y="313032"/>
                  </a:moveTo>
                  <a:lnTo>
                    <a:pt x="99545" y="313032"/>
                  </a:lnTo>
                  <a:lnTo>
                    <a:pt x="99545" y="14650"/>
                  </a:lnTo>
                  <a:lnTo>
                    <a:pt x="15049" y="14650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26C10108-9BC2-364E-BBD6-2C8A8DDC38C5}"/>
                </a:ext>
              </a:extLst>
            </p:cNvPr>
            <p:cNvSpPr/>
            <p:nvPr/>
          </p:nvSpPr>
          <p:spPr>
            <a:xfrm>
              <a:off x="7351737" y="2701506"/>
              <a:ext cx="69323" cy="70369"/>
            </a:xfrm>
            <a:custGeom>
              <a:avLst/>
              <a:gdLst>
                <a:gd name="connsiteX0" fmla="*/ 34168 w 69323"/>
                <a:gd name="connsiteY0" fmla="*/ 70366 h 70369"/>
                <a:gd name="connsiteX1" fmla="*/ 4 w 69323"/>
                <a:gd name="connsiteY1" fmla="*/ 34684 h 70369"/>
                <a:gd name="connsiteX2" fmla="*/ 35155 w 69323"/>
                <a:gd name="connsiteY2" fmla="*/ 4 h 70369"/>
                <a:gd name="connsiteX3" fmla="*/ 69324 w 69323"/>
                <a:gd name="connsiteY3" fmla="*/ 35181 h 70369"/>
                <a:gd name="connsiteX4" fmla="*/ 34665 w 69323"/>
                <a:gd name="connsiteY4" fmla="*/ 70370 h 70369"/>
                <a:gd name="connsiteX5" fmla="*/ 34168 w 69323"/>
                <a:gd name="connsiteY5" fmla="*/ 70366 h 70369"/>
                <a:gd name="connsiteX6" fmla="*/ 34168 w 69323"/>
                <a:gd name="connsiteY6" fmla="*/ 15147 h 70369"/>
                <a:gd name="connsiteX7" fmla="*/ 14432 w 69323"/>
                <a:gd name="connsiteY7" fmla="*/ 35181 h 70369"/>
                <a:gd name="connsiteX8" fmla="*/ 34168 w 69323"/>
                <a:gd name="connsiteY8" fmla="*/ 55215 h 70369"/>
                <a:gd name="connsiteX9" fmla="*/ 53905 w 69323"/>
                <a:gd name="connsiteY9" fmla="*/ 35181 h 70369"/>
                <a:gd name="connsiteX10" fmla="*/ 34168 w 69323"/>
                <a:gd name="connsiteY10" fmla="*/ 15147 h 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323" h="70369">
                  <a:moveTo>
                    <a:pt x="34168" y="70366"/>
                  </a:moveTo>
                  <a:cubicBezTo>
                    <a:pt x="15027" y="70089"/>
                    <a:pt x="-269" y="54114"/>
                    <a:pt x="4" y="34684"/>
                  </a:cubicBezTo>
                  <a:cubicBezTo>
                    <a:pt x="276" y="15254"/>
                    <a:pt x="16014" y="-273"/>
                    <a:pt x="35155" y="4"/>
                  </a:cubicBezTo>
                  <a:cubicBezTo>
                    <a:pt x="54103" y="277"/>
                    <a:pt x="69322" y="15946"/>
                    <a:pt x="69324" y="35181"/>
                  </a:cubicBezTo>
                  <a:cubicBezTo>
                    <a:pt x="69325" y="54613"/>
                    <a:pt x="53808" y="70368"/>
                    <a:pt x="34665" y="70370"/>
                  </a:cubicBezTo>
                  <a:cubicBezTo>
                    <a:pt x="34500" y="70370"/>
                    <a:pt x="34334" y="70368"/>
                    <a:pt x="34168" y="70366"/>
                  </a:cubicBezTo>
                  <a:close/>
                  <a:moveTo>
                    <a:pt x="34168" y="15147"/>
                  </a:moveTo>
                  <a:cubicBezTo>
                    <a:pt x="23268" y="15147"/>
                    <a:pt x="14432" y="24117"/>
                    <a:pt x="14432" y="35181"/>
                  </a:cubicBezTo>
                  <a:cubicBezTo>
                    <a:pt x="14432" y="46246"/>
                    <a:pt x="23268" y="55215"/>
                    <a:pt x="34168" y="55215"/>
                  </a:cubicBezTo>
                  <a:cubicBezTo>
                    <a:pt x="45068" y="55215"/>
                    <a:pt x="53905" y="46246"/>
                    <a:pt x="53905" y="35181"/>
                  </a:cubicBezTo>
                  <a:cubicBezTo>
                    <a:pt x="53905" y="24117"/>
                    <a:pt x="45068" y="15147"/>
                    <a:pt x="34168" y="1514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528E15A-32E5-0445-9438-74D644039F65}"/>
                </a:ext>
              </a:extLst>
            </p:cNvPr>
            <p:cNvSpPr/>
            <p:nvPr/>
          </p:nvSpPr>
          <p:spPr>
            <a:xfrm>
              <a:off x="7351982" y="2789653"/>
              <a:ext cx="68707" cy="15285"/>
            </a:xfrm>
            <a:custGeom>
              <a:avLst/>
              <a:gdLst>
                <a:gd name="connsiteX0" fmla="*/ 60813 w 68707"/>
                <a:gd name="connsiteY0" fmla="*/ 15276 h 15285"/>
                <a:gd name="connsiteX1" fmla="*/ 7402 w 68707"/>
                <a:gd name="connsiteY1" fmla="*/ 15276 h 15285"/>
                <a:gd name="connsiteX2" fmla="*/ 0 w 68707"/>
                <a:gd name="connsiteY2" fmla="*/ 7764 h 15285"/>
                <a:gd name="connsiteX3" fmla="*/ 1 w 68707"/>
                <a:gd name="connsiteY3" fmla="*/ 7638 h 15285"/>
                <a:gd name="connsiteX4" fmla="*/ 7402 w 68707"/>
                <a:gd name="connsiteY4" fmla="*/ 0 h 15285"/>
                <a:gd name="connsiteX5" fmla="*/ 61183 w 68707"/>
                <a:gd name="connsiteY5" fmla="*/ 0 h 15285"/>
                <a:gd name="connsiteX6" fmla="*/ 68708 w 68707"/>
                <a:gd name="connsiteY6" fmla="*/ 7638 h 15285"/>
                <a:gd name="connsiteX7" fmla="*/ 61192 w 68707"/>
                <a:gd name="connsiteY7" fmla="*/ 15285 h 15285"/>
                <a:gd name="connsiteX8" fmla="*/ 60813 w 68707"/>
                <a:gd name="connsiteY8" fmla="*/ 15276 h 1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707" h="15285">
                  <a:moveTo>
                    <a:pt x="60813" y="15276"/>
                  </a:moveTo>
                  <a:lnTo>
                    <a:pt x="7402" y="15276"/>
                  </a:lnTo>
                  <a:cubicBezTo>
                    <a:pt x="3315" y="15277"/>
                    <a:pt x="1" y="11913"/>
                    <a:pt x="0" y="7764"/>
                  </a:cubicBezTo>
                  <a:cubicBezTo>
                    <a:pt x="0" y="7722"/>
                    <a:pt x="0" y="7680"/>
                    <a:pt x="1" y="7638"/>
                  </a:cubicBezTo>
                  <a:cubicBezTo>
                    <a:pt x="0" y="3468"/>
                    <a:pt x="3295" y="68"/>
                    <a:pt x="7402" y="0"/>
                  </a:cubicBezTo>
                  <a:lnTo>
                    <a:pt x="61183" y="0"/>
                  </a:lnTo>
                  <a:cubicBezTo>
                    <a:pt x="65339" y="0"/>
                    <a:pt x="68708" y="3420"/>
                    <a:pt x="68708" y="7638"/>
                  </a:cubicBezTo>
                  <a:cubicBezTo>
                    <a:pt x="68713" y="11856"/>
                    <a:pt x="65348" y="15280"/>
                    <a:pt x="61192" y="15285"/>
                  </a:cubicBezTo>
                  <a:cubicBezTo>
                    <a:pt x="61066" y="15285"/>
                    <a:pt x="60940" y="15282"/>
                    <a:pt x="60813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FF88696C-977A-6C4A-BB7E-20F51C0D5701}"/>
                </a:ext>
              </a:extLst>
            </p:cNvPr>
            <p:cNvSpPr/>
            <p:nvPr/>
          </p:nvSpPr>
          <p:spPr>
            <a:xfrm>
              <a:off x="7352821" y="2817136"/>
              <a:ext cx="68831" cy="15276"/>
            </a:xfrm>
            <a:custGeom>
              <a:avLst/>
              <a:gdLst>
                <a:gd name="connsiteX0" fmla="*/ 5997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5997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CA37E61-459B-E448-B39C-B8A0BA5871BE}"/>
                </a:ext>
              </a:extLst>
            </p:cNvPr>
            <p:cNvSpPr/>
            <p:nvPr/>
          </p:nvSpPr>
          <p:spPr>
            <a:xfrm>
              <a:off x="7351798" y="2844808"/>
              <a:ext cx="69853" cy="15464"/>
            </a:xfrm>
            <a:custGeom>
              <a:avLst/>
              <a:gdLst>
                <a:gd name="connsiteX0" fmla="*/ 60997 w 69853"/>
                <a:gd name="connsiteY0" fmla="*/ 15465 h 15464"/>
                <a:gd name="connsiteX1" fmla="*/ 7586 w 69853"/>
                <a:gd name="connsiteY1" fmla="*/ 15465 h 15464"/>
                <a:gd name="connsiteX2" fmla="*/ 0 w 69853"/>
                <a:gd name="connsiteY2" fmla="*/ 7764 h 15464"/>
                <a:gd name="connsiteX3" fmla="*/ 7586 w 69853"/>
                <a:gd name="connsiteY3" fmla="*/ 63 h 15464"/>
                <a:gd name="connsiteX4" fmla="*/ 61367 w 69853"/>
                <a:gd name="connsiteY4" fmla="*/ 63 h 15464"/>
                <a:gd name="connsiteX5" fmla="*/ 69791 w 69853"/>
                <a:gd name="connsiteY5" fmla="*/ 6663 h 15464"/>
                <a:gd name="connsiteX6" fmla="*/ 63290 w 69853"/>
                <a:gd name="connsiteY6" fmla="*/ 15214 h 15464"/>
                <a:gd name="connsiteX7" fmla="*/ 61367 w 69853"/>
                <a:gd name="connsiteY7" fmla="*/ 15214 h 1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853" h="15464">
                  <a:moveTo>
                    <a:pt x="60997" y="15465"/>
                  </a:moveTo>
                  <a:lnTo>
                    <a:pt x="7586" y="15465"/>
                  </a:lnTo>
                  <a:cubicBezTo>
                    <a:pt x="3396" y="15465"/>
                    <a:pt x="0" y="12017"/>
                    <a:pt x="0" y="7764"/>
                  </a:cubicBezTo>
                  <a:cubicBezTo>
                    <a:pt x="0" y="3511"/>
                    <a:pt x="3396" y="63"/>
                    <a:pt x="7586" y="63"/>
                  </a:cubicBezTo>
                  <a:lnTo>
                    <a:pt x="61367" y="63"/>
                  </a:lnTo>
                  <a:cubicBezTo>
                    <a:pt x="65489" y="-476"/>
                    <a:pt x="69261" y="2479"/>
                    <a:pt x="69791" y="6663"/>
                  </a:cubicBezTo>
                  <a:cubicBezTo>
                    <a:pt x="70322" y="10847"/>
                    <a:pt x="67412" y="14675"/>
                    <a:pt x="63290" y="15214"/>
                  </a:cubicBezTo>
                  <a:cubicBezTo>
                    <a:pt x="62652" y="15298"/>
                    <a:pt x="62006" y="15298"/>
                    <a:pt x="61367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6EEF83A1-0805-4349-B8C2-9297D1CA92C2}"/>
                </a:ext>
              </a:extLst>
            </p:cNvPr>
            <p:cNvSpPr/>
            <p:nvPr/>
          </p:nvSpPr>
          <p:spPr>
            <a:xfrm>
              <a:off x="7352821" y="2872730"/>
              <a:ext cx="68831" cy="15276"/>
            </a:xfrm>
            <a:custGeom>
              <a:avLst/>
              <a:gdLst>
                <a:gd name="connsiteX0" fmla="*/ 5997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5997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2B3CA16C-62EA-6F4E-B6F4-C3F170B3BF96}"/>
                </a:ext>
              </a:extLst>
            </p:cNvPr>
            <p:cNvSpPr/>
            <p:nvPr/>
          </p:nvSpPr>
          <p:spPr>
            <a:xfrm>
              <a:off x="7328670" y="2939783"/>
              <a:ext cx="114471" cy="15275"/>
            </a:xfrm>
            <a:custGeom>
              <a:avLst/>
              <a:gdLst>
                <a:gd name="connsiteX0" fmla="*/ 107069 w 114471"/>
                <a:gd name="connsiteY0" fmla="*/ 15276 h 15275"/>
                <a:gd name="connsiteX1" fmla="*/ 7524 w 114471"/>
                <a:gd name="connsiteY1" fmla="*/ 15276 h 15275"/>
                <a:gd name="connsiteX2" fmla="*/ 0 w 114471"/>
                <a:gd name="connsiteY2" fmla="*/ 7638 h 15275"/>
                <a:gd name="connsiteX3" fmla="*/ 7524 w 114471"/>
                <a:gd name="connsiteY3" fmla="*/ 0 h 15275"/>
                <a:gd name="connsiteX4" fmla="*/ 107069 w 114471"/>
                <a:gd name="connsiteY4" fmla="*/ 0 h 15275"/>
                <a:gd name="connsiteX5" fmla="*/ 114470 w 114471"/>
                <a:gd name="connsiteY5" fmla="*/ 7638 h 15275"/>
                <a:gd name="connsiteX6" fmla="*/ 107193 w 114471"/>
                <a:gd name="connsiteY6" fmla="*/ 15275 h 15275"/>
                <a:gd name="connsiteX7" fmla="*/ 107069 w 114471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471" h="15275">
                  <a:moveTo>
                    <a:pt x="107069" y="15276"/>
                  </a:moveTo>
                  <a:lnTo>
                    <a:pt x="7524" y="15276"/>
                  </a:lnTo>
                  <a:cubicBezTo>
                    <a:pt x="3369" y="15276"/>
                    <a:pt x="0" y="11856"/>
                    <a:pt x="0" y="7638"/>
                  </a:cubicBezTo>
                  <a:cubicBezTo>
                    <a:pt x="66" y="3448"/>
                    <a:pt x="3396" y="67"/>
                    <a:pt x="7524" y="0"/>
                  </a:cubicBezTo>
                  <a:lnTo>
                    <a:pt x="107069" y="0"/>
                  </a:lnTo>
                  <a:cubicBezTo>
                    <a:pt x="111176" y="68"/>
                    <a:pt x="114471" y="3468"/>
                    <a:pt x="114470" y="7638"/>
                  </a:cubicBezTo>
                  <a:cubicBezTo>
                    <a:pt x="114538" y="11787"/>
                    <a:pt x="111280" y="15206"/>
                    <a:pt x="107193" y="15275"/>
                  </a:cubicBezTo>
                  <a:cubicBezTo>
                    <a:pt x="107152" y="15276"/>
                    <a:pt x="107110" y="15276"/>
                    <a:pt x="107069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14298956-A0F4-304B-873B-9721792BCD03}"/>
                </a:ext>
              </a:extLst>
            </p:cNvPr>
            <p:cNvSpPr/>
            <p:nvPr/>
          </p:nvSpPr>
          <p:spPr>
            <a:xfrm>
              <a:off x="7428710" y="2656795"/>
              <a:ext cx="190748" cy="344469"/>
            </a:xfrm>
            <a:custGeom>
              <a:avLst/>
              <a:gdLst>
                <a:gd name="connsiteX0" fmla="*/ 87208 w 190748"/>
                <a:gd name="connsiteY0" fmla="*/ 344467 h 344469"/>
                <a:gd name="connsiteX1" fmla="*/ 83384 w 190748"/>
                <a:gd name="connsiteY1" fmla="*/ 343465 h 344469"/>
                <a:gd name="connsiteX2" fmla="*/ 79930 w 190748"/>
                <a:gd name="connsiteY2" fmla="*/ 338331 h 344469"/>
                <a:gd name="connsiteX3" fmla="*/ 245 w 190748"/>
                <a:gd name="connsiteY3" fmla="*/ 35818 h 344469"/>
                <a:gd name="connsiteX4" fmla="*/ 985 w 190748"/>
                <a:gd name="connsiteY4" fmla="*/ 30058 h 344469"/>
                <a:gd name="connsiteX5" fmla="*/ 5549 w 190748"/>
                <a:gd name="connsiteY5" fmla="*/ 26552 h 344469"/>
                <a:gd name="connsiteX6" fmla="*/ 101640 w 190748"/>
                <a:gd name="connsiteY6" fmla="*/ 257 h 344469"/>
                <a:gd name="connsiteX7" fmla="*/ 107314 w 190748"/>
                <a:gd name="connsiteY7" fmla="*/ 1009 h 344469"/>
                <a:gd name="connsiteX8" fmla="*/ 110768 w 190748"/>
                <a:gd name="connsiteY8" fmla="*/ 5642 h 344469"/>
                <a:gd name="connsiteX9" fmla="*/ 190453 w 190748"/>
                <a:gd name="connsiteY9" fmla="*/ 308656 h 344469"/>
                <a:gd name="connsiteX10" fmla="*/ 185516 w 190748"/>
                <a:gd name="connsiteY10" fmla="*/ 317823 h 344469"/>
                <a:gd name="connsiteX11" fmla="*/ 185149 w 190748"/>
                <a:gd name="connsiteY11" fmla="*/ 317922 h 344469"/>
                <a:gd name="connsiteX12" fmla="*/ 89058 w 190748"/>
                <a:gd name="connsiteY12" fmla="*/ 343966 h 344469"/>
                <a:gd name="connsiteX13" fmla="*/ 87208 w 190748"/>
                <a:gd name="connsiteY13" fmla="*/ 344467 h 344469"/>
                <a:gd name="connsiteX14" fmla="*/ 17021 w 190748"/>
                <a:gd name="connsiteY14" fmla="*/ 39324 h 344469"/>
                <a:gd name="connsiteX15" fmla="*/ 92758 w 190748"/>
                <a:gd name="connsiteY15" fmla="*/ 327313 h 344469"/>
                <a:gd name="connsiteX16" fmla="*/ 174540 w 190748"/>
                <a:gd name="connsiteY16" fmla="*/ 305150 h 344469"/>
                <a:gd name="connsiteX17" fmla="*/ 98679 w 190748"/>
                <a:gd name="connsiteY17" fmla="*/ 17161 h 34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748" h="344469">
                  <a:moveTo>
                    <a:pt x="87208" y="344467"/>
                  </a:moveTo>
                  <a:cubicBezTo>
                    <a:pt x="85866" y="344504"/>
                    <a:pt x="84541" y="344157"/>
                    <a:pt x="83384" y="343465"/>
                  </a:cubicBezTo>
                  <a:cubicBezTo>
                    <a:pt x="81533" y="342366"/>
                    <a:pt x="80265" y="340482"/>
                    <a:pt x="79930" y="338331"/>
                  </a:cubicBezTo>
                  <a:lnTo>
                    <a:pt x="245" y="35818"/>
                  </a:lnTo>
                  <a:cubicBezTo>
                    <a:pt x="-252" y="33873"/>
                    <a:pt x="13" y="31808"/>
                    <a:pt x="985" y="30058"/>
                  </a:cubicBezTo>
                  <a:cubicBezTo>
                    <a:pt x="1959" y="28296"/>
                    <a:pt x="3613" y="27025"/>
                    <a:pt x="5549" y="26552"/>
                  </a:cubicBezTo>
                  <a:lnTo>
                    <a:pt x="101640" y="257"/>
                  </a:lnTo>
                  <a:cubicBezTo>
                    <a:pt x="103555" y="-260"/>
                    <a:pt x="105594" y="10"/>
                    <a:pt x="107314" y="1009"/>
                  </a:cubicBezTo>
                  <a:cubicBezTo>
                    <a:pt x="109050" y="1998"/>
                    <a:pt x="110302" y="3677"/>
                    <a:pt x="110768" y="5642"/>
                  </a:cubicBezTo>
                  <a:lnTo>
                    <a:pt x="190453" y="308656"/>
                  </a:lnTo>
                  <a:cubicBezTo>
                    <a:pt x="191583" y="312571"/>
                    <a:pt x="189373" y="316676"/>
                    <a:pt x="185516" y="317823"/>
                  </a:cubicBezTo>
                  <a:cubicBezTo>
                    <a:pt x="185394" y="317859"/>
                    <a:pt x="185272" y="317892"/>
                    <a:pt x="185149" y="317922"/>
                  </a:cubicBezTo>
                  <a:lnTo>
                    <a:pt x="89058" y="343966"/>
                  </a:lnTo>
                  <a:cubicBezTo>
                    <a:pt x="88480" y="344257"/>
                    <a:pt x="87851" y="344427"/>
                    <a:pt x="87208" y="344467"/>
                  </a:cubicBezTo>
                  <a:close/>
                  <a:moveTo>
                    <a:pt x="17021" y="39324"/>
                  </a:moveTo>
                  <a:lnTo>
                    <a:pt x="92758" y="327313"/>
                  </a:lnTo>
                  <a:lnTo>
                    <a:pt x="174540" y="305150"/>
                  </a:lnTo>
                  <a:lnTo>
                    <a:pt x="98679" y="1716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0946F49-925E-4A4D-9032-4752B8920191}"/>
                </a:ext>
              </a:extLst>
            </p:cNvPr>
            <p:cNvSpPr/>
            <p:nvPr/>
          </p:nvSpPr>
          <p:spPr>
            <a:xfrm>
              <a:off x="7463977" y="2697152"/>
              <a:ext cx="69397" cy="70462"/>
            </a:xfrm>
            <a:custGeom>
              <a:avLst/>
              <a:gdLst>
                <a:gd name="connsiteX0" fmla="*/ 34671 w 69397"/>
                <a:gd name="connsiteY0" fmla="*/ 70463 h 70462"/>
                <a:gd name="connsiteX1" fmla="*/ 1120 w 69397"/>
                <a:gd name="connsiteY1" fmla="*/ 44294 h 70462"/>
                <a:gd name="connsiteX2" fmla="*/ 25790 w 69397"/>
                <a:gd name="connsiteY2" fmla="*/ 1220 h 70462"/>
                <a:gd name="connsiteX3" fmla="*/ 68136 w 69397"/>
                <a:gd name="connsiteY3" fmla="*/ 25931 h 70462"/>
                <a:gd name="connsiteX4" fmla="*/ 68223 w 69397"/>
                <a:gd name="connsiteY4" fmla="*/ 26263 h 70462"/>
                <a:gd name="connsiteX5" fmla="*/ 43640 w 69397"/>
                <a:gd name="connsiteY5" fmla="*/ 69312 h 70462"/>
                <a:gd name="connsiteX6" fmla="*/ 43552 w 69397"/>
                <a:gd name="connsiteY6" fmla="*/ 69336 h 70462"/>
                <a:gd name="connsiteX7" fmla="*/ 34671 w 69397"/>
                <a:gd name="connsiteY7" fmla="*/ 70463 h 70462"/>
                <a:gd name="connsiteX8" fmla="*/ 34671 w 69397"/>
                <a:gd name="connsiteY8" fmla="*/ 15119 h 70462"/>
                <a:gd name="connsiteX9" fmla="*/ 29614 w 69397"/>
                <a:gd name="connsiteY9" fmla="*/ 15870 h 70462"/>
                <a:gd name="connsiteX10" fmla="*/ 17279 w 69397"/>
                <a:gd name="connsiteY10" fmla="*/ 25136 h 70462"/>
                <a:gd name="connsiteX11" fmla="*/ 24397 w 69397"/>
                <a:gd name="connsiteY11" fmla="*/ 52532 h 70462"/>
                <a:gd name="connsiteX12" fmla="*/ 39482 w 69397"/>
                <a:gd name="connsiteY12" fmla="*/ 54561 h 70462"/>
                <a:gd name="connsiteX13" fmla="*/ 53461 w 69397"/>
                <a:gd name="connsiteY13" fmla="*/ 30038 h 70462"/>
                <a:gd name="connsiteX14" fmla="*/ 44293 w 69397"/>
                <a:gd name="connsiteY14" fmla="*/ 17874 h 70462"/>
                <a:gd name="connsiteX15" fmla="*/ 34671 w 69397"/>
                <a:gd name="connsiteY15" fmla="*/ 15119 h 70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397" h="70462">
                  <a:moveTo>
                    <a:pt x="34671" y="70463"/>
                  </a:moveTo>
                  <a:cubicBezTo>
                    <a:pt x="18975" y="70355"/>
                    <a:pt x="5265" y="59662"/>
                    <a:pt x="1120" y="44294"/>
                  </a:cubicBezTo>
                  <a:cubicBezTo>
                    <a:pt x="-3667" y="25500"/>
                    <a:pt x="7332" y="6295"/>
                    <a:pt x="25790" y="1220"/>
                  </a:cubicBezTo>
                  <a:cubicBezTo>
                    <a:pt x="44206" y="-3826"/>
                    <a:pt x="63165" y="7237"/>
                    <a:pt x="68136" y="25931"/>
                  </a:cubicBezTo>
                  <a:cubicBezTo>
                    <a:pt x="68166" y="26041"/>
                    <a:pt x="68194" y="26152"/>
                    <a:pt x="68223" y="26263"/>
                  </a:cubicBezTo>
                  <a:cubicBezTo>
                    <a:pt x="73146" y="45041"/>
                    <a:pt x="62140" y="64315"/>
                    <a:pt x="43640" y="69312"/>
                  </a:cubicBezTo>
                  <a:cubicBezTo>
                    <a:pt x="43611" y="69320"/>
                    <a:pt x="43582" y="69328"/>
                    <a:pt x="43552" y="69336"/>
                  </a:cubicBezTo>
                  <a:cubicBezTo>
                    <a:pt x="40648" y="70075"/>
                    <a:pt x="37666" y="70453"/>
                    <a:pt x="34671" y="70463"/>
                  </a:cubicBezTo>
                  <a:close/>
                  <a:moveTo>
                    <a:pt x="34671" y="15119"/>
                  </a:moveTo>
                  <a:cubicBezTo>
                    <a:pt x="32958" y="15113"/>
                    <a:pt x="31254" y="15367"/>
                    <a:pt x="29614" y="15870"/>
                  </a:cubicBezTo>
                  <a:cubicBezTo>
                    <a:pt x="24433" y="17130"/>
                    <a:pt x="19980" y="20475"/>
                    <a:pt x="17279" y="25136"/>
                  </a:cubicBezTo>
                  <a:cubicBezTo>
                    <a:pt x="11792" y="34696"/>
                    <a:pt x="14978" y="46962"/>
                    <a:pt x="24397" y="52532"/>
                  </a:cubicBezTo>
                  <a:cubicBezTo>
                    <a:pt x="28956" y="55228"/>
                    <a:pt x="34388" y="55959"/>
                    <a:pt x="39482" y="54561"/>
                  </a:cubicBezTo>
                  <a:cubicBezTo>
                    <a:pt x="50013" y="51708"/>
                    <a:pt x="56272" y="40728"/>
                    <a:pt x="53461" y="30038"/>
                  </a:cubicBezTo>
                  <a:cubicBezTo>
                    <a:pt x="52112" y="24911"/>
                    <a:pt x="48815" y="20536"/>
                    <a:pt x="44293" y="17874"/>
                  </a:cubicBezTo>
                  <a:cubicBezTo>
                    <a:pt x="41365" y="16148"/>
                    <a:pt x="38056" y="15200"/>
                    <a:pt x="34671" y="1511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35F38AD6-7C4F-CB43-BEF5-B7C340B3A8C0}"/>
                </a:ext>
              </a:extLst>
            </p:cNvPr>
            <p:cNvSpPr/>
            <p:nvPr/>
          </p:nvSpPr>
          <p:spPr>
            <a:xfrm>
              <a:off x="7480849" y="2776290"/>
              <a:ext cx="66636" cy="29264"/>
            </a:xfrm>
            <a:custGeom>
              <a:avLst/>
              <a:gdLst>
                <a:gd name="connsiteX0" fmla="*/ 7190 w 66636"/>
                <a:gd name="connsiteY0" fmla="*/ 29265 h 29264"/>
                <a:gd name="connsiteX1" fmla="*/ 8 w 66636"/>
                <a:gd name="connsiteY1" fmla="*/ 21295 h 29264"/>
                <a:gd name="connsiteX2" fmla="*/ 5217 w 66636"/>
                <a:gd name="connsiteY2" fmla="*/ 14365 h 29264"/>
                <a:gd name="connsiteX3" fmla="*/ 57271 w 66636"/>
                <a:gd name="connsiteY3" fmla="*/ 216 h 29264"/>
                <a:gd name="connsiteX4" fmla="*/ 66399 w 66636"/>
                <a:gd name="connsiteY4" fmla="*/ 5600 h 29264"/>
                <a:gd name="connsiteX5" fmla="*/ 61095 w 66636"/>
                <a:gd name="connsiteY5" fmla="*/ 14865 h 29264"/>
                <a:gd name="connsiteX6" fmla="*/ 9164 w 66636"/>
                <a:gd name="connsiteY6" fmla="*/ 29014 h 2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36" h="29264">
                  <a:moveTo>
                    <a:pt x="7190" y="29265"/>
                  </a:moveTo>
                  <a:cubicBezTo>
                    <a:pt x="3039" y="29078"/>
                    <a:pt x="-177" y="25509"/>
                    <a:pt x="8" y="21295"/>
                  </a:cubicBezTo>
                  <a:cubicBezTo>
                    <a:pt x="147" y="18107"/>
                    <a:pt x="2225" y="15343"/>
                    <a:pt x="5217" y="14365"/>
                  </a:cubicBezTo>
                  <a:lnTo>
                    <a:pt x="57271" y="216"/>
                  </a:lnTo>
                  <a:cubicBezTo>
                    <a:pt x="61242" y="-751"/>
                    <a:pt x="65260" y="1619"/>
                    <a:pt x="66399" y="5600"/>
                  </a:cubicBezTo>
                  <a:cubicBezTo>
                    <a:pt x="67420" y="9640"/>
                    <a:pt x="65059" y="13765"/>
                    <a:pt x="61095" y="14865"/>
                  </a:cubicBezTo>
                  <a:lnTo>
                    <a:pt x="9164" y="29014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50B6D6A-C3B6-C648-A713-7F815D03A128}"/>
                </a:ext>
              </a:extLst>
            </p:cNvPr>
            <p:cNvSpPr/>
            <p:nvPr/>
          </p:nvSpPr>
          <p:spPr>
            <a:xfrm>
              <a:off x="7487880" y="2803232"/>
              <a:ext cx="65795" cy="29117"/>
            </a:xfrm>
            <a:custGeom>
              <a:avLst/>
              <a:gdLst>
                <a:gd name="connsiteX0" fmla="*/ 7190 w 65795"/>
                <a:gd name="connsiteY0" fmla="*/ 29118 h 29117"/>
                <a:gd name="connsiteX1" fmla="*/ 8 w 65795"/>
                <a:gd name="connsiteY1" fmla="*/ 21148 h 29117"/>
                <a:gd name="connsiteX2" fmla="*/ 5217 w 65795"/>
                <a:gd name="connsiteY2" fmla="*/ 14218 h 29117"/>
                <a:gd name="connsiteX3" fmla="*/ 57271 w 65795"/>
                <a:gd name="connsiteY3" fmla="*/ 69 h 29117"/>
                <a:gd name="connsiteX4" fmla="*/ 65729 w 65795"/>
                <a:gd name="connsiteY4" fmla="*/ 6624 h 29117"/>
                <a:gd name="connsiteX5" fmla="*/ 61095 w 65795"/>
                <a:gd name="connsiteY5" fmla="*/ 14719 h 29117"/>
                <a:gd name="connsiteX6" fmla="*/ 9164 w 65795"/>
                <a:gd name="connsiteY6" fmla="*/ 29118 h 2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795" h="29117">
                  <a:moveTo>
                    <a:pt x="7190" y="29118"/>
                  </a:moveTo>
                  <a:cubicBezTo>
                    <a:pt x="3039" y="28931"/>
                    <a:pt x="-177" y="25363"/>
                    <a:pt x="8" y="21148"/>
                  </a:cubicBezTo>
                  <a:cubicBezTo>
                    <a:pt x="147" y="17960"/>
                    <a:pt x="2225" y="15196"/>
                    <a:pt x="5217" y="14218"/>
                  </a:cubicBezTo>
                  <a:lnTo>
                    <a:pt x="57271" y="69"/>
                  </a:lnTo>
                  <a:cubicBezTo>
                    <a:pt x="61390" y="-492"/>
                    <a:pt x="65176" y="2443"/>
                    <a:pt x="65729" y="6624"/>
                  </a:cubicBezTo>
                  <a:cubicBezTo>
                    <a:pt x="66185" y="10079"/>
                    <a:pt x="64279" y="13410"/>
                    <a:pt x="61095" y="14719"/>
                  </a:cubicBezTo>
                  <a:lnTo>
                    <a:pt x="9164" y="29118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DAAE3A6-286A-C741-847B-F957BB63EE65}"/>
                </a:ext>
              </a:extLst>
            </p:cNvPr>
            <p:cNvSpPr/>
            <p:nvPr/>
          </p:nvSpPr>
          <p:spPr>
            <a:xfrm>
              <a:off x="7495018" y="2829827"/>
              <a:ext cx="66530" cy="29203"/>
            </a:xfrm>
            <a:custGeom>
              <a:avLst/>
              <a:gdLst>
                <a:gd name="connsiteX0" fmla="*/ 7084 w 66530"/>
                <a:gd name="connsiteY0" fmla="*/ 29194 h 29203"/>
                <a:gd name="connsiteX1" fmla="*/ 13 w 66530"/>
                <a:gd name="connsiteY1" fmla="*/ 21122 h 29203"/>
                <a:gd name="connsiteX2" fmla="*/ 5234 w 66530"/>
                <a:gd name="connsiteY2" fmla="*/ 14293 h 29203"/>
                <a:gd name="connsiteX3" fmla="*/ 57165 w 66530"/>
                <a:gd name="connsiteY3" fmla="*/ 269 h 29203"/>
                <a:gd name="connsiteX4" fmla="*/ 66260 w 66530"/>
                <a:gd name="connsiteY4" fmla="*/ 5528 h 29203"/>
                <a:gd name="connsiteX5" fmla="*/ 66293 w 66530"/>
                <a:gd name="connsiteY5" fmla="*/ 5654 h 29203"/>
                <a:gd name="connsiteX6" fmla="*/ 60989 w 66530"/>
                <a:gd name="connsiteY6" fmla="*/ 14919 h 29203"/>
                <a:gd name="connsiteX7" fmla="*/ 9058 w 66530"/>
                <a:gd name="connsiteY7" fmla="*/ 28943 h 29203"/>
                <a:gd name="connsiteX8" fmla="*/ 7084 w 66530"/>
                <a:gd name="connsiteY8" fmla="*/ 29194 h 2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530" h="29203">
                  <a:moveTo>
                    <a:pt x="7084" y="29194"/>
                  </a:moveTo>
                  <a:cubicBezTo>
                    <a:pt x="2936" y="28947"/>
                    <a:pt x="-230" y="25333"/>
                    <a:pt x="13" y="21122"/>
                  </a:cubicBezTo>
                  <a:cubicBezTo>
                    <a:pt x="195" y="17969"/>
                    <a:pt x="2270" y="15255"/>
                    <a:pt x="5234" y="14293"/>
                  </a:cubicBezTo>
                  <a:lnTo>
                    <a:pt x="57165" y="269"/>
                  </a:lnTo>
                  <a:cubicBezTo>
                    <a:pt x="61107" y="-828"/>
                    <a:pt x="65179" y="1526"/>
                    <a:pt x="66260" y="5528"/>
                  </a:cubicBezTo>
                  <a:cubicBezTo>
                    <a:pt x="66271" y="5569"/>
                    <a:pt x="66282" y="5611"/>
                    <a:pt x="66293" y="5654"/>
                  </a:cubicBezTo>
                  <a:cubicBezTo>
                    <a:pt x="67314" y="9694"/>
                    <a:pt x="64953" y="13819"/>
                    <a:pt x="60989" y="14919"/>
                  </a:cubicBezTo>
                  <a:lnTo>
                    <a:pt x="9058" y="28943"/>
                  </a:lnTo>
                  <a:cubicBezTo>
                    <a:pt x="8421" y="29149"/>
                    <a:pt x="7752" y="29234"/>
                    <a:pt x="7084" y="2919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7989E3B7-642E-DD44-840A-32B25742E5FC}"/>
                </a:ext>
              </a:extLst>
            </p:cNvPr>
            <p:cNvSpPr/>
            <p:nvPr/>
          </p:nvSpPr>
          <p:spPr>
            <a:xfrm>
              <a:off x="7502151" y="2857115"/>
              <a:ext cx="66459" cy="28701"/>
            </a:xfrm>
            <a:custGeom>
              <a:avLst/>
              <a:gdLst>
                <a:gd name="connsiteX0" fmla="*/ 6982 w 66459"/>
                <a:gd name="connsiteY0" fmla="*/ 28701 h 28701"/>
                <a:gd name="connsiteX1" fmla="*/ 20 w 66459"/>
                <a:gd name="connsiteY1" fmla="*/ 20532 h 28701"/>
                <a:gd name="connsiteX2" fmla="*/ 5255 w 66459"/>
                <a:gd name="connsiteY2" fmla="*/ 13801 h 28701"/>
                <a:gd name="connsiteX3" fmla="*/ 57063 w 66459"/>
                <a:gd name="connsiteY3" fmla="*/ 278 h 28701"/>
                <a:gd name="connsiteX4" fmla="*/ 66180 w 66459"/>
                <a:gd name="connsiteY4" fmla="*/ 5497 h 28701"/>
                <a:gd name="connsiteX5" fmla="*/ 66191 w 66459"/>
                <a:gd name="connsiteY5" fmla="*/ 5537 h 28701"/>
                <a:gd name="connsiteX6" fmla="*/ 60918 w 66459"/>
                <a:gd name="connsiteY6" fmla="*/ 14919 h 28701"/>
                <a:gd name="connsiteX7" fmla="*/ 60887 w 66459"/>
                <a:gd name="connsiteY7" fmla="*/ 14928 h 28701"/>
                <a:gd name="connsiteX8" fmla="*/ 8956 w 66459"/>
                <a:gd name="connsiteY8" fmla="*/ 28451 h 28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9" h="28701">
                  <a:moveTo>
                    <a:pt x="6982" y="28701"/>
                  </a:moveTo>
                  <a:cubicBezTo>
                    <a:pt x="2837" y="28397"/>
                    <a:pt x="-280" y="24740"/>
                    <a:pt x="20" y="20532"/>
                  </a:cubicBezTo>
                  <a:cubicBezTo>
                    <a:pt x="242" y="17412"/>
                    <a:pt x="2317" y="14745"/>
                    <a:pt x="5255" y="13801"/>
                  </a:cubicBezTo>
                  <a:lnTo>
                    <a:pt x="57063" y="278"/>
                  </a:lnTo>
                  <a:cubicBezTo>
                    <a:pt x="61000" y="-836"/>
                    <a:pt x="65082" y="1500"/>
                    <a:pt x="66180" y="5497"/>
                  </a:cubicBezTo>
                  <a:cubicBezTo>
                    <a:pt x="66183" y="5510"/>
                    <a:pt x="66187" y="5524"/>
                    <a:pt x="66191" y="5537"/>
                  </a:cubicBezTo>
                  <a:cubicBezTo>
                    <a:pt x="67287" y="9606"/>
                    <a:pt x="64926" y="13806"/>
                    <a:pt x="60918" y="14919"/>
                  </a:cubicBezTo>
                  <a:cubicBezTo>
                    <a:pt x="60907" y="14922"/>
                    <a:pt x="60897" y="14925"/>
                    <a:pt x="60887" y="14928"/>
                  </a:cubicBezTo>
                  <a:lnTo>
                    <a:pt x="8956" y="2845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C593F84B-E4EB-3A45-A3BA-CFA6D561D733}"/>
                </a:ext>
              </a:extLst>
            </p:cNvPr>
            <p:cNvSpPr/>
            <p:nvPr/>
          </p:nvSpPr>
          <p:spPr>
            <a:xfrm>
              <a:off x="7496991" y="2915548"/>
              <a:ext cx="109849" cy="41013"/>
            </a:xfrm>
            <a:custGeom>
              <a:avLst/>
              <a:gdLst>
                <a:gd name="connsiteX0" fmla="*/ 7084 w 109849"/>
                <a:gd name="connsiteY0" fmla="*/ 41013 h 41013"/>
                <a:gd name="connsiteX1" fmla="*/ 13 w 109849"/>
                <a:gd name="connsiteY1" fmla="*/ 32941 h 41013"/>
                <a:gd name="connsiteX2" fmla="*/ 5234 w 109849"/>
                <a:gd name="connsiteY2" fmla="*/ 26113 h 41013"/>
                <a:gd name="connsiteX3" fmla="*/ 101325 w 109849"/>
                <a:gd name="connsiteY3" fmla="*/ 69 h 41013"/>
                <a:gd name="connsiteX4" fmla="*/ 109782 w 109849"/>
                <a:gd name="connsiteY4" fmla="*/ 6624 h 41013"/>
                <a:gd name="connsiteX5" fmla="*/ 105149 w 109849"/>
                <a:gd name="connsiteY5" fmla="*/ 14719 h 41013"/>
                <a:gd name="connsiteX6" fmla="*/ 9058 w 109849"/>
                <a:gd name="connsiteY6" fmla="*/ 40763 h 4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49" h="41013">
                  <a:moveTo>
                    <a:pt x="7084" y="41013"/>
                  </a:moveTo>
                  <a:cubicBezTo>
                    <a:pt x="2936" y="40766"/>
                    <a:pt x="-230" y="37152"/>
                    <a:pt x="13" y="32941"/>
                  </a:cubicBezTo>
                  <a:cubicBezTo>
                    <a:pt x="195" y="29788"/>
                    <a:pt x="2270" y="27074"/>
                    <a:pt x="5234" y="26113"/>
                  </a:cubicBezTo>
                  <a:lnTo>
                    <a:pt x="101325" y="69"/>
                  </a:lnTo>
                  <a:cubicBezTo>
                    <a:pt x="105443" y="-492"/>
                    <a:pt x="109230" y="2443"/>
                    <a:pt x="109782" y="6624"/>
                  </a:cubicBezTo>
                  <a:cubicBezTo>
                    <a:pt x="110239" y="10079"/>
                    <a:pt x="108332" y="13410"/>
                    <a:pt x="105149" y="14719"/>
                  </a:cubicBezTo>
                  <a:lnTo>
                    <a:pt x="9058" y="40763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F7B9BBB9-E791-AF4F-AB79-3E69985EE8F4}"/>
                </a:ext>
              </a:extLst>
            </p:cNvPr>
            <p:cNvSpPr/>
            <p:nvPr/>
          </p:nvSpPr>
          <p:spPr>
            <a:xfrm>
              <a:off x="7185730" y="2986049"/>
              <a:ext cx="453441" cy="15276"/>
            </a:xfrm>
            <a:custGeom>
              <a:avLst/>
              <a:gdLst>
                <a:gd name="connsiteX0" fmla="*/ 446877 w 453441"/>
                <a:gd name="connsiteY0" fmla="*/ 15213 h 15276"/>
                <a:gd name="connsiteX1" fmla="*/ 8487 w 453441"/>
                <a:gd name="connsiteY1" fmla="*/ 15213 h 15276"/>
                <a:gd name="connsiteX2" fmla="*/ 63 w 453441"/>
                <a:gd name="connsiteY2" fmla="*/ 8614 h 15276"/>
                <a:gd name="connsiteX3" fmla="*/ 6564 w 453441"/>
                <a:gd name="connsiteY3" fmla="*/ 63 h 15276"/>
                <a:gd name="connsiteX4" fmla="*/ 8487 w 453441"/>
                <a:gd name="connsiteY4" fmla="*/ 63 h 15276"/>
                <a:gd name="connsiteX5" fmla="*/ 446877 w 453441"/>
                <a:gd name="connsiteY5" fmla="*/ 63 h 15276"/>
                <a:gd name="connsiteX6" fmla="*/ 453379 w 453441"/>
                <a:gd name="connsiteY6" fmla="*/ 8614 h 15276"/>
                <a:gd name="connsiteX7" fmla="*/ 446877 w 453441"/>
                <a:gd name="connsiteY7" fmla="*/ 15213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41" h="15276">
                  <a:moveTo>
                    <a:pt x="446877" y="15213"/>
                  </a:moveTo>
                  <a:lnTo>
                    <a:pt x="8487" y="15213"/>
                  </a:lnTo>
                  <a:cubicBezTo>
                    <a:pt x="4365" y="15752"/>
                    <a:pt x="593" y="12798"/>
                    <a:pt x="63" y="8614"/>
                  </a:cubicBezTo>
                  <a:cubicBezTo>
                    <a:pt x="-468" y="4430"/>
                    <a:pt x="2442" y="602"/>
                    <a:pt x="6564" y="63"/>
                  </a:cubicBezTo>
                  <a:cubicBezTo>
                    <a:pt x="7202" y="-21"/>
                    <a:pt x="7848" y="-21"/>
                    <a:pt x="8487" y="63"/>
                  </a:cubicBezTo>
                  <a:lnTo>
                    <a:pt x="446877" y="63"/>
                  </a:lnTo>
                  <a:cubicBezTo>
                    <a:pt x="450999" y="602"/>
                    <a:pt x="453910" y="4430"/>
                    <a:pt x="453379" y="8614"/>
                  </a:cubicBezTo>
                  <a:cubicBezTo>
                    <a:pt x="452942" y="12058"/>
                    <a:pt x="450271" y="14770"/>
                    <a:pt x="446877" y="1521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9" name="Graphic 60">
            <a:extLst>
              <a:ext uri="{FF2B5EF4-FFF2-40B4-BE49-F238E27FC236}">
                <a16:creationId xmlns:a16="http://schemas.microsoft.com/office/drawing/2014/main" id="{49B35AEB-0B44-6345-82E3-DE71A2738F9F}"/>
              </a:ext>
            </a:extLst>
          </p:cNvPr>
          <p:cNvGrpSpPr/>
          <p:nvPr/>
        </p:nvGrpSpPr>
        <p:grpSpPr>
          <a:xfrm>
            <a:off x="7224231" y="2575466"/>
            <a:ext cx="354770" cy="460100"/>
            <a:chOff x="7237611" y="2597766"/>
            <a:chExt cx="354770" cy="460100"/>
          </a:xfrm>
          <a:solidFill>
            <a:srgbClr val="3B4550"/>
          </a:solidFill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48DE20E9-0346-AC44-9462-73DC380EE0E8}"/>
                </a:ext>
              </a:extLst>
            </p:cNvPr>
            <p:cNvSpPr/>
            <p:nvPr/>
          </p:nvSpPr>
          <p:spPr>
            <a:xfrm>
              <a:off x="7326515" y="2619976"/>
              <a:ext cx="57775" cy="58222"/>
            </a:xfrm>
            <a:custGeom>
              <a:avLst/>
              <a:gdLst>
                <a:gd name="connsiteX0" fmla="*/ 29500 w 57775"/>
                <a:gd name="connsiteY0" fmla="*/ 58215 h 58222"/>
                <a:gd name="connsiteX1" fmla="*/ 7 w 57775"/>
                <a:gd name="connsiteY1" fmla="*/ 29728 h 58222"/>
                <a:gd name="connsiteX2" fmla="*/ 28276 w 57775"/>
                <a:gd name="connsiteY2" fmla="*/ 7 h 58222"/>
                <a:gd name="connsiteX3" fmla="*/ 57769 w 57775"/>
                <a:gd name="connsiteY3" fmla="*/ 28494 h 58222"/>
                <a:gd name="connsiteX4" fmla="*/ 57776 w 57775"/>
                <a:gd name="connsiteY4" fmla="*/ 29105 h 58222"/>
                <a:gd name="connsiteX5" fmla="*/ 29500 w 57775"/>
                <a:gd name="connsiteY5" fmla="*/ 58215 h 58222"/>
                <a:gd name="connsiteX6" fmla="*/ 29500 w 57775"/>
                <a:gd name="connsiteY6" fmla="*/ 15042 h 58222"/>
                <a:gd name="connsiteX7" fmla="*/ 15302 w 57775"/>
                <a:gd name="connsiteY7" fmla="*/ 29105 h 58222"/>
                <a:gd name="connsiteX8" fmla="*/ 29256 w 57775"/>
                <a:gd name="connsiteY8" fmla="*/ 43412 h 58222"/>
                <a:gd name="connsiteX9" fmla="*/ 43454 w 57775"/>
                <a:gd name="connsiteY9" fmla="*/ 29350 h 58222"/>
                <a:gd name="connsiteX10" fmla="*/ 43454 w 57775"/>
                <a:gd name="connsiteY10" fmla="*/ 29105 h 58222"/>
                <a:gd name="connsiteX11" fmla="*/ 29623 w 57775"/>
                <a:gd name="connsiteY11" fmla="*/ 14920 h 58222"/>
                <a:gd name="connsiteX12" fmla="*/ 29500 w 57775"/>
                <a:gd name="connsiteY12" fmla="*/ 14919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75" h="58222">
                  <a:moveTo>
                    <a:pt x="29500" y="58215"/>
                  </a:moveTo>
                  <a:cubicBezTo>
                    <a:pt x="13549" y="58556"/>
                    <a:pt x="345" y="45802"/>
                    <a:pt x="7" y="29728"/>
                  </a:cubicBezTo>
                  <a:cubicBezTo>
                    <a:pt x="-331" y="13654"/>
                    <a:pt x="12325" y="347"/>
                    <a:pt x="28276" y="7"/>
                  </a:cubicBezTo>
                  <a:cubicBezTo>
                    <a:pt x="44227" y="-334"/>
                    <a:pt x="57431" y="12420"/>
                    <a:pt x="57769" y="28494"/>
                  </a:cubicBezTo>
                  <a:cubicBezTo>
                    <a:pt x="57774" y="28698"/>
                    <a:pt x="57776" y="28901"/>
                    <a:pt x="57776" y="29105"/>
                  </a:cubicBezTo>
                  <a:cubicBezTo>
                    <a:pt x="57779" y="44944"/>
                    <a:pt x="45215" y="57880"/>
                    <a:pt x="29500" y="58215"/>
                  </a:cubicBezTo>
                  <a:close/>
                  <a:moveTo>
                    <a:pt x="29500" y="15042"/>
                  </a:moveTo>
                  <a:cubicBezTo>
                    <a:pt x="21726" y="14975"/>
                    <a:pt x="15369" y="21270"/>
                    <a:pt x="15302" y="29105"/>
                  </a:cubicBezTo>
                  <a:cubicBezTo>
                    <a:pt x="15235" y="36939"/>
                    <a:pt x="21482" y="43344"/>
                    <a:pt x="29256" y="43412"/>
                  </a:cubicBezTo>
                  <a:cubicBezTo>
                    <a:pt x="37030" y="43480"/>
                    <a:pt x="43387" y="37184"/>
                    <a:pt x="43454" y="29350"/>
                  </a:cubicBezTo>
                  <a:cubicBezTo>
                    <a:pt x="43455" y="29268"/>
                    <a:pt x="43455" y="29186"/>
                    <a:pt x="43454" y="29105"/>
                  </a:cubicBezTo>
                  <a:cubicBezTo>
                    <a:pt x="43522" y="21339"/>
                    <a:pt x="37329" y="14988"/>
                    <a:pt x="29623" y="14920"/>
                  </a:cubicBezTo>
                  <a:cubicBezTo>
                    <a:pt x="29582" y="14919"/>
                    <a:pt x="29541" y="14919"/>
                    <a:pt x="29500" y="1491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733E0488-4467-D640-ACE3-AC46A968B3D7}"/>
                </a:ext>
              </a:extLst>
            </p:cNvPr>
            <p:cNvSpPr/>
            <p:nvPr/>
          </p:nvSpPr>
          <p:spPr>
            <a:xfrm>
              <a:off x="7302768" y="2678068"/>
              <a:ext cx="106008" cy="69816"/>
            </a:xfrm>
            <a:custGeom>
              <a:avLst/>
              <a:gdLst>
                <a:gd name="connsiteX0" fmla="*/ 99027 w 106008"/>
                <a:gd name="connsiteY0" fmla="*/ 69817 h 69816"/>
                <a:gd name="connsiteX1" fmla="*/ 91682 w 106008"/>
                <a:gd name="connsiteY1" fmla="*/ 62416 h 69816"/>
                <a:gd name="connsiteX2" fmla="*/ 91682 w 106008"/>
                <a:gd name="connsiteY2" fmla="*/ 30838 h 69816"/>
                <a:gd name="connsiteX3" fmla="*/ 75892 w 106008"/>
                <a:gd name="connsiteY3" fmla="*/ 14926 h 69816"/>
                <a:gd name="connsiteX4" fmla="*/ 30602 w 106008"/>
                <a:gd name="connsiteY4" fmla="*/ 14926 h 69816"/>
                <a:gd name="connsiteX5" fmla="*/ 14811 w 106008"/>
                <a:gd name="connsiteY5" fmla="*/ 30838 h 69816"/>
                <a:gd name="connsiteX6" fmla="*/ 14811 w 106008"/>
                <a:gd name="connsiteY6" fmla="*/ 62169 h 69816"/>
                <a:gd name="connsiteX7" fmla="*/ 6452 w 106008"/>
                <a:gd name="connsiteY7" fmla="*/ 68670 h 69816"/>
                <a:gd name="connsiteX8" fmla="*/ 0 w 106008"/>
                <a:gd name="connsiteY8" fmla="*/ 62169 h 69816"/>
                <a:gd name="connsiteX9" fmla="*/ 0 w 106008"/>
                <a:gd name="connsiteY9" fmla="*/ 30838 h 69816"/>
                <a:gd name="connsiteX10" fmla="*/ 30602 w 106008"/>
                <a:gd name="connsiteY10" fmla="*/ 0 h 69816"/>
                <a:gd name="connsiteX11" fmla="*/ 75892 w 106008"/>
                <a:gd name="connsiteY11" fmla="*/ 0 h 69816"/>
                <a:gd name="connsiteX12" fmla="*/ 106004 w 106008"/>
                <a:gd name="connsiteY12" fmla="*/ 30838 h 69816"/>
                <a:gd name="connsiteX13" fmla="*/ 106004 w 106008"/>
                <a:gd name="connsiteY13" fmla="*/ 62169 h 69816"/>
                <a:gd name="connsiteX14" fmla="*/ 99027 w 106008"/>
                <a:gd name="connsiteY14" fmla="*/ 69817 h 6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008" h="69816">
                  <a:moveTo>
                    <a:pt x="99027" y="69817"/>
                  </a:moveTo>
                  <a:cubicBezTo>
                    <a:pt x="94970" y="69817"/>
                    <a:pt x="91682" y="66503"/>
                    <a:pt x="91682" y="62416"/>
                  </a:cubicBezTo>
                  <a:lnTo>
                    <a:pt x="91682" y="30838"/>
                  </a:lnTo>
                  <a:cubicBezTo>
                    <a:pt x="91682" y="22050"/>
                    <a:pt x="84613" y="14926"/>
                    <a:pt x="75892" y="14926"/>
                  </a:cubicBezTo>
                  <a:lnTo>
                    <a:pt x="30602" y="14926"/>
                  </a:lnTo>
                  <a:cubicBezTo>
                    <a:pt x="21881" y="14926"/>
                    <a:pt x="14811" y="22050"/>
                    <a:pt x="14811" y="30838"/>
                  </a:cubicBezTo>
                  <a:lnTo>
                    <a:pt x="14811" y="62169"/>
                  </a:lnTo>
                  <a:cubicBezTo>
                    <a:pt x="14284" y="66291"/>
                    <a:pt x="10541" y="69201"/>
                    <a:pt x="6452" y="68670"/>
                  </a:cubicBezTo>
                  <a:cubicBezTo>
                    <a:pt x="3084" y="68233"/>
                    <a:pt x="434" y="65562"/>
                    <a:pt x="0" y="62169"/>
                  </a:cubicBezTo>
                  <a:lnTo>
                    <a:pt x="0" y="30838"/>
                  </a:lnTo>
                  <a:cubicBezTo>
                    <a:pt x="0" y="13807"/>
                    <a:pt x="13701" y="0"/>
                    <a:pt x="30602" y="0"/>
                  </a:cubicBezTo>
                  <a:lnTo>
                    <a:pt x="75892" y="0"/>
                  </a:lnTo>
                  <a:cubicBezTo>
                    <a:pt x="92601" y="269"/>
                    <a:pt x="106006" y="13997"/>
                    <a:pt x="106004" y="30838"/>
                  </a:cubicBezTo>
                  <a:lnTo>
                    <a:pt x="106004" y="62169"/>
                  </a:lnTo>
                  <a:cubicBezTo>
                    <a:pt x="106142" y="66211"/>
                    <a:pt x="103035" y="69617"/>
                    <a:pt x="99027" y="69817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38DC67D3-3BCA-B743-8DE4-0A3A9DBAEC29}"/>
                </a:ext>
              </a:extLst>
            </p:cNvPr>
            <p:cNvSpPr/>
            <p:nvPr/>
          </p:nvSpPr>
          <p:spPr>
            <a:xfrm>
              <a:off x="7263721" y="2597766"/>
              <a:ext cx="184343" cy="185767"/>
            </a:xfrm>
            <a:custGeom>
              <a:avLst/>
              <a:gdLst>
                <a:gd name="connsiteX0" fmla="*/ 92294 w 184343"/>
                <a:gd name="connsiteY0" fmla="*/ 185767 h 185767"/>
                <a:gd name="connsiteX1" fmla="*/ 0 w 184343"/>
                <a:gd name="connsiteY1" fmla="*/ 93007 h 185767"/>
                <a:gd name="connsiteX2" fmla="*/ 92049 w 184343"/>
                <a:gd name="connsiteY2" fmla="*/ 0 h 185767"/>
                <a:gd name="connsiteX3" fmla="*/ 184344 w 184343"/>
                <a:gd name="connsiteY3" fmla="*/ 92760 h 185767"/>
                <a:gd name="connsiteX4" fmla="*/ 184344 w 184343"/>
                <a:gd name="connsiteY4" fmla="*/ 92883 h 185767"/>
                <a:gd name="connsiteX5" fmla="*/ 92294 w 184343"/>
                <a:gd name="connsiteY5" fmla="*/ 185767 h 185767"/>
                <a:gd name="connsiteX6" fmla="*/ 92294 w 184343"/>
                <a:gd name="connsiteY6" fmla="*/ 15049 h 185767"/>
                <a:gd name="connsiteX7" fmla="*/ 15056 w 184343"/>
                <a:gd name="connsiteY7" fmla="*/ 92883 h 185767"/>
                <a:gd name="connsiteX8" fmla="*/ 92294 w 184343"/>
                <a:gd name="connsiteY8" fmla="*/ 170718 h 185767"/>
                <a:gd name="connsiteX9" fmla="*/ 169533 w 184343"/>
                <a:gd name="connsiteY9" fmla="*/ 92883 h 185767"/>
                <a:gd name="connsiteX10" fmla="*/ 92294 w 184343"/>
                <a:gd name="connsiteY10" fmla="*/ 15049 h 18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343" h="185767">
                  <a:moveTo>
                    <a:pt x="92294" y="185767"/>
                  </a:moveTo>
                  <a:cubicBezTo>
                    <a:pt x="41389" y="185835"/>
                    <a:pt x="68" y="144305"/>
                    <a:pt x="0" y="93007"/>
                  </a:cubicBezTo>
                  <a:cubicBezTo>
                    <a:pt x="-68" y="41709"/>
                    <a:pt x="41144" y="68"/>
                    <a:pt x="92049" y="0"/>
                  </a:cubicBezTo>
                  <a:cubicBezTo>
                    <a:pt x="142955" y="-68"/>
                    <a:pt x="184276" y="41462"/>
                    <a:pt x="184344" y="92760"/>
                  </a:cubicBezTo>
                  <a:cubicBezTo>
                    <a:pt x="184344" y="92801"/>
                    <a:pt x="184344" y="92842"/>
                    <a:pt x="184344" y="92883"/>
                  </a:cubicBezTo>
                  <a:cubicBezTo>
                    <a:pt x="184344" y="144134"/>
                    <a:pt x="143152" y="185699"/>
                    <a:pt x="92294" y="185767"/>
                  </a:cubicBezTo>
                  <a:close/>
                  <a:moveTo>
                    <a:pt x="92294" y="15049"/>
                  </a:moveTo>
                  <a:cubicBezTo>
                    <a:pt x="49637" y="15049"/>
                    <a:pt x="15056" y="49897"/>
                    <a:pt x="15056" y="92883"/>
                  </a:cubicBezTo>
                  <a:cubicBezTo>
                    <a:pt x="15056" y="135870"/>
                    <a:pt x="49637" y="170718"/>
                    <a:pt x="92294" y="170718"/>
                  </a:cubicBezTo>
                  <a:cubicBezTo>
                    <a:pt x="134952" y="170718"/>
                    <a:pt x="169533" y="135870"/>
                    <a:pt x="169533" y="92883"/>
                  </a:cubicBezTo>
                  <a:cubicBezTo>
                    <a:pt x="169465" y="49925"/>
                    <a:pt x="134924" y="15117"/>
                    <a:pt x="92294" y="1504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4DFFBFE7-48A3-794C-845B-EE574A6042B2}"/>
                </a:ext>
              </a:extLst>
            </p:cNvPr>
            <p:cNvSpPr/>
            <p:nvPr/>
          </p:nvSpPr>
          <p:spPr>
            <a:xfrm>
              <a:off x="7471199" y="2894426"/>
              <a:ext cx="57775" cy="58221"/>
            </a:xfrm>
            <a:custGeom>
              <a:avLst/>
              <a:gdLst>
                <a:gd name="connsiteX0" fmla="*/ 28888 w 57775"/>
                <a:gd name="connsiteY0" fmla="*/ 58222 h 58221"/>
                <a:gd name="connsiteX1" fmla="*/ 0 w 57775"/>
                <a:gd name="connsiteY1" fmla="*/ 29111 h 58221"/>
                <a:gd name="connsiteX2" fmla="*/ 28888 w 57775"/>
                <a:gd name="connsiteY2" fmla="*/ 0 h 58221"/>
                <a:gd name="connsiteX3" fmla="*/ 57776 w 57775"/>
                <a:gd name="connsiteY3" fmla="*/ 29111 h 58221"/>
                <a:gd name="connsiteX4" fmla="*/ 28888 w 57775"/>
                <a:gd name="connsiteY4" fmla="*/ 58222 h 58221"/>
                <a:gd name="connsiteX5" fmla="*/ 28888 w 57775"/>
                <a:gd name="connsiteY5" fmla="*/ 15049 h 58221"/>
                <a:gd name="connsiteX6" fmla="*/ 14812 w 57775"/>
                <a:gd name="connsiteY6" fmla="*/ 29235 h 58221"/>
                <a:gd name="connsiteX7" fmla="*/ 28889 w 57775"/>
                <a:gd name="connsiteY7" fmla="*/ 43420 h 58221"/>
                <a:gd name="connsiteX8" fmla="*/ 42965 w 57775"/>
                <a:gd name="connsiteY8" fmla="*/ 29234 h 58221"/>
                <a:gd name="connsiteX9" fmla="*/ 42965 w 57775"/>
                <a:gd name="connsiteY9" fmla="*/ 29111 h 58221"/>
                <a:gd name="connsiteX10" fmla="*/ 29011 w 57775"/>
                <a:gd name="connsiteY10" fmla="*/ 15048 h 58221"/>
                <a:gd name="connsiteX11" fmla="*/ 28888 w 57775"/>
                <a:gd name="connsiteY11" fmla="*/ 15049 h 5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775" h="58221">
                  <a:moveTo>
                    <a:pt x="28888" y="58222"/>
                  </a:moveTo>
                  <a:cubicBezTo>
                    <a:pt x="12934" y="58222"/>
                    <a:pt x="0" y="45188"/>
                    <a:pt x="0" y="29111"/>
                  </a:cubicBezTo>
                  <a:cubicBezTo>
                    <a:pt x="0" y="13033"/>
                    <a:pt x="12934" y="0"/>
                    <a:pt x="28888" y="0"/>
                  </a:cubicBezTo>
                  <a:cubicBezTo>
                    <a:pt x="44842" y="0"/>
                    <a:pt x="57776" y="13033"/>
                    <a:pt x="57776" y="29111"/>
                  </a:cubicBezTo>
                  <a:cubicBezTo>
                    <a:pt x="57776" y="45188"/>
                    <a:pt x="44842" y="58222"/>
                    <a:pt x="28888" y="58222"/>
                  </a:cubicBezTo>
                  <a:close/>
                  <a:moveTo>
                    <a:pt x="28888" y="15049"/>
                  </a:moveTo>
                  <a:cubicBezTo>
                    <a:pt x="21114" y="15049"/>
                    <a:pt x="14811" y="21400"/>
                    <a:pt x="14812" y="29235"/>
                  </a:cubicBezTo>
                  <a:cubicBezTo>
                    <a:pt x="14812" y="37069"/>
                    <a:pt x="21115" y="43420"/>
                    <a:pt x="28889" y="43420"/>
                  </a:cubicBezTo>
                  <a:cubicBezTo>
                    <a:pt x="36663" y="43419"/>
                    <a:pt x="42965" y="37068"/>
                    <a:pt x="42965" y="29234"/>
                  </a:cubicBezTo>
                  <a:cubicBezTo>
                    <a:pt x="42965" y="29193"/>
                    <a:pt x="42965" y="29152"/>
                    <a:pt x="42965" y="29111"/>
                  </a:cubicBezTo>
                  <a:cubicBezTo>
                    <a:pt x="42965" y="21345"/>
                    <a:pt x="36718" y="15049"/>
                    <a:pt x="29011" y="15048"/>
                  </a:cubicBezTo>
                  <a:cubicBezTo>
                    <a:pt x="28970" y="15048"/>
                    <a:pt x="28929" y="15049"/>
                    <a:pt x="28888" y="1504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0093BC9D-DCBF-EE43-AF36-61C366DE5CB7}"/>
                </a:ext>
              </a:extLst>
            </p:cNvPr>
            <p:cNvSpPr/>
            <p:nvPr/>
          </p:nvSpPr>
          <p:spPr>
            <a:xfrm>
              <a:off x="7446963" y="2952771"/>
              <a:ext cx="106370" cy="69571"/>
            </a:xfrm>
            <a:custGeom>
              <a:avLst/>
              <a:gdLst>
                <a:gd name="connsiteX0" fmla="*/ 99027 w 106370"/>
                <a:gd name="connsiteY0" fmla="*/ 69570 h 69571"/>
                <a:gd name="connsiteX1" fmla="*/ 91561 w 106370"/>
                <a:gd name="connsiteY1" fmla="*/ 62293 h 69571"/>
                <a:gd name="connsiteX2" fmla="*/ 91560 w 106370"/>
                <a:gd name="connsiteY2" fmla="*/ 62169 h 69571"/>
                <a:gd name="connsiteX3" fmla="*/ 91560 w 106370"/>
                <a:gd name="connsiteY3" fmla="*/ 30838 h 69571"/>
                <a:gd name="connsiteX4" fmla="*/ 75769 w 106370"/>
                <a:gd name="connsiteY4" fmla="*/ 15172 h 69571"/>
                <a:gd name="connsiteX5" fmla="*/ 30602 w 106370"/>
                <a:gd name="connsiteY5" fmla="*/ 15172 h 69571"/>
                <a:gd name="connsiteX6" fmla="*/ 14811 w 106370"/>
                <a:gd name="connsiteY6" fmla="*/ 31085 h 69571"/>
                <a:gd name="connsiteX7" fmla="*/ 14811 w 106370"/>
                <a:gd name="connsiteY7" fmla="*/ 62416 h 69571"/>
                <a:gd name="connsiteX8" fmla="*/ 6452 w 106370"/>
                <a:gd name="connsiteY8" fmla="*/ 68917 h 69571"/>
                <a:gd name="connsiteX9" fmla="*/ 0 w 106370"/>
                <a:gd name="connsiteY9" fmla="*/ 62416 h 69571"/>
                <a:gd name="connsiteX10" fmla="*/ 0 w 106370"/>
                <a:gd name="connsiteY10" fmla="*/ 30838 h 69571"/>
                <a:gd name="connsiteX11" fmla="*/ 30602 w 106370"/>
                <a:gd name="connsiteY11" fmla="*/ 0 h 69571"/>
                <a:gd name="connsiteX12" fmla="*/ 75769 w 106370"/>
                <a:gd name="connsiteY12" fmla="*/ 0 h 69571"/>
                <a:gd name="connsiteX13" fmla="*/ 106371 w 106370"/>
                <a:gd name="connsiteY13" fmla="*/ 30838 h 69571"/>
                <a:gd name="connsiteX14" fmla="*/ 106371 w 106370"/>
                <a:gd name="connsiteY14" fmla="*/ 62169 h 69571"/>
                <a:gd name="connsiteX15" fmla="*/ 99027 w 106370"/>
                <a:gd name="connsiteY15" fmla="*/ 69570 h 6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6370" h="69571">
                  <a:moveTo>
                    <a:pt x="99027" y="69570"/>
                  </a:moveTo>
                  <a:cubicBezTo>
                    <a:pt x="94971" y="69638"/>
                    <a:pt x="91628" y="66380"/>
                    <a:pt x="91561" y="62293"/>
                  </a:cubicBezTo>
                  <a:cubicBezTo>
                    <a:pt x="91560" y="62252"/>
                    <a:pt x="91560" y="62211"/>
                    <a:pt x="91560" y="62169"/>
                  </a:cubicBezTo>
                  <a:lnTo>
                    <a:pt x="91560" y="30838"/>
                  </a:lnTo>
                  <a:cubicBezTo>
                    <a:pt x="91426" y="22146"/>
                    <a:pt x="84396" y="15171"/>
                    <a:pt x="75769" y="15172"/>
                  </a:cubicBezTo>
                  <a:lnTo>
                    <a:pt x="30602" y="15172"/>
                  </a:lnTo>
                  <a:cubicBezTo>
                    <a:pt x="21881" y="15172"/>
                    <a:pt x="14811" y="22296"/>
                    <a:pt x="14811" y="31085"/>
                  </a:cubicBezTo>
                  <a:lnTo>
                    <a:pt x="14811" y="62416"/>
                  </a:lnTo>
                  <a:cubicBezTo>
                    <a:pt x="14284" y="66537"/>
                    <a:pt x="10541" y="69448"/>
                    <a:pt x="6452" y="68917"/>
                  </a:cubicBezTo>
                  <a:cubicBezTo>
                    <a:pt x="3084" y="68480"/>
                    <a:pt x="434" y="65809"/>
                    <a:pt x="0" y="62416"/>
                  </a:cubicBezTo>
                  <a:lnTo>
                    <a:pt x="0" y="30838"/>
                  </a:lnTo>
                  <a:cubicBezTo>
                    <a:pt x="0" y="13807"/>
                    <a:pt x="13701" y="0"/>
                    <a:pt x="30602" y="0"/>
                  </a:cubicBezTo>
                  <a:lnTo>
                    <a:pt x="75769" y="0"/>
                  </a:lnTo>
                  <a:cubicBezTo>
                    <a:pt x="92670" y="0"/>
                    <a:pt x="106371" y="13807"/>
                    <a:pt x="106371" y="30838"/>
                  </a:cubicBezTo>
                  <a:lnTo>
                    <a:pt x="106371" y="62169"/>
                  </a:lnTo>
                  <a:cubicBezTo>
                    <a:pt x="106371" y="66257"/>
                    <a:pt x="103083" y="69570"/>
                    <a:pt x="99027" y="6957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3DD8A52-A848-4C45-874F-8B6242D2967A}"/>
                </a:ext>
              </a:extLst>
            </p:cNvPr>
            <p:cNvSpPr/>
            <p:nvPr/>
          </p:nvSpPr>
          <p:spPr>
            <a:xfrm>
              <a:off x="7408283" y="2872347"/>
              <a:ext cx="184098" cy="185520"/>
            </a:xfrm>
            <a:custGeom>
              <a:avLst/>
              <a:gdLst>
                <a:gd name="connsiteX0" fmla="*/ 91805 w 184098"/>
                <a:gd name="connsiteY0" fmla="*/ 185520 h 185520"/>
                <a:gd name="connsiteX1" fmla="*/ 0 w 184098"/>
                <a:gd name="connsiteY1" fmla="*/ 92514 h 185520"/>
                <a:gd name="connsiteX2" fmla="*/ 92294 w 184098"/>
                <a:gd name="connsiteY2" fmla="*/ 0 h 185520"/>
                <a:gd name="connsiteX3" fmla="*/ 184099 w 184098"/>
                <a:gd name="connsiteY3" fmla="*/ 92760 h 185520"/>
                <a:gd name="connsiteX4" fmla="*/ 91805 w 184098"/>
                <a:gd name="connsiteY4" fmla="*/ 185520 h 185520"/>
                <a:gd name="connsiteX5" fmla="*/ 91805 w 184098"/>
                <a:gd name="connsiteY5" fmla="*/ 14925 h 185520"/>
                <a:gd name="connsiteX6" fmla="*/ 14689 w 184098"/>
                <a:gd name="connsiteY6" fmla="*/ 92883 h 185520"/>
                <a:gd name="connsiteX7" fmla="*/ 92049 w 184098"/>
                <a:gd name="connsiteY7" fmla="*/ 170594 h 185520"/>
                <a:gd name="connsiteX8" fmla="*/ 169165 w 184098"/>
                <a:gd name="connsiteY8" fmla="*/ 92760 h 185520"/>
                <a:gd name="connsiteX9" fmla="*/ 91805 w 184098"/>
                <a:gd name="connsiteY9" fmla="*/ 14925 h 18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98" h="185520">
                  <a:moveTo>
                    <a:pt x="91805" y="185520"/>
                  </a:moveTo>
                  <a:cubicBezTo>
                    <a:pt x="40967" y="185384"/>
                    <a:pt x="-135" y="143743"/>
                    <a:pt x="0" y="92514"/>
                  </a:cubicBezTo>
                  <a:cubicBezTo>
                    <a:pt x="136" y="41284"/>
                    <a:pt x="41457" y="-136"/>
                    <a:pt x="92294" y="0"/>
                  </a:cubicBezTo>
                  <a:cubicBezTo>
                    <a:pt x="143036" y="136"/>
                    <a:pt x="184099" y="41626"/>
                    <a:pt x="184099" y="92760"/>
                  </a:cubicBezTo>
                  <a:cubicBezTo>
                    <a:pt x="184031" y="144058"/>
                    <a:pt x="142710" y="185588"/>
                    <a:pt x="91805" y="185520"/>
                  </a:cubicBezTo>
                  <a:close/>
                  <a:moveTo>
                    <a:pt x="91805" y="14925"/>
                  </a:moveTo>
                  <a:cubicBezTo>
                    <a:pt x="49147" y="14993"/>
                    <a:pt x="14621" y="49896"/>
                    <a:pt x="14689" y="92883"/>
                  </a:cubicBezTo>
                  <a:cubicBezTo>
                    <a:pt x="14756" y="135870"/>
                    <a:pt x="49392" y="170663"/>
                    <a:pt x="92049" y="170594"/>
                  </a:cubicBezTo>
                  <a:cubicBezTo>
                    <a:pt x="134659" y="170526"/>
                    <a:pt x="169165" y="135699"/>
                    <a:pt x="169165" y="92760"/>
                  </a:cubicBezTo>
                  <a:cubicBezTo>
                    <a:pt x="169098" y="49753"/>
                    <a:pt x="134482" y="14925"/>
                    <a:pt x="91805" y="14925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C5B6E05-8A0D-CD41-815F-31BBA61173C7}"/>
                </a:ext>
              </a:extLst>
            </p:cNvPr>
            <p:cNvSpPr/>
            <p:nvPr/>
          </p:nvSpPr>
          <p:spPr>
            <a:xfrm>
              <a:off x="7237611" y="2666401"/>
              <a:ext cx="339149" cy="338548"/>
            </a:xfrm>
            <a:custGeom>
              <a:avLst/>
              <a:gdLst>
                <a:gd name="connsiteX0" fmla="*/ 169448 w 339149"/>
                <a:gd name="connsiteY0" fmla="*/ 338548 h 338548"/>
                <a:gd name="connsiteX1" fmla="*/ 0 w 339149"/>
                <a:gd name="connsiteY1" fmla="*/ 167374 h 338548"/>
                <a:gd name="connsiteX2" fmla="*/ 37983 w 339149"/>
                <a:gd name="connsiteY2" fmla="*/ 59774 h 338548"/>
                <a:gd name="connsiteX3" fmla="*/ 44471 w 339149"/>
                <a:gd name="connsiteY3" fmla="*/ 57061 h 338548"/>
                <a:gd name="connsiteX4" fmla="*/ 50224 w 339149"/>
                <a:gd name="connsiteY4" fmla="*/ 61008 h 338548"/>
                <a:gd name="connsiteX5" fmla="*/ 155062 w 339149"/>
                <a:gd name="connsiteY5" fmla="*/ 92528 h 338548"/>
                <a:gd name="connsiteX6" fmla="*/ 195643 w 339149"/>
                <a:gd name="connsiteY6" fmla="*/ 24249 h 338548"/>
                <a:gd name="connsiteX7" fmla="*/ 194174 w 339149"/>
                <a:gd name="connsiteY7" fmla="*/ 8954 h 338548"/>
                <a:gd name="connsiteX8" fmla="*/ 199539 w 339149"/>
                <a:gd name="connsiteY8" fmla="*/ 196 h 338548"/>
                <a:gd name="connsiteX9" fmla="*/ 202864 w 339149"/>
                <a:gd name="connsiteY9" fmla="*/ 196 h 338548"/>
                <a:gd name="connsiteX10" fmla="*/ 335795 w 339149"/>
                <a:gd name="connsiteY10" fmla="*/ 201475 h 338548"/>
                <a:gd name="connsiteX11" fmla="*/ 324536 w 339149"/>
                <a:gd name="connsiteY11" fmla="*/ 237154 h 338548"/>
                <a:gd name="connsiteX12" fmla="*/ 319395 w 339149"/>
                <a:gd name="connsiteY12" fmla="*/ 241471 h 338548"/>
                <a:gd name="connsiteX13" fmla="*/ 312908 w 339149"/>
                <a:gd name="connsiteY13" fmla="*/ 239744 h 338548"/>
                <a:gd name="connsiteX14" fmla="*/ 203905 w 339149"/>
                <a:gd name="connsiteY14" fmla="*/ 246868 h 338548"/>
                <a:gd name="connsiteX15" fmla="*/ 190501 w 339149"/>
                <a:gd name="connsiteY15" fmla="*/ 327817 h 338548"/>
                <a:gd name="connsiteX16" fmla="*/ 190501 w 339149"/>
                <a:gd name="connsiteY16" fmla="*/ 334478 h 338548"/>
                <a:gd name="connsiteX17" fmla="*/ 184871 w 339149"/>
                <a:gd name="connsiteY17" fmla="*/ 338055 h 338548"/>
                <a:gd name="connsiteX18" fmla="*/ 169448 w 339149"/>
                <a:gd name="connsiteY18" fmla="*/ 338548 h 338548"/>
                <a:gd name="connsiteX19" fmla="*/ 43124 w 339149"/>
                <a:gd name="connsiteY19" fmla="*/ 77660 h 338548"/>
                <a:gd name="connsiteX20" fmla="*/ 79180 w 339149"/>
                <a:gd name="connsiteY20" fmla="*/ 295322 h 338548"/>
                <a:gd name="connsiteX21" fmla="*/ 169448 w 339149"/>
                <a:gd name="connsiteY21" fmla="*/ 324363 h 338548"/>
                <a:gd name="connsiteX22" fmla="*/ 173854 w 339149"/>
                <a:gd name="connsiteY22" fmla="*/ 324363 h 338548"/>
                <a:gd name="connsiteX23" fmla="*/ 170427 w 339149"/>
                <a:gd name="connsiteY23" fmla="*/ 299693 h 338548"/>
                <a:gd name="connsiteX24" fmla="*/ 262476 w 339149"/>
                <a:gd name="connsiteY24" fmla="*/ 206932 h 338548"/>
                <a:gd name="connsiteX25" fmla="*/ 314499 w 339149"/>
                <a:gd name="connsiteY25" fmla="*/ 223215 h 338548"/>
                <a:gd name="connsiteX26" fmla="*/ 324291 w 339149"/>
                <a:gd name="connsiteY26" fmla="*/ 168817 h 338548"/>
                <a:gd name="connsiteX27" fmla="*/ 210209 w 339149"/>
                <a:gd name="connsiteY27" fmla="*/ 17835 h 338548"/>
                <a:gd name="connsiteX28" fmla="*/ 210209 w 339149"/>
                <a:gd name="connsiteY28" fmla="*/ 24866 h 338548"/>
                <a:gd name="connsiteX29" fmla="*/ 117242 w 339149"/>
                <a:gd name="connsiteY29" fmla="*/ 116692 h 338548"/>
                <a:gd name="connsiteX30" fmla="*/ 43124 w 339149"/>
                <a:gd name="connsiteY30" fmla="*/ 77660 h 33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9149" h="338548">
                  <a:moveTo>
                    <a:pt x="169448" y="338548"/>
                  </a:moveTo>
                  <a:cubicBezTo>
                    <a:pt x="75750" y="338433"/>
                    <a:pt x="-114" y="261796"/>
                    <a:pt x="0" y="167374"/>
                  </a:cubicBezTo>
                  <a:cubicBezTo>
                    <a:pt x="48" y="128181"/>
                    <a:pt x="13457" y="90193"/>
                    <a:pt x="37983" y="59774"/>
                  </a:cubicBezTo>
                  <a:cubicBezTo>
                    <a:pt x="39549" y="57819"/>
                    <a:pt x="41991" y="56797"/>
                    <a:pt x="44471" y="57061"/>
                  </a:cubicBezTo>
                  <a:cubicBezTo>
                    <a:pt x="46933" y="57297"/>
                    <a:pt x="49103" y="58786"/>
                    <a:pt x="50224" y="61008"/>
                  </a:cubicBezTo>
                  <a:cubicBezTo>
                    <a:pt x="70537" y="98886"/>
                    <a:pt x="117474" y="112998"/>
                    <a:pt x="155062" y="92528"/>
                  </a:cubicBezTo>
                  <a:cubicBezTo>
                    <a:pt x="179967" y="78965"/>
                    <a:pt x="195532" y="52777"/>
                    <a:pt x="195643" y="24249"/>
                  </a:cubicBezTo>
                  <a:cubicBezTo>
                    <a:pt x="195639" y="19115"/>
                    <a:pt x="195147" y="13993"/>
                    <a:pt x="194174" y="8954"/>
                  </a:cubicBezTo>
                  <a:cubicBezTo>
                    <a:pt x="193255" y="5042"/>
                    <a:pt x="195657" y="1121"/>
                    <a:pt x="199539" y="196"/>
                  </a:cubicBezTo>
                  <a:cubicBezTo>
                    <a:pt x="200632" y="-65"/>
                    <a:pt x="201771" y="-65"/>
                    <a:pt x="202864" y="196"/>
                  </a:cubicBezTo>
                  <a:cubicBezTo>
                    <a:pt x="294728" y="18786"/>
                    <a:pt x="354244" y="108902"/>
                    <a:pt x="335795" y="201475"/>
                  </a:cubicBezTo>
                  <a:cubicBezTo>
                    <a:pt x="333350" y="213747"/>
                    <a:pt x="329574" y="225712"/>
                    <a:pt x="324536" y="237154"/>
                  </a:cubicBezTo>
                  <a:cubicBezTo>
                    <a:pt x="323549" y="239295"/>
                    <a:pt x="321663" y="240879"/>
                    <a:pt x="319395" y="241471"/>
                  </a:cubicBezTo>
                  <a:cubicBezTo>
                    <a:pt x="317083" y="241982"/>
                    <a:pt x="314668" y="241340"/>
                    <a:pt x="312908" y="239744"/>
                  </a:cubicBezTo>
                  <a:cubicBezTo>
                    <a:pt x="280855" y="211379"/>
                    <a:pt x="232053" y="214568"/>
                    <a:pt x="203905" y="246868"/>
                  </a:cubicBezTo>
                  <a:cubicBezTo>
                    <a:pt x="184537" y="269093"/>
                    <a:pt x="179343" y="300459"/>
                    <a:pt x="190501" y="327817"/>
                  </a:cubicBezTo>
                  <a:cubicBezTo>
                    <a:pt x="191611" y="329896"/>
                    <a:pt x="191611" y="332398"/>
                    <a:pt x="190501" y="334478"/>
                  </a:cubicBezTo>
                  <a:cubicBezTo>
                    <a:pt x="189299" y="336508"/>
                    <a:pt x="187207" y="337837"/>
                    <a:pt x="184871" y="338055"/>
                  </a:cubicBezTo>
                  <a:cubicBezTo>
                    <a:pt x="179363" y="338548"/>
                    <a:pt x="174344" y="338548"/>
                    <a:pt x="169448" y="338548"/>
                  </a:cubicBezTo>
                  <a:close/>
                  <a:moveTo>
                    <a:pt x="43124" y="77660"/>
                  </a:moveTo>
                  <a:cubicBezTo>
                    <a:pt x="-6564" y="147799"/>
                    <a:pt x="9579" y="245249"/>
                    <a:pt x="79180" y="295322"/>
                  </a:cubicBezTo>
                  <a:cubicBezTo>
                    <a:pt x="105519" y="314270"/>
                    <a:pt x="137086" y="324426"/>
                    <a:pt x="169448" y="324363"/>
                  </a:cubicBezTo>
                  <a:lnTo>
                    <a:pt x="173854" y="324363"/>
                  </a:lnTo>
                  <a:cubicBezTo>
                    <a:pt x="171643" y="316327"/>
                    <a:pt x="170491" y="308032"/>
                    <a:pt x="170427" y="299693"/>
                  </a:cubicBezTo>
                  <a:cubicBezTo>
                    <a:pt x="170494" y="248491"/>
                    <a:pt x="211667" y="207000"/>
                    <a:pt x="262476" y="206932"/>
                  </a:cubicBezTo>
                  <a:cubicBezTo>
                    <a:pt x="281058" y="206892"/>
                    <a:pt x="299209" y="212573"/>
                    <a:pt x="314499" y="223215"/>
                  </a:cubicBezTo>
                  <a:cubicBezTo>
                    <a:pt x="320994" y="205826"/>
                    <a:pt x="324312" y="187396"/>
                    <a:pt x="324291" y="168817"/>
                  </a:cubicBezTo>
                  <a:cubicBezTo>
                    <a:pt x="324323" y="98350"/>
                    <a:pt x="277625" y="36548"/>
                    <a:pt x="210209" y="17835"/>
                  </a:cubicBezTo>
                  <a:cubicBezTo>
                    <a:pt x="210331" y="20177"/>
                    <a:pt x="210331" y="22524"/>
                    <a:pt x="210209" y="24866"/>
                  </a:cubicBezTo>
                  <a:cubicBezTo>
                    <a:pt x="209700" y="76093"/>
                    <a:pt x="168077" y="117205"/>
                    <a:pt x="117242" y="116692"/>
                  </a:cubicBezTo>
                  <a:cubicBezTo>
                    <a:pt x="87759" y="116395"/>
                    <a:pt x="60201" y="101882"/>
                    <a:pt x="43124" y="7766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5704964-425F-EF42-BDB4-566346182E93}"/>
                </a:ext>
              </a:extLst>
            </p:cNvPr>
            <p:cNvSpPr/>
            <p:nvPr/>
          </p:nvSpPr>
          <p:spPr>
            <a:xfrm>
              <a:off x="7479384" y="2678570"/>
              <a:ext cx="47011" cy="52662"/>
            </a:xfrm>
            <a:custGeom>
              <a:avLst/>
              <a:gdLst>
                <a:gd name="connsiteX0" fmla="*/ 13726 w 47011"/>
                <a:gd name="connsiteY0" fmla="*/ 52662 h 52662"/>
                <a:gd name="connsiteX1" fmla="*/ 6504 w 47011"/>
                <a:gd name="connsiteY1" fmla="*/ 46618 h 52662"/>
                <a:gd name="connsiteX2" fmla="*/ 139 w 47011"/>
                <a:gd name="connsiteY2" fmla="*/ 14670 h 52662"/>
                <a:gd name="connsiteX3" fmla="*/ 1363 w 47011"/>
                <a:gd name="connsiteY3" fmla="*/ 8996 h 52662"/>
                <a:gd name="connsiteX4" fmla="*/ 6137 w 47011"/>
                <a:gd name="connsiteY4" fmla="*/ 5665 h 52662"/>
                <a:gd name="connsiteX5" fmla="*/ 38329 w 47011"/>
                <a:gd name="connsiteY5" fmla="*/ 115 h 52662"/>
                <a:gd name="connsiteX6" fmla="*/ 46898 w 47011"/>
                <a:gd name="connsiteY6" fmla="*/ 6159 h 52662"/>
                <a:gd name="connsiteX7" fmla="*/ 40900 w 47011"/>
                <a:gd name="connsiteY7" fmla="*/ 14793 h 52662"/>
                <a:gd name="connsiteX8" fmla="*/ 16419 w 47011"/>
                <a:gd name="connsiteY8" fmla="*/ 19111 h 52662"/>
                <a:gd name="connsiteX9" fmla="*/ 21315 w 47011"/>
                <a:gd name="connsiteY9" fmla="*/ 43781 h 52662"/>
                <a:gd name="connsiteX10" fmla="*/ 15440 w 47011"/>
                <a:gd name="connsiteY10" fmla="*/ 52539 h 5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11" h="52662">
                  <a:moveTo>
                    <a:pt x="13726" y="52662"/>
                  </a:moveTo>
                  <a:cubicBezTo>
                    <a:pt x="10205" y="52615"/>
                    <a:pt x="7196" y="50097"/>
                    <a:pt x="6504" y="46618"/>
                  </a:cubicBezTo>
                  <a:lnTo>
                    <a:pt x="139" y="14670"/>
                  </a:lnTo>
                  <a:cubicBezTo>
                    <a:pt x="-252" y="12690"/>
                    <a:pt x="191" y="10634"/>
                    <a:pt x="1363" y="8996"/>
                  </a:cubicBezTo>
                  <a:cubicBezTo>
                    <a:pt x="2443" y="7282"/>
                    <a:pt x="4165" y="6081"/>
                    <a:pt x="6137" y="5665"/>
                  </a:cubicBezTo>
                  <a:lnTo>
                    <a:pt x="38329" y="115"/>
                  </a:lnTo>
                  <a:cubicBezTo>
                    <a:pt x="42352" y="-601"/>
                    <a:pt x="46188" y="2105"/>
                    <a:pt x="46898" y="6159"/>
                  </a:cubicBezTo>
                  <a:cubicBezTo>
                    <a:pt x="47608" y="10212"/>
                    <a:pt x="44922" y="14078"/>
                    <a:pt x="40900" y="14793"/>
                  </a:cubicBezTo>
                  <a:lnTo>
                    <a:pt x="16419" y="19111"/>
                  </a:lnTo>
                  <a:lnTo>
                    <a:pt x="21315" y="43781"/>
                  </a:lnTo>
                  <a:cubicBezTo>
                    <a:pt x="22064" y="47829"/>
                    <a:pt x="19446" y="51731"/>
                    <a:pt x="15440" y="5253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F05EB83-74CF-B94F-9617-71660D311E19}"/>
                </a:ext>
              </a:extLst>
            </p:cNvPr>
            <p:cNvSpPr/>
            <p:nvPr/>
          </p:nvSpPr>
          <p:spPr>
            <a:xfrm>
              <a:off x="7287075" y="2939916"/>
              <a:ext cx="47421" cy="52724"/>
            </a:xfrm>
            <a:custGeom>
              <a:avLst/>
              <a:gdLst>
                <a:gd name="connsiteX0" fmla="*/ 7982 w 47421"/>
                <a:gd name="connsiteY0" fmla="*/ 52698 h 52724"/>
                <a:gd name="connsiteX1" fmla="*/ 26 w 47421"/>
                <a:gd name="connsiteY1" fmla="*/ 45914 h 52724"/>
                <a:gd name="connsiteX2" fmla="*/ 6758 w 47421"/>
                <a:gd name="connsiteY2" fmla="*/ 37896 h 52724"/>
                <a:gd name="connsiteX3" fmla="*/ 31239 w 47421"/>
                <a:gd name="connsiteY3" fmla="*/ 33579 h 52724"/>
                <a:gd name="connsiteX4" fmla="*/ 26343 w 47421"/>
                <a:gd name="connsiteY4" fmla="*/ 8908 h 52724"/>
                <a:gd name="connsiteX5" fmla="*/ 32219 w 47421"/>
                <a:gd name="connsiteY5" fmla="*/ 150 h 52724"/>
                <a:gd name="connsiteX6" fmla="*/ 40881 w 47421"/>
                <a:gd name="connsiteY6" fmla="*/ 5925 h 52724"/>
                <a:gd name="connsiteX7" fmla="*/ 40910 w 47421"/>
                <a:gd name="connsiteY7" fmla="*/ 6071 h 52724"/>
                <a:gd name="connsiteX8" fmla="*/ 47275 w 47421"/>
                <a:gd name="connsiteY8" fmla="*/ 37896 h 52724"/>
                <a:gd name="connsiteX9" fmla="*/ 46051 w 47421"/>
                <a:gd name="connsiteY9" fmla="*/ 43570 h 52724"/>
                <a:gd name="connsiteX10" fmla="*/ 41277 w 47421"/>
                <a:gd name="connsiteY10" fmla="*/ 46777 h 52724"/>
                <a:gd name="connsiteX11" fmla="*/ 9329 w 47421"/>
                <a:gd name="connsiteY11" fmla="*/ 52698 h 5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421" h="52724">
                  <a:moveTo>
                    <a:pt x="7982" y="52698"/>
                  </a:moveTo>
                  <a:cubicBezTo>
                    <a:pt x="3926" y="53039"/>
                    <a:pt x="364" y="50001"/>
                    <a:pt x="26" y="45914"/>
                  </a:cubicBezTo>
                  <a:cubicBezTo>
                    <a:pt x="-312" y="41826"/>
                    <a:pt x="2702" y="38237"/>
                    <a:pt x="6758" y="37896"/>
                  </a:cubicBezTo>
                  <a:lnTo>
                    <a:pt x="31239" y="33579"/>
                  </a:lnTo>
                  <a:lnTo>
                    <a:pt x="26343" y="8908"/>
                  </a:lnTo>
                  <a:cubicBezTo>
                    <a:pt x="25594" y="4861"/>
                    <a:pt x="28212" y="958"/>
                    <a:pt x="32219" y="150"/>
                  </a:cubicBezTo>
                  <a:cubicBezTo>
                    <a:pt x="36193" y="-666"/>
                    <a:pt x="40072" y="1920"/>
                    <a:pt x="40881" y="5925"/>
                  </a:cubicBezTo>
                  <a:cubicBezTo>
                    <a:pt x="40891" y="5974"/>
                    <a:pt x="40901" y="6022"/>
                    <a:pt x="40910" y="6071"/>
                  </a:cubicBezTo>
                  <a:lnTo>
                    <a:pt x="47275" y="37896"/>
                  </a:lnTo>
                  <a:cubicBezTo>
                    <a:pt x="47681" y="39877"/>
                    <a:pt x="47236" y="41938"/>
                    <a:pt x="46051" y="43570"/>
                  </a:cubicBezTo>
                  <a:cubicBezTo>
                    <a:pt x="44967" y="45258"/>
                    <a:pt x="43239" y="46418"/>
                    <a:pt x="41277" y="46777"/>
                  </a:cubicBezTo>
                  <a:lnTo>
                    <a:pt x="9329" y="52698"/>
                  </a:ln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9" name="Graphic 62">
            <a:extLst>
              <a:ext uri="{FF2B5EF4-FFF2-40B4-BE49-F238E27FC236}">
                <a16:creationId xmlns:a16="http://schemas.microsoft.com/office/drawing/2014/main" id="{02F33D95-28F2-4E4E-AD9A-46158A7838B6}"/>
              </a:ext>
            </a:extLst>
          </p:cNvPr>
          <p:cNvGrpSpPr/>
          <p:nvPr/>
        </p:nvGrpSpPr>
        <p:grpSpPr>
          <a:xfrm>
            <a:off x="7211689" y="5000931"/>
            <a:ext cx="410914" cy="410877"/>
            <a:chOff x="7212048" y="2623245"/>
            <a:chExt cx="410914" cy="410877"/>
          </a:xfrm>
          <a:solidFill>
            <a:srgbClr val="3B4550"/>
          </a:solidFill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DD3A7EF-92D7-7142-93B1-70482A9A3859}"/>
                </a:ext>
              </a:extLst>
            </p:cNvPr>
            <p:cNvSpPr/>
            <p:nvPr/>
          </p:nvSpPr>
          <p:spPr>
            <a:xfrm>
              <a:off x="7409974" y="2623246"/>
              <a:ext cx="212926" cy="212925"/>
            </a:xfrm>
            <a:custGeom>
              <a:avLst/>
              <a:gdLst>
                <a:gd name="connsiteX0" fmla="*/ 58396 w 212926"/>
                <a:gd name="connsiteY0" fmla="*/ 212925 h 212925"/>
                <a:gd name="connsiteX1" fmla="*/ 7501 w 212926"/>
                <a:gd name="connsiteY1" fmla="*/ 212925 h 212925"/>
                <a:gd name="connsiteX2" fmla="*/ 2 w 212926"/>
                <a:gd name="connsiteY2" fmla="*/ 205426 h 212925"/>
                <a:gd name="connsiteX3" fmla="*/ 2 w 212926"/>
                <a:gd name="connsiteY3" fmla="*/ 135230 h 212925"/>
                <a:gd name="connsiteX4" fmla="*/ 7132 w 212926"/>
                <a:gd name="connsiteY4" fmla="*/ 122936 h 212925"/>
                <a:gd name="connsiteX5" fmla="*/ 22130 w 212926"/>
                <a:gd name="connsiteY5" fmla="*/ 122198 h 212925"/>
                <a:gd name="connsiteX6" fmla="*/ 63182 w 212926"/>
                <a:gd name="connsiteY6" fmla="*/ 107920 h 212925"/>
                <a:gd name="connsiteX7" fmla="*/ 65527 w 212926"/>
                <a:gd name="connsiteY7" fmla="*/ 87899 h 212925"/>
                <a:gd name="connsiteX8" fmla="*/ 29185 w 212926"/>
                <a:gd name="connsiteY8" fmla="*/ 64375 h 212925"/>
                <a:gd name="connsiteX9" fmla="*/ 22007 w 212926"/>
                <a:gd name="connsiteY9" fmla="*/ 66877 h 212925"/>
                <a:gd name="connsiteX10" fmla="*/ 1582 w 212926"/>
                <a:gd name="connsiteY10" fmla="*/ 59979 h 212925"/>
                <a:gd name="connsiteX11" fmla="*/ 2 w 212926"/>
                <a:gd name="connsiteY11" fmla="*/ 52985 h 212925"/>
                <a:gd name="connsiteX12" fmla="*/ 2 w 212926"/>
                <a:gd name="connsiteY12" fmla="*/ 7499 h 212925"/>
                <a:gd name="connsiteX13" fmla="*/ 7501 w 212926"/>
                <a:gd name="connsiteY13" fmla="*/ 0 h 212925"/>
                <a:gd name="connsiteX14" fmla="*/ 182070 w 212926"/>
                <a:gd name="connsiteY14" fmla="*/ 0 h 212925"/>
                <a:gd name="connsiteX15" fmla="*/ 212927 w 212926"/>
                <a:gd name="connsiteY15" fmla="*/ 30857 h 212925"/>
                <a:gd name="connsiteX16" fmla="*/ 212927 w 212926"/>
                <a:gd name="connsiteY16" fmla="*/ 56182 h 212925"/>
                <a:gd name="connsiteX17" fmla="*/ 204531 w 212926"/>
                <a:gd name="connsiteY17" fmla="*/ 62661 h 212925"/>
                <a:gd name="connsiteX18" fmla="*/ 198052 w 212926"/>
                <a:gd name="connsiteY18" fmla="*/ 56182 h 212925"/>
                <a:gd name="connsiteX19" fmla="*/ 198052 w 212926"/>
                <a:gd name="connsiteY19" fmla="*/ 30857 h 212925"/>
                <a:gd name="connsiteX20" fmla="*/ 182070 w 212926"/>
                <a:gd name="connsiteY20" fmla="*/ 14875 h 212925"/>
                <a:gd name="connsiteX21" fmla="*/ 15000 w 212926"/>
                <a:gd name="connsiteY21" fmla="*/ 14875 h 212925"/>
                <a:gd name="connsiteX22" fmla="*/ 15000 w 212926"/>
                <a:gd name="connsiteY22" fmla="*/ 52985 h 212925"/>
                <a:gd name="connsiteX23" fmla="*/ 45242 w 212926"/>
                <a:gd name="connsiteY23" fmla="*/ 49174 h 212925"/>
                <a:gd name="connsiteX24" fmla="*/ 80156 w 212926"/>
                <a:gd name="connsiteY24" fmla="*/ 84088 h 212925"/>
                <a:gd name="connsiteX25" fmla="*/ 70936 w 212926"/>
                <a:gd name="connsiteY25" fmla="*/ 122936 h 212925"/>
                <a:gd name="connsiteX26" fmla="*/ 35653 w 212926"/>
                <a:gd name="connsiteY26" fmla="*/ 139901 h 212925"/>
                <a:gd name="connsiteX27" fmla="*/ 15615 w 212926"/>
                <a:gd name="connsiteY27" fmla="*/ 135230 h 212925"/>
                <a:gd name="connsiteX28" fmla="*/ 15000 w 212926"/>
                <a:gd name="connsiteY28" fmla="*/ 197804 h 212925"/>
                <a:gd name="connsiteX29" fmla="*/ 58396 w 212926"/>
                <a:gd name="connsiteY29" fmla="*/ 197804 h 212925"/>
                <a:gd name="connsiteX30" fmla="*/ 65895 w 212926"/>
                <a:gd name="connsiteY30" fmla="*/ 205303 h 212925"/>
                <a:gd name="connsiteX31" fmla="*/ 58396 w 212926"/>
                <a:gd name="connsiteY31" fmla="*/ 212802 h 21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2926" h="212925">
                  <a:moveTo>
                    <a:pt x="58396" y="212925"/>
                  </a:moveTo>
                  <a:lnTo>
                    <a:pt x="7501" y="212925"/>
                  </a:lnTo>
                  <a:cubicBezTo>
                    <a:pt x="3359" y="212925"/>
                    <a:pt x="2" y="209568"/>
                    <a:pt x="2" y="205426"/>
                  </a:cubicBezTo>
                  <a:lnTo>
                    <a:pt x="2" y="135230"/>
                  </a:lnTo>
                  <a:cubicBezTo>
                    <a:pt x="206" y="130207"/>
                    <a:pt x="2874" y="125608"/>
                    <a:pt x="7132" y="122936"/>
                  </a:cubicBezTo>
                  <a:cubicBezTo>
                    <a:pt x="11670" y="120121"/>
                    <a:pt x="17338" y="119843"/>
                    <a:pt x="22130" y="122198"/>
                  </a:cubicBezTo>
                  <a:cubicBezTo>
                    <a:pt x="37409" y="129592"/>
                    <a:pt x="55789" y="123199"/>
                    <a:pt x="63182" y="107920"/>
                  </a:cubicBezTo>
                  <a:cubicBezTo>
                    <a:pt x="66192" y="101700"/>
                    <a:pt x="67018" y="94647"/>
                    <a:pt x="65527" y="87899"/>
                  </a:cubicBezTo>
                  <a:cubicBezTo>
                    <a:pt x="61987" y="71368"/>
                    <a:pt x="45717" y="60836"/>
                    <a:pt x="29185" y="64375"/>
                  </a:cubicBezTo>
                  <a:cubicBezTo>
                    <a:pt x="26698" y="64908"/>
                    <a:pt x="24287" y="65748"/>
                    <a:pt x="22007" y="66877"/>
                  </a:cubicBezTo>
                  <a:cubicBezTo>
                    <a:pt x="14462" y="70612"/>
                    <a:pt x="5318" y="67524"/>
                    <a:pt x="1582" y="59979"/>
                  </a:cubicBezTo>
                  <a:cubicBezTo>
                    <a:pt x="507" y="57807"/>
                    <a:pt x="-35" y="55409"/>
                    <a:pt x="2" y="52985"/>
                  </a:cubicBezTo>
                  <a:lnTo>
                    <a:pt x="2" y="7499"/>
                  </a:lnTo>
                  <a:cubicBezTo>
                    <a:pt x="2" y="3357"/>
                    <a:pt x="3359" y="0"/>
                    <a:pt x="7501" y="0"/>
                  </a:cubicBezTo>
                  <a:lnTo>
                    <a:pt x="182070" y="0"/>
                  </a:lnTo>
                  <a:cubicBezTo>
                    <a:pt x="199084" y="67"/>
                    <a:pt x="212860" y="13843"/>
                    <a:pt x="212927" y="30857"/>
                  </a:cubicBezTo>
                  <a:lnTo>
                    <a:pt x="212927" y="56182"/>
                  </a:lnTo>
                  <a:cubicBezTo>
                    <a:pt x="212398" y="60289"/>
                    <a:pt x="208639" y="63190"/>
                    <a:pt x="204531" y="62661"/>
                  </a:cubicBezTo>
                  <a:cubicBezTo>
                    <a:pt x="201150" y="62226"/>
                    <a:pt x="198487" y="59563"/>
                    <a:pt x="198052" y="56182"/>
                  </a:cubicBezTo>
                  <a:lnTo>
                    <a:pt x="198052" y="30857"/>
                  </a:lnTo>
                  <a:cubicBezTo>
                    <a:pt x="197985" y="22058"/>
                    <a:pt x="190869" y="14942"/>
                    <a:pt x="182070" y="14875"/>
                  </a:cubicBezTo>
                  <a:lnTo>
                    <a:pt x="15000" y="14875"/>
                  </a:lnTo>
                  <a:lnTo>
                    <a:pt x="15000" y="52985"/>
                  </a:lnTo>
                  <a:cubicBezTo>
                    <a:pt x="24408" y="48494"/>
                    <a:pt x="35014" y="47157"/>
                    <a:pt x="45242" y="49174"/>
                  </a:cubicBezTo>
                  <a:cubicBezTo>
                    <a:pt x="62718" y="52962"/>
                    <a:pt x="76368" y="66612"/>
                    <a:pt x="80156" y="84088"/>
                  </a:cubicBezTo>
                  <a:cubicBezTo>
                    <a:pt x="83104" y="97765"/>
                    <a:pt x="79715" y="112042"/>
                    <a:pt x="70936" y="122936"/>
                  </a:cubicBezTo>
                  <a:cubicBezTo>
                    <a:pt x="62301" y="133580"/>
                    <a:pt x="49358" y="139803"/>
                    <a:pt x="35653" y="139901"/>
                  </a:cubicBezTo>
                  <a:cubicBezTo>
                    <a:pt x="28699" y="139945"/>
                    <a:pt x="21833" y="138344"/>
                    <a:pt x="15615" y="135230"/>
                  </a:cubicBezTo>
                  <a:lnTo>
                    <a:pt x="15000" y="197804"/>
                  </a:lnTo>
                  <a:lnTo>
                    <a:pt x="58396" y="197804"/>
                  </a:lnTo>
                  <a:cubicBezTo>
                    <a:pt x="62538" y="197804"/>
                    <a:pt x="65895" y="201162"/>
                    <a:pt x="65895" y="205303"/>
                  </a:cubicBezTo>
                  <a:cubicBezTo>
                    <a:pt x="65895" y="209445"/>
                    <a:pt x="62538" y="212802"/>
                    <a:pt x="58396" y="21280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7A047D9-D334-C647-9A8E-C87EB3941607}"/>
                </a:ext>
              </a:extLst>
            </p:cNvPr>
            <p:cNvSpPr/>
            <p:nvPr/>
          </p:nvSpPr>
          <p:spPr>
            <a:xfrm>
              <a:off x="7607963" y="2764032"/>
              <a:ext cx="14999" cy="42019"/>
            </a:xfrm>
            <a:custGeom>
              <a:avLst/>
              <a:gdLst>
                <a:gd name="connsiteX0" fmla="*/ 7438 w 14999"/>
                <a:gd name="connsiteY0" fmla="*/ 42020 h 42019"/>
                <a:gd name="connsiteX1" fmla="*/ 61 w 14999"/>
                <a:gd name="connsiteY1" fmla="*/ 34645 h 42019"/>
                <a:gd name="connsiteX2" fmla="*/ 62 w 14999"/>
                <a:gd name="connsiteY2" fmla="*/ 34521 h 42019"/>
                <a:gd name="connsiteX3" fmla="*/ 62 w 14999"/>
                <a:gd name="connsiteY3" fmla="*/ 8458 h 42019"/>
                <a:gd name="connsiteX4" fmla="*/ 6542 w 14999"/>
                <a:gd name="connsiteY4" fmla="*/ 62 h 42019"/>
                <a:gd name="connsiteX5" fmla="*/ 14938 w 14999"/>
                <a:gd name="connsiteY5" fmla="*/ 6542 h 42019"/>
                <a:gd name="connsiteX6" fmla="*/ 14938 w 14999"/>
                <a:gd name="connsiteY6" fmla="*/ 8458 h 42019"/>
                <a:gd name="connsiteX7" fmla="*/ 14938 w 14999"/>
                <a:gd name="connsiteY7" fmla="*/ 34521 h 42019"/>
                <a:gd name="connsiteX8" fmla="*/ 7438 w 14999"/>
                <a:gd name="connsiteY8" fmla="*/ 42020 h 4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42019">
                  <a:moveTo>
                    <a:pt x="7438" y="42020"/>
                  </a:moveTo>
                  <a:cubicBezTo>
                    <a:pt x="3365" y="42020"/>
                    <a:pt x="62" y="38718"/>
                    <a:pt x="61" y="34645"/>
                  </a:cubicBezTo>
                  <a:cubicBezTo>
                    <a:pt x="61" y="34603"/>
                    <a:pt x="62" y="34562"/>
                    <a:pt x="62" y="34521"/>
                  </a:cubicBezTo>
                  <a:lnTo>
                    <a:pt x="62" y="8458"/>
                  </a:lnTo>
                  <a:cubicBezTo>
                    <a:pt x="-467" y="4350"/>
                    <a:pt x="2434" y="591"/>
                    <a:pt x="6542" y="62"/>
                  </a:cubicBezTo>
                  <a:cubicBezTo>
                    <a:pt x="10649" y="-467"/>
                    <a:pt x="14408" y="2434"/>
                    <a:pt x="14938" y="6542"/>
                  </a:cubicBezTo>
                  <a:cubicBezTo>
                    <a:pt x="15020" y="7178"/>
                    <a:pt x="15020" y="7822"/>
                    <a:pt x="14938" y="8458"/>
                  </a:cubicBezTo>
                  <a:lnTo>
                    <a:pt x="14938" y="34521"/>
                  </a:lnTo>
                  <a:cubicBezTo>
                    <a:pt x="14938" y="38662"/>
                    <a:pt x="11580" y="42020"/>
                    <a:pt x="7438" y="4202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BD424B0A-BCED-B942-AAE2-9409348B1B88}"/>
                </a:ext>
              </a:extLst>
            </p:cNvPr>
            <p:cNvSpPr/>
            <p:nvPr/>
          </p:nvSpPr>
          <p:spPr>
            <a:xfrm>
              <a:off x="7607963" y="2670969"/>
              <a:ext cx="14999" cy="41897"/>
            </a:xfrm>
            <a:custGeom>
              <a:avLst/>
              <a:gdLst>
                <a:gd name="connsiteX0" fmla="*/ 7438 w 14999"/>
                <a:gd name="connsiteY0" fmla="*/ 41897 h 41897"/>
                <a:gd name="connsiteX1" fmla="*/ 62 w 14999"/>
                <a:gd name="connsiteY1" fmla="*/ 34521 h 41897"/>
                <a:gd name="connsiteX2" fmla="*/ 62 w 14999"/>
                <a:gd name="connsiteY2" fmla="*/ 8458 h 41897"/>
                <a:gd name="connsiteX3" fmla="*/ 6542 w 14999"/>
                <a:gd name="connsiteY3" fmla="*/ 62 h 41897"/>
                <a:gd name="connsiteX4" fmla="*/ 14938 w 14999"/>
                <a:gd name="connsiteY4" fmla="*/ 6542 h 41897"/>
                <a:gd name="connsiteX5" fmla="*/ 14938 w 14999"/>
                <a:gd name="connsiteY5" fmla="*/ 8458 h 41897"/>
                <a:gd name="connsiteX6" fmla="*/ 14938 w 14999"/>
                <a:gd name="connsiteY6" fmla="*/ 34521 h 41897"/>
                <a:gd name="connsiteX7" fmla="*/ 7562 w 14999"/>
                <a:gd name="connsiteY7" fmla="*/ 41898 h 41897"/>
                <a:gd name="connsiteX8" fmla="*/ 7438 w 14999"/>
                <a:gd name="connsiteY8" fmla="*/ 41897 h 4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41897">
                  <a:moveTo>
                    <a:pt x="7438" y="41897"/>
                  </a:moveTo>
                  <a:cubicBezTo>
                    <a:pt x="3365" y="41897"/>
                    <a:pt x="62" y="38594"/>
                    <a:pt x="62" y="34521"/>
                  </a:cubicBezTo>
                  <a:lnTo>
                    <a:pt x="62" y="8458"/>
                  </a:lnTo>
                  <a:cubicBezTo>
                    <a:pt x="-467" y="4350"/>
                    <a:pt x="2434" y="591"/>
                    <a:pt x="6542" y="62"/>
                  </a:cubicBezTo>
                  <a:cubicBezTo>
                    <a:pt x="10649" y="-467"/>
                    <a:pt x="14408" y="2434"/>
                    <a:pt x="14938" y="6542"/>
                  </a:cubicBezTo>
                  <a:cubicBezTo>
                    <a:pt x="15020" y="7178"/>
                    <a:pt x="15020" y="7822"/>
                    <a:pt x="14938" y="8458"/>
                  </a:cubicBezTo>
                  <a:lnTo>
                    <a:pt x="14938" y="34521"/>
                  </a:lnTo>
                  <a:cubicBezTo>
                    <a:pt x="14938" y="38594"/>
                    <a:pt x="11636" y="41897"/>
                    <a:pt x="7562" y="41898"/>
                  </a:cubicBezTo>
                  <a:cubicBezTo>
                    <a:pt x="7521" y="41898"/>
                    <a:pt x="7480" y="41897"/>
                    <a:pt x="7438" y="4189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6A191FCA-9AA8-CF4E-B581-7D6AF178FAFD}"/>
                </a:ext>
              </a:extLst>
            </p:cNvPr>
            <p:cNvSpPr/>
            <p:nvPr/>
          </p:nvSpPr>
          <p:spPr>
            <a:xfrm>
              <a:off x="7566350" y="2792011"/>
              <a:ext cx="56550" cy="44160"/>
            </a:xfrm>
            <a:custGeom>
              <a:avLst/>
              <a:gdLst>
                <a:gd name="connsiteX0" fmla="*/ 49052 w 56550"/>
                <a:gd name="connsiteY0" fmla="*/ 44160 h 44160"/>
                <a:gd name="connsiteX1" fmla="*/ 7499 w 56550"/>
                <a:gd name="connsiteY1" fmla="*/ 44160 h 44160"/>
                <a:gd name="connsiteX2" fmla="*/ 0 w 56550"/>
                <a:gd name="connsiteY2" fmla="*/ 36661 h 44160"/>
                <a:gd name="connsiteX3" fmla="*/ 7499 w 56550"/>
                <a:gd name="connsiteY3" fmla="*/ 29162 h 44160"/>
                <a:gd name="connsiteX4" fmla="*/ 41675 w 56550"/>
                <a:gd name="connsiteY4" fmla="*/ 29162 h 44160"/>
                <a:gd name="connsiteX5" fmla="*/ 41675 w 56550"/>
                <a:gd name="connsiteY5" fmla="*/ 6542 h 44160"/>
                <a:gd name="connsiteX6" fmla="*/ 50071 w 56550"/>
                <a:gd name="connsiteY6" fmla="*/ 62 h 44160"/>
                <a:gd name="connsiteX7" fmla="*/ 56551 w 56550"/>
                <a:gd name="connsiteY7" fmla="*/ 6542 h 44160"/>
                <a:gd name="connsiteX8" fmla="*/ 56551 w 56550"/>
                <a:gd name="connsiteY8" fmla="*/ 36661 h 44160"/>
                <a:gd name="connsiteX9" fmla="*/ 49051 w 56550"/>
                <a:gd name="connsiteY9" fmla="*/ 44160 h 4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550" h="44160">
                  <a:moveTo>
                    <a:pt x="49052" y="44160"/>
                  </a:moveTo>
                  <a:lnTo>
                    <a:pt x="7499" y="44160"/>
                  </a:lnTo>
                  <a:cubicBezTo>
                    <a:pt x="3357" y="44160"/>
                    <a:pt x="0" y="40803"/>
                    <a:pt x="0" y="36661"/>
                  </a:cubicBezTo>
                  <a:cubicBezTo>
                    <a:pt x="0" y="32519"/>
                    <a:pt x="3357" y="29162"/>
                    <a:pt x="7499" y="29162"/>
                  </a:cubicBezTo>
                  <a:lnTo>
                    <a:pt x="41675" y="29162"/>
                  </a:lnTo>
                  <a:lnTo>
                    <a:pt x="41675" y="6542"/>
                  </a:lnTo>
                  <a:cubicBezTo>
                    <a:pt x="42204" y="2434"/>
                    <a:pt x="45963" y="-467"/>
                    <a:pt x="50071" y="62"/>
                  </a:cubicBezTo>
                  <a:cubicBezTo>
                    <a:pt x="53453" y="498"/>
                    <a:pt x="56115" y="3160"/>
                    <a:pt x="56551" y="6542"/>
                  </a:cubicBezTo>
                  <a:lnTo>
                    <a:pt x="56551" y="36661"/>
                  </a:lnTo>
                  <a:cubicBezTo>
                    <a:pt x="56551" y="40803"/>
                    <a:pt x="53193" y="44160"/>
                    <a:pt x="49051" y="4416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186E30B-20E5-F340-B1AA-01E2D88CE0DE}"/>
                </a:ext>
              </a:extLst>
            </p:cNvPr>
            <p:cNvSpPr/>
            <p:nvPr/>
          </p:nvSpPr>
          <p:spPr>
            <a:xfrm>
              <a:off x="7409976" y="2820925"/>
              <a:ext cx="212802" cy="213172"/>
            </a:xfrm>
            <a:custGeom>
              <a:avLst/>
              <a:gdLst>
                <a:gd name="connsiteX0" fmla="*/ 182068 w 212802"/>
                <a:gd name="connsiteY0" fmla="*/ 213172 h 213172"/>
                <a:gd name="connsiteX1" fmla="*/ 7499 w 212802"/>
                <a:gd name="connsiteY1" fmla="*/ 213172 h 213172"/>
                <a:gd name="connsiteX2" fmla="*/ 0 w 212802"/>
                <a:gd name="connsiteY2" fmla="*/ 205673 h 213172"/>
                <a:gd name="connsiteX3" fmla="*/ 0 w 212802"/>
                <a:gd name="connsiteY3" fmla="*/ 155516 h 213172"/>
                <a:gd name="connsiteX4" fmla="*/ 7375 w 212802"/>
                <a:gd name="connsiteY4" fmla="*/ 148138 h 213172"/>
                <a:gd name="connsiteX5" fmla="*/ 7499 w 212802"/>
                <a:gd name="connsiteY5" fmla="*/ 148139 h 213172"/>
                <a:gd name="connsiteX6" fmla="*/ 14998 w 212802"/>
                <a:gd name="connsiteY6" fmla="*/ 155516 h 213172"/>
                <a:gd name="connsiteX7" fmla="*/ 14998 w 212802"/>
                <a:gd name="connsiteY7" fmla="*/ 198297 h 213172"/>
                <a:gd name="connsiteX8" fmla="*/ 182068 w 212802"/>
                <a:gd name="connsiteY8" fmla="*/ 198297 h 213172"/>
                <a:gd name="connsiteX9" fmla="*/ 198050 w 212802"/>
                <a:gd name="connsiteY9" fmla="*/ 182316 h 213172"/>
                <a:gd name="connsiteX10" fmla="*/ 198050 w 212802"/>
                <a:gd name="connsiteY10" fmla="*/ 15245 h 213172"/>
                <a:gd name="connsiteX11" fmla="*/ 156129 w 212802"/>
                <a:gd name="connsiteY11" fmla="*/ 15245 h 213172"/>
                <a:gd name="connsiteX12" fmla="*/ 159817 w 212802"/>
                <a:gd name="connsiteY12" fmla="*/ 45734 h 213172"/>
                <a:gd name="connsiteX13" fmla="*/ 105642 w 212802"/>
                <a:gd name="connsiteY13" fmla="*/ 81060 h 213172"/>
                <a:gd name="connsiteX14" fmla="*/ 69336 w 212802"/>
                <a:gd name="connsiteY14" fmla="*/ 35899 h 213172"/>
                <a:gd name="connsiteX15" fmla="*/ 74253 w 212802"/>
                <a:gd name="connsiteY15" fmla="*/ 15614 h 213172"/>
                <a:gd name="connsiteX16" fmla="*/ 14998 w 212802"/>
                <a:gd name="connsiteY16" fmla="*/ 15000 h 213172"/>
                <a:gd name="connsiteX17" fmla="*/ 14998 w 212802"/>
                <a:gd name="connsiteY17" fmla="*/ 57044 h 213172"/>
                <a:gd name="connsiteX18" fmla="*/ 7499 w 212802"/>
                <a:gd name="connsiteY18" fmla="*/ 64420 h 213172"/>
                <a:gd name="connsiteX19" fmla="*/ 1 w 212802"/>
                <a:gd name="connsiteY19" fmla="*/ 57168 h 213172"/>
                <a:gd name="connsiteX20" fmla="*/ 0 w 212802"/>
                <a:gd name="connsiteY20" fmla="*/ 57044 h 213172"/>
                <a:gd name="connsiteX21" fmla="*/ 0 w 212802"/>
                <a:gd name="connsiteY21" fmla="*/ 7869 h 213172"/>
                <a:gd name="connsiteX22" fmla="*/ 7499 w 212802"/>
                <a:gd name="connsiteY22" fmla="*/ 370 h 213172"/>
                <a:gd name="connsiteX23" fmla="*/ 74008 w 212802"/>
                <a:gd name="connsiteY23" fmla="*/ 370 h 213172"/>
                <a:gd name="connsiteX24" fmla="*/ 86916 w 212802"/>
                <a:gd name="connsiteY24" fmla="*/ 7623 h 213172"/>
                <a:gd name="connsiteX25" fmla="*/ 86916 w 212802"/>
                <a:gd name="connsiteY25" fmla="*/ 22622 h 213172"/>
                <a:gd name="connsiteX26" fmla="*/ 84826 w 212802"/>
                <a:gd name="connsiteY26" fmla="*/ 35899 h 213172"/>
                <a:gd name="connsiteX27" fmla="*/ 115826 w 212802"/>
                <a:gd name="connsiteY27" fmla="*/ 66611 h 213172"/>
                <a:gd name="connsiteX28" fmla="*/ 121707 w 212802"/>
                <a:gd name="connsiteY28" fmla="*/ 66018 h 213172"/>
                <a:gd name="connsiteX29" fmla="*/ 145136 w 212802"/>
                <a:gd name="connsiteY29" fmla="*/ 29409 h 213172"/>
                <a:gd name="connsiteX30" fmla="*/ 142606 w 212802"/>
                <a:gd name="connsiteY30" fmla="*/ 22253 h 213172"/>
                <a:gd name="connsiteX31" fmla="*/ 143221 w 212802"/>
                <a:gd name="connsiteY31" fmla="*/ 7255 h 213172"/>
                <a:gd name="connsiteX32" fmla="*/ 156129 w 212802"/>
                <a:gd name="connsiteY32" fmla="*/ 1 h 213172"/>
                <a:gd name="connsiteX33" fmla="*/ 205303 w 212802"/>
                <a:gd name="connsiteY33" fmla="*/ 1 h 213172"/>
                <a:gd name="connsiteX34" fmla="*/ 212802 w 212802"/>
                <a:gd name="connsiteY34" fmla="*/ 7500 h 213172"/>
                <a:gd name="connsiteX35" fmla="*/ 212802 w 212802"/>
                <a:gd name="connsiteY35" fmla="*/ 182070 h 213172"/>
                <a:gd name="connsiteX36" fmla="*/ 182068 w 212802"/>
                <a:gd name="connsiteY36" fmla="*/ 213172 h 21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2802" h="213172">
                  <a:moveTo>
                    <a:pt x="182068" y="213172"/>
                  </a:moveTo>
                  <a:lnTo>
                    <a:pt x="7499" y="213172"/>
                  </a:lnTo>
                  <a:cubicBezTo>
                    <a:pt x="3357" y="213172"/>
                    <a:pt x="0" y="209815"/>
                    <a:pt x="0" y="205673"/>
                  </a:cubicBezTo>
                  <a:lnTo>
                    <a:pt x="0" y="155516"/>
                  </a:lnTo>
                  <a:cubicBezTo>
                    <a:pt x="-1" y="151442"/>
                    <a:pt x="3301" y="148139"/>
                    <a:pt x="7375" y="148138"/>
                  </a:cubicBezTo>
                  <a:cubicBezTo>
                    <a:pt x="7416" y="148138"/>
                    <a:pt x="7458" y="148139"/>
                    <a:pt x="7499" y="148139"/>
                  </a:cubicBezTo>
                  <a:cubicBezTo>
                    <a:pt x="11593" y="148139"/>
                    <a:pt x="14931" y="151422"/>
                    <a:pt x="14998" y="155516"/>
                  </a:cubicBezTo>
                  <a:lnTo>
                    <a:pt x="14998" y="198297"/>
                  </a:lnTo>
                  <a:lnTo>
                    <a:pt x="182068" y="198297"/>
                  </a:lnTo>
                  <a:cubicBezTo>
                    <a:pt x="190867" y="198230"/>
                    <a:pt x="197983" y="191114"/>
                    <a:pt x="198050" y="182316"/>
                  </a:cubicBezTo>
                  <a:lnTo>
                    <a:pt x="198050" y="15245"/>
                  </a:lnTo>
                  <a:lnTo>
                    <a:pt x="156129" y="15245"/>
                  </a:lnTo>
                  <a:cubicBezTo>
                    <a:pt x="160581" y="24754"/>
                    <a:pt x="161874" y="35438"/>
                    <a:pt x="159817" y="45734"/>
                  </a:cubicBezTo>
                  <a:cubicBezTo>
                    <a:pt x="154612" y="70449"/>
                    <a:pt x="130357" y="86265"/>
                    <a:pt x="105642" y="81060"/>
                  </a:cubicBezTo>
                  <a:cubicBezTo>
                    <a:pt x="84330" y="76571"/>
                    <a:pt x="69141" y="57677"/>
                    <a:pt x="69336" y="35899"/>
                  </a:cubicBezTo>
                  <a:cubicBezTo>
                    <a:pt x="69344" y="28843"/>
                    <a:pt x="71029" y="21890"/>
                    <a:pt x="74253" y="15614"/>
                  </a:cubicBezTo>
                  <a:lnTo>
                    <a:pt x="14998" y="15000"/>
                  </a:lnTo>
                  <a:lnTo>
                    <a:pt x="14998" y="57044"/>
                  </a:lnTo>
                  <a:cubicBezTo>
                    <a:pt x="14931" y="61137"/>
                    <a:pt x="11593" y="64420"/>
                    <a:pt x="7499" y="64420"/>
                  </a:cubicBezTo>
                  <a:cubicBezTo>
                    <a:pt x="3426" y="64488"/>
                    <a:pt x="69" y="61241"/>
                    <a:pt x="1" y="57168"/>
                  </a:cubicBezTo>
                  <a:cubicBezTo>
                    <a:pt x="0" y="57126"/>
                    <a:pt x="0" y="57085"/>
                    <a:pt x="0" y="57044"/>
                  </a:cubicBezTo>
                  <a:lnTo>
                    <a:pt x="0" y="7869"/>
                  </a:lnTo>
                  <a:cubicBezTo>
                    <a:pt x="0" y="3728"/>
                    <a:pt x="3357" y="370"/>
                    <a:pt x="7499" y="370"/>
                  </a:cubicBezTo>
                  <a:lnTo>
                    <a:pt x="74008" y="370"/>
                  </a:lnTo>
                  <a:cubicBezTo>
                    <a:pt x="79287" y="348"/>
                    <a:pt x="84190" y="3102"/>
                    <a:pt x="86916" y="7623"/>
                  </a:cubicBezTo>
                  <a:cubicBezTo>
                    <a:pt x="89545" y="12277"/>
                    <a:pt x="89545" y="17968"/>
                    <a:pt x="86916" y="22622"/>
                  </a:cubicBezTo>
                  <a:cubicBezTo>
                    <a:pt x="85198" y="26825"/>
                    <a:pt x="84483" y="31371"/>
                    <a:pt x="84826" y="35899"/>
                  </a:cubicBezTo>
                  <a:cubicBezTo>
                    <a:pt x="84905" y="52940"/>
                    <a:pt x="98785" y="66691"/>
                    <a:pt x="115826" y="66611"/>
                  </a:cubicBezTo>
                  <a:cubicBezTo>
                    <a:pt x="117801" y="66602"/>
                    <a:pt x="119770" y="66404"/>
                    <a:pt x="121707" y="66018"/>
                  </a:cubicBezTo>
                  <a:cubicBezTo>
                    <a:pt x="138286" y="62379"/>
                    <a:pt x="148776" y="45988"/>
                    <a:pt x="145136" y="29409"/>
                  </a:cubicBezTo>
                  <a:cubicBezTo>
                    <a:pt x="144592" y="26928"/>
                    <a:pt x="143742" y="24525"/>
                    <a:pt x="142606" y="22253"/>
                  </a:cubicBezTo>
                  <a:cubicBezTo>
                    <a:pt x="140165" y="17492"/>
                    <a:pt x="140398" y="11800"/>
                    <a:pt x="143221" y="7255"/>
                  </a:cubicBezTo>
                  <a:cubicBezTo>
                    <a:pt x="145911" y="2696"/>
                    <a:pt x="150836" y="-72"/>
                    <a:pt x="156129" y="1"/>
                  </a:cubicBezTo>
                  <a:lnTo>
                    <a:pt x="205303" y="1"/>
                  </a:lnTo>
                  <a:cubicBezTo>
                    <a:pt x="209445" y="1"/>
                    <a:pt x="212802" y="3359"/>
                    <a:pt x="212802" y="7500"/>
                  </a:cubicBezTo>
                  <a:lnTo>
                    <a:pt x="212802" y="182070"/>
                  </a:lnTo>
                  <a:cubicBezTo>
                    <a:pt x="212871" y="199132"/>
                    <a:pt x="199130" y="213037"/>
                    <a:pt x="182068" y="21317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0EB86882-A100-6C40-A54B-E07D8803F630}"/>
                </a:ext>
              </a:extLst>
            </p:cNvPr>
            <p:cNvSpPr/>
            <p:nvPr/>
          </p:nvSpPr>
          <p:spPr>
            <a:xfrm>
              <a:off x="7212048" y="2821173"/>
              <a:ext cx="213544" cy="212950"/>
            </a:xfrm>
            <a:custGeom>
              <a:avLst/>
              <a:gdLst>
                <a:gd name="connsiteX0" fmla="*/ 205426 w 213544"/>
                <a:gd name="connsiteY0" fmla="*/ 212925 h 212950"/>
                <a:gd name="connsiteX1" fmla="*/ 30857 w 213544"/>
                <a:gd name="connsiteY1" fmla="*/ 212925 h 212950"/>
                <a:gd name="connsiteX2" fmla="*/ 0 w 213544"/>
                <a:gd name="connsiteY2" fmla="*/ 182068 h 212950"/>
                <a:gd name="connsiteX3" fmla="*/ 0 w 213544"/>
                <a:gd name="connsiteY3" fmla="*/ 7499 h 212950"/>
                <a:gd name="connsiteX4" fmla="*/ 7499 w 213544"/>
                <a:gd name="connsiteY4" fmla="*/ 0 h 212950"/>
                <a:gd name="connsiteX5" fmla="*/ 37864 w 213544"/>
                <a:gd name="connsiteY5" fmla="*/ 0 h 212950"/>
                <a:gd name="connsiteX6" fmla="*/ 45363 w 213544"/>
                <a:gd name="connsiteY6" fmla="*/ 7499 h 212950"/>
                <a:gd name="connsiteX7" fmla="*/ 37864 w 213544"/>
                <a:gd name="connsiteY7" fmla="*/ 14998 h 212950"/>
                <a:gd name="connsiteX8" fmla="*/ 14875 w 213544"/>
                <a:gd name="connsiteY8" fmla="*/ 14998 h 212950"/>
                <a:gd name="connsiteX9" fmla="*/ 14875 w 213544"/>
                <a:gd name="connsiteY9" fmla="*/ 182068 h 212950"/>
                <a:gd name="connsiteX10" fmla="*/ 30857 w 213544"/>
                <a:gd name="connsiteY10" fmla="*/ 198050 h 212950"/>
                <a:gd name="connsiteX11" fmla="*/ 197927 w 213544"/>
                <a:gd name="connsiteY11" fmla="*/ 198050 h 212950"/>
                <a:gd name="connsiteX12" fmla="*/ 197927 w 213544"/>
                <a:gd name="connsiteY12" fmla="*/ 144327 h 212950"/>
                <a:gd name="connsiteX13" fmla="*/ 162890 w 213544"/>
                <a:gd name="connsiteY13" fmla="*/ 151334 h 212950"/>
                <a:gd name="connsiteX14" fmla="*/ 126870 w 213544"/>
                <a:gd name="connsiteY14" fmla="*/ 116298 h 212950"/>
                <a:gd name="connsiteX15" fmla="*/ 136090 w 213544"/>
                <a:gd name="connsiteY15" fmla="*/ 77696 h 212950"/>
                <a:gd name="connsiteX16" fmla="*/ 172110 w 213544"/>
                <a:gd name="connsiteY16" fmla="*/ 60853 h 212950"/>
                <a:gd name="connsiteX17" fmla="*/ 197927 w 213544"/>
                <a:gd name="connsiteY17" fmla="*/ 68844 h 212950"/>
                <a:gd name="connsiteX18" fmla="*/ 198542 w 213544"/>
                <a:gd name="connsiteY18" fmla="*/ 14998 h 212950"/>
                <a:gd name="connsiteX19" fmla="*/ 140147 w 213544"/>
                <a:gd name="connsiteY19" fmla="*/ 14998 h 212950"/>
                <a:gd name="connsiteX20" fmla="*/ 132648 w 213544"/>
                <a:gd name="connsiteY20" fmla="*/ 7499 h 212950"/>
                <a:gd name="connsiteX21" fmla="*/ 140147 w 213544"/>
                <a:gd name="connsiteY21" fmla="*/ 0 h 212950"/>
                <a:gd name="connsiteX22" fmla="*/ 205426 w 213544"/>
                <a:gd name="connsiteY22" fmla="*/ 0 h 212950"/>
                <a:gd name="connsiteX23" fmla="*/ 212925 w 213544"/>
                <a:gd name="connsiteY23" fmla="*/ 7499 h 212950"/>
                <a:gd name="connsiteX24" fmla="*/ 212925 w 213544"/>
                <a:gd name="connsiteY24" fmla="*/ 68967 h 212950"/>
                <a:gd name="connsiteX25" fmla="*/ 197558 w 213544"/>
                <a:gd name="connsiteY25" fmla="*/ 84334 h 212950"/>
                <a:gd name="connsiteX26" fmla="*/ 188338 w 213544"/>
                <a:gd name="connsiteY26" fmla="*/ 81261 h 212950"/>
                <a:gd name="connsiteX27" fmla="*/ 172110 w 213544"/>
                <a:gd name="connsiteY27" fmla="*/ 75729 h 212950"/>
                <a:gd name="connsiteX28" fmla="*/ 141493 w 213544"/>
                <a:gd name="connsiteY28" fmla="*/ 106579 h 212950"/>
                <a:gd name="connsiteX29" fmla="*/ 142114 w 213544"/>
                <a:gd name="connsiteY29" fmla="*/ 112609 h 212950"/>
                <a:gd name="connsiteX30" fmla="*/ 178601 w 213544"/>
                <a:gd name="connsiteY30" fmla="*/ 135907 h 212950"/>
                <a:gd name="connsiteX31" fmla="*/ 189444 w 213544"/>
                <a:gd name="connsiteY31" fmla="*/ 131173 h 212950"/>
                <a:gd name="connsiteX32" fmla="*/ 205303 w 213544"/>
                <a:gd name="connsiteY32" fmla="*/ 130189 h 212950"/>
                <a:gd name="connsiteX33" fmla="*/ 213540 w 213544"/>
                <a:gd name="connsiteY33" fmla="*/ 143712 h 212950"/>
                <a:gd name="connsiteX34" fmla="*/ 213540 w 213544"/>
                <a:gd name="connsiteY34" fmla="*/ 205180 h 212950"/>
                <a:gd name="connsiteX35" fmla="*/ 206317 w 213544"/>
                <a:gd name="connsiteY35" fmla="*/ 212946 h 212950"/>
                <a:gd name="connsiteX36" fmla="*/ 205426 w 213544"/>
                <a:gd name="connsiteY36" fmla="*/ 212925 h 21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3544" h="212950">
                  <a:moveTo>
                    <a:pt x="205426" y="212925"/>
                  </a:moveTo>
                  <a:lnTo>
                    <a:pt x="30857" y="212925"/>
                  </a:lnTo>
                  <a:cubicBezTo>
                    <a:pt x="13843" y="212858"/>
                    <a:pt x="67" y="199082"/>
                    <a:pt x="0" y="182068"/>
                  </a:cubicBezTo>
                  <a:lnTo>
                    <a:pt x="0" y="7499"/>
                  </a:lnTo>
                  <a:cubicBezTo>
                    <a:pt x="0" y="3357"/>
                    <a:pt x="3357" y="0"/>
                    <a:pt x="7499" y="0"/>
                  </a:cubicBezTo>
                  <a:lnTo>
                    <a:pt x="37864" y="0"/>
                  </a:lnTo>
                  <a:cubicBezTo>
                    <a:pt x="42006" y="0"/>
                    <a:pt x="45363" y="3357"/>
                    <a:pt x="45363" y="7499"/>
                  </a:cubicBezTo>
                  <a:cubicBezTo>
                    <a:pt x="45363" y="11641"/>
                    <a:pt x="42006" y="14998"/>
                    <a:pt x="37864" y="14998"/>
                  </a:cubicBezTo>
                  <a:lnTo>
                    <a:pt x="14875" y="14998"/>
                  </a:lnTo>
                  <a:lnTo>
                    <a:pt x="14875" y="182068"/>
                  </a:lnTo>
                  <a:cubicBezTo>
                    <a:pt x="14875" y="190895"/>
                    <a:pt x="22031" y="198050"/>
                    <a:pt x="30857" y="198050"/>
                  </a:cubicBezTo>
                  <a:lnTo>
                    <a:pt x="197927" y="198050"/>
                  </a:lnTo>
                  <a:lnTo>
                    <a:pt x="197927" y="144327"/>
                  </a:lnTo>
                  <a:cubicBezTo>
                    <a:pt x="187597" y="151114"/>
                    <a:pt x="175036" y="153626"/>
                    <a:pt x="162890" y="151334"/>
                  </a:cubicBezTo>
                  <a:cubicBezTo>
                    <a:pt x="144937" y="147949"/>
                    <a:pt x="130751" y="134151"/>
                    <a:pt x="126870" y="116298"/>
                  </a:cubicBezTo>
                  <a:cubicBezTo>
                    <a:pt x="123964" y="102698"/>
                    <a:pt x="127352" y="88514"/>
                    <a:pt x="136090" y="77696"/>
                  </a:cubicBezTo>
                  <a:cubicBezTo>
                    <a:pt x="144889" y="66868"/>
                    <a:pt x="158160" y="60663"/>
                    <a:pt x="172110" y="60853"/>
                  </a:cubicBezTo>
                  <a:cubicBezTo>
                    <a:pt x="181336" y="60776"/>
                    <a:pt x="190358" y="63569"/>
                    <a:pt x="197927" y="68844"/>
                  </a:cubicBezTo>
                  <a:lnTo>
                    <a:pt x="198542" y="14998"/>
                  </a:lnTo>
                  <a:lnTo>
                    <a:pt x="140147" y="14998"/>
                  </a:lnTo>
                  <a:cubicBezTo>
                    <a:pt x="136005" y="14998"/>
                    <a:pt x="132648" y="11641"/>
                    <a:pt x="132648" y="7499"/>
                  </a:cubicBezTo>
                  <a:cubicBezTo>
                    <a:pt x="132648" y="3357"/>
                    <a:pt x="136005" y="0"/>
                    <a:pt x="140147" y="0"/>
                  </a:cubicBezTo>
                  <a:lnTo>
                    <a:pt x="205426" y="0"/>
                  </a:lnTo>
                  <a:cubicBezTo>
                    <a:pt x="209540" y="66"/>
                    <a:pt x="212859" y="3385"/>
                    <a:pt x="212925" y="7499"/>
                  </a:cubicBezTo>
                  <a:lnTo>
                    <a:pt x="212925" y="68967"/>
                  </a:lnTo>
                  <a:cubicBezTo>
                    <a:pt x="212925" y="77454"/>
                    <a:pt x="206045" y="84334"/>
                    <a:pt x="197558" y="84334"/>
                  </a:cubicBezTo>
                  <a:cubicBezTo>
                    <a:pt x="194233" y="84334"/>
                    <a:pt x="190998" y="83256"/>
                    <a:pt x="188338" y="81261"/>
                  </a:cubicBezTo>
                  <a:cubicBezTo>
                    <a:pt x="183586" y="77871"/>
                    <a:pt x="177944" y="75948"/>
                    <a:pt x="172110" y="75729"/>
                  </a:cubicBezTo>
                  <a:cubicBezTo>
                    <a:pt x="155137" y="75793"/>
                    <a:pt x="141429" y="89605"/>
                    <a:pt x="141493" y="106579"/>
                  </a:cubicBezTo>
                  <a:cubicBezTo>
                    <a:pt x="141501" y="108605"/>
                    <a:pt x="141709" y="110625"/>
                    <a:pt x="142114" y="112609"/>
                  </a:cubicBezTo>
                  <a:cubicBezTo>
                    <a:pt x="145756" y="129118"/>
                    <a:pt x="162092" y="139549"/>
                    <a:pt x="178601" y="135907"/>
                  </a:cubicBezTo>
                  <a:cubicBezTo>
                    <a:pt x="182489" y="135049"/>
                    <a:pt x="186172" y="133441"/>
                    <a:pt x="189444" y="131173"/>
                  </a:cubicBezTo>
                  <a:cubicBezTo>
                    <a:pt x="194138" y="127925"/>
                    <a:pt x="200245" y="127547"/>
                    <a:pt x="205303" y="130189"/>
                  </a:cubicBezTo>
                  <a:cubicBezTo>
                    <a:pt x="210378" y="132784"/>
                    <a:pt x="213563" y="138012"/>
                    <a:pt x="213540" y="143712"/>
                  </a:cubicBezTo>
                  <a:lnTo>
                    <a:pt x="213540" y="205180"/>
                  </a:lnTo>
                  <a:cubicBezTo>
                    <a:pt x="213690" y="209319"/>
                    <a:pt x="210456" y="212796"/>
                    <a:pt x="206317" y="212946"/>
                  </a:cubicBezTo>
                  <a:cubicBezTo>
                    <a:pt x="206020" y="212957"/>
                    <a:pt x="205723" y="212950"/>
                    <a:pt x="205426" y="21292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307469B-6A29-5545-B750-FF71511BB88D}"/>
                </a:ext>
              </a:extLst>
            </p:cNvPr>
            <p:cNvSpPr/>
            <p:nvPr/>
          </p:nvSpPr>
          <p:spPr>
            <a:xfrm>
              <a:off x="7212048" y="2623245"/>
              <a:ext cx="212926" cy="212990"/>
            </a:xfrm>
            <a:custGeom>
              <a:avLst/>
              <a:gdLst>
                <a:gd name="connsiteX0" fmla="*/ 205426 w 212926"/>
                <a:gd name="connsiteY0" fmla="*/ 212925 h 212990"/>
                <a:gd name="connsiteX1" fmla="*/ 125395 w 212926"/>
                <a:gd name="connsiteY1" fmla="*/ 212925 h 212990"/>
                <a:gd name="connsiteX2" fmla="*/ 112118 w 212926"/>
                <a:gd name="connsiteY2" fmla="*/ 205180 h 212990"/>
                <a:gd name="connsiteX3" fmla="*/ 112118 w 212926"/>
                <a:gd name="connsiteY3" fmla="*/ 190428 h 212990"/>
                <a:gd name="connsiteX4" fmla="*/ 115929 w 212926"/>
                <a:gd name="connsiteY4" fmla="*/ 175676 h 212990"/>
                <a:gd name="connsiteX5" fmla="*/ 104619 w 212926"/>
                <a:gd name="connsiteY5" fmla="*/ 151826 h 212990"/>
                <a:gd name="connsiteX6" fmla="*/ 61443 w 212926"/>
                <a:gd name="connsiteY6" fmla="*/ 156830 h 212990"/>
                <a:gd name="connsiteX7" fmla="*/ 55444 w 212926"/>
                <a:gd name="connsiteY7" fmla="*/ 169652 h 212990"/>
                <a:gd name="connsiteX8" fmla="*/ 58518 w 212926"/>
                <a:gd name="connsiteY8" fmla="*/ 190182 h 212990"/>
                <a:gd name="connsiteX9" fmla="*/ 58518 w 212926"/>
                <a:gd name="connsiteY9" fmla="*/ 205426 h 212990"/>
                <a:gd name="connsiteX10" fmla="*/ 45364 w 212926"/>
                <a:gd name="connsiteY10" fmla="*/ 212925 h 212990"/>
                <a:gd name="connsiteX11" fmla="*/ 8483 w 212926"/>
                <a:gd name="connsiteY11" fmla="*/ 212925 h 212990"/>
                <a:gd name="connsiteX12" fmla="*/ 65 w 212926"/>
                <a:gd name="connsiteY12" fmla="*/ 206475 h 212990"/>
                <a:gd name="connsiteX13" fmla="*/ 0 w 212926"/>
                <a:gd name="connsiteY13" fmla="*/ 205426 h 212990"/>
                <a:gd name="connsiteX14" fmla="*/ 0 w 212926"/>
                <a:gd name="connsiteY14" fmla="*/ 30857 h 212990"/>
                <a:gd name="connsiteX15" fmla="*/ 30857 w 212926"/>
                <a:gd name="connsiteY15" fmla="*/ 0 h 212990"/>
                <a:gd name="connsiteX16" fmla="*/ 205426 w 212926"/>
                <a:gd name="connsiteY16" fmla="*/ 0 h 212990"/>
                <a:gd name="connsiteX17" fmla="*/ 212926 w 212926"/>
                <a:gd name="connsiteY17" fmla="*/ 7499 h 212990"/>
                <a:gd name="connsiteX18" fmla="*/ 212926 w 212926"/>
                <a:gd name="connsiteY18" fmla="*/ 44380 h 212990"/>
                <a:gd name="connsiteX19" fmla="*/ 205426 w 212926"/>
                <a:gd name="connsiteY19" fmla="*/ 51879 h 212990"/>
                <a:gd name="connsiteX20" fmla="*/ 197927 w 212926"/>
                <a:gd name="connsiteY20" fmla="*/ 44380 h 212990"/>
                <a:gd name="connsiteX21" fmla="*/ 197927 w 212926"/>
                <a:gd name="connsiteY21" fmla="*/ 14875 h 212990"/>
                <a:gd name="connsiteX22" fmla="*/ 30857 w 212926"/>
                <a:gd name="connsiteY22" fmla="*/ 14875 h 212990"/>
                <a:gd name="connsiteX23" fmla="*/ 14876 w 212926"/>
                <a:gd name="connsiteY23" fmla="*/ 30857 h 212990"/>
                <a:gd name="connsiteX24" fmla="*/ 14876 w 212926"/>
                <a:gd name="connsiteY24" fmla="*/ 197927 h 212990"/>
                <a:gd name="connsiteX25" fmla="*/ 44626 w 212926"/>
                <a:gd name="connsiteY25" fmla="*/ 197927 h 212990"/>
                <a:gd name="connsiteX26" fmla="*/ 40200 w 212926"/>
                <a:gd name="connsiteY26" fmla="*/ 166824 h 212990"/>
                <a:gd name="connsiteX27" fmla="*/ 94369 w 212926"/>
                <a:gd name="connsiteY27" fmla="*/ 131489 h 212990"/>
                <a:gd name="connsiteX28" fmla="*/ 130681 w 212926"/>
                <a:gd name="connsiteY28" fmla="*/ 175676 h 212990"/>
                <a:gd name="connsiteX29" fmla="*/ 124903 w 212926"/>
                <a:gd name="connsiteY29" fmla="*/ 197804 h 212990"/>
                <a:gd name="connsiteX30" fmla="*/ 197927 w 212926"/>
                <a:gd name="connsiteY30" fmla="*/ 197804 h 212990"/>
                <a:gd name="connsiteX31" fmla="*/ 197927 w 212926"/>
                <a:gd name="connsiteY31" fmla="*/ 143712 h 212990"/>
                <a:gd name="connsiteX32" fmla="*/ 205426 w 212926"/>
                <a:gd name="connsiteY32" fmla="*/ 136213 h 212990"/>
                <a:gd name="connsiteX33" fmla="*/ 212926 w 212926"/>
                <a:gd name="connsiteY33" fmla="*/ 143712 h 212990"/>
                <a:gd name="connsiteX34" fmla="*/ 212926 w 212926"/>
                <a:gd name="connsiteY34" fmla="*/ 205180 h 212990"/>
                <a:gd name="connsiteX35" fmla="*/ 205428 w 212926"/>
                <a:gd name="connsiteY35" fmla="*/ 212925 h 212990"/>
                <a:gd name="connsiteX36" fmla="*/ 205426 w 212926"/>
                <a:gd name="connsiteY36" fmla="*/ 212925 h 21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2926" h="212990">
                  <a:moveTo>
                    <a:pt x="205426" y="212925"/>
                  </a:moveTo>
                  <a:lnTo>
                    <a:pt x="125395" y="212925"/>
                  </a:lnTo>
                  <a:cubicBezTo>
                    <a:pt x="119910" y="212876"/>
                    <a:pt x="114860" y="209931"/>
                    <a:pt x="112118" y="205180"/>
                  </a:cubicBezTo>
                  <a:cubicBezTo>
                    <a:pt x="109483" y="200616"/>
                    <a:pt x="109483" y="194992"/>
                    <a:pt x="112118" y="190428"/>
                  </a:cubicBezTo>
                  <a:cubicBezTo>
                    <a:pt x="114663" y="185931"/>
                    <a:pt x="115978" y="180843"/>
                    <a:pt x="115929" y="175676"/>
                  </a:cubicBezTo>
                  <a:cubicBezTo>
                    <a:pt x="115904" y="166437"/>
                    <a:pt x="111756" y="157692"/>
                    <a:pt x="104619" y="151826"/>
                  </a:cubicBezTo>
                  <a:cubicBezTo>
                    <a:pt x="91314" y="141285"/>
                    <a:pt x="71984" y="143526"/>
                    <a:pt x="61443" y="156830"/>
                  </a:cubicBezTo>
                  <a:cubicBezTo>
                    <a:pt x="58473" y="160579"/>
                    <a:pt x="56419" y="164969"/>
                    <a:pt x="55444" y="169652"/>
                  </a:cubicBezTo>
                  <a:cubicBezTo>
                    <a:pt x="54088" y="176645"/>
                    <a:pt x="55172" y="183893"/>
                    <a:pt x="58518" y="190182"/>
                  </a:cubicBezTo>
                  <a:cubicBezTo>
                    <a:pt x="61216" y="194905"/>
                    <a:pt x="61216" y="200703"/>
                    <a:pt x="58518" y="205426"/>
                  </a:cubicBezTo>
                  <a:cubicBezTo>
                    <a:pt x="55791" y="210099"/>
                    <a:pt x="50774" y="212959"/>
                    <a:pt x="45364" y="212925"/>
                  </a:cubicBezTo>
                  <a:lnTo>
                    <a:pt x="8483" y="212925"/>
                  </a:lnTo>
                  <a:cubicBezTo>
                    <a:pt x="4377" y="213469"/>
                    <a:pt x="608" y="210581"/>
                    <a:pt x="65" y="206475"/>
                  </a:cubicBezTo>
                  <a:cubicBezTo>
                    <a:pt x="19" y="206127"/>
                    <a:pt x="-3" y="205777"/>
                    <a:pt x="0" y="205426"/>
                  </a:cubicBezTo>
                  <a:lnTo>
                    <a:pt x="0" y="30857"/>
                  </a:lnTo>
                  <a:cubicBezTo>
                    <a:pt x="68" y="13843"/>
                    <a:pt x="13843" y="67"/>
                    <a:pt x="30857" y="0"/>
                  </a:cubicBezTo>
                  <a:lnTo>
                    <a:pt x="205426" y="0"/>
                  </a:lnTo>
                  <a:cubicBezTo>
                    <a:pt x="209568" y="0"/>
                    <a:pt x="212926" y="3357"/>
                    <a:pt x="212926" y="7499"/>
                  </a:cubicBezTo>
                  <a:lnTo>
                    <a:pt x="212926" y="44380"/>
                  </a:lnTo>
                  <a:cubicBezTo>
                    <a:pt x="212926" y="48522"/>
                    <a:pt x="209568" y="51879"/>
                    <a:pt x="205426" y="51879"/>
                  </a:cubicBezTo>
                  <a:cubicBezTo>
                    <a:pt x="201285" y="51879"/>
                    <a:pt x="197927" y="48522"/>
                    <a:pt x="197927" y="44380"/>
                  </a:cubicBezTo>
                  <a:lnTo>
                    <a:pt x="197927" y="14875"/>
                  </a:lnTo>
                  <a:lnTo>
                    <a:pt x="30857" y="14875"/>
                  </a:lnTo>
                  <a:cubicBezTo>
                    <a:pt x="22031" y="14875"/>
                    <a:pt x="14876" y="22031"/>
                    <a:pt x="14876" y="30857"/>
                  </a:cubicBezTo>
                  <a:lnTo>
                    <a:pt x="14876" y="197927"/>
                  </a:lnTo>
                  <a:lnTo>
                    <a:pt x="44626" y="197927"/>
                  </a:lnTo>
                  <a:cubicBezTo>
                    <a:pt x="39790" y="188322"/>
                    <a:pt x="38235" y="177397"/>
                    <a:pt x="40200" y="166824"/>
                  </a:cubicBezTo>
                  <a:cubicBezTo>
                    <a:pt x="45401" y="142108"/>
                    <a:pt x="69653" y="126288"/>
                    <a:pt x="94369" y="131489"/>
                  </a:cubicBezTo>
                  <a:cubicBezTo>
                    <a:pt x="115326" y="135898"/>
                    <a:pt x="130417" y="154261"/>
                    <a:pt x="130681" y="175676"/>
                  </a:cubicBezTo>
                  <a:cubicBezTo>
                    <a:pt x="130693" y="183426"/>
                    <a:pt x="128703" y="191049"/>
                    <a:pt x="124903" y="197804"/>
                  </a:cubicBezTo>
                  <a:lnTo>
                    <a:pt x="197927" y="197804"/>
                  </a:lnTo>
                  <a:lnTo>
                    <a:pt x="197927" y="143712"/>
                  </a:lnTo>
                  <a:cubicBezTo>
                    <a:pt x="197927" y="139571"/>
                    <a:pt x="201285" y="136213"/>
                    <a:pt x="205426" y="136213"/>
                  </a:cubicBezTo>
                  <a:cubicBezTo>
                    <a:pt x="209568" y="136213"/>
                    <a:pt x="212926" y="139571"/>
                    <a:pt x="212926" y="143712"/>
                  </a:cubicBezTo>
                  <a:lnTo>
                    <a:pt x="212926" y="205180"/>
                  </a:lnTo>
                  <a:cubicBezTo>
                    <a:pt x="212994" y="209389"/>
                    <a:pt x="209637" y="212857"/>
                    <a:pt x="205428" y="212925"/>
                  </a:cubicBezTo>
                  <a:cubicBezTo>
                    <a:pt x="205428" y="212925"/>
                    <a:pt x="205427" y="212925"/>
                    <a:pt x="205426" y="21292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17" name="Inhaltsplatzhalter 4">
            <a:extLst>
              <a:ext uri="{FF2B5EF4-FFF2-40B4-BE49-F238E27FC236}">
                <a16:creationId xmlns:a16="http://schemas.microsoft.com/office/drawing/2014/main" id="{45304C39-CFD0-9C44-B0ED-C180C9BE94B4}"/>
              </a:ext>
            </a:extLst>
          </p:cNvPr>
          <p:cNvSpPr txBox="1">
            <a:spLocks/>
          </p:cNvSpPr>
          <p:nvPr/>
        </p:nvSpPr>
        <p:spPr>
          <a:xfrm rot="16105018">
            <a:off x="4375608" y="3189932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118" name="Inhaltsplatzhalter 4">
            <a:extLst>
              <a:ext uri="{FF2B5EF4-FFF2-40B4-BE49-F238E27FC236}">
                <a16:creationId xmlns:a16="http://schemas.microsoft.com/office/drawing/2014/main" id="{98FB75CE-8EB2-9D40-BE0C-926A64F6341E}"/>
              </a:ext>
            </a:extLst>
          </p:cNvPr>
          <p:cNvSpPr txBox="1">
            <a:spLocks/>
          </p:cNvSpPr>
          <p:nvPr/>
        </p:nvSpPr>
        <p:spPr>
          <a:xfrm>
            <a:off x="5079288" y="2466348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119" name="Inhaltsplatzhalter 4">
            <a:extLst>
              <a:ext uri="{FF2B5EF4-FFF2-40B4-BE49-F238E27FC236}">
                <a16:creationId xmlns:a16="http://schemas.microsoft.com/office/drawing/2014/main" id="{923F6AEE-212F-A640-ABD9-53F55CE6EA57}"/>
              </a:ext>
            </a:extLst>
          </p:cNvPr>
          <p:cNvSpPr txBox="1">
            <a:spLocks/>
          </p:cNvSpPr>
          <p:nvPr/>
        </p:nvSpPr>
        <p:spPr>
          <a:xfrm rot="5391925">
            <a:off x="5784258" y="3152068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120" name="Inhaltsplatzhalter 4">
            <a:extLst>
              <a:ext uri="{FF2B5EF4-FFF2-40B4-BE49-F238E27FC236}">
                <a16:creationId xmlns:a16="http://schemas.microsoft.com/office/drawing/2014/main" id="{0B6B81EB-0BB2-9F41-8ACB-86851B1450E7}"/>
              </a:ext>
            </a:extLst>
          </p:cNvPr>
          <p:cNvSpPr txBox="1">
            <a:spLocks/>
          </p:cNvSpPr>
          <p:nvPr/>
        </p:nvSpPr>
        <p:spPr>
          <a:xfrm rot="10800000">
            <a:off x="5135531" y="3920291"/>
            <a:ext cx="2196065" cy="1637468"/>
          </a:xfrm>
          <a:prstGeom prst="rect">
            <a:avLst/>
          </a:prstGeom>
        </p:spPr>
        <p:txBody>
          <a:bodyPr wrap="square" lIns="0" tIns="0" rIns="0" bIns="0">
            <a:prstTxWarp prst="textArchUp">
              <a:avLst>
                <a:gd name="adj" fmla="val 1181612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8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4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E79223D7-DE15-494D-812F-1CEEDF4BCB1D}"/>
              </a:ext>
            </a:extLst>
          </p:cNvPr>
          <p:cNvGrpSpPr/>
          <p:nvPr/>
        </p:nvGrpSpPr>
        <p:grpSpPr>
          <a:xfrm>
            <a:off x="5532864" y="3403736"/>
            <a:ext cx="1338870" cy="1238019"/>
            <a:chOff x="5398240" y="3718434"/>
            <a:chExt cx="1338870" cy="1238019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0AF25B9-D3B9-464B-BA4E-C0CCA65A19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23" name="Title 1">
              <a:extLst>
                <a:ext uri="{FF2B5EF4-FFF2-40B4-BE49-F238E27FC236}">
                  <a16:creationId xmlns:a16="http://schemas.microsoft.com/office/drawing/2014/main" id="{C1B2BCD3-BA69-9349-A278-6C4DF9A1A56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86121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EF0222E-FBA5-8D47-A1C6-E2C5E0DC119B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6DF5D4C-1439-AC49-B926-4B3E55055A9D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278C158-85D0-B040-AAB3-18BCF82BC86D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15EBAFFC-9FC7-344A-8CE5-351452EEFF36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80AC132B-3AD6-5046-8304-8DC089EEFDAE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66355C42-30B2-9F4A-95E4-9533E037F9D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9" name="Group 4">
            <a:extLst>
              <a:ext uri="{FF2B5EF4-FFF2-40B4-BE49-F238E27FC236}">
                <a16:creationId xmlns:a16="http://schemas.microsoft.com/office/drawing/2014/main" id="{C80DA4C7-C09F-0246-8AA2-0818A40CEA7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822347" y="1400081"/>
            <a:ext cx="4547306" cy="4551234"/>
            <a:chOff x="2105" y="923"/>
            <a:chExt cx="3473" cy="3476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2361A3E7-76C9-754A-B2A4-B5B96BE7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923"/>
              <a:ext cx="2353" cy="1561"/>
            </a:xfrm>
            <a:custGeom>
              <a:avLst/>
              <a:gdLst>
                <a:gd name="T0" fmla="*/ 121 w 657"/>
                <a:gd name="T1" fmla="*/ 436 h 436"/>
                <a:gd name="T2" fmla="*/ 158 w 657"/>
                <a:gd name="T3" fmla="*/ 112 h 436"/>
                <a:gd name="T4" fmla="*/ 657 w 657"/>
                <a:gd name="T5" fmla="*/ 249 h 436"/>
                <a:gd name="T6" fmla="*/ 304 w 657"/>
                <a:gd name="T7" fmla="*/ 234 h 436"/>
                <a:gd name="T8" fmla="*/ 121 w 657"/>
                <a:gd name="T9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7" h="436">
                  <a:moveTo>
                    <a:pt x="121" y="436"/>
                  </a:moveTo>
                  <a:cubicBezTo>
                    <a:pt x="121" y="436"/>
                    <a:pt x="0" y="202"/>
                    <a:pt x="158" y="112"/>
                  </a:cubicBezTo>
                  <a:cubicBezTo>
                    <a:pt x="352" y="0"/>
                    <a:pt x="657" y="249"/>
                    <a:pt x="657" y="249"/>
                  </a:cubicBezTo>
                  <a:cubicBezTo>
                    <a:pt x="657" y="249"/>
                    <a:pt x="474" y="167"/>
                    <a:pt x="304" y="234"/>
                  </a:cubicBezTo>
                  <a:cubicBezTo>
                    <a:pt x="185" y="281"/>
                    <a:pt x="121" y="436"/>
                    <a:pt x="121" y="436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3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58EAFC70-467D-6F4F-B61C-CE663CF7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955"/>
              <a:ext cx="1561" cy="2352"/>
            </a:xfrm>
            <a:custGeom>
              <a:avLst/>
              <a:gdLst>
                <a:gd name="T0" fmla="*/ 0 w 436"/>
                <a:gd name="T1" fmla="*/ 121 h 657"/>
                <a:gd name="T2" fmla="*/ 325 w 436"/>
                <a:gd name="T3" fmla="*/ 159 h 657"/>
                <a:gd name="T4" fmla="*/ 187 w 436"/>
                <a:gd name="T5" fmla="*/ 657 h 657"/>
                <a:gd name="T6" fmla="*/ 202 w 436"/>
                <a:gd name="T7" fmla="*/ 305 h 657"/>
                <a:gd name="T8" fmla="*/ 0 w 436"/>
                <a:gd name="T9" fmla="*/ 121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6" h="657">
                  <a:moveTo>
                    <a:pt x="0" y="121"/>
                  </a:moveTo>
                  <a:cubicBezTo>
                    <a:pt x="0" y="121"/>
                    <a:pt x="234" y="0"/>
                    <a:pt x="325" y="159"/>
                  </a:cubicBezTo>
                  <a:cubicBezTo>
                    <a:pt x="436" y="353"/>
                    <a:pt x="187" y="657"/>
                    <a:pt x="187" y="657"/>
                  </a:cubicBezTo>
                  <a:cubicBezTo>
                    <a:pt x="187" y="657"/>
                    <a:pt x="269" y="475"/>
                    <a:pt x="202" y="305"/>
                  </a:cubicBezTo>
                  <a:cubicBezTo>
                    <a:pt x="155" y="186"/>
                    <a:pt x="0" y="121"/>
                    <a:pt x="0" y="12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3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407E7F96-7C6B-A946-9A3C-562F2514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838"/>
              <a:ext cx="2352" cy="1561"/>
            </a:xfrm>
            <a:custGeom>
              <a:avLst/>
              <a:gdLst>
                <a:gd name="T0" fmla="*/ 536 w 657"/>
                <a:gd name="T1" fmla="*/ 0 h 436"/>
                <a:gd name="T2" fmla="*/ 498 w 657"/>
                <a:gd name="T3" fmla="*/ 324 h 436"/>
                <a:gd name="T4" fmla="*/ 0 w 657"/>
                <a:gd name="T5" fmla="*/ 187 h 436"/>
                <a:gd name="T6" fmla="*/ 353 w 657"/>
                <a:gd name="T7" fmla="*/ 202 h 436"/>
                <a:gd name="T8" fmla="*/ 536 w 657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7" h="436">
                  <a:moveTo>
                    <a:pt x="536" y="0"/>
                  </a:moveTo>
                  <a:cubicBezTo>
                    <a:pt x="536" y="0"/>
                    <a:pt x="657" y="234"/>
                    <a:pt x="498" y="324"/>
                  </a:cubicBezTo>
                  <a:cubicBezTo>
                    <a:pt x="304" y="436"/>
                    <a:pt x="0" y="187"/>
                    <a:pt x="0" y="187"/>
                  </a:cubicBezTo>
                  <a:cubicBezTo>
                    <a:pt x="0" y="187"/>
                    <a:pt x="182" y="269"/>
                    <a:pt x="353" y="202"/>
                  </a:cubicBezTo>
                  <a:cubicBezTo>
                    <a:pt x="472" y="155"/>
                    <a:pt x="536" y="0"/>
                    <a:pt x="536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3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0F33761-15E4-9C42-B6A1-188788B44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15"/>
              <a:ext cx="1558" cy="2352"/>
            </a:xfrm>
            <a:custGeom>
              <a:avLst/>
              <a:gdLst>
                <a:gd name="T0" fmla="*/ 435 w 435"/>
                <a:gd name="T1" fmla="*/ 536 h 657"/>
                <a:gd name="T2" fmla="*/ 111 w 435"/>
                <a:gd name="T3" fmla="*/ 498 h 657"/>
                <a:gd name="T4" fmla="*/ 249 w 435"/>
                <a:gd name="T5" fmla="*/ 0 h 657"/>
                <a:gd name="T6" fmla="*/ 233 w 435"/>
                <a:gd name="T7" fmla="*/ 352 h 657"/>
                <a:gd name="T8" fmla="*/ 435 w 435"/>
                <a:gd name="T9" fmla="*/ 536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57">
                  <a:moveTo>
                    <a:pt x="435" y="536"/>
                  </a:moveTo>
                  <a:cubicBezTo>
                    <a:pt x="435" y="536"/>
                    <a:pt x="202" y="657"/>
                    <a:pt x="111" y="498"/>
                  </a:cubicBezTo>
                  <a:cubicBezTo>
                    <a:pt x="0" y="304"/>
                    <a:pt x="249" y="0"/>
                    <a:pt x="249" y="0"/>
                  </a:cubicBezTo>
                  <a:cubicBezTo>
                    <a:pt x="249" y="0"/>
                    <a:pt x="167" y="182"/>
                    <a:pt x="233" y="352"/>
                  </a:cubicBezTo>
                  <a:cubicBezTo>
                    <a:pt x="280" y="471"/>
                    <a:pt x="435" y="536"/>
                    <a:pt x="435" y="53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3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34D212F9-1884-2747-B1AE-1781C9BBB9D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073044" y="2658070"/>
            <a:ext cx="2090042" cy="209004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CC58EF4D-721A-314A-8863-2DD376DF8F23}"/>
              </a:ext>
            </a:extLst>
          </p:cNvPr>
          <p:cNvSpPr>
            <a:spLocks/>
          </p:cNvSpPr>
          <p:nvPr/>
        </p:nvSpPr>
        <p:spPr bwMode="auto">
          <a:xfrm>
            <a:off x="4223893" y="1791992"/>
            <a:ext cx="2721137" cy="1654584"/>
          </a:xfrm>
          <a:custGeom>
            <a:avLst/>
            <a:gdLst>
              <a:gd name="connsiteX0" fmla="*/ 934944 w 2721137"/>
              <a:gd name="connsiteY0" fmla="*/ 53 h 1654584"/>
              <a:gd name="connsiteX1" fmla="*/ 2721137 w 2721137"/>
              <a:gd name="connsiteY1" fmla="*/ 777972 h 1654584"/>
              <a:gd name="connsiteX2" fmla="*/ 2497778 w 2721137"/>
              <a:gd name="connsiteY2" fmla="*/ 698403 h 1654584"/>
              <a:gd name="connsiteX3" fmla="*/ 2472824 w 2721137"/>
              <a:gd name="connsiteY3" fmla="*/ 691350 h 1654584"/>
              <a:gd name="connsiteX4" fmla="*/ 2455657 w 2721137"/>
              <a:gd name="connsiteY4" fmla="*/ 678689 h 1654584"/>
              <a:gd name="connsiteX5" fmla="*/ 453872 w 2721137"/>
              <a:gd name="connsiteY5" fmla="*/ 189631 h 1654584"/>
              <a:gd name="connsiteX6" fmla="*/ 252978 w 2721137"/>
              <a:gd name="connsiteY6" fmla="*/ 1475834 h 1654584"/>
              <a:gd name="connsiteX7" fmla="*/ 272478 w 2721137"/>
              <a:gd name="connsiteY7" fmla="*/ 1520364 h 1654584"/>
              <a:gd name="connsiteX8" fmla="*/ 263296 w 2721137"/>
              <a:gd name="connsiteY8" fmla="*/ 1537610 h 1654584"/>
              <a:gd name="connsiteX9" fmla="*/ 207684 w 2721137"/>
              <a:gd name="connsiteY9" fmla="*/ 1654584 h 1654584"/>
              <a:gd name="connsiteX10" fmla="*/ 381188 w 2721137"/>
              <a:gd name="connsiteY10" fmla="*/ 135749 h 1654584"/>
              <a:gd name="connsiteX11" fmla="*/ 934944 w 2721137"/>
              <a:gd name="connsiteY11" fmla="*/ 53 h 1654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721137" h="1654584">
                <a:moveTo>
                  <a:pt x="934944" y="53"/>
                </a:moveTo>
                <a:cubicBezTo>
                  <a:pt x="1776962" y="7403"/>
                  <a:pt x="2721137" y="777972"/>
                  <a:pt x="2721137" y="777972"/>
                </a:cubicBezTo>
                <a:cubicBezTo>
                  <a:pt x="2721137" y="777972"/>
                  <a:pt x="2637334" y="740433"/>
                  <a:pt x="2497778" y="698403"/>
                </a:cubicBezTo>
                <a:lnTo>
                  <a:pt x="2472824" y="691350"/>
                </a:lnTo>
                <a:lnTo>
                  <a:pt x="2455657" y="678689"/>
                </a:lnTo>
                <a:cubicBezTo>
                  <a:pt x="2110156" y="429629"/>
                  <a:pt x="1125824" y="-198175"/>
                  <a:pt x="453872" y="189631"/>
                </a:cubicBezTo>
                <a:cubicBezTo>
                  <a:pt x="-93388" y="501261"/>
                  <a:pt x="144522" y="1218009"/>
                  <a:pt x="252978" y="1475834"/>
                </a:cubicBezTo>
                <a:lnTo>
                  <a:pt x="272478" y="1520364"/>
                </a:lnTo>
                <a:lnTo>
                  <a:pt x="263296" y="1537610"/>
                </a:lnTo>
                <a:cubicBezTo>
                  <a:pt x="226441" y="1609171"/>
                  <a:pt x="207684" y="1654584"/>
                  <a:pt x="207684" y="1654584"/>
                </a:cubicBezTo>
                <a:cubicBezTo>
                  <a:pt x="207684" y="1654584"/>
                  <a:pt x="-359718" y="557647"/>
                  <a:pt x="381188" y="135749"/>
                </a:cubicBezTo>
                <a:cubicBezTo>
                  <a:pt x="551761" y="37306"/>
                  <a:pt x="740632" y="-1643"/>
                  <a:pt x="934944" y="53"/>
                </a:cubicBezTo>
                <a:close/>
              </a:path>
            </a:pathLst>
          </a:custGeom>
          <a:solidFill>
            <a:schemeClr val="accent4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34E901F2-734D-A44B-8548-BA4AB23CC12C}"/>
              </a:ext>
            </a:extLst>
          </p:cNvPr>
          <p:cNvSpPr>
            <a:spLocks/>
          </p:cNvSpPr>
          <p:nvPr/>
        </p:nvSpPr>
        <p:spPr bwMode="auto">
          <a:xfrm>
            <a:off x="6325717" y="1805210"/>
            <a:ext cx="1657140" cy="2718946"/>
          </a:xfrm>
          <a:custGeom>
            <a:avLst/>
            <a:gdLst>
              <a:gd name="connsiteX0" fmla="*/ 854006 w 1657140"/>
              <a:gd name="connsiteY0" fmla="*/ 806 h 2718946"/>
              <a:gd name="connsiteX1" fmla="*/ 1523523 w 1657140"/>
              <a:gd name="connsiteY1" fmla="*/ 384678 h 2718946"/>
              <a:gd name="connsiteX2" fmla="*/ 876612 w 1657140"/>
              <a:gd name="connsiteY2" fmla="*/ 2718946 h 2718946"/>
              <a:gd name="connsiteX3" fmla="*/ 956181 w 1657140"/>
              <a:gd name="connsiteY3" fmla="*/ 2496769 h 2718946"/>
              <a:gd name="connsiteX4" fmla="*/ 963614 w 1657140"/>
              <a:gd name="connsiteY4" fmla="*/ 2470598 h 2718946"/>
              <a:gd name="connsiteX5" fmla="*/ 975923 w 1657140"/>
              <a:gd name="connsiteY5" fmla="*/ 2453972 h 2718946"/>
              <a:gd name="connsiteX6" fmla="*/ 1469215 w 1657140"/>
              <a:gd name="connsiteY6" fmla="*/ 456906 h 2718946"/>
              <a:gd name="connsiteX7" fmla="*/ 178779 w 1657140"/>
              <a:gd name="connsiteY7" fmla="*/ 251865 h 2718946"/>
              <a:gd name="connsiteX8" fmla="*/ 133378 w 1657140"/>
              <a:gd name="connsiteY8" fmla="*/ 271712 h 2718946"/>
              <a:gd name="connsiteX9" fmla="*/ 116974 w 1657140"/>
              <a:gd name="connsiteY9" fmla="*/ 262882 h 2718946"/>
              <a:gd name="connsiteX10" fmla="*/ 0 w 1657140"/>
              <a:gd name="connsiteY10" fmla="*/ 206562 h 2718946"/>
              <a:gd name="connsiteX11" fmla="*/ 854006 w 1657140"/>
              <a:gd name="connsiteY11" fmla="*/ 806 h 2718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57140" h="2718946">
                <a:moveTo>
                  <a:pt x="854006" y="806"/>
                </a:moveTo>
                <a:cubicBezTo>
                  <a:pt x="1109315" y="10282"/>
                  <a:pt x="1363553" y="105199"/>
                  <a:pt x="1523523" y="384678"/>
                </a:cubicBezTo>
                <a:cubicBezTo>
                  <a:pt x="2043865" y="1294012"/>
                  <a:pt x="876612" y="2718946"/>
                  <a:pt x="876612" y="2718946"/>
                </a:cubicBezTo>
                <a:cubicBezTo>
                  <a:pt x="876612" y="2718946"/>
                  <a:pt x="914151" y="2635637"/>
                  <a:pt x="956181" y="2496769"/>
                </a:cubicBezTo>
                <a:lnTo>
                  <a:pt x="963614" y="2470598"/>
                </a:lnTo>
                <a:lnTo>
                  <a:pt x="975923" y="2453972"/>
                </a:lnTo>
                <a:cubicBezTo>
                  <a:pt x="1225105" y="2109673"/>
                  <a:pt x="1853558" y="1128572"/>
                  <a:pt x="1469215" y="456906"/>
                </a:cubicBezTo>
                <a:cubicBezTo>
                  <a:pt x="1154123" y="-93584"/>
                  <a:pt x="436725" y="143577"/>
                  <a:pt x="178779" y="251865"/>
                </a:cubicBezTo>
                <a:lnTo>
                  <a:pt x="133378" y="271712"/>
                </a:lnTo>
                <a:lnTo>
                  <a:pt x="116974" y="262882"/>
                </a:lnTo>
                <a:cubicBezTo>
                  <a:pt x="45413" y="225604"/>
                  <a:pt x="0" y="206562"/>
                  <a:pt x="0" y="206562"/>
                </a:cubicBezTo>
                <a:cubicBezTo>
                  <a:pt x="0" y="206562"/>
                  <a:pt x="428491" y="-14986"/>
                  <a:pt x="854006" y="806"/>
                </a:cubicBez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974F96BD-F367-4545-A401-FFC02AA771DA}"/>
              </a:ext>
            </a:extLst>
          </p:cNvPr>
          <p:cNvSpPr>
            <a:spLocks/>
          </p:cNvSpPr>
          <p:nvPr/>
        </p:nvSpPr>
        <p:spPr bwMode="auto">
          <a:xfrm>
            <a:off x="5248138" y="3910080"/>
            <a:ext cx="2718945" cy="1654584"/>
          </a:xfrm>
          <a:custGeom>
            <a:avLst/>
            <a:gdLst>
              <a:gd name="connsiteX0" fmla="*/ 2512384 w 2718945"/>
              <a:gd name="connsiteY0" fmla="*/ 0 h 1654584"/>
              <a:gd name="connsiteX1" fmla="*/ 2334268 w 2718945"/>
              <a:gd name="connsiteY1" fmla="*/ 1518836 h 1654584"/>
              <a:gd name="connsiteX2" fmla="*/ 0 w 2718945"/>
              <a:gd name="connsiteY2" fmla="*/ 876612 h 1654584"/>
              <a:gd name="connsiteX3" fmla="*/ 222320 w 2718945"/>
              <a:gd name="connsiteY3" fmla="*/ 956182 h 1654584"/>
              <a:gd name="connsiteX4" fmla="*/ 248293 w 2718945"/>
              <a:gd name="connsiteY4" fmla="*/ 963549 h 1654584"/>
              <a:gd name="connsiteX5" fmla="*/ 264975 w 2718945"/>
              <a:gd name="connsiteY5" fmla="*/ 975895 h 1654584"/>
              <a:gd name="connsiteX6" fmla="*/ 2262042 w 2718945"/>
              <a:gd name="connsiteY6" fmla="*/ 1464954 h 1654584"/>
              <a:gd name="connsiteX7" fmla="*/ 2467082 w 2718945"/>
              <a:gd name="connsiteY7" fmla="*/ 178751 h 1654584"/>
              <a:gd name="connsiteX8" fmla="*/ 2447613 w 2718945"/>
              <a:gd name="connsiteY8" fmla="*/ 134230 h 1654584"/>
              <a:gd name="connsiteX9" fmla="*/ 2456796 w 2718945"/>
              <a:gd name="connsiteY9" fmla="*/ 116975 h 1654584"/>
              <a:gd name="connsiteX10" fmla="*/ 2512384 w 2718945"/>
              <a:gd name="connsiteY10" fmla="*/ 0 h 1654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18945" h="1654584">
                <a:moveTo>
                  <a:pt x="2512384" y="0"/>
                </a:moveTo>
                <a:cubicBezTo>
                  <a:pt x="2512384" y="0"/>
                  <a:pt x="3079546" y="1096937"/>
                  <a:pt x="2334268" y="1518836"/>
                </a:cubicBezTo>
                <a:cubicBezTo>
                  <a:pt x="1424934" y="2043865"/>
                  <a:pt x="0" y="876612"/>
                  <a:pt x="0" y="876612"/>
                </a:cubicBezTo>
                <a:cubicBezTo>
                  <a:pt x="0" y="876612"/>
                  <a:pt x="83309" y="914151"/>
                  <a:pt x="222320" y="956182"/>
                </a:cubicBezTo>
                <a:lnTo>
                  <a:pt x="248293" y="963549"/>
                </a:lnTo>
                <a:lnTo>
                  <a:pt x="264975" y="975895"/>
                </a:lnTo>
                <a:cubicBezTo>
                  <a:pt x="609274" y="1224956"/>
                  <a:pt x="1590375" y="1852760"/>
                  <a:pt x="2262042" y="1464954"/>
                </a:cubicBezTo>
                <a:cubicBezTo>
                  <a:pt x="2812531" y="1153324"/>
                  <a:pt x="2575371" y="436576"/>
                  <a:pt x="2467082" y="178751"/>
                </a:cubicBezTo>
                <a:lnTo>
                  <a:pt x="2447613" y="134230"/>
                </a:lnTo>
                <a:lnTo>
                  <a:pt x="2456796" y="116975"/>
                </a:lnTo>
                <a:cubicBezTo>
                  <a:pt x="2493635" y="45413"/>
                  <a:pt x="2512384" y="0"/>
                  <a:pt x="2512384" y="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69F83597-2C1E-F64D-99C9-7312C56D47A9}"/>
              </a:ext>
            </a:extLst>
          </p:cNvPr>
          <p:cNvSpPr>
            <a:spLocks/>
          </p:cNvSpPr>
          <p:nvPr/>
        </p:nvSpPr>
        <p:spPr bwMode="auto">
          <a:xfrm>
            <a:off x="4209144" y="2832501"/>
            <a:ext cx="1653069" cy="2718945"/>
          </a:xfrm>
          <a:custGeom>
            <a:avLst/>
            <a:gdLst>
              <a:gd name="connsiteX0" fmla="*/ 780820 w 1653069"/>
              <a:gd name="connsiteY0" fmla="*/ 0 h 2718945"/>
              <a:gd name="connsiteX1" fmla="*/ 701078 w 1653069"/>
              <a:gd name="connsiteY1" fmla="*/ 222177 h 2718945"/>
              <a:gd name="connsiteX2" fmla="*/ 693639 w 1653069"/>
              <a:gd name="connsiteY2" fmla="*/ 248254 h 2718945"/>
              <a:gd name="connsiteX3" fmla="*/ 681255 w 1653069"/>
              <a:gd name="connsiteY3" fmla="*/ 264975 h 2718945"/>
              <a:gd name="connsiteX4" fmla="*/ 187779 w 1653069"/>
              <a:gd name="connsiteY4" fmla="*/ 2262042 h 2718945"/>
              <a:gd name="connsiteX5" fmla="*/ 1474827 w 1653069"/>
              <a:gd name="connsiteY5" fmla="*/ 2467082 h 2718945"/>
              <a:gd name="connsiteX6" fmla="*/ 1519829 w 1653069"/>
              <a:gd name="connsiteY6" fmla="*/ 2447336 h 2718945"/>
              <a:gd name="connsiteX7" fmla="*/ 1536051 w 1653069"/>
              <a:gd name="connsiteY7" fmla="*/ 2456064 h 2718945"/>
              <a:gd name="connsiteX8" fmla="*/ 1653069 w 1653069"/>
              <a:gd name="connsiteY8" fmla="*/ 2512385 h 2718945"/>
              <a:gd name="connsiteX9" fmla="*/ 133668 w 1653069"/>
              <a:gd name="connsiteY9" fmla="*/ 2334268 h 2718945"/>
              <a:gd name="connsiteX10" fmla="*/ 780820 w 1653069"/>
              <a:gd name="connsiteY10" fmla="*/ 0 h 2718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53069" h="2718945">
                <a:moveTo>
                  <a:pt x="780820" y="0"/>
                </a:moveTo>
                <a:cubicBezTo>
                  <a:pt x="780820" y="0"/>
                  <a:pt x="743267" y="83309"/>
                  <a:pt x="701078" y="222177"/>
                </a:cubicBezTo>
                <a:lnTo>
                  <a:pt x="693639" y="248254"/>
                </a:lnTo>
                <a:lnTo>
                  <a:pt x="681255" y="264975"/>
                </a:lnTo>
                <a:cubicBezTo>
                  <a:pt x="431980" y="609275"/>
                  <a:pt x="-196707" y="1590375"/>
                  <a:pt x="187779" y="2262042"/>
                </a:cubicBezTo>
                <a:cubicBezTo>
                  <a:pt x="502989" y="2812531"/>
                  <a:pt x="1217839" y="2575371"/>
                  <a:pt x="1474827" y="2467082"/>
                </a:cubicBezTo>
                <a:lnTo>
                  <a:pt x="1519829" y="2447336"/>
                </a:lnTo>
                <a:lnTo>
                  <a:pt x="1536051" y="2456064"/>
                </a:lnTo>
                <a:cubicBezTo>
                  <a:pt x="1607639" y="2493343"/>
                  <a:pt x="1653069" y="2512385"/>
                  <a:pt x="1653069" y="2512385"/>
                </a:cubicBezTo>
                <a:cubicBezTo>
                  <a:pt x="1653069" y="2512385"/>
                  <a:pt x="560413" y="3079546"/>
                  <a:pt x="133668" y="2334268"/>
                </a:cubicBezTo>
                <a:cubicBezTo>
                  <a:pt x="-386868" y="1424935"/>
                  <a:pt x="780820" y="0"/>
                  <a:pt x="780820" y="0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44" name="Graphic 36">
            <a:extLst>
              <a:ext uri="{FF2B5EF4-FFF2-40B4-BE49-F238E27FC236}">
                <a16:creationId xmlns:a16="http://schemas.microsoft.com/office/drawing/2014/main" id="{FC3751BE-FAFD-D440-B13F-CB6866BA7AEF}"/>
              </a:ext>
            </a:extLst>
          </p:cNvPr>
          <p:cNvGrpSpPr>
            <a:grpSpLocks noChangeAspect="1"/>
          </p:cNvGrpSpPr>
          <p:nvPr/>
        </p:nvGrpSpPr>
        <p:grpSpPr>
          <a:xfrm>
            <a:off x="4533404" y="4691226"/>
            <a:ext cx="334467" cy="404679"/>
            <a:chOff x="4800932" y="2035706"/>
            <a:chExt cx="334467" cy="404679"/>
          </a:xfrm>
          <a:solidFill>
            <a:srgbClr val="FFFFFF"/>
          </a:solidFill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C2011570-BACD-E144-B498-731DD715BBC3}"/>
                </a:ext>
              </a:extLst>
            </p:cNvPr>
            <p:cNvSpPr/>
            <p:nvPr/>
          </p:nvSpPr>
          <p:spPr>
            <a:xfrm>
              <a:off x="4906976" y="2085020"/>
              <a:ext cx="59951" cy="60730"/>
            </a:xfrm>
            <a:custGeom>
              <a:avLst/>
              <a:gdLst>
                <a:gd name="connsiteX0" fmla="*/ 29975 w 59951"/>
                <a:gd name="connsiteY0" fmla="*/ 60730 h 60730"/>
                <a:gd name="connsiteX1" fmla="*/ 0 w 59951"/>
                <a:gd name="connsiteY1" fmla="*/ 30364 h 60730"/>
                <a:gd name="connsiteX2" fmla="*/ 29977 w 59951"/>
                <a:gd name="connsiteY2" fmla="*/ 0 h 60730"/>
                <a:gd name="connsiteX3" fmla="*/ 59952 w 59951"/>
                <a:gd name="connsiteY3" fmla="*/ 30366 h 60730"/>
                <a:gd name="connsiteX4" fmla="*/ 59951 w 59951"/>
                <a:gd name="connsiteY4" fmla="*/ 30594 h 60730"/>
                <a:gd name="connsiteX5" fmla="*/ 29975 w 59951"/>
                <a:gd name="connsiteY5" fmla="*/ 60730 h 60730"/>
                <a:gd name="connsiteX6" fmla="*/ 29975 w 59951"/>
                <a:gd name="connsiteY6" fmla="*/ 13813 h 60730"/>
                <a:gd name="connsiteX7" fmla="*/ 13636 w 59951"/>
                <a:gd name="connsiteY7" fmla="*/ 30367 h 60730"/>
                <a:gd name="connsiteX8" fmla="*/ 29978 w 59951"/>
                <a:gd name="connsiteY8" fmla="*/ 46918 h 60730"/>
                <a:gd name="connsiteX9" fmla="*/ 46315 w 59951"/>
                <a:gd name="connsiteY9" fmla="*/ 30594 h 60730"/>
                <a:gd name="connsiteX10" fmla="*/ 29976 w 59951"/>
                <a:gd name="connsiteY10" fmla="*/ 13813 h 60730"/>
                <a:gd name="connsiteX11" fmla="*/ 29975 w 59951"/>
                <a:gd name="connsiteY11" fmla="*/ 13813 h 6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951" h="60730">
                  <a:moveTo>
                    <a:pt x="29975" y="60730"/>
                  </a:moveTo>
                  <a:cubicBezTo>
                    <a:pt x="13420" y="60730"/>
                    <a:pt x="0" y="47135"/>
                    <a:pt x="0" y="30364"/>
                  </a:cubicBezTo>
                  <a:cubicBezTo>
                    <a:pt x="0" y="13594"/>
                    <a:pt x="13422" y="0"/>
                    <a:pt x="29977" y="0"/>
                  </a:cubicBezTo>
                  <a:cubicBezTo>
                    <a:pt x="46532" y="0"/>
                    <a:pt x="59952" y="13596"/>
                    <a:pt x="59952" y="30366"/>
                  </a:cubicBezTo>
                  <a:cubicBezTo>
                    <a:pt x="59952" y="30442"/>
                    <a:pt x="59952" y="30518"/>
                    <a:pt x="59951" y="30594"/>
                  </a:cubicBezTo>
                  <a:cubicBezTo>
                    <a:pt x="59766" y="47249"/>
                    <a:pt x="46417" y="60669"/>
                    <a:pt x="29975" y="60730"/>
                  </a:cubicBezTo>
                  <a:close/>
                  <a:moveTo>
                    <a:pt x="29975" y="13813"/>
                  </a:moveTo>
                  <a:cubicBezTo>
                    <a:pt x="20951" y="13814"/>
                    <a:pt x="13636" y="21225"/>
                    <a:pt x="13636" y="30367"/>
                  </a:cubicBezTo>
                  <a:cubicBezTo>
                    <a:pt x="13637" y="39508"/>
                    <a:pt x="20954" y="46919"/>
                    <a:pt x="29978" y="46918"/>
                  </a:cubicBezTo>
                  <a:cubicBezTo>
                    <a:pt x="38914" y="46917"/>
                    <a:pt x="46192" y="39645"/>
                    <a:pt x="46315" y="30594"/>
                  </a:cubicBezTo>
                  <a:cubicBezTo>
                    <a:pt x="46378" y="21389"/>
                    <a:pt x="39062" y="13876"/>
                    <a:pt x="29976" y="13813"/>
                  </a:cubicBezTo>
                  <a:cubicBezTo>
                    <a:pt x="29976" y="13813"/>
                    <a:pt x="29975" y="13813"/>
                    <a:pt x="29975" y="13813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011CFBDB-7FA9-9944-B77F-544C4BCA2A19}"/>
                </a:ext>
              </a:extLst>
            </p:cNvPr>
            <p:cNvSpPr/>
            <p:nvPr/>
          </p:nvSpPr>
          <p:spPr>
            <a:xfrm>
              <a:off x="4880493" y="2151801"/>
              <a:ext cx="112917" cy="66553"/>
            </a:xfrm>
            <a:custGeom>
              <a:avLst/>
              <a:gdLst>
                <a:gd name="connsiteX0" fmla="*/ 106043 w 112917"/>
                <a:gd name="connsiteY0" fmla="*/ 66552 h 66553"/>
                <a:gd name="connsiteX1" fmla="*/ 99169 w 112917"/>
                <a:gd name="connsiteY1" fmla="*/ 59818 h 66553"/>
                <a:gd name="connsiteX2" fmla="*/ 99168 w 112917"/>
                <a:gd name="connsiteY2" fmla="*/ 59703 h 66553"/>
                <a:gd name="connsiteX3" fmla="*/ 99168 w 112917"/>
                <a:gd name="connsiteY3" fmla="*/ 32306 h 66553"/>
                <a:gd name="connsiteX4" fmla="*/ 80912 w 112917"/>
                <a:gd name="connsiteY4" fmla="*/ 13813 h 66553"/>
                <a:gd name="connsiteX5" fmla="*/ 31892 w 112917"/>
                <a:gd name="connsiteY5" fmla="*/ 13813 h 66553"/>
                <a:gd name="connsiteX6" fmla="*/ 13636 w 112917"/>
                <a:gd name="connsiteY6" fmla="*/ 32306 h 66553"/>
                <a:gd name="connsiteX7" fmla="*/ 13636 w 112917"/>
                <a:gd name="connsiteY7" fmla="*/ 59475 h 66553"/>
                <a:gd name="connsiteX8" fmla="*/ 5939 w 112917"/>
                <a:gd name="connsiteY8" fmla="*/ 65491 h 66553"/>
                <a:gd name="connsiteX9" fmla="*/ 0 w 112917"/>
                <a:gd name="connsiteY9" fmla="*/ 59475 h 66553"/>
                <a:gd name="connsiteX10" fmla="*/ 0 w 112917"/>
                <a:gd name="connsiteY10" fmla="*/ 32306 h 66553"/>
                <a:gd name="connsiteX11" fmla="*/ 31892 w 112917"/>
                <a:gd name="connsiteY11" fmla="*/ 0 h 66553"/>
                <a:gd name="connsiteX12" fmla="*/ 80912 w 112917"/>
                <a:gd name="connsiteY12" fmla="*/ 0 h 66553"/>
                <a:gd name="connsiteX13" fmla="*/ 112917 w 112917"/>
                <a:gd name="connsiteY13" fmla="*/ 32306 h 66553"/>
                <a:gd name="connsiteX14" fmla="*/ 112917 w 112917"/>
                <a:gd name="connsiteY14" fmla="*/ 59475 h 66553"/>
                <a:gd name="connsiteX15" fmla="*/ 106156 w 112917"/>
                <a:gd name="connsiteY15" fmla="*/ 66551 h 66553"/>
                <a:gd name="connsiteX16" fmla="*/ 106043 w 112917"/>
                <a:gd name="connsiteY16" fmla="*/ 66552 h 6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917" h="66553">
                  <a:moveTo>
                    <a:pt x="106043" y="66552"/>
                  </a:moveTo>
                  <a:cubicBezTo>
                    <a:pt x="102309" y="66615"/>
                    <a:pt x="99232" y="63600"/>
                    <a:pt x="99169" y="59818"/>
                  </a:cubicBezTo>
                  <a:cubicBezTo>
                    <a:pt x="99169" y="59780"/>
                    <a:pt x="99168" y="59741"/>
                    <a:pt x="99168" y="59703"/>
                  </a:cubicBezTo>
                  <a:lnTo>
                    <a:pt x="99168" y="32306"/>
                  </a:lnTo>
                  <a:cubicBezTo>
                    <a:pt x="99168" y="22092"/>
                    <a:pt x="90995" y="13813"/>
                    <a:pt x="80912" y="13813"/>
                  </a:cubicBezTo>
                  <a:lnTo>
                    <a:pt x="31892" y="13813"/>
                  </a:lnTo>
                  <a:cubicBezTo>
                    <a:pt x="21835" y="13875"/>
                    <a:pt x="13697" y="22118"/>
                    <a:pt x="13636" y="32306"/>
                  </a:cubicBezTo>
                  <a:lnTo>
                    <a:pt x="13636" y="59475"/>
                  </a:lnTo>
                  <a:cubicBezTo>
                    <a:pt x="13151" y="63289"/>
                    <a:pt x="9705" y="65983"/>
                    <a:pt x="5939" y="65491"/>
                  </a:cubicBezTo>
                  <a:cubicBezTo>
                    <a:pt x="2840" y="65087"/>
                    <a:pt x="399" y="62615"/>
                    <a:pt x="0" y="59475"/>
                  </a:cubicBezTo>
                  <a:lnTo>
                    <a:pt x="0" y="32306"/>
                  </a:lnTo>
                  <a:cubicBezTo>
                    <a:pt x="0" y="14464"/>
                    <a:pt x="14278" y="0"/>
                    <a:pt x="31892" y="0"/>
                  </a:cubicBezTo>
                  <a:lnTo>
                    <a:pt x="80912" y="0"/>
                  </a:lnTo>
                  <a:cubicBezTo>
                    <a:pt x="98544" y="0"/>
                    <a:pt x="112855" y="14445"/>
                    <a:pt x="112917" y="32306"/>
                  </a:cubicBezTo>
                  <a:lnTo>
                    <a:pt x="112917" y="59475"/>
                  </a:lnTo>
                  <a:cubicBezTo>
                    <a:pt x="112979" y="63320"/>
                    <a:pt x="109952" y="66488"/>
                    <a:pt x="106156" y="66551"/>
                  </a:cubicBezTo>
                  <a:cubicBezTo>
                    <a:pt x="106118" y="66552"/>
                    <a:pt x="106080" y="66552"/>
                    <a:pt x="106043" y="66552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4C8A0A62-C8A6-DA47-B295-733BF407F049}"/>
                </a:ext>
              </a:extLst>
            </p:cNvPr>
            <p:cNvSpPr/>
            <p:nvPr/>
          </p:nvSpPr>
          <p:spPr>
            <a:xfrm>
              <a:off x="4908608" y="2193947"/>
              <a:ext cx="13749" cy="24407"/>
            </a:xfrm>
            <a:custGeom>
              <a:avLst/>
              <a:gdLst>
                <a:gd name="connsiteX0" fmla="*/ 6931 w 13749"/>
                <a:gd name="connsiteY0" fmla="*/ 24406 h 24407"/>
                <a:gd name="connsiteX1" fmla="*/ 58 w 13749"/>
                <a:gd name="connsiteY1" fmla="*/ 17672 h 24407"/>
                <a:gd name="connsiteX2" fmla="*/ 57 w 13749"/>
                <a:gd name="connsiteY2" fmla="*/ 17557 h 24407"/>
                <a:gd name="connsiteX3" fmla="*/ 57 w 13749"/>
                <a:gd name="connsiteY3" fmla="*/ 7854 h 24407"/>
                <a:gd name="connsiteX4" fmla="*/ 5997 w 13749"/>
                <a:gd name="connsiteY4" fmla="*/ 58 h 24407"/>
                <a:gd name="connsiteX5" fmla="*/ 13693 w 13749"/>
                <a:gd name="connsiteY5" fmla="*/ 6074 h 24407"/>
                <a:gd name="connsiteX6" fmla="*/ 13693 w 13749"/>
                <a:gd name="connsiteY6" fmla="*/ 7854 h 24407"/>
                <a:gd name="connsiteX7" fmla="*/ 13693 w 13749"/>
                <a:gd name="connsiteY7" fmla="*/ 17557 h 24407"/>
                <a:gd name="connsiteX8" fmla="*/ 6931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931" y="24406"/>
                  </a:moveTo>
                  <a:cubicBezTo>
                    <a:pt x="3198" y="24469"/>
                    <a:pt x="120" y="21454"/>
                    <a:pt x="58" y="17672"/>
                  </a:cubicBezTo>
                  <a:cubicBezTo>
                    <a:pt x="57" y="17634"/>
                    <a:pt x="57" y="17595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6"/>
                    <a:pt x="6931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4362C53-952E-0648-BDA6-573754009E77}"/>
                </a:ext>
              </a:extLst>
            </p:cNvPr>
            <p:cNvSpPr/>
            <p:nvPr/>
          </p:nvSpPr>
          <p:spPr>
            <a:xfrm>
              <a:off x="4951882" y="2193947"/>
              <a:ext cx="13749" cy="24407"/>
            </a:xfrm>
            <a:custGeom>
              <a:avLst/>
              <a:gdLst>
                <a:gd name="connsiteX0" fmla="*/ 6819 w 13749"/>
                <a:gd name="connsiteY0" fmla="*/ 24406 h 24407"/>
                <a:gd name="connsiteX1" fmla="*/ 57 w 13749"/>
                <a:gd name="connsiteY1" fmla="*/ 17557 h 24407"/>
                <a:gd name="connsiteX2" fmla="*/ 57 w 13749"/>
                <a:gd name="connsiteY2" fmla="*/ 7854 h 24407"/>
                <a:gd name="connsiteX3" fmla="*/ 5997 w 13749"/>
                <a:gd name="connsiteY3" fmla="*/ 58 h 24407"/>
                <a:gd name="connsiteX4" fmla="*/ 13693 w 13749"/>
                <a:gd name="connsiteY4" fmla="*/ 6074 h 24407"/>
                <a:gd name="connsiteX5" fmla="*/ 13693 w 13749"/>
                <a:gd name="connsiteY5" fmla="*/ 7854 h 24407"/>
                <a:gd name="connsiteX6" fmla="*/ 13693 w 13749"/>
                <a:gd name="connsiteY6" fmla="*/ 17557 h 24407"/>
                <a:gd name="connsiteX7" fmla="*/ 6932 w 13749"/>
                <a:gd name="connsiteY7" fmla="*/ 24407 h 24407"/>
                <a:gd name="connsiteX8" fmla="*/ 6819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819" y="24406"/>
                  </a:moveTo>
                  <a:cubicBezTo>
                    <a:pt x="3084" y="24406"/>
                    <a:pt x="57" y="21340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7"/>
                    <a:pt x="6932" y="24407"/>
                  </a:cubicBezTo>
                  <a:cubicBezTo>
                    <a:pt x="6894" y="24407"/>
                    <a:pt x="6856" y="24407"/>
                    <a:pt x="6819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BEA7A5D-B1C9-AE48-9BB4-31EA69CD9333}"/>
                </a:ext>
              </a:extLst>
            </p:cNvPr>
            <p:cNvSpPr/>
            <p:nvPr/>
          </p:nvSpPr>
          <p:spPr>
            <a:xfrm>
              <a:off x="4839022" y="2229711"/>
              <a:ext cx="196060" cy="14213"/>
            </a:xfrm>
            <a:custGeom>
              <a:avLst/>
              <a:gdLst>
                <a:gd name="connsiteX0" fmla="*/ 188307 w 196060"/>
                <a:gd name="connsiteY0" fmla="*/ 14213 h 14213"/>
                <a:gd name="connsiteX1" fmla="*/ 6987 w 196060"/>
                <a:gd name="connsiteY1" fmla="*/ 14213 h 14213"/>
                <a:gd name="connsiteX2" fmla="*/ 0 w 196060"/>
                <a:gd name="connsiteY2" fmla="*/ 7135 h 14213"/>
                <a:gd name="connsiteX3" fmla="*/ 6987 w 196060"/>
                <a:gd name="connsiteY3" fmla="*/ 58 h 14213"/>
                <a:gd name="connsiteX4" fmla="*/ 188307 w 196060"/>
                <a:gd name="connsiteY4" fmla="*/ 58 h 14213"/>
                <a:gd name="connsiteX5" fmla="*/ 196003 w 196060"/>
                <a:gd name="connsiteY5" fmla="*/ 6074 h 14213"/>
                <a:gd name="connsiteX6" fmla="*/ 190064 w 196060"/>
                <a:gd name="connsiteY6" fmla="*/ 13871 h 14213"/>
                <a:gd name="connsiteX7" fmla="*/ 188307 w 196060"/>
                <a:gd name="connsiteY7" fmla="*/ 13871 h 1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060" h="14213">
                  <a:moveTo>
                    <a:pt x="188307" y="14213"/>
                  </a:moveTo>
                  <a:lnTo>
                    <a:pt x="6987" y="14213"/>
                  </a:lnTo>
                  <a:cubicBezTo>
                    <a:pt x="3128" y="14213"/>
                    <a:pt x="0" y="11044"/>
                    <a:pt x="0" y="7135"/>
                  </a:cubicBezTo>
                  <a:cubicBezTo>
                    <a:pt x="0" y="3227"/>
                    <a:pt x="3128" y="58"/>
                    <a:pt x="6987" y="58"/>
                  </a:cubicBezTo>
                  <a:lnTo>
                    <a:pt x="188307" y="58"/>
                  </a:lnTo>
                  <a:cubicBezTo>
                    <a:pt x="192073" y="-434"/>
                    <a:pt x="195518" y="2260"/>
                    <a:pt x="196003" y="6074"/>
                  </a:cubicBezTo>
                  <a:cubicBezTo>
                    <a:pt x="196488" y="9889"/>
                    <a:pt x="193829" y="13379"/>
                    <a:pt x="190064" y="13871"/>
                  </a:cubicBezTo>
                  <a:cubicBezTo>
                    <a:pt x="189481" y="13947"/>
                    <a:pt x="188890" y="13947"/>
                    <a:pt x="188307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EE3B4FB-A3EB-1B42-A80A-283DEBEC5753}"/>
                </a:ext>
              </a:extLst>
            </p:cNvPr>
            <p:cNvSpPr/>
            <p:nvPr/>
          </p:nvSpPr>
          <p:spPr>
            <a:xfrm>
              <a:off x="4838256" y="2266355"/>
              <a:ext cx="196826" cy="13928"/>
            </a:xfrm>
            <a:custGeom>
              <a:avLst/>
              <a:gdLst>
                <a:gd name="connsiteX0" fmla="*/ 189074 w 196826"/>
                <a:gd name="connsiteY0" fmla="*/ 13871 h 13928"/>
                <a:gd name="connsiteX1" fmla="*/ 7753 w 196826"/>
                <a:gd name="connsiteY1" fmla="*/ 13871 h 13928"/>
                <a:gd name="connsiteX2" fmla="*/ 57 w 196826"/>
                <a:gd name="connsiteY2" fmla="*/ 7854 h 13928"/>
                <a:gd name="connsiteX3" fmla="*/ 5997 w 196826"/>
                <a:gd name="connsiteY3" fmla="*/ 58 h 13928"/>
                <a:gd name="connsiteX4" fmla="*/ 7753 w 196826"/>
                <a:gd name="connsiteY4" fmla="*/ 58 h 13928"/>
                <a:gd name="connsiteX5" fmla="*/ 189074 w 196826"/>
                <a:gd name="connsiteY5" fmla="*/ 58 h 13928"/>
                <a:gd name="connsiteX6" fmla="*/ 196770 w 196826"/>
                <a:gd name="connsiteY6" fmla="*/ 6074 h 13928"/>
                <a:gd name="connsiteX7" fmla="*/ 190830 w 196826"/>
                <a:gd name="connsiteY7" fmla="*/ 13871 h 13928"/>
                <a:gd name="connsiteX8" fmla="*/ 189074 w 196826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826" h="13928">
                  <a:moveTo>
                    <a:pt x="189074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89074" y="58"/>
                  </a:lnTo>
                  <a:cubicBezTo>
                    <a:pt x="192839" y="-434"/>
                    <a:pt x="196285" y="2260"/>
                    <a:pt x="196770" y="6074"/>
                  </a:cubicBezTo>
                  <a:cubicBezTo>
                    <a:pt x="197255" y="9889"/>
                    <a:pt x="194596" y="13379"/>
                    <a:pt x="190830" y="13871"/>
                  </a:cubicBezTo>
                  <a:cubicBezTo>
                    <a:pt x="190247" y="13947"/>
                    <a:pt x="189657" y="13947"/>
                    <a:pt x="189074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AA39EB20-97AF-F147-A21A-762B5A02812D}"/>
                </a:ext>
              </a:extLst>
            </p:cNvPr>
            <p:cNvSpPr/>
            <p:nvPr/>
          </p:nvSpPr>
          <p:spPr>
            <a:xfrm>
              <a:off x="4838256" y="2302656"/>
              <a:ext cx="216885" cy="13928"/>
            </a:xfrm>
            <a:custGeom>
              <a:avLst/>
              <a:gdLst>
                <a:gd name="connsiteX0" fmla="*/ 209133 w 216885"/>
                <a:gd name="connsiteY0" fmla="*/ 13871 h 13928"/>
                <a:gd name="connsiteX1" fmla="*/ 7753 w 216885"/>
                <a:gd name="connsiteY1" fmla="*/ 13871 h 13928"/>
                <a:gd name="connsiteX2" fmla="*/ 57 w 216885"/>
                <a:gd name="connsiteY2" fmla="*/ 7854 h 13928"/>
                <a:gd name="connsiteX3" fmla="*/ 5997 w 216885"/>
                <a:gd name="connsiteY3" fmla="*/ 58 h 13928"/>
                <a:gd name="connsiteX4" fmla="*/ 7753 w 216885"/>
                <a:gd name="connsiteY4" fmla="*/ 58 h 13928"/>
                <a:gd name="connsiteX5" fmla="*/ 209133 w 216885"/>
                <a:gd name="connsiteY5" fmla="*/ 58 h 13928"/>
                <a:gd name="connsiteX6" fmla="*/ 216829 w 216885"/>
                <a:gd name="connsiteY6" fmla="*/ 6074 h 13928"/>
                <a:gd name="connsiteX7" fmla="*/ 210889 w 216885"/>
                <a:gd name="connsiteY7" fmla="*/ 13871 h 13928"/>
                <a:gd name="connsiteX8" fmla="*/ 209133 w 216885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885" h="13928">
                  <a:moveTo>
                    <a:pt x="209133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209133" y="58"/>
                  </a:lnTo>
                  <a:cubicBezTo>
                    <a:pt x="212898" y="-434"/>
                    <a:pt x="216344" y="2260"/>
                    <a:pt x="216829" y="6074"/>
                  </a:cubicBezTo>
                  <a:cubicBezTo>
                    <a:pt x="217314" y="9889"/>
                    <a:pt x="214655" y="13379"/>
                    <a:pt x="210889" y="13871"/>
                  </a:cubicBezTo>
                  <a:cubicBezTo>
                    <a:pt x="210306" y="13947"/>
                    <a:pt x="209716" y="13947"/>
                    <a:pt x="209133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A0A69689-06E4-8C45-8537-A62165116B1F}"/>
                </a:ext>
              </a:extLst>
            </p:cNvPr>
            <p:cNvSpPr/>
            <p:nvPr/>
          </p:nvSpPr>
          <p:spPr>
            <a:xfrm>
              <a:off x="4838256" y="2338957"/>
              <a:ext cx="177669" cy="13928"/>
            </a:xfrm>
            <a:custGeom>
              <a:avLst/>
              <a:gdLst>
                <a:gd name="connsiteX0" fmla="*/ 169916 w 177669"/>
                <a:gd name="connsiteY0" fmla="*/ 13871 h 13928"/>
                <a:gd name="connsiteX1" fmla="*/ 7753 w 177669"/>
                <a:gd name="connsiteY1" fmla="*/ 13871 h 13928"/>
                <a:gd name="connsiteX2" fmla="*/ 57 w 177669"/>
                <a:gd name="connsiteY2" fmla="*/ 7854 h 13928"/>
                <a:gd name="connsiteX3" fmla="*/ 5997 w 177669"/>
                <a:gd name="connsiteY3" fmla="*/ 58 h 13928"/>
                <a:gd name="connsiteX4" fmla="*/ 7753 w 177669"/>
                <a:gd name="connsiteY4" fmla="*/ 58 h 13928"/>
                <a:gd name="connsiteX5" fmla="*/ 169916 w 177669"/>
                <a:gd name="connsiteY5" fmla="*/ 58 h 13928"/>
                <a:gd name="connsiteX6" fmla="*/ 177612 w 177669"/>
                <a:gd name="connsiteY6" fmla="*/ 6074 h 13928"/>
                <a:gd name="connsiteX7" fmla="*/ 171673 w 177669"/>
                <a:gd name="connsiteY7" fmla="*/ 13871 h 13928"/>
                <a:gd name="connsiteX8" fmla="*/ 169916 w 177669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669" h="13928">
                  <a:moveTo>
                    <a:pt x="169916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9916" y="58"/>
                  </a:lnTo>
                  <a:cubicBezTo>
                    <a:pt x="173681" y="-434"/>
                    <a:pt x="177127" y="2260"/>
                    <a:pt x="177612" y="6074"/>
                  </a:cubicBezTo>
                  <a:cubicBezTo>
                    <a:pt x="178097" y="9889"/>
                    <a:pt x="175438" y="13379"/>
                    <a:pt x="171673" y="13871"/>
                  </a:cubicBezTo>
                  <a:cubicBezTo>
                    <a:pt x="171090" y="13947"/>
                    <a:pt x="170499" y="13947"/>
                    <a:pt x="169916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FE88EE56-26B5-1545-950F-AE4A408CA92F}"/>
                </a:ext>
              </a:extLst>
            </p:cNvPr>
            <p:cNvSpPr/>
            <p:nvPr/>
          </p:nvSpPr>
          <p:spPr>
            <a:xfrm>
              <a:off x="4838256" y="2375715"/>
              <a:ext cx="173274" cy="13928"/>
            </a:xfrm>
            <a:custGeom>
              <a:avLst/>
              <a:gdLst>
                <a:gd name="connsiteX0" fmla="*/ 166310 w 173274"/>
                <a:gd name="connsiteY0" fmla="*/ 13871 h 13928"/>
                <a:gd name="connsiteX1" fmla="*/ 7753 w 173274"/>
                <a:gd name="connsiteY1" fmla="*/ 13871 h 13928"/>
                <a:gd name="connsiteX2" fmla="*/ 57 w 173274"/>
                <a:gd name="connsiteY2" fmla="*/ 7854 h 13928"/>
                <a:gd name="connsiteX3" fmla="*/ 5997 w 173274"/>
                <a:gd name="connsiteY3" fmla="*/ 58 h 13928"/>
                <a:gd name="connsiteX4" fmla="*/ 7753 w 173274"/>
                <a:gd name="connsiteY4" fmla="*/ 58 h 13928"/>
                <a:gd name="connsiteX5" fmla="*/ 165521 w 173274"/>
                <a:gd name="connsiteY5" fmla="*/ 58 h 13928"/>
                <a:gd name="connsiteX6" fmla="*/ 173217 w 173274"/>
                <a:gd name="connsiteY6" fmla="*/ 6074 h 13928"/>
                <a:gd name="connsiteX7" fmla="*/ 167278 w 173274"/>
                <a:gd name="connsiteY7" fmla="*/ 13871 h 13928"/>
                <a:gd name="connsiteX8" fmla="*/ 165521 w 173274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74" h="13928">
                  <a:moveTo>
                    <a:pt x="166310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5521" y="58"/>
                  </a:lnTo>
                  <a:cubicBezTo>
                    <a:pt x="169287" y="-434"/>
                    <a:pt x="172732" y="2260"/>
                    <a:pt x="173217" y="6074"/>
                  </a:cubicBezTo>
                  <a:cubicBezTo>
                    <a:pt x="173702" y="9889"/>
                    <a:pt x="171043" y="13379"/>
                    <a:pt x="167278" y="13871"/>
                  </a:cubicBezTo>
                  <a:cubicBezTo>
                    <a:pt x="166695" y="13947"/>
                    <a:pt x="166104" y="13947"/>
                    <a:pt x="165521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B35EE9AB-64E3-2445-85C9-BB8E00C46DF7}"/>
                </a:ext>
              </a:extLst>
            </p:cNvPr>
            <p:cNvSpPr/>
            <p:nvPr/>
          </p:nvSpPr>
          <p:spPr>
            <a:xfrm>
              <a:off x="4800932" y="2061389"/>
              <a:ext cx="271925" cy="374544"/>
            </a:xfrm>
            <a:custGeom>
              <a:avLst/>
              <a:gdLst>
                <a:gd name="connsiteX0" fmla="*/ 242174 w 271925"/>
                <a:gd name="connsiteY0" fmla="*/ 374543 h 374544"/>
                <a:gd name="connsiteX1" fmla="*/ 6874 w 271925"/>
                <a:gd name="connsiteY1" fmla="*/ 374543 h 374544"/>
                <a:gd name="connsiteX2" fmla="*/ 1 w 271925"/>
                <a:gd name="connsiteY2" fmla="*/ 367809 h 374544"/>
                <a:gd name="connsiteX3" fmla="*/ 0 w 271925"/>
                <a:gd name="connsiteY3" fmla="*/ 367694 h 374544"/>
                <a:gd name="connsiteX4" fmla="*/ 0 w 271925"/>
                <a:gd name="connsiteY4" fmla="*/ 6850 h 374544"/>
                <a:gd name="connsiteX5" fmla="*/ 6761 w 271925"/>
                <a:gd name="connsiteY5" fmla="*/ 0 h 374544"/>
                <a:gd name="connsiteX6" fmla="*/ 6874 w 271925"/>
                <a:gd name="connsiteY6" fmla="*/ 1 h 374544"/>
                <a:gd name="connsiteX7" fmla="*/ 265163 w 271925"/>
                <a:gd name="connsiteY7" fmla="*/ 1 h 374544"/>
                <a:gd name="connsiteX8" fmla="*/ 271924 w 271925"/>
                <a:gd name="connsiteY8" fmla="*/ 6850 h 374544"/>
                <a:gd name="connsiteX9" fmla="*/ 271924 w 271925"/>
                <a:gd name="connsiteY9" fmla="*/ 245320 h 374544"/>
                <a:gd name="connsiteX10" fmla="*/ 265276 w 271925"/>
                <a:gd name="connsiteY10" fmla="*/ 252282 h 374544"/>
                <a:gd name="connsiteX11" fmla="*/ 265163 w 271925"/>
                <a:gd name="connsiteY11" fmla="*/ 252283 h 374544"/>
                <a:gd name="connsiteX12" fmla="*/ 209278 w 271925"/>
                <a:gd name="connsiteY12" fmla="*/ 308457 h 374544"/>
                <a:gd name="connsiteX13" fmla="*/ 244653 w 271925"/>
                <a:gd name="connsiteY13" fmla="*/ 361187 h 374544"/>
                <a:gd name="connsiteX14" fmla="*/ 248822 w 271925"/>
                <a:gd name="connsiteY14" fmla="*/ 368949 h 374544"/>
                <a:gd name="connsiteX15" fmla="*/ 242174 w 271925"/>
                <a:gd name="connsiteY15" fmla="*/ 374543 h 374544"/>
                <a:gd name="connsiteX16" fmla="*/ 13636 w 271925"/>
                <a:gd name="connsiteY16" fmla="*/ 360730 h 374544"/>
                <a:gd name="connsiteX17" fmla="*/ 218396 w 271925"/>
                <a:gd name="connsiteY17" fmla="*/ 360730 h 374544"/>
                <a:gd name="connsiteX18" fmla="*/ 213905 w 271925"/>
                <a:gd name="connsiteY18" fmla="*/ 261388 h 374544"/>
                <a:gd name="connsiteX19" fmla="*/ 258289 w 271925"/>
                <a:gd name="connsiteY19" fmla="*/ 238813 h 374544"/>
                <a:gd name="connsiteX20" fmla="*/ 258289 w 271925"/>
                <a:gd name="connsiteY20" fmla="*/ 13814 h 374544"/>
                <a:gd name="connsiteX21" fmla="*/ 13636 w 271925"/>
                <a:gd name="connsiteY21" fmla="*/ 13814 h 37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1925" h="374544">
                  <a:moveTo>
                    <a:pt x="242174" y="374543"/>
                  </a:moveTo>
                  <a:lnTo>
                    <a:pt x="6874" y="374543"/>
                  </a:lnTo>
                  <a:cubicBezTo>
                    <a:pt x="3140" y="374606"/>
                    <a:pt x="63" y="371591"/>
                    <a:pt x="1" y="367809"/>
                  </a:cubicBezTo>
                  <a:cubicBezTo>
                    <a:pt x="0" y="367771"/>
                    <a:pt x="0" y="367732"/>
                    <a:pt x="0" y="367694"/>
                  </a:cubicBezTo>
                  <a:lnTo>
                    <a:pt x="0" y="6850"/>
                  </a:lnTo>
                  <a:cubicBezTo>
                    <a:pt x="-1" y="3067"/>
                    <a:pt x="3026" y="1"/>
                    <a:pt x="6761" y="0"/>
                  </a:cubicBezTo>
                  <a:cubicBezTo>
                    <a:pt x="6798" y="0"/>
                    <a:pt x="6836" y="0"/>
                    <a:pt x="6874" y="1"/>
                  </a:cubicBezTo>
                  <a:lnTo>
                    <a:pt x="265163" y="1"/>
                  </a:lnTo>
                  <a:cubicBezTo>
                    <a:pt x="268897" y="1"/>
                    <a:pt x="271924" y="3067"/>
                    <a:pt x="271924" y="6850"/>
                  </a:cubicBezTo>
                  <a:lnTo>
                    <a:pt x="271924" y="245320"/>
                  </a:lnTo>
                  <a:cubicBezTo>
                    <a:pt x="271986" y="249102"/>
                    <a:pt x="269010" y="252219"/>
                    <a:pt x="265276" y="252282"/>
                  </a:cubicBezTo>
                  <a:cubicBezTo>
                    <a:pt x="265238" y="252283"/>
                    <a:pt x="265201" y="252283"/>
                    <a:pt x="265163" y="252283"/>
                  </a:cubicBezTo>
                  <a:cubicBezTo>
                    <a:pt x="234418" y="252163"/>
                    <a:pt x="209397" y="277313"/>
                    <a:pt x="209278" y="308457"/>
                  </a:cubicBezTo>
                  <a:cubicBezTo>
                    <a:pt x="209190" y="331747"/>
                    <a:pt x="223244" y="352696"/>
                    <a:pt x="244653" y="361187"/>
                  </a:cubicBezTo>
                  <a:cubicBezTo>
                    <a:pt x="247725" y="362399"/>
                    <a:pt x="249487" y="365678"/>
                    <a:pt x="248822" y="368949"/>
                  </a:cubicBezTo>
                  <a:cubicBezTo>
                    <a:pt x="248268" y="372218"/>
                    <a:pt x="245447" y="374591"/>
                    <a:pt x="242174" y="374543"/>
                  </a:cubicBezTo>
                  <a:close/>
                  <a:moveTo>
                    <a:pt x="13636" y="360730"/>
                  </a:moveTo>
                  <a:lnTo>
                    <a:pt x="218396" y="360730"/>
                  </a:lnTo>
                  <a:cubicBezTo>
                    <a:pt x="190075" y="334554"/>
                    <a:pt x="188064" y="290077"/>
                    <a:pt x="213905" y="261388"/>
                  </a:cubicBezTo>
                  <a:cubicBezTo>
                    <a:pt x="225445" y="248576"/>
                    <a:pt x="241252" y="240536"/>
                    <a:pt x="258289" y="238813"/>
                  </a:cubicBezTo>
                  <a:lnTo>
                    <a:pt x="258289" y="13814"/>
                  </a:lnTo>
                  <a:lnTo>
                    <a:pt x="13636" y="13814"/>
                  </a:ln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6DCC514D-BE04-2E40-AFE7-5040498DA229}"/>
                </a:ext>
              </a:extLst>
            </p:cNvPr>
            <p:cNvSpPr/>
            <p:nvPr/>
          </p:nvSpPr>
          <p:spPr>
            <a:xfrm>
              <a:off x="4996565" y="2299746"/>
              <a:ext cx="138835" cy="140638"/>
            </a:xfrm>
            <a:custGeom>
              <a:avLst/>
              <a:gdLst>
                <a:gd name="connsiteX0" fmla="*/ 69531 w 138835"/>
                <a:gd name="connsiteY0" fmla="*/ 140639 h 140638"/>
                <a:gd name="connsiteX1" fmla="*/ 0 w 138835"/>
                <a:gd name="connsiteY1" fmla="*/ 70434 h 140638"/>
                <a:gd name="connsiteX2" fmla="*/ 69305 w 138835"/>
                <a:gd name="connsiteY2" fmla="*/ 0 h 140638"/>
                <a:gd name="connsiteX3" fmla="*/ 138836 w 138835"/>
                <a:gd name="connsiteY3" fmla="*/ 70205 h 140638"/>
                <a:gd name="connsiteX4" fmla="*/ 138836 w 138835"/>
                <a:gd name="connsiteY4" fmla="*/ 70319 h 140638"/>
                <a:gd name="connsiteX5" fmla="*/ 69531 w 138835"/>
                <a:gd name="connsiteY5" fmla="*/ 140639 h 140638"/>
                <a:gd name="connsiteX6" fmla="*/ 69531 w 138835"/>
                <a:gd name="connsiteY6" fmla="*/ 13927 h 140638"/>
                <a:gd name="connsiteX7" fmla="*/ 13636 w 138835"/>
                <a:gd name="connsiteY7" fmla="*/ 70319 h 140638"/>
                <a:gd name="connsiteX8" fmla="*/ 69305 w 138835"/>
                <a:gd name="connsiteY8" fmla="*/ 126940 h 140638"/>
                <a:gd name="connsiteX9" fmla="*/ 125200 w 138835"/>
                <a:gd name="connsiteY9" fmla="*/ 70547 h 140638"/>
                <a:gd name="connsiteX10" fmla="*/ 125200 w 138835"/>
                <a:gd name="connsiteY10" fmla="*/ 70319 h 140638"/>
                <a:gd name="connsiteX11" fmla="*/ 69531 w 138835"/>
                <a:gd name="connsiteY11" fmla="*/ 13927 h 14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35" h="140638">
                  <a:moveTo>
                    <a:pt x="69531" y="140639"/>
                  </a:moveTo>
                  <a:cubicBezTo>
                    <a:pt x="31192" y="140702"/>
                    <a:pt x="62" y="109270"/>
                    <a:pt x="0" y="70434"/>
                  </a:cubicBezTo>
                  <a:cubicBezTo>
                    <a:pt x="-62" y="31597"/>
                    <a:pt x="30967" y="63"/>
                    <a:pt x="69305" y="0"/>
                  </a:cubicBezTo>
                  <a:cubicBezTo>
                    <a:pt x="107644" y="-63"/>
                    <a:pt x="138773" y="31369"/>
                    <a:pt x="138836" y="70205"/>
                  </a:cubicBezTo>
                  <a:cubicBezTo>
                    <a:pt x="138836" y="70243"/>
                    <a:pt x="138836" y="70281"/>
                    <a:pt x="138836" y="70319"/>
                  </a:cubicBezTo>
                  <a:cubicBezTo>
                    <a:pt x="138836" y="109111"/>
                    <a:pt x="107825" y="140576"/>
                    <a:pt x="69531" y="140639"/>
                  </a:cubicBezTo>
                  <a:close/>
                  <a:moveTo>
                    <a:pt x="69531" y="13927"/>
                  </a:moveTo>
                  <a:cubicBezTo>
                    <a:pt x="38723" y="13864"/>
                    <a:pt x="13698" y="39112"/>
                    <a:pt x="13636" y="70319"/>
                  </a:cubicBezTo>
                  <a:cubicBezTo>
                    <a:pt x="13574" y="101527"/>
                    <a:pt x="38498" y="126877"/>
                    <a:pt x="69305" y="126940"/>
                  </a:cubicBezTo>
                  <a:cubicBezTo>
                    <a:pt x="100113" y="127003"/>
                    <a:pt x="125138" y="101755"/>
                    <a:pt x="125200" y="70547"/>
                  </a:cubicBezTo>
                  <a:cubicBezTo>
                    <a:pt x="125200" y="70471"/>
                    <a:pt x="125200" y="70395"/>
                    <a:pt x="125200" y="70319"/>
                  </a:cubicBezTo>
                  <a:cubicBezTo>
                    <a:pt x="124835" y="39329"/>
                    <a:pt x="100124" y="14297"/>
                    <a:pt x="69531" y="13927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3A437D06-75B0-CB40-A1AD-4AC04AD087D9}"/>
                </a:ext>
              </a:extLst>
            </p:cNvPr>
            <p:cNvSpPr/>
            <p:nvPr/>
          </p:nvSpPr>
          <p:spPr>
            <a:xfrm>
              <a:off x="5028612" y="2343558"/>
              <a:ext cx="73341" cy="59843"/>
            </a:xfrm>
            <a:custGeom>
              <a:avLst/>
              <a:gdLst>
                <a:gd name="connsiteX0" fmla="*/ 31510 w 73341"/>
                <a:gd name="connsiteY0" fmla="*/ 59841 h 59843"/>
                <a:gd name="connsiteX1" fmla="*/ 25988 w 73341"/>
                <a:gd name="connsiteY1" fmla="*/ 56987 h 59843"/>
                <a:gd name="connsiteX2" fmla="*/ 1309 w 73341"/>
                <a:gd name="connsiteY2" fmla="*/ 23197 h 59843"/>
                <a:gd name="connsiteX3" fmla="*/ 2887 w 73341"/>
                <a:gd name="connsiteY3" fmla="*/ 13380 h 59843"/>
                <a:gd name="connsiteX4" fmla="*/ 12578 w 73341"/>
                <a:gd name="connsiteY4" fmla="*/ 14978 h 59843"/>
                <a:gd name="connsiteX5" fmla="*/ 31510 w 73341"/>
                <a:gd name="connsiteY5" fmla="*/ 41347 h 59843"/>
                <a:gd name="connsiteX6" fmla="*/ 60697 w 73341"/>
                <a:gd name="connsiteY6" fmla="*/ 2877 h 59843"/>
                <a:gd name="connsiteX7" fmla="*/ 70502 w 73341"/>
                <a:gd name="connsiteY7" fmla="*/ 1393 h 59843"/>
                <a:gd name="connsiteX8" fmla="*/ 71967 w 73341"/>
                <a:gd name="connsiteY8" fmla="*/ 11325 h 59843"/>
                <a:gd name="connsiteX9" fmla="*/ 37258 w 73341"/>
                <a:gd name="connsiteY9" fmla="*/ 56987 h 59843"/>
                <a:gd name="connsiteX10" fmla="*/ 31510 w 73341"/>
                <a:gd name="connsiteY10" fmla="*/ 59841 h 5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41" h="59843">
                  <a:moveTo>
                    <a:pt x="31510" y="59841"/>
                  </a:moveTo>
                  <a:cubicBezTo>
                    <a:pt x="29313" y="59890"/>
                    <a:pt x="27238" y="58818"/>
                    <a:pt x="25988" y="56987"/>
                  </a:cubicBezTo>
                  <a:lnTo>
                    <a:pt x="1309" y="23197"/>
                  </a:lnTo>
                  <a:cubicBezTo>
                    <a:pt x="-931" y="20045"/>
                    <a:pt x="-225" y="15649"/>
                    <a:pt x="2887" y="13380"/>
                  </a:cubicBezTo>
                  <a:cubicBezTo>
                    <a:pt x="5999" y="11110"/>
                    <a:pt x="10338" y="11825"/>
                    <a:pt x="12578" y="14978"/>
                  </a:cubicBezTo>
                  <a:lnTo>
                    <a:pt x="31510" y="41347"/>
                  </a:lnTo>
                  <a:lnTo>
                    <a:pt x="60697" y="2877"/>
                  </a:lnTo>
                  <a:cubicBezTo>
                    <a:pt x="63000" y="-275"/>
                    <a:pt x="67390" y="-939"/>
                    <a:pt x="70502" y="1393"/>
                  </a:cubicBezTo>
                  <a:cubicBezTo>
                    <a:pt x="73613" y="3726"/>
                    <a:pt x="74269" y="8172"/>
                    <a:pt x="71967" y="11325"/>
                  </a:cubicBezTo>
                  <a:lnTo>
                    <a:pt x="37258" y="56987"/>
                  </a:lnTo>
                  <a:cubicBezTo>
                    <a:pt x="35923" y="58839"/>
                    <a:pt x="33773" y="59906"/>
                    <a:pt x="31510" y="5984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AE555A3B-F3A8-2247-A06C-B991DF683D2B}"/>
                </a:ext>
              </a:extLst>
            </p:cNvPr>
            <p:cNvSpPr/>
            <p:nvPr/>
          </p:nvSpPr>
          <p:spPr>
            <a:xfrm>
              <a:off x="4829442" y="2035706"/>
              <a:ext cx="271925" cy="285387"/>
            </a:xfrm>
            <a:custGeom>
              <a:avLst/>
              <a:gdLst>
                <a:gd name="connsiteX0" fmla="*/ 265051 w 271925"/>
                <a:gd name="connsiteY0" fmla="*/ 285387 h 285387"/>
                <a:gd name="connsiteX1" fmla="*/ 262008 w 271925"/>
                <a:gd name="connsiteY1" fmla="*/ 284588 h 285387"/>
                <a:gd name="connsiteX2" fmla="*/ 236653 w 271925"/>
                <a:gd name="connsiteY2" fmla="*/ 278424 h 285387"/>
                <a:gd name="connsiteX3" fmla="*/ 229779 w 271925"/>
                <a:gd name="connsiteY3" fmla="*/ 271460 h 285387"/>
                <a:gd name="connsiteX4" fmla="*/ 229779 w 271925"/>
                <a:gd name="connsiteY4" fmla="*/ 39498 h 285387"/>
                <a:gd name="connsiteX5" fmla="*/ 6762 w 271925"/>
                <a:gd name="connsiteY5" fmla="*/ 39498 h 285387"/>
                <a:gd name="connsiteX6" fmla="*/ 0 w 271925"/>
                <a:gd name="connsiteY6" fmla="*/ 32649 h 285387"/>
                <a:gd name="connsiteX7" fmla="*/ 1 w 271925"/>
                <a:gd name="connsiteY7" fmla="*/ 32534 h 285387"/>
                <a:gd name="connsiteX8" fmla="*/ 1 w 271925"/>
                <a:gd name="connsiteY8" fmla="*/ 6963 h 285387"/>
                <a:gd name="connsiteX9" fmla="*/ 6649 w 271925"/>
                <a:gd name="connsiteY9" fmla="*/ 1 h 285387"/>
                <a:gd name="connsiteX10" fmla="*/ 6762 w 271925"/>
                <a:gd name="connsiteY10" fmla="*/ 0 h 285387"/>
                <a:gd name="connsiteX11" fmla="*/ 265051 w 271925"/>
                <a:gd name="connsiteY11" fmla="*/ 0 h 285387"/>
                <a:gd name="connsiteX12" fmla="*/ 271925 w 271925"/>
                <a:gd name="connsiteY12" fmla="*/ 6963 h 285387"/>
                <a:gd name="connsiteX13" fmla="*/ 271925 w 271925"/>
                <a:gd name="connsiteY13" fmla="*/ 277967 h 285387"/>
                <a:gd name="connsiteX14" fmla="*/ 268657 w 271925"/>
                <a:gd name="connsiteY14" fmla="*/ 283903 h 285387"/>
                <a:gd name="connsiteX15" fmla="*/ 265051 w 271925"/>
                <a:gd name="connsiteY15" fmla="*/ 285387 h 285387"/>
                <a:gd name="connsiteX16" fmla="*/ 243414 w 271925"/>
                <a:gd name="connsiteY16" fmla="*/ 264953 h 285387"/>
                <a:gd name="connsiteX17" fmla="*/ 258289 w 271925"/>
                <a:gd name="connsiteY17" fmla="*/ 268036 h 285387"/>
                <a:gd name="connsiteX18" fmla="*/ 258290 w 271925"/>
                <a:gd name="connsiteY18" fmla="*/ 13813 h 285387"/>
                <a:gd name="connsiteX19" fmla="*/ 13637 w 271925"/>
                <a:gd name="connsiteY19" fmla="*/ 13813 h 285387"/>
                <a:gd name="connsiteX20" fmla="*/ 13637 w 271925"/>
                <a:gd name="connsiteY20" fmla="*/ 25228 h 285387"/>
                <a:gd name="connsiteX21" fmla="*/ 236653 w 271925"/>
                <a:gd name="connsiteY21" fmla="*/ 25228 h 285387"/>
                <a:gd name="connsiteX22" fmla="*/ 243414 w 271925"/>
                <a:gd name="connsiteY22" fmla="*/ 32078 h 28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1925" h="285387">
                  <a:moveTo>
                    <a:pt x="265051" y="285387"/>
                  </a:moveTo>
                  <a:cubicBezTo>
                    <a:pt x="263985" y="285395"/>
                    <a:pt x="262936" y="285120"/>
                    <a:pt x="262008" y="284588"/>
                  </a:cubicBezTo>
                  <a:cubicBezTo>
                    <a:pt x="254157" y="280529"/>
                    <a:pt x="245467" y="278416"/>
                    <a:pt x="236653" y="278424"/>
                  </a:cubicBezTo>
                  <a:cubicBezTo>
                    <a:pt x="232856" y="278424"/>
                    <a:pt x="229779" y="275306"/>
                    <a:pt x="229779" y="271460"/>
                  </a:cubicBezTo>
                  <a:lnTo>
                    <a:pt x="229779" y="39498"/>
                  </a:lnTo>
                  <a:lnTo>
                    <a:pt x="6762" y="39498"/>
                  </a:lnTo>
                  <a:cubicBezTo>
                    <a:pt x="3028" y="39498"/>
                    <a:pt x="1" y="36432"/>
                    <a:pt x="0" y="32649"/>
                  </a:cubicBezTo>
                  <a:cubicBezTo>
                    <a:pt x="0" y="32611"/>
                    <a:pt x="0" y="32573"/>
                    <a:pt x="1" y="32534"/>
                  </a:cubicBezTo>
                  <a:lnTo>
                    <a:pt x="1" y="6963"/>
                  </a:lnTo>
                  <a:cubicBezTo>
                    <a:pt x="-61" y="3181"/>
                    <a:pt x="2915" y="64"/>
                    <a:pt x="6649" y="1"/>
                  </a:cubicBezTo>
                  <a:cubicBezTo>
                    <a:pt x="6687" y="0"/>
                    <a:pt x="6725" y="0"/>
                    <a:pt x="6762" y="0"/>
                  </a:cubicBezTo>
                  <a:lnTo>
                    <a:pt x="265051" y="0"/>
                  </a:lnTo>
                  <a:cubicBezTo>
                    <a:pt x="268847" y="0"/>
                    <a:pt x="271925" y="3118"/>
                    <a:pt x="271925" y="6963"/>
                  </a:cubicBezTo>
                  <a:lnTo>
                    <a:pt x="271925" y="277967"/>
                  </a:lnTo>
                  <a:cubicBezTo>
                    <a:pt x="271950" y="280392"/>
                    <a:pt x="270707" y="282650"/>
                    <a:pt x="268657" y="283903"/>
                  </a:cubicBezTo>
                  <a:cubicBezTo>
                    <a:pt x="267618" y="284734"/>
                    <a:pt x="266368" y="285249"/>
                    <a:pt x="265051" y="285387"/>
                  </a:cubicBezTo>
                  <a:close/>
                  <a:moveTo>
                    <a:pt x="243414" y="264953"/>
                  </a:moveTo>
                  <a:cubicBezTo>
                    <a:pt x="248471" y="265412"/>
                    <a:pt x="253461" y="266446"/>
                    <a:pt x="258289" y="268036"/>
                  </a:cubicBezTo>
                  <a:lnTo>
                    <a:pt x="258290" y="13813"/>
                  </a:lnTo>
                  <a:lnTo>
                    <a:pt x="13637" y="13813"/>
                  </a:lnTo>
                  <a:lnTo>
                    <a:pt x="13637" y="25228"/>
                  </a:lnTo>
                  <a:lnTo>
                    <a:pt x="236653" y="25228"/>
                  </a:lnTo>
                  <a:cubicBezTo>
                    <a:pt x="240387" y="25228"/>
                    <a:pt x="243414" y="28295"/>
                    <a:pt x="243414" y="3207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8" name="Graphic 38">
            <a:extLst>
              <a:ext uri="{FF2B5EF4-FFF2-40B4-BE49-F238E27FC236}">
                <a16:creationId xmlns:a16="http://schemas.microsoft.com/office/drawing/2014/main" id="{3094FAB7-2219-D645-983A-BDC85AD5C91D}"/>
              </a:ext>
            </a:extLst>
          </p:cNvPr>
          <p:cNvGrpSpPr>
            <a:grpSpLocks noChangeAspect="1"/>
          </p:cNvGrpSpPr>
          <p:nvPr/>
        </p:nvGrpSpPr>
        <p:grpSpPr>
          <a:xfrm>
            <a:off x="7154353" y="4927688"/>
            <a:ext cx="420441" cy="309617"/>
            <a:chOff x="4762515" y="2081807"/>
            <a:chExt cx="420441" cy="309617"/>
          </a:xfrm>
          <a:solidFill>
            <a:srgbClr val="FFFFFF"/>
          </a:solidFill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2CDAD947-2D25-6647-BC41-11758C253048}"/>
                </a:ext>
              </a:extLst>
            </p:cNvPr>
            <p:cNvSpPr/>
            <p:nvPr/>
          </p:nvSpPr>
          <p:spPr>
            <a:xfrm>
              <a:off x="4762515" y="2334963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D0F1472-4675-8E4E-82C4-E1BF873065C1}"/>
                </a:ext>
              </a:extLst>
            </p:cNvPr>
            <p:cNvSpPr/>
            <p:nvPr/>
          </p:nvSpPr>
          <p:spPr>
            <a:xfrm>
              <a:off x="4773234" y="2081807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94210BD-7F3A-474D-AD20-3FB31E8071CC}"/>
                </a:ext>
              </a:extLst>
            </p:cNvPr>
            <p:cNvSpPr/>
            <p:nvPr/>
          </p:nvSpPr>
          <p:spPr>
            <a:xfrm>
              <a:off x="4802047" y="2110833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5D2B83B-ED88-BA47-A9DA-2FB6BBBC88C1}"/>
                </a:ext>
              </a:extLst>
            </p:cNvPr>
            <p:cNvSpPr/>
            <p:nvPr/>
          </p:nvSpPr>
          <p:spPr>
            <a:xfrm>
              <a:off x="4865091" y="2145551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19969E7-7F3B-0B47-9FB1-2994E439056B}"/>
                </a:ext>
              </a:extLst>
            </p:cNvPr>
            <p:cNvSpPr/>
            <p:nvPr/>
          </p:nvSpPr>
          <p:spPr>
            <a:xfrm>
              <a:off x="4840656" y="2200375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50E59509-9A5E-2347-A4B4-8FA41E34534A}"/>
                </a:ext>
              </a:extLst>
            </p:cNvPr>
            <p:cNvSpPr/>
            <p:nvPr/>
          </p:nvSpPr>
          <p:spPr>
            <a:xfrm>
              <a:off x="4885951" y="2230330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5FC2158A-C18D-B44B-A2D8-31A1E8A985E0}"/>
                </a:ext>
              </a:extLst>
            </p:cNvPr>
            <p:cNvSpPr/>
            <p:nvPr/>
          </p:nvSpPr>
          <p:spPr>
            <a:xfrm>
              <a:off x="4970546" y="2142933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2D4BD0C5-D6BE-FE49-810A-B73166593ED3}"/>
                </a:ext>
              </a:extLst>
            </p:cNvPr>
            <p:cNvSpPr/>
            <p:nvPr/>
          </p:nvSpPr>
          <p:spPr>
            <a:xfrm>
              <a:off x="5005468" y="2173097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DA721C03-085D-264E-B2C4-671E7550A174}"/>
                </a:ext>
              </a:extLst>
            </p:cNvPr>
            <p:cNvSpPr/>
            <p:nvPr/>
          </p:nvSpPr>
          <p:spPr>
            <a:xfrm>
              <a:off x="5033474" y="2173097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C1BAFC92-2945-F44E-A4DA-DDEABE7C1F9E}"/>
                </a:ext>
              </a:extLst>
            </p:cNvPr>
            <p:cNvSpPr/>
            <p:nvPr/>
          </p:nvSpPr>
          <p:spPr>
            <a:xfrm>
              <a:off x="5062557" y="2173098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9" name="Graphic 40">
            <a:extLst>
              <a:ext uri="{FF2B5EF4-FFF2-40B4-BE49-F238E27FC236}">
                <a16:creationId xmlns:a16="http://schemas.microsoft.com/office/drawing/2014/main" id="{5D509597-FDF5-2044-BAD5-5A2EC4450A33}"/>
              </a:ext>
            </a:extLst>
          </p:cNvPr>
          <p:cNvGrpSpPr>
            <a:grpSpLocks noChangeAspect="1"/>
          </p:cNvGrpSpPr>
          <p:nvPr/>
        </p:nvGrpSpPr>
        <p:grpSpPr>
          <a:xfrm>
            <a:off x="7435496" y="2305954"/>
            <a:ext cx="322891" cy="410536"/>
            <a:chOff x="4808616" y="2028022"/>
            <a:chExt cx="322891" cy="410536"/>
          </a:xfrm>
          <a:solidFill>
            <a:srgbClr val="FFFFFF"/>
          </a:solidFill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FB5CEF7B-8B03-AA4B-92CE-A3B1132EBA8F}"/>
                </a:ext>
              </a:extLst>
            </p:cNvPr>
            <p:cNvSpPr/>
            <p:nvPr/>
          </p:nvSpPr>
          <p:spPr>
            <a:xfrm>
              <a:off x="4808616" y="2028022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4A78EC1E-0F14-B941-9671-4A4AD07CE919}"/>
                </a:ext>
              </a:extLst>
            </p:cNvPr>
            <p:cNvSpPr/>
            <p:nvPr/>
          </p:nvSpPr>
          <p:spPr>
            <a:xfrm>
              <a:off x="4879588" y="2102482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7FEF766E-3598-A944-A74D-36AA5CD5411F}"/>
                </a:ext>
              </a:extLst>
            </p:cNvPr>
            <p:cNvSpPr/>
            <p:nvPr/>
          </p:nvSpPr>
          <p:spPr>
            <a:xfrm>
              <a:off x="4848585" y="2170605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3D9F749-725C-6B43-B44A-C17C1EEA563A}"/>
                </a:ext>
              </a:extLst>
            </p:cNvPr>
            <p:cNvSpPr/>
            <p:nvPr/>
          </p:nvSpPr>
          <p:spPr>
            <a:xfrm>
              <a:off x="4848585" y="2216301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1EBF6F5-F110-6C4B-BAC5-7A45EFBBB7C0}"/>
                </a:ext>
              </a:extLst>
            </p:cNvPr>
            <p:cNvSpPr/>
            <p:nvPr/>
          </p:nvSpPr>
          <p:spPr>
            <a:xfrm>
              <a:off x="4847801" y="2262726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E99734C2-877D-3043-BE66-0C1F60948C76}"/>
                </a:ext>
              </a:extLst>
            </p:cNvPr>
            <p:cNvSpPr/>
            <p:nvPr/>
          </p:nvSpPr>
          <p:spPr>
            <a:xfrm>
              <a:off x="4847457" y="2308366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0906A9ED-7309-B648-BE94-452BE733800D}"/>
                </a:ext>
              </a:extLst>
            </p:cNvPr>
            <p:cNvSpPr/>
            <p:nvPr/>
          </p:nvSpPr>
          <p:spPr>
            <a:xfrm>
              <a:off x="4960773" y="2377274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0DE1766-6361-A945-81B8-44BE3F2B9925}"/>
                </a:ext>
              </a:extLst>
            </p:cNvPr>
            <p:cNvSpPr/>
            <p:nvPr/>
          </p:nvSpPr>
          <p:spPr>
            <a:xfrm>
              <a:off x="5021057" y="2085512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09D49200-5B3A-3743-92EF-3EAEAFAEBB6B}"/>
                </a:ext>
              </a:extLst>
            </p:cNvPr>
            <p:cNvSpPr/>
            <p:nvPr/>
          </p:nvSpPr>
          <p:spPr>
            <a:xfrm>
              <a:off x="5021192" y="2329924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ABF49DF-438A-F84C-B7E3-6D8484B6127E}"/>
                </a:ext>
              </a:extLst>
            </p:cNvPr>
            <p:cNvSpPr/>
            <p:nvPr/>
          </p:nvSpPr>
          <p:spPr>
            <a:xfrm>
              <a:off x="5068664" y="2062830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EA99D0E-3182-484A-8C6F-85268ABECCA7}"/>
                </a:ext>
              </a:extLst>
            </p:cNvPr>
            <p:cNvSpPr/>
            <p:nvPr/>
          </p:nvSpPr>
          <p:spPr>
            <a:xfrm>
              <a:off x="5058682" y="2115441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42F4F4D-7429-1241-947A-923FA4DEBE44}"/>
                </a:ext>
              </a:extLst>
            </p:cNvPr>
            <p:cNvSpPr/>
            <p:nvPr/>
          </p:nvSpPr>
          <p:spPr>
            <a:xfrm>
              <a:off x="5054969" y="2137889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2" name="Graphic 42">
            <a:extLst>
              <a:ext uri="{FF2B5EF4-FFF2-40B4-BE49-F238E27FC236}">
                <a16:creationId xmlns:a16="http://schemas.microsoft.com/office/drawing/2014/main" id="{FE9AF949-13EB-A747-915C-C513C91E7CE7}"/>
              </a:ext>
            </a:extLst>
          </p:cNvPr>
          <p:cNvGrpSpPr>
            <a:grpSpLocks noChangeAspect="1"/>
          </p:cNvGrpSpPr>
          <p:nvPr/>
        </p:nvGrpSpPr>
        <p:grpSpPr>
          <a:xfrm>
            <a:off x="4704111" y="2071545"/>
            <a:ext cx="327201" cy="417696"/>
            <a:chOff x="4808617" y="2028001"/>
            <a:chExt cx="327201" cy="417696"/>
          </a:xfrm>
          <a:solidFill>
            <a:srgbClr val="FFFFFF"/>
          </a:solidFill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AABFA80-5BE8-294B-9A65-9FF5A0F13756}"/>
                </a:ext>
              </a:extLst>
            </p:cNvPr>
            <p:cNvSpPr/>
            <p:nvPr/>
          </p:nvSpPr>
          <p:spPr>
            <a:xfrm>
              <a:off x="5050438" y="2323090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C32A9FBF-3F61-AA4E-8EA3-71B35219C080}"/>
                </a:ext>
              </a:extLst>
            </p:cNvPr>
            <p:cNvSpPr/>
            <p:nvPr/>
          </p:nvSpPr>
          <p:spPr>
            <a:xfrm>
              <a:off x="4874080" y="2028001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2D1DF04-C7D2-D645-8A34-CA21660734B4}"/>
                </a:ext>
              </a:extLst>
            </p:cNvPr>
            <p:cNvSpPr/>
            <p:nvPr/>
          </p:nvSpPr>
          <p:spPr>
            <a:xfrm>
              <a:off x="4873181" y="2097116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C6D69028-80E6-3A4B-A6E6-3F6B8B4F3EB9}"/>
                </a:ext>
              </a:extLst>
            </p:cNvPr>
            <p:cNvSpPr/>
            <p:nvPr/>
          </p:nvSpPr>
          <p:spPr>
            <a:xfrm>
              <a:off x="4884245" y="2191853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F956F18D-4AAD-0B4A-BD7F-435271CBADFF}"/>
                </a:ext>
              </a:extLst>
            </p:cNvPr>
            <p:cNvSpPr/>
            <p:nvPr/>
          </p:nvSpPr>
          <p:spPr>
            <a:xfrm>
              <a:off x="4885144" y="2227525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41BB4B8B-8040-144E-82F1-1831F0D463C9}"/>
                </a:ext>
              </a:extLst>
            </p:cNvPr>
            <p:cNvSpPr/>
            <p:nvPr/>
          </p:nvSpPr>
          <p:spPr>
            <a:xfrm>
              <a:off x="4884245" y="2263195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0CF7E30-74B8-DE42-8D72-CB9B784B042B}"/>
                </a:ext>
              </a:extLst>
            </p:cNvPr>
            <p:cNvSpPr/>
            <p:nvPr/>
          </p:nvSpPr>
          <p:spPr>
            <a:xfrm>
              <a:off x="4884245" y="2298924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8EF65AC-2F50-964D-B329-94AFAB181EFE}"/>
                </a:ext>
              </a:extLst>
            </p:cNvPr>
            <p:cNvSpPr/>
            <p:nvPr/>
          </p:nvSpPr>
          <p:spPr>
            <a:xfrm>
              <a:off x="4884245" y="2334652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0ACB4299-CBD3-E540-B4C4-3659FD9906E9}"/>
                </a:ext>
              </a:extLst>
            </p:cNvPr>
            <p:cNvSpPr/>
            <p:nvPr/>
          </p:nvSpPr>
          <p:spPr>
            <a:xfrm>
              <a:off x="5062841" y="2335823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566E9B18-7695-CB43-8697-A0022E1BFF35}"/>
                </a:ext>
              </a:extLst>
            </p:cNvPr>
            <p:cNvSpPr/>
            <p:nvPr/>
          </p:nvSpPr>
          <p:spPr>
            <a:xfrm>
              <a:off x="4839735" y="2114576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602F00D-67F6-284B-B5AF-FD2E123B1FA5}"/>
                </a:ext>
              </a:extLst>
            </p:cNvPr>
            <p:cNvSpPr/>
            <p:nvPr/>
          </p:nvSpPr>
          <p:spPr>
            <a:xfrm>
              <a:off x="4808617" y="2078618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A23F0836-1A8B-4446-950F-5AEA50DED656}"/>
                </a:ext>
              </a:extLst>
            </p:cNvPr>
            <p:cNvSpPr/>
            <p:nvPr/>
          </p:nvSpPr>
          <p:spPr>
            <a:xfrm>
              <a:off x="5098649" y="2235961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40486E41-DF07-2D43-A240-258CCEA088BF}"/>
                </a:ext>
              </a:extLst>
            </p:cNvPr>
            <p:cNvSpPr/>
            <p:nvPr/>
          </p:nvSpPr>
          <p:spPr>
            <a:xfrm>
              <a:off x="5098707" y="2188084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FDE6C49F-7E16-5C43-B696-07ECCCA11981}"/>
                </a:ext>
              </a:extLst>
            </p:cNvPr>
            <p:cNvSpPr/>
            <p:nvPr/>
          </p:nvSpPr>
          <p:spPr>
            <a:xfrm>
              <a:off x="5098706" y="2142328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A6C945E-2ED4-0448-8F85-AB01DE65701A}"/>
              </a:ext>
            </a:extLst>
          </p:cNvPr>
          <p:cNvGrpSpPr/>
          <p:nvPr/>
        </p:nvGrpSpPr>
        <p:grpSpPr>
          <a:xfrm>
            <a:off x="8338473" y="2138960"/>
            <a:ext cx="2783072" cy="723275"/>
            <a:chOff x="7825488" y="1404017"/>
            <a:chExt cx="3368029" cy="723275"/>
          </a:xfrm>
        </p:grpSpPr>
        <p:sp>
          <p:nvSpPr>
            <p:cNvPr id="98" name="Inhaltsplatzhalter 4">
              <a:extLst>
                <a:ext uri="{FF2B5EF4-FFF2-40B4-BE49-F238E27FC236}">
                  <a16:creationId xmlns:a16="http://schemas.microsoft.com/office/drawing/2014/main" id="{E80C9353-0D91-0248-A09D-B261DDE59DD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9E99519-6777-AC48-BEB9-47C2AC3DCD2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8C537AF-18EB-A347-9EFA-C145D0A4FFD3}"/>
              </a:ext>
            </a:extLst>
          </p:cNvPr>
          <p:cNvGrpSpPr/>
          <p:nvPr/>
        </p:nvGrpSpPr>
        <p:grpSpPr>
          <a:xfrm>
            <a:off x="8338473" y="4552407"/>
            <a:ext cx="2783072" cy="723275"/>
            <a:chOff x="7825488" y="1404017"/>
            <a:chExt cx="3368029" cy="723275"/>
          </a:xfrm>
        </p:grpSpPr>
        <p:sp>
          <p:nvSpPr>
            <p:cNvPr id="101" name="Inhaltsplatzhalter 4">
              <a:extLst>
                <a:ext uri="{FF2B5EF4-FFF2-40B4-BE49-F238E27FC236}">
                  <a16:creationId xmlns:a16="http://schemas.microsoft.com/office/drawing/2014/main" id="{222DC3E0-C3E3-9A4F-9AFA-62053941794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B8DF276-6AD3-CC4C-93A0-AE8D20DD75C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8C696D4A-2A08-B642-9922-CD65DAB1C882}"/>
              </a:ext>
            </a:extLst>
          </p:cNvPr>
          <p:cNvGrpSpPr/>
          <p:nvPr/>
        </p:nvGrpSpPr>
        <p:grpSpPr>
          <a:xfrm flipH="1">
            <a:off x="1146355" y="2138960"/>
            <a:ext cx="2783072" cy="723275"/>
            <a:chOff x="7825488" y="1404017"/>
            <a:chExt cx="3368029" cy="723275"/>
          </a:xfrm>
        </p:grpSpPr>
        <p:sp>
          <p:nvSpPr>
            <p:cNvPr id="104" name="Inhaltsplatzhalter 4">
              <a:extLst>
                <a:ext uri="{FF2B5EF4-FFF2-40B4-BE49-F238E27FC236}">
                  <a16:creationId xmlns:a16="http://schemas.microsoft.com/office/drawing/2014/main" id="{0182700E-581B-F344-B925-D4C25711907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3F453C97-A046-1B4D-8DB4-9D42BB5230C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0DACFD3-2063-074B-9D0B-8418E4B26624}"/>
              </a:ext>
            </a:extLst>
          </p:cNvPr>
          <p:cNvGrpSpPr/>
          <p:nvPr/>
        </p:nvGrpSpPr>
        <p:grpSpPr>
          <a:xfrm flipH="1">
            <a:off x="1146355" y="4552407"/>
            <a:ext cx="2783072" cy="723275"/>
            <a:chOff x="7825488" y="1404017"/>
            <a:chExt cx="3368029" cy="723275"/>
          </a:xfrm>
        </p:grpSpPr>
        <p:sp>
          <p:nvSpPr>
            <p:cNvPr id="107" name="Inhaltsplatzhalter 4">
              <a:extLst>
                <a:ext uri="{FF2B5EF4-FFF2-40B4-BE49-F238E27FC236}">
                  <a16:creationId xmlns:a16="http://schemas.microsoft.com/office/drawing/2014/main" id="{74FE3E1E-41D9-AE43-A409-D6E05E17A27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CB2FF329-D64E-E24F-9302-30604A50FE6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E7CE2D9-AA6D-D944-92D1-AFD7F46FF4B8}"/>
              </a:ext>
            </a:extLst>
          </p:cNvPr>
          <p:cNvGrpSpPr/>
          <p:nvPr/>
        </p:nvGrpSpPr>
        <p:grpSpPr>
          <a:xfrm>
            <a:off x="5448630" y="3084082"/>
            <a:ext cx="1338870" cy="1238019"/>
            <a:chOff x="5398240" y="3718434"/>
            <a:chExt cx="1338870" cy="1238019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21E33541-29D5-4E4F-9512-AFF6500BB7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11" name="Title 1">
              <a:extLst>
                <a:ext uri="{FF2B5EF4-FFF2-40B4-BE49-F238E27FC236}">
                  <a16:creationId xmlns:a16="http://schemas.microsoft.com/office/drawing/2014/main" id="{E091B945-BF4B-B441-8876-D9ABED25C5C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75762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>
            <a:extLst>
              <a:ext uri="{FF2B5EF4-FFF2-40B4-BE49-F238E27FC236}">
                <a16:creationId xmlns:a16="http://schemas.microsoft.com/office/drawing/2014/main" id="{02C21623-C06C-5D49-A937-5CE61C78D7F6}"/>
              </a:ext>
            </a:extLst>
          </p:cNvPr>
          <p:cNvSpPr>
            <a:spLocks noEditPoints="1"/>
          </p:cNvSpPr>
          <p:nvPr/>
        </p:nvSpPr>
        <p:spPr bwMode="auto">
          <a:xfrm rot="2700000">
            <a:off x="4433912" y="2178531"/>
            <a:ext cx="1804360" cy="1974673"/>
          </a:xfrm>
          <a:custGeom>
            <a:avLst/>
            <a:gdLst>
              <a:gd name="T0" fmla="*/ 341 w 474"/>
              <a:gd name="T1" fmla="*/ 468 h 519"/>
              <a:gd name="T2" fmla="*/ 373 w 474"/>
              <a:gd name="T3" fmla="*/ 519 h 519"/>
              <a:gd name="T4" fmla="*/ 377 w 474"/>
              <a:gd name="T5" fmla="*/ 519 h 519"/>
              <a:gd name="T6" fmla="*/ 471 w 474"/>
              <a:gd name="T7" fmla="*/ 510 h 519"/>
              <a:gd name="T8" fmla="*/ 341 w 474"/>
              <a:gd name="T9" fmla="*/ 468 h 519"/>
              <a:gd name="T10" fmla="*/ 294 w 474"/>
              <a:gd name="T11" fmla="*/ 7 h 519"/>
              <a:gd name="T12" fmla="*/ 251 w 474"/>
              <a:gd name="T13" fmla="*/ 16 h 519"/>
              <a:gd name="T14" fmla="*/ 2 w 474"/>
              <a:gd name="T15" fmla="*/ 247 h 519"/>
              <a:gd name="T16" fmla="*/ 24 w 474"/>
              <a:gd name="T17" fmla="*/ 347 h 519"/>
              <a:gd name="T18" fmla="*/ 294 w 474"/>
              <a:gd name="T19" fmla="*/ 512 h 519"/>
              <a:gd name="T20" fmla="*/ 288 w 474"/>
              <a:gd name="T21" fmla="*/ 435 h 519"/>
              <a:gd name="T22" fmla="*/ 212 w 474"/>
              <a:gd name="T23" fmla="*/ 348 h 519"/>
              <a:gd name="T24" fmla="*/ 288 w 474"/>
              <a:gd name="T25" fmla="*/ 86 h 519"/>
              <a:gd name="T26" fmla="*/ 294 w 474"/>
              <a:gd name="T27" fmla="*/ 7 h 519"/>
              <a:gd name="T28" fmla="*/ 379 w 474"/>
              <a:gd name="T29" fmla="*/ 0 h 519"/>
              <a:gd name="T30" fmla="*/ 373 w 474"/>
              <a:gd name="T31" fmla="*/ 0 h 519"/>
              <a:gd name="T32" fmla="*/ 340 w 474"/>
              <a:gd name="T33" fmla="*/ 53 h 519"/>
              <a:gd name="T34" fmla="*/ 439 w 474"/>
              <a:gd name="T35" fmla="*/ 16 h 519"/>
              <a:gd name="T36" fmla="*/ 474 w 474"/>
              <a:gd name="T37" fmla="*/ 9 h 519"/>
              <a:gd name="T38" fmla="*/ 379 w 474"/>
              <a:gd name="T39" fmla="*/ 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74" h="519">
                <a:moveTo>
                  <a:pt x="341" y="468"/>
                </a:moveTo>
                <a:cubicBezTo>
                  <a:pt x="351" y="486"/>
                  <a:pt x="361" y="503"/>
                  <a:pt x="373" y="519"/>
                </a:cubicBezTo>
                <a:cubicBezTo>
                  <a:pt x="374" y="519"/>
                  <a:pt x="376" y="519"/>
                  <a:pt x="377" y="519"/>
                </a:cubicBezTo>
                <a:cubicBezTo>
                  <a:pt x="408" y="519"/>
                  <a:pt x="440" y="516"/>
                  <a:pt x="471" y="510"/>
                </a:cubicBezTo>
                <a:cubicBezTo>
                  <a:pt x="424" y="502"/>
                  <a:pt x="380" y="488"/>
                  <a:pt x="341" y="468"/>
                </a:cubicBezTo>
                <a:moveTo>
                  <a:pt x="294" y="7"/>
                </a:moveTo>
                <a:cubicBezTo>
                  <a:pt x="280" y="9"/>
                  <a:pt x="266" y="12"/>
                  <a:pt x="251" y="16"/>
                </a:cubicBezTo>
                <a:cubicBezTo>
                  <a:pt x="104" y="52"/>
                  <a:pt x="10" y="146"/>
                  <a:pt x="2" y="247"/>
                </a:cubicBezTo>
                <a:cubicBezTo>
                  <a:pt x="0" y="280"/>
                  <a:pt x="6" y="314"/>
                  <a:pt x="24" y="347"/>
                </a:cubicBezTo>
                <a:cubicBezTo>
                  <a:pt x="69" y="434"/>
                  <a:pt x="173" y="493"/>
                  <a:pt x="294" y="512"/>
                </a:cubicBezTo>
                <a:cubicBezTo>
                  <a:pt x="290" y="486"/>
                  <a:pt x="288" y="460"/>
                  <a:pt x="288" y="435"/>
                </a:cubicBezTo>
                <a:cubicBezTo>
                  <a:pt x="255" y="410"/>
                  <a:pt x="229" y="381"/>
                  <a:pt x="212" y="348"/>
                </a:cubicBezTo>
                <a:cubicBezTo>
                  <a:pt x="163" y="254"/>
                  <a:pt x="197" y="154"/>
                  <a:pt x="288" y="86"/>
                </a:cubicBezTo>
                <a:cubicBezTo>
                  <a:pt x="288" y="60"/>
                  <a:pt x="290" y="33"/>
                  <a:pt x="294" y="7"/>
                </a:cubicBezTo>
                <a:moveTo>
                  <a:pt x="379" y="0"/>
                </a:moveTo>
                <a:cubicBezTo>
                  <a:pt x="377" y="0"/>
                  <a:pt x="375" y="0"/>
                  <a:pt x="373" y="0"/>
                </a:cubicBezTo>
                <a:cubicBezTo>
                  <a:pt x="361" y="16"/>
                  <a:pt x="350" y="34"/>
                  <a:pt x="340" y="53"/>
                </a:cubicBezTo>
                <a:cubicBezTo>
                  <a:pt x="370" y="37"/>
                  <a:pt x="403" y="25"/>
                  <a:pt x="439" y="16"/>
                </a:cubicBezTo>
                <a:cubicBezTo>
                  <a:pt x="451" y="13"/>
                  <a:pt x="462" y="10"/>
                  <a:pt x="474" y="9"/>
                </a:cubicBezTo>
                <a:cubicBezTo>
                  <a:pt x="443" y="3"/>
                  <a:pt x="412" y="0"/>
                  <a:pt x="379" y="0"/>
                </a:cubicBezTo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465A3C00-04EF-DB4D-AC42-4B2C03CE45AD}"/>
              </a:ext>
            </a:extLst>
          </p:cNvPr>
          <p:cNvSpPr>
            <a:spLocks noEditPoints="1"/>
          </p:cNvSpPr>
          <p:nvPr/>
        </p:nvSpPr>
        <p:spPr bwMode="auto">
          <a:xfrm rot="2700000">
            <a:off x="6098774" y="3845803"/>
            <a:ext cx="1809181" cy="1974673"/>
          </a:xfrm>
          <a:custGeom>
            <a:avLst/>
            <a:gdLst>
              <a:gd name="T0" fmla="*/ 135 w 475"/>
              <a:gd name="T1" fmla="*/ 467 h 519"/>
              <a:gd name="T2" fmla="*/ 3 w 475"/>
              <a:gd name="T3" fmla="*/ 510 h 519"/>
              <a:gd name="T4" fmla="*/ 97 w 475"/>
              <a:gd name="T5" fmla="*/ 519 h 519"/>
              <a:gd name="T6" fmla="*/ 103 w 475"/>
              <a:gd name="T7" fmla="*/ 519 h 519"/>
              <a:gd name="T8" fmla="*/ 135 w 475"/>
              <a:gd name="T9" fmla="*/ 467 h 519"/>
              <a:gd name="T10" fmla="*/ 180 w 475"/>
              <a:gd name="T11" fmla="*/ 7 h 519"/>
              <a:gd name="T12" fmla="*/ 187 w 475"/>
              <a:gd name="T13" fmla="*/ 86 h 519"/>
              <a:gd name="T14" fmla="*/ 263 w 475"/>
              <a:gd name="T15" fmla="*/ 348 h 519"/>
              <a:gd name="T16" fmla="*/ 187 w 475"/>
              <a:gd name="T17" fmla="*/ 435 h 519"/>
              <a:gd name="T18" fmla="*/ 180 w 475"/>
              <a:gd name="T19" fmla="*/ 512 h 519"/>
              <a:gd name="T20" fmla="*/ 450 w 475"/>
              <a:gd name="T21" fmla="*/ 347 h 519"/>
              <a:gd name="T22" fmla="*/ 472 w 475"/>
              <a:gd name="T23" fmla="*/ 247 h 519"/>
              <a:gd name="T24" fmla="*/ 223 w 475"/>
              <a:gd name="T25" fmla="*/ 16 h 519"/>
              <a:gd name="T26" fmla="*/ 180 w 475"/>
              <a:gd name="T27" fmla="*/ 7 h 519"/>
              <a:gd name="T28" fmla="*/ 95 w 475"/>
              <a:gd name="T29" fmla="*/ 0 h 519"/>
              <a:gd name="T30" fmla="*/ 0 w 475"/>
              <a:gd name="T31" fmla="*/ 9 h 519"/>
              <a:gd name="T32" fmla="*/ 35 w 475"/>
              <a:gd name="T33" fmla="*/ 16 h 519"/>
              <a:gd name="T34" fmla="*/ 136 w 475"/>
              <a:gd name="T35" fmla="*/ 54 h 519"/>
              <a:gd name="T36" fmla="*/ 103 w 475"/>
              <a:gd name="T37" fmla="*/ 0 h 519"/>
              <a:gd name="T38" fmla="*/ 95 w 475"/>
              <a:gd name="T39" fmla="*/ 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75" h="519">
                <a:moveTo>
                  <a:pt x="135" y="467"/>
                </a:moveTo>
                <a:cubicBezTo>
                  <a:pt x="96" y="487"/>
                  <a:pt x="51" y="502"/>
                  <a:pt x="3" y="510"/>
                </a:cubicBezTo>
                <a:cubicBezTo>
                  <a:pt x="35" y="516"/>
                  <a:pt x="66" y="519"/>
                  <a:pt x="97" y="519"/>
                </a:cubicBezTo>
                <a:cubicBezTo>
                  <a:pt x="99" y="519"/>
                  <a:pt x="101" y="519"/>
                  <a:pt x="103" y="519"/>
                </a:cubicBezTo>
                <a:cubicBezTo>
                  <a:pt x="115" y="503"/>
                  <a:pt x="125" y="485"/>
                  <a:pt x="135" y="467"/>
                </a:cubicBezTo>
                <a:moveTo>
                  <a:pt x="180" y="7"/>
                </a:moveTo>
                <a:cubicBezTo>
                  <a:pt x="184" y="33"/>
                  <a:pt x="187" y="59"/>
                  <a:pt x="187" y="86"/>
                </a:cubicBezTo>
                <a:cubicBezTo>
                  <a:pt x="277" y="155"/>
                  <a:pt x="311" y="254"/>
                  <a:pt x="263" y="348"/>
                </a:cubicBezTo>
                <a:cubicBezTo>
                  <a:pt x="245" y="381"/>
                  <a:pt x="219" y="410"/>
                  <a:pt x="187" y="435"/>
                </a:cubicBezTo>
                <a:cubicBezTo>
                  <a:pt x="186" y="461"/>
                  <a:pt x="184" y="487"/>
                  <a:pt x="180" y="512"/>
                </a:cubicBezTo>
                <a:cubicBezTo>
                  <a:pt x="301" y="493"/>
                  <a:pt x="405" y="434"/>
                  <a:pt x="450" y="347"/>
                </a:cubicBezTo>
                <a:cubicBezTo>
                  <a:pt x="468" y="314"/>
                  <a:pt x="475" y="280"/>
                  <a:pt x="472" y="247"/>
                </a:cubicBezTo>
                <a:cubicBezTo>
                  <a:pt x="464" y="146"/>
                  <a:pt x="370" y="52"/>
                  <a:pt x="223" y="16"/>
                </a:cubicBezTo>
                <a:cubicBezTo>
                  <a:pt x="209" y="12"/>
                  <a:pt x="195" y="9"/>
                  <a:pt x="180" y="7"/>
                </a:cubicBezTo>
                <a:moveTo>
                  <a:pt x="95" y="0"/>
                </a:moveTo>
                <a:cubicBezTo>
                  <a:pt x="63" y="0"/>
                  <a:pt x="31" y="3"/>
                  <a:pt x="0" y="9"/>
                </a:cubicBezTo>
                <a:cubicBezTo>
                  <a:pt x="12" y="10"/>
                  <a:pt x="23" y="13"/>
                  <a:pt x="35" y="16"/>
                </a:cubicBezTo>
                <a:cubicBezTo>
                  <a:pt x="72" y="25"/>
                  <a:pt x="106" y="38"/>
                  <a:pt x="136" y="54"/>
                </a:cubicBezTo>
                <a:cubicBezTo>
                  <a:pt x="126" y="34"/>
                  <a:pt x="115" y="17"/>
                  <a:pt x="103" y="0"/>
                </a:cubicBezTo>
                <a:cubicBezTo>
                  <a:pt x="100" y="0"/>
                  <a:pt x="98" y="0"/>
                  <a:pt x="95" y="0"/>
                </a:cubicBezTo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552D535-FBEC-5948-86A6-6951498EA784}"/>
              </a:ext>
            </a:extLst>
          </p:cNvPr>
          <p:cNvGrpSpPr/>
          <p:nvPr/>
        </p:nvGrpSpPr>
        <p:grpSpPr>
          <a:xfrm rot="2700000">
            <a:off x="4351596" y="3930434"/>
            <a:ext cx="1974675" cy="1796325"/>
            <a:chOff x="5388902" y="4255277"/>
            <a:chExt cx="1483602" cy="1349606"/>
          </a:xfr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</p:grpSpPr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D7E6D17-F9F0-0B4A-AC61-5F99A3C14C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8902" y="4255277"/>
              <a:ext cx="1464287" cy="1349606"/>
            </a:xfrm>
            <a:custGeom>
              <a:avLst/>
              <a:gdLst>
                <a:gd name="T0" fmla="*/ 512 w 512"/>
                <a:gd name="T1" fmla="*/ 180 h 472"/>
                <a:gd name="T2" fmla="*/ 435 w 512"/>
                <a:gd name="T3" fmla="*/ 187 h 472"/>
                <a:gd name="T4" fmla="*/ 348 w 512"/>
                <a:gd name="T5" fmla="*/ 262 h 472"/>
                <a:gd name="T6" fmla="*/ 260 w 512"/>
                <a:gd name="T7" fmla="*/ 285 h 472"/>
                <a:gd name="T8" fmla="*/ 86 w 512"/>
                <a:gd name="T9" fmla="*/ 187 h 472"/>
                <a:gd name="T10" fmla="*/ 7 w 512"/>
                <a:gd name="T11" fmla="*/ 180 h 472"/>
                <a:gd name="T12" fmla="*/ 16 w 512"/>
                <a:gd name="T13" fmla="*/ 223 h 472"/>
                <a:gd name="T14" fmla="*/ 247 w 512"/>
                <a:gd name="T15" fmla="*/ 472 h 472"/>
                <a:gd name="T16" fmla="*/ 261 w 512"/>
                <a:gd name="T17" fmla="*/ 472 h 472"/>
                <a:gd name="T18" fmla="*/ 348 w 512"/>
                <a:gd name="T19" fmla="*/ 450 h 472"/>
                <a:gd name="T20" fmla="*/ 512 w 512"/>
                <a:gd name="T21" fmla="*/ 180 h 472"/>
                <a:gd name="T22" fmla="*/ 9 w 512"/>
                <a:gd name="T23" fmla="*/ 0 h 472"/>
                <a:gd name="T24" fmla="*/ 1 w 512"/>
                <a:gd name="T25" fmla="*/ 103 h 472"/>
                <a:gd name="T26" fmla="*/ 54 w 512"/>
                <a:gd name="T27" fmla="*/ 136 h 472"/>
                <a:gd name="T28" fmla="*/ 16 w 512"/>
                <a:gd name="T29" fmla="*/ 35 h 472"/>
                <a:gd name="T30" fmla="*/ 9 w 512"/>
                <a:gd name="T31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2" h="472">
                  <a:moveTo>
                    <a:pt x="512" y="180"/>
                  </a:moveTo>
                  <a:cubicBezTo>
                    <a:pt x="487" y="184"/>
                    <a:pt x="461" y="186"/>
                    <a:pt x="435" y="187"/>
                  </a:cubicBezTo>
                  <a:cubicBezTo>
                    <a:pt x="410" y="219"/>
                    <a:pt x="381" y="245"/>
                    <a:pt x="348" y="262"/>
                  </a:cubicBezTo>
                  <a:cubicBezTo>
                    <a:pt x="319" y="278"/>
                    <a:pt x="290" y="285"/>
                    <a:pt x="260" y="285"/>
                  </a:cubicBezTo>
                  <a:cubicBezTo>
                    <a:pt x="196" y="285"/>
                    <a:pt x="133" y="249"/>
                    <a:pt x="86" y="187"/>
                  </a:cubicBezTo>
                  <a:cubicBezTo>
                    <a:pt x="59" y="186"/>
                    <a:pt x="33" y="184"/>
                    <a:pt x="7" y="180"/>
                  </a:cubicBezTo>
                  <a:cubicBezTo>
                    <a:pt x="10" y="194"/>
                    <a:pt x="12" y="209"/>
                    <a:pt x="16" y="223"/>
                  </a:cubicBezTo>
                  <a:cubicBezTo>
                    <a:pt x="53" y="370"/>
                    <a:pt x="146" y="464"/>
                    <a:pt x="247" y="472"/>
                  </a:cubicBezTo>
                  <a:cubicBezTo>
                    <a:pt x="252" y="472"/>
                    <a:pt x="256" y="472"/>
                    <a:pt x="261" y="472"/>
                  </a:cubicBezTo>
                  <a:cubicBezTo>
                    <a:pt x="290" y="472"/>
                    <a:pt x="319" y="465"/>
                    <a:pt x="348" y="450"/>
                  </a:cubicBezTo>
                  <a:cubicBezTo>
                    <a:pt x="434" y="405"/>
                    <a:pt x="493" y="301"/>
                    <a:pt x="512" y="180"/>
                  </a:cubicBezTo>
                  <a:moveTo>
                    <a:pt x="9" y="0"/>
                  </a:moveTo>
                  <a:cubicBezTo>
                    <a:pt x="3" y="33"/>
                    <a:pt x="0" y="68"/>
                    <a:pt x="1" y="103"/>
                  </a:cubicBezTo>
                  <a:cubicBezTo>
                    <a:pt x="17" y="115"/>
                    <a:pt x="35" y="126"/>
                    <a:pt x="54" y="136"/>
                  </a:cubicBezTo>
                  <a:cubicBezTo>
                    <a:pt x="38" y="106"/>
                    <a:pt x="25" y="72"/>
                    <a:pt x="16" y="35"/>
                  </a:cubicBezTo>
                  <a:cubicBezTo>
                    <a:pt x="13" y="23"/>
                    <a:pt x="11" y="12"/>
                    <a:pt x="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732A7F9F-42CD-534B-BBDF-CFF10838B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023" y="4263728"/>
              <a:ext cx="148481" cy="377841"/>
            </a:xfrm>
            <a:custGeom>
              <a:avLst/>
              <a:gdLst>
                <a:gd name="T0" fmla="*/ 44 w 52"/>
                <a:gd name="T1" fmla="*/ 0 h 132"/>
                <a:gd name="T2" fmla="*/ 0 w 52"/>
                <a:gd name="T3" fmla="*/ 132 h 132"/>
                <a:gd name="T4" fmla="*/ 52 w 52"/>
                <a:gd name="T5" fmla="*/ 100 h 132"/>
                <a:gd name="T6" fmla="*/ 44 w 52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32">
                  <a:moveTo>
                    <a:pt x="44" y="0"/>
                  </a:moveTo>
                  <a:cubicBezTo>
                    <a:pt x="35" y="48"/>
                    <a:pt x="20" y="93"/>
                    <a:pt x="0" y="132"/>
                  </a:cubicBezTo>
                  <a:cubicBezTo>
                    <a:pt x="19" y="122"/>
                    <a:pt x="36" y="111"/>
                    <a:pt x="52" y="100"/>
                  </a:cubicBezTo>
                  <a:cubicBezTo>
                    <a:pt x="52" y="67"/>
                    <a:pt x="49" y="33"/>
                    <a:pt x="4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8" name="Freeform 11">
            <a:extLst>
              <a:ext uri="{FF2B5EF4-FFF2-40B4-BE49-F238E27FC236}">
                <a16:creationId xmlns:a16="http://schemas.microsoft.com/office/drawing/2014/main" id="{46B05EA4-C15A-5B40-B341-C894F890D210}"/>
              </a:ext>
            </a:extLst>
          </p:cNvPr>
          <p:cNvSpPr>
            <a:spLocks noEditPoints="1"/>
          </p:cNvSpPr>
          <p:nvPr/>
        </p:nvSpPr>
        <p:spPr bwMode="auto">
          <a:xfrm rot="2700000">
            <a:off x="6012619" y="2267803"/>
            <a:ext cx="1974675" cy="1799540"/>
          </a:xfrm>
          <a:custGeom>
            <a:avLst/>
            <a:gdLst>
              <a:gd name="T0" fmla="*/ 468 w 519"/>
              <a:gd name="T1" fmla="*/ 340 h 473"/>
              <a:gd name="T2" fmla="*/ 511 w 519"/>
              <a:gd name="T3" fmla="*/ 470 h 473"/>
              <a:gd name="T4" fmla="*/ 519 w 519"/>
              <a:gd name="T5" fmla="*/ 372 h 473"/>
              <a:gd name="T6" fmla="*/ 468 w 519"/>
              <a:gd name="T7" fmla="*/ 340 h 473"/>
              <a:gd name="T8" fmla="*/ 53 w 519"/>
              <a:gd name="T9" fmla="*/ 339 h 473"/>
              <a:gd name="T10" fmla="*/ 1 w 519"/>
              <a:gd name="T11" fmla="*/ 372 h 473"/>
              <a:gd name="T12" fmla="*/ 9 w 519"/>
              <a:gd name="T13" fmla="*/ 473 h 473"/>
              <a:gd name="T14" fmla="*/ 16 w 519"/>
              <a:gd name="T15" fmla="*/ 438 h 473"/>
              <a:gd name="T16" fmla="*/ 53 w 519"/>
              <a:gd name="T17" fmla="*/ 339 h 473"/>
              <a:gd name="T18" fmla="*/ 260 w 519"/>
              <a:gd name="T19" fmla="*/ 0 h 473"/>
              <a:gd name="T20" fmla="*/ 247 w 519"/>
              <a:gd name="T21" fmla="*/ 1 h 473"/>
              <a:gd name="T22" fmla="*/ 16 w 519"/>
              <a:gd name="T23" fmla="*/ 250 h 473"/>
              <a:gd name="T24" fmla="*/ 7 w 519"/>
              <a:gd name="T25" fmla="*/ 293 h 473"/>
              <a:gd name="T26" fmla="*/ 86 w 519"/>
              <a:gd name="T27" fmla="*/ 286 h 473"/>
              <a:gd name="T28" fmla="*/ 260 w 519"/>
              <a:gd name="T29" fmla="*/ 188 h 473"/>
              <a:gd name="T30" fmla="*/ 348 w 519"/>
              <a:gd name="T31" fmla="*/ 210 h 473"/>
              <a:gd name="T32" fmla="*/ 435 w 519"/>
              <a:gd name="T33" fmla="*/ 286 h 473"/>
              <a:gd name="T34" fmla="*/ 512 w 519"/>
              <a:gd name="T35" fmla="*/ 293 h 473"/>
              <a:gd name="T36" fmla="*/ 348 w 519"/>
              <a:gd name="T37" fmla="*/ 23 h 473"/>
              <a:gd name="T38" fmla="*/ 260 w 519"/>
              <a:gd name="T39" fmla="*/ 0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19" h="473">
                <a:moveTo>
                  <a:pt x="468" y="340"/>
                </a:moveTo>
                <a:cubicBezTo>
                  <a:pt x="488" y="379"/>
                  <a:pt x="502" y="423"/>
                  <a:pt x="511" y="470"/>
                </a:cubicBezTo>
                <a:cubicBezTo>
                  <a:pt x="516" y="437"/>
                  <a:pt x="519" y="404"/>
                  <a:pt x="519" y="372"/>
                </a:cubicBezTo>
                <a:cubicBezTo>
                  <a:pt x="503" y="360"/>
                  <a:pt x="486" y="349"/>
                  <a:pt x="468" y="340"/>
                </a:cubicBezTo>
                <a:moveTo>
                  <a:pt x="53" y="339"/>
                </a:moveTo>
                <a:cubicBezTo>
                  <a:pt x="34" y="349"/>
                  <a:pt x="16" y="360"/>
                  <a:pt x="1" y="372"/>
                </a:cubicBezTo>
                <a:cubicBezTo>
                  <a:pt x="0" y="406"/>
                  <a:pt x="3" y="440"/>
                  <a:pt x="9" y="473"/>
                </a:cubicBezTo>
                <a:cubicBezTo>
                  <a:pt x="11" y="461"/>
                  <a:pt x="13" y="450"/>
                  <a:pt x="16" y="438"/>
                </a:cubicBezTo>
                <a:cubicBezTo>
                  <a:pt x="25" y="401"/>
                  <a:pt x="38" y="368"/>
                  <a:pt x="53" y="339"/>
                </a:cubicBezTo>
                <a:moveTo>
                  <a:pt x="260" y="0"/>
                </a:moveTo>
                <a:cubicBezTo>
                  <a:pt x="256" y="0"/>
                  <a:pt x="251" y="1"/>
                  <a:pt x="247" y="1"/>
                </a:cubicBezTo>
                <a:cubicBezTo>
                  <a:pt x="146" y="9"/>
                  <a:pt x="53" y="103"/>
                  <a:pt x="16" y="250"/>
                </a:cubicBezTo>
                <a:cubicBezTo>
                  <a:pt x="12" y="264"/>
                  <a:pt x="10" y="279"/>
                  <a:pt x="7" y="293"/>
                </a:cubicBezTo>
                <a:cubicBezTo>
                  <a:pt x="33" y="289"/>
                  <a:pt x="60" y="287"/>
                  <a:pt x="86" y="286"/>
                </a:cubicBezTo>
                <a:cubicBezTo>
                  <a:pt x="133" y="224"/>
                  <a:pt x="196" y="188"/>
                  <a:pt x="260" y="188"/>
                </a:cubicBezTo>
                <a:cubicBezTo>
                  <a:pt x="290" y="188"/>
                  <a:pt x="319" y="195"/>
                  <a:pt x="348" y="210"/>
                </a:cubicBezTo>
                <a:cubicBezTo>
                  <a:pt x="381" y="228"/>
                  <a:pt x="410" y="254"/>
                  <a:pt x="435" y="286"/>
                </a:cubicBezTo>
                <a:cubicBezTo>
                  <a:pt x="461" y="287"/>
                  <a:pt x="487" y="289"/>
                  <a:pt x="512" y="293"/>
                </a:cubicBezTo>
                <a:cubicBezTo>
                  <a:pt x="494" y="172"/>
                  <a:pt x="434" y="68"/>
                  <a:pt x="348" y="23"/>
                </a:cubicBezTo>
                <a:cubicBezTo>
                  <a:pt x="319" y="8"/>
                  <a:pt x="289" y="0"/>
                  <a:pt x="260" y="0"/>
                </a:cubicBezTo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7238ED3-9426-1F47-A0AA-F2944E5B21BA}"/>
              </a:ext>
            </a:extLst>
          </p:cNvPr>
          <p:cNvSpPr/>
          <p:nvPr/>
        </p:nvSpPr>
        <p:spPr>
          <a:xfrm rot="2700000">
            <a:off x="7137413" y="4967189"/>
            <a:ext cx="814692" cy="814692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 w="25400" cap="rnd">
            <a:solidFill>
              <a:srgbClr val="FFFFFF"/>
            </a:solidFill>
            <a:round/>
          </a:ln>
          <a:effectLst>
            <a:outerShdw blurRad="127000" dist="177800" dir="5400000" sx="92000" sy="9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5FCF7F0F-D670-9B41-B5FF-390BA8A0885C}"/>
              </a:ext>
            </a:extLst>
          </p:cNvPr>
          <p:cNvSpPr/>
          <p:nvPr/>
        </p:nvSpPr>
        <p:spPr>
          <a:xfrm rot="2700000">
            <a:off x="4385648" y="2215424"/>
            <a:ext cx="814692" cy="814692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25400" cap="rnd">
            <a:solidFill>
              <a:srgbClr val="FFFFFF"/>
            </a:solidFill>
            <a:round/>
          </a:ln>
          <a:effectLst>
            <a:outerShdw blurRad="127000" dist="177800" dir="5400000" sx="92000" sy="9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6773148-32FC-5F4B-BDC3-5C21B918F8D9}"/>
              </a:ext>
            </a:extLst>
          </p:cNvPr>
          <p:cNvSpPr/>
          <p:nvPr/>
        </p:nvSpPr>
        <p:spPr>
          <a:xfrm rot="2700000">
            <a:off x="7149382" y="2203455"/>
            <a:ext cx="814692" cy="814692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25400" cap="rnd">
            <a:solidFill>
              <a:srgbClr val="FFFFFF"/>
            </a:solidFill>
            <a:round/>
          </a:ln>
          <a:effectLst>
            <a:outerShdw blurRad="127000" dist="177800" dir="5400000" sx="92000" sy="9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D4B8D05-2AC7-964A-A49D-ADA00628CD7E}"/>
              </a:ext>
            </a:extLst>
          </p:cNvPr>
          <p:cNvSpPr/>
          <p:nvPr/>
        </p:nvSpPr>
        <p:spPr>
          <a:xfrm rot="2700000">
            <a:off x="4377609" y="4975228"/>
            <a:ext cx="814692" cy="814692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  <a:ln w="25400" cap="rnd">
            <a:solidFill>
              <a:srgbClr val="FFFFFF"/>
            </a:solidFill>
            <a:round/>
          </a:ln>
          <a:effectLst>
            <a:outerShdw blurRad="127000" dist="177800" dir="5400000" sx="92000" sy="9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DABF555-FB28-B64F-8D36-A777EFD737E2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50803-5E2C-2D45-9E97-14F916FDECFE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BD70E30E-E535-2B46-A461-6F45425F5AAA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95EC05C7-32EA-9D4F-9E78-F5AA5FDEC1C1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022E3205-23B0-4A4A-BDF8-F5F900C16A63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" name="Rounded Rectangle 35">
                <a:extLst>
                  <a:ext uri="{FF2B5EF4-FFF2-40B4-BE49-F238E27FC236}">
                    <a16:creationId xmlns:a16="http://schemas.microsoft.com/office/drawing/2014/main" id="{478D2CA3-FE0B-F847-83CE-AD380B3A1CB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E118065-D0A2-AE44-BB5F-9080E9514F2F}"/>
              </a:ext>
            </a:extLst>
          </p:cNvPr>
          <p:cNvGrpSpPr/>
          <p:nvPr/>
        </p:nvGrpSpPr>
        <p:grpSpPr>
          <a:xfrm>
            <a:off x="8338473" y="2270637"/>
            <a:ext cx="2783072" cy="723275"/>
            <a:chOff x="7825488" y="1404017"/>
            <a:chExt cx="3368029" cy="723275"/>
          </a:xfrm>
        </p:grpSpPr>
        <p:sp>
          <p:nvSpPr>
            <p:cNvPr id="40" name="Inhaltsplatzhalter 4">
              <a:extLst>
                <a:ext uri="{FF2B5EF4-FFF2-40B4-BE49-F238E27FC236}">
                  <a16:creationId xmlns:a16="http://schemas.microsoft.com/office/drawing/2014/main" id="{7072536B-D004-F34D-AFEA-C205400A650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7AE09C-DE9A-6446-812B-69757ED427E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1E333A8E-37A9-2B4E-B1D9-26650B17B6E1}"/>
              </a:ext>
            </a:extLst>
          </p:cNvPr>
          <p:cNvGrpSpPr/>
          <p:nvPr/>
        </p:nvGrpSpPr>
        <p:grpSpPr>
          <a:xfrm>
            <a:off x="8338473" y="5041197"/>
            <a:ext cx="2783072" cy="723275"/>
            <a:chOff x="7825488" y="1404017"/>
            <a:chExt cx="3368029" cy="723275"/>
          </a:xfrm>
        </p:grpSpPr>
        <p:sp>
          <p:nvSpPr>
            <p:cNvPr id="43" name="Inhaltsplatzhalter 4">
              <a:extLst>
                <a:ext uri="{FF2B5EF4-FFF2-40B4-BE49-F238E27FC236}">
                  <a16:creationId xmlns:a16="http://schemas.microsoft.com/office/drawing/2014/main" id="{9D9AE8BA-E066-8441-B86C-7159BBB28C7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7BABAFE7-C32E-E94D-8BC2-C16BA9E6A57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D34AA5B-AA05-B644-876B-09E6EC9BF803}"/>
              </a:ext>
            </a:extLst>
          </p:cNvPr>
          <p:cNvGrpSpPr/>
          <p:nvPr/>
        </p:nvGrpSpPr>
        <p:grpSpPr>
          <a:xfrm flipH="1">
            <a:off x="1228075" y="2270637"/>
            <a:ext cx="2783072" cy="723275"/>
            <a:chOff x="7825488" y="1404017"/>
            <a:chExt cx="3368029" cy="723275"/>
          </a:xfrm>
        </p:grpSpPr>
        <p:sp>
          <p:nvSpPr>
            <p:cNvPr id="46" name="Inhaltsplatzhalter 4">
              <a:extLst>
                <a:ext uri="{FF2B5EF4-FFF2-40B4-BE49-F238E27FC236}">
                  <a16:creationId xmlns:a16="http://schemas.microsoft.com/office/drawing/2014/main" id="{CED8D1FB-F8DF-134B-99C9-39837A9D678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71AF2C4-2554-5641-ACDE-F7710BEDECF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8487B15-60DC-434F-8BD3-9FAB9258A2BB}"/>
              </a:ext>
            </a:extLst>
          </p:cNvPr>
          <p:cNvGrpSpPr/>
          <p:nvPr/>
        </p:nvGrpSpPr>
        <p:grpSpPr>
          <a:xfrm flipH="1">
            <a:off x="1228075" y="5041197"/>
            <a:ext cx="2783072" cy="723275"/>
            <a:chOff x="7825488" y="1404017"/>
            <a:chExt cx="3368029" cy="723275"/>
          </a:xfrm>
        </p:grpSpPr>
        <p:sp>
          <p:nvSpPr>
            <p:cNvPr id="49" name="Inhaltsplatzhalter 4">
              <a:extLst>
                <a:ext uri="{FF2B5EF4-FFF2-40B4-BE49-F238E27FC236}">
                  <a16:creationId xmlns:a16="http://schemas.microsoft.com/office/drawing/2014/main" id="{944A4EA5-1440-F34E-B09F-C335309C86D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515EFFCE-0EAC-D84A-8546-415DDB0090D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Oval 50">
            <a:extLst>
              <a:ext uri="{FF2B5EF4-FFF2-40B4-BE49-F238E27FC236}">
                <a16:creationId xmlns:a16="http://schemas.microsoft.com/office/drawing/2014/main" id="{09FECA69-B719-554A-9E6D-D9A87D17B9B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09235" y="3133697"/>
            <a:ext cx="1727307" cy="1727307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3" name="Graphic 55">
            <a:extLst>
              <a:ext uri="{FF2B5EF4-FFF2-40B4-BE49-F238E27FC236}">
                <a16:creationId xmlns:a16="http://schemas.microsoft.com/office/drawing/2014/main" id="{7DB9B057-30A7-8648-862A-1CB952ABF800}"/>
              </a:ext>
            </a:extLst>
          </p:cNvPr>
          <p:cNvGrpSpPr>
            <a:grpSpLocks noChangeAspect="1"/>
          </p:cNvGrpSpPr>
          <p:nvPr/>
        </p:nvGrpSpPr>
        <p:grpSpPr>
          <a:xfrm>
            <a:off x="4585540" y="2415316"/>
            <a:ext cx="414909" cy="414909"/>
            <a:chOff x="4604201" y="2390488"/>
            <a:chExt cx="414909" cy="414909"/>
          </a:xfrm>
          <a:solidFill>
            <a:srgbClr val="FFFFFF"/>
          </a:solidFill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009F2028-C737-5B42-BE54-C873DA534088}"/>
                </a:ext>
              </a:extLst>
            </p:cNvPr>
            <p:cNvSpPr/>
            <p:nvPr/>
          </p:nvSpPr>
          <p:spPr>
            <a:xfrm>
              <a:off x="4604201" y="2390488"/>
              <a:ext cx="414909" cy="414909"/>
            </a:xfrm>
            <a:custGeom>
              <a:avLst/>
              <a:gdLst>
                <a:gd name="connsiteX0" fmla="*/ 207455 w 414909"/>
                <a:gd name="connsiteY0" fmla="*/ 414909 h 414909"/>
                <a:gd name="connsiteX1" fmla="*/ 0 w 414909"/>
                <a:gd name="connsiteY1" fmla="*/ 207455 h 414909"/>
                <a:gd name="connsiteX2" fmla="*/ 207455 w 414909"/>
                <a:gd name="connsiteY2" fmla="*/ 0 h 414909"/>
                <a:gd name="connsiteX3" fmla="*/ 414909 w 414909"/>
                <a:gd name="connsiteY3" fmla="*/ 207455 h 414909"/>
                <a:gd name="connsiteX4" fmla="*/ 207455 w 414909"/>
                <a:gd name="connsiteY4" fmla="*/ 414909 h 414909"/>
                <a:gd name="connsiteX5" fmla="*/ 207455 w 414909"/>
                <a:gd name="connsiteY5" fmla="*/ 13946 h 414909"/>
                <a:gd name="connsiteX6" fmla="*/ 13946 w 414909"/>
                <a:gd name="connsiteY6" fmla="*/ 206763 h 414909"/>
                <a:gd name="connsiteX7" fmla="*/ 206764 w 414909"/>
                <a:gd name="connsiteY7" fmla="*/ 400271 h 414909"/>
                <a:gd name="connsiteX8" fmla="*/ 400272 w 414909"/>
                <a:gd name="connsiteY8" fmla="*/ 207455 h 414909"/>
                <a:gd name="connsiteX9" fmla="*/ 207455 w 414909"/>
                <a:gd name="connsiteY9" fmla="*/ 13946 h 4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4909" h="414909">
                  <a:moveTo>
                    <a:pt x="207455" y="414909"/>
                  </a:moveTo>
                  <a:cubicBezTo>
                    <a:pt x="92881" y="414909"/>
                    <a:pt x="0" y="322028"/>
                    <a:pt x="0" y="207455"/>
                  </a:cubicBezTo>
                  <a:cubicBezTo>
                    <a:pt x="0" y="92881"/>
                    <a:pt x="92881" y="0"/>
                    <a:pt x="207455" y="0"/>
                  </a:cubicBezTo>
                  <a:cubicBezTo>
                    <a:pt x="322028" y="0"/>
                    <a:pt x="414909" y="92881"/>
                    <a:pt x="414909" y="207455"/>
                  </a:cubicBezTo>
                  <a:cubicBezTo>
                    <a:pt x="414909" y="322028"/>
                    <a:pt x="322028" y="414909"/>
                    <a:pt x="207455" y="414909"/>
                  </a:cubicBezTo>
                  <a:close/>
                  <a:moveTo>
                    <a:pt x="207455" y="13946"/>
                  </a:moveTo>
                  <a:cubicBezTo>
                    <a:pt x="100774" y="13755"/>
                    <a:pt x="14137" y="100082"/>
                    <a:pt x="13946" y="206763"/>
                  </a:cubicBezTo>
                  <a:cubicBezTo>
                    <a:pt x="13755" y="313444"/>
                    <a:pt x="100083" y="400081"/>
                    <a:pt x="206764" y="400271"/>
                  </a:cubicBezTo>
                  <a:cubicBezTo>
                    <a:pt x="313444" y="400462"/>
                    <a:pt x="400081" y="314135"/>
                    <a:pt x="400272" y="207455"/>
                  </a:cubicBezTo>
                  <a:cubicBezTo>
                    <a:pt x="400336" y="100826"/>
                    <a:pt x="314083" y="14263"/>
                    <a:pt x="207455" y="1394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CE1EF872-F2DA-3140-B5D2-6CD0494D6BE2}"/>
                </a:ext>
              </a:extLst>
            </p:cNvPr>
            <p:cNvSpPr/>
            <p:nvPr/>
          </p:nvSpPr>
          <p:spPr>
            <a:xfrm>
              <a:off x="4604201" y="2390488"/>
              <a:ext cx="414909" cy="414909"/>
            </a:xfrm>
            <a:custGeom>
              <a:avLst/>
              <a:gdLst>
                <a:gd name="connsiteX0" fmla="*/ 207455 w 414909"/>
                <a:gd name="connsiteY0" fmla="*/ 414909 h 414909"/>
                <a:gd name="connsiteX1" fmla="*/ 0 w 414909"/>
                <a:gd name="connsiteY1" fmla="*/ 207455 h 414909"/>
                <a:gd name="connsiteX2" fmla="*/ 207455 w 414909"/>
                <a:gd name="connsiteY2" fmla="*/ 0 h 414909"/>
                <a:gd name="connsiteX3" fmla="*/ 414909 w 414909"/>
                <a:gd name="connsiteY3" fmla="*/ 207455 h 414909"/>
                <a:gd name="connsiteX4" fmla="*/ 207455 w 414909"/>
                <a:gd name="connsiteY4" fmla="*/ 414909 h 414909"/>
                <a:gd name="connsiteX5" fmla="*/ 207455 w 414909"/>
                <a:gd name="connsiteY5" fmla="*/ 13946 h 414909"/>
                <a:gd name="connsiteX6" fmla="*/ 13946 w 414909"/>
                <a:gd name="connsiteY6" fmla="*/ 206763 h 414909"/>
                <a:gd name="connsiteX7" fmla="*/ 206764 w 414909"/>
                <a:gd name="connsiteY7" fmla="*/ 400271 h 414909"/>
                <a:gd name="connsiteX8" fmla="*/ 400272 w 414909"/>
                <a:gd name="connsiteY8" fmla="*/ 207455 h 414909"/>
                <a:gd name="connsiteX9" fmla="*/ 207455 w 414909"/>
                <a:gd name="connsiteY9" fmla="*/ 13946 h 4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4909" h="414909">
                  <a:moveTo>
                    <a:pt x="207455" y="414909"/>
                  </a:moveTo>
                  <a:cubicBezTo>
                    <a:pt x="92881" y="414909"/>
                    <a:pt x="0" y="322028"/>
                    <a:pt x="0" y="207455"/>
                  </a:cubicBezTo>
                  <a:cubicBezTo>
                    <a:pt x="0" y="92881"/>
                    <a:pt x="92881" y="0"/>
                    <a:pt x="207455" y="0"/>
                  </a:cubicBezTo>
                  <a:cubicBezTo>
                    <a:pt x="322028" y="0"/>
                    <a:pt x="414909" y="92881"/>
                    <a:pt x="414909" y="207455"/>
                  </a:cubicBezTo>
                  <a:cubicBezTo>
                    <a:pt x="414909" y="322028"/>
                    <a:pt x="322028" y="414909"/>
                    <a:pt x="207455" y="414909"/>
                  </a:cubicBezTo>
                  <a:close/>
                  <a:moveTo>
                    <a:pt x="207455" y="13946"/>
                  </a:moveTo>
                  <a:cubicBezTo>
                    <a:pt x="100774" y="13755"/>
                    <a:pt x="14137" y="100082"/>
                    <a:pt x="13946" y="206763"/>
                  </a:cubicBezTo>
                  <a:cubicBezTo>
                    <a:pt x="13755" y="313444"/>
                    <a:pt x="100083" y="400081"/>
                    <a:pt x="206764" y="400271"/>
                  </a:cubicBezTo>
                  <a:cubicBezTo>
                    <a:pt x="313444" y="400462"/>
                    <a:pt x="400081" y="314135"/>
                    <a:pt x="400272" y="207455"/>
                  </a:cubicBezTo>
                  <a:cubicBezTo>
                    <a:pt x="400336" y="100826"/>
                    <a:pt x="314083" y="14263"/>
                    <a:pt x="207455" y="1394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43D493E-5571-8642-9738-EA7F34E9A4D5}"/>
                </a:ext>
              </a:extLst>
            </p:cNvPr>
            <p:cNvSpPr/>
            <p:nvPr/>
          </p:nvSpPr>
          <p:spPr>
            <a:xfrm>
              <a:off x="4705507" y="2390719"/>
              <a:ext cx="211373" cy="414677"/>
            </a:xfrm>
            <a:custGeom>
              <a:avLst/>
              <a:gdLst>
                <a:gd name="connsiteX0" fmla="*/ 106148 w 211373"/>
                <a:gd name="connsiteY0" fmla="*/ 414677 h 414677"/>
                <a:gd name="connsiteX1" fmla="*/ 50365 w 211373"/>
                <a:gd name="connsiteY1" fmla="*/ 406955 h 414677"/>
                <a:gd name="connsiteX2" fmla="*/ 47830 w 211373"/>
                <a:gd name="connsiteY2" fmla="*/ 406264 h 414677"/>
                <a:gd name="connsiteX3" fmla="*/ 46101 w 211373"/>
                <a:gd name="connsiteY3" fmla="*/ 403152 h 414677"/>
                <a:gd name="connsiteX4" fmla="*/ 0 w 211373"/>
                <a:gd name="connsiteY4" fmla="*/ 206531 h 414677"/>
                <a:gd name="connsiteX5" fmla="*/ 46101 w 211373"/>
                <a:gd name="connsiteY5" fmla="*/ 10602 h 414677"/>
                <a:gd name="connsiteX6" fmla="*/ 47484 w 211373"/>
                <a:gd name="connsiteY6" fmla="*/ 8412 h 414677"/>
                <a:gd name="connsiteX7" fmla="*/ 50020 w 211373"/>
                <a:gd name="connsiteY7" fmla="*/ 7605 h 414677"/>
                <a:gd name="connsiteX8" fmla="*/ 161584 w 211373"/>
                <a:gd name="connsiteY8" fmla="*/ 7605 h 414677"/>
                <a:gd name="connsiteX9" fmla="*/ 163774 w 211373"/>
                <a:gd name="connsiteY9" fmla="*/ 8181 h 414677"/>
                <a:gd name="connsiteX10" fmla="*/ 165272 w 211373"/>
                <a:gd name="connsiteY10" fmla="*/ 10371 h 414677"/>
                <a:gd name="connsiteX11" fmla="*/ 211373 w 211373"/>
                <a:gd name="connsiteY11" fmla="*/ 206301 h 414677"/>
                <a:gd name="connsiteX12" fmla="*/ 165272 w 211373"/>
                <a:gd name="connsiteY12" fmla="*/ 402921 h 414677"/>
                <a:gd name="connsiteX13" fmla="*/ 163774 w 211373"/>
                <a:gd name="connsiteY13" fmla="*/ 405111 h 414677"/>
                <a:gd name="connsiteX14" fmla="*/ 161238 w 211373"/>
                <a:gd name="connsiteY14" fmla="*/ 405803 h 414677"/>
                <a:gd name="connsiteX15" fmla="*/ 106148 w 211373"/>
                <a:gd name="connsiteY15" fmla="*/ 414677 h 414677"/>
                <a:gd name="connsiteX16" fmla="*/ 56704 w 211373"/>
                <a:gd name="connsiteY16" fmla="*/ 394162 h 414677"/>
                <a:gd name="connsiteX17" fmla="*/ 155706 w 211373"/>
                <a:gd name="connsiteY17" fmla="*/ 394162 h 414677"/>
                <a:gd name="connsiteX18" fmla="*/ 197889 w 211373"/>
                <a:gd name="connsiteY18" fmla="*/ 207453 h 414677"/>
                <a:gd name="connsiteX19" fmla="*/ 155360 w 211373"/>
                <a:gd name="connsiteY19" fmla="*/ 20168 h 414677"/>
                <a:gd name="connsiteX20" fmla="*/ 56358 w 211373"/>
                <a:gd name="connsiteY20" fmla="*/ 20168 h 414677"/>
                <a:gd name="connsiteX21" fmla="*/ 13946 w 211373"/>
                <a:gd name="connsiteY21" fmla="*/ 207223 h 414677"/>
                <a:gd name="connsiteX22" fmla="*/ 56358 w 211373"/>
                <a:gd name="connsiteY22" fmla="*/ 393586 h 41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1373" h="414677">
                  <a:moveTo>
                    <a:pt x="106148" y="414677"/>
                  </a:moveTo>
                  <a:cubicBezTo>
                    <a:pt x="87290" y="414642"/>
                    <a:pt x="68524" y="412044"/>
                    <a:pt x="50365" y="406955"/>
                  </a:cubicBezTo>
                  <a:lnTo>
                    <a:pt x="47830" y="406264"/>
                  </a:lnTo>
                  <a:lnTo>
                    <a:pt x="46101" y="403152"/>
                  </a:lnTo>
                  <a:cubicBezTo>
                    <a:pt x="17403" y="359241"/>
                    <a:pt x="0" y="285825"/>
                    <a:pt x="0" y="206531"/>
                  </a:cubicBezTo>
                  <a:cubicBezTo>
                    <a:pt x="0" y="127237"/>
                    <a:pt x="17173" y="53821"/>
                    <a:pt x="46101" y="10602"/>
                  </a:cubicBezTo>
                  <a:lnTo>
                    <a:pt x="47484" y="8412"/>
                  </a:lnTo>
                  <a:lnTo>
                    <a:pt x="50020" y="7605"/>
                  </a:lnTo>
                  <a:cubicBezTo>
                    <a:pt x="86516" y="-2535"/>
                    <a:pt x="125087" y="-2535"/>
                    <a:pt x="161584" y="7605"/>
                  </a:cubicBezTo>
                  <a:lnTo>
                    <a:pt x="163774" y="8181"/>
                  </a:lnTo>
                  <a:lnTo>
                    <a:pt x="165272" y="10371"/>
                  </a:lnTo>
                  <a:cubicBezTo>
                    <a:pt x="193970" y="54167"/>
                    <a:pt x="211373" y="127698"/>
                    <a:pt x="211373" y="206301"/>
                  </a:cubicBezTo>
                  <a:cubicBezTo>
                    <a:pt x="211373" y="284903"/>
                    <a:pt x="194200" y="359125"/>
                    <a:pt x="165272" y="402921"/>
                  </a:cubicBezTo>
                  <a:lnTo>
                    <a:pt x="163774" y="405111"/>
                  </a:lnTo>
                  <a:lnTo>
                    <a:pt x="161238" y="405803"/>
                  </a:lnTo>
                  <a:cubicBezTo>
                    <a:pt x="143356" y="411220"/>
                    <a:pt x="124826" y="414205"/>
                    <a:pt x="106148" y="414677"/>
                  </a:cubicBezTo>
                  <a:close/>
                  <a:moveTo>
                    <a:pt x="56704" y="394162"/>
                  </a:moveTo>
                  <a:cubicBezTo>
                    <a:pt x="89139" y="402805"/>
                    <a:pt x="123271" y="402805"/>
                    <a:pt x="155706" y="394162"/>
                  </a:cubicBezTo>
                  <a:cubicBezTo>
                    <a:pt x="182099" y="352325"/>
                    <a:pt x="197889" y="282828"/>
                    <a:pt x="197889" y="207453"/>
                  </a:cubicBezTo>
                  <a:cubicBezTo>
                    <a:pt x="197889" y="132078"/>
                    <a:pt x="181753" y="62120"/>
                    <a:pt x="155360" y="20168"/>
                  </a:cubicBezTo>
                  <a:cubicBezTo>
                    <a:pt x="122911" y="11641"/>
                    <a:pt x="88808" y="11641"/>
                    <a:pt x="56358" y="20168"/>
                  </a:cubicBezTo>
                  <a:cubicBezTo>
                    <a:pt x="29850" y="62120"/>
                    <a:pt x="13946" y="131617"/>
                    <a:pt x="13946" y="207223"/>
                  </a:cubicBezTo>
                  <a:cubicBezTo>
                    <a:pt x="13946" y="282828"/>
                    <a:pt x="29850" y="351749"/>
                    <a:pt x="56358" y="39358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BF986595-F56B-9445-818D-2EFE809B644C}"/>
                </a:ext>
              </a:extLst>
            </p:cNvPr>
            <p:cNvSpPr/>
            <p:nvPr/>
          </p:nvSpPr>
          <p:spPr>
            <a:xfrm>
              <a:off x="4804394" y="2397518"/>
              <a:ext cx="13945" cy="400271"/>
            </a:xfrm>
            <a:custGeom>
              <a:avLst/>
              <a:gdLst>
                <a:gd name="connsiteX0" fmla="*/ 0 w 13945"/>
                <a:gd name="connsiteY0" fmla="*/ 0 h 400271"/>
                <a:gd name="connsiteX1" fmla="*/ 13946 w 13945"/>
                <a:gd name="connsiteY1" fmla="*/ 0 h 400271"/>
                <a:gd name="connsiteX2" fmla="*/ 13946 w 13945"/>
                <a:gd name="connsiteY2" fmla="*/ 400272 h 400271"/>
                <a:gd name="connsiteX3" fmla="*/ 0 w 13945"/>
                <a:gd name="connsiteY3" fmla="*/ 400272 h 4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45" h="400271">
                  <a:moveTo>
                    <a:pt x="0" y="0"/>
                  </a:moveTo>
                  <a:lnTo>
                    <a:pt x="13946" y="0"/>
                  </a:lnTo>
                  <a:lnTo>
                    <a:pt x="13946" y="400272"/>
                  </a:lnTo>
                  <a:lnTo>
                    <a:pt x="0" y="40027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AFFF16A8-C100-3E46-BBC6-0756F80E745A}"/>
                </a:ext>
              </a:extLst>
            </p:cNvPr>
            <p:cNvSpPr/>
            <p:nvPr/>
          </p:nvSpPr>
          <p:spPr>
            <a:xfrm>
              <a:off x="4611231" y="2590681"/>
              <a:ext cx="400271" cy="13945"/>
            </a:xfrm>
            <a:custGeom>
              <a:avLst/>
              <a:gdLst>
                <a:gd name="connsiteX0" fmla="*/ 0 w 400271"/>
                <a:gd name="connsiteY0" fmla="*/ 0 h 13945"/>
                <a:gd name="connsiteX1" fmla="*/ 400272 w 400271"/>
                <a:gd name="connsiteY1" fmla="*/ 0 h 13945"/>
                <a:gd name="connsiteX2" fmla="*/ 400272 w 400271"/>
                <a:gd name="connsiteY2" fmla="*/ 13946 h 13945"/>
                <a:gd name="connsiteX3" fmla="*/ 0 w 400271"/>
                <a:gd name="connsiteY3" fmla="*/ 13946 h 1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0271" h="13945">
                  <a:moveTo>
                    <a:pt x="0" y="0"/>
                  </a:moveTo>
                  <a:lnTo>
                    <a:pt x="400272" y="0"/>
                  </a:lnTo>
                  <a:lnTo>
                    <a:pt x="400272" y="13946"/>
                  </a:lnTo>
                  <a:lnTo>
                    <a:pt x="0" y="13946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8BB9A09-19CE-9445-BB3C-9BA3518E24DC}"/>
                </a:ext>
              </a:extLst>
            </p:cNvPr>
            <p:cNvSpPr/>
            <p:nvPr/>
          </p:nvSpPr>
          <p:spPr>
            <a:xfrm>
              <a:off x="4604202" y="2491449"/>
              <a:ext cx="413753" cy="211834"/>
            </a:xfrm>
            <a:custGeom>
              <a:avLst/>
              <a:gdLst>
                <a:gd name="connsiteX0" fmla="*/ 207453 w 413753"/>
                <a:gd name="connsiteY0" fmla="*/ 211834 h 211834"/>
                <a:gd name="connsiteX1" fmla="*/ 11524 w 413753"/>
                <a:gd name="connsiteY1" fmla="*/ 165733 h 211834"/>
                <a:gd name="connsiteX2" fmla="*/ 8412 w 413753"/>
                <a:gd name="connsiteY2" fmla="*/ 164120 h 211834"/>
                <a:gd name="connsiteX3" fmla="*/ 7605 w 413753"/>
                <a:gd name="connsiteY3" fmla="*/ 161584 h 211834"/>
                <a:gd name="connsiteX4" fmla="*/ 7605 w 413753"/>
                <a:gd name="connsiteY4" fmla="*/ 50020 h 211834"/>
                <a:gd name="connsiteX5" fmla="*/ 8412 w 413753"/>
                <a:gd name="connsiteY5" fmla="*/ 47484 h 211834"/>
                <a:gd name="connsiteX6" fmla="*/ 10602 w 413753"/>
                <a:gd name="connsiteY6" fmla="*/ 46101 h 211834"/>
                <a:gd name="connsiteX7" fmla="*/ 206531 w 413753"/>
                <a:gd name="connsiteY7" fmla="*/ 0 h 211834"/>
                <a:gd name="connsiteX8" fmla="*/ 403152 w 413753"/>
                <a:gd name="connsiteY8" fmla="*/ 46101 h 211834"/>
                <a:gd name="connsiteX9" fmla="*/ 405342 w 413753"/>
                <a:gd name="connsiteY9" fmla="*/ 47484 h 211834"/>
                <a:gd name="connsiteX10" fmla="*/ 406033 w 413753"/>
                <a:gd name="connsiteY10" fmla="*/ 50020 h 211834"/>
                <a:gd name="connsiteX11" fmla="*/ 406033 w 413753"/>
                <a:gd name="connsiteY11" fmla="*/ 161584 h 211834"/>
                <a:gd name="connsiteX12" fmla="*/ 405342 w 413753"/>
                <a:gd name="connsiteY12" fmla="*/ 164120 h 211834"/>
                <a:gd name="connsiteX13" fmla="*/ 403152 w 413753"/>
                <a:gd name="connsiteY13" fmla="*/ 165618 h 211834"/>
                <a:gd name="connsiteX14" fmla="*/ 207453 w 413753"/>
                <a:gd name="connsiteY14" fmla="*/ 211834 h 211834"/>
                <a:gd name="connsiteX15" fmla="*/ 20398 w 413753"/>
                <a:gd name="connsiteY15" fmla="*/ 155706 h 211834"/>
                <a:gd name="connsiteX16" fmla="*/ 207107 w 413753"/>
                <a:gd name="connsiteY16" fmla="*/ 197889 h 211834"/>
                <a:gd name="connsiteX17" fmla="*/ 393816 w 413753"/>
                <a:gd name="connsiteY17" fmla="*/ 155706 h 211834"/>
                <a:gd name="connsiteX18" fmla="*/ 393816 w 413753"/>
                <a:gd name="connsiteY18" fmla="*/ 56704 h 211834"/>
                <a:gd name="connsiteX19" fmla="*/ 207453 w 413753"/>
                <a:gd name="connsiteY19" fmla="*/ 14291 h 211834"/>
                <a:gd name="connsiteX20" fmla="*/ 20398 w 413753"/>
                <a:gd name="connsiteY20" fmla="*/ 56704 h 211834"/>
                <a:gd name="connsiteX21" fmla="*/ 20398 w 413753"/>
                <a:gd name="connsiteY21" fmla="*/ 155706 h 2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13753" h="211834">
                  <a:moveTo>
                    <a:pt x="207453" y="211834"/>
                  </a:moveTo>
                  <a:cubicBezTo>
                    <a:pt x="128275" y="211834"/>
                    <a:pt x="54743" y="194661"/>
                    <a:pt x="11524" y="165733"/>
                  </a:cubicBezTo>
                  <a:lnTo>
                    <a:pt x="8412" y="164120"/>
                  </a:lnTo>
                  <a:lnTo>
                    <a:pt x="7605" y="161584"/>
                  </a:lnTo>
                  <a:cubicBezTo>
                    <a:pt x="-2535" y="125087"/>
                    <a:pt x="-2535" y="86516"/>
                    <a:pt x="7605" y="50020"/>
                  </a:cubicBezTo>
                  <a:lnTo>
                    <a:pt x="8412" y="47484"/>
                  </a:lnTo>
                  <a:lnTo>
                    <a:pt x="10602" y="46101"/>
                  </a:lnTo>
                  <a:cubicBezTo>
                    <a:pt x="54398" y="17403"/>
                    <a:pt x="127929" y="0"/>
                    <a:pt x="206531" y="0"/>
                  </a:cubicBezTo>
                  <a:cubicBezTo>
                    <a:pt x="285133" y="0"/>
                    <a:pt x="359241" y="17173"/>
                    <a:pt x="403152" y="46101"/>
                  </a:cubicBezTo>
                  <a:lnTo>
                    <a:pt x="405342" y="47484"/>
                  </a:lnTo>
                  <a:lnTo>
                    <a:pt x="406033" y="50020"/>
                  </a:lnTo>
                  <a:cubicBezTo>
                    <a:pt x="416327" y="86495"/>
                    <a:pt x="416327" y="125108"/>
                    <a:pt x="406033" y="161584"/>
                  </a:cubicBezTo>
                  <a:lnTo>
                    <a:pt x="405342" y="164120"/>
                  </a:lnTo>
                  <a:lnTo>
                    <a:pt x="403152" y="165618"/>
                  </a:lnTo>
                  <a:cubicBezTo>
                    <a:pt x="359817" y="194661"/>
                    <a:pt x="286401" y="211834"/>
                    <a:pt x="207453" y="211834"/>
                  </a:cubicBezTo>
                  <a:close/>
                  <a:moveTo>
                    <a:pt x="20398" y="155706"/>
                  </a:moveTo>
                  <a:cubicBezTo>
                    <a:pt x="62350" y="182099"/>
                    <a:pt x="131847" y="197889"/>
                    <a:pt x="207107" y="197889"/>
                  </a:cubicBezTo>
                  <a:cubicBezTo>
                    <a:pt x="282367" y="197889"/>
                    <a:pt x="351980" y="182099"/>
                    <a:pt x="393816" y="155706"/>
                  </a:cubicBezTo>
                  <a:cubicBezTo>
                    <a:pt x="402422" y="123267"/>
                    <a:pt x="402422" y="89144"/>
                    <a:pt x="393816" y="56704"/>
                  </a:cubicBezTo>
                  <a:cubicBezTo>
                    <a:pt x="351980" y="30196"/>
                    <a:pt x="282482" y="14291"/>
                    <a:pt x="207453" y="14291"/>
                  </a:cubicBezTo>
                  <a:cubicBezTo>
                    <a:pt x="132424" y="14291"/>
                    <a:pt x="62350" y="30196"/>
                    <a:pt x="20398" y="56704"/>
                  </a:cubicBezTo>
                  <a:cubicBezTo>
                    <a:pt x="11792" y="89144"/>
                    <a:pt x="11792" y="123267"/>
                    <a:pt x="20398" y="15570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0" name="Graphic 57">
            <a:extLst>
              <a:ext uri="{FF2B5EF4-FFF2-40B4-BE49-F238E27FC236}">
                <a16:creationId xmlns:a16="http://schemas.microsoft.com/office/drawing/2014/main" id="{0417B451-B938-AF4E-9019-597A78F45F76}"/>
              </a:ext>
            </a:extLst>
          </p:cNvPr>
          <p:cNvGrpSpPr>
            <a:grpSpLocks noChangeAspect="1"/>
          </p:cNvGrpSpPr>
          <p:nvPr/>
        </p:nvGrpSpPr>
        <p:grpSpPr>
          <a:xfrm>
            <a:off x="7364789" y="2478272"/>
            <a:ext cx="383878" cy="265059"/>
            <a:chOff x="4619494" y="2467194"/>
            <a:chExt cx="383878" cy="265059"/>
          </a:xfrm>
          <a:solidFill>
            <a:srgbClr val="FFFFFF"/>
          </a:solidFill>
        </p:grpSpPr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D8EC7ADA-86E8-154D-8D7F-361FA3ED562A}"/>
                </a:ext>
              </a:extLst>
            </p:cNvPr>
            <p:cNvSpPr/>
            <p:nvPr/>
          </p:nvSpPr>
          <p:spPr>
            <a:xfrm>
              <a:off x="4878795" y="2718395"/>
              <a:ext cx="32609" cy="13858"/>
            </a:xfrm>
            <a:custGeom>
              <a:avLst/>
              <a:gdLst>
                <a:gd name="connsiteX0" fmla="*/ 24836 w 32609"/>
                <a:gd name="connsiteY0" fmla="*/ 13801 h 13858"/>
                <a:gd name="connsiteX1" fmla="*/ 7774 w 32609"/>
                <a:gd name="connsiteY1" fmla="*/ 13801 h 13858"/>
                <a:gd name="connsiteX2" fmla="*/ 57 w 32609"/>
                <a:gd name="connsiteY2" fmla="*/ 7815 h 13858"/>
                <a:gd name="connsiteX3" fmla="*/ 6013 w 32609"/>
                <a:gd name="connsiteY3" fmla="*/ 58 h 13858"/>
                <a:gd name="connsiteX4" fmla="*/ 7774 w 32609"/>
                <a:gd name="connsiteY4" fmla="*/ 58 h 13858"/>
                <a:gd name="connsiteX5" fmla="*/ 24836 w 32609"/>
                <a:gd name="connsiteY5" fmla="*/ 58 h 13858"/>
                <a:gd name="connsiteX6" fmla="*/ 32553 w 32609"/>
                <a:gd name="connsiteY6" fmla="*/ 6044 h 13858"/>
                <a:gd name="connsiteX7" fmla="*/ 26597 w 32609"/>
                <a:gd name="connsiteY7" fmla="*/ 13801 h 13858"/>
                <a:gd name="connsiteX8" fmla="*/ 24836 w 32609"/>
                <a:gd name="connsiteY8" fmla="*/ 13801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609" h="13858">
                  <a:moveTo>
                    <a:pt x="24836" y="13801"/>
                  </a:moveTo>
                  <a:lnTo>
                    <a:pt x="7774" y="13801"/>
                  </a:lnTo>
                  <a:cubicBezTo>
                    <a:pt x="3999" y="14290"/>
                    <a:pt x="544" y="11610"/>
                    <a:pt x="57" y="7815"/>
                  </a:cubicBezTo>
                  <a:cubicBezTo>
                    <a:pt x="-429" y="4019"/>
                    <a:pt x="2237" y="546"/>
                    <a:pt x="6013" y="58"/>
                  </a:cubicBezTo>
                  <a:cubicBezTo>
                    <a:pt x="6597" y="-18"/>
                    <a:pt x="7189" y="-18"/>
                    <a:pt x="7774" y="58"/>
                  </a:cubicBezTo>
                  <a:lnTo>
                    <a:pt x="24836" y="58"/>
                  </a:lnTo>
                  <a:cubicBezTo>
                    <a:pt x="28611" y="-431"/>
                    <a:pt x="32066" y="2249"/>
                    <a:pt x="32553" y="6044"/>
                  </a:cubicBezTo>
                  <a:cubicBezTo>
                    <a:pt x="33039" y="9839"/>
                    <a:pt x="30373" y="13312"/>
                    <a:pt x="26597" y="13801"/>
                  </a:cubicBezTo>
                  <a:cubicBezTo>
                    <a:pt x="26013" y="13877"/>
                    <a:pt x="25421" y="13877"/>
                    <a:pt x="24836" y="13801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00F282C-1521-224A-837D-282E9E35C373}"/>
                </a:ext>
              </a:extLst>
            </p:cNvPr>
            <p:cNvSpPr/>
            <p:nvPr/>
          </p:nvSpPr>
          <p:spPr>
            <a:xfrm>
              <a:off x="4736085" y="2718396"/>
              <a:ext cx="120903" cy="13857"/>
            </a:xfrm>
            <a:custGeom>
              <a:avLst/>
              <a:gdLst>
                <a:gd name="connsiteX0" fmla="*/ 114891 w 120903"/>
                <a:gd name="connsiteY0" fmla="*/ 13800 h 13857"/>
                <a:gd name="connsiteX1" fmla="*/ 79298 w 120903"/>
                <a:gd name="connsiteY1" fmla="*/ 13800 h 13857"/>
                <a:gd name="connsiteX2" fmla="*/ 71582 w 120903"/>
                <a:gd name="connsiteY2" fmla="*/ 7814 h 13857"/>
                <a:gd name="connsiteX3" fmla="*/ 77537 w 120903"/>
                <a:gd name="connsiteY3" fmla="*/ 57 h 13857"/>
                <a:gd name="connsiteX4" fmla="*/ 79298 w 120903"/>
                <a:gd name="connsiteY4" fmla="*/ 57 h 13857"/>
                <a:gd name="connsiteX5" fmla="*/ 114891 w 120903"/>
                <a:gd name="connsiteY5" fmla="*/ 57 h 13857"/>
                <a:gd name="connsiteX6" fmla="*/ 120846 w 120903"/>
                <a:gd name="connsiteY6" fmla="*/ 7814 h 13857"/>
                <a:gd name="connsiteX7" fmla="*/ 114891 w 120903"/>
                <a:gd name="connsiteY7" fmla="*/ 13800 h 13857"/>
                <a:gd name="connsiteX8" fmla="*/ 43706 w 120903"/>
                <a:gd name="connsiteY8" fmla="*/ 13800 h 13857"/>
                <a:gd name="connsiteX9" fmla="*/ 7774 w 120903"/>
                <a:gd name="connsiteY9" fmla="*/ 13800 h 13857"/>
                <a:gd name="connsiteX10" fmla="*/ 57 w 120903"/>
                <a:gd name="connsiteY10" fmla="*/ 7814 h 13857"/>
                <a:gd name="connsiteX11" fmla="*/ 6013 w 120903"/>
                <a:gd name="connsiteY11" fmla="*/ 57 h 13857"/>
                <a:gd name="connsiteX12" fmla="*/ 7774 w 120903"/>
                <a:gd name="connsiteY12" fmla="*/ 57 h 13857"/>
                <a:gd name="connsiteX13" fmla="*/ 43367 w 120903"/>
                <a:gd name="connsiteY13" fmla="*/ 57 h 13857"/>
                <a:gd name="connsiteX14" fmla="*/ 49322 w 120903"/>
                <a:gd name="connsiteY14" fmla="*/ 7814 h 13857"/>
                <a:gd name="connsiteX15" fmla="*/ 43367 w 120903"/>
                <a:gd name="connsiteY15" fmla="*/ 13800 h 13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903" h="13857">
                  <a:moveTo>
                    <a:pt x="114891" y="13800"/>
                  </a:moveTo>
                  <a:lnTo>
                    <a:pt x="79298" y="13800"/>
                  </a:lnTo>
                  <a:cubicBezTo>
                    <a:pt x="75523" y="14289"/>
                    <a:pt x="72068" y="11609"/>
                    <a:pt x="71582" y="7814"/>
                  </a:cubicBezTo>
                  <a:cubicBezTo>
                    <a:pt x="71095" y="4019"/>
                    <a:pt x="73762" y="546"/>
                    <a:pt x="77537" y="57"/>
                  </a:cubicBezTo>
                  <a:cubicBezTo>
                    <a:pt x="78122" y="-19"/>
                    <a:pt x="78714" y="-19"/>
                    <a:pt x="79298" y="57"/>
                  </a:cubicBezTo>
                  <a:lnTo>
                    <a:pt x="114891" y="57"/>
                  </a:lnTo>
                  <a:cubicBezTo>
                    <a:pt x="118666" y="546"/>
                    <a:pt x="121333" y="4019"/>
                    <a:pt x="120846" y="7814"/>
                  </a:cubicBezTo>
                  <a:cubicBezTo>
                    <a:pt x="120446" y="10938"/>
                    <a:pt x="117999" y="13398"/>
                    <a:pt x="114891" y="13800"/>
                  </a:cubicBezTo>
                  <a:close/>
                  <a:moveTo>
                    <a:pt x="43706" y="13800"/>
                  </a:moveTo>
                  <a:lnTo>
                    <a:pt x="7774" y="13800"/>
                  </a:lnTo>
                  <a:cubicBezTo>
                    <a:pt x="3999" y="14289"/>
                    <a:pt x="544" y="11609"/>
                    <a:pt x="57" y="7814"/>
                  </a:cubicBezTo>
                  <a:cubicBezTo>
                    <a:pt x="-429" y="4019"/>
                    <a:pt x="2237" y="546"/>
                    <a:pt x="6013" y="57"/>
                  </a:cubicBezTo>
                  <a:cubicBezTo>
                    <a:pt x="6597" y="-19"/>
                    <a:pt x="7189" y="-19"/>
                    <a:pt x="7774" y="57"/>
                  </a:cubicBezTo>
                  <a:lnTo>
                    <a:pt x="43367" y="57"/>
                  </a:lnTo>
                  <a:cubicBezTo>
                    <a:pt x="47142" y="546"/>
                    <a:pt x="49808" y="4019"/>
                    <a:pt x="49322" y="7814"/>
                  </a:cubicBezTo>
                  <a:cubicBezTo>
                    <a:pt x="48922" y="10938"/>
                    <a:pt x="46475" y="13398"/>
                    <a:pt x="43367" y="13800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0760ED5-7C51-904A-8E32-77ECF988B157}"/>
                </a:ext>
              </a:extLst>
            </p:cNvPr>
            <p:cNvSpPr/>
            <p:nvPr/>
          </p:nvSpPr>
          <p:spPr>
            <a:xfrm>
              <a:off x="4685418" y="2718453"/>
              <a:ext cx="29200" cy="13743"/>
            </a:xfrm>
            <a:custGeom>
              <a:avLst/>
              <a:gdLst>
                <a:gd name="connsiteX0" fmla="*/ 23188 w 29200"/>
                <a:gd name="connsiteY0" fmla="*/ 13743 h 13743"/>
                <a:gd name="connsiteX1" fmla="*/ 6013 w 29200"/>
                <a:gd name="connsiteY1" fmla="*/ 13743 h 13743"/>
                <a:gd name="connsiteX2" fmla="*/ 57 w 29200"/>
                <a:gd name="connsiteY2" fmla="*/ 5986 h 13743"/>
                <a:gd name="connsiteX3" fmla="*/ 6013 w 29200"/>
                <a:gd name="connsiteY3" fmla="*/ 0 h 13743"/>
                <a:gd name="connsiteX4" fmla="*/ 23188 w 29200"/>
                <a:gd name="connsiteY4" fmla="*/ 0 h 13743"/>
                <a:gd name="connsiteX5" fmla="*/ 29143 w 29200"/>
                <a:gd name="connsiteY5" fmla="*/ 7757 h 13743"/>
                <a:gd name="connsiteX6" fmla="*/ 23188 w 29200"/>
                <a:gd name="connsiteY6" fmla="*/ 13743 h 1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200" h="13743">
                  <a:moveTo>
                    <a:pt x="23188" y="13743"/>
                  </a:moveTo>
                  <a:lnTo>
                    <a:pt x="6013" y="13743"/>
                  </a:lnTo>
                  <a:cubicBezTo>
                    <a:pt x="2237" y="13254"/>
                    <a:pt x="-429" y="9782"/>
                    <a:pt x="57" y="5986"/>
                  </a:cubicBezTo>
                  <a:cubicBezTo>
                    <a:pt x="458" y="2862"/>
                    <a:pt x="2904" y="403"/>
                    <a:pt x="6013" y="0"/>
                  </a:cubicBezTo>
                  <a:lnTo>
                    <a:pt x="23188" y="0"/>
                  </a:lnTo>
                  <a:cubicBezTo>
                    <a:pt x="26963" y="489"/>
                    <a:pt x="29629" y="3962"/>
                    <a:pt x="29143" y="7757"/>
                  </a:cubicBezTo>
                  <a:cubicBezTo>
                    <a:pt x="28742" y="10881"/>
                    <a:pt x="26296" y="13341"/>
                    <a:pt x="23188" y="13743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CA0BDA11-A9A5-7B45-A2D8-46B3BB5B9775}"/>
                </a:ext>
              </a:extLst>
            </p:cNvPr>
            <p:cNvSpPr/>
            <p:nvPr/>
          </p:nvSpPr>
          <p:spPr>
            <a:xfrm>
              <a:off x="4619568" y="2467323"/>
              <a:ext cx="383384" cy="264930"/>
            </a:xfrm>
            <a:custGeom>
              <a:avLst/>
              <a:gdLst>
                <a:gd name="connsiteX0" fmla="*/ 376492 w 383384"/>
                <a:gd name="connsiteY0" fmla="*/ 264874 h 264930"/>
                <a:gd name="connsiteX1" fmla="*/ 284064 w 383384"/>
                <a:gd name="connsiteY1" fmla="*/ 264874 h 264930"/>
                <a:gd name="connsiteX2" fmla="*/ 278108 w 383384"/>
                <a:gd name="connsiteY2" fmla="*/ 257117 h 264930"/>
                <a:gd name="connsiteX3" fmla="*/ 284064 w 383384"/>
                <a:gd name="connsiteY3" fmla="*/ 251130 h 264930"/>
                <a:gd name="connsiteX4" fmla="*/ 369599 w 383384"/>
                <a:gd name="connsiteY4" fmla="*/ 251130 h 264930"/>
                <a:gd name="connsiteX5" fmla="*/ 369599 w 383384"/>
                <a:gd name="connsiteY5" fmla="*/ 13743 h 264930"/>
                <a:gd name="connsiteX6" fmla="*/ 13672 w 383384"/>
                <a:gd name="connsiteY6" fmla="*/ 13743 h 264930"/>
                <a:gd name="connsiteX7" fmla="*/ 13672 w 383384"/>
                <a:gd name="connsiteY7" fmla="*/ 251130 h 264930"/>
                <a:gd name="connsiteX8" fmla="*/ 71863 w 383384"/>
                <a:gd name="connsiteY8" fmla="*/ 251130 h 264930"/>
                <a:gd name="connsiteX9" fmla="*/ 79580 w 383384"/>
                <a:gd name="connsiteY9" fmla="*/ 257117 h 264930"/>
                <a:gd name="connsiteX10" fmla="*/ 73625 w 383384"/>
                <a:gd name="connsiteY10" fmla="*/ 264874 h 264930"/>
                <a:gd name="connsiteX11" fmla="*/ 71863 w 383384"/>
                <a:gd name="connsiteY11" fmla="*/ 264874 h 264930"/>
                <a:gd name="connsiteX12" fmla="*/ 6893 w 383384"/>
                <a:gd name="connsiteY12" fmla="*/ 264874 h 264930"/>
                <a:gd name="connsiteX13" fmla="*/ 1 w 383384"/>
                <a:gd name="connsiteY13" fmla="*/ 258173 h 264930"/>
                <a:gd name="connsiteX14" fmla="*/ 0 w 383384"/>
                <a:gd name="connsiteY14" fmla="*/ 258059 h 264930"/>
                <a:gd name="connsiteX15" fmla="*/ 0 w 383384"/>
                <a:gd name="connsiteY15" fmla="*/ 6929 h 264930"/>
                <a:gd name="connsiteX16" fmla="*/ 6893 w 383384"/>
                <a:gd name="connsiteY16" fmla="*/ 0 h 264930"/>
                <a:gd name="connsiteX17" fmla="*/ 376492 w 383384"/>
                <a:gd name="connsiteY17" fmla="*/ 0 h 264930"/>
                <a:gd name="connsiteX18" fmla="*/ 383384 w 383384"/>
                <a:gd name="connsiteY18" fmla="*/ 6929 h 264930"/>
                <a:gd name="connsiteX19" fmla="*/ 383384 w 383384"/>
                <a:gd name="connsiteY19" fmla="*/ 258059 h 264930"/>
                <a:gd name="connsiteX20" fmla="*/ 376605 w 383384"/>
                <a:gd name="connsiteY20" fmla="*/ 264875 h 264930"/>
                <a:gd name="connsiteX21" fmla="*/ 376492 w 383384"/>
                <a:gd name="connsiteY21" fmla="*/ 264874 h 26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83384" h="264930">
                  <a:moveTo>
                    <a:pt x="376492" y="264874"/>
                  </a:moveTo>
                  <a:lnTo>
                    <a:pt x="284064" y="264874"/>
                  </a:lnTo>
                  <a:cubicBezTo>
                    <a:pt x="280288" y="264385"/>
                    <a:pt x="277622" y="260912"/>
                    <a:pt x="278108" y="257117"/>
                  </a:cubicBezTo>
                  <a:cubicBezTo>
                    <a:pt x="278509" y="253992"/>
                    <a:pt x="280955" y="251533"/>
                    <a:pt x="284064" y="251130"/>
                  </a:cubicBezTo>
                  <a:lnTo>
                    <a:pt x="369599" y="251130"/>
                  </a:lnTo>
                  <a:lnTo>
                    <a:pt x="369599" y="13743"/>
                  </a:lnTo>
                  <a:lnTo>
                    <a:pt x="13672" y="13743"/>
                  </a:lnTo>
                  <a:lnTo>
                    <a:pt x="13672" y="251130"/>
                  </a:lnTo>
                  <a:lnTo>
                    <a:pt x="71863" y="251130"/>
                  </a:lnTo>
                  <a:cubicBezTo>
                    <a:pt x="75639" y="250641"/>
                    <a:pt x="79094" y="253321"/>
                    <a:pt x="79580" y="257117"/>
                  </a:cubicBezTo>
                  <a:cubicBezTo>
                    <a:pt x="80066" y="260912"/>
                    <a:pt x="77400" y="264385"/>
                    <a:pt x="73625" y="264874"/>
                  </a:cubicBezTo>
                  <a:cubicBezTo>
                    <a:pt x="73040" y="264949"/>
                    <a:pt x="72448" y="264949"/>
                    <a:pt x="71863" y="264874"/>
                  </a:cubicBezTo>
                  <a:lnTo>
                    <a:pt x="6893" y="264874"/>
                  </a:lnTo>
                  <a:cubicBezTo>
                    <a:pt x="3149" y="264936"/>
                    <a:pt x="63" y="261936"/>
                    <a:pt x="1" y="258173"/>
                  </a:cubicBezTo>
                  <a:cubicBezTo>
                    <a:pt x="0" y="258135"/>
                    <a:pt x="0" y="258097"/>
                    <a:pt x="0" y="258059"/>
                  </a:cubicBezTo>
                  <a:lnTo>
                    <a:pt x="0" y="6929"/>
                  </a:lnTo>
                  <a:cubicBezTo>
                    <a:pt x="0" y="3102"/>
                    <a:pt x="3086" y="0"/>
                    <a:pt x="6893" y="0"/>
                  </a:cubicBezTo>
                  <a:lnTo>
                    <a:pt x="376492" y="0"/>
                  </a:lnTo>
                  <a:cubicBezTo>
                    <a:pt x="380298" y="0"/>
                    <a:pt x="383384" y="3102"/>
                    <a:pt x="383384" y="6929"/>
                  </a:cubicBezTo>
                  <a:lnTo>
                    <a:pt x="383384" y="258059"/>
                  </a:lnTo>
                  <a:cubicBezTo>
                    <a:pt x="383385" y="261822"/>
                    <a:pt x="380350" y="264874"/>
                    <a:pt x="376605" y="264875"/>
                  </a:cubicBezTo>
                  <a:cubicBezTo>
                    <a:pt x="376567" y="264875"/>
                    <a:pt x="376529" y="264874"/>
                    <a:pt x="376492" y="264874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1EBF23AD-CF56-FE46-B94D-5B2675D9EA6F}"/>
                </a:ext>
              </a:extLst>
            </p:cNvPr>
            <p:cNvSpPr/>
            <p:nvPr/>
          </p:nvSpPr>
          <p:spPr>
            <a:xfrm>
              <a:off x="4619558" y="2467194"/>
              <a:ext cx="383814" cy="153237"/>
            </a:xfrm>
            <a:custGeom>
              <a:avLst/>
              <a:gdLst>
                <a:gd name="connsiteX0" fmla="*/ 192097 w 383814"/>
                <a:gd name="connsiteY0" fmla="*/ 153238 h 153237"/>
                <a:gd name="connsiteX1" fmla="*/ 188029 w 383814"/>
                <a:gd name="connsiteY1" fmla="*/ 151875 h 153237"/>
                <a:gd name="connsiteX2" fmla="*/ 2721 w 383814"/>
                <a:gd name="connsiteY2" fmla="*/ 12509 h 153237"/>
                <a:gd name="connsiteX3" fmla="*/ 1365 w 383814"/>
                <a:gd name="connsiteY3" fmla="*/ 2855 h 153237"/>
                <a:gd name="connsiteX4" fmla="*/ 11164 w 383814"/>
                <a:gd name="connsiteY4" fmla="*/ 1381 h 153237"/>
                <a:gd name="connsiteX5" fmla="*/ 11309 w 383814"/>
                <a:gd name="connsiteY5" fmla="*/ 1492 h 153237"/>
                <a:gd name="connsiteX6" fmla="*/ 192097 w 383814"/>
                <a:gd name="connsiteY6" fmla="*/ 137790 h 153237"/>
                <a:gd name="connsiteX7" fmla="*/ 372885 w 383814"/>
                <a:gd name="connsiteY7" fmla="*/ 1492 h 153237"/>
                <a:gd name="connsiteX8" fmla="*/ 382490 w 383814"/>
                <a:gd name="connsiteY8" fmla="*/ 2855 h 153237"/>
                <a:gd name="connsiteX9" fmla="*/ 381021 w 383814"/>
                <a:gd name="connsiteY9" fmla="*/ 12509 h 153237"/>
                <a:gd name="connsiteX10" fmla="*/ 195826 w 383814"/>
                <a:gd name="connsiteY10" fmla="*/ 151875 h 153237"/>
                <a:gd name="connsiteX11" fmla="*/ 192097 w 383814"/>
                <a:gd name="connsiteY11" fmla="*/ 153238 h 15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3814" h="153237">
                  <a:moveTo>
                    <a:pt x="192097" y="153238"/>
                  </a:moveTo>
                  <a:cubicBezTo>
                    <a:pt x="190633" y="153222"/>
                    <a:pt x="189210" y="152745"/>
                    <a:pt x="188029" y="151875"/>
                  </a:cubicBezTo>
                  <a:lnTo>
                    <a:pt x="2721" y="12509"/>
                  </a:lnTo>
                  <a:cubicBezTo>
                    <a:pt x="-288" y="10209"/>
                    <a:pt x="-893" y="5902"/>
                    <a:pt x="1365" y="2855"/>
                  </a:cubicBezTo>
                  <a:cubicBezTo>
                    <a:pt x="3666" y="-272"/>
                    <a:pt x="8053" y="-932"/>
                    <a:pt x="11164" y="1381"/>
                  </a:cubicBezTo>
                  <a:cubicBezTo>
                    <a:pt x="11213" y="1417"/>
                    <a:pt x="11261" y="1454"/>
                    <a:pt x="11309" y="1492"/>
                  </a:cubicBezTo>
                  <a:lnTo>
                    <a:pt x="192097" y="137790"/>
                  </a:lnTo>
                  <a:lnTo>
                    <a:pt x="372885" y="1492"/>
                  </a:lnTo>
                  <a:cubicBezTo>
                    <a:pt x="375933" y="-715"/>
                    <a:pt x="380169" y="-114"/>
                    <a:pt x="382490" y="2855"/>
                  </a:cubicBezTo>
                  <a:cubicBezTo>
                    <a:pt x="384723" y="5932"/>
                    <a:pt x="384067" y="10244"/>
                    <a:pt x="381021" y="12509"/>
                  </a:cubicBezTo>
                  <a:lnTo>
                    <a:pt x="195826" y="151875"/>
                  </a:lnTo>
                  <a:cubicBezTo>
                    <a:pt x="194737" y="152675"/>
                    <a:pt x="193443" y="153148"/>
                    <a:pt x="192097" y="153238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0D45358C-0107-CE4C-9A69-19A48DBB88DE}"/>
                </a:ext>
              </a:extLst>
            </p:cNvPr>
            <p:cNvSpPr/>
            <p:nvPr/>
          </p:nvSpPr>
          <p:spPr>
            <a:xfrm>
              <a:off x="4619494" y="2575928"/>
              <a:ext cx="159041" cy="156268"/>
            </a:xfrm>
            <a:custGeom>
              <a:avLst/>
              <a:gdLst>
                <a:gd name="connsiteX0" fmla="*/ 6966 w 159041"/>
                <a:gd name="connsiteY0" fmla="*/ 156268 h 156268"/>
                <a:gd name="connsiteX1" fmla="*/ 1994 w 159041"/>
                <a:gd name="connsiteY1" fmla="*/ 154224 h 156268"/>
                <a:gd name="connsiteX2" fmla="*/ 1977 w 159041"/>
                <a:gd name="connsiteY2" fmla="*/ 144586 h 156268"/>
                <a:gd name="connsiteX3" fmla="*/ 1994 w 159041"/>
                <a:gd name="connsiteY3" fmla="*/ 144569 h 156268"/>
                <a:gd name="connsiteX4" fmla="*/ 146964 w 159041"/>
                <a:gd name="connsiteY4" fmla="*/ 2364 h 156268"/>
                <a:gd name="connsiteX5" fmla="*/ 156690 w 159041"/>
                <a:gd name="connsiteY5" fmla="*/ 1716 h 156268"/>
                <a:gd name="connsiteX6" fmla="*/ 157335 w 159041"/>
                <a:gd name="connsiteY6" fmla="*/ 11493 h 156268"/>
                <a:gd name="connsiteX7" fmla="*/ 156568 w 159041"/>
                <a:gd name="connsiteY7" fmla="*/ 12246 h 156268"/>
                <a:gd name="connsiteX8" fmla="*/ 11372 w 159041"/>
                <a:gd name="connsiteY8" fmla="*/ 154337 h 156268"/>
                <a:gd name="connsiteX9" fmla="*/ 6966 w 159041"/>
                <a:gd name="connsiteY9" fmla="*/ 156268 h 15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041" h="156268">
                  <a:moveTo>
                    <a:pt x="6966" y="156268"/>
                  </a:moveTo>
                  <a:cubicBezTo>
                    <a:pt x="5104" y="156278"/>
                    <a:pt x="3315" y="155542"/>
                    <a:pt x="1994" y="154224"/>
                  </a:cubicBezTo>
                  <a:cubicBezTo>
                    <a:pt x="-658" y="151567"/>
                    <a:pt x="-666" y="147252"/>
                    <a:pt x="1977" y="144586"/>
                  </a:cubicBezTo>
                  <a:cubicBezTo>
                    <a:pt x="1983" y="144580"/>
                    <a:pt x="1988" y="144575"/>
                    <a:pt x="1994" y="144569"/>
                  </a:cubicBezTo>
                  <a:lnTo>
                    <a:pt x="146964" y="2364"/>
                  </a:lnTo>
                  <a:cubicBezTo>
                    <a:pt x="149471" y="-515"/>
                    <a:pt x="153826" y="-805"/>
                    <a:pt x="156690" y="1716"/>
                  </a:cubicBezTo>
                  <a:cubicBezTo>
                    <a:pt x="159554" y="4237"/>
                    <a:pt x="159842" y="8614"/>
                    <a:pt x="157335" y="11493"/>
                  </a:cubicBezTo>
                  <a:cubicBezTo>
                    <a:pt x="157099" y="11764"/>
                    <a:pt x="156843" y="12015"/>
                    <a:pt x="156568" y="12246"/>
                  </a:cubicBezTo>
                  <a:lnTo>
                    <a:pt x="11372" y="154337"/>
                  </a:lnTo>
                  <a:cubicBezTo>
                    <a:pt x="10200" y="155519"/>
                    <a:pt x="8625" y="156209"/>
                    <a:pt x="6966" y="156268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30213AD3-2B50-0C4A-B6CC-1212F76E030D}"/>
                </a:ext>
              </a:extLst>
            </p:cNvPr>
            <p:cNvSpPr/>
            <p:nvPr/>
          </p:nvSpPr>
          <p:spPr>
            <a:xfrm>
              <a:off x="4844596" y="2576365"/>
              <a:ext cx="158251" cy="155832"/>
            </a:xfrm>
            <a:custGeom>
              <a:avLst/>
              <a:gdLst>
                <a:gd name="connsiteX0" fmla="*/ 151463 w 158251"/>
                <a:gd name="connsiteY0" fmla="*/ 155831 h 155832"/>
                <a:gd name="connsiteX1" fmla="*/ 146717 w 158251"/>
                <a:gd name="connsiteY1" fmla="*/ 153900 h 155832"/>
                <a:gd name="connsiteX2" fmla="*/ 2087 w 158251"/>
                <a:gd name="connsiteY2" fmla="*/ 11809 h 155832"/>
                <a:gd name="connsiteX3" fmla="*/ 1917 w 158251"/>
                <a:gd name="connsiteY3" fmla="*/ 2098 h 155832"/>
                <a:gd name="connsiteX4" fmla="*/ 11578 w 158251"/>
                <a:gd name="connsiteY4" fmla="*/ 1927 h 155832"/>
                <a:gd name="connsiteX5" fmla="*/ 156209 w 158251"/>
                <a:gd name="connsiteY5" fmla="*/ 144132 h 155832"/>
                <a:gd name="connsiteX6" fmla="*/ 156387 w 158251"/>
                <a:gd name="connsiteY6" fmla="*/ 153607 h 155832"/>
                <a:gd name="connsiteX7" fmla="*/ 156209 w 158251"/>
                <a:gd name="connsiteY7" fmla="*/ 153787 h 155832"/>
                <a:gd name="connsiteX8" fmla="*/ 151463 w 158251"/>
                <a:gd name="connsiteY8" fmla="*/ 155831 h 15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251" h="155832">
                  <a:moveTo>
                    <a:pt x="151463" y="155831"/>
                  </a:moveTo>
                  <a:cubicBezTo>
                    <a:pt x="149684" y="155874"/>
                    <a:pt x="147966" y="155175"/>
                    <a:pt x="146717" y="153900"/>
                  </a:cubicBezTo>
                  <a:lnTo>
                    <a:pt x="2087" y="11809"/>
                  </a:lnTo>
                  <a:cubicBezTo>
                    <a:pt x="-628" y="9174"/>
                    <a:pt x="-704" y="4826"/>
                    <a:pt x="1917" y="2098"/>
                  </a:cubicBezTo>
                  <a:cubicBezTo>
                    <a:pt x="4538" y="-631"/>
                    <a:pt x="8863" y="-707"/>
                    <a:pt x="11578" y="1927"/>
                  </a:cubicBezTo>
                  <a:lnTo>
                    <a:pt x="156209" y="144132"/>
                  </a:lnTo>
                  <a:cubicBezTo>
                    <a:pt x="158861" y="146699"/>
                    <a:pt x="158941" y="150941"/>
                    <a:pt x="156387" y="153607"/>
                  </a:cubicBezTo>
                  <a:cubicBezTo>
                    <a:pt x="156328" y="153668"/>
                    <a:pt x="156269" y="153728"/>
                    <a:pt x="156209" y="153787"/>
                  </a:cubicBezTo>
                  <a:cubicBezTo>
                    <a:pt x="154957" y="155071"/>
                    <a:pt x="153251" y="155805"/>
                    <a:pt x="151463" y="155831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8" name="Graphic 59">
            <a:extLst>
              <a:ext uri="{FF2B5EF4-FFF2-40B4-BE49-F238E27FC236}">
                <a16:creationId xmlns:a16="http://schemas.microsoft.com/office/drawing/2014/main" id="{65F00D4D-AF95-5947-A418-87689A62B022}"/>
              </a:ext>
            </a:extLst>
          </p:cNvPr>
          <p:cNvGrpSpPr>
            <a:grpSpLocks noChangeAspect="1"/>
          </p:cNvGrpSpPr>
          <p:nvPr/>
        </p:nvGrpSpPr>
        <p:grpSpPr>
          <a:xfrm>
            <a:off x="4578087" y="5191051"/>
            <a:ext cx="413737" cy="383046"/>
            <a:chOff x="4604195" y="2405855"/>
            <a:chExt cx="413737" cy="383046"/>
          </a:xfrm>
          <a:solidFill>
            <a:srgbClr val="FFFFFF"/>
          </a:solidFill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88A4F49A-F4D2-E749-8EAD-5C4DCD05CA78}"/>
                </a:ext>
              </a:extLst>
            </p:cNvPr>
            <p:cNvSpPr/>
            <p:nvPr/>
          </p:nvSpPr>
          <p:spPr>
            <a:xfrm>
              <a:off x="5004251" y="2607230"/>
              <a:ext cx="13681" cy="28338"/>
            </a:xfrm>
            <a:custGeom>
              <a:avLst/>
              <a:gdLst>
                <a:gd name="connsiteX0" fmla="*/ 6897 w 13681"/>
                <a:gd name="connsiteY0" fmla="*/ 28339 h 28338"/>
                <a:gd name="connsiteX1" fmla="*/ 57 w 13681"/>
                <a:gd name="connsiteY1" fmla="*/ 21446 h 28338"/>
                <a:gd name="connsiteX2" fmla="*/ 57 w 13681"/>
                <a:gd name="connsiteY2" fmla="*/ 7774 h 28338"/>
                <a:gd name="connsiteX3" fmla="*/ 5967 w 13681"/>
                <a:gd name="connsiteY3" fmla="*/ 57 h 28338"/>
                <a:gd name="connsiteX4" fmla="*/ 13625 w 13681"/>
                <a:gd name="connsiteY4" fmla="*/ 6013 h 28338"/>
                <a:gd name="connsiteX5" fmla="*/ 13625 w 13681"/>
                <a:gd name="connsiteY5" fmla="*/ 7774 h 28338"/>
                <a:gd name="connsiteX6" fmla="*/ 13625 w 13681"/>
                <a:gd name="connsiteY6" fmla="*/ 21446 h 28338"/>
                <a:gd name="connsiteX7" fmla="*/ 6897 w 13681"/>
                <a:gd name="connsiteY7" fmla="*/ 28339 h 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81" h="28338">
                  <a:moveTo>
                    <a:pt x="6897" y="28339"/>
                  </a:moveTo>
                  <a:cubicBezTo>
                    <a:pt x="3119" y="28339"/>
                    <a:pt x="57" y="25253"/>
                    <a:pt x="57" y="21446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21446"/>
                  </a:lnTo>
                  <a:cubicBezTo>
                    <a:pt x="13626" y="25209"/>
                    <a:pt x="10631" y="28277"/>
                    <a:pt x="6897" y="2833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21F78F66-2912-6E41-A650-69D8BE0BEBFF}"/>
                </a:ext>
              </a:extLst>
            </p:cNvPr>
            <p:cNvSpPr/>
            <p:nvPr/>
          </p:nvSpPr>
          <p:spPr>
            <a:xfrm>
              <a:off x="5004251" y="2645195"/>
              <a:ext cx="13681" cy="38846"/>
            </a:xfrm>
            <a:custGeom>
              <a:avLst/>
              <a:gdLst>
                <a:gd name="connsiteX0" fmla="*/ 6897 w 13681"/>
                <a:gd name="connsiteY0" fmla="*/ 38847 h 38846"/>
                <a:gd name="connsiteX1" fmla="*/ 57 w 13681"/>
                <a:gd name="connsiteY1" fmla="*/ 31954 h 38846"/>
                <a:gd name="connsiteX2" fmla="*/ 57 w 13681"/>
                <a:gd name="connsiteY2" fmla="*/ 7774 h 38846"/>
                <a:gd name="connsiteX3" fmla="*/ 5967 w 13681"/>
                <a:gd name="connsiteY3" fmla="*/ 57 h 38846"/>
                <a:gd name="connsiteX4" fmla="*/ 13625 w 13681"/>
                <a:gd name="connsiteY4" fmla="*/ 6013 h 38846"/>
                <a:gd name="connsiteX5" fmla="*/ 13625 w 13681"/>
                <a:gd name="connsiteY5" fmla="*/ 7774 h 38846"/>
                <a:gd name="connsiteX6" fmla="*/ 13625 w 13681"/>
                <a:gd name="connsiteY6" fmla="*/ 31841 h 38846"/>
                <a:gd name="connsiteX7" fmla="*/ 7125 w 13681"/>
                <a:gd name="connsiteY7" fmla="*/ 38843 h 38846"/>
                <a:gd name="connsiteX8" fmla="*/ 6897 w 13681"/>
                <a:gd name="connsiteY8" fmla="*/ 38847 h 3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81" h="38846">
                  <a:moveTo>
                    <a:pt x="6897" y="38847"/>
                  </a:moveTo>
                  <a:cubicBezTo>
                    <a:pt x="3119" y="38847"/>
                    <a:pt x="57" y="35761"/>
                    <a:pt x="57" y="31954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31841"/>
                  </a:lnTo>
                  <a:cubicBezTo>
                    <a:pt x="13749" y="35584"/>
                    <a:pt x="10839" y="38718"/>
                    <a:pt x="7125" y="38843"/>
                  </a:cubicBezTo>
                  <a:cubicBezTo>
                    <a:pt x="7049" y="38846"/>
                    <a:pt x="6973" y="38847"/>
                    <a:pt x="6897" y="38847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C7FDAB26-BBD3-B247-9522-2813A8032C97}"/>
                </a:ext>
              </a:extLst>
            </p:cNvPr>
            <p:cNvSpPr/>
            <p:nvPr/>
          </p:nvSpPr>
          <p:spPr>
            <a:xfrm>
              <a:off x="5004251" y="2693669"/>
              <a:ext cx="13681" cy="28565"/>
            </a:xfrm>
            <a:custGeom>
              <a:avLst/>
              <a:gdLst>
                <a:gd name="connsiteX0" fmla="*/ 6897 w 13681"/>
                <a:gd name="connsiteY0" fmla="*/ 28565 h 28565"/>
                <a:gd name="connsiteX1" fmla="*/ 58 w 13681"/>
                <a:gd name="connsiteY1" fmla="*/ 21899 h 28565"/>
                <a:gd name="connsiteX2" fmla="*/ 57 w 13681"/>
                <a:gd name="connsiteY2" fmla="*/ 21785 h 28565"/>
                <a:gd name="connsiteX3" fmla="*/ 57 w 13681"/>
                <a:gd name="connsiteY3" fmla="*/ 7774 h 28565"/>
                <a:gd name="connsiteX4" fmla="*/ 5967 w 13681"/>
                <a:gd name="connsiteY4" fmla="*/ 57 h 28565"/>
                <a:gd name="connsiteX5" fmla="*/ 13625 w 13681"/>
                <a:gd name="connsiteY5" fmla="*/ 6013 h 28565"/>
                <a:gd name="connsiteX6" fmla="*/ 13625 w 13681"/>
                <a:gd name="connsiteY6" fmla="*/ 7774 h 28565"/>
                <a:gd name="connsiteX7" fmla="*/ 13625 w 13681"/>
                <a:gd name="connsiteY7" fmla="*/ 21446 h 28565"/>
                <a:gd name="connsiteX8" fmla="*/ 7242 w 13681"/>
                <a:gd name="connsiteY8" fmla="*/ 28556 h 28565"/>
                <a:gd name="connsiteX9" fmla="*/ 6897 w 13681"/>
                <a:gd name="connsiteY9" fmla="*/ 28565 h 2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1" h="28565">
                  <a:moveTo>
                    <a:pt x="6897" y="28565"/>
                  </a:moveTo>
                  <a:cubicBezTo>
                    <a:pt x="3182" y="28627"/>
                    <a:pt x="120" y="25643"/>
                    <a:pt x="58" y="21899"/>
                  </a:cubicBezTo>
                  <a:cubicBezTo>
                    <a:pt x="57" y="21861"/>
                    <a:pt x="57" y="21823"/>
                    <a:pt x="57" y="21785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21446"/>
                  </a:lnTo>
                  <a:cubicBezTo>
                    <a:pt x="13811" y="25186"/>
                    <a:pt x="10953" y="28369"/>
                    <a:pt x="7242" y="28556"/>
                  </a:cubicBezTo>
                  <a:cubicBezTo>
                    <a:pt x="7127" y="28562"/>
                    <a:pt x="7012" y="28565"/>
                    <a:pt x="6897" y="2856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5112304-2641-9F42-8937-E2F16DBB993A}"/>
                </a:ext>
              </a:extLst>
            </p:cNvPr>
            <p:cNvSpPr/>
            <p:nvPr/>
          </p:nvSpPr>
          <p:spPr>
            <a:xfrm>
              <a:off x="4604195" y="2490824"/>
              <a:ext cx="413687" cy="298076"/>
            </a:xfrm>
            <a:custGeom>
              <a:avLst/>
              <a:gdLst>
                <a:gd name="connsiteX0" fmla="*/ 386432 w 413687"/>
                <a:gd name="connsiteY0" fmla="*/ 298076 h 298076"/>
                <a:gd name="connsiteX1" fmla="*/ 27592 w 413687"/>
                <a:gd name="connsiteY1" fmla="*/ 298076 h 298076"/>
                <a:gd name="connsiteX2" fmla="*/ 7 w 413687"/>
                <a:gd name="connsiteY2" fmla="*/ 270732 h 298076"/>
                <a:gd name="connsiteX3" fmla="*/ 6 w 413687"/>
                <a:gd name="connsiteY3" fmla="*/ 270505 h 298076"/>
                <a:gd name="connsiteX4" fmla="*/ 6 w 413687"/>
                <a:gd name="connsiteY4" fmla="*/ 28023 h 298076"/>
                <a:gd name="connsiteX5" fmla="*/ 26689 w 413687"/>
                <a:gd name="connsiteY5" fmla="*/ 7 h 298076"/>
                <a:gd name="connsiteX6" fmla="*/ 27367 w 413687"/>
                <a:gd name="connsiteY6" fmla="*/ 1 h 298076"/>
                <a:gd name="connsiteX7" fmla="*/ 386208 w 413687"/>
                <a:gd name="connsiteY7" fmla="*/ 1 h 298076"/>
                <a:gd name="connsiteX8" fmla="*/ 413686 w 413687"/>
                <a:gd name="connsiteY8" fmla="*/ 27225 h 298076"/>
                <a:gd name="connsiteX9" fmla="*/ 413681 w 413687"/>
                <a:gd name="connsiteY9" fmla="*/ 28023 h 298076"/>
                <a:gd name="connsiteX10" fmla="*/ 413681 w 413687"/>
                <a:gd name="connsiteY10" fmla="*/ 124745 h 298076"/>
                <a:gd name="connsiteX11" fmla="*/ 406023 w 413687"/>
                <a:gd name="connsiteY11" fmla="*/ 130700 h 298076"/>
                <a:gd name="connsiteX12" fmla="*/ 400113 w 413687"/>
                <a:gd name="connsiteY12" fmla="*/ 124745 h 298076"/>
                <a:gd name="connsiteX13" fmla="*/ 400113 w 413687"/>
                <a:gd name="connsiteY13" fmla="*/ 28023 h 298076"/>
                <a:gd name="connsiteX14" fmla="*/ 386432 w 413687"/>
                <a:gd name="connsiteY14" fmla="*/ 14238 h 298076"/>
                <a:gd name="connsiteX15" fmla="*/ 27592 w 413687"/>
                <a:gd name="connsiteY15" fmla="*/ 14238 h 298076"/>
                <a:gd name="connsiteX16" fmla="*/ 13576 w 413687"/>
                <a:gd name="connsiteY16" fmla="*/ 27908 h 298076"/>
                <a:gd name="connsiteX17" fmla="*/ 13575 w 413687"/>
                <a:gd name="connsiteY17" fmla="*/ 28023 h 298076"/>
                <a:gd name="connsiteX18" fmla="*/ 13575 w 413687"/>
                <a:gd name="connsiteY18" fmla="*/ 270505 h 298076"/>
                <a:gd name="connsiteX19" fmla="*/ 27367 w 413687"/>
                <a:gd name="connsiteY19" fmla="*/ 284403 h 298076"/>
                <a:gd name="connsiteX20" fmla="*/ 386208 w 413687"/>
                <a:gd name="connsiteY20" fmla="*/ 284403 h 298076"/>
                <a:gd name="connsiteX21" fmla="*/ 399888 w 413687"/>
                <a:gd name="connsiteY21" fmla="*/ 270505 h 298076"/>
                <a:gd name="connsiteX22" fmla="*/ 399888 w 413687"/>
                <a:gd name="connsiteY22" fmla="*/ 224291 h 298076"/>
                <a:gd name="connsiteX23" fmla="*/ 405799 w 413687"/>
                <a:gd name="connsiteY23" fmla="*/ 216575 h 298076"/>
                <a:gd name="connsiteX24" fmla="*/ 413457 w 413687"/>
                <a:gd name="connsiteY24" fmla="*/ 222530 h 298076"/>
                <a:gd name="connsiteX25" fmla="*/ 413457 w 413687"/>
                <a:gd name="connsiteY25" fmla="*/ 224291 h 298076"/>
                <a:gd name="connsiteX26" fmla="*/ 413457 w 413687"/>
                <a:gd name="connsiteY26" fmla="*/ 270505 h 298076"/>
                <a:gd name="connsiteX27" fmla="*/ 386432 w 413687"/>
                <a:gd name="connsiteY27" fmla="*/ 298076 h 298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3687" h="298076">
                  <a:moveTo>
                    <a:pt x="386432" y="298076"/>
                  </a:moveTo>
                  <a:lnTo>
                    <a:pt x="27592" y="298076"/>
                  </a:lnTo>
                  <a:cubicBezTo>
                    <a:pt x="12481" y="298200"/>
                    <a:pt x="131" y="285958"/>
                    <a:pt x="7" y="270732"/>
                  </a:cubicBezTo>
                  <a:cubicBezTo>
                    <a:pt x="6" y="270657"/>
                    <a:pt x="6" y="270581"/>
                    <a:pt x="6" y="270505"/>
                  </a:cubicBezTo>
                  <a:lnTo>
                    <a:pt x="6" y="28023"/>
                  </a:lnTo>
                  <a:cubicBezTo>
                    <a:pt x="-304" y="12862"/>
                    <a:pt x="11642" y="319"/>
                    <a:pt x="26689" y="7"/>
                  </a:cubicBezTo>
                  <a:cubicBezTo>
                    <a:pt x="26915" y="2"/>
                    <a:pt x="27141" y="0"/>
                    <a:pt x="27367" y="1"/>
                  </a:cubicBezTo>
                  <a:lnTo>
                    <a:pt x="386208" y="1"/>
                  </a:lnTo>
                  <a:cubicBezTo>
                    <a:pt x="401257" y="-127"/>
                    <a:pt x="413559" y="12062"/>
                    <a:pt x="413686" y="27225"/>
                  </a:cubicBezTo>
                  <a:cubicBezTo>
                    <a:pt x="413688" y="27491"/>
                    <a:pt x="413687" y="27757"/>
                    <a:pt x="413681" y="28023"/>
                  </a:cubicBezTo>
                  <a:lnTo>
                    <a:pt x="413681" y="124745"/>
                  </a:lnTo>
                  <a:cubicBezTo>
                    <a:pt x="413199" y="128520"/>
                    <a:pt x="409770" y="131187"/>
                    <a:pt x="406023" y="130700"/>
                  </a:cubicBezTo>
                  <a:cubicBezTo>
                    <a:pt x="402938" y="130300"/>
                    <a:pt x="400510" y="127853"/>
                    <a:pt x="400113" y="124745"/>
                  </a:cubicBezTo>
                  <a:lnTo>
                    <a:pt x="400113" y="28023"/>
                  </a:lnTo>
                  <a:cubicBezTo>
                    <a:pt x="400113" y="20410"/>
                    <a:pt x="393988" y="14238"/>
                    <a:pt x="386432" y="14238"/>
                  </a:cubicBezTo>
                  <a:lnTo>
                    <a:pt x="27592" y="14238"/>
                  </a:lnTo>
                  <a:cubicBezTo>
                    <a:pt x="19975" y="14113"/>
                    <a:pt x="13700" y="20233"/>
                    <a:pt x="13576" y="27908"/>
                  </a:cubicBezTo>
                  <a:cubicBezTo>
                    <a:pt x="13575" y="27946"/>
                    <a:pt x="13575" y="27985"/>
                    <a:pt x="13575" y="28023"/>
                  </a:cubicBezTo>
                  <a:lnTo>
                    <a:pt x="13575" y="270505"/>
                  </a:lnTo>
                  <a:cubicBezTo>
                    <a:pt x="13575" y="278181"/>
                    <a:pt x="19750" y="284403"/>
                    <a:pt x="27367" y="284403"/>
                  </a:cubicBezTo>
                  <a:lnTo>
                    <a:pt x="386208" y="284403"/>
                  </a:lnTo>
                  <a:cubicBezTo>
                    <a:pt x="393781" y="284341"/>
                    <a:pt x="399889" y="278137"/>
                    <a:pt x="399888" y="270505"/>
                  </a:cubicBezTo>
                  <a:lnTo>
                    <a:pt x="399888" y="224291"/>
                  </a:lnTo>
                  <a:cubicBezTo>
                    <a:pt x="399406" y="220516"/>
                    <a:pt x="402052" y="217061"/>
                    <a:pt x="405799" y="216575"/>
                  </a:cubicBezTo>
                  <a:cubicBezTo>
                    <a:pt x="409546" y="216088"/>
                    <a:pt x="412974" y="218755"/>
                    <a:pt x="413457" y="222530"/>
                  </a:cubicBezTo>
                  <a:cubicBezTo>
                    <a:pt x="413532" y="223115"/>
                    <a:pt x="413532" y="223707"/>
                    <a:pt x="413457" y="224291"/>
                  </a:cubicBezTo>
                  <a:lnTo>
                    <a:pt x="413457" y="270505"/>
                  </a:lnTo>
                  <a:cubicBezTo>
                    <a:pt x="413519" y="285626"/>
                    <a:pt x="401438" y="297951"/>
                    <a:pt x="386432" y="29807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B805E68-47FE-5942-BC5F-B9CCA3D451D1}"/>
                </a:ext>
              </a:extLst>
            </p:cNvPr>
            <p:cNvSpPr/>
            <p:nvPr/>
          </p:nvSpPr>
          <p:spPr>
            <a:xfrm>
              <a:off x="4604796" y="2550178"/>
              <a:ext cx="413124" cy="66859"/>
            </a:xfrm>
            <a:custGeom>
              <a:avLst/>
              <a:gdLst>
                <a:gd name="connsiteX0" fmla="*/ 259451 w 413124"/>
                <a:gd name="connsiteY0" fmla="*/ 66860 h 66859"/>
                <a:gd name="connsiteX1" fmla="*/ 153145 w 413124"/>
                <a:gd name="connsiteY1" fmla="*/ 66860 h 66859"/>
                <a:gd name="connsiteX2" fmla="*/ 101225 w 413124"/>
                <a:gd name="connsiteY2" fmla="*/ 55561 h 66859"/>
                <a:gd name="connsiteX3" fmla="*/ 3441 w 413124"/>
                <a:gd name="connsiteY3" fmla="*/ 13075 h 66859"/>
                <a:gd name="connsiteX4" fmla="*/ 906 w 413124"/>
                <a:gd name="connsiteY4" fmla="*/ 3669 h 66859"/>
                <a:gd name="connsiteX5" fmla="*/ 8936 w 413124"/>
                <a:gd name="connsiteY5" fmla="*/ 533 h 66859"/>
                <a:gd name="connsiteX6" fmla="*/ 106608 w 413124"/>
                <a:gd name="connsiteY6" fmla="*/ 43357 h 66859"/>
                <a:gd name="connsiteX7" fmla="*/ 153145 w 413124"/>
                <a:gd name="connsiteY7" fmla="*/ 53188 h 66859"/>
                <a:gd name="connsiteX8" fmla="*/ 259451 w 413124"/>
                <a:gd name="connsiteY8" fmla="*/ 53188 h 66859"/>
                <a:gd name="connsiteX9" fmla="*/ 305876 w 413124"/>
                <a:gd name="connsiteY9" fmla="*/ 43357 h 66859"/>
                <a:gd name="connsiteX10" fmla="*/ 403660 w 413124"/>
                <a:gd name="connsiteY10" fmla="*/ 533 h 66859"/>
                <a:gd name="connsiteX11" fmla="*/ 412519 w 413124"/>
                <a:gd name="connsiteY11" fmla="*/ 4036 h 66859"/>
                <a:gd name="connsiteX12" fmla="*/ 409181 w 413124"/>
                <a:gd name="connsiteY12" fmla="*/ 13014 h 66859"/>
                <a:gd name="connsiteX13" fmla="*/ 409043 w 413124"/>
                <a:gd name="connsiteY13" fmla="*/ 13075 h 66859"/>
                <a:gd name="connsiteX14" fmla="*/ 311259 w 413124"/>
                <a:gd name="connsiteY14" fmla="*/ 55900 h 66859"/>
                <a:gd name="connsiteX15" fmla="*/ 259451 w 413124"/>
                <a:gd name="connsiteY15" fmla="*/ 66860 h 66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124" h="66859">
                  <a:moveTo>
                    <a:pt x="259451" y="66860"/>
                  </a:moveTo>
                  <a:lnTo>
                    <a:pt x="153145" y="66860"/>
                  </a:lnTo>
                  <a:cubicBezTo>
                    <a:pt x="135249" y="66751"/>
                    <a:pt x="117570" y="62904"/>
                    <a:pt x="101225" y="55561"/>
                  </a:cubicBezTo>
                  <a:lnTo>
                    <a:pt x="3441" y="13075"/>
                  </a:lnTo>
                  <a:cubicBezTo>
                    <a:pt x="163" y="11183"/>
                    <a:pt x="-972" y="6972"/>
                    <a:pt x="906" y="3669"/>
                  </a:cubicBezTo>
                  <a:cubicBezTo>
                    <a:pt x="2512" y="844"/>
                    <a:pt x="5860" y="-464"/>
                    <a:pt x="8936" y="533"/>
                  </a:cubicBezTo>
                  <a:lnTo>
                    <a:pt x="106608" y="43357"/>
                  </a:lnTo>
                  <a:cubicBezTo>
                    <a:pt x="121269" y="49873"/>
                    <a:pt x="137122" y="53222"/>
                    <a:pt x="153145" y="53188"/>
                  </a:cubicBezTo>
                  <a:lnTo>
                    <a:pt x="259451" y="53188"/>
                  </a:lnTo>
                  <a:cubicBezTo>
                    <a:pt x="275439" y="53223"/>
                    <a:pt x="291255" y="49874"/>
                    <a:pt x="305876" y="43357"/>
                  </a:cubicBezTo>
                  <a:lnTo>
                    <a:pt x="403660" y="533"/>
                  </a:lnTo>
                  <a:cubicBezTo>
                    <a:pt x="407068" y="-899"/>
                    <a:pt x="410988" y="651"/>
                    <a:pt x="412519" y="4036"/>
                  </a:cubicBezTo>
                  <a:cubicBezTo>
                    <a:pt x="414058" y="7444"/>
                    <a:pt x="412563" y="11464"/>
                    <a:pt x="409181" y="13014"/>
                  </a:cubicBezTo>
                  <a:cubicBezTo>
                    <a:pt x="409135" y="13035"/>
                    <a:pt x="409089" y="13055"/>
                    <a:pt x="409043" y="13075"/>
                  </a:cubicBezTo>
                  <a:lnTo>
                    <a:pt x="311259" y="55900"/>
                  </a:lnTo>
                  <a:cubicBezTo>
                    <a:pt x="294928" y="63124"/>
                    <a:pt x="277287" y="66856"/>
                    <a:pt x="259451" y="66860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D74913C9-C7A0-5443-9197-96F8AC07C483}"/>
                </a:ext>
              </a:extLst>
            </p:cNvPr>
            <p:cNvSpPr/>
            <p:nvPr/>
          </p:nvSpPr>
          <p:spPr>
            <a:xfrm>
              <a:off x="4703442" y="2405855"/>
              <a:ext cx="215528" cy="98642"/>
            </a:xfrm>
            <a:custGeom>
              <a:avLst/>
              <a:gdLst>
                <a:gd name="connsiteX0" fmla="*/ 208688 w 215528"/>
                <a:gd name="connsiteY0" fmla="*/ 98643 h 98642"/>
                <a:gd name="connsiteX1" fmla="*/ 6840 w 215528"/>
                <a:gd name="connsiteY1" fmla="*/ 98643 h 98642"/>
                <a:gd name="connsiteX2" fmla="*/ 0 w 215528"/>
                <a:gd name="connsiteY2" fmla="*/ 91750 h 98642"/>
                <a:gd name="connsiteX3" fmla="*/ 0 w 215528"/>
                <a:gd name="connsiteY3" fmla="*/ 20565 h 98642"/>
                <a:gd name="connsiteX4" fmla="*/ 20185 w 215528"/>
                <a:gd name="connsiteY4" fmla="*/ 0 h 98642"/>
                <a:gd name="connsiteX5" fmla="*/ 195119 w 215528"/>
                <a:gd name="connsiteY5" fmla="*/ 0 h 98642"/>
                <a:gd name="connsiteX6" fmla="*/ 215528 w 215528"/>
                <a:gd name="connsiteY6" fmla="*/ 20565 h 98642"/>
                <a:gd name="connsiteX7" fmla="*/ 215528 w 215528"/>
                <a:gd name="connsiteY7" fmla="*/ 91750 h 98642"/>
                <a:gd name="connsiteX8" fmla="*/ 208688 w 215528"/>
                <a:gd name="connsiteY8" fmla="*/ 98643 h 98642"/>
                <a:gd name="connsiteX9" fmla="*/ 12896 w 215528"/>
                <a:gd name="connsiteY9" fmla="*/ 84970 h 98642"/>
                <a:gd name="connsiteX10" fmla="*/ 201848 w 215528"/>
                <a:gd name="connsiteY10" fmla="*/ 84970 h 98642"/>
                <a:gd name="connsiteX11" fmla="*/ 201848 w 215528"/>
                <a:gd name="connsiteY11" fmla="*/ 20565 h 98642"/>
                <a:gd name="connsiteX12" fmla="*/ 195232 w 215528"/>
                <a:gd name="connsiteY12" fmla="*/ 13673 h 98642"/>
                <a:gd name="connsiteX13" fmla="*/ 195119 w 215528"/>
                <a:gd name="connsiteY13" fmla="*/ 13672 h 98642"/>
                <a:gd name="connsiteX14" fmla="*/ 20185 w 215528"/>
                <a:gd name="connsiteY14" fmla="*/ 13672 h 98642"/>
                <a:gd name="connsiteX15" fmla="*/ 13344 w 215528"/>
                <a:gd name="connsiteY15" fmla="*/ 20565 h 9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5528" h="98642">
                  <a:moveTo>
                    <a:pt x="208688" y="98643"/>
                  </a:moveTo>
                  <a:lnTo>
                    <a:pt x="6840" y="98643"/>
                  </a:lnTo>
                  <a:cubicBezTo>
                    <a:pt x="3063" y="98643"/>
                    <a:pt x="0" y="95557"/>
                    <a:pt x="0" y="91750"/>
                  </a:cubicBezTo>
                  <a:lnTo>
                    <a:pt x="0" y="20565"/>
                  </a:lnTo>
                  <a:cubicBezTo>
                    <a:pt x="-1" y="9295"/>
                    <a:pt x="9001" y="124"/>
                    <a:pt x="20185" y="0"/>
                  </a:cubicBezTo>
                  <a:lnTo>
                    <a:pt x="195119" y="0"/>
                  </a:lnTo>
                  <a:cubicBezTo>
                    <a:pt x="206365" y="62"/>
                    <a:pt x="215467" y="9233"/>
                    <a:pt x="215528" y="20565"/>
                  </a:cubicBezTo>
                  <a:lnTo>
                    <a:pt x="215528" y="91750"/>
                  </a:lnTo>
                  <a:cubicBezTo>
                    <a:pt x="215528" y="95557"/>
                    <a:pt x="212466" y="98643"/>
                    <a:pt x="208688" y="98643"/>
                  </a:cubicBezTo>
                  <a:close/>
                  <a:moveTo>
                    <a:pt x="12896" y="84970"/>
                  </a:moveTo>
                  <a:lnTo>
                    <a:pt x="201848" y="84970"/>
                  </a:lnTo>
                  <a:lnTo>
                    <a:pt x="201848" y="20565"/>
                  </a:lnTo>
                  <a:cubicBezTo>
                    <a:pt x="201910" y="16821"/>
                    <a:pt x="198948" y="13735"/>
                    <a:pt x="195232" y="13673"/>
                  </a:cubicBezTo>
                  <a:cubicBezTo>
                    <a:pt x="195195" y="13672"/>
                    <a:pt x="195157" y="13672"/>
                    <a:pt x="195119" y="13672"/>
                  </a:cubicBezTo>
                  <a:lnTo>
                    <a:pt x="20185" y="13672"/>
                  </a:lnTo>
                  <a:cubicBezTo>
                    <a:pt x="16407" y="13672"/>
                    <a:pt x="13344" y="16758"/>
                    <a:pt x="13344" y="2056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9A9BE912-A360-B146-8188-AD5C6D2E9CD0}"/>
                </a:ext>
              </a:extLst>
            </p:cNvPr>
            <p:cNvSpPr/>
            <p:nvPr/>
          </p:nvSpPr>
          <p:spPr>
            <a:xfrm>
              <a:off x="4739774" y="2437605"/>
              <a:ext cx="142643" cy="66891"/>
            </a:xfrm>
            <a:custGeom>
              <a:avLst/>
              <a:gdLst>
                <a:gd name="connsiteX0" fmla="*/ 135800 w 142643"/>
                <a:gd name="connsiteY0" fmla="*/ 66892 h 66891"/>
                <a:gd name="connsiteX1" fmla="*/ 6729 w 142643"/>
                <a:gd name="connsiteY1" fmla="*/ 66892 h 66891"/>
                <a:gd name="connsiteX2" fmla="*/ 0 w 142643"/>
                <a:gd name="connsiteY2" fmla="*/ 60113 h 66891"/>
                <a:gd name="connsiteX3" fmla="*/ 1 w 142643"/>
                <a:gd name="connsiteY3" fmla="*/ 59999 h 66891"/>
                <a:gd name="connsiteX4" fmla="*/ 1 w 142643"/>
                <a:gd name="connsiteY4" fmla="*/ 13446 h 66891"/>
                <a:gd name="connsiteX5" fmla="*/ 13570 w 142643"/>
                <a:gd name="connsiteY5" fmla="*/ 0 h 66891"/>
                <a:gd name="connsiteX6" fmla="*/ 129071 w 142643"/>
                <a:gd name="connsiteY6" fmla="*/ 0 h 66891"/>
                <a:gd name="connsiteX7" fmla="*/ 142640 w 142643"/>
                <a:gd name="connsiteY7" fmla="*/ 13446 h 66891"/>
                <a:gd name="connsiteX8" fmla="*/ 142640 w 142643"/>
                <a:gd name="connsiteY8" fmla="*/ 59773 h 66891"/>
                <a:gd name="connsiteX9" fmla="*/ 136027 w 142643"/>
                <a:gd name="connsiteY9" fmla="*/ 66888 h 66891"/>
                <a:gd name="connsiteX10" fmla="*/ 135800 w 142643"/>
                <a:gd name="connsiteY10" fmla="*/ 66892 h 66891"/>
                <a:gd name="connsiteX11" fmla="*/ 13570 w 142643"/>
                <a:gd name="connsiteY11" fmla="*/ 53220 h 66891"/>
                <a:gd name="connsiteX12" fmla="*/ 129071 w 142643"/>
                <a:gd name="connsiteY12" fmla="*/ 53220 h 66891"/>
                <a:gd name="connsiteX13" fmla="*/ 129071 w 142643"/>
                <a:gd name="connsiteY13" fmla="*/ 13446 h 66891"/>
                <a:gd name="connsiteX14" fmla="*/ 13570 w 142643"/>
                <a:gd name="connsiteY14" fmla="*/ 13446 h 6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2643" h="66891">
                  <a:moveTo>
                    <a:pt x="135800" y="66892"/>
                  </a:moveTo>
                  <a:lnTo>
                    <a:pt x="6729" y="66892"/>
                  </a:lnTo>
                  <a:cubicBezTo>
                    <a:pt x="3013" y="66892"/>
                    <a:pt x="1" y="63857"/>
                    <a:pt x="0" y="60113"/>
                  </a:cubicBezTo>
                  <a:cubicBezTo>
                    <a:pt x="0" y="60075"/>
                    <a:pt x="0" y="60037"/>
                    <a:pt x="1" y="59999"/>
                  </a:cubicBezTo>
                  <a:lnTo>
                    <a:pt x="1" y="13446"/>
                  </a:lnTo>
                  <a:cubicBezTo>
                    <a:pt x="123" y="5984"/>
                    <a:pt x="6163" y="-1"/>
                    <a:pt x="13570" y="0"/>
                  </a:cubicBezTo>
                  <a:lnTo>
                    <a:pt x="129071" y="0"/>
                  </a:lnTo>
                  <a:cubicBezTo>
                    <a:pt x="136478" y="-1"/>
                    <a:pt x="142517" y="5984"/>
                    <a:pt x="142640" y="13446"/>
                  </a:cubicBezTo>
                  <a:lnTo>
                    <a:pt x="142640" y="59773"/>
                  </a:lnTo>
                  <a:cubicBezTo>
                    <a:pt x="142764" y="63578"/>
                    <a:pt x="139803" y="66763"/>
                    <a:pt x="136027" y="66888"/>
                  </a:cubicBezTo>
                  <a:cubicBezTo>
                    <a:pt x="135952" y="66890"/>
                    <a:pt x="135876" y="66892"/>
                    <a:pt x="135800" y="66892"/>
                  </a:cubicBezTo>
                  <a:close/>
                  <a:moveTo>
                    <a:pt x="13570" y="53220"/>
                  </a:moveTo>
                  <a:lnTo>
                    <a:pt x="129071" y="53220"/>
                  </a:lnTo>
                  <a:lnTo>
                    <a:pt x="129071" y="13446"/>
                  </a:lnTo>
                  <a:lnTo>
                    <a:pt x="13570" y="13446"/>
                  </a:ln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70A6087F-BB30-8D4A-AC9B-EB01A96BCA1F}"/>
                </a:ext>
              </a:extLst>
            </p:cNvPr>
            <p:cNvSpPr/>
            <p:nvPr/>
          </p:nvSpPr>
          <p:spPr>
            <a:xfrm>
              <a:off x="4775098" y="2603365"/>
              <a:ext cx="71992" cy="76835"/>
            </a:xfrm>
            <a:custGeom>
              <a:avLst/>
              <a:gdLst>
                <a:gd name="connsiteX0" fmla="*/ 51583 w 71992"/>
                <a:gd name="connsiteY0" fmla="*/ 76836 h 76835"/>
                <a:gd name="connsiteX1" fmla="*/ 20297 w 71992"/>
                <a:gd name="connsiteY1" fmla="*/ 76836 h 76835"/>
                <a:gd name="connsiteX2" fmla="*/ 0 w 71992"/>
                <a:gd name="connsiteY2" fmla="*/ 56271 h 76835"/>
                <a:gd name="connsiteX3" fmla="*/ 0 w 71992"/>
                <a:gd name="connsiteY3" fmla="*/ 6781 h 76835"/>
                <a:gd name="connsiteX4" fmla="*/ 6728 w 71992"/>
                <a:gd name="connsiteY4" fmla="*/ 1 h 76835"/>
                <a:gd name="connsiteX5" fmla="*/ 65152 w 71992"/>
                <a:gd name="connsiteY5" fmla="*/ 1 h 76835"/>
                <a:gd name="connsiteX6" fmla="*/ 71991 w 71992"/>
                <a:gd name="connsiteY6" fmla="*/ 6667 h 76835"/>
                <a:gd name="connsiteX7" fmla="*/ 71992 w 71992"/>
                <a:gd name="connsiteY7" fmla="*/ 6781 h 76835"/>
                <a:gd name="connsiteX8" fmla="*/ 71992 w 71992"/>
                <a:gd name="connsiteY8" fmla="*/ 56271 h 76835"/>
                <a:gd name="connsiteX9" fmla="*/ 51583 w 71992"/>
                <a:gd name="connsiteY9" fmla="*/ 76836 h 76835"/>
                <a:gd name="connsiteX10" fmla="*/ 13569 w 71992"/>
                <a:gd name="connsiteY10" fmla="*/ 13673 h 76835"/>
                <a:gd name="connsiteX11" fmla="*/ 13569 w 71992"/>
                <a:gd name="connsiteY11" fmla="*/ 56271 h 76835"/>
                <a:gd name="connsiteX12" fmla="*/ 20297 w 71992"/>
                <a:gd name="connsiteY12" fmla="*/ 63164 h 76835"/>
                <a:gd name="connsiteX13" fmla="*/ 51583 w 71992"/>
                <a:gd name="connsiteY13" fmla="*/ 63164 h 76835"/>
                <a:gd name="connsiteX14" fmla="*/ 58424 w 71992"/>
                <a:gd name="connsiteY14" fmla="*/ 56271 h 76835"/>
                <a:gd name="connsiteX15" fmla="*/ 58424 w 71992"/>
                <a:gd name="connsiteY15" fmla="*/ 13673 h 76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992" h="76835">
                  <a:moveTo>
                    <a:pt x="51583" y="76836"/>
                  </a:moveTo>
                  <a:lnTo>
                    <a:pt x="20297" y="76836"/>
                  </a:lnTo>
                  <a:cubicBezTo>
                    <a:pt x="9069" y="76774"/>
                    <a:pt x="0" y="67585"/>
                    <a:pt x="0" y="56271"/>
                  </a:cubicBezTo>
                  <a:lnTo>
                    <a:pt x="0" y="6781"/>
                  </a:lnTo>
                  <a:cubicBezTo>
                    <a:pt x="0" y="3036"/>
                    <a:pt x="3012" y="1"/>
                    <a:pt x="6728" y="1"/>
                  </a:cubicBezTo>
                  <a:lnTo>
                    <a:pt x="65152" y="1"/>
                  </a:lnTo>
                  <a:cubicBezTo>
                    <a:pt x="68867" y="-61"/>
                    <a:pt x="71929" y="2923"/>
                    <a:pt x="71991" y="6667"/>
                  </a:cubicBezTo>
                  <a:cubicBezTo>
                    <a:pt x="71992" y="6705"/>
                    <a:pt x="71992" y="6743"/>
                    <a:pt x="71992" y="6781"/>
                  </a:cubicBezTo>
                  <a:lnTo>
                    <a:pt x="71992" y="56271"/>
                  </a:lnTo>
                  <a:cubicBezTo>
                    <a:pt x="71931" y="67603"/>
                    <a:pt x="62829" y="76774"/>
                    <a:pt x="51583" y="76836"/>
                  </a:cubicBezTo>
                  <a:close/>
                  <a:moveTo>
                    <a:pt x="13569" y="13673"/>
                  </a:moveTo>
                  <a:lnTo>
                    <a:pt x="13569" y="56271"/>
                  </a:lnTo>
                  <a:cubicBezTo>
                    <a:pt x="13568" y="60034"/>
                    <a:pt x="16563" y="63102"/>
                    <a:pt x="20297" y="63164"/>
                  </a:cubicBezTo>
                  <a:lnTo>
                    <a:pt x="51583" y="63164"/>
                  </a:lnTo>
                  <a:cubicBezTo>
                    <a:pt x="55336" y="63103"/>
                    <a:pt x="58364" y="60053"/>
                    <a:pt x="58424" y="56271"/>
                  </a:cubicBezTo>
                  <a:lnTo>
                    <a:pt x="58424" y="13673"/>
                  </a:ln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546CEC7A-C53B-654E-AAA9-CB0B312CA226}"/>
                </a:ext>
              </a:extLst>
            </p:cNvPr>
            <p:cNvSpPr/>
            <p:nvPr/>
          </p:nvSpPr>
          <p:spPr>
            <a:xfrm>
              <a:off x="4775905" y="2634834"/>
              <a:ext cx="69751" cy="13785"/>
            </a:xfrm>
            <a:custGeom>
              <a:avLst/>
              <a:gdLst>
                <a:gd name="connsiteX0" fmla="*/ 63111 w 69751"/>
                <a:gd name="connsiteY0" fmla="*/ 13729 h 13785"/>
                <a:gd name="connsiteX1" fmla="*/ 7715 w 69751"/>
                <a:gd name="connsiteY1" fmla="*/ 13729 h 13785"/>
                <a:gd name="connsiteX2" fmla="*/ 57 w 69751"/>
                <a:gd name="connsiteY2" fmla="*/ 7773 h 13785"/>
                <a:gd name="connsiteX3" fmla="*/ 5967 w 69751"/>
                <a:gd name="connsiteY3" fmla="*/ 56 h 13785"/>
                <a:gd name="connsiteX4" fmla="*/ 7715 w 69751"/>
                <a:gd name="connsiteY4" fmla="*/ 56 h 13785"/>
                <a:gd name="connsiteX5" fmla="*/ 63784 w 69751"/>
                <a:gd name="connsiteY5" fmla="*/ 56 h 13785"/>
                <a:gd name="connsiteX6" fmla="*/ 69694 w 69751"/>
                <a:gd name="connsiteY6" fmla="*/ 7773 h 13785"/>
                <a:gd name="connsiteX7" fmla="*/ 63784 w 69751"/>
                <a:gd name="connsiteY7" fmla="*/ 13729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751" h="13785">
                  <a:moveTo>
                    <a:pt x="63111" y="13729"/>
                  </a:moveTo>
                  <a:lnTo>
                    <a:pt x="7715" y="13729"/>
                  </a:lnTo>
                  <a:cubicBezTo>
                    <a:pt x="3968" y="14215"/>
                    <a:pt x="540" y="11549"/>
                    <a:pt x="57" y="7773"/>
                  </a:cubicBezTo>
                  <a:cubicBezTo>
                    <a:pt x="-426" y="3998"/>
                    <a:pt x="2220" y="543"/>
                    <a:pt x="5967" y="56"/>
                  </a:cubicBezTo>
                  <a:cubicBezTo>
                    <a:pt x="6547" y="-19"/>
                    <a:pt x="7135" y="-19"/>
                    <a:pt x="7715" y="56"/>
                  </a:cubicBezTo>
                  <a:lnTo>
                    <a:pt x="63784" y="56"/>
                  </a:lnTo>
                  <a:cubicBezTo>
                    <a:pt x="67531" y="543"/>
                    <a:pt x="70177" y="3998"/>
                    <a:pt x="69694" y="7773"/>
                  </a:cubicBezTo>
                  <a:cubicBezTo>
                    <a:pt x="69297" y="10881"/>
                    <a:pt x="66869" y="13328"/>
                    <a:pt x="63784" y="1372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01AD9A6-7699-894C-BA30-500B0302D1B1}"/>
                </a:ext>
              </a:extLst>
            </p:cNvPr>
            <p:cNvSpPr/>
            <p:nvPr/>
          </p:nvSpPr>
          <p:spPr>
            <a:xfrm>
              <a:off x="4639803" y="2634009"/>
              <a:ext cx="106699" cy="117150"/>
            </a:xfrm>
            <a:custGeom>
              <a:avLst/>
              <a:gdLst>
                <a:gd name="connsiteX0" fmla="*/ 99859 w 106699"/>
                <a:gd name="connsiteY0" fmla="*/ 117151 h 117150"/>
                <a:gd name="connsiteX1" fmla="*/ 15083 w 106699"/>
                <a:gd name="connsiteY1" fmla="*/ 117151 h 117150"/>
                <a:gd name="connsiteX2" fmla="*/ 57 w 106699"/>
                <a:gd name="connsiteY2" fmla="*/ 102010 h 117150"/>
                <a:gd name="connsiteX3" fmla="*/ 57 w 106699"/>
                <a:gd name="connsiteY3" fmla="*/ 7774 h 117150"/>
                <a:gd name="connsiteX4" fmla="*/ 5967 w 106699"/>
                <a:gd name="connsiteY4" fmla="*/ 57 h 117150"/>
                <a:gd name="connsiteX5" fmla="*/ 13625 w 106699"/>
                <a:gd name="connsiteY5" fmla="*/ 6013 h 117150"/>
                <a:gd name="connsiteX6" fmla="*/ 13625 w 106699"/>
                <a:gd name="connsiteY6" fmla="*/ 7774 h 117150"/>
                <a:gd name="connsiteX7" fmla="*/ 13625 w 106699"/>
                <a:gd name="connsiteY7" fmla="*/ 102010 h 117150"/>
                <a:gd name="connsiteX8" fmla="*/ 14966 w 106699"/>
                <a:gd name="connsiteY8" fmla="*/ 103370 h 117150"/>
                <a:gd name="connsiteX9" fmla="*/ 15083 w 106699"/>
                <a:gd name="connsiteY9" fmla="*/ 103366 h 117150"/>
                <a:gd name="connsiteX10" fmla="*/ 99859 w 106699"/>
                <a:gd name="connsiteY10" fmla="*/ 103366 h 117150"/>
                <a:gd name="connsiteX11" fmla="*/ 106700 w 106699"/>
                <a:gd name="connsiteY11" fmla="*/ 110258 h 117150"/>
                <a:gd name="connsiteX12" fmla="*/ 99859 w 106699"/>
                <a:gd name="connsiteY12" fmla="*/ 117151 h 11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699" h="117150">
                  <a:moveTo>
                    <a:pt x="99859" y="117151"/>
                  </a:moveTo>
                  <a:lnTo>
                    <a:pt x="15083" y="117151"/>
                  </a:lnTo>
                  <a:cubicBezTo>
                    <a:pt x="6810" y="117089"/>
                    <a:pt x="118" y="110346"/>
                    <a:pt x="57" y="102010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102010"/>
                  </a:lnTo>
                  <a:cubicBezTo>
                    <a:pt x="13623" y="102759"/>
                    <a:pt x="14223" y="103368"/>
                    <a:pt x="14966" y="103370"/>
                  </a:cubicBezTo>
                  <a:cubicBezTo>
                    <a:pt x="15005" y="103371"/>
                    <a:pt x="15044" y="103369"/>
                    <a:pt x="15083" y="103366"/>
                  </a:cubicBezTo>
                  <a:lnTo>
                    <a:pt x="99859" y="103366"/>
                  </a:lnTo>
                  <a:cubicBezTo>
                    <a:pt x="103637" y="103366"/>
                    <a:pt x="106700" y="106452"/>
                    <a:pt x="106700" y="110258"/>
                  </a:cubicBezTo>
                  <a:cubicBezTo>
                    <a:pt x="106700" y="114065"/>
                    <a:pt x="103637" y="117151"/>
                    <a:pt x="99859" y="11715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9" name="Graphic 61">
            <a:extLst>
              <a:ext uri="{FF2B5EF4-FFF2-40B4-BE49-F238E27FC236}">
                <a16:creationId xmlns:a16="http://schemas.microsoft.com/office/drawing/2014/main" id="{FF877D74-D8A1-2D4F-94F8-4292021405AE}"/>
              </a:ext>
            </a:extLst>
          </p:cNvPr>
          <p:cNvGrpSpPr>
            <a:grpSpLocks noChangeAspect="1"/>
          </p:cNvGrpSpPr>
          <p:nvPr/>
        </p:nvGrpSpPr>
        <p:grpSpPr>
          <a:xfrm>
            <a:off x="7335065" y="5264174"/>
            <a:ext cx="419389" cy="220723"/>
            <a:chOff x="4604258" y="2489995"/>
            <a:chExt cx="419389" cy="220723"/>
          </a:xfrm>
          <a:solidFill>
            <a:srgbClr val="FFFFFF"/>
          </a:solidFill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A1F6A8C-6A01-DD48-A8F1-7348D58FF342}"/>
                </a:ext>
              </a:extLst>
            </p:cNvPr>
            <p:cNvSpPr/>
            <p:nvPr/>
          </p:nvSpPr>
          <p:spPr>
            <a:xfrm>
              <a:off x="4926679" y="2494570"/>
              <a:ext cx="96968" cy="145379"/>
            </a:xfrm>
            <a:custGeom>
              <a:avLst/>
              <a:gdLst>
                <a:gd name="connsiteX0" fmla="*/ 39760 w 96968"/>
                <a:gd name="connsiteY0" fmla="*/ 145380 h 145379"/>
                <a:gd name="connsiteX1" fmla="*/ 33076 w 96968"/>
                <a:gd name="connsiteY1" fmla="*/ 140284 h 145379"/>
                <a:gd name="connsiteX2" fmla="*/ 229 w 96968"/>
                <a:gd name="connsiteY2" fmla="*/ 21959 h 145379"/>
                <a:gd name="connsiteX3" fmla="*/ 920 w 96968"/>
                <a:gd name="connsiteY3" fmla="*/ 16750 h 145379"/>
                <a:gd name="connsiteX4" fmla="*/ 5185 w 96968"/>
                <a:gd name="connsiteY4" fmla="*/ 13579 h 145379"/>
                <a:gd name="connsiteX5" fmla="*/ 55665 w 96968"/>
                <a:gd name="connsiteY5" fmla="*/ 218 h 145379"/>
                <a:gd name="connsiteX6" fmla="*/ 64194 w 96968"/>
                <a:gd name="connsiteY6" fmla="*/ 5087 h 145379"/>
                <a:gd name="connsiteX7" fmla="*/ 96695 w 96968"/>
                <a:gd name="connsiteY7" fmla="*/ 123640 h 145379"/>
                <a:gd name="connsiteX8" fmla="*/ 96004 w 96968"/>
                <a:gd name="connsiteY8" fmla="*/ 128848 h 145379"/>
                <a:gd name="connsiteX9" fmla="*/ 91739 w 96968"/>
                <a:gd name="connsiteY9" fmla="*/ 132132 h 145379"/>
                <a:gd name="connsiteX10" fmla="*/ 41604 w 96968"/>
                <a:gd name="connsiteY10" fmla="*/ 145153 h 145379"/>
                <a:gd name="connsiteX11" fmla="*/ 15673 w 96968"/>
                <a:gd name="connsiteY11" fmla="*/ 25016 h 145379"/>
                <a:gd name="connsiteX12" fmla="*/ 44716 w 96968"/>
                <a:gd name="connsiteY12" fmla="*/ 130094 h 145379"/>
                <a:gd name="connsiteX13" fmla="*/ 81482 w 96968"/>
                <a:gd name="connsiteY13" fmla="*/ 120356 h 145379"/>
                <a:gd name="connsiteX14" fmla="*/ 52553 w 96968"/>
                <a:gd name="connsiteY14" fmla="*/ 15051 h 145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968" h="145379">
                  <a:moveTo>
                    <a:pt x="39760" y="145380"/>
                  </a:moveTo>
                  <a:cubicBezTo>
                    <a:pt x="36611" y="145375"/>
                    <a:pt x="33863" y="143280"/>
                    <a:pt x="33076" y="140284"/>
                  </a:cubicBezTo>
                  <a:lnTo>
                    <a:pt x="229" y="21959"/>
                  </a:lnTo>
                  <a:cubicBezTo>
                    <a:pt x="-235" y="20200"/>
                    <a:pt x="12" y="18333"/>
                    <a:pt x="920" y="16750"/>
                  </a:cubicBezTo>
                  <a:cubicBezTo>
                    <a:pt x="1831" y="15156"/>
                    <a:pt x="3376" y="14007"/>
                    <a:pt x="5185" y="13579"/>
                  </a:cubicBezTo>
                  <a:lnTo>
                    <a:pt x="55665" y="218"/>
                  </a:lnTo>
                  <a:cubicBezTo>
                    <a:pt x="59385" y="-719"/>
                    <a:pt x="63181" y="1448"/>
                    <a:pt x="64194" y="5087"/>
                  </a:cubicBezTo>
                  <a:lnTo>
                    <a:pt x="96695" y="123640"/>
                  </a:lnTo>
                  <a:cubicBezTo>
                    <a:pt x="97227" y="125394"/>
                    <a:pt x="96975" y="127287"/>
                    <a:pt x="96004" y="128848"/>
                  </a:cubicBezTo>
                  <a:cubicBezTo>
                    <a:pt x="95058" y="130435"/>
                    <a:pt x="93533" y="131608"/>
                    <a:pt x="91739" y="132132"/>
                  </a:cubicBezTo>
                  <a:lnTo>
                    <a:pt x="41604" y="145153"/>
                  </a:lnTo>
                  <a:close/>
                  <a:moveTo>
                    <a:pt x="15673" y="25016"/>
                  </a:moveTo>
                  <a:lnTo>
                    <a:pt x="44716" y="130094"/>
                  </a:lnTo>
                  <a:lnTo>
                    <a:pt x="81482" y="120356"/>
                  </a:lnTo>
                  <a:lnTo>
                    <a:pt x="52553" y="15051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C1AAFD07-C08A-E641-8E1E-6CC68EF781E0}"/>
                </a:ext>
              </a:extLst>
            </p:cNvPr>
            <p:cNvSpPr/>
            <p:nvPr/>
          </p:nvSpPr>
          <p:spPr>
            <a:xfrm>
              <a:off x="4769912" y="2513091"/>
              <a:ext cx="200347" cy="119955"/>
            </a:xfrm>
            <a:custGeom>
              <a:avLst/>
              <a:gdLst>
                <a:gd name="connsiteX0" fmla="*/ 172900 w 200347"/>
                <a:gd name="connsiteY0" fmla="*/ 119952 h 119955"/>
                <a:gd name="connsiteX1" fmla="*/ 149274 w 200347"/>
                <a:gd name="connsiteY1" fmla="*/ 113158 h 119955"/>
                <a:gd name="connsiteX2" fmla="*/ 81505 w 200347"/>
                <a:gd name="connsiteY2" fmla="*/ 68998 h 119955"/>
                <a:gd name="connsiteX3" fmla="*/ 59262 w 200347"/>
                <a:gd name="connsiteY3" fmla="*/ 68998 h 119955"/>
                <a:gd name="connsiteX4" fmla="*/ 33445 w 200347"/>
                <a:gd name="connsiteY4" fmla="*/ 84737 h 119955"/>
                <a:gd name="connsiteX5" fmla="*/ 15696 w 200347"/>
                <a:gd name="connsiteY5" fmla="*/ 87228 h 119955"/>
                <a:gd name="connsiteX6" fmla="*/ 2096 w 200347"/>
                <a:gd name="connsiteY6" fmla="*/ 75905 h 119955"/>
                <a:gd name="connsiteX7" fmla="*/ 7167 w 200347"/>
                <a:gd name="connsiteY7" fmla="*/ 51107 h 119955"/>
                <a:gd name="connsiteX8" fmla="*/ 51540 w 200347"/>
                <a:gd name="connsiteY8" fmla="*/ 11250 h 119955"/>
                <a:gd name="connsiteX9" fmla="*/ 93837 w 200347"/>
                <a:gd name="connsiteY9" fmla="*/ 1852 h 119955"/>
                <a:gd name="connsiteX10" fmla="*/ 127837 w 200347"/>
                <a:gd name="connsiteY10" fmla="*/ 12043 h 119955"/>
                <a:gd name="connsiteX11" fmla="*/ 151463 w 200347"/>
                <a:gd name="connsiteY11" fmla="*/ 12043 h 119955"/>
                <a:gd name="connsiteX12" fmla="*/ 165640 w 200347"/>
                <a:gd name="connsiteY12" fmla="*/ 8193 h 119955"/>
                <a:gd name="connsiteX13" fmla="*/ 170941 w 200347"/>
                <a:gd name="connsiteY13" fmla="*/ 8872 h 119955"/>
                <a:gd name="connsiteX14" fmla="*/ 174168 w 200347"/>
                <a:gd name="connsiteY14" fmla="*/ 12949 h 119955"/>
                <a:gd name="connsiteX15" fmla="*/ 200100 w 200347"/>
                <a:gd name="connsiteY15" fmla="*/ 106590 h 119955"/>
                <a:gd name="connsiteX16" fmla="*/ 195490 w 200347"/>
                <a:gd name="connsiteY16" fmla="*/ 114970 h 119955"/>
                <a:gd name="connsiteX17" fmla="*/ 185924 w 200347"/>
                <a:gd name="connsiteY17" fmla="*/ 117913 h 119955"/>
                <a:gd name="connsiteX18" fmla="*/ 172900 w 200347"/>
                <a:gd name="connsiteY18" fmla="*/ 119952 h 119955"/>
                <a:gd name="connsiteX19" fmla="*/ 70210 w 200347"/>
                <a:gd name="connsiteY19" fmla="*/ 52013 h 119955"/>
                <a:gd name="connsiteX20" fmla="*/ 89227 w 200347"/>
                <a:gd name="connsiteY20" fmla="*/ 57675 h 119955"/>
                <a:gd name="connsiteX21" fmla="*/ 156996 w 200347"/>
                <a:gd name="connsiteY21" fmla="*/ 101835 h 119955"/>
                <a:gd name="connsiteX22" fmla="*/ 181660 w 200347"/>
                <a:gd name="connsiteY22" fmla="*/ 105232 h 119955"/>
                <a:gd name="connsiteX23" fmla="*/ 184887 w 200347"/>
                <a:gd name="connsiteY23" fmla="*/ 104213 h 119955"/>
                <a:gd name="connsiteX24" fmla="*/ 162528 w 200347"/>
                <a:gd name="connsiteY24" fmla="*/ 23253 h 119955"/>
                <a:gd name="connsiteX25" fmla="*/ 155152 w 200347"/>
                <a:gd name="connsiteY25" fmla="*/ 25291 h 119955"/>
                <a:gd name="connsiteX26" fmla="*/ 123803 w 200347"/>
                <a:gd name="connsiteY26" fmla="*/ 25291 h 119955"/>
                <a:gd name="connsiteX27" fmla="*/ 89227 w 200347"/>
                <a:gd name="connsiteY27" fmla="*/ 15100 h 119955"/>
                <a:gd name="connsiteX28" fmla="*/ 60529 w 200347"/>
                <a:gd name="connsiteY28" fmla="*/ 21554 h 119955"/>
                <a:gd name="connsiteX29" fmla="*/ 16503 w 200347"/>
                <a:gd name="connsiteY29" fmla="*/ 61185 h 119955"/>
                <a:gd name="connsiteX30" fmla="*/ 14774 w 200347"/>
                <a:gd name="connsiteY30" fmla="*/ 69904 h 119955"/>
                <a:gd name="connsiteX31" fmla="*/ 19615 w 200347"/>
                <a:gd name="connsiteY31" fmla="*/ 74093 h 119955"/>
                <a:gd name="connsiteX32" fmla="*/ 25954 w 200347"/>
                <a:gd name="connsiteY32" fmla="*/ 73187 h 119955"/>
                <a:gd name="connsiteX33" fmla="*/ 51770 w 200347"/>
                <a:gd name="connsiteY33" fmla="*/ 56543 h 119955"/>
                <a:gd name="connsiteX34" fmla="*/ 70211 w 200347"/>
                <a:gd name="connsiteY34" fmla="*/ 51560 h 119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00347" h="119955">
                  <a:moveTo>
                    <a:pt x="172900" y="119952"/>
                  </a:moveTo>
                  <a:cubicBezTo>
                    <a:pt x="164511" y="120059"/>
                    <a:pt x="156281" y="117693"/>
                    <a:pt x="149274" y="113158"/>
                  </a:cubicBezTo>
                  <a:lnTo>
                    <a:pt x="81505" y="68998"/>
                  </a:lnTo>
                  <a:cubicBezTo>
                    <a:pt x="74734" y="64706"/>
                    <a:pt x="66033" y="64706"/>
                    <a:pt x="59262" y="68998"/>
                  </a:cubicBezTo>
                  <a:lnTo>
                    <a:pt x="33445" y="84737"/>
                  </a:lnTo>
                  <a:cubicBezTo>
                    <a:pt x="28162" y="88018"/>
                    <a:pt x="21703" y="88924"/>
                    <a:pt x="15696" y="87228"/>
                  </a:cubicBezTo>
                  <a:cubicBezTo>
                    <a:pt x="9675" y="85628"/>
                    <a:pt x="4690" y="81478"/>
                    <a:pt x="2096" y="75905"/>
                  </a:cubicBezTo>
                  <a:cubicBezTo>
                    <a:pt x="-2016" y="67451"/>
                    <a:pt x="51" y="57345"/>
                    <a:pt x="7167" y="51107"/>
                  </a:cubicBezTo>
                  <a:lnTo>
                    <a:pt x="51540" y="11250"/>
                  </a:lnTo>
                  <a:cubicBezTo>
                    <a:pt x="62971" y="1019"/>
                    <a:pt x="79037" y="-2551"/>
                    <a:pt x="93837" y="1852"/>
                  </a:cubicBezTo>
                  <a:lnTo>
                    <a:pt x="127837" y="12043"/>
                  </a:lnTo>
                  <a:cubicBezTo>
                    <a:pt x="135544" y="14306"/>
                    <a:pt x="143756" y="14306"/>
                    <a:pt x="151463" y="12043"/>
                  </a:cubicBezTo>
                  <a:lnTo>
                    <a:pt x="165640" y="8193"/>
                  </a:lnTo>
                  <a:cubicBezTo>
                    <a:pt x="167430" y="7737"/>
                    <a:pt x="169330" y="7981"/>
                    <a:pt x="170941" y="8872"/>
                  </a:cubicBezTo>
                  <a:cubicBezTo>
                    <a:pt x="172530" y="9751"/>
                    <a:pt x="173692" y="11220"/>
                    <a:pt x="174168" y="12949"/>
                  </a:cubicBezTo>
                  <a:lnTo>
                    <a:pt x="200100" y="106590"/>
                  </a:lnTo>
                  <a:cubicBezTo>
                    <a:pt x="201083" y="110144"/>
                    <a:pt x="199055" y="113831"/>
                    <a:pt x="195490" y="114970"/>
                  </a:cubicBezTo>
                  <a:lnTo>
                    <a:pt x="185924" y="117913"/>
                  </a:lnTo>
                  <a:cubicBezTo>
                    <a:pt x="181718" y="119259"/>
                    <a:pt x="177324" y="119947"/>
                    <a:pt x="172900" y="119952"/>
                  </a:cubicBezTo>
                  <a:close/>
                  <a:moveTo>
                    <a:pt x="70210" y="52013"/>
                  </a:moveTo>
                  <a:cubicBezTo>
                    <a:pt x="76977" y="52032"/>
                    <a:pt x="83589" y="54000"/>
                    <a:pt x="89227" y="57675"/>
                  </a:cubicBezTo>
                  <a:lnTo>
                    <a:pt x="156996" y="101835"/>
                  </a:lnTo>
                  <a:cubicBezTo>
                    <a:pt x="164269" y="106580"/>
                    <a:pt x="173339" y="107829"/>
                    <a:pt x="181660" y="105232"/>
                  </a:cubicBezTo>
                  <a:lnTo>
                    <a:pt x="184887" y="104213"/>
                  </a:lnTo>
                  <a:lnTo>
                    <a:pt x="162528" y="23253"/>
                  </a:lnTo>
                  <a:lnTo>
                    <a:pt x="155152" y="25291"/>
                  </a:lnTo>
                  <a:cubicBezTo>
                    <a:pt x="144917" y="28235"/>
                    <a:pt x="134038" y="28235"/>
                    <a:pt x="123803" y="25291"/>
                  </a:cubicBezTo>
                  <a:lnTo>
                    <a:pt x="89227" y="15100"/>
                  </a:lnTo>
                  <a:cubicBezTo>
                    <a:pt x="79174" y="12074"/>
                    <a:pt x="68241" y="14533"/>
                    <a:pt x="60529" y="21554"/>
                  </a:cubicBezTo>
                  <a:lnTo>
                    <a:pt x="16503" y="61185"/>
                  </a:lnTo>
                  <a:cubicBezTo>
                    <a:pt x="13969" y="63363"/>
                    <a:pt x="13257" y="66950"/>
                    <a:pt x="14774" y="69904"/>
                  </a:cubicBezTo>
                  <a:cubicBezTo>
                    <a:pt x="15688" y="71927"/>
                    <a:pt x="17456" y="73458"/>
                    <a:pt x="19615" y="74093"/>
                  </a:cubicBezTo>
                  <a:cubicBezTo>
                    <a:pt x="21765" y="74650"/>
                    <a:pt x="24054" y="74323"/>
                    <a:pt x="25954" y="73187"/>
                  </a:cubicBezTo>
                  <a:lnTo>
                    <a:pt x="51770" y="56543"/>
                  </a:lnTo>
                  <a:cubicBezTo>
                    <a:pt x="57318" y="53211"/>
                    <a:pt x="63709" y="51485"/>
                    <a:pt x="70211" y="5156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8B72F977-6B11-AC4B-8071-AC534A0C9EE8}"/>
                </a:ext>
              </a:extLst>
            </p:cNvPr>
            <p:cNvSpPr/>
            <p:nvPr/>
          </p:nvSpPr>
          <p:spPr>
            <a:xfrm>
              <a:off x="4661899" y="2506534"/>
              <a:ext cx="180425" cy="133076"/>
            </a:xfrm>
            <a:custGeom>
              <a:avLst/>
              <a:gdLst>
                <a:gd name="connsiteX0" fmla="*/ 38653 w 180425"/>
                <a:gd name="connsiteY0" fmla="*/ 133077 h 133076"/>
                <a:gd name="connsiteX1" fmla="*/ 35771 w 180425"/>
                <a:gd name="connsiteY1" fmla="*/ 132397 h 133076"/>
                <a:gd name="connsiteX2" fmla="*/ 4077 w 180425"/>
                <a:gd name="connsiteY2" fmla="*/ 117904 h 133076"/>
                <a:gd name="connsiteX3" fmla="*/ 504 w 180425"/>
                <a:gd name="connsiteY3" fmla="*/ 109072 h 133076"/>
                <a:gd name="connsiteX4" fmla="*/ 36002 w 180425"/>
                <a:gd name="connsiteY4" fmla="*/ 22451 h 133076"/>
                <a:gd name="connsiteX5" fmla="*/ 43493 w 180425"/>
                <a:gd name="connsiteY5" fmla="*/ 17808 h 133076"/>
                <a:gd name="connsiteX6" fmla="*/ 67581 w 180425"/>
                <a:gd name="connsiteY6" fmla="*/ 21318 h 133076"/>
                <a:gd name="connsiteX7" fmla="*/ 85676 w 180425"/>
                <a:gd name="connsiteY7" fmla="*/ 19507 h 133076"/>
                <a:gd name="connsiteX8" fmla="*/ 135926 w 180425"/>
                <a:gd name="connsiteY8" fmla="*/ 1956 h 133076"/>
                <a:gd name="connsiteX9" fmla="*/ 157363 w 180425"/>
                <a:gd name="connsiteY9" fmla="*/ 1956 h 133076"/>
                <a:gd name="connsiteX10" fmla="*/ 176495 w 180425"/>
                <a:gd name="connsiteY10" fmla="*/ 9542 h 133076"/>
                <a:gd name="connsiteX11" fmla="*/ 179703 w 180425"/>
                <a:gd name="connsiteY11" fmla="*/ 18788 h 133076"/>
                <a:gd name="connsiteX12" fmla="*/ 171308 w 180425"/>
                <a:gd name="connsiteY12" fmla="*/ 22337 h 133076"/>
                <a:gd name="connsiteX13" fmla="*/ 152176 w 180425"/>
                <a:gd name="connsiteY13" fmla="*/ 14751 h 133076"/>
                <a:gd name="connsiteX14" fmla="*/ 140651 w 180425"/>
                <a:gd name="connsiteY14" fmla="*/ 14751 h 133076"/>
                <a:gd name="connsiteX15" fmla="*/ 90401 w 180425"/>
                <a:gd name="connsiteY15" fmla="*/ 32868 h 133076"/>
                <a:gd name="connsiteX16" fmla="*/ 65622 w 180425"/>
                <a:gd name="connsiteY16" fmla="*/ 35359 h 133076"/>
                <a:gd name="connsiteX17" fmla="*/ 46951 w 180425"/>
                <a:gd name="connsiteY17" fmla="*/ 32641 h 133076"/>
                <a:gd name="connsiteX18" fmla="*/ 15948 w 180425"/>
                <a:gd name="connsiteY18" fmla="*/ 108393 h 133076"/>
                <a:gd name="connsiteX19" fmla="*/ 41649 w 180425"/>
                <a:gd name="connsiteY19" fmla="*/ 119716 h 133076"/>
                <a:gd name="connsiteX20" fmla="*/ 45239 w 180425"/>
                <a:gd name="connsiteY20" fmla="*/ 128653 h 133076"/>
                <a:gd name="connsiteX21" fmla="*/ 38653 w 180425"/>
                <a:gd name="connsiteY21" fmla="*/ 132737 h 13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425" h="133076">
                  <a:moveTo>
                    <a:pt x="38653" y="133077"/>
                  </a:moveTo>
                  <a:cubicBezTo>
                    <a:pt x="37652" y="133069"/>
                    <a:pt x="36667" y="132836"/>
                    <a:pt x="35771" y="132397"/>
                  </a:cubicBezTo>
                  <a:lnTo>
                    <a:pt x="4077" y="117904"/>
                  </a:lnTo>
                  <a:cubicBezTo>
                    <a:pt x="686" y="116361"/>
                    <a:pt x="-884" y="112481"/>
                    <a:pt x="504" y="109072"/>
                  </a:cubicBezTo>
                  <a:lnTo>
                    <a:pt x="36002" y="22451"/>
                  </a:lnTo>
                  <a:cubicBezTo>
                    <a:pt x="37068" y="19358"/>
                    <a:pt x="40193" y="17421"/>
                    <a:pt x="43493" y="17808"/>
                  </a:cubicBezTo>
                  <a:lnTo>
                    <a:pt x="67581" y="21318"/>
                  </a:lnTo>
                  <a:cubicBezTo>
                    <a:pt x="73672" y="22198"/>
                    <a:pt x="79890" y="21576"/>
                    <a:pt x="85676" y="19507"/>
                  </a:cubicBezTo>
                  <a:lnTo>
                    <a:pt x="135926" y="1956"/>
                  </a:lnTo>
                  <a:cubicBezTo>
                    <a:pt x="142825" y="-652"/>
                    <a:pt x="150464" y="-652"/>
                    <a:pt x="157363" y="1956"/>
                  </a:cubicBezTo>
                  <a:lnTo>
                    <a:pt x="176495" y="9542"/>
                  </a:lnTo>
                  <a:cubicBezTo>
                    <a:pt x="179979" y="11225"/>
                    <a:pt x="181416" y="15364"/>
                    <a:pt x="179703" y="18788"/>
                  </a:cubicBezTo>
                  <a:cubicBezTo>
                    <a:pt x="178176" y="21840"/>
                    <a:pt x="174614" y="23346"/>
                    <a:pt x="171308" y="22337"/>
                  </a:cubicBezTo>
                  <a:lnTo>
                    <a:pt x="152176" y="14751"/>
                  </a:lnTo>
                  <a:cubicBezTo>
                    <a:pt x="148470" y="13335"/>
                    <a:pt x="144358" y="13335"/>
                    <a:pt x="140651" y="14751"/>
                  </a:cubicBezTo>
                  <a:lnTo>
                    <a:pt x="90401" y="32868"/>
                  </a:lnTo>
                  <a:cubicBezTo>
                    <a:pt x="82470" y="35663"/>
                    <a:pt x="73965" y="36518"/>
                    <a:pt x="65622" y="35359"/>
                  </a:cubicBezTo>
                  <a:lnTo>
                    <a:pt x="46951" y="32641"/>
                  </a:lnTo>
                  <a:lnTo>
                    <a:pt x="15948" y="108393"/>
                  </a:lnTo>
                  <a:lnTo>
                    <a:pt x="41649" y="119716"/>
                  </a:lnTo>
                  <a:cubicBezTo>
                    <a:pt x="45152" y="121210"/>
                    <a:pt x="46759" y="125211"/>
                    <a:pt x="45239" y="128653"/>
                  </a:cubicBezTo>
                  <a:cubicBezTo>
                    <a:pt x="44106" y="131215"/>
                    <a:pt x="41494" y="132835"/>
                    <a:pt x="38653" y="13273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A3C06B6-1DDC-EC4F-B5C7-38A734B5A3F8}"/>
                </a:ext>
              </a:extLst>
            </p:cNvPr>
            <p:cNvSpPr/>
            <p:nvPr/>
          </p:nvSpPr>
          <p:spPr>
            <a:xfrm>
              <a:off x="4687567" y="2612624"/>
              <a:ext cx="50998" cy="53503"/>
            </a:xfrm>
            <a:custGeom>
              <a:avLst/>
              <a:gdLst>
                <a:gd name="connsiteX0" fmla="*/ 20361 w 50998"/>
                <a:gd name="connsiteY0" fmla="*/ 53482 h 53503"/>
                <a:gd name="connsiteX1" fmla="*/ 8835 w 50998"/>
                <a:gd name="connsiteY1" fmla="*/ 49745 h 53503"/>
                <a:gd name="connsiteX2" fmla="*/ 3818 w 50998"/>
                <a:gd name="connsiteY2" fmla="*/ 21184 h 53503"/>
                <a:gd name="connsiteX3" fmla="*/ 3880 w 50998"/>
                <a:gd name="connsiteY3" fmla="*/ 21098 h 53503"/>
                <a:gd name="connsiteX4" fmla="*/ 12639 w 50998"/>
                <a:gd name="connsiteY4" fmla="*/ 8869 h 53503"/>
                <a:gd name="connsiteX5" fmla="*/ 41971 w 50998"/>
                <a:gd name="connsiteY5" fmla="*/ 3717 h 53503"/>
                <a:gd name="connsiteX6" fmla="*/ 47215 w 50998"/>
                <a:gd name="connsiteY6" fmla="*/ 32534 h 53503"/>
                <a:gd name="connsiteX7" fmla="*/ 38455 w 50998"/>
                <a:gd name="connsiteY7" fmla="*/ 44876 h 53503"/>
                <a:gd name="connsiteX8" fmla="*/ 24856 w 50998"/>
                <a:gd name="connsiteY8" fmla="*/ 53142 h 53503"/>
                <a:gd name="connsiteX9" fmla="*/ 20361 w 50998"/>
                <a:gd name="connsiteY9" fmla="*/ 53482 h 53503"/>
                <a:gd name="connsiteX10" fmla="*/ 29581 w 50998"/>
                <a:gd name="connsiteY10" fmla="*/ 13625 h 53503"/>
                <a:gd name="connsiteX11" fmla="*/ 28428 w 50998"/>
                <a:gd name="connsiteY11" fmla="*/ 13625 h 53503"/>
                <a:gd name="connsiteX12" fmla="*/ 23934 w 50998"/>
                <a:gd name="connsiteY12" fmla="*/ 16342 h 53503"/>
                <a:gd name="connsiteX13" fmla="*/ 15174 w 50998"/>
                <a:gd name="connsiteY13" fmla="*/ 28571 h 53503"/>
                <a:gd name="connsiteX14" fmla="*/ 16788 w 50998"/>
                <a:gd name="connsiteY14" fmla="*/ 38083 h 53503"/>
                <a:gd name="connsiteX15" fmla="*/ 21974 w 50998"/>
                <a:gd name="connsiteY15" fmla="*/ 39215 h 53503"/>
                <a:gd name="connsiteX16" fmla="*/ 26469 w 50998"/>
                <a:gd name="connsiteY16" fmla="*/ 36497 h 53503"/>
                <a:gd name="connsiteX17" fmla="*/ 35228 w 50998"/>
                <a:gd name="connsiteY17" fmla="*/ 24948 h 53503"/>
                <a:gd name="connsiteX18" fmla="*/ 33713 w 50998"/>
                <a:gd name="connsiteY18" fmla="*/ 15618 h 53503"/>
                <a:gd name="connsiteX19" fmla="*/ 33615 w 50998"/>
                <a:gd name="connsiteY19" fmla="*/ 15550 h 53503"/>
                <a:gd name="connsiteX20" fmla="*/ 29581 w 50998"/>
                <a:gd name="connsiteY20" fmla="*/ 13625 h 5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998" h="53503">
                  <a:moveTo>
                    <a:pt x="20361" y="53482"/>
                  </a:moveTo>
                  <a:cubicBezTo>
                    <a:pt x="16223" y="53407"/>
                    <a:pt x="12206" y="52104"/>
                    <a:pt x="8835" y="49745"/>
                  </a:cubicBezTo>
                  <a:cubicBezTo>
                    <a:pt x="-578" y="43220"/>
                    <a:pt x="-2825" y="30432"/>
                    <a:pt x="3818" y="21184"/>
                  </a:cubicBezTo>
                  <a:cubicBezTo>
                    <a:pt x="3838" y="21155"/>
                    <a:pt x="3859" y="21127"/>
                    <a:pt x="3880" y="21098"/>
                  </a:cubicBezTo>
                  <a:lnTo>
                    <a:pt x="12639" y="8869"/>
                  </a:lnTo>
                  <a:cubicBezTo>
                    <a:pt x="19290" y="-511"/>
                    <a:pt x="32423" y="-2818"/>
                    <a:pt x="41971" y="3717"/>
                  </a:cubicBezTo>
                  <a:cubicBezTo>
                    <a:pt x="51518" y="10252"/>
                    <a:pt x="53866" y="23154"/>
                    <a:pt x="47215" y="32534"/>
                  </a:cubicBezTo>
                  <a:lnTo>
                    <a:pt x="38455" y="44876"/>
                  </a:lnTo>
                  <a:cubicBezTo>
                    <a:pt x="35220" y="49297"/>
                    <a:pt x="30326" y="52271"/>
                    <a:pt x="24856" y="53142"/>
                  </a:cubicBezTo>
                  <a:cubicBezTo>
                    <a:pt x="23378" y="53442"/>
                    <a:pt x="21868" y="53556"/>
                    <a:pt x="20361" y="53482"/>
                  </a:cubicBezTo>
                  <a:close/>
                  <a:moveTo>
                    <a:pt x="29581" y="13625"/>
                  </a:moveTo>
                  <a:lnTo>
                    <a:pt x="28428" y="13625"/>
                  </a:lnTo>
                  <a:cubicBezTo>
                    <a:pt x="26614" y="13887"/>
                    <a:pt x="24989" y="14869"/>
                    <a:pt x="23934" y="16342"/>
                  </a:cubicBezTo>
                  <a:lnTo>
                    <a:pt x="15174" y="28571"/>
                  </a:lnTo>
                  <a:cubicBezTo>
                    <a:pt x="12998" y="31647"/>
                    <a:pt x="13714" y="35867"/>
                    <a:pt x="16788" y="38083"/>
                  </a:cubicBezTo>
                  <a:cubicBezTo>
                    <a:pt x="18294" y="39123"/>
                    <a:pt x="20161" y="39531"/>
                    <a:pt x="21974" y="39215"/>
                  </a:cubicBezTo>
                  <a:cubicBezTo>
                    <a:pt x="23771" y="38906"/>
                    <a:pt x="25379" y="37934"/>
                    <a:pt x="26469" y="36497"/>
                  </a:cubicBezTo>
                  <a:lnTo>
                    <a:pt x="35228" y="24948"/>
                  </a:lnTo>
                  <a:cubicBezTo>
                    <a:pt x="37432" y="21960"/>
                    <a:pt x="36754" y="17783"/>
                    <a:pt x="33713" y="15618"/>
                  </a:cubicBezTo>
                  <a:cubicBezTo>
                    <a:pt x="33680" y="15595"/>
                    <a:pt x="33648" y="15572"/>
                    <a:pt x="33615" y="15550"/>
                  </a:cubicBezTo>
                  <a:cubicBezTo>
                    <a:pt x="32560" y="14438"/>
                    <a:pt x="31122" y="13752"/>
                    <a:pt x="29581" y="1362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B3084605-EC82-3D4D-8007-D94EB1FDB671}"/>
                </a:ext>
              </a:extLst>
            </p:cNvPr>
            <p:cNvSpPr/>
            <p:nvPr/>
          </p:nvSpPr>
          <p:spPr>
            <a:xfrm>
              <a:off x="4705985" y="2607292"/>
              <a:ext cx="70813" cy="81120"/>
            </a:xfrm>
            <a:custGeom>
              <a:avLst/>
              <a:gdLst>
                <a:gd name="connsiteX0" fmla="*/ 21420 w 70813"/>
                <a:gd name="connsiteY0" fmla="*/ 81121 h 81120"/>
                <a:gd name="connsiteX1" fmla="*/ 9088 w 70813"/>
                <a:gd name="connsiteY1" fmla="*/ 77271 h 81120"/>
                <a:gd name="connsiteX2" fmla="*/ 3902 w 70813"/>
                <a:gd name="connsiteY2" fmla="*/ 47944 h 81120"/>
                <a:gd name="connsiteX3" fmla="*/ 30525 w 70813"/>
                <a:gd name="connsiteY3" fmla="*/ 11031 h 81120"/>
                <a:gd name="connsiteX4" fmla="*/ 59586 w 70813"/>
                <a:gd name="connsiteY4" fmla="*/ 2548 h 81120"/>
                <a:gd name="connsiteX5" fmla="*/ 68220 w 70813"/>
                <a:gd name="connsiteY5" fmla="*/ 31099 h 81120"/>
                <a:gd name="connsiteX6" fmla="*/ 65101 w 70813"/>
                <a:gd name="connsiteY6" fmla="*/ 35375 h 81120"/>
                <a:gd name="connsiteX7" fmla="*/ 38593 w 70813"/>
                <a:gd name="connsiteY7" fmla="*/ 72175 h 81120"/>
                <a:gd name="connsiteX8" fmla="*/ 21420 w 70813"/>
                <a:gd name="connsiteY8" fmla="*/ 81121 h 81120"/>
                <a:gd name="connsiteX9" fmla="*/ 48044 w 70813"/>
                <a:gd name="connsiteY9" fmla="*/ 15900 h 81120"/>
                <a:gd name="connsiteX10" fmla="*/ 41935 w 70813"/>
                <a:gd name="connsiteY10" fmla="*/ 18957 h 81120"/>
                <a:gd name="connsiteX11" fmla="*/ 15312 w 70813"/>
                <a:gd name="connsiteY11" fmla="*/ 55870 h 81120"/>
                <a:gd name="connsiteX12" fmla="*/ 17035 w 70813"/>
                <a:gd name="connsiteY12" fmla="*/ 65978 h 81120"/>
                <a:gd name="connsiteX13" fmla="*/ 17156 w 70813"/>
                <a:gd name="connsiteY13" fmla="*/ 66061 h 81120"/>
                <a:gd name="connsiteX14" fmla="*/ 27459 w 70813"/>
                <a:gd name="connsiteY14" fmla="*/ 64458 h 81120"/>
                <a:gd name="connsiteX15" fmla="*/ 27529 w 70813"/>
                <a:gd name="connsiteY15" fmla="*/ 64362 h 81120"/>
                <a:gd name="connsiteX16" fmla="*/ 54037 w 70813"/>
                <a:gd name="connsiteY16" fmla="*/ 27449 h 81120"/>
                <a:gd name="connsiteX17" fmla="*/ 52405 w 70813"/>
                <a:gd name="connsiteY17" fmla="*/ 17327 h 81120"/>
                <a:gd name="connsiteX18" fmla="*/ 52308 w 70813"/>
                <a:gd name="connsiteY18" fmla="*/ 17259 h 81120"/>
                <a:gd name="connsiteX19" fmla="*/ 48044 w 70813"/>
                <a:gd name="connsiteY19" fmla="*/ 15900 h 8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813" h="81120">
                  <a:moveTo>
                    <a:pt x="21420" y="81121"/>
                  </a:moveTo>
                  <a:cubicBezTo>
                    <a:pt x="17002" y="81131"/>
                    <a:pt x="12690" y="79785"/>
                    <a:pt x="9088" y="77271"/>
                  </a:cubicBezTo>
                  <a:cubicBezTo>
                    <a:pt x="-580" y="70575"/>
                    <a:pt x="-2901" y="57451"/>
                    <a:pt x="3902" y="47944"/>
                  </a:cubicBezTo>
                  <a:lnTo>
                    <a:pt x="30525" y="11031"/>
                  </a:lnTo>
                  <a:cubicBezTo>
                    <a:pt x="36166" y="804"/>
                    <a:pt x="49177" y="-2994"/>
                    <a:pt x="59586" y="2548"/>
                  </a:cubicBezTo>
                  <a:cubicBezTo>
                    <a:pt x="69995" y="8090"/>
                    <a:pt x="73861" y="20872"/>
                    <a:pt x="68220" y="31099"/>
                  </a:cubicBezTo>
                  <a:cubicBezTo>
                    <a:pt x="67367" y="32647"/>
                    <a:pt x="66319" y="34084"/>
                    <a:pt x="65101" y="35375"/>
                  </a:cubicBezTo>
                  <a:lnTo>
                    <a:pt x="38593" y="72175"/>
                  </a:lnTo>
                  <a:cubicBezTo>
                    <a:pt x="34678" y="77711"/>
                    <a:pt x="28280" y="81043"/>
                    <a:pt x="21420" y="81121"/>
                  </a:cubicBezTo>
                  <a:close/>
                  <a:moveTo>
                    <a:pt x="48044" y="15900"/>
                  </a:moveTo>
                  <a:cubicBezTo>
                    <a:pt x="45610" y="15830"/>
                    <a:pt x="43308" y="16982"/>
                    <a:pt x="41935" y="18957"/>
                  </a:cubicBezTo>
                  <a:lnTo>
                    <a:pt x="15312" y="55870"/>
                  </a:lnTo>
                  <a:cubicBezTo>
                    <a:pt x="12947" y="59129"/>
                    <a:pt x="13718" y="63654"/>
                    <a:pt x="17035" y="65978"/>
                  </a:cubicBezTo>
                  <a:cubicBezTo>
                    <a:pt x="17075" y="66006"/>
                    <a:pt x="17115" y="66034"/>
                    <a:pt x="17156" y="66061"/>
                  </a:cubicBezTo>
                  <a:cubicBezTo>
                    <a:pt x="20451" y="68414"/>
                    <a:pt x="25064" y="67696"/>
                    <a:pt x="27459" y="64458"/>
                  </a:cubicBezTo>
                  <a:cubicBezTo>
                    <a:pt x="27482" y="64426"/>
                    <a:pt x="27506" y="64395"/>
                    <a:pt x="27529" y="64362"/>
                  </a:cubicBezTo>
                  <a:lnTo>
                    <a:pt x="54037" y="27449"/>
                  </a:lnTo>
                  <a:cubicBezTo>
                    <a:pt x="56431" y="24211"/>
                    <a:pt x="55701" y="19680"/>
                    <a:pt x="52405" y="17327"/>
                  </a:cubicBezTo>
                  <a:cubicBezTo>
                    <a:pt x="52373" y="17304"/>
                    <a:pt x="52341" y="17281"/>
                    <a:pt x="52308" y="17259"/>
                  </a:cubicBezTo>
                  <a:cubicBezTo>
                    <a:pt x="51061" y="16389"/>
                    <a:pt x="49573" y="15914"/>
                    <a:pt x="48044" y="1590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97919295-CF42-7C49-8E5A-0AD4FAFBAB0E}"/>
                </a:ext>
              </a:extLst>
            </p:cNvPr>
            <p:cNvSpPr/>
            <p:nvPr/>
          </p:nvSpPr>
          <p:spPr>
            <a:xfrm>
              <a:off x="4735827" y="2627744"/>
              <a:ext cx="61842" cy="68368"/>
            </a:xfrm>
            <a:custGeom>
              <a:avLst/>
              <a:gdLst>
                <a:gd name="connsiteX0" fmla="*/ 21429 w 61842"/>
                <a:gd name="connsiteY0" fmla="*/ 68368 h 68368"/>
                <a:gd name="connsiteX1" fmla="*/ 9097 w 61842"/>
                <a:gd name="connsiteY1" fmla="*/ 64519 h 68368"/>
                <a:gd name="connsiteX2" fmla="*/ 3911 w 61842"/>
                <a:gd name="connsiteY2" fmla="*/ 35079 h 68368"/>
                <a:gd name="connsiteX3" fmla="*/ 22927 w 61842"/>
                <a:gd name="connsiteY3" fmla="*/ 8809 h 68368"/>
                <a:gd name="connsiteX4" fmla="*/ 52778 w 61842"/>
                <a:gd name="connsiteY4" fmla="*/ 3827 h 68368"/>
                <a:gd name="connsiteX5" fmla="*/ 61537 w 61842"/>
                <a:gd name="connsiteY5" fmla="*/ 17415 h 68368"/>
                <a:gd name="connsiteX6" fmla="*/ 57849 w 61842"/>
                <a:gd name="connsiteY6" fmla="*/ 33154 h 68368"/>
                <a:gd name="connsiteX7" fmla="*/ 38948 w 61842"/>
                <a:gd name="connsiteY7" fmla="*/ 59423 h 68368"/>
                <a:gd name="connsiteX8" fmla="*/ 21429 w 61842"/>
                <a:gd name="connsiteY8" fmla="*/ 68368 h 68368"/>
                <a:gd name="connsiteX9" fmla="*/ 40446 w 61842"/>
                <a:gd name="connsiteY9" fmla="*/ 13678 h 68368"/>
                <a:gd name="connsiteX10" fmla="*/ 39178 w 61842"/>
                <a:gd name="connsiteY10" fmla="*/ 13678 h 68368"/>
                <a:gd name="connsiteX11" fmla="*/ 34337 w 61842"/>
                <a:gd name="connsiteY11" fmla="*/ 16622 h 68368"/>
                <a:gd name="connsiteX12" fmla="*/ 15321 w 61842"/>
                <a:gd name="connsiteY12" fmla="*/ 42891 h 68368"/>
                <a:gd name="connsiteX13" fmla="*/ 17102 w 61842"/>
                <a:gd name="connsiteY13" fmla="*/ 53152 h 68368"/>
                <a:gd name="connsiteX14" fmla="*/ 17165 w 61842"/>
                <a:gd name="connsiteY14" fmla="*/ 53195 h 68368"/>
                <a:gd name="connsiteX15" fmla="*/ 27538 w 61842"/>
                <a:gd name="connsiteY15" fmla="*/ 51384 h 68368"/>
                <a:gd name="connsiteX16" fmla="*/ 46439 w 61842"/>
                <a:gd name="connsiteY16" fmla="*/ 25114 h 68368"/>
                <a:gd name="connsiteX17" fmla="*/ 47707 w 61842"/>
                <a:gd name="connsiteY17" fmla="*/ 19679 h 68368"/>
                <a:gd name="connsiteX18" fmla="*/ 44710 w 61842"/>
                <a:gd name="connsiteY18" fmla="*/ 14924 h 68368"/>
                <a:gd name="connsiteX19" fmla="*/ 40446 w 61842"/>
                <a:gd name="connsiteY19" fmla="*/ 13678 h 6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842" h="68368">
                  <a:moveTo>
                    <a:pt x="21429" y="68368"/>
                  </a:moveTo>
                  <a:cubicBezTo>
                    <a:pt x="17011" y="68379"/>
                    <a:pt x="12699" y="67033"/>
                    <a:pt x="9097" y="64519"/>
                  </a:cubicBezTo>
                  <a:cubicBezTo>
                    <a:pt x="-586" y="57781"/>
                    <a:pt x="-2904" y="44621"/>
                    <a:pt x="3911" y="35079"/>
                  </a:cubicBezTo>
                  <a:lnTo>
                    <a:pt x="22927" y="8809"/>
                  </a:lnTo>
                  <a:cubicBezTo>
                    <a:pt x="29815" y="-595"/>
                    <a:pt x="43116" y="-2815"/>
                    <a:pt x="52778" y="3827"/>
                  </a:cubicBezTo>
                  <a:cubicBezTo>
                    <a:pt x="57450" y="7004"/>
                    <a:pt x="60611" y="11907"/>
                    <a:pt x="61537" y="17415"/>
                  </a:cubicBezTo>
                  <a:cubicBezTo>
                    <a:pt x="62498" y="22934"/>
                    <a:pt x="61170" y="28603"/>
                    <a:pt x="57849" y="33154"/>
                  </a:cubicBezTo>
                  <a:lnTo>
                    <a:pt x="38948" y="59423"/>
                  </a:lnTo>
                  <a:cubicBezTo>
                    <a:pt x="34923" y="65012"/>
                    <a:pt x="28397" y="68344"/>
                    <a:pt x="21429" y="68368"/>
                  </a:cubicBezTo>
                  <a:close/>
                  <a:moveTo>
                    <a:pt x="40446" y="13678"/>
                  </a:moveTo>
                  <a:lnTo>
                    <a:pt x="39178" y="13678"/>
                  </a:lnTo>
                  <a:cubicBezTo>
                    <a:pt x="37233" y="13995"/>
                    <a:pt x="35494" y="15053"/>
                    <a:pt x="34337" y="16622"/>
                  </a:cubicBezTo>
                  <a:lnTo>
                    <a:pt x="15321" y="42891"/>
                  </a:lnTo>
                  <a:cubicBezTo>
                    <a:pt x="12929" y="46208"/>
                    <a:pt x="13726" y="50802"/>
                    <a:pt x="17102" y="53152"/>
                  </a:cubicBezTo>
                  <a:cubicBezTo>
                    <a:pt x="17123" y="53167"/>
                    <a:pt x="17144" y="53181"/>
                    <a:pt x="17165" y="53195"/>
                  </a:cubicBezTo>
                  <a:cubicBezTo>
                    <a:pt x="20544" y="55486"/>
                    <a:pt x="25169" y="54678"/>
                    <a:pt x="27538" y="51384"/>
                  </a:cubicBezTo>
                  <a:lnTo>
                    <a:pt x="46439" y="25114"/>
                  </a:lnTo>
                  <a:cubicBezTo>
                    <a:pt x="47648" y="23571"/>
                    <a:pt x="48111" y="21586"/>
                    <a:pt x="47707" y="19679"/>
                  </a:cubicBezTo>
                  <a:cubicBezTo>
                    <a:pt x="47435" y="17750"/>
                    <a:pt x="46347" y="16023"/>
                    <a:pt x="44710" y="14924"/>
                  </a:cubicBezTo>
                  <a:cubicBezTo>
                    <a:pt x="43456" y="14080"/>
                    <a:pt x="41965" y="13645"/>
                    <a:pt x="40446" y="1367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02F9D12C-DD78-1942-BECA-BB1C1A1FF998}"/>
                </a:ext>
              </a:extLst>
            </p:cNvPr>
            <p:cNvSpPr/>
            <p:nvPr/>
          </p:nvSpPr>
          <p:spPr>
            <a:xfrm>
              <a:off x="4761396" y="2646799"/>
              <a:ext cx="58881" cy="63919"/>
            </a:xfrm>
            <a:custGeom>
              <a:avLst/>
              <a:gdLst>
                <a:gd name="connsiteX0" fmla="*/ 21907 w 58881"/>
                <a:gd name="connsiteY0" fmla="*/ 63806 h 63919"/>
                <a:gd name="connsiteX1" fmla="*/ 0 w 58881"/>
                <a:gd name="connsiteY1" fmla="*/ 42302 h 63919"/>
                <a:gd name="connsiteX2" fmla="*/ 4043 w 58881"/>
                <a:gd name="connsiteY2" fmla="*/ 29837 h 63919"/>
                <a:gd name="connsiteX3" fmla="*/ 18911 w 58881"/>
                <a:gd name="connsiteY3" fmla="*/ 9116 h 63919"/>
                <a:gd name="connsiteX4" fmla="*/ 49602 w 58881"/>
                <a:gd name="connsiteY4" fmla="*/ 3989 h 63919"/>
                <a:gd name="connsiteX5" fmla="*/ 58558 w 58881"/>
                <a:gd name="connsiteY5" fmla="*/ 17948 h 63919"/>
                <a:gd name="connsiteX6" fmla="*/ 54869 w 58881"/>
                <a:gd name="connsiteY6" fmla="*/ 34140 h 63919"/>
                <a:gd name="connsiteX7" fmla="*/ 39887 w 58881"/>
                <a:gd name="connsiteY7" fmla="*/ 54748 h 63919"/>
                <a:gd name="connsiteX8" fmla="*/ 21907 w 58881"/>
                <a:gd name="connsiteY8" fmla="*/ 63920 h 63919"/>
                <a:gd name="connsiteX9" fmla="*/ 36890 w 58881"/>
                <a:gd name="connsiteY9" fmla="*/ 13419 h 63919"/>
                <a:gd name="connsiteX10" fmla="*/ 35507 w 58881"/>
                <a:gd name="connsiteY10" fmla="*/ 13419 h 63919"/>
                <a:gd name="connsiteX11" fmla="*/ 30321 w 58881"/>
                <a:gd name="connsiteY11" fmla="*/ 16703 h 63919"/>
                <a:gd name="connsiteX12" fmla="*/ 15684 w 58881"/>
                <a:gd name="connsiteY12" fmla="*/ 37650 h 63919"/>
                <a:gd name="connsiteX13" fmla="*/ 17314 w 58881"/>
                <a:gd name="connsiteY13" fmla="*/ 48744 h 63919"/>
                <a:gd name="connsiteX14" fmla="*/ 17643 w 58881"/>
                <a:gd name="connsiteY14" fmla="*/ 48973 h 63919"/>
                <a:gd name="connsiteX15" fmla="*/ 23636 w 58881"/>
                <a:gd name="connsiteY15" fmla="*/ 50332 h 63919"/>
                <a:gd name="connsiteX16" fmla="*/ 28938 w 58881"/>
                <a:gd name="connsiteY16" fmla="*/ 47048 h 63919"/>
                <a:gd name="connsiteX17" fmla="*/ 43805 w 58881"/>
                <a:gd name="connsiteY17" fmla="*/ 26440 h 63919"/>
                <a:gd name="connsiteX18" fmla="*/ 45188 w 58881"/>
                <a:gd name="connsiteY18" fmla="*/ 20439 h 63919"/>
                <a:gd name="connsiteX19" fmla="*/ 41846 w 58881"/>
                <a:gd name="connsiteY19" fmla="*/ 15344 h 63919"/>
                <a:gd name="connsiteX20" fmla="*/ 36890 w 58881"/>
                <a:gd name="connsiteY20" fmla="*/ 13419 h 63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881" h="63919">
                  <a:moveTo>
                    <a:pt x="21907" y="63806"/>
                  </a:moveTo>
                  <a:cubicBezTo>
                    <a:pt x="9813" y="63812"/>
                    <a:pt x="5" y="54184"/>
                    <a:pt x="0" y="42302"/>
                  </a:cubicBezTo>
                  <a:cubicBezTo>
                    <a:pt x="-2" y="37835"/>
                    <a:pt x="1411" y="33479"/>
                    <a:pt x="4043" y="29837"/>
                  </a:cubicBezTo>
                  <a:lnTo>
                    <a:pt x="18911" y="9116"/>
                  </a:lnTo>
                  <a:cubicBezTo>
                    <a:pt x="25945" y="-626"/>
                    <a:pt x="39685" y="-2922"/>
                    <a:pt x="49602" y="3989"/>
                  </a:cubicBezTo>
                  <a:cubicBezTo>
                    <a:pt x="54347" y="7296"/>
                    <a:pt x="57567" y="12315"/>
                    <a:pt x="58558" y="17948"/>
                  </a:cubicBezTo>
                  <a:cubicBezTo>
                    <a:pt x="59555" y="23612"/>
                    <a:pt x="58229" y="29434"/>
                    <a:pt x="54869" y="34140"/>
                  </a:cubicBezTo>
                  <a:lnTo>
                    <a:pt x="39887" y="54748"/>
                  </a:lnTo>
                  <a:cubicBezTo>
                    <a:pt x="35753" y="60479"/>
                    <a:pt x="29057" y="63895"/>
                    <a:pt x="21907" y="63920"/>
                  </a:cubicBezTo>
                  <a:close/>
                  <a:moveTo>
                    <a:pt x="36890" y="13419"/>
                  </a:moveTo>
                  <a:lnTo>
                    <a:pt x="35507" y="13419"/>
                  </a:lnTo>
                  <a:cubicBezTo>
                    <a:pt x="33430" y="13859"/>
                    <a:pt x="31587" y="15026"/>
                    <a:pt x="30321" y="16703"/>
                  </a:cubicBezTo>
                  <a:lnTo>
                    <a:pt x="15684" y="37650"/>
                  </a:lnTo>
                  <a:cubicBezTo>
                    <a:pt x="13016" y="41156"/>
                    <a:pt x="13746" y="46123"/>
                    <a:pt x="17314" y="48744"/>
                  </a:cubicBezTo>
                  <a:cubicBezTo>
                    <a:pt x="17422" y="48823"/>
                    <a:pt x="17532" y="48900"/>
                    <a:pt x="17643" y="48973"/>
                  </a:cubicBezTo>
                  <a:cubicBezTo>
                    <a:pt x="19374" y="50198"/>
                    <a:pt x="21534" y="50687"/>
                    <a:pt x="23636" y="50332"/>
                  </a:cubicBezTo>
                  <a:cubicBezTo>
                    <a:pt x="25796" y="50023"/>
                    <a:pt x="27722" y="48830"/>
                    <a:pt x="28938" y="47048"/>
                  </a:cubicBezTo>
                  <a:lnTo>
                    <a:pt x="43805" y="26440"/>
                  </a:lnTo>
                  <a:cubicBezTo>
                    <a:pt x="45058" y="24699"/>
                    <a:pt x="45556" y="22541"/>
                    <a:pt x="45188" y="20439"/>
                  </a:cubicBezTo>
                  <a:cubicBezTo>
                    <a:pt x="44830" y="18363"/>
                    <a:pt x="43622" y="16522"/>
                    <a:pt x="41846" y="15344"/>
                  </a:cubicBezTo>
                  <a:cubicBezTo>
                    <a:pt x="40450" y="14192"/>
                    <a:pt x="38711" y="13516"/>
                    <a:pt x="36890" y="1341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2FC031AB-09AC-2A46-9526-2E7012AC3C9A}"/>
                </a:ext>
              </a:extLst>
            </p:cNvPr>
            <p:cNvSpPr/>
            <p:nvPr/>
          </p:nvSpPr>
          <p:spPr>
            <a:xfrm>
              <a:off x="4800887" y="2661197"/>
              <a:ext cx="60504" cy="41821"/>
            </a:xfrm>
            <a:custGeom>
              <a:avLst/>
              <a:gdLst>
                <a:gd name="connsiteX0" fmla="*/ 44076 w 60504"/>
                <a:gd name="connsiteY0" fmla="*/ 41822 h 41821"/>
                <a:gd name="connsiteX1" fmla="*/ 37046 w 60504"/>
                <a:gd name="connsiteY1" fmla="*/ 40350 h 41821"/>
                <a:gd name="connsiteX2" fmla="*/ 4083 w 60504"/>
                <a:gd name="connsiteY2" fmla="*/ 25517 h 41821"/>
                <a:gd name="connsiteX3" fmla="*/ 626 w 60504"/>
                <a:gd name="connsiteY3" fmla="*/ 16458 h 41821"/>
                <a:gd name="connsiteX4" fmla="*/ 9846 w 60504"/>
                <a:gd name="connsiteY4" fmla="*/ 13061 h 41821"/>
                <a:gd name="connsiteX5" fmla="*/ 42808 w 60504"/>
                <a:gd name="connsiteY5" fmla="*/ 27895 h 41821"/>
                <a:gd name="connsiteX6" fmla="*/ 46496 w 60504"/>
                <a:gd name="connsiteY6" fmla="*/ 26876 h 41821"/>
                <a:gd name="connsiteX7" fmla="*/ 46496 w 60504"/>
                <a:gd name="connsiteY7" fmla="*/ 24498 h 41821"/>
                <a:gd name="connsiteX8" fmla="*/ 44998 w 60504"/>
                <a:gd name="connsiteY8" fmla="*/ 22573 h 41821"/>
                <a:gd name="connsiteX9" fmla="*/ 26673 w 60504"/>
                <a:gd name="connsiteY9" fmla="*/ 12948 h 41821"/>
                <a:gd name="connsiteX10" fmla="*/ 23907 w 60504"/>
                <a:gd name="connsiteY10" fmla="*/ 3663 h 41821"/>
                <a:gd name="connsiteX11" fmla="*/ 33231 w 60504"/>
                <a:gd name="connsiteY11" fmla="*/ 766 h 41821"/>
                <a:gd name="connsiteX12" fmla="*/ 33358 w 60504"/>
                <a:gd name="connsiteY12" fmla="*/ 833 h 41821"/>
                <a:gd name="connsiteX13" fmla="*/ 51683 w 60504"/>
                <a:gd name="connsiteY13" fmla="*/ 10570 h 41821"/>
                <a:gd name="connsiteX14" fmla="*/ 58427 w 60504"/>
                <a:gd name="connsiteY14" fmla="*/ 33158 h 41821"/>
                <a:gd name="connsiteX15" fmla="*/ 43615 w 60504"/>
                <a:gd name="connsiteY15" fmla="*/ 41822 h 4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504" h="41821">
                  <a:moveTo>
                    <a:pt x="44076" y="41822"/>
                  </a:moveTo>
                  <a:cubicBezTo>
                    <a:pt x="41653" y="41824"/>
                    <a:pt x="39257" y="41322"/>
                    <a:pt x="37046" y="40350"/>
                  </a:cubicBezTo>
                  <a:lnTo>
                    <a:pt x="4083" y="25517"/>
                  </a:lnTo>
                  <a:cubicBezTo>
                    <a:pt x="583" y="23953"/>
                    <a:pt x="-965" y="19898"/>
                    <a:pt x="626" y="16458"/>
                  </a:cubicBezTo>
                  <a:cubicBezTo>
                    <a:pt x="2217" y="13019"/>
                    <a:pt x="6345" y="11498"/>
                    <a:pt x="9846" y="13061"/>
                  </a:cubicBezTo>
                  <a:lnTo>
                    <a:pt x="42808" y="27895"/>
                  </a:lnTo>
                  <a:cubicBezTo>
                    <a:pt x="44127" y="28472"/>
                    <a:pt x="45677" y="28044"/>
                    <a:pt x="46496" y="26876"/>
                  </a:cubicBezTo>
                  <a:cubicBezTo>
                    <a:pt x="46852" y="26121"/>
                    <a:pt x="46852" y="25252"/>
                    <a:pt x="46496" y="24498"/>
                  </a:cubicBezTo>
                  <a:cubicBezTo>
                    <a:pt x="46288" y="23681"/>
                    <a:pt x="45746" y="22984"/>
                    <a:pt x="44998" y="22573"/>
                  </a:cubicBezTo>
                  <a:lnTo>
                    <a:pt x="26673" y="12948"/>
                  </a:lnTo>
                  <a:cubicBezTo>
                    <a:pt x="23330" y="11110"/>
                    <a:pt x="22100" y="6982"/>
                    <a:pt x="23907" y="3663"/>
                  </a:cubicBezTo>
                  <a:cubicBezTo>
                    <a:pt x="25667" y="334"/>
                    <a:pt x="29842" y="-963"/>
                    <a:pt x="33231" y="766"/>
                  </a:cubicBezTo>
                  <a:cubicBezTo>
                    <a:pt x="33274" y="788"/>
                    <a:pt x="33316" y="810"/>
                    <a:pt x="33358" y="833"/>
                  </a:cubicBezTo>
                  <a:lnTo>
                    <a:pt x="51683" y="10570"/>
                  </a:lnTo>
                  <a:cubicBezTo>
                    <a:pt x="59894" y="14978"/>
                    <a:pt x="62913" y="25091"/>
                    <a:pt x="58427" y="33158"/>
                  </a:cubicBezTo>
                  <a:cubicBezTo>
                    <a:pt x="55466" y="38482"/>
                    <a:pt x="49791" y="41802"/>
                    <a:pt x="43615" y="4182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5C7F3F5C-5CB5-A64F-ABB8-5BB8ACE4EB68}"/>
                </a:ext>
              </a:extLst>
            </p:cNvPr>
            <p:cNvSpPr/>
            <p:nvPr/>
          </p:nvSpPr>
          <p:spPr>
            <a:xfrm>
              <a:off x="4817519" y="2625860"/>
              <a:ext cx="73211" cy="67647"/>
            </a:xfrm>
            <a:custGeom>
              <a:avLst/>
              <a:gdLst>
                <a:gd name="connsiteX0" fmla="*/ 53722 w 73211"/>
                <a:gd name="connsiteY0" fmla="*/ 67648 h 67647"/>
                <a:gd name="connsiteX1" fmla="*/ 44963 w 73211"/>
                <a:gd name="connsiteY1" fmla="*/ 65610 h 67647"/>
                <a:gd name="connsiteX2" fmla="*/ 26983 w 73211"/>
                <a:gd name="connsiteY2" fmla="*/ 57004 h 67647"/>
                <a:gd name="connsiteX3" fmla="*/ 23695 w 73211"/>
                <a:gd name="connsiteY3" fmla="*/ 47956 h 67647"/>
                <a:gd name="connsiteX4" fmla="*/ 23756 w 73211"/>
                <a:gd name="connsiteY4" fmla="*/ 47833 h 67647"/>
                <a:gd name="connsiteX5" fmla="*/ 33092 w 73211"/>
                <a:gd name="connsiteY5" fmla="*/ 44662 h 67647"/>
                <a:gd name="connsiteX6" fmla="*/ 51186 w 73211"/>
                <a:gd name="connsiteY6" fmla="*/ 53381 h 67647"/>
                <a:gd name="connsiteX7" fmla="*/ 58956 w 73211"/>
                <a:gd name="connsiteY7" fmla="*/ 50478 h 67647"/>
                <a:gd name="connsiteX8" fmla="*/ 59369 w 73211"/>
                <a:gd name="connsiteY8" fmla="*/ 47040 h 67647"/>
                <a:gd name="connsiteX9" fmla="*/ 56603 w 73211"/>
                <a:gd name="connsiteY9" fmla="*/ 43303 h 67647"/>
                <a:gd name="connsiteX10" fmla="*/ 3472 w 73211"/>
                <a:gd name="connsiteY10" fmla="*/ 12844 h 67647"/>
                <a:gd name="connsiteX11" fmla="*/ 936 w 73211"/>
                <a:gd name="connsiteY11" fmla="*/ 3446 h 67647"/>
                <a:gd name="connsiteX12" fmla="*/ 10179 w 73211"/>
                <a:gd name="connsiteY12" fmla="*/ 837 h 67647"/>
                <a:gd name="connsiteX13" fmla="*/ 10387 w 73211"/>
                <a:gd name="connsiteY13" fmla="*/ 955 h 67647"/>
                <a:gd name="connsiteX14" fmla="*/ 63288 w 73211"/>
                <a:gd name="connsiteY14" fmla="*/ 31301 h 67647"/>
                <a:gd name="connsiteX15" fmla="*/ 70557 w 73211"/>
                <a:gd name="connsiteY15" fmla="*/ 57901 h 67647"/>
                <a:gd name="connsiteX16" fmla="*/ 53376 w 73211"/>
                <a:gd name="connsiteY16" fmla="*/ 67648 h 6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11" h="67647">
                  <a:moveTo>
                    <a:pt x="53722" y="67648"/>
                  </a:moveTo>
                  <a:cubicBezTo>
                    <a:pt x="50684" y="67622"/>
                    <a:pt x="47690" y="66925"/>
                    <a:pt x="44963" y="65610"/>
                  </a:cubicBezTo>
                  <a:lnTo>
                    <a:pt x="26983" y="57004"/>
                  </a:lnTo>
                  <a:cubicBezTo>
                    <a:pt x="23532" y="55398"/>
                    <a:pt x="22060" y="51346"/>
                    <a:pt x="23695" y="47956"/>
                  </a:cubicBezTo>
                  <a:cubicBezTo>
                    <a:pt x="23715" y="47914"/>
                    <a:pt x="23736" y="47873"/>
                    <a:pt x="23756" y="47833"/>
                  </a:cubicBezTo>
                  <a:cubicBezTo>
                    <a:pt x="25461" y="44444"/>
                    <a:pt x="29621" y="43031"/>
                    <a:pt x="33092" y="44662"/>
                  </a:cubicBezTo>
                  <a:lnTo>
                    <a:pt x="51186" y="53381"/>
                  </a:lnTo>
                  <a:cubicBezTo>
                    <a:pt x="54148" y="54687"/>
                    <a:pt x="57626" y="53387"/>
                    <a:pt x="58956" y="50478"/>
                  </a:cubicBezTo>
                  <a:cubicBezTo>
                    <a:pt x="59448" y="49400"/>
                    <a:pt x="59593" y="48200"/>
                    <a:pt x="59369" y="47040"/>
                  </a:cubicBezTo>
                  <a:cubicBezTo>
                    <a:pt x="59017" y="45470"/>
                    <a:pt x="58014" y="44116"/>
                    <a:pt x="56603" y="43303"/>
                  </a:cubicBezTo>
                  <a:lnTo>
                    <a:pt x="3472" y="12844"/>
                  </a:lnTo>
                  <a:cubicBezTo>
                    <a:pt x="145" y="10925"/>
                    <a:pt x="-986" y="6732"/>
                    <a:pt x="936" y="3446"/>
                  </a:cubicBezTo>
                  <a:cubicBezTo>
                    <a:pt x="2755" y="218"/>
                    <a:pt x="6893" y="-950"/>
                    <a:pt x="10179" y="837"/>
                  </a:cubicBezTo>
                  <a:cubicBezTo>
                    <a:pt x="10249" y="875"/>
                    <a:pt x="10318" y="915"/>
                    <a:pt x="10387" y="955"/>
                  </a:cubicBezTo>
                  <a:lnTo>
                    <a:pt x="63288" y="31301"/>
                  </a:lnTo>
                  <a:cubicBezTo>
                    <a:pt x="72772" y="36674"/>
                    <a:pt x="76027" y="48584"/>
                    <a:pt x="70557" y="57901"/>
                  </a:cubicBezTo>
                  <a:cubicBezTo>
                    <a:pt x="67016" y="63935"/>
                    <a:pt x="60465" y="67651"/>
                    <a:pt x="53376" y="6764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35BD6613-80EC-CF40-A4BA-54A4067C5A0D}"/>
                </a:ext>
              </a:extLst>
            </p:cNvPr>
            <p:cNvSpPr/>
            <p:nvPr/>
          </p:nvSpPr>
          <p:spPr>
            <a:xfrm>
              <a:off x="4833249" y="2604846"/>
              <a:ext cx="77324" cy="70205"/>
            </a:xfrm>
            <a:custGeom>
              <a:avLst/>
              <a:gdLst>
                <a:gd name="connsiteX0" fmla="*/ 56663 w 77324"/>
                <a:gd name="connsiteY0" fmla="*/ 70205 h 70205"/>
                <a:gd name="connsiteX1" fmla="*/ 46290 w 77324"/>
                <a:gd name="connsiteY1" fmla="*/ 67488 h 70205"/>
                <a:gd name="connsiteX2" fmla="*/ 4684 w 77324"/>
                <a:gd name="connsiteY2" fmla="*/ 44049 h 70205"/>
                <a:gd name="connsiteX3" fmla="*/ 372 w 77324"/>
                <a:gd name="connsiteY3" fmla="*/ 35425 h 70205"/>
                <a:gd name="connsiteX4" fmla="*/ 9150 w 77324"/>
                <a:gd name="connsiteY4" fmla="*/ 31189 h 70205"/>
                <a:gd name="connsiteX5" fmla="*/ 11714 w 77324"/>
                <a:gd name="connsiteY5" fmla="*/ 32726 h 70205"/>
                <a:gd name="connsiteX6" fmla="*/ 53436 w 77324"/>
                <a:gd name="connsiteY6" fmla="*/ 55372 h 70205"/>
                <a:gd name="connsiteX7" fmla="*/ 58507 w 77324"/>
                <a:gd name="connsiteY7" fmla="*/ 56051 h 70205"/>
                <a:gd name="connsiteX8" fmla="*/ 62541 w 77324"/>
                <a:gd name="connsiteY8" fmla="*/ 52881 h 70205"/>
                <a:gd name="connsiteX9" fmla="*/ 60235 w 77324"/>
                <a:gd name="connsiteY9" fmla="*/ 44162 h 70205"/>
                <a:gd name="connsiteX10" fmla="*/ 8026 w 77324"/>
                <a:gd name="connsiteY10" fmla="*/ 12684 h 70205"/>
                <a:gd name="connsiteX11" fmla="*/ 5721 w 77324"/>
                <a:gd name="connsiteY11" fmla="*/ 3286 h 70205"/>
                <a:gd name="connsiteX12" fmla="*/ 15214 w 77324"/>
                <a:gd name="connsiteY12" fmla="*/ 977 h 70205"/>
                <a:gd name="connsiteX13" fmla="*/ 15287 w 77324"/>
                <a:gd name="connsiteY13" fmla="*/ 1021 h 70205"/>
                <a:gd name="connsiteX14" fmla="*/ 67496 w 77324"/>
                <a:gd name="connsiteY14" fmla="*/ 32726 h 70205"/>
                <a:gd name="connsiteX15" fmla="*/ 74266 w 77324"/>
                <a:gd name="connsiteY15" fmla="*/ 60607 h 70205"/>
                <a:gd name="connsiteX16" fmla="*/ 62195 w 77324"/>
                <a:gd name="connsiteY16" fmla="*/ 69526 h 70205"/>
                <a:gd name="connsiteX17" fmla="*/ 56663 w 77324"/>
                <a:gd name="connsiteY17" fmla="*/ 70205 h 70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324" h="70205">
                  <a:moveTo>
                    <a:pt x="56663" y="70205"/>
                  </a:moveTo>
                  <a:cubicBezTo>
                    <a:pt x="53023" y="70204"/>
                    <a:pt x="49447" y="69267"/>
                    <a:pt x="46290" y="67488"/>
                  </a:cubicBezTo>
                  <a:lnTo>
                    <a:pt x="4684" y="44049"/>
                  </a:lnTo>
                  <a:cubicBezTo>
                    <a:pt x="1069" y="42837"/>
                    <a:pt x="-861" y="38976"/>
                    <a:pt x="372" y="35425"/>
                  </a:cubicBezTo>
                  <a:cubicBezTo>
                    <a:pt x="1606" y="31874"/>
                    <a:pt x="5536" y="29977"/>
                    <a:pt x="9150" y="31189"/>
                  </a:cubicBezTo>
                  <a:cubicBezTo>
                    <a:pt x="10109" y="31511"/>
                    <a:pt x="10984" y="32035"/>
                    <a:pt x="11714" y="32726"/>
                  </a:cubicBezTo>
                  <a:lnTo>
                    <a:pt x="53436" y="55372"/>
                  </a:lnTo>
                  <a:cubicBezTo>
                    <a:pt x="54958" y="56275"/>
                    <a:pt x="56793" y="56521"/>
                    <a:pt x="58507" y="56051"/>
                  </a:cubicBezTo>
                  <a:cubicBezTo>
                    <a:pt x="60248" y="55605"/>
                    <a:pt x="61715" y="54452"/>
                    <a:pt x="62541" y="52881"/>
                  </a:cubicBezTo>
                  <a:cubicBezTo>
                    <a:pt x="64242" y="49833"/>
                    <a:pt x="63231" y="46011"/>
                    <a:pt x="60235" y="44162"/>
                  </a:cubicBezTo>
                  <a:lnTo>
                    <a:pt x="8026" y="12684"/>
                  </a:lnTo>
                  <a:cubicBezTo>
                    <a:pt x="4783" y="10690"/>
                    <a:pt x="3758" y="6513"/>
                    <a:pt x="5721" y="3286"/>
                  </a:cubicBezTo>
                  <a:cubicBezTo>
                    <a:pt x="7694" y="73"/>
                    <a:pt x="11944" y="-961"/>
                    <a:pt x="15214" y="977"/>
                  </a:cubicBezTo>
                  <a:cubicBezTo>
                    <a:pt x="15238" y="992"/>
                    <a:pt x="15263" y="1006"/>
                    <a:pt x="15287" y="1021"/>
                  </a:cubicBezTo>
                  <a:lnTo>
                    <a:pt x="67496" y="32726"/>
                  </a:lnTo>
                  <a:cubicBezTo>
                    <a:pt x="77202" y="38588"/>
                    <a:pt x="80233" y="51071"/>
                    <a:pt x="74266" y="60607"/>
                  </a:cubicBezTo>
                  <a:cubicBezTo>
                    <a:pt x="71534" y="64972"/>
                    <a:pt x="67221" y="68159"/>
                    <a:pt x="62195" y="69526"/>
                  </a:cubicBezTo>
                  <a:cubicBezTo>
                    <a:pt x="60385" y="69971"/>
                    <a:pt x="58528" y="70199"/>
                    <a:pt x="56663" y="7020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85EBC99A-9390-244A-9922-0092E7CB07A1}"/>
                </a:ext>
              </a:extLst>
            </p:cNvPr>
            <p:cNvSpPr/>
            <p:nvPr/>
          </p:nvSpPr>
          <p:spPr>
            <a:xfrm>
              <a:off x="4874392" y="2587729"/>
              <a:ext cx="60570" cy="68299"/>
            </a:xfrm>
            <a:custGeom>
              <a:avLst/>
              <a:gdLst>
                <a:gd name="connsiteX0" fmla="*/ 36495 w 60570"/>
                <a:gd name="connsiteY0" fmla="*/ 68300 h 68299"/>
                <a:gd name="connsiteX1" fmla="*/ 23702 w 60570"/>
                <a:gd name="connsiteY1" fmla="*/ 64676 h 68299"/>
                <a:gd name="connsiteX2" fmla="*/ 3187 w 60570"/>
                <a:gd name="connsiteY2" fmla="*/ 51994 h 68299"/>
                <a:gd name="connsiteX3" fmla="*/ 1113 w 60570"/>
                <a:gd name="connsiteY3" fmla="*/ 42483 h 68299"/>
                <a:gd name="connsiteX4" fmla="*/ 10638 w 60570"/>
                <a:gd name="connsiteY4" fmla="*/ 40307 h 68299"/>
                <a:gd name="connsiteX5" fmla="*/ 10679 w 60570"/>
                <a:gd name="connsiteY5" fmla="*/ 40332 h 68299"/>
                <a:gd name="connsiteX6" fmla="*/ 31194 w 60570"/>
                <a:gd name="connsiteY6" fmla="*/ 53014 h 68299"/>
                <a:gd name="connsiteX7" fmla="*/ 38916 w 60570"/>
                <a:gd name="connsiteY7" fmla="*/ 54259 h 68299"/>
                <a:gd name="connsiteX8" fmla="*/ 45255 w 60570"/>
                <a:gd name="connsiteY8" fmla="*/ 49617 h 68299"/>
                <a:gd name="connsiteX9" fmla="*/ 42027 w 60570"/>
                <a:gd name="connsiteY9" fmla="*/ 36482 h 68299"/>
                <a:gd name="connsiteX10" fmla="*/ 5377 w 60570"/>
                <a:gd name="connsiteY10" fmla="*/ 12477 h 68299"/>
                <a:gd name="connsiteX11" fmla="*/ 3476 w 60570"/>
                <a:gd name="connsiteY11" fmla="*/ 3022 h 68299"/>
                <a:gd name="connsiteX12" fmla="*/ 13099 w 60570"/>
                <a:gd name="connsiteY12" fmla="*/ 1154 h 68299"/>
                <a:gd name="connsiteX13" fmla="*/ 49749 w 60570"/>
                <a:gd name="connsiteY13" fmla="*/ 25046 h 68299"/>
                <a:gd name="connsiteX14" fmla="*/ 56636 w 60570"/>
                <a:gd name="connsiteY14" fmla="*/ 57659 h 68299"/>
                <a:gd name="connsiteX15" fmla="*/ 42258 w 60570"/>
                <a:gd name="connsiteY15" fmla="*/ 67620 h 68299"/>
                <a:gd name="connsiteX16" fmla="*/ 36495 w 60570"/>
                <a:gd name="connsiteY16" fmla="*/ 68300 h 6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570" h="68299">
                  <a:moveTo>
                    <a:pt x="36495" y="68300"/>
                  </a:moveTo>
                  <a:cubicBezTo>
                    <a:pt x="31970" y="68291"/>
                    <a:pt x="27538" y="67035"/>
                    <a:pt x="23702" y="64676"/>
                  </a:cubicBezTo>
                  <a:lnTo>
                    <a:pt x="3187" y="51994"/>
                  </a:lnTo>
                  <a:cubicBezTo>
                    <a:pt x="-45" y="49921"/>
                    <a:pt x="-971" y="45676"/>
                    <a:pt x="1113" y="42483"/>
                  </a:cubicBezTo>
                  <a:cubicBezTo>
                    <a:pt x="3131" y="39298"/>
                    <a:pt x="7396" y="38323"/>
                    <a:pt x="10638" y="40307"/>
                  </a:cubicBezTo>
                  <a:cubicBezTo>
                    <a:pt x="10652" y="40315"/>
                    <a:pt x="10665" y="40323"/>
                    <a:pt x="10679" y="40332"/>
                  </a:cubicBezTo>
                  <a:lnTo>
                    <a:pt x="31194" y="53014"/>
                  </a:lnTo>
                  <a:cubicBezTo>
                    <a:pt x="33469" y="54491"/>
                    <a:pt x="36279" y="54945"/>
                    <a:pt x="38916" y="54259"/>
                  </a:cubicBezTo>
                  <a:cubicBezTo>
                    <a:pt x="41605" y="53668"/>
                    <a:pt x="43910" y="51980"/>
                    <a:pt x="45255" y="49617"/>
                  </a:cubicBezTo>
                  <a:cubicBezTo>
                    <a:pt x="47949" y="45098"/>
                    <a:pt x="46523" y="39295"/>
                    <a:pt x="42027" y="36482"/>
                  </a:cubicBezTo>
                  <a:lnTo>
                    <a:pt x="5377" y="12477"/>
                  </a:lnTo>
                  <a:cubicBezTo>
                    <a:pt x="2195" y="10382"/>
                    <a:pt x="1343" y="6149"/>
                    <a:pt x="3476" y="3022"/>
                  </a:cubicBezTo>
                  <a:cubicBezTo>
                    <a:pt x="5608" y="-104"/>
                    <a:pt x="9916" y="-941"/>
                    <a:pt x="13099" y="1154"/>
                  </a:cubicBezTo>
                  <a:lnTo>
                    <a:pt x="49749" y="25046"/>
                  </a:lnTo>
                  <a:cubicBezTo>
                    <a:pt x="60818" y="32183"/>
                    <a:pt x="63901" y="46785"/>
                    <a:pt x="56636" y="57659"/>
                  </a:cubicBezTo>
                  <a:cubicBezTo>
                    <a:pt x="53301" y="62649"/>
                    <a:pt x="48162" y="66210"/>
                    <a:pt x="42258" y="67620"/>
                  </a:cubicBezTo>
                  <a:cubicBezTo>
                    <a:pt x="40370" y="68063"/>
                    <a:pt x="38436" y="68291"/>
                    <a:pt x="36495" y="6830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A024842-F7E9-CD48-B3A1-6BFFB034CC25}"/>
                </a:ext>
              </a:extLst>
            </p:cNvPr>
            <p:cNvSpPr/>
            <p:nvPr/>
          </p:nvSpPr>
          <p:spPr>
            <a:xfrm>
              <a:off x="4604258" y="2489995"/>
              <a:ext cx="113613" cy="148490"/>
            </a:xfrm>
            <a:custGeom>
              <a:avLst/>
              <a:gdLst>
                <a:gd name="connsiteX0" fmla="*/ 58721 w 113613"/>
                <a:gd name="connsiteY0" fmla="*/ 148369 h 148490"/>
                <a:gd name="connsiteX1" fmla="*/ 56301 w 113613"/>
                <a:gd name="connsiteY1" fmla="*/ 148369 h 148490"/>
                <a:gd name="connsiteX2" fmla="*/ 4437 w 113613"/>
                <a:gd name="connsiteY2" fmla="*/ 128328 h 148490"/>
                <a:gd name="connsiteX3" fmla="*/ 519 w 113613"/>
                <a:gd name="connsiteY3" fmla="*/ 124931 h 148490"/>
                <a:gd name="connsiteX4" fmla="*/ 519 w 113613"/>
                <a:gd name="connsiteY4" fmla="*/ 119722 h 148490"/>
                <a:gd name="connsiteX5" fmla="*/ 45352 w 113613"/>
                <a:gd name="connsiteY5" fmla="*/ 4793 h 148490"/>
                <a:gd name="connsiteX6" fmla="*/ 53998 w 113613"/>
                <a:gd name="connsiteY6" fmla="*/ 304 h 148490"/>
                <a:gd name="connsiteX7" fmla="*/ 54227 w 113613"/>
                <a:gd name="connsiteY7" fmla="*/ 377 h 148490"/>
                <a:gd name="connsiteX8" fmla="*/ 108971 w 113613"/>
                <a:gd name="connsiteY8" fmla="*/ 19966 h 148490"/>
                <a:gd name="connsiteX9" fmla="*/ 113005 w 113613"/>
                <a:gd name="connsiteY9" fmla="*/ 23703 h 148490"/>
                <a:gd name="connsiteX10" fmla="*/ 113005 w 113613"/>
                <a:gd name="connsiteY10" fmla="*/ 29024 h 148490"/>
                <a:gd name="connsiteX11" fmla="*/ 106551 w 113613"/>
                <a:gd name="connsiteY11" fmla="*/ 44197 h 148490"/>
                <a:gd name="connsiteX12" fmla="*/ 71053 w 113613"/>
                <a:gd name="connsiteY12" fmla="*/ 130819 h 148490"/>
                <a:gd name="connsiteX13" fmla="*/ 65176 w 113613"/>
                <a:gd name="connsiteY13" fmla="*/ 144293 h 148490"/>
                <a:gd name="connsiteX14" fmla="*/ 58721 w 113613"/>
                <a:gd name="connsiteY14" fmla="*/ 148369 h 148490"/>
                <a:gd name="connsiteX15" fmla="*/ 15963 w 113613"/>
                <a:gd name="connsiteY15" fmla="*/ 118024 h 148490"/>
                <a:gd name="connsiteX16" fmla="*/ 55033 w 113613"/>
                <a:gd name="connsiteY16" fmla="*/ 132744 h 148490"/>
                <a:gd name="connsiteX17" fmla="*/ 58260 w 113613"/>
                <a:gd name="connsiteY17" fmla="*/ 125497 h 148490"/>
                <a:gd name="connsiteX18" fmla="*/ 93643 w 113613"/>
                <a:gd name="connsiteY18" fmla="*/ 38989 h 148490"/>
                <a:gd name="connsiteX19" fmla="*/ 97331 w 113613"/>
                <a:gd name="connsiteY19" fmla="*/ 30496 h 148490"/>
                <a:gd name="connsiteX20" fmla="*/ 55955 w 113613"/>
                <a:gd name="connsiteY20" fmla="*/ 16003 h 14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613" h="148490">
                  <a:moveTo>
                    <a:pt x="58721" y="148369"/>
                  </a:moveTo>
                  <a:cubicBezTo>
                    <a:pt x="57923" y="148531"/>
                    <a:pt x="57099" y="148531"/>
                    <a:pt x="56301" y="148369"/>
                  </a:cubicBezTo>
                  <a:lnTo>
                    <a:pt x="4437" y="128328"/>
                  </a:lnTo>
                  <a:cubicBezTo>
                    <a:pt x="2747" y="127712"/>
                    <a:pt x="1351" y="126502"/>
                    <a:pt x="519" y="124931"/>
                  </a:cubicBezTo>
                  <a:cubicBezTo>
                    <a:pt x="-173" y="123261"/>
                    <a:pt x="-173" y="121392"/>
                    <a:pt x="519" y="119722"/>
                  </a:cubicBezTo>
                  <a:lnTo>
                    <a:pt x="45352" y="4793"/>
                  </a:lnTo>
                  <a:cubicBezTo>
                    <a:pt x="46478" y="1208"/>
                    <a:pt x="50349" y="-802"/>
                    <a:pt x="53998" y="304"/>
                  </a:cubicBezTo>
                  <a:cubicBezTo>
                    <a:pt x="54075" y="327"/>
                    <a:pt x="54151" y="351"/>
                    <a:pt x="54227" y="377"/>
                  </a:cubicBezTo>
                  <a:lnTo>
                    <a:pt x="108971" y="19966"/>
                  </a:lnTo>
                  <a:cubicBezTo>
                    <a:pt x="110788" y="20604"/>
                    <a:pt x="112250" y="21959"/>
                    <a:pt x="113005" y="23703"/>
                  </a:cubicBezTo>
                  <a:cubicBezTo>
                    <a:pt x="113816" y="25387"/>
                    <a:pt x="113816" y="27340"/>
                    <a:pt x="113005" y="29024"/>
                  </a:cubicBezTo>
                  <a:lnTo>
                    <a:pt x="106551" y="44197"/>
                  </a:lnTo>
                  <a:lnTo>
                    <a:pt x="71053" y="130819"/>
                  </a:lnTo>
                  <a:lnTo>
                    <a:pt x="65176" y="144293"/>
                  </a:lnTo>
                  <a:cubicBezTo>
                    <a:pt x="64012" y="146768"/>
                    <a:pt x="61496" y="148357"/>
                    <a:pt x="58721" y="148369"/>
                  </a:cubicBezTo>
                  <a:close/>
                  <a:moveTo>
                    <a:pt x="15963" y="118024"/>
                  </a:moveTo>
                  <a:lnTo>
                    <a:pt x="55033" y="132744"/>
                  </a:lnTo>
                  <a:lnTo>
                    <a:pt x="58260" y="125497"/>
                  </a:lnTo>
                  <a:lnTo>
                    <a:pt x="93643" y="38989"/>
                  </a:lnTo>
                  <a:lnTo>
                    <a:pt x="97331" y="30496"/>
                  </a:lnTo>
                  <a:lnTo>
                    <a:pt x="55955" y="16003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7019EE5-6FB2-3044-8237-801493E3CD2C}"/>
              </a:ext>
            </a:extLst>
          </p:cNvPr>
          <p:cNvGrpSpPr/>
          <p:nvPr/>
        </p:nvGrpSpPr>
        <p:grpSpPr>
          <a:xfrm>
            <a:off x="5503453" y="3378341"/>
            <a:ext cx="1338870" cy="1238019"/>
            <a:chOff x="5398240" y="3718434"/>
            <a:chExt cx="1338870" cy="1238019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05A755C3-8C60-234D-888E-59853DEBDD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04" name="Title 1">
              <a:extLst>
                <a:ext uri="{FF2B5EF4-FFF2-40B4-BE49-F238E27FC236}">
                  <a16:creationId xmlns:a16="http://schemas.microsoft.com/office/drawing/2014/main" id="{CAC75EBA-7FF3-8A4E-93CF-F431589AA58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394475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B3885C0C-D849-9841-9327-4883E9491ADE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7AAE45A-199C-2741-9E37-CBB7154F83EB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A0D1C1F-3514-1740-B329-EB0AFC9648FD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51F30756-53A6-CE4D-BD0F-537F9437D478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EA5F17FC-9382-764E-BCC9-4A3449032CC0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5BA51B1A-1DE3-D142-B150-C496F9C07250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Freeform 6">
            <a:extLst>
              <a:ext uri="{FF2B5EF4-FFF2-40B4-BE49-F238E27FC236}">
                <a16:creationId xmlns:a16="http://schemas.microsoft.com/office/drawing/2014/main" id="{5D72CF9E-9A20-974B-B721-26EC60172AA5}"/>
              </a:ext>
            </a:extLst>
          </p:cNvPr>
          <p:cNvSpPr>
            <a:spLocks/>
          </p:cNvSpPr>
          <p:nvPr/>
        </p:nvSpPr>
        <p:spPr bwMode="auto">
          <a:xfrm>
            <a:off x="4152900" y="2066831"/>
            <a:ext cx="1895475" cy="1895475"/>
          </a:xfrm>
          <a:custGeom>
            <a:avLst/>
            <a:gdLst>
              <a:gd name="T0" fmla="*/ 0 w 265"/>
              <a:gd name="T1" fmla="*/ 265 h 265"/>
              <a:gd name="T2" fmla="*/ 125 w 265"/>
              <a:gd name="T3" fmla="*/ 265 h 265"/>
              <a:gd name="T4" fmla="*/ 265 w 265"/>
              <a:gd name="T5" fmla="*/ 125 h 265"/>
              <a:gd name="T6" fmla="*/ 265 w 265"/>
              <a:gd name="T7" fmla="*/ 0 h 265"/>
              <a:gd name="T8" fmla="*/ 0 w 265"/>
              <a:gd name="T9" fmla="*/ 265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5" h="265">
                <a:moveTo>
                  <a:pt x="0" y="265"/>
                </a:moveTo>
                <a:cubicBezTo>
                  <a:pt x="125" y="265"/>
                  <a:pt x="125" y="265"/>
                  <a:pt x="125" y="265"/>
                </a:cubicBezTo>
                <a:cubicBezTo>
                  <a:pt x="265" y="125"/>
                  <a:pt x="265" y="125"/>
                  <a:pt x="265" y="125"/>
                </a:cubicBezTo>
                <a:cubicBezTo>
                  <a:pt x="265" y="0"/>
                  <a:pt x="265" y="0"/>
                  <a:pt x="265" y="0"/>
                </a:cubicBezTo>
                <a:cubicBezTo>
                  <a:pt x="122" y="6"/>
                  <a:pt x="5" y="123"/>
                  <a:pt x="0" y="265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1" name="Freeform 7">
            <a:extLst>
              <a:ext uri="{FF2B5EF4-FFF2-40B4-BE49-F238E27FC236}">
                <a16:creationId xmlns:a16="http://schemas.microsoft.com/office/drawing/2014/main" id="{50D267F3-624D-8B40-ACA8-124B354890CD}"/>
              </a:ext>
            </a:extLst>
          </p:cNvPr>
          <p:cNvSpPr>
            <a:spLocks/>
          </p:cNvSpPr>
          <p:nvPr/>
        </p:nvSpPr>
        <p:spPr bwMode="auto">
          <a:xfrm>
            <a:off x="6192044" y="4112325"/>
            <a:ext cx="1902619" cy="1896269"/>
          </a:xfrm>
          <a:custGeom>
            <a:avLst/>
            <a:gdLst>
              <a:gd name="T0" fmla="*/ 266 w 266"/>
              <a:gd name="T1" fmla="*/ 0 h 265"/>
              <a:gd name="T2" fmla="*/ 141 w 266"/>
              <a:gd name="T3" fmla="*/ 0 h 265"/>
              <a:gd name="T4" fmla="*/ 0 w 266"/>
              <a:gd name="T5" fmla="*/ 140 h 265"/>
              <a:gd name="T6" fmla="*/ 0 w 266"/>
              <a:gd name="T7" fmla="*/ 265 h 265"/>
              <a:gd name="T8" fmla="*/ 266 w 266"/>
              <a:gd name="T9" fmla="*/ 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6" h="265">
                <a:moveTo>
                  <a:pt x="266" y="0"/>
                </a:moveTo>
                <a:cubicBezTo>
                  <a:pt x="141" y="0"/>
                  <a:pt x="141" y="0"/>
                  <a:pt x="141" y="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265"/>
                  <a:pt x="0" y="265"/>
                  <a:pt x="0" y="265"/>
                </a:cubicBezTo>
                <a:cubicBezTo>
                  <a:pt x="143" y="260"/>
                  <a:pt x="260" y="143"/>
                  <a:pt x="266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10B1C846-8F45-6447-8394-ABE486895779}"/>
              </a:ext>
            </a:extLst>
          </p:cNvPr>
          <p:cNvSpPr>
            <a:spLocks/>
          </p:cNvSpPr>
          <p:nvPr/>
        </p:nvSpPr>
        <p:spPr bwMode="auto">
          <a:xfrm>
            <a:off x="6192044" y="2066831"/>
            <a:ext cx="1902619" cy="1895475"/>
          </a:xfrm>
          <a:custGeom>
            <a:avLst/>
            <a:gdLst>
              <a:gd name="T0" fmla="*/ 0 w 266"/>
              <a:gd name="T1" fmla="*/ 0 h 265"/>
              <a:gd name="T2" fmla="*/ 0 w 266"/>
              <a:gd name="T3" fmla="*/ 125 h 265"/>
              <a:gd name="T4" fmla="*/ 141 w 266"/>
              <a:gd name="T5" fmla="*/ 265 h 265"/>
              <a:gd name="T6" fmla="*/ 266 w 266"/>
              <a:gd name="T7" fmla="*/ 265 h 265"/>
              <a:gd name="T8" fmla="*/ 0 w 266"/>
              <a:gd name="T9" fmla="*/ 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6" h="265">
                <a:moveTo>
                  <a:pt x="0" y="0"/>
                </a:moveTo>
                <a:cubicBezTo>
                  <a:pt x="0" y="125"/>
                  <a:pt x="0" y="125"/>
                  <a:pt x="0" y="125"/>
                </a:cubicBezTo>
                <a:cubicBezTo>
                  <a:pt x="141" y="265"/>
                  <a:pt x="141" y="265"/>
                  <a:pt x="141" y="265"/>
                </a:cubicBezTo>
                <a:cubicBezTo>
                  <a:pt x="266" y="265"/>
                  <a:pt x="266" y="265"/>
                  <a:pt x="266" y="265"/>
                </a:cubicBezTo>
                <a:cubicBezTo>
                  <a:pt x="260" y="123"/>
                  <a:pt x="143" y="6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id="{B4D98138-583E-AA44-BDB5-42FB3F337CCB}"/>
              </a:ext>
            </a:extLst>
          </p:cNvPr>
          <p:cNvSpPr>
            <a:spLocks/>
          </p:cNvSpPr>
          <p:nvPr/>
        </p:nvSpPr>
        <p:spPr bwMode="auto">
          <a:xfrm>
            <a:off x="4152900" y="4112325"/>
            <a:ext cx="1895475" cy="1896269"/>
          </a:xfrm>
          <a:custGeom>
            <a:avLst/>
            <a:gdLst>
              <a:gd name="T0" fmla="*/ 0 w 265"/>
              <a:gd name="T1" fmla="*/ 0 h 265"/>
              <a:gd name="T2" fmla="*/ 265 w 265"/>
              <a:gd name="T3" fmla="*/ 265 h 265"/>
              <a:gd name="T4" fmla="*/ 265 w 265"/>
              <a:gd name="T5" fmla="*/ 140 h 265"/>
              <a:gd name="T6" fmla="*/ 125 w 265"/>
              <a:gd name="T7" fmla="*/ 0 h 265"/>
              <a:gd name="T8" fmla="*/ 0 w 265"/>
              <a:gd name="T9" fmla="*/ 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5" h="265">
                <a:moveTo>
                  <a:pt x="0" y="0"/>
                </a:moveTo>
                <a:cubicBezTo>
                  <a:pt x="5" y="143"/>
                  <a:pt x="122" y="260"/>
                  <a:pt x="265" y="265"/>
                </a:cubicBezTo>
                <a:cubicBezTo>
                  <a:pt x="265" y="140"/>
                  <a:pt x="265" y="140"/>
                  <a:pt x="265" y="140"/>
                </a:cubicBezTo>
                <a:cubicBezTo>
                  <a:pt x="125" y="0"/>
                  <a:pt x="125" y="0"/>
                  <a:pt x="125" y="0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BBFD96D-CB80-9F4B-9066-A063534E9B3C}"/>
              </a:ext>
            </a:extLst>
          </p:cNvPr>
          <p:cNvSpPr/>
          <p:nvPr/>
        </p:nvSpPr>
        <p:spPr>
          <a:xfrm>
            <a:off x="4423088" y="2330665"/>
            <a:ext cx="736816" cy="736816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25400" cap="rnd">
            <a:solidFill>
              <a:srgbClr val="FFFFFF"/>
            </a:solidFill>
            <a:round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814AAF0-6310-CC4D-9A1C-5CA5D41FFEB8}"/>
              </a:ext>
            </a:extLst>
          </p:cNvPr>
          <p:cNvSpPr/>
          <p:nvPr/>
        </p:nvSpPr>
        <p:spPr>
          <a:xfrm>
            <a:off x="4335789" y="4914868"/>
            <a:ext cx="736816" cy="736816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 w="25400" cap="rnd">
            <a:solidFill>
              <a:srgbClr val="FFFFFF"/>
            </a:solidFill>
            <a:round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8A0FE67A-5860-834C-A32A-CF007476B9AE}"/>
              </a:ext>
            </a:extLst>
          </p:cNvPr>
          <p:cNvSpPr/>
          <p:nvPr/>
        </p:nvSpPr>
        <p:spPr>
          <a:xfrm>
            <a:off x="7058967" y="4920746"/>
            <a:ext cx="736816" cy="736816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25400" cap="rnd">
            <a:solidFill>
              <a:srgbClr val="FFFFFF"/>
            </a:solidFill>
            <a:round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134B24EB-39E7-EF41-9E0E-AE1F1FC490C5}"/>
              </a:ext>
            </a:extLst>
          </p:cNvPr>
          <p:cNvSpPr/>
          <p:nvPr/>
        </p:nvSpPr>
        <p:spPr>
          <a:xfrm>
            <a:off x="7063561" y="2266831"/>
            <a:ext cx="736816" cy="736816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25400" cap="rnd">
            <a:solidFill>
              <a:srgbClr val="FFFFFF"/>
            </a:solidFill>
            <a:round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Inhaltsplatzhalter 4">
            <a:extLst>
              <a:ext uri="{FF2B5EF4-FFF2-40B4-BE49-F238E27FC236}">
                <a16:creationId xmlns:a16="http://schemas.microsoft.com/office/drawing/2014/main" id="{DF2C535A-3159-A348-982C-A74D33A144FA}"/>
              </a:ext>
            </a:extLst>
          </p:cNvPr>
          <p:cNvSpPr txBox="1">
            <a:spLocks/>
          </p:cNvSpPr>
          <p:nvPr/>
        </p:nvSpPr>
        <p:spPr>
          <a:xfrm rot="2713519" flipH="1">
            <a:off x="6065414" y="3185749"/>
            <a:ext cx="1655165" cy="205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goes here</a:t>
            </a:r>
            <a:endParaRPr lang="en-US" sz="105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19" name="Inhaltsplatzhalter 4">
            <a:extLst>
              <a:ext uri="{FF2B5EF4-FFF2-40B4-BE49-F238E27FC236}">
                <a16:creationId xmlns:a16="http://schemas.microsoft.com/office/drawing/2014/main" id="{5CD95730-32E8-6841-A0B2-D83D8D07D0B4}"/>
              </a:ext>
            </a:extLst>
          </p:cNvPr>
          <p:cNvSpPr txBox="1">
            <a:spLocks/>
          </p:cNvSpPr>
          <p:nvPr/>
        </p:nvSpPr>
        <p:spPr>
          <a:xfrm rot="2713519" flipH="1">
            <a:off x="4525191" y="4612850"/>
            <a:ext cx="1655165" cy="205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goes here</a:t>
            </a:r>
            <a:endParaRPr lang="en-US" sz="105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20" name="Inhaltsplatzhalter 4">
            <a:extLst>
              <a:ext uri="{FF2B5EF4-FFF2-40B4-BE49-F238E27FC236}">
                <a16:creationId xmlns:a16="http://schemas.microsoft.com/office/drawing/2014/main" id="{9A32A3E2-C0C6-3A45-BC88-BD80C9152C6D}"/>
              </a:ext>
            </a:extLst>
          </p:cNvPr>
          <p:cNvSpPr txBox="1">
            <a:spLocks/>
          </p:cNvSpPr>
          <p:nvPr/>
        </p:nvSpPr>
        <p:spPr>
          <a:xfrm rot="18886481">
            <a:off x="4479464" y="3143344"/>
            <a:ext cx="1655165" cy="205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goes here</a:t>
            </a:r>
            <a:endParaRPr lang="en-US" sz="105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21" name="Inhaltsplatzhalter 4">
            <a:extLst>
              <a:ext uri="{FF2B5EF4-FFF2-40B4-BE49-F238E27FC236}">
                <a16:creationId xmlns:a16="http://schemas.microsoft.com/office/drawing/2014/main" id="{78B504C5-1842-914B-8E22-B24B1A57EF0A}"/>
              </a:ext>
            </a:extLst>
          </p:cNvPr>
          <p:cNvSpPr txBox="1">
            <a:spLocks/>
          </p:cNvSpPr>
          <p:nvPr/>
        </p:nvSpPr>
        <p:spPr>
          <a:xfrm rot="18887206">
            <a:off x="6050920" y="4668136"/>
            <a:ext cx="1655165" cy="205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goes here</a:t>
            </a:r>
            <a:endParaRPr lang="en-US" sz="105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grpSp>
        <p:nvGrpSpPr>
          <p:cNvPr id="30" name="Graphic 22">
            <a:extLst>
              <a:ext uri="{FF2B5EF4-FFF2-40B4-BE49-F238E27FC236}">
                <a16:creationId xmlns:a16="http://schemas.microsoft.com/office/drawing/2014/main" id="{2C1119E6-0CF8-8C42-8BED-958ABCB88338}"/>
              </a:ext>
            </a:extLst>
          </p:cNvPr>
          <p:cNvGrpSpPr>
            <a:grpSpLocks noChangeAspect="1"/>
          </p:cNvGrpSpPr>
          <p:nvPr/>
        </p:nvGrpSpPr>
        <p:grpSpPr>
          <a:xfrm>
            <a:off x="4528905" y="5113452"/>
            <a:ext cx="350585" cy="339649"/>
            <a:chOff x="4581091" y="2533324"/>
            <a:chExt cx="350585" cy="339649"/>
          </a:xfrm>
          <a:solidFill>
            <a:srgbClr val="FFFFFF"/>
          </a:solidFill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6345F4A-5D6C-9E43-AFB5-E7565B4E07AC}"/>
                </a:ext>
              </a:extLst>
            </p:cNvPr>
            <p:cNvSpPr/>
            <p:nvPr/>
          </p:nvSpPr>
          <p:spPr>
            <a:xfrm>
              <a:off x="4581091" y="2533376"/>
              <a:ext cx="350585" cy="225653"/>
            </a:xfrm>
            <a:custGeom>
              <a:avLst/>
              <a:gdLst>
                <a:gd name="connsiteX0" fmla="*/ 331890 w 350585"/>
                <a:gd name="connsiteY0" fmla="*/ 225654 h 225653"/>
                <a:gd name="connsiteX1" fmla="*/ 18695 w 350585"/>
                <a:gd name="connsiteY1" fmla="*/ 225654 h 225653"/>
                <a:gd name="connsiteX2" fmla="*/ 0 w 350585"/>
                <a:gd name="connsiteY2" fmla="*/ 207264 h 225653"/>
                <a:gd name="connsiteX3" fmla="*/ 0 w 350585"/>
                <a:gd name="connsiteY3" fmla="*/ 18491 h 225653"/>
                <a:gd name="connsiteX4" fmla="*/ 18695 w 350585"/>
                <a:gd name="connsiteY4" fmla="*/ 0 h 225653"/>
                <a:gd name="connsiteX5" fmla="*/ 56907 w 350585"/>
                <a:gd name="connsiteY5" fmla="*/ 0 h 225653"/>
                <a:gd name="connsiteX6" fmla="*/ 56907 w 350585"/>
                <a:gd name="connsiteY6" fmla="*/ 12294 h 225653"/>
                <a:gd name="connsiteX7" fmla="*/ 18695 w 350585"/>
                <a:gd name="connsiteY7" fmla="*/ 12294 h 225653"/>
                <a:gd name="connsiteX8" fmla="*/ 12429 w 350585"/>
                <a:gd name="connsiteY8" fmla="*/ 18491 h 225653"/>
                <a:gd name="connsiteX9" fmla="*/ 12429 w 350585"/>
                <a:gd name="connsiteY9" fmla="*/ 207264 h 225653"/>
                <a:gd name="connsiteX10" fmla="*/ 18592 w 350585"/>
                <a:gd name="connsiteY10" fmla="*/ 213361 h 225653"/>
                <a:gd name="connsiteX11" fmla="*/ 18695 w 350585"/>
                <a:gd name="connsiteY11" fmla="*/ 213360 h 225653"/>
                <a:gd name="connsiteX12" fmla="*/ 331890 w 350585"/>
                <a:gd name="connsiteY12" fmla="*/ 213360 h 225653"/>
                <a:gd name="connsiteX13" fmla="*/ 338156 w 350585"/>
                <a:gd name="connsiteY13" fmla="*/ 207264 h 225653"/>
                <a:gd name="connsiteX14" fmla="*/ 338156 w 350585"/>
                <a:gd name="connsiteY14" fmla="*/ 18491 h 225653"/>
                <a:gd name="connsiteX15" fmla="*/ 331890 w 350585"/>
                <a:gd name="connsiteY15" fmla="*/ 12294 h 225653"/>
                <a:gd name="connsiteX16" fmla="*/ 199792 w 350585"/>
                <a:gd name="connsiteY16" fmla="*/ 12294 h 225653"/>
                <a:gd name="connsiteX17" fmla="*/ 199792 w 350585"/>
                <a:gd name="connsiteY17" fmla="*/ 0 h 225653"/>
                <a:gd name="connsiteX18" fmla="*/ 331890 w 350585"/>
                <a:gd name="connsiteY18" fmla="*/ 0 h 225653"/>
                <a:gd name="connsiteX19" fmla="*/ 350585 w 350585"/>
                <a:gd name="connsiteY19" fmla="*/ 18491 h 225653"/>
                <a:gd name="connsiteX20" fmla="*/ 350585 w 350585"/>
                <a:gd name="connsiteY20" fmla="*/ 207264 h 225653"/>
                <a:gd name="connsiteX21" fmla="*/ 331890 w 350585"/>
                <a:gd name="connsiteY21" fmla="*/ 225654 h 22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0585" h="225653">
                  <a:moveTo>
                    <a:pt x="331890" y="225654"/>
                  </a:moveTo>
                  <a:lnTo>
                    <a:pt x="18695" y="225654"/>
                  </a:lnTo>
                  <a:cubicBezTo>
                    <a:pt x="8410" y="225654"/>
                    <a:pt x="57" y="217437"/>
                    <a:pt x="0" y="207264"/>
                  </a:cubicBezTo>
                  <a:lnTo>
                    <a:pt x="0" y="18491"/>
                  </a:lnTo>
                  <a:cubicBezTo>
                    <a:pt x="56" y="8302"/>
                    <a:pt x="8393" y="56"/>
                    <a:pt x="18695" y="0"/>
                  </a:cubicBezTo>
                  <a:lnTo>
                    <a:pt x="56907" y="0"/>
                  </a:lnTo>
                  <a:lnTo>
                    <a:pt x="56907" y="12294"/>
                  </a:lnTo>
                  <a:lnTo>
                    <a:pt x="18695" y="12294"/>
                  </a:lnTo>
                  <a:cubicBezTo>
                    <a:pt x="15235" y="12294"/>
                    <a:pt x="12429" y="15068"/>
                    <a:pt x="12429" y="18491"/>
                  </a:cubicBezTo>
                  <a:lnTo>
                    <a:pt x="12429" y="207264"/>
                  </a:lnTo>
                  <a:cubicBezTo>
                    <a:pt x="12429" y="210631"/>
                    <a:pt x="15188" y="213360"/>
                    <a:pt x="18592" y="213361"/>
                  </a:cubicBezTo>
                  <a:cubicBezTo>
                    <a:pt x="18626" y="213361"/>
                    <a:pt x="18661" y="213361"/>
                    <a:pt x="18695" y="213360"/>
                  </a:cubicBezTo>
                  <a:lnTo>
                    <a:pt x="331890" y="213360"/>
                  </a:lnTo>
                  <a:cubicBezTo>
                    <a:pt x="335311" y="213360"/>
                    <a:pt x="338100" y="210647"/>
                    <a:pt x="338156" y="207264"/>
                  </a:cubicBezTo>
                  <a:lnTo>
                    <a:pt x="338156" y="18491"/>
                  </a:lnTo>
                  <a:cubicBezTo>
                    <a:pt x="338156" y="15068"/>
                    <a:pt x="335351" y="12294"/>
                    <a:pt x="331890" y="12294"/>
                  </a:cubicBezTo>
                  <a:lnTo>
                    <a:pt x="199792" y="12294"/>
                  </a:lnTo>
                  <a:lnTo>
                    <a:pt x="199792" y="0"/>
                  </a:lnTo>
                  <a:lnTo>
                    <a:pt x="331890" y="0"/>
                  </a:lnTo>
                  <a:cubicBezTo>
                    <a:pt x="342192" y="56"/>
                    <a:pt x="350529" y="8302"/>
                    <a:pt x="350585" y="18491"/>
                  </a:cubicBezTo>
                  <a:lnTo>
                    <a:pt x="350585" y="207264"/>
                  </a:lnTo>
                  <a:cubicBezTo>
                    <a:pt x="350529" y="217437"/>
                    <a:pt x="342175" y="225654"/>
                    <a:pt x="331890" y="225654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BCF436BC-3B96-6847-85AD-4F006A18D6A4}"/>
                </a:ext>
              </a:extLst>
            </p:cNvPr>
            <p:cNvSpPr/>
            <p:nvPr/>
          </p:nvSpPr>
          <p:spPr>
            <a:xfrm>
              <a:off x="4631732" y="2533324"/>
              <a:ext cx="35109" cy="12395"/>
            </a:xfrm>
            <a:custGeom>
              <a:avLst/>
              <a:gdLst>
                <a:gd name="connsiteX0" fmla="*/ 28043 w 35109"/>
                <a:gd name="connsiteY0" fmla="*/ 12345 h 12395"/>
                <a:gd name="connsiteX1" fmla="*/ 6266 w 35109"/>
                <a:gd name="connsiteY1" fmla="*/ 12345 h 12395"/>
                <a:gd name="connsiteX2" fmla="*/ 0 w 35109"/>
                <a:gd name="connsiteY2" fmla="*/ 6249 h 12395"/>
                <a:gd name="connsiteX3" fmla="*/ 6266 w 35109"/>
                <a:gd name="connsiteY3" fmla="*/ 51 h 12395"/>
                <a:gd name="connsiteX4" fmla="*/ 28043 w 35109"/>
                <a:gd name="connsiteY4" fmla="*/ 51 h 12395"/>
                <a:gd name="connsiteX5" fmla="*/ 35058 w 35109"/>
                <a:gd name="connsiteY5" fmla="*/ 5406 h 12395"/>
                <a:gd name="connsiteX6" fmla="*/ 29644 w 35109"/>
                <a:gd name="connsiteY6" fmla="*/ 12345 h 12395"/>
                <a:gd name="connsiteX7" fmla="*/ 28043 w 35109"/>
                <a:gd name="connsiteY7" fmla="*/ 12345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109" h="12395">
                  <a:moveTo>
                    <a:pt x="28043" y="12345"/>
                  </a:moveTo>
                  <a:lnTo>
                    <a:pt x="6266" y="12345"/>
                  </a:lnTo>
                  <a:cubicBezTo>
                    <a:pt x="2845" y="12346"/>
                    <a:pt x="56" y="9632"/>
                    <a:pt x="0" y="6249"/>
                  </a:cubicBezTo>
                  <a:cubicBezTo>
                    <a:pt x="0" y="2826"/>
                    <a:pt x="2805" y="51"/>
                    <a:pt x="6266" y="51"/>
                  </a:cubicBezTo>
                  <a:lnTo>
                    <a:pt x="28043" y="51"/>
                  </a:lnTo>
                  <a:cubicBezTo>
                    <a:pt x="31475" y="-386"/>
                    <a:pt x="34616" y="2012"/>
                    <a:pt x="35058" y="5406"/>
                  </a:cubicBezTo>
                  <a:cubicBezTo>
                    <a:pt x="35500" y="8801"/>
                    <a:pt x="33076" y="11908"/>
                    <a:pt x="29644" y="12345"/>
                  </a:cubicBezTo>
                  <a:cubicBezTo>
                    <a:pt x="29112" y="12413"/>
                    <a:pt x="28574" y="12413"/>
                    <a:pt x="28043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F6809A9F-E968-564B-AA77-50ABDA14A262}"/>
                </a:ext>
              </a:extLst>
            </p:cNvPr>
            <p:cNvSpPr/>
            <p:nvPr/>
          </p:nvSpPr>
          <p:spPr>
            <a:xfrm>
              <a:off x="4685886" y="2533325"/>
              <a:ext cx="45609" cy="12395"/>
            </a:xfrm>
            <a:custGeom>
              <a:avLst/>
              <a:gdLst>
                <a:gd name="connsiteX0" fmla="*/ 40143 w 45609"/>
                <a:gd name="connsiteY0" fmla="*/ 12344 h 12395"/>
                <a:gd name="connsiteX1" fmla="*/ 7067 w 45609"/>
                <a:gd name="connsiteY1" fmla="*/ 12344 h 12395"/>
                <a:gd name="connsiteX2" fmla="*/ 52 w 45609"/>
                <a:gd name="connsiteY2" fmla="*/ 6989 h 12395"/>
                <a:gd name="connsiteX3" fmla="*/ 5466 w 45609"/>
                <a:gd name="connsiteY3" fmla="*/ 51 h 12395"/>
                <a:gd name="connsiteX4" fmla="*/ 7067 w 45609"/>
                <a:gd name="connsiteY4" fmla="*/ 51 h 12395"/>
                <a:gd name="connsiteX5" fmla="*/ 40143 w 45609"/>
                <a:gd name="connsiteY5" fmla="*/ 51 h 12395"/>
                <a:gd name="connsiteX6" fmla="*/ 45557 w 45609"/>
                <a:gd name="connsiteY6" fmla="*/ 6989 h 12395"/>
                <a:gd name="connsiteX7" fmla="*/ 40143 w 45609"/>
                <a:gd name="connsiteY7" fmla="*/ 12344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09" h="12395">
                  <a:moveTo>
                    <a:pt x="40143" y="12344"/>
                  </a:moveTo>
                  <a:lnTo>
                    <a:pt x="7067" y="12344"/>
                  </a:lnTo>
                  <a:cubicBezTo>
                    <a:pt x="3635" y="12782"/>
                    <a:pt x="494" y="10384"/>
                    <a:pt x="52" y="6989"/>
                  </a:cubicBezTo>
                  <a:cubicBezTo>
                    <a:pt x="-390" y="3595"/>
                    <a:pt x="2034" y="488"/>
                    <a:pt x="5466" y="51"/>
                  </a:cubicBezTo>
                  <a:cubicBezTo>
                    <a:pt x="5998" y="-17"/>
                    <a:pt x="6536" y="-17"/>
                    <a:pt x="7067" y="51"/>
                  </a:cubicBezTo>
                  <a:lnTo>
                    <a:pt x="40143" y="51"/>
                  </a:lnTo>
                  <a:cubicBezTo>
                    <a:pt x="43576" y="488"/>
                    <a:pt x="45999" y="3595"/>
                    <a:pt x="45557" y="6989"/>
                  </a:cubicBezTo>
                  <a:cubicBezTo>
                    <a:pt x="45193" y="9784"/>
                    <a:pt x="42969" y="11984"/>
                    <a:pt x="40143" y="12344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B3F70A9C-E701-9242-9AB0-E8E6CA6600F5}"/>
                </a:ext>
              </a:extLst>
            </p:cNvPr>
            <p:cNvSpPr/>
            <p:nvPr/>
          </p:nvSpPr>
          <p:spPr>
            <a:xfrm>
              <a:off x="4753639" y="2533324"/>
              <a:ext cx="34310" cy="12395"/>
            </a:xfrm>
            <a:custGeom>
              <a:avLst/>
              <a:gdLst>
                <a:gd name="connsiteX0" fmla="*/ 27243 w 34310"/>
                <a:gd name="connsiteY0" fmla="*/ 12345 h 12395"/>
                <a:gd name="connsiteX1" fmla="*/ 5466 w 34310"/>
                <a:gd name="connsiteY1" fmla="*/ 12345 h 12395"/>
                <a:gd name="connsiteX2" fmla="*/ 52 w 34310"/>
                <a:gd name="connsiteY2" fmla="*/ 5406 h 12395"/>
                <a:gd name="connsiteX3" fmla="*/ 5466 w 34310"/>
                <a:gd name="connsiteY3" fmla="*/ 51 h 12395"/>
                <a:gd name="connsiteX4" fmla="*/ 27243 w 34310"/>
                <a:gd name="connsiteY4" fmla="*/ 51 h 12395"/>
                <a:gd name="connsiteX5" fmla="*/ 34258 w 34310"/>
                <a:gd name="connsiteY5" fmla="*/ 5406 h 12395"/>
                <a:gd name="connsiteX6" fmla="*/ 28844 w 34310"/>
                <a:gd name="connsiteY6" fmla="*/ 12345 h 12395"/>
                <a:gd name="connsiteX7" fmla="*/ 27243 w 34310"/>
                <a:gd name="connsiteY7" fmla="*/ 12345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10" h="12395">
                  <a:moveTo>
                    <a:pt x="27243" y="12345"/>
                  </a:moveTo>
                  <a:lnTo>
                    <a:pt x="5466" y="12345"/>
                  </a:lnTo>
                  <a:cubicBezTo>
                    <a:pt x="2034" y="11908"/>
                    <a:pt x="-390" y="8801"/>
                    <a:pt x="52" y="5406"/>
                  </a:cubicBezTo>
                  <a:cubicBezTo>
                    <a:pt x="416" y="2612"/>
                    <a:pt x="2640" y="412"/>
                    <a:pt x="5466" y="51"/>
                  </a:cubicBezTo>
                  <a:lnTo>
                    <a:pt x="27243" y="51"/>
                  </a:lnTo>
                  <a:cubicBezTo>
                    <a:pt x="30675" y="-386"/>
                    <a:pt x="33816" y="2012"/>
                    <a:pt x="34258" y="5406"/>
                  </a:cubicBezTo>
                  <a:cubicBezTo>
                    <a:pt x="34700" y="8801"/>
                    <a:pt x="32276" y="11908"/>
                    <a:pt x="28844" y="12345"/>
                  </a:cubicBezTo>
                  <a:cubicBezTo>
                    <a:pt x="28312" y="12413"/>
                    <a:pt x="27774" y="12413"/>
                    <a:pt x="27243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E351E0D-8757-1143-8F24-8DDA703E1B0D}"/>
                </a:ext>
              </a:extLst>
            </p:cNvPr>
            <p:cNvSpPr/>
            <p:nvPr/>
          </p:nvSpPr>
          <p:spPr>
            <a:xfrm>
              <a:off x="4625058" y="2606731"/>
              <a:ext cx="49100" cy="48564"/>
            </a:xfrm>
            <a:custGeom>
              <a:avLst/>
              <a:gdLst>
                <a:gd name="connsiteX0" fmla="*/ 24650 w 49100"/>
                <a:gd name="connsiteY0" fmla="*/ 48565 h 48564"/>
                <a:gd name="connsiteX1" fmla="*/ 0 w 49100"/>
                <a:gd name="connsiteY1" fmla="*/ 24381 h 48564"/>
                <a:gd name="connsiteX2" fmla="*/ 24451 w 49100"/>
                <a:gd name="connsiteY2" fmla="*/ 0 h 48564"/>
                <a:gd name="connsiteX3" fmla="*/ 49097 w 49100"/>
                <a:gd name="connsiteY3" fmla="*/ 23876 h 48564"/>
                <a:gd name="connsiteX4" fmla="*/ 24961 w 49100"/>
                <a:gd name="connsiteY4" fmla="*/ 48561 h 48564"/>
                <a:gd name="connsiteX5" fmla="*/ 24649 w 49100"/>
                <a:gd name="connsiteY5" fmla="*/ 48565 h 48564"/>
                <a:gd name="connsiteX6" fmla="*/ 24650 w 49100"/>
                <a:gd name="connsiteY6" fmla="*/ 12395 h 48564"/>
                <a:gd name="connsiteX7" fmla="*/ 12437 w 49100"/>
                <a:gd name="connsiteY7" fmla="*/ 24293 h 48564"/>
                <a:gd name="connsiteX8" fmla="*/ 24466 w 49100"/>
                <a:gd name="connsiteY8" fmla="*/ 36372 h 48564"/>
                <a:gd name="connsiteX9" fmla="*/ 36678 w 49100"/>
                <a:gd name="connsiteY9" fmla="*/ 24474 h 48564"/>
                <a:gd name="connsiteX10" fmla="*/ 36668 w 49100"/>
                <a:gd name="connsiteY10" fmla="*/ 23876 h 48564"/>
                <a:gd name="connsiteX11" fmla="*/ 24650 w 49100"/>
                <a:gd name="connsiteY11" fmla="*/ 11887 h 48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100" h="48564">
                  <a:moveTo>
                    <a:pt x="24650" y="48565"/>
                  </a:moveTo>
                  <a:cubicBezTo>
                    <a:pt x="11091" y="48619"/>
                    <a:pt x="55" y="37791"/>
                    <a:pt x="0" y="24381"/>
                  </a:cubicBezTo>
                  <a:cubicBezTo>
                    <a:pt x="-55" y="10970"/>
                    <a:pt x="10892" y="54"/>
                    <a:pt x="24451" y="0"/>
                  </a:cubicBezTo>
                  <a:cubicBezTo>
                    <a:pt x="37888" y="-54"/>
                    <a:pt x="48872" y="10587"/>
                    <a:pt x="49097" y="23876"/>
                  </a:cubicBezTo>
                  <a:cubicBezTo>
                    <a:pt x="49324" y="37285"/>
                    <a:pt x="38518" y="48337"/>
                    <a:pt x="24961" y="48561"/>
                  </a:cubicBezTo>
                  <a:cubicBezTo>
                    <a:pt x="24857" y="48563"/>
                    <a:pt x="24753" y="48564"/>
                    <a:pt x="24649" y="48565"/>
                  </a:cubicBezTo>
                  <a:close/>
                  <a:moveTo>
                    <a:pt x="24650" y="12395"/>
                  </a:moveTo>
                  <a:cubicBezTo>
                    <a:pt x="17955" y="12345"/>
                    <a:pt x="12488" y="17672"/>
                    <a:pt x="12437" y="24293"/>
                  </a:cubicBezTo>
                  <a:cubicBezTo>
                    <a:pt x="12386" y="30914"/>
                    <a:pt x="17772" y="36322"/>
                    <a:pt x="24466" y="36372"/>
                  </a:cubicBezTo>
                  <a:cubicBezTo>
                    <a:pt x="31160" y="36422"/>
                    <a:pt x="36628" y="31095"/>
                    <a:pt x="36678" y="24474"/>
                  </a:cubicBezTo>
                  <a:cubicBezTo>
                    <a:pt x="36680" y="24275"/>
                    <a:pt x="36676" y="24075"/>
                    <a:pt x="36668" y="23876"/>
                  </a:cubicBezTo>
                  <a:cubicBezTo>
                    <a:pt x="36668" y="17294"/>
                    <a:pt x="31304" y="11943"/>
                    <a:pt x="24650" y="11887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D1CB33B-2FE0-6842-9EA7-190397678356}"/>
                </a:ext>
              </a:extLst>
            </p:cNvPr>
            <p:cNvSpPr/>
            <p:nvPr/>
          </p:nvSpPr>
          <p:spPr>
            <a:xfrm>
              <a:off x="4738048" y="2638227"/>
              <a:ext cx="49100" cy="48564"/>
            </a:xfrm>
            <a:custGeom>
              <a:avLst/>
              <a:gdLst>
                <a:gd name="connsiteX0" fmla="*/ 24550 w 49100"/>
                <a:gd name="connsiteY0" fmla="*/ 48565 h 48564"/>
                <a:gd name="connsiteX1" fmla="*/ 0 w 49100"/>
                <a:gd name="connsiteY1" fmla="*/ 24282 h 48564"/>
                <a:gd name="connsiteX2" fmla="*/ 24550 w 49100"/>
                <a:gd name="connsiteY2" fmla="*/ 0 h 48564"/>
                <a:gd name="connsiteX3" fmla="*/ 49100 w 49100"/>
                <a:gd name="connsiteY3" fmla="*/ 24282 h 48564"/>
                <a:gd name="connsiteX4" fmla="*/ 24550 w 49100"/>
                <a:gd name="connsiteY4" fmla="*/ 48565 h 48564"/>
                <a:gd name="connsiteX5" fmla="*/ 24550 w 49100"/>
                <a:gd name="connsiteY5" fmla="*/ 12395 h 48564"/>
                <a:gd name="connsiteX6" fmla="*/ 12635 w 49100"/>
                <a:gd name="connsiteY6" fmla="*/ 24384 h 48564"/>
                <a:gd name="connsiteX7" fmla="*/ 24756 w 49100"/>
                <a:gd name="connsiteY7" fmla="*/ 36169 h 48564"/>
                <a:gd name="connsiteX8" fmla="*/ 36671 w 49100"/>
                <a:gd name="connsiteY8" fmla="*/ 24282 h 48564"/>
                <a:gd name="connsiteX9" fmla="*/ 24653 w 49100"/>
                <a:gd name="connsiteY9" fmla="*/ 12395 h 48564"/>
                <a:gd name="connsiteX10" fmla="*/ 24550 w 49100"/>
                <a:gd name="connsiteY10" fmla="*/ 12395 h 48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100" h="48564">
                  <a:moveTo>
                    <a:pt x="24550" y="48565"/>
                  </a:moveTo>
                  <a:cubicBezTo>
                    <a:pt x="10992" y="48565"/>
                    <a:pt x="0" y="37693"/>
                    <a:pt x="0" y="24282"/>
                  </a:cubicBezTo>
                  <a:cubicBezTo>
                    <a:pt x="0" y="10872"/>
                    <a:pt x="10992" y="0"/>
                    <a:pt x="24550" y="0"/>
                  </a:cubicBezTo>
                  <a:cubicBezTo>
                    <a:pt x="38109" y="0"/>
                    <a:pt x="49100" y="10872"/>
                    <a:pt x="49100" y="24282"/>
                  </a:cubicBezTo>
                  <a:cubicBezTo>
                    <a:pt x="49100" y="37693"/>
                    <a:pt x="38109" y="48565"/>
                    <a:pt x="24550" y="48565"/>
                  </a:cubicBezTo>
                  <a:close/>
                  <a:moveTo>
                    <a:pt x="24550" y="12395"/>
                  </a:moveTo>
                  <a:cubicBezTo>
                    <a:pt x="17913" y="12451"/>
                    <a:pt x="12578" y="17819"/>
                    <a:pt x="12635" y="24384"/>
                  </a:cubicBezTo>
                  <a:cubicBezTo>
                    <a:pt x="12692" y="30948"/>
                    <a:pt x="18118" y="36225"/>
                    <a:pt x="24756" y="36169"/>
                  </a:cubicBezTo>
                  <a:cubicBezTo>
                    <a:pt x="31353" y="36113"/>
                    <a:pt x="36671" y="30808"/>
                    <a:pt x="36671" y="24282"/>
                  </a:cubicBezTo>
                  <a:cubicBezTo>
                    <a:pt x="36671" y="17717"/>
                    <a:pt x="31291" y="12395"/>
                    <a:pt x="24653" y="12395"/>
                  </a:cubicBezTo>
                  <a:cubicBezTo>
                    <a:pt x="24619" y="12395"/>
                    <a:pt x="24585" y="12395"/>
                    <a:pt x="24550" y="1239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FADE64B4-A8F4-FB44-91BC-866E460655BD}"/>
                </a:ext>
              </a:extLst>
            </p:cNvPr>
            <p:cNvSpPr/>
            <p:nvPr/>
          </p:nvSpPr>
          <p:spPr>
            <a:xfrm>
              <a:off x="4852170" y="2577165"/>
              <a:ext cx="49100" cy="48564"/>
            </a:xfrm>
            <a:custGeom>
              <a:avLst/>
              <a:gdLst>
                <a:gd name="connsiteX0" fmla="*/ 24550 w 49100"/>
                <a:gd name="connsiteY0" fmla="*/ 48565 h 48564"/>
                <a:gd name="connsiteX1" fmla="*/ 0 w 49100"/>
                <a:gd name="connsiteY1" fmla="*/ 24282 h 48564"/>
                <a:gd name="connsiteX2" fmla="*/ 24550 w 49100"/>
                <a:gd name="connsiteY2" fmla="*/ 0 h 48564"/>
                <a:gd name="connsiteX3" fmla="*/ 49100 w 49100"/>
                <a:gd name="connsiteY3" fmla="*/ 24283 h 48564"/>
                <a:gd name="connsiteX4" fmla="*/ 49100 w 49100"/>
                <a:gd name="connsiteY4" fmla="*/ 24384 h 48564"/>
                <a:gd name="connsiteX5" fmla="*/ 24550 w 49100"/>
                <a:gd name="connsiteY5" fmla="*/ 48565 h 48564"/>
                <a:gd name="connsiteX6" fmla="*/ 24550 w 49100"/>
                <a:gd name="connsiteY6" fmla="*/ 12395 h 48564"/>
                <a:gd name="connsiteX7" fmla="*/ 12847 w 49100"/>
                <a:gd name="connsiteY7" fmla="*/ 24784 h 48564"/>
                <a:gd name="connsiteX8" fmla="*/ 25372 w 49100"/>
                <a:gd name="connsiteY8" fmla="*/ 36359 h 48564"/>
                <a:gd name="connsiteX9" fmla="*/ 37082 w 49100"/>
                <a:gd name="connsiteY9" fmla="*/ 24384 h 48564"/>
                <a:gd name="connsiteX10" fmla="*/ 25178 w 49100"/>
                <a:gd name="connsiteY10" fmla="*/ 12385 h 48564"/>
                <a:gd name="connsiteX11" fmla="*/ 24550 w 49100"/>
                <a:gd name="connsiteY11" fmla="*/ 12395 h 48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100" h="48564">
                  <a:moveTo>
                    <a:pt x="24550" y="48565"/>
                  </a:moveTo>
                  <a:cubicBezTo>
                    <a:pt x="10991" y="48565"/>
                    <a:pt x="0" y="37693"/>
                    <a:pt x="0" y="24282"/>
                  </a:cubicBezTo>
                  <a:cubicBezTo>
                    <a:pt x="0" y="10871"/>
                    <a:pt x="10992" y="0"/>
                    <a:pt x="24550" y="0"/>
                  </a:cubicBezTo>
                  <a:cubicBezTo>
                    <a:pt x="38109" y="0"/>
                    <a:pt x="49101" y="10872"/>
                    <a:pt x="49100" y="24283"/>
                  </a:cubicBezTo>
                  <a:cubicBezTo>
                    <a:pt x="49100" y="24316"/>
                    <a:pt x="49100" y="24350"/>
                    <a:pt x="49100" y="24384"/>
                  </a:cubicBezTo>
                  <a:cubicBezTo>
                    <a:pt x="49044" y="37755"/>
                    <a:pt x="38069" y="48565"/>
                    <a:pt x="24550" y="48565"/>
                  </a:cubicBezTo>
                  <a:close/>
                  <a:moveTo>
                    <a:pt x="24550" y="12395"/>
                  </a:moveTo>
                  <a:cubicBezTo>
                    <a:pt x="17860" y="12620"/>
                    <a:pt x="12620" y="18166"/>
                    <a:pt x="12847" y="24784"/>
                  </a:cubicBezTo>
                  <a:cubicBezTo>
                    <a:pt x="13074" y="31401"/>
                    <a:pt x="18681" y="36583"/>
                    <a:pt x="25372" y="36359"/>
                  </a:cubicBezTo>
                  <a:cubicBezTo>
                    <a:pt x="31900" y="36140"/>
                    <a:pt x="37078" y="30844"/>
                    <a:pt x="37082" y="24384"/>
                  </a:cubicBezTo>
                  <a:cubicBezTo>
                    <a:pt x="37145" y="17819"/>
                    <a:pt x="31815" y="12447"/>
                    <a:pt x="25178" y="12385"/>
                  </a:cubicBezTo>
                  <a:cubicBezTo>
                    <a:pt x="24969" y="12383"/>
                    <a:pt x="24759" y="12386"/>
                    <a:pt x="24550" y="1239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C658F224-3E72-AE40-86AA-7F3A9D9C045E}"/>
                </a:ext>
              </a:extLst>
            </p:cNvPr>
            <p:cNvSpPr/>
            <p:nvPr/>
          </p:nvSpPr>
          <p:spPr>
            <a:xfrm rot="-4025400">
              <a:off x="4699950" y="2605563"/>
              <a:ext cx="12429" cy="81991"/>
            </a:xfrm>
            <a:custGeom>
              <a:avLst/>
              <a:gdLst>
                <a:gd name="connsiteX0" fmla="*/ 0 w 12429"/>
                <a:gd name="connsiteY0" fmla="*/ 0 h 81991"/>
                <a:gd name="connsiteX1" fmla="*/ 12429 w 12429"/>
                <a:gd name="connsiteY1" fmla="*/ 0 h 81991"/>
                <a:gd name="connsiteX2" fmla="*/ 12429 w 12429"/>
                <a:gd name="connsiteY2" fmla="*/ 81991 h 81991"/>
                <a:gd name="connsiteX3" fmla="*/ 0 w 12429"/>
                <a:gd name="connsiteY3" fmla="*/ 81991 h 8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29" h="81991">
                  <a:moveTo>
                    <a:pt x="0" y="0"/>
                  </a:moveTo>
                  <a:lnTo>
                    <a:pt x="12429" y="0"/>
                  </a:lnTo>
                  <a:lnTo>
                    <a:pt x="12429" y="81991"/>
                  </a:lnTo>
                  <a:lnTo>
                    <a:pt x="0" y="81991"/>
                  </a:ln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FAA39D87-6A50-8D48-8905-AE446882EB92}"/>
                </a:ext>
              </a:extLst>
            </p:cNvPr>
            <p:cNvSpPr/>
            <p:nvPr/>
          </p:nvSpPr>
          <p:spPr>
            <a:xfrm rot="-2310000">
              <a:off x="4770214" y="2625823"/>
              <a:ext cx="99022" cy="12293"/>
            </a:xfrm>
            <a:custGeom>
              <a:avLst/>
              <a:gdLst>
                <a:gd name="connsiteX0" fmla="*/ 0 w 99022"/>
                <a:gd name="connsiteY0" fmla="*/ 0 h 12293"/>
                <a:gd name="connsiteX1" fmla="*/ 99023 w 99022"/>
                <a:gd name="connsiteY1" fmla="*/ 0 h 12293"/>
                <a:gd name="connsiteX2" fmla="*/ 99023 w 99022"/>
                <a:gd name="connsiteY2" fmla="*/ 12294 h 12293"/>
                <a:gd name="connsiteX3" fmla="*/ 0 w 99022"/>
                <a:gd name="connsiteY3" fmla="*/ 12294 h 12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22" h="12293">
                  <a:moveTo>
                    <a:pt x="0" y="0"/>
                  </a:moveTo>
                  <a:lnTo>
                    <a:pt x="99023" y="0"/>
                  </a:lnTo>
                  <a:lnTo>
                    <a:pt x="99023" y="12294"/>
                  </a:lnTo>
                  <a:lnTo>
                    <a:pt x="0" y="12294"/>
                  </a:ln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40914B89-918A-3949-BC6F-6D53B38CA0A2}"/>
                </a:ext>
              </a:extLst>
            </p:cNvPr>
            <p:cNvSpPr/>
            <p:nvPr/>
          </p:nvSpPr>
          <p:spPr>
            <a:xfrm>
              <a:off x="4844076" y="2709803"/>
              <a:ext cx="57996" cy="12396"/>
            </a:xfrm>
            <a:custGeom>
              <a:avLst/>
              <a:gdLst>
                <a:gd name="connsiteX0" fmla="*/ 50929 w 57996"/>
                <a:gd name="connsiteY0" fmla="*/ 12345 h 12396"/>
                <a:gd name="connsiteX1" fmla="*/ 7067 w 57996"/>
                <a:gd name="connsiteY1" fmla="*/ 12345 h 12396"/>
                <a:gd name="connsiteX2" fmla="*/ 52 w 57996"/>
                <a:gd name="connsiteY2" fmla="*/ 6990 h 12396"/>
                <a:gd name="connsiteX3" fmla="*/ 5466 w 57996"/>
                <a:gd name="connsiteY3" fmla="*/ 51 h 12396"/>
                <a:gd name="connsiteX4" fmla="*/ 7067 w 57996"/>
                <a:gd name="connsiteY4" fmla="*/ 51 h 12396"/>
                <a:gd name="connsiteX5" fmla="*/ 50929 w 57996"/>
                <a:gd name="connsiteY5" fmla="*/ 51 h 12396"/>
                <a:gd name="connsiteX6" fmla="*/ 57944 w 57996"/>
                <a:gd name="connsiteY6" fmla="*/ 5406 h 12396"/>
                <a:gd name="connsiteX7" fmla="*/ 52530 w 57996"/>
                <a:gd name="connsiteY7" fmla="*/ 12345 h 12396"/>
                <a:gd name="connsiteX8" fmla="*/ 50929 w 57996"/>
                <a:gd name="connsiteY8" fmla="*/ 12345 h 1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96" h="12396">
                  <a:moveTo>
                    <a:pt x="50929" y="12345"/>
                  </a:moveTo>
                  <a:lnTo>
                    <a:pt x="7067" y="12345"/>
                  </a:lnTo>
                  <a:cubicBezTo>
                    <a:pt x="3635" y="12782"/>
                    <a:pt x="494" y="10385"/>
                    <a:pt x="52" y="6990"/>
                  </a:cubicBezTo>
                  <a:cubicBezTo>
                    <a:pt x="-390" y="3595"/>
                    <a:pt x="2034" y="489"/>
                    <a:pt x="5466" y="51"/>
                  </a:cubicBezTo>
                  <a:cubicBezTo>
                    <a:pt x="5998" y="-16"/>
                    <a:pt x="6536" y="-16"/>
                    <a:pt x="7067" y="51"/>
                  </a:cubicBezTo>
                  <a:lnTo>
                    <a:pt x="50929" y="51"/>
                  </a:lnTo>
                  <a:cubicBezTo>
                    <a:pt x="54361" y="-386"/>
                    <a:pt x="57502" y="2012"/>
                    <a:pt x="57944" y="5406"/>
                  </a:cubicBezTo>
                  <a:cubicBezTo>
                    <a:pt x="58386" y="8801"/>
                    <a:pt x="55962" y="11908"/>
                    <a:pt x="52530" y="12345"/>
                  </a:cubicBezTo>
                  <a:cubicBezTo>
                    <a:pt x="51999" y="12413"/>
                    <a:pt x="51460" y="12413"/>
                    <a:pt x="50929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CFD366B-1A8E-5C42-B7C5-BED722F94D61}"/>
                </a:ext>
              </a:extLst>
            </p:cNvPr>
            <p:cNvSpPr/>
            <p:nvPr/>
          </p:nvSpPr>
          <p:spPr>
            <a:xfrm>
              <a:off x="4686974" y="2709803"/>
              <a:ext cx="34720" cy="12395"/>
            </a:xfrm>
            <a:custGeom>
              <a:avLst/>
              <a:gdLst>
                <a:gd name="connsiteX0" fmla="*/ 27654 w 34720"/>
                <a:gd name="connsiteY0" fmla="*/ 12345 h 12395"/>
                <a:gd name="connsiteX1" fmla="*/ 5466 w 34720"/>
                <a:gd name="connsiteY1" fmla="*/ 12345 h 12395"/>
                <a:gd name="connsiteX2" fmla="*/ 52 w 34720"/>
                <a:gd name="connsiteY2" fmla="*/ 5406 h 12395"/>
                <a:gd name="connsiteX3" fmla="*/ 5466 w 34720"/>
                <a:gd name="connsiteY3" fmla="*/ 51 h 12395"/>
                <a:gd name="connsiteX4" fmla="*/ 27654 w 34720"/>
                <a:gd name="connsiteY4" fmla="*/ 51 h 12395"/>
                <a:gd name="connsiteX5" fmla="*/ 34669 w 34720"/>
                <a:gd name="connsiteY5" fmla="*/ 5406 h 12395"/>
                <a:gd name="connsiteX6" fmla="*/ 29255 w 34720"/>
                <a:gd name="connsiteY6" fmla="*/ 12345 h 12395"/>
                <a:gd name="connsiteX7" fmla="*/ 27654 w 34720"/>
                <a:gd name="connsiteY7" fmla="*/ 12345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20" h="12395">
                  <a:moveTo>
                    <a:pt x="27654" y="12345"/>
                  </a:moveTo>
                  <a:lnTo>
                    <a:pt x="5466" y="12345"/>
                  </a:lnTo>
                  <a:cubicBezTo>
                    <a:pt x="2034" y="11908"/>
                    <a:pt x="-390" y="8801"/>
                    <a:pt x="52" y="5406"/>
                  </a:cubicBezTo>
                  <a:cubicBezTo>
                    <a:pt x="416" y="2612"/>
                    <a:pt x="2640" y="412"/>
                    <a:pt x="5466" y="51"/>
                  </a:cubicBezTo>
                  <a:lnTo>
                    <a:pt x="27654" y="51"/>
                  </a:lnTo>
                  <a:cubicBezTo>
                    <a:pt x="31086" y="-386"/>
                    <a:pt x="34227" y="2012"/>
                    <a:pt x="34669" y="5406"/>
                  </a:cubicBezTo>
                  <a:cubicBezTo>
                    <a:pt x="35111" y="8801"/>
                    <a:pt x="32687" y="11908"/>
                    <a:pt x="29255" y="12345"/>
                  </a:cubicBezTo>
                  <a:cubicBezTo>
                    <a:pt x="28723" y="12413"/>
                    <a:pt x="28185" y="12413"/>
                    <a:pt x="27654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93730AEA-D646-F04E-A5C0-E178F580A745}"/>
                </a:ext>
              </a:extLst>
            </p:cNvPr>
            <p:cNvSpPr/>
            <p:nvPr/>
          </p:nvSpPr>
          <p:spPr>
            <a:xfrm>
              <a:off x="4745567" y="2709803"/>
              <a:ext cx="52449" cy="12396"/>
            </a:xfrm>
            <a:custGeom>
              <a:avLst/>
              <a:gdLst>
                <a:gd name="connsiteX0" fmla="*/ 45382 w 52449"/>
                <a:gd name="connsiteY0" fmla="*/ 12345 h 12396"/>
                <a:gd name="connsiteX1" fmla="*/ 7067 w 52449"/>
                <a:gd name="connsiteY1" fmla="*/ 12345 h 12396"/>
                <a:gd name="connsiteX2" fmla="*/ 52 w 52449"/>
                <a:gd name="connsiteY2" fmla="*/ 6990 h 12396"/>
                <a:gd name="connsiteX3" fmla="*/ 5466 w 52449"/>
                <a:gd name="connsiteY3" fmla="*/ 51 h 12396"/>
                <a:gd name="connsiteX4" fmla="*/ 7067 w 52449"/>
                <a:gd name="connsiteY4" fmla="*/ 51 h 12396"/>
                <a:gd name="connsiteX5" fmla="*/ 45382 w 52449"/>
                <a:gd name="connsiteY5" fmla="*/ 51 h 12396"/>
                <a:gd name="connsiteX6" fmla="*/ 52397 w 52449"/>
                <a:gd name="connsiteY6" fmla="*/ 5406 h 12396"/>
                <a:gd name="connsiteX7" fmla="*/ 46983 w 52449"/>
                <a:gd name="connsiteY7" fmla="*/ 12345 h 12396"/>
                <a:gd name="connsiteX8" fmla="*/ 45382 w 52449"/>
                <a:gd name="connsiteY8" fmla="*/ 12345 h 1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449" h="12396">
                  <a:moveTo>
                    <a:pt x="45382" y="12345"/>
                  </a:moveTo>
                  <a:lnTo>
                    <a:pt x="7067" y="12345"/>
                  </a:lnTo>
                  <a:cubicBezTo>
                    <a:pt x="3635" y="12782"/>
                    <a:pt x="494" y="10385"/>
                    <a:pt x="52" y="6990"/>
                  </a:cubicBezTo>
                  <a:cubicBezTo>
                    <a:pt x="-390" y="3595"/>
                    <a:pt x="2034" y="489"/>
                    <a:pt x="5466" y="51"/>
                  </a:cubicBezTo>
                  <a:cubicBezTo>
                    <a:pt x="5998" y="-16"/>
                    <a:pt x="6536" y="-16"/>
                    <a:pt x="7067" y="51"/>
                  </a:cubicBezTo>
                  <a:lnTo>
                    <a:pt x="45382" y="51"/>
                  </a:lnTo>
                  <a:cubicBezTo>
                    <a:pt x="48814" y="-386"/>
                    <a:pt x="51955" y="2012"/>
                    <a:pt x="52397" y="5406"/>
                  </a:cubicBezTo>
                  <a:cubicBezTo>
                    <a:pt x="52839" y="8801"/>
                    <a:pt x="50416" y="11908"/>
                    <a:pt x="46983" y="12345"/>
                  </a:cubicBezTo>
                  <a:cubicBezTo>
                    <a:pt x="46452" y="12413"/>
                    <a:pt x="45914" y="12413"/>
                    <a:pt x="45382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FA9861EA-204A-F243-803C-95150A35BA2C}"/>
                </a:ext>
              </a:extLst>
            </p:cNvPr>
            <p:cNvSpPr/>
            <p:nvPr/>
          </p:nvSpPr>
          <p:spPr>
            <a:xfrm>
              <a:off x="4822299" y="2709803"/>
              <a:ext cx="35911" cy="12396"/>
            </a:xfrm>
            <a:custGeom>
              <a:avLst/>
              <a:gdLst>
                <a:gd name="connsiteX0" fmla="*/ 28844 w 35911"/>
                <a:gd name="connsiteY0" fmla="*/ 12345 h 12396"/>
                <a:gd name="connsiteX1" fmla="*/ 7067 w 35911"/>
                <a:gd name="connsiteY1" fmla="*/ 12345 h 12396"/>
                <a:gd name="connsiteX2" fmla="*/ 52 w 35911"/>
                <a:gd name="connsiteY2" fmla="*/ 6990 h 12396"/>
                <a:gd name="connsiteX3" fmla="*/ 5466 w 35911"/>
                <a:gd name="connsiteY3" fmla="*/ 51 h 12396"/>
                <a:gd name="connsiteX4" fmla="*/ 7067 w 35911"/>
                <a:gd name="connsiteY4" fmla="*/ 51 h 12396"/>
                <a:gd name="connsiteX5" fmla="*/ 28844 w 35911"/>
                <a:gd name="connsiteY5" fmla="*/ 51 h 12396"/>
                <a:gd name="connsiteX6" fmla="*/ 35859 w 35911"/>
                <a:gd name="connsiteY6" fmla="*/ 5406 h 12396"/>
                <a:gd name="connsiteX7" fmla="*/ 30445 w 35911"/>
                <a:gd name="connsiteY7" fmla="*/ 12345 h 12396"/>
                <a:gd name="connsiteX8" fmla="*/ 28844 w 35911"/>
                <a:gd name="connsiteY8" fmla="*/ 12345 h 1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11" h="12396">
                  <a:moveTo>
                    <a:pt x="28844" y="12345"/>
                  </a:moveTo>
                  <a:lnTo>
                    <a:pt x="7067" y="12345"/>
                  </a:lnTo>
                  <a:cubicBezTo>
                    <a:pt x="3635" y="12782"/>
                    <a:pt x="494" y="10385"/>
                    <a:pt x="52" y="6990"/>
                  </a:cubicBezTo>
                  <a:cubicBezTo>
                    <a:pt x="-390" y="3595"/>
                    <a:pt x="2034" y="489"/>
                    <a:pt x="5466" y="51"/>
                  </a:cubicBezTo>
                  <a:cubicBezTo>
                    <a:pt x="5998" y="-16"/>
                    <a:pt x="6536" y="-16"/>
                    <a:pt x="7067" y="51"/>
                  </a:cubicBezTo>
                  <a:lnTo>
                    <a:pt x="28844" y="51"/>
                  </a:lnTo>
                  <a:cubicBezTo>
                    <a:pt x="32276" y="-386"/>
                    <a:pt x="35417" y="2012"/>
                    <a:pt x="35859" y="5406"/>
                  </a:cubicBezTo>
                  <a:cubicBezTo>
                    <a:pt x="36301" y="8801"/>
                    <a:pt x="33878" y="11908"/>
                    <a:pt x="30445" y="12345"/>
                  </a:cubicBezTo>
                  <a:cubicBezTo>
                    <a:pt x="29914" y="12413"/>
                    <a:pt x="29376" y="12413"/>
                    <a:pt x="28844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AAB1705A-09BD-8641-A4C8-43CF82485FEE}"/>
                </a:ext>
              </a:extLst>
            </p:cNvPr>
            <p:cNvSpPr/>
            <p:nvPr/>
          </p:nvSpPr>
          <p:spPr>
            <a:xfrm>
              <a:off x="4624356" y="2709803"/>
              <a:ext cx="75150" cy="12396"/>
            </a:xfrm>
            <a:custGeom>
              <a:avLst/>
              <a:gdLst>
                <a:gd name="connsiteX0" fmla="*/ 68083 w 75150"/>
                <a:gd name="connsiteY0" fmla="*/ 12345 h 12396"/>
                <a:gd name="connsiteX1" fmla="*/ 7067 w 75150"/>
                <a:gd name="connsiteY1" fmla="*/ 12345 h 12396"/>
                <a:gd name="connsiteX2" fmla="*/ 52 w 75150"/>
                <a:gd name="connsiteY2" fmla="*/ 6990 h 12396"/>
                <a:gd name="connsiteX3" fmla="*/ 5466 w 75150"/>
                <a:gd name="connsiteY3" fmla="*/ 51 h 12396"/>
                <a:gd name="connsiteX4" fmla="*/ 7067 w 75150"/>
                <a:gd name="connsiteY4" fmla="*/ 51 h 12396"/>
                <a:gd name="connsiteX5" fmla="*/ 68083 w 75150"/>
                <a:gd name="connsiteY5" fmla="*/ 51 h 12396"/>
                <a:gd name="connsiteX6" fmla="*/ 75099 w 75150"/>
                <a:gd name="connsiteY6" fmla="*/ 5406 h 12396"/>
                <a:gd name="connsiteX7" fmla="*/ 69685 w 75150"/>
                <a:gd name="connsiteY7" fmla="*/ 12345 h 12396"/>
                <a:gd name="connsiteX8" fmla="*/ 68083 w 75150"/>
                <a:gd name="connsiteY8" fmla="*/ 12345 h 1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150" h="12396">
                  <a:moveTo>
                    <a:pt x="68083" y="12345"/>
                  </a:moveTo>
                  <a:lnTo>
                    <a:pt x="7067" y="12345"/>
                  </a:lnTo>
                  <a:cubicBezTo>
                    <a:pt x="3635" y="12782"/>
                    <a:pt x="494" y="10385"/>
                    <a:pt x="52" y="6990"/>
                  </a:cubicBezTo>
                  <a:cubicBezTo>
                    <a:pt x="-390" y="3595"/>
                    <a:pt x="2034" y="489"/>
                    <a:pt x="5466" y="51"/>
                  </a:cubicBezTo>
                  <a:cubicBezTo>
                    <a:pt x="5998" y="-16"/>
                    <a:pt x="6536" y="-16"/>
                    <a:pt x="7067" y="51"/>
                  </a:cubicBezTo>
                  <a:lnTo>
                    <a:pt x="68083" y="51"/>
                  </a:lnTo>
                  <a:cubicBezTo>
                    <a:pt x="71516" y="-386"/>
                    <a:pt x="74656" y="2012"/>
                    <a:pt x="75099" y="5406"/>
                  </a:cubicBezTo>
                  <a:cubicBezTo>
                    <a:pt x="75541" y="8801"/>
                    <a:pt x="73117" y="11908"/>
                    <a:pt x="69685" y="12345"/>
                  </a:cubicBezTo>
                  <a:cubicBezTo>
                    <a:pt x="69153" y="12413"/>
                    <a:pt x="68615" y="12413"/>
                    <a:pt x="68083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45810B92-006A-AB49-BB35-5B1716C6AB62}"/>
                </a:ext>
              </a:extLst>
            </p:cNvPr>
            <p:cNvSpPr/>
            <p:nvPr/>
          </p:nvSpPr>
          <p:spPr>
            <a:xfrm>
              <a:off x="4729933" y="2746736"/>
              <a:ext cx="52592" cy="126188"/>
            </a:xfrm>
            <a:custGeom>
              <a:avLst/>
              <a:gdLst>
                <a:gd name="connsiteX0" fmla="*/ 46327 w 52592"/>
                <a:gd name="connsiteY0" fmla="*/ 126187 h 126188"/>
                <a:gd name="connsiteX1" fmla="*/ 6266 w 52592"/>
                <a:gd name="connsiteY1" fmla="*/ 126187 h 126188"/>
                <a:gd name="connsiteX2" fmla="*/ 1 w 52592"/>
                <a:gd name="connsiteY2" fmla="*/ 120194 h 126188"/>
                <a:gd name="connsiteX3" fmla="*/ 0 w 52592"/>
                <a:gd name="connsiteY3" fmla="*/ 120091 h 126188"/>
                <a:gd name="connsiteX4" fmla="*/ 0 w 52592"/>
                <a:gd name="connsiteY4" fmla="*/ 6198 h 126188"/>
                <a:gd name="connsiteX5" fmla="*/ 6266 w 52592"/>
                <a:gd name="connsiteY5" fmla="*/ 0 h 126188"/>
                <a:gd name="connsiteX6" fmla="*/ 46327 w 52592"/>
                <a:gd name="connsiteY6" fmla="*/ 0 h 126188"/>
                <a:gd name="connsiteX7" fmla="*/ 52593 w 52592"/>
                <a:gd name="connsiteY7" fmla="*/ 6198 h 126188"/>
                <a:gd name="connsiteX8" fmla="*/ 52593 w 52592"/>
                <a:gd name="connsiteY8" fmla="*/ 120091 h 126188"/>
                <a:gd name="connsiteX9" fmla="*/ 46431 w 52592"/>
                <a:gd name="connsiteY9" fmla="*/ 126188 h 126188"/>
                <a:gd name="connsiteX10" fmla="*/ 46327 w 52592"/>
                <a:gd name="connsiteY10" fmla="*/ 126187 h 126188"/>
                <a:gd name="connsiteX11" fmla="*/ 12429 w 52592"/>
                <a:gd name="connsiteY11" fmla="*/ 113894 h 126188"/>
                <a:gd name="connsiteX12" fmla="*/ 40472 w 52592"/>
                <a:gd name="connsiteY12" fmla="*/ 113894 h 126188"/>
                <a:gd name="connsiteX13" fmla="*/ 40472 w 52592"/>
                <a:gd name="connsiteY13" fmla="*/ 12294 h 126188"/>
                <a:gd name="connsiteX14" fmla="*/ 12429 w 52592"/>
                <a:gd name="connsiteY14" fmla="*/ 12294 h 126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592" h="126188">
                  <a:moveTo>
                    <a:pt x="46327" y="126187"/>
                  </a:moveTo>
                  <a:lnTo>
                    <a:pt x="6266" y="126187"/>
                  </a:lnTo>
                  <a:cubicBezTo>
                    <a:pt x="2863" y="126243"/>
                    <a:pt x="58" y="123560"/>
                    <a:pt x="1" y="120194"/>
                  </a:cubicBezTo>
                  <a:cubicBezTo>
                    <a:pt x="0" y="120159"/>
                    <a:pt x="0" y="120125"/>
                    <a:pt x="0" y="120091"/>
                  </a:cubicBezTo>
                  <a:lnTo>
                    <a:pt x="0" y="6198"/>
                  </a:lnTo>
                  <a:cubicBezTo>
                    <a:pt x="0" y="2775"/>
                    <a:pt x="2805" y="0"/>
                    <a:pt x="6266" y="0"/>
                  </a:cubicBezTo>
                  <a:lnTo>
                    <a:pt x="46327" y="0"/>
                  </a:lnTo>
                  <a:cubicBezTo>
                    <a:pt x="49788" y="0"/>
                    <a:pt x="52593" y="2775"/>
                    <a:pt x="52593" y="6198"/>
                  </a:cubicBezTo>
                  <a:lnTo>
                    <a:pt x="52593" y="120091"/>
                  </a:lnTo>
                  <a:cubicBezTo>
                    <a:pt x="52593" y="123458"/>
                    <a:pt x="49834" y="126188"/>
                    <a:pt x="46431" y="126188"/>
                  </a:cubicBezTo>
                  <a:cubicBezTo>
                    <a:pt x="46396" y="126188"/>
                    <a:pt x="46362" y="126188"/>
                    <a:pt x="46327" y="126187"/>
                  </a:cubicBezTo>
                  <a:close/>
                  <a:moveTo>
                    <a:pt x="12429" y="113894"/>
                  </a:moveTo>
                  <a:lnTo>
                    <a:pt x="40472" y="113894"/>
                  </a:lnTo>
                  <a:lnTo>
                    <a:pt x="40472" y="12294"/>
                  </a:lnTo>
                  <a:lnTo>
                    <a:pt x="12429" y="12294"/>
                  </a:ln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FD7FB53-AFE5-2849-9A6A-3F84A1B7E42D}"/>
                </a:ext>
              </a:extLst>
            </p:cNvPr>
            <p:cNvSpPr/>
            <p:nvPr/>
          </p:nvSpPr>
          <p:spPr>
            <a:xfrm>
              <a:off x="4613837" y="2860578"/>
              <a:ext cx="284023" cy="12395"/>
            </a:xfrm>
            <a:custGeom>
              <a:avLst/>
              <a:gdLst>
                <a:gd name="connsiteX0" fmla="*/ 276957 w 284023"/>
                <a:gd name="connsiteY0" fmla="*/ 12345 h 12395"/>
                <a:gd name="connsiteX1" fmla="*/ 5466 w 284023"/>
                <a:gd name="connsiteY1" fmla="*/ 12345 h 12395"/>
                <a:gd name="connsiteX2" fmla="*/ 52 w 284023"/>
                <a:gd name="connsiteY2" fmla="*/ 5406 h 12395"/>
                <a:gd name="connsiteX3" fmla="*/ 5466 w 284023"/>
                <a:gd name="connsiteY3" fmla="*/ 51 h 12395"/>
                <a:gd name="connsiteX4" fmla="*/ 276957 w 284023"/>
                <a:gd name="connsiteY4" fmla="*/ 51 h 12395"/>
                <a:gd name="connsiteX5" fmla="*/ 283972 w 284023"/>
                <a:gd name="connsiteY5" fmla="*/ 5406 h 12395"/>
                <a:gd name="connsiteX6" fmla="*/ 278558 w 284023"/>
                <a:gd name="connsiteY6" fmla="*/ 12345 h 12395"/>
                <a:gd name="connsiteX7" fmla="*/ 276957 w 284023"/>
                <a:gd name="connsiteY7" fmla="*/ 12345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023" h="12395">
                  <a:moveTo>
                    <a:pt x="276957" y="12345"/>
                  </a:moveTo>
                  <a:lnTo>
                    <a:pt x="5466" y="12345"/>
                  </a:lnTo>
                  <a:cubicBezTo>
                    <a:pt x="2034" y="11908"/>
                    <a:pt x="-390" y="8801"/>
                    <a:pt x="52" y="5406"/>
                  </a:cubicBezTo>
                  <a:cubicBezTo>
                    <a:pt x="416" y="2612"/>
                    <a:pt x="2640" y="412"/>
                    <a:pt x="5466" y="51"/>
                  </a:cubicBezTo>
                  <a:lnTo>
                    <a:pt x="276957" y="51"/>
                  </a:lnTo>
                  <a:cubicBezTo>
                    <a:pt x="280389" y="-386"/>
                    <a:pt x="283530" y="2012"/>
                    <a:pt x="283972" y="5406"/>
                  </a:cubicBezTo>
                  <a:cubicBezTo>
                    <a:pt x="284414" y="8801"/>
                    <a:pt x="281990" y="11908"/>
                    <a:pt x="278558" y="12345"/>
                  </a:cubicBezTo>
                  <a:cubicBezTo>
                    <a:pt x="278026" y="12413"/>
                    <a:pt x="277488" y="12413"/>
                    <a:pt x="276957" y="12345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47" name="Graphic 24">
            <a:extLst>
              <a:ext uri="{FF2B5EF4-FFF2-40B4-BE49-F238E27FC236}">
                <a16:creationId xmlns:a16="http://schemas.microsoft.com/office/drawing/2014/main" id="{F9A81107-A569-4046-9776-6559722532F4}"/>
              </a:ext>
            </a:extLst>
          </p:cNvPr>
          <p:cNvGrpSpPr>
            <a:grpSpLocks noChangeAspect="1"/>
          </p:cNvGrpSpPr>
          <p:nvPr/>
        </p:nvGrpSpPr>
        <p:grpSpPr>
          <a:xfrm>
            <a:off x="7238486" y="5100036"/>
            <a:ext cx="377778" cy="378237"/>
            <a:chOff x="4567123" y="2512421"/>
            <a:chExt cx="377778" cy="378237"/>
          </a:xfrm>
          <a:solidFill>
            <a:srgbClr val="FFFFFF"/>
          </a:solidFill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272DD61-D0E7-BF49-A7FE-CD863F0465D1}"/>
                </a:ext>
              </a:extLst>
            </p:cNvPr>
            <p:cNvSpPr/>
            <p:nvPr/>
          </p:nvSpPr>
          <p:spPr>
            <a:xfrm>
              <a:off x="4809683" y="2568086"/>
              <a:ext cx="24087" cy="31726"/>
            </a:xfrm>
            <a:custGeom>
              <a:avLst/>
              <a:gdLst>
                <a:gd name="connsiteX0" fmla="*/ 17279 w 24087"/>
                <a:gd name="connsiteY0" fmla="*/ 31717 h 31726"/>
                <a:gd name="connsiteX1" fmla="*/ 11621 w 24087"/>
                <a:gd name="connsiteY1" fmla="*/ 28155 h 31726"/>
                <a:gd name="connsiteX2" fmla="*/ 1144 w 24087"/>
                <a:gd name="connsiteY2" fmla="*/ 10029 h 31726"/>
                <a:gd name="connsiteX3" fmla="*/ 2611 w 24087"/>
                <a:gd name="connsiteY3" fmla="*/ 1228 h 31726"/>
                <a:gd name="connsiteX4" fmla="*/ 11262 w 24087"/>
                <a:gd name="connsiteY4" fmla="*/ 2485 h 31726"/>
                <a:gd name="connsiteX5" fmla="*/ 11412 w 24087"/>
                <a:gd name="connsiteY5" fmla="*/ 2695 h 31726"/>
                <a:gd name="connsiteX6" fmla="*/ 23461 w 24087"/>
                <a:gd name="connsiteY6" fmla="*/ 22602 h 31726"/>
                <a:gd name="connsiteX7" fmla="*/ 20527 w 24087"/>
                <a:gd name="connsiteY7" fmla="*/ 31089 h 31726"/>
                <a:gd name="connsiteX8" fmla="*/ 17279 w 24087"/>
                <a:gd name="connsiteY8" fmla="*/ 31717 h 3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7" h="31726">
                  <a:moveTo>
                    <a:pt x="17279" y="31717"/>
                  </a:moveTo>
                  <a:cubicBezTo>
                    <a:pt x="14859" y="31740"/>
                    <a:pt x="12647" y="30348"/>
                    <a:pt x="11621" y="28155"/>
                  </a:cubicBezTo>
                  <a:cubicBezTo>
                    <a:pt x="8591" y="21857"/>
                    <a:pt x="5089" y="15798"/>
                    <a:pt x="1144" y="10029"/>
                  </a:cubicBezTo>
                  <a:cubicBezTo>
                    <a:pt x="-835" y="7183"/>
                    <a:pt x="-184" y="3278"/>
                    <a:pt x="2611" y="1228"/>
                  </a:cubicBezTo>
                  <a:cubicBezTo>
                    <a:pt x="5347" y="-814"/>
                    <a:pt x="9220" y="-251"/>
                    <a:pt x="11262" y="2485"/>
                  </a:cubicBezTo>
                  <a:cubicBezTo>
                    <a:pt x="11314" y="2554"/>
                    <a:pt x="11363" y="2624"/>
                    <a:pt x="11412" y="2695"/>
                  </a:cubicBezTo>
                  <a:cubicBezTo>
                    <a:pt x="15982" y="8979"/>
                    <a:pt x="20013" y="15638"/>
                    <a:pt x="23461" y="22602"/>
                  </a:cubicBezTo>
                  <a:cubicBezTo>
                    <a:pt x="24970" y="25757"/>
                    <a:pt x="23662" y="29539"/>
                    <a:pt x="20527" y="31089"/>
                  </a:cubicBezTo>
                  <a:cubicBezTo>
                    <a:pt x="19511" y="31558"/>
                    <a:pt x="18397" y="31774"/>
                    <a:pt x="17279" y="3171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629A8781-3ABE-9946-BD8C-EC3232AC56FC}"/>
                </a:ext>
              </a:extLst>
            </p:cNvPr>
            <p:cNvSpPr/>
            <p:nvPr/>
          </p:nvSpPr>
          <p:spPr>
            <a:xfrm>
              <a:off x="4829880" y="2611964"/>
              <a:ext cx="16794" cy="38863"/>
            </a:xfrm>
            <a:custGeom>
              <a:avLst/>
              <a:gdLst>
                <a:gd name="connsiteX0" fmla="*/ 10493 w 16794"/>
                <a:gd name="connsiteY0" fmla="*/ 38864 h 38863"/>
                <a:gd name="connsiteX1" fmla="*/ 4102 w 16794"/>
                <a:gd name="connsiteY1" fmla="*/ 32892 h 38863"/>
                <a:gd name="connsiteX2" fmla="*/ 225 w 16794"/>
                <a:gd name="connsiteY2" fmla="*/ 7955 h 38863"/>
                <a:gd name="connsiteX3" fmla="*/ 4625 w 16794"/>
                <a:gd name="connsiteY3" fmla="*/ 230 h 38863"/>
                <a:gd name="connsiteX4" fmla="*/ 4731 w 16794"/>
                <a:gd name="connsiteY4" fmla="*/ 202 h 38863"/>
                <a:gd name="connsiteX5" fmla="*/ 12484 w 16794"/>
                <a:gd name="connsiteY5" fmla="*/ 4707 h 38863"/>
                <a:gd name="connsiteX6" fmla="*/ 16780 w 16794"/>
                <a:gd name="connsiteY6" fmla="*/ 32054 h 38863"/>
                <a:gd name="connsiteX7" fmla="*/ 10934 w 16794"/>
                <a:gd name="connsiteY7" fmla="*/ 38752 h 38863"/>
                <a:gd name="connsiteX8" fmla="*/ 10808 w 16794"/>
                <a:gd name="connsiteY8" fmla="*/ 38759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4" h="38863">
                  <a:moveTo>
                    <a:pt x="10493" y="38864"/>
                  </a:moveTo>
                  <a:cubicBezTo>
                    <a:pt x="7121" y="38871"/>
                    <a:pt x="4323" y="36257"/>
                    <a:pt x="4102" y="32892"/>
                  </a:cubicBezTo>
                  <a:cubicBezTo>
                    <a:pt x="3664" y="24469"/>
                    <a:pt x="2365" y="16113"/>
                    <a:pt x="225" y="7955"/>
                  </a:cubicBezTo>
                  <a:cubicBezTo>
                    <a:pt x="-693" y="4607"/>
                    <a:pt x="1277" y="1148"/>
                    <a:pt x="4625" y="230"/>
                  </a:cubicBezTo>
                  <a:cubicBezTo>
                    <a:pt x="4660" y="220"/>
                    <a:pt x="4696" y="211"/>
                    <a:pt x="4731" y="202"/>
                  </a:cubicBezTo>
                  <a:cubicBezTo>
                    <a:pt x="8112" y="-666"/>
                    <a:pt x="11564" y="1340"/>
                    <a:pt x="12484" y="4707"/>
                  </a:cubicBezTo>
                  <a:cubicBezTo>
                    <a:pt x="14806" y="13660"/>
                    <a:pt x="16245" y="22820"/>
                    <a:pt x="16780" y="32054"/>
                  </a:cubicBezTo>
                  <a:cubicBezTo>
                    <a:pt x="17015" y="35518"/>
                    <a:pt x="14398" y="38516"/>
                    <a:pt x="10934" y="38752"/>
                  </a:cubicBezTo>
                  <a:cubicBezTo>
                    <a:pt x="10892" y="38755"/>
                    <a:pt x="10850" y="38757"/>
                    <a:pt x="10808" y="3875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E5D1D3C-5E4E-DC4D-A17A-4B2531E5E31E}"/>
                </a:ext>
              </a:extLst>
            </p:cNvPr>
            <p:cNvSpPr/>
            <p:nvPr/>
          </p:nvSpPr>
          <p:spPr>
            <a:xfrm>
              <a:off x="4828044" y="2664578"/>
              <a:ext cx="17618" cy="34416"/>
            </a:xfrm>
            <a:custGeom>
              <a:avLst/>
              <a:gdLst>
                <a:gd name="connsiteX0" fmla="*/ 6357 w 17618"/>
                <a:gd name="connsiteY0" fmla="*/ 34342 h 34416"/>
                <a:gd name="connsiteX1" fmla="*/ 4471 w 17618"/>
                <a:gd name="connsiteY1" fmla="*/ 34342 h 34416"/>
                <a:gd name="connsiteX2" fmla="*/ 280 w 17618"/>
                <a:gd name="connsiteY2" fmla="*/ 26379 h 34416"/>
                <a:gd name="connsiteX3" fmla="*/ 4995 w 17618"/>
                <a:gd name="connsiteY3" fmla="*/ 5424 h 34416"/>
                <a:gd name="connsiteX4" fmla="*/ 11889 w 17618"/>
                <a:gd name="connsiteY4" fmla="*/ 47 h 34416"/>
                <a:gd name="connsiteX5" fmla="*/ 12120 w 17618"/>
                <a:gd name="connsiteY5" fmla="*/ 80 h 34416"/>
                <a:gd name="connsiteX6" fmla="*/ 17568 w 17618"/>
                <a:gd name="connsiteY6" fmla="*/ 7205 h 34416"/>
                <a:gd name="connsiteX7" fmla="*/ 12434 w 17618"/>
                <a:gd name="connsiteY7" fmla="*/ 29836 h 34416"/>
                <a:gd name="connsiteX8" fmla="*/ 6357 w 17618"/>
                <a:gd name="connsiteY8" fmla="*/ 34342 h 3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18" h="34416">
                  <a:moveTo>
                    <a:pt x="6357" y="34342"/>
                  </a:moveTo>
                  <a:cubicBezTo>
                    <a:pt x="5733" y="34442"/>
                    <a:pt x="5096" y="34442"/>
                    <a:pt x="4471" y="34342"/>
                  </a:cubicBezTo>
                  <a:cubicBezTo>
                    <a:pt x="1126" y="33287"/>
                    <a:pt x="-744" y="29734"/>
                    <a:pt x="280" y="26379"/>
                  </a:cubicBezTo>
                  <a:cubicBezTo>
                    <a:pt x="2398" y="19528"/>
                    <a:pt x="3974" y="12521"/>
                    <a:pt x="4995" y="5424"/>
                  </a:cubicBezTo>
                  <a:cubicBezTo>
                    <a:pt x="5414" y="2036"/>
                    <a:pt x="8501" y="-372"/>
                    <a:pt x="11889" y="47"/>
                  </a:cubicBezTo>
                  <a:cubicBezTo>
                    <a:pt x="11966" y="57"/>
                    <a:pt x="12043" y="68"/>
                    <a:pt x="12120" y="80"/>
                  </a:cubicBezTo>
                  <a:cubicBezTo>
                    <a:pt x="15577" y="568"/>
                    <a:pt x="18003" y="3741"/>
                    <a:pt x="17568" y="7205"/>
                  </a:cubicBezTo>
                  <a:cubicBezTo>
                    <a:pt x="16441" y="14870"/>
                    <a:pt x="14725" y="22436"/>
                    <a:pt x="12434" y="29836"/>
                  </a:cubicBezTo>
                  <a:cubicBezTo>
                    <a:pt x="11610" y="32505"/>
                    <a:pt x="9150" y="34329"/>
                    <a:pt x="6357" y="34342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A06D3851-9D99-EC4D-96B4-89AFF7937ECA}"/>
                </a:ext>
              </a:extLst>
            </p:cNvPr>
            <p:cNvSpPr/>
            <p:nvPr/>
          </p:nvSpPr>
          <p:spPr>
            <a:xfrm>
              <a:off x="4567123" y="2512421"/>
              <a:ext cx="273355" cy="279749"/>
            </a:xfrm>
            <a:custGeom>
              <a:avLst/>
              <a:gdLst>
                <a:gd name="connsiteX0" fmla="*/ 139872 w 273355"/>
                <a:gd name="connsiteY0" fmla="*/ 279749 h 279749"/>
                <a:gd name="connsiteX1" fmla="*/ 0 w 273355"/>
                <a:gd name="connsiteY1" fmla="*/ 139872 h 279749"/>
                <a:gd name="connsiteX2" fmla="*/ 139877 w 273355"/>
                <a:gd name="connsiteY2" fmla="*/ 0 h 279749"/>
                <a:gd name="connsiteX3" fmla="*/ 238780 w 273355"/>
                <a:gd name="connsiteY3" fmla="*/ 40967 h 279749"/>
                <a:gd name="connsiteX4" fmla="*/ 253553 w 273355"/>
                <a:gd name="connsiteY4" fmla="*/ 58360 h 279749"/>
                <a:gd name="connsiteX5" fmla="*/ 243075 w 273355"/>
                <a:gd name="connsiteY5" fmla="*/ 65694 h 279749"/>
                <a:gd name="connsiteX6" fmla="*/ 65262 w 273355"/>
                <a:gd name="connsiteY6" fmla="*/ 36588 h 279749"/>
                <a:gd name="connsiteX7" fmla="*/ 36156 w 273355"/>
                <a:gd name="connsiteY7" fmla="*/ 214402 h 279749"/>
                <a:gd name="connsiteX8" fmla="*/ 213970 w 273355"/>
                <a:gd name="connsiteY8" fmla="*/ 243507 h 279749"/>
                <a:gd name="connsiteX9" fmla="*/ 261201 w 273355"/>
                <a:gd name="connsiteY9" fmla="*/ 178118 h 279749"/>
                <a:gd name="connsiteX10" fmla="*/ 273355 w 273355"/>
                <a:gd name="connsiteY10" fmla="*/ 181994 h 279749"/>
                <a:gd name="connsiteX11" fmla="*/ 139872 w 273355"/>
                <a:gd name="connsiteY11" fmla="*/ 279749 h 27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3355" h="279749">
                  <a:moveTo>
                    <a:pt x="139872" y="279749"/>
                  </a:moveTo>
                  <a:cubicBezTo>
                    <a:pt x="62621" y="279748"/>
                    <a:pt x="-1" y="217123"/>
                    <a:pt x="0" y="139872"/>
                  </a:cubicBezTo>
                  <a:cubicBezTo>
                    <a:pt x="1" y="62621"/>
                    <a:pt x="62627" y="-1"/>
                    <a:pt x="139877" y="0"/>
                  </a:cubicBezTo>
                  <a:cubicBezTo>
                    <a:pt x="176973" y="1"/>
                    <a:pt x="212549" y="14737"/>
                    <a:pt x="238780" y="40967"/>
                  </a:cubicBezTo>
                  <a:cubicBezTo>
                    <a:pt x="244205" y="46319"/>
                    <a:pt x="249149" y="52139"/>
                    <a:pt x="253553" y="58360"/>
                  </a:cubicBezTo>
                  <a:lnTo>
                    <a:pt x="243075" y="65694"/>
                  </a:lnTo>
                  <a:cubicBezTo>
                    <a:pt x="202011" y="8555"/>
                    <a:pt x="122401" y="-4476"/>
                    <a:pt x="65262" y="36588"/>
                  </a:cubicBezTo>
                  <a:cubicBezTo>
                    <a:pt x="8123" y="77653"/>
                    <a:pt x="-4908" y="157262"/>
                    <a:pt x="36156" y="214402"/>
                  </a:cubicBezTo>
                  <a:cubicBezTo>
                    <a:pt x="77221" y="271541"/>
                    <a:pt x="156830" y="284572"/>
                    <a:pt x="213970" y="243507"/>
                  </a:cubicBezTo>
                  <a:cubicBezTo>
                    <a:pt x="236380" y="227402"/>
                    <a:pt x="252955" y="204454"/>
                    <a:pt x="261201" y="178118"/>
                  </a:cubicBezTo>
                  <a:lnTo>
                    <a:pt x="273355" y="181994"/>
                  </a:lnTo>
                  <a:cubicBezTo>
                    <a:pt x="254854" y="240140"/>
                    <a:pt x="200890" y="279660"/>
                    <a:pt x="139872" y="27974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4EC0EC25-A41F-D046-B06C-25EF916F7201}"/>
                </a:ext>
              </a:extLst>
            </p:cNvPr>
            <p:cNvSpPr/>
            <p:nvPr/>
          </p:nvSpPr>
          <p:spPr>
            <a:xfrm>
              <a:off x="4601431" y="2546682"/>
              <a:ext cx="211226" cy="211226"/>
            </a:xfrm>
            <a:custGeom>
              <a:avLst/>
              <a:gdLst>
                <a:gd name="connsiteX0" fmla="*/ 105564 w 211226"/>
                <a:gd name="connsiteY0" fmla="*/ 211226 h 211226"/>
                <a:gd name="connsiteX1" fmla="*/ 0 w 211226"/>
                <a:gd name="connsiteY1" fmla="*/ 105564 h 211226"/>
                <a:gd name="connsiteX2" fmla="*/ 105663 w 211226"/>
                <a:gd name="connsiteY2" fmla="*/ 0 h 211226"/>
                <a:gd name="connsiteX3" fmla="*/ 211226 w 211226"/>
                <a:gd name="connsiteY3" fmla="*/ 105663 h 211226"/>
                <a:gd name="connsiteX4" fmla="*/ 180268 w 211226"/>
                <a:gd name="connsiteY4" fmla="*/ 180318 h 211226"/>
                <a:gd name="connsiteX5" fmla="*/ 105564 w 211226"/>
                <a:gd name="connsiteY5" fmla="*/ 211226 h 211226"/>
                <a:gd name="connsiteX6" fmla="*/ 105564 w 211226"/>
                <a:gd name="connsiteY6" fmla="*/ 12678 h 211226"/>
                <a:gd name="connsiteX7" fmla="*/ 12586 w 211226"/>
                <a:gd name="connsiteY7" fmla="*/ 105570 h 211226"/>
                <a:gd name="connsiteX8" fmla="*/ 105478 w 211226"/>
                <a:gd name="connsiteY8" fmla="*/ 198549 h 211226"/>
                <a:gd name="connsiteX9" fmla="*/ 198456 w 211226"/>
                <a:gd name="connsiteY9" fmla="*/ 105656 h 211226"/>
                <a:gd name="connsiteX10" fmla="*/ 171258 w 211226"/>
                <a:gd name="connsiteY10" fmla="*/ 39919 h 211226"/>
                <a:gd name="connsiteX11" fmla="*/ 105564 w 211226"/>
                <a:gd name="connsiteY11" fmla="*/ 12678 h 21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226" h="211226">
                  <a:moveTo>
                    <a:pt x="105564" y="211226"/>
                  </a:moveTo>
                  <a:cubicBezTo>
                    <a:pt x="47235" y="211199"/>
                    <a:pt x="-27" y="163892"/>
                    <a:pt x="0" y="105564"/>
                  </a:cubicBezTo>
                  <a:cubicBezTo>
                    <a:pt x="27" y="47235"/>
                    <a:pt x="47334" y="-27"/>
                    <a:pt x="105663" y="0"/>
                  </a:cubicBezTo>
                  <a:cubicBezTo>
                    <a:pt x="163991" y="27"/>
                    <a:pt x="211254" y="47334"/>
                    <a:pt x="211226" y="105663"/>
                  </a:cubicBezTo>
                  <a:cubicBezTo>
                    <a:pt x="211213" y="133668"/>
                    <a:pt x="200078" y="160522"/>
                    <a:pt x="180268" y="180318"/>
                  </a:cubicBezTo>
                  <a:cubicBezTo>
                    <a:pt x="160445" y="200111"/>
                    <a:pt x="133577" y="211228"/>
                    <a:pt x="105564" y="211226"/>
                  </a:cubicBezTo>
                  <a:close/>
                  <a:moveTo>
                    <a:pt x="105564" y="12678"/>
                  </a:moveTo>
                  <a:cubicBezTo>
                    <a:pt x="54237" y="12654"/>
                    <a:pt x="12609" y="54244"/>
                    <a:pt x="12586" y="105570"/>
                  </a:cubicBezTo>
                  <a:cubicBezTo>
                    <a:pt x="12562" y="156897"/>
                    <a:pt x="54151" y="198525"/>
                    <a:pt x="105478" y="198549"/>
                  </a:cubicBezTo>
                  <a:cubicBezTo>
                    <a:pt x="156805" y="198572"/>
                    <a:pt x="198433" y="156983"/>
                    <a:pt x="198456" y="105656"/>
                  </a:cubicBezTo>
                  <a:cubicBezTo>
                    <a:pt x="198468" y="81004"/>
                    <a:pt x="188684" y="57357"/>
                    <a:pt x="171258" y="39919"/>
                  </a:cubicBezTo>
                  <a:cubicBezTo>
                    <a:pt x="153857" y="22459"/>
                    <a:pt x="130214" y="12654"/>
                    <a:pt x="105564" y="1267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CAF241F5-8E69-CA40-9452-03AD3958999E}"/>
                </a:ext>
              </a:extLst>
            </p:cNvPr>
            <p:cNvSpPr/>
            <p:nvPr/>
          </p:nvSpPr>
          <p:spPr>
            <a:xfrm>
              <a:off x="4769728" y="2715020"/>
              <a:ext cx="175173" cy="175638"/>
            </a:xfrm>
            <a:custGeom>
              <a:avLst/>
              <a:gdLst>
                <a:gd name="connsiteX0" fmla="*/ 137492 w 175173"/>
                <a:gd name="connsiteY0" fmla="*/ 175638 h 175638"/>
                <a:gd name="connsiteX1" fmla="*/ 110460 w 175173"/>
                <a:gd name="connsiteY1" fmla="*/ 164113 h 175638"/>
                <a:gd name="connsiteX2" fmla="*/ 1913 w 175173"/>
                <a:gd name="connsiteY2" fmla="*/ 55985 h 175638"/>
                <a:gd name="connsiteX3" fmla="*/ 27 w 175173"/>
                <a:gd name="connsiteY3" fmla="*/ 50642 h 175638"/>
                <a:gd name="connsiteX4" fmla="*/ 3066 w 175173"/>
                <a:gd name="connsiteY4" fmla="*/ 46032 h 175638"/>
                <a:gd name="connsiteX5" fmla="*/ 27269 w 175173"/>
                <a:gd name="connsiteY5" fmla="*/ 27277 h 175638"/>
                <a:gd name="connsiteX6" fmla="*/ 46024 w 175173"/>
                <a:gd name="connsiteY6" fmla="*/ 3074 h 175638"/>
                <a:gd name="connsiteX7" fmla="*/ 50634 w 175173"/>
                <a:gd name="connsiteY7" fmla="*/ 35 h 175638"/>
                <a:gd name="connsiteX8" fmla="*/ 55873 w 175173"/>
                <a:gd name="connsiteY8" fmla="*/ 1921 h 175638"/>
                <a:gd name="connsiteX9" fmla="*/ 164105 w 175173"/>
                <a:gd name="connsiteY9" fmla="*/ 110468 h 175638"/>
                <a:gd name="connsiteX10" fmla="*/ 164105 w 175173"/>
                <a:gd name="connsiteY10" fmla="*/ 164113 h 175638"/>
                <a:gd name="connsiteX11" fmla="*/ 137492 w 175173"/>
                <a:gd name="connsiteY11" fmla="*/ 175638 h 175638"/>
                <a:gd name="connsiteX12" fmla="*/ 16477 w 175173"/>
                <a:gd name="connsiteY12" fmla="*/ 52528 h 175638"/>
                <a:gd name="connsiteX13" fmla="*/ 119366 w 175173"/>
                <a:gd name="connsiteY13" fmla="*/ 155521 h 175638"/>
                <a:gd name="connsiteX14" fmla="*/ 155514 w 175173"/>
                <a:gd name="connsiteY14" fmla="*/ 154803 h 175638"/>
                <a:gd name="connsiteX15" fmla="*/ 155514 w 175173"/>
                <a:gd name="connsiteY15" fmla="*/ 119374 h 175638"/>
                <a:gd name="connsiteX16" fmla="*/ 52520 w 175173"/>
                <a:gd name="connsiteY16" fmla="*/ 16485 h 175638"/>
                <a:gd name="connsiteX17" fmla="*/ 16477 w 175173"/>
                <a:gd name="connsiteY17" fmla="*/ 52528 h 17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5173" h="175638">
                  <a:moveTo>
                    <a:pt x="137492" y="175638"/>
                  </a:moveTo>
                  <a:cubicBezTo>
                    <a:pt x="127292" y="175621"/>
                    <a:pt x="117535" y="171461"/>
                    <a:pt x="110460" y="164113"/>
                  </a:cubicBezTo>
                  <a:lnTo>
                    <a:pt x="1913" y="55985"/>
                  </a:lnTo>
                  <a:cubicBezTo>
                    <a:pt x="538" y="54563"/>
                    <a:pt x="-150" y="52612"/>
                    <a:pt x="27" y="50642"/>
                  </a:cubicBezTo>
                  <a:cubicBezTo>
                    <a:pt x="331" y="48740"/>
                    <a:pt x="1438" y="47061"/>
                    <a:pt x="3066" y="46032"/>
                  </a:cubicBezTo>
                  <a:cubicBezTo>
                    <a:pt x="11830" y="40734"/>
                    <a:pt x="19952" y="34441"/>
                    <a:pt x="27269" y="27277"/>
                  </a:cubicBezTo>
                  <a:cubicBezTo>
                    <a:pt x="34433" y="19960"/>
                    <a:pt x="40727" y="11838"/>
                    <a:pt x="46024" y="3074"/>
                  </a:cubicBezTo>
                  <a:cubicBezTo>
                    <a:pt x="47053" y="1446"/>
                    <a:pt x="48732" y="339"/>
                    <a:pt x="50634" y="35"/>
                  </a:cubicBezTo>
                  <a:cubicBezTo>
                    <a:pt x="52577" y="-170"/>
                    <a:pt x="54506" y="525"/>
                    <a:pt x="55873" y="1921"/>
                  </a:cubicBezTo>
                  <a:lnTo>
                    <a:pt x="164105" y="110468"/>
                  </a:lnTo>
                  <a:cubicBezTo>
                    <a:pt x="178863" y="125305"/>
                    <a:pt x="178863" y="149277"/>
                    <a:pt x="164105" y="164113"/>
                  </a:cubicBezTo>
                  <a:cubicBezTo>
                    <a:pt x="157131" y="171358"/>
                    <a:pt x="147547" y="175508"/>
                    <a:pt x="137492" y="175638"/>
                  </a:cubicBezTo>
                  <a:close/>
                  <a:moveTo>
                    <a:pt x="16477" y="52528"/>
                  </a:moveTo>
                  <a:lnTo>
                    <a:pt x="119366" y="155521"/>
                  </a:lnTo>
                  <a:cubicBezTo>
                    <a:pt x="129546" y="165305"/>
                    <a:pt x="145730" y="164983"/>
                    <a:pt x="155514" y="154803"/>
                  </a:cubicBezTo>
                  <a:cubicBezTo>
                    <a:pt x="165023" y="144908"/>
                    <a:pt x="165023" y="129269"/>
                    <a:pt x="155514" y="119374"/>
                  </a:cubicBezTo>
                  <a:lnTo>
                    <a:pt x="52520" y="16485"/>
                  </a:lnTo>
                  <a:cubicBezTo>
                    <a:pt x="42844" y="30630"/>
                    <a:pt x="30622" y="42852"/>
                    <a:pt x="16477" y="5252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6F958183-3BF2-7C4C-81ED-65111042817F}"/>
                </a:ext>
              </a:extLst>
            </p:cNvPr>
            <p:cNvSpPr/>
            <p:nvPr/>
          </p:nvSpPr>
          <p:spPr>
            <a:xfrm>
              <a:off x="4798971" y="2744271"/>
              <a:ext cx="57782" cy="57749"/>
            </a:xfrm>
            <a:custGeom>
              <a:avLst/>
              <a:gdLst>
                <a:gd name="connsiteX0" fmla="*/ 6408 w 57782"/>
                <a:gd name="connsiteY0" fmla="*/ 57747 h 57749"/>
                <a:gd name="connsiteX1" fmla="*/ 1902 w 57782"/>
                <a:gd name="connsiteY1" fmla="*/ 55966 h 57749"/>
                <a:gd name="connsiteX2" fmla="*/ 1781 w 57782"/>
                <a:gd name="connsiteY2" fmla="*/ 47076 h 57749"/>
                <a:gd name="connsiteX3" fmla="*/ 1902 w 57782"/>
                <a:gd name="connsiteY3" fmla="*/ 46955 h 57749"/>
                <a:gd name="connsiteX4" fmla="*/ 46955 w 57782"/>
                <a:gd name="connsiteY4" fmla="*/ 1902 h 57749"/>
                <a:gd name="connsiteX5" fmla="*/ 55845 w 57782"/>
                <a:gd name="connsiteY5" fmla="*/ 1781 h 57749"/>
                <a:gd name="connsiteX6" fmla="*/ 55966 w 57782"/>
                <a:gd name="connsiteY6" fmla="*/ 1902 h 57749"/>
                <a:gd name="connsiteX7" fmla="*/ 55966 w 57782"/>
                <a:gd name="connsiteY7" fmla="*/ 10913 h 57749"/>
                <a:gd name="connsiteX8" fmla="*/ 10913 w 57782"/>
                <a:gd name="connsiteY8" fmla="*/ 55966 h 57749"/>
                <a:gd name="connsiteX9" fmla="*/ 6408 w 57782"/>
                <a:gd name="connsiteY9" fmla="*/ 57747 h 57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782" h="57749">
                  <a:moveTo>
                    <a:pt x="6408" y="57747"/>
                  </a:moveTo>
                  <a:cubicBezTo>
                    <a:pt x="4726" y="57791"/>
                    <a:pt x="3099" y="57148"/>
                    <a:pt x="1902" y="55966"/>
                  </a:cubicBezTo>
                  <a:cubicBezTo>
                    <a:pt x="-586" y="53545"/>
                    <a:pt x="-640" y="49565"/>
                    <a:pt x="1781" y="47076"/>
                  </a:cubicBezTo>
                  <a:cubicBezTo>
                    <a:pt x="1821" y="47036"/>
                    <a:pt x="1861" y="46995"/>
                    <a:pt x="1902" y="46955"/>
                  </a:cubicBezTo>
                  <a:lnTo>
                    <a:pt x="46955" y="1902"/>
                  </a:lnTo>
                  <a:cubicBezTo>
                    <a:pt x="49377" y="-586"/>
                    <a:pt x="53357" y="-640"/>
                    <a:pt x="55845" y="1781"/>
                  </a:cubicBezTo>
                  <a:cubicBezTo>
                    <a:pt x="55886" y="1821"/>
                    <a:pt x="55926" y="1861"/>
                    <a:pt x="55966" y="1902"/>
                  </a:cubicBezTo>
                  <a:cubicBezTo>
                    <a:pt x="58388" y="4418"/>
                    <a:pt x="58388" y="8397"/>
                    <a:pt x="55966" y="10913"/>
                  </a:cubicBezTo>
                  <a:lnTo>
                    <a:pt x="10913" y="55966"/>
                  </a:lnTo>
                  <a:cubicBezTo>
                    <a:pt x="9709" y="57138"/>
                    <a:pt x="8087" y="57779"/>
                    <a:pt x="6408" y="5774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EB628EBB-736A-AF41-8369-901D67CA883F}"/>
                </a:ext>
              </a:extLst>
            </p:cNvPr>
            <p:cNvSpPr/>
            <p:nvPr/>
          </p:nvSpPr>
          <p:spPr>
            <a:xfrm>
              <a:off x="4822736" y="2767722"/>
              <a:ext cx="57782" cy="57766"/>
            </a:xfrm>
            <a:custGeom>
              <a:avLst/>
              <a:gdLst>
                <a:gd name="connsiteX0" fmla="*/ 6322 w 57782"/>
                <a:gd name="connsiteY0" fmla="*/ 57766 h 57766"/>
                <a:gd name="connsiteX1" fmla="*/ 1816 w 57782"/>
                <a:gd name="connsiteY1" fmla="*/ 55880 h 57766"/>
                <a:gd name="connsiteX2" fmla="*/ 1816 w 57782"/>
                <a:gd name="connsiteY2" fmla="*/ 46869 h 57766"/>
                <a:gd name="connsiteX3" fmla="*/ 46869 w 57782"/>
                <a:gd name="connsiteY3" fmla="*/ 1816 h 57766"/>
                <a:gd name="connsiteX4" fmla="*/ 55880 w 57782"/>
                <a:gd name="connsiteY4" fmla="*/ 1816 h 57766"/>
                <a:gd name="connsiteX5" fmla="*/ 56001 w 57782"/>
                <a:gd name="connsiteY5" fmla="*/ 10706 h 57766"/>
                <a:gd name="connsiteX6" fmla="*/ 55880 w 57782"/>
                <a:gd name="connsiteY6" fmla="*/ 10827 h 57766"/>
                <a:gd name="connsiteX7" fmla="*/ 10827 w 57782"/>
                <a:gd name="connsiteY7" fmla="*/ 55880 h 57766"/>
                <a:gd name="connsiteX8" fmla="*/ 6322 w 57782"/>
                <a:gd name="connsiteY8" fmla="*/ 57766 h 57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82" h="57766">
                  <a:moveTo>
                    <a:pt x="6322" y="57766"/>
                  </a:moveTo>
                  <a:cubicBezTo>
                    <a:pt x="4629" y="57759"/>
                    <a:pt x="3009" y="57080"/>
                    <a:pt x="1816" y="55880"/>
                  </a:cubicBezTo>
                  <a:cubicBezTo>
                    <a:pt x="-605" y="53365"/>
                    <a:pt x="-605" y="49385"/>
                    <a:pt x="1816" y="46869"/>
                  </a:cubicBezTo>
                  <a:lnTo>
                    <a:pt x="46869" y="1816"/>
                  </a:lnTo>
                  <a:cubicBezTo>
                    <a:pt x="49385" y="-605"/>
                    <a:pt x="53365" y="-605"/>
                    <a:pt x="55880" y="1816"/>
                  </a:cubicBezTo>
                  <a:cubicBezTo>
                    <a:pt x="58368" y="4238"/>
                    <a:pt x="58423" y="8218"/>
                    <a:pt x="56001" y="10706"/>
                  </a:cubicBezTo>
                  <a:cubicBezTo>
                    <a:pt x="55961" y="10747"/>
                    <a:pt x="55921" y="10787"/>
                    <a:pt x="55880" y="10827"/>
                  </a:cubicBezTo>
                  <a:lnTo>
                    <a:pt x="10827" y="55880"/>
                  </a:lnTo>
                  <a:cubicBezTo>
                    <a:pt x="9641" y="57090"/>
                    <a:pt x="8016" y="57770"/>
                    <a:pt x="6322" y="5776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80C3421-ADCD-1746-9769-4F666A724F92}"/>
                </a:ext>
              </a:extLst>
            </p:cNvPr>
            <p:cNvSpPr/>
            <p:nvPr/>
          </p:nvSpPr>
          <p:spPr>
            <a:xfrm>
              <a:off x="4675563" y="2571828"/>
              <a:ext cx="62865" cy="62865"/>
            </a:xfrm>
            <a:custGeom>
              <a:avLst/>
              <a:gdLst>
                <a:gd name="connsiteX0" fmla="*/ 31433 w 62865"/>
                <a:gd name="connsiteY0" fmla="*/ 62865 h 62865"/>
                <a:gd name="connsiteX1" fmla="*/ 0 w 62865"/>
                <a:gd name="connsiteY1" fmla="*/ 31433 h 62865"/>
                <a:gd name="connsiteX2" fmla="*/ 31433 w 62865"/>
                <a:gd name="connsiteY2" fmla="*/ 0 h 62865"/>
                <a:gd name="connsiteX3" fmla="*/ 62865 w 62865"/>
                <a:gd name="connsiteY3" fmla="*/ 31433 h 62865"/>
                <a:gd name="connsiteX4" fmla="*/ 31433 w 62865"/>
                <a:gd name="connsiteY4" fmla="*/ 62865 h 62865"/>
                <a:gd name="connsiteX5" fmla="*/ 31433 w 62865"/>
                <a:gd name="connsiteY5" fmla="*/ 13306 h 62865"/>
                <a:gd name="connsiteX6" fmla="*/ 12992 w 62865"/>
                <a:gd name="connsiteY6" fmla="*/ 31747 h 62865"/>
                <a:gd name="connsiteX7" fmla="*/ 31433 w 62865"/>
                <a:gd name="connsiteY7" fmla="*/ 50187 h 62865"/>
                <a:gd name="connsiteX8" fmla="*/ 49873 w 62865"/>
                <a:gd name="connsiteY8" fmla="*/ 31747 h 62865"/>
                <a:gd name="connsiteX9" fmla="*/ 31433 w 62865"/>
                <a:gd name="connsiteY9" fmla="*/ 13306 h 6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865" h="62865">
                  <a:moveTo>
                    <a:pt x="31433" y="62865"/>
                  </a:moveTo>
                  <a:cubicBezTo>
                    <a:pt x="14073" y="62865"/>
                    <a:pt x="0" y="48792"/>
                    <a:pt x="0" y="31433"/>
                  </a:cubicBezTo>
                  <a:cubicBezTo>
                    <a:pt x="0" y="14073"/>
                    <a:pt x="14073" y="0"/>
                    <a:pt x="31433" y="0"/>
                  </a:cubicBezTo>
                  <a:cubicBezTo>
                    <a:pt x="48792" y="0"/>
                    <a:pt x="62865" y="14073"/>
                    <a:pt x="62865" y="31433"/>
                  </a:cubicBezTo>
                  <a:cubicBezTo>
                    <a:pt x="62865" y="48792"/>
                    <a:pt x="48792" y="62865"/>
                    <a:pt x="31433" y="62865"/>
                  </a:cubicBezTo>
                  <a:close/>
                  <a:moveTo>
                    <a:pt x="31433" y="13306"/>
                  </a:moveTo>
                  <a:cubicBezTo>
                    <a:pt x="21248" y="13306"/>
                    <a:pt x="12992" y="21562"/>
                    <a:pt x="12992" y="31747"/>
                  </a:cubicBezTo>
                  <a:cubicBezTo>
                    <a:pt x="12992" y="41931"/>
                    <a:pt x="21248" y="50187"/>
                    <a:pt x="31433" y="50187"/>
                  </a:cubicBezTo>
                  <a:cubicBezTo>
                    <a:pt x="41617" y="50187"/>
                    <a:pt x="49873" y="41931"/>
                    <a:pt x="49873" y="31747"/>
                  </a:cubicBezTo>
                  <a:cubicBezTo>
                    <a:pt x="49873" y="21562"/>
                    <a:pt x="41617" y="13306"/>
                    <a:pt x="31433" y="1330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E30AF8A8-0326-C042-9C4A-F4763F835EAC}"/>
                </a:ext>
              </a:extLst>
            </p:cNvPr>
            <p:cNvSpPr/>
            <p:nvPr/>
          </p:nvSpPr>
          <p:spPr>
            <a:xfrm>
              <a:off x="4646697" y="2639297"/>
              <a:ext cx="119495" cy="76366"/>
            </a:xfrm>
            <a:custGeom>
              <a:avLst/>
              <a:gdLst>
                <a:gd name="connsiteX0" fmla="*/ 113314 w 119495"/>
                <a:gd name="connsiteY0" fmla="*/ 75549 h 76366"/>
                <a:gd name="connsiteX1" fmla="*/ 107027 w 119495"/>
                <a:gd name="connsiteY1" fmla="*/ 69263 h 76366"/>
                <a:gd name="connsiteX2" fmla="*/ 107028 w 119495"/>
                <a:gd name="connsiteY2" fmla="*/ 69158 h 76366"/>
                <a:gd name="connsiteX3" fmla="*/ 107028 w 119495"/>
                <a:gd name="connsiteY3" fmla="*/ 33220 h 76366"/>
                <a:gd name="connsiteX4" fmla="*/ 86073 w 119495"/>
                <a:gd name="connsiteY4" fmla="*/ 12265 h 76366"/>
                <a:gd name="connsiteX5" fmla="*/ 33685 w 119495"/>
                <a:gd name="connsiteY5" fmla="*/ 12265 h 76366"/>
                <a:gd name="connsiteX6" fmla="*/ 12730 w 119495"/>
                <a:gd name="connsiteY6" fmla="*/ 33220 h 76366"/>
                <a:gd name="connsiteX7" fmla="*/ 12730 w 119495"/>
                <a:gd name="connsiteY7" fmla="*/ 69158 h 76366"/>
                <a:gd name="connsiteX8" fmla="*/ 7208 w 119495"/>
                <a:gd name="connsiteY8" fmla="*/ 76313 h 76366"/>
                <a:gd name="connsiteX9" fmla="*/ 52 w 119495"/>
                <a:gd name="connsiteY9" fmla="*/ 70791 h 76366"/>
                <a:gd name="connsiteX10" fmla="*/ 52 w 119495"/>
                <a:gd name="connsiteY10" fmla="*/ 69158 h 76366"/>
                <a:gd name="connsiteX11" fmla="*/ 52 w 119495"/>
                <a:gd name="connsiteY11" fmla="*/ 33220 h 76366"/>
                <a:gd name="connsiteX12" fmla="*/ 33266 w 119495"/>
                <a:gd name="connsiteY12" fmla="*/ 6 h 76366"/>
                <a:gd name="connsiteX13" fmla="*/ 85654 w 119495"/>
                <a:gd name="connsiteY13" fmla="*/ 6 h 76366"/>
                <a:gd name="connsiteX14" fmla="*/ 119490 w 119495"/>
                <a:gd name="connsiteY14" fmla="*/ 32585 h 76366"/>
                <a:gd name="connsiteX15" fmla="*/ 119496 w 119495"/>
                <a:gd name="connsiteY15" fmla="*/ 33220 h 76366"/>
                <a:gd name="connsiteX16" fmla="*/ 119496 w 119495"/>
                <a:gd name="connsiteY16" fmla="*/ 69158 h 76366"/>
                <a:gd name="connsiteX17" fmla="*/ 113314 w 119495"/>
                <a:gd name="connsiteY17" fmla="*/ 75549 h 76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495" h="76366">
                  <a:moveTo>
                    <a:pt x="113314" y="75549"/>
                  </a:moveTo>
                  <a:cubicBezTo>
                    <a:pt x="109842" y="75549"/>
                    <a:pt x="107027" y="72735"/>
                    <a:pt x="107027" y="69263"/>
                  </a:cubicBezTo>
                  <a:cubicBezTo>
                    <a:pt x="107027" y="69228"/>
                    <a:pt x="107027" y="69193"/>
                    <a:pt x="107028" y="69158"/>
                  </a:cubicBezTo>
                  <a:lnTo>
                    <a:pt x="107028" y="33220"/>
                  </a:lnTo>
                  <a:cubicBezTo>
                    <a:pt x="107028" y="21647"/>
                    <a:pt x="97646" y="12265"/>
                    <a:pt x="86073" y="12265"/>
                  </a:cubicBezTo>
                  <a:lnTo>
                    <a:pt x="33685" y="12265"/>
                  </a:lnTo>
                  <a:cubicBezTo>
                    <a:pt x="22112" y="12265"/>
                    <a:pt x="12730" y="21647"/>
                    <a:pt x="12730" y="33220"/>
                  </a:cubicBezTo>
                  <a:lnTo>
                    <a:pt x="12730" y="69158"/>
                  </a:lnTo>
                  <a:cubicBezTo>
                    <a:pt x="13181" y="72658"/>
                    <a:pt x="10709" y="75862"/>
                    <a:pt x="7208" y="76313"/>
                  </a:cubicBezTo>
                  <a:cubicBezTo>
                    <a:pt x="3707" y="76764"/>
                    <a:pt x="503" y="74292"/>
                    <a:pt x="52" y="70791"/>
                  </a:cubicBezTo>
                  <a:cubicBezTo>
                    <a:pt x="-17" y="70249"/>
                    <a:pt x="-17" y="69700"/>
                    <a:pt x="52" y="69158"/>
                  </a:cubicBezTo>
                  <a:lnTo>
                    <a:pt x="52" y="33220"/>
                  </a:lnTo>
                  <a:cubicBezTo>
                    <a:pt x="52" y="14876"/>
                    <a:pt x="14923" y="6"/>
                    <a:pt x="33266" y="6"/>
                  </a:cubicBezTo>
                  <a:lnTo>
                    <a:pt x="85654" y="6"/>
                  </a:lnTo>
                  <a:cubicBezTo>
                    <a:pt x="103994" y="-341"/>
                    <a:pt x="119143" y="14245"/>
                    <a:pt x="119490" y="32585"/>
                  </a:cubicBezTo>
                  <a:cubicBezTo>
                    <a:pt x="119494" y="32797"/>
                    <a:pt x="119496" y="33008"/>
                    <a:pt x="119496" y="33220"/>
                  </a:cubicBezTo>
                  <a:lnTo>
                    <a:pt x="119496" y="69158"/>
                  </a:lnTo>
                  <a:cubicBezTo>
                    <a:pt x="119498" y="72607"/>
                    <a:pt x="116762" y="75436"/>
                    <a:pt x="113314" y="7554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2CD9E7F7-E2B7-AB41-8914-3D038BD13084}"/>
                </a:ext>
              </a:extLst>
            </p:cNvPr>
            <p:cNvSpPr/>
            <p:nvPr/>
          </p:nvSpPr>
          <p:spPr>
            <a:xfrm>
              <a:off x="4677763" y="2684963"/>
              <a:ext cx="12692" cy="29883"/>
            </a:xfrm>
            <a:custGeom>
              <a:avLst/>
              <a:gdLst>
                <a:gd name="connsiteX0" fmla="*/ 6391 w 12692"/>
                <a:gd name="connsiteY0" fmla="*/ 29883 h 29883"/>
                <a:gd name="connsiteX1" fmla="*/ 0 w 12692"/>
                <a:gd name="connsiteY1" fmla="*/ 23492 h 29883"/>
                <a:gd name="connsiteX2" fmla="*/ 0 w 12692"/>
                <a:gd name="connsiteY2" fmla="*/ 5575 h 29883"/>
                <a:gd name="connsiteX3" fmla="*/ 7156 w 12692"/>
                <a:gd name="connsiteY3" fmla="*/ 53 h 29883"/>
                <a:gd name="connsiteX4" fmla="*/ 12678 w 12692"/>
                <a:gd name="connsiteY4" fmla="*/ 5575 h 29883"/>
                <a:gd name="connsiteX5" fmla="*/ 12678 w 12692"/>
                <a:gd name="connsiteY5" fmla="*/ 23178 h 29883"/>
                <a:gd name="connsiteX6" fmla="*/ 6824 w 12692"/>
                <a:gd name="connsiteY6" fmla="*/ 29869 h 29883"/>
                <a:gd name="connsiteX7" fmla="*/ 6391 w 12692"/>
                <a:gd name="connsiteY7" fmla="*/ 29883 h 2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2" h="29883">
                  <a:moveTo>
                    <a:pt x="6391" y="29883"/>
                  </a:moveTo>
                  <a:cubicBezTo>
                    <a:pt x="2861" y="29883"/>
                    <a:pt x="0" y="27022"/>
                    <a:pt x="0" y="23492"/>
                  </a:cubicBezTo>
                  <a:lnTo>
                    <a:pt x="0" y="5575"/>
                  </a:lnTo>
                  <a:cubicBezTo>
                    <a:pt x="451" y="2074"/>
                    <a:pt x="3655" y="-398"/>
                    <a:pt x="7156" y="53"/>
                  </a:cubicBezTo>
                  <a:cubicBezTo>
                    <a:pt x="10038" y="424"/>
                    <a:pt x="12306" y="2693"/>
                    <a:pt x="12678" y="5575"/>
                  </a:cubicBezTo>
                  <a:lnTo>
                    <a:pt x="12678" y="23178"/>
                  </a:lnTo>
                  <a:cubicBezTo>
                    <a:pt x="12909" y="26642"/>
                    <a:pt x="10289" y="29638"/>
                    <a:pt x="6824" y="29869"/>
                  </a:cubicBezTo>
                  <a:cubicBezTo>
                    <a:pt x="6680" y="29879"/>
                    <a:pt x="6536" y="29883"/>
                    <a:pt x="6391" y="2988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BBEA045-D467-6148-8A96-5E6D56F6C5DC}"/>
                </a:ext>
              </a:extLst>
            </p:cNvPr>
            <p:cNvSpPr/>
            <p:nvPr/>
          </p:nvSpPr>
          <p:spPr>
            <a:xfrm>
              <a:off x="4723445" y="2684251"/>
              <a:ext cx="12790" cy="30595"/>
            </a:xfrm>
            <a:custGeom>
              <a:avLst/>
              <a:gdLst>
                <a:gd name="connsiteX0" fmla="*/ 6391 w 12790"/>
                <a:gd name="connsiteY0" fmla="*/ 30595 h 30595"/>
                <a:gd name="connsiteX1" fmla="*/ 0 w 12790"/>
                <a:gd name="connsiteY1" fmla="*/ 24204 h 30595"/>
                <a:gd name="connsiteX2" fmla="*/ 0 w 12790"/>
                <a:gd name="connsiteY2" fmla="*/ 6287 h 30595"/>
                <a:gd name="connsiteX3" fmla="*/ 6391 w 12790"/>
                <a:gd name="connsiteY3" fmla="*/ 1 h 30595"/>
                <a:gd name="connsiteX4" fmla="*/ 12782 w 12790"/>
                <a:gd name="connsiteY4" fmla="*/ 6182 h 30595"/>
                <a:gd name="connsiteX5" fmla="*/ 12783 w 12790"/>
                <a:gd name="connsiteY5" fmla="*/ 6287 h 30595"/>
                <a:gd name="connsiteX6" fmla="*/ 12783 w 12790"/>
                <a:gd name="connsiteY6" fmla="*/ 23890 h 30595"/>
                <a:gd name="connsiteX7" fmla="*/ 6713 w 12790"/>
                <a:gd name="connsiteY7" fmla="*/ 30587 h 30595"/>
                <a:gd name="connsiteX8" fmla="*/ 6391 w 12790"/>
                <a:gd name="connsiteY8" fmla="*/ 30595 h 3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90" h="30595">
                  <a:moveTo>
                    <a:pt x="6391" y="30595"/>
                  </a:moveTo>
                  <a:cubicBezTo>
                    <a:pt x="2861" y="30595"/>
                    <a:pt x="0" y="27734"/>
                    <a:pt x="0" y="24204"/>
                  </a:cubicBezTo>
                  <a:lnTo>
                    <a:pt x="0" y="6287"/>
                  </a:lnTo>
                  <a:cubicBezTo>
                    <a:pt x="57" y="2799"/>
                    <a:pt x="2902" y="0"/>
                    <a:pt x="6391" y="1"/>
                  </a:cubicBezTo>
                  <a:cubicBezTo>
                    <a:pt x="9863" y="-57"/>
                    <a:pt x="12724" y="2710"/>
                    <a:pt x="12782" y="6182"/>
                  </a:cubicBezTo>
                  <a:cubicBezTo>
                    <a:pt x="12782" y="6217"/>
                    <a:pt x="12783" y="6252"/>
                    <a:pt x="12783" y="6287"/>
                  </a:cubicBezTo>
                  <a:lnTo>
                    <a:pt x="12783" y="23890"/>
                  </a:lnTo>
                  <a:cubicBezTo>
                    <a:pt x="12956" y="27415"/>
                    <a:pt x="10239" y="30414"/>
                    <a:pt x="6713" y="30587"/>
                  </a:cubicBezTo>
                  <a:cubicBezTo>
                    <a:pt x="6606" y="30593"/>
                    <a:pt x="6499" y="30595"/>
                    <a:pt x="6391" y="3059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0" name="Graphic 26">
            <a:extLst>
              <a:ext uri="{FF2B5EF4-FFF2-40B4-BE49-F238E27FC236}">
                <a16:creationId xmlns:a16="http://schemas.microsoft.com/office/drawing/2014/main" id="{84590647-CC91-5240-94ED-CB0F2E27217F}"/>
              </a:ext>
            </a:extLst>
          </p:cNvPr>
          <p:cNvGrpSpPr>
            <a:grpSpLocks noChangeAspect="1"/>
          </p:cNvGrpSpPr>
          <p:nvPr/>
        </p:nvGrpSpPr>
        <p:grpSpPr>
          <a:xfrm>
            <a:off x="4604108" y="2511776"/>
            <a:ext cx="374777" cy="374595"/>
            <a:chOff x="4566730" y="2513137"/>
            <a:chExt cx="374777" cy="374595"/>
          </a:xfrm>
          <a:solidFill>
            <a:srgbClr val="FFFFFF"/>
          </a:solidFill>
        </p:grpSpPr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0C582CF4-CFBE-3A47-986B-9C4D21522073}"/>
                </a:ext>
              </a:extLst>
            </p:cNvPr>
            <p:cNvSpPr/>
            <p:nvPr/>
          </p:nvSpPr>
          <p:spPr>
            <a:xfrm>
              <a:off x="4610284" y="2535588"/>
              <a:ext cx="309400" cy="309388"/>
            </a:xfrm>
            <a:custGeom>
              <a:avLst/>
              <a:gdLst>
                <a:gd name="connsiteX0" fmla="*/ 154337 w 309400"/>
                <a:gd name="connsiteY0" fmla="*/ 309389 h 309388"/>
                <a:gd name="connsiteX1" fmla="*/ 76804 w 309400"/>
                <a:gd name="connsiteY1" fmla="*/ 288434 h 309388"/>
                <a:gd name="connsiteX2" fmla="*/ 73657 w 309400"/>
                <a:gd name="connsiteY2" fmla="*/ 279960 h 309388"/>
                <a:gd name="connsiteX3" fmla="*/ 82131 w 309400"/>
                <a:gd name="connsiteY3" fmla="*/ 276814 h 309388"/>
                <a:gd name="connsiteX4" fmla="*/ 83195 w 309400"/>
                <a:gd name="connsiteY4" fmla="*/ 277432 h 309388"/>
                <a:gd name="connsiteX5" fmla="*/ 277729 w 309400"/>
                <a:gd name="connsiteY5" fmla="*/ 225415 h 309388"/>
                <a:gd name="connsiteX6" fmla="*/ 225711 w 309400"/>
                <a:gd name="connsiteY6" fmla="*/ 30881 h 309388"/>
                <a:gd name="connsiteX7" fmla="*/ 31177 w 309400"/>
                <a:gd name="connsiteY7" fmla="*/ 82898 h 309388"/>
                <a:gd name="connsiteX8" fmla="*/ 33532 w 309400"/>
                <a:gd name="connsiteY8" fmla="*/ 229341 h 309388"/>
                <a:gd name="connsiteX9" fmla="*/ 31541 w 309400"/>
                <a:gd name="connsiteY9" fmla="*/ 238142 h 309388"/>
                <a:gd name="connsiteX10" fmla="*/ 22885 w 309400"/>
                <a:gd name="connsiteY10" fmla="*/ 236113 h 309388"/>
                <a:gd name="connsiteX11" fmla="*/ 22845 w 309400"/>
                <a:gd name="connsiteY11" fmla="*/ 236046 h 309388"/>
                <a:gd name="connsiteX12" fmla="*/ 74113 w 309400"/>
                <a:gd name="connsiteY12" fmla="*/ 22825 h 309388"/>
                <a:gd name="connsiteX13" fmla="*/ 263827 w 309400"/>
                <a:gd name="connsiteY13" fmla="*/ 44518 h 309388"/>
                <a:gd name="connsiteX14" fmla="*/ 264138 w 309400"/>
                <a:gd name="connsiteY14" fmla="*/ 263815 h 309388"/>
                <a:gd name="connsiteX15" fmla="*/ 154337 w 309400"/>
                <a:gd name="connsiteY15" fmla="*/ 309389 h 30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9400" h="309388">
                  <a:moveTo>
                    <a:pt x="154337" y="309389"/>
                  </a:moveTo>
                  <a:cubicBezTo>
                    <a:pt x="127101" y="309334"/>
                    <a:pt x="100359" y="302107"/>
                    <a:pt x="76804" y="288434"/>
                  </a:cubicBezTo>
                  <a:cubicBezTo>
                    <a:pt x="73595" y="286963"/>
                    <a:pt x="72186" y="283169"/>
                    <a:pt x="73657" y="279960"/>
                  </a:cubicBezTo>
                  <a:cubicBezTo>
                    <a:pt x="75128" y="276752"/>
                    <a:pt x="78922" y="275343"/>
                    <a:pt x="82131" y="276814"/>
                  </a:cubicBezTo>
                  <a:cubicBezTo>
                    <a:pt x="82505" y="276986"/>
                    <a:pt x="82861" y="277193"/>
                    <a:pt x="83195" y="277432"/>
                  </a:cubicBezTo>
                  <a:cubicBezTo>
                    <a:pt x="151278" y="316787"/>
                    <a:pt x="238374" y="293498"/>
                    <a:pt x="277729" y="225415"/>
                  </a:cubicBezTo>
                  <a:cubicBezTo>
                    <a:pt x="317084" y="157331"/>
                    <a:pt x="293795" y="70235"/>
                    <a:pt x="225711" y="30881"/>
                  </a:cubicBezTo>
                  <a:cubicBezTo>
                    <a:pt x="157628" y="-8474"/>
                    <a:pt x="70532" y="14815"/>
                    <a:pt x="31177" y="82898"/>
                  </a:cubicBezTo>
                  <a:cubicBezTo>
                    <a:pt x="4873" y="128405"/>
                    <a:pt x="5778" y="184703"/>
                    <a:pt x="33532" y="229341"/>
                  </a:cubicBezTo>
                  <a:cubicBezTo>
                    <a:pt x="35406" y="232322"/>
                    <a:pt x="34516" y="236258"/>
                    <a:pt x="31541" y="238142"/>
                  </a:cubicBezTo>
                  <a:cubicBezTo>
                    <a:pt x="28590" y="239972"/>
                    <a:pt x="24715" y="239063"/>
                    <a:pt x="22885" y="236113"/>
                  </a:cubicBezTo>
                  <a:cubicBezTo>
                    <a:pt x="22872" y="236091"/>
                    <a:pt x="22858" y="236069"/>
                    <a:pt x="22845" y="236046"/>
                  </a:cubicBezTo>
                  <a:cubicBezTo>
                    <a:pt x="-21877" y="163010"/>
                    <a:pt x="1076" y="67548"/>
                    <a:pt x="74113" y="22825"/>
                  </a:cubicBezTo>
                  <a:cubicBezTo>
                    <a:pt x="134832" y="-14354"/>
                    <a:pt x="213068" y="-5409"/>
                    <a:pt x="263827" y="44518"/>
                  </a:cubicBezTo>
                  <a:cubicBezTo>
                    <a:pt x="324470" y="104989"/>
                    <a:pt x="324609" y="203172"/>
                    <a:pt x="264138" y="263815"/>
                  </a:cubicBezTo>
                  <a:cubicBezTo>
                    <a:pt x="235046" y="292990"/>
                    <a:pt x="195539" y="309388"/>
                    <a:pt x="154337" y="30938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377C11BC-62D4-1C41-A9FA-A0FA0905949C}"/>
                </a:ext>
              </a:extLst>
            </p:cNvPr>
            <p:cNvSpPr/>
            <p:nvPr/>
          </p:nvSpPr>
          <p:spPr>
            <a:xfrm>
              <a:off x="4673526" y="2723460"/>
              <a:ext cx="264119" cy="144043"/>
            </a:xfrm>
            <a:custGeom>
              <a:avLst/>
              <a:gdLst>
                <a:gd name="connsiteX0" fmla="*/ 90990 w 264119"/>
                <a:gd name="connsiteY0" fmla="*/ 143938 h 144043"/>
                <a:gd name="connsiteX1" fmla="*/ 3189 w 264119"/>
                <a:gd name="connsiteY1" fmla="*/ 120678 h 144043"/>
                <a:gd name="connsiteX2" fmla="*/ 775 w 264119"/>
                <a:gd name="connsiteY2" fmla="*/ 112276 h 144043"/>
                <a:gd name="connsiteX3" fmla="*/ 884 w 264119"/>
                <a:gd name="connsiteY3" fmla="*/ 112087 h 144043"/>
                <a:gd name="connsiteX4" fmla="*/ 9414 w 264119"/>
                <a:gd name="connsiteY4" fmla="*/ 109583 h 144043"/>
                <a:gd name="connsiteX5" fmla="*/ 9580 w 264119"/>
                <a:gd name="connsiteY5" fmla="*/ 109677 h 144043"/>
                <a:gd name="connsiteX6" fmla="*/ 234524 w 264119"/>
                <a:gd name="connsiteY6" fmla="*/ 48075 h 144043"/>
                <a:gd name="connsiteX7" fmla="*/ 251610 w 264119"/>
                <a:gd name="connsiteY7" fmla="*/ 4902 h 144043"/>
                <a:gd name="connsiteX8" fmla="*/ 259128 w 264119"/>
                <a:gd name="connsiteY8" fmla="*/ 156 h 144043"/>
                <a:gd name="connsiteX9" fmla="*/ 259259 w 264119"/>
                <a:gd name="connsiteY9" fmla="*/ 187 h 144043"/>
                <a:gd name="connsiteX10" fmla="*/ 263974 w 264119"/>
                <a:gd name="connsiteY10" fmla="*/ 7836 h 144043"/>
                <a:gd name="connsiteX11" fmla="*/ 90990 w 264119"/>
                <a:gd name="connsiteY11" fmla="*/ 144043 h 144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4119" h="144043">
                  <a:moveTo>
                    <a:pt x="90990" y="143938"/>
                  </a:moveTo>
                  <a:cubicBezTo>
                    <a:pt x="60194" y="143985"/>
                    <a:pt x="29923" y="135966"/>
                    <a:pt x="3189" y="120678"/>
                  </a:cubicBezTo>
                  <a:cubicBezTo>
                    <a:pt x="202" y="119025"/>
                    <a:pt x="-879" y="115263"/>
                    <a:pt x="775" y="112276"/>
                  </a:cubicBezTo>
                  <a:cubicBezTo>
                    <a:pt x="810" y="112212"/>
                    <a:pt x="846" y="112149"/>
                    <a:pt x="884" y="112087"/>
                  </a:cubicBezTo>
                  <a:cubicBezTo>
                    <a:pt x="2548" y="109040"/>
                    <a:pt x="6367" y="107919"/>
                    <a:pt x="9414" y="109583"/>
                  </a:cubicBezTo>
                  <a:cubicBezTo>
                    <a:pt x="9470" y="109614"/>
                    <a:pt x="9525" y="109645"/>
                    <a:pt x="9580" y="109677"/>
                  </a:cubicBezTo>
                  <a:cubicBezTo>
                    <a:pt x="88708" y="154783"/>
                    <a:pt x="189418" y="127202"/>
                    <a:pt x="234524" y="48075"/>
                  </a:cubicBezTo>
                  <a:cubicBezTo>
                    <a:pt x="242227" y="34562"/>
                    <a:pt x="247979" y="20027"/>
                    <a:pt x="251610" y="4902"/>
                  </a:cubicBezTo>
                  <a:cubicBezTo>
                    <a:pt x="252376" y="1515"/>
                    <a:pt x="255742" y="-609"/>
                    <a:pt x="259128" y="156"/>
                  </a:cubicBezTo>
                  <a:cubicBezTo>
                    <a:pt x="259172" y="166"/>
                    <a:pt x="259215" y="176"/>
                    <a:pt x="259259" y="187"/>
                  </a:cubicBezTo>
                  <a:cubicBezTo>
                    <a:pt x="262625" y="1063"/>
                    <a:pt x="264703" y="4435"/>
                    <a:pt x="263974" y="7836"/>
                  </a:cubicBezTo>
                  <a:cubicBezTo>
                    <a:pt x="244638" y="87707"/>
                    <a:pt x="173168" y="143982"/>
                    <a:pt x="90990" y="14404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E1D63C71-9D0E-AB48-9C1C-ED71C149BD98}"/>
                </a:ext>
              </a:extLst>
            </p:cNvPr>
            <p:cNvSpPr/>
            <p:nvPr/>
          </p:nvSpPr>
          <p:spPr>
            <a:xfrm>
              <a:off x="4843327" y="2534892"/>
              <a:ext cx="31212" cy="24887"/>
            </a:xfrm>
            <a:custGeom>
              <a:avLst/>
              <a:gdLst>
                <a:gd name="connsiteX0" fmla="*/ 24812 w 31212"/>
                <a:gd name="connsiteY0" fmla="*/ 24887 h 24887"/>
                <a:gd name="connsiteX1" fmla="*/ 21040 w 31212"/>
                <a:gd name="connsiteY1" fmla="*/ 23629 h 24887"/>
                <a:gd name="connsiteX2" fmla="*/ 3228 w 31212"/>
                <a:gd name="connsiteY2" fmla="*/ 11790 h 24887"/>
                <a:gd name="connsiteX3" fmla="*/ 796 w 31212"/>
                <a:gd name="connsiteY3" fmla="*/ 3239 h 24887"/>
                <a:gd name="connsiteX4" fmla="*/ 818 w 31212"/>
                <a:gd name="connsiteY4" fmla="*/ 3198 h 24887"/>
                <a:gd name="connsiteX5" fmla="*/ 9515 w 31212"/>
                <a:gd name="connsiteY5" fmla="*/ 789 h 24887"/>
                <a:gd name="connsiteX6" fmla="*/ 28689 w 31212"/>
                <a:gd name="connsiteY6" fmla="*/ 13466 h 24887"/>
                <a:gd name="connsiteX7" fmla="*/ 29946 w 31212"/>
                <a:gd name="connsiteY7" fmla="*/ 22372 h 24887"/>
                <a:gd name="connsiteX8" fmla="*/ 24812 w 31212"/>
                <a:gd name="connsiteY8" fmla="*/ 24887 h 2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212" h="24887">
                  <a:moveTo>
                    <a:pt x="24812" y="24887"/>
                  </a:moveTo>
                  <a:cubicBezTo>
                    <a:pt x="23454" y="24872"/>
                    <a:pt x="22135" y="24432"/>
                    <a:pt x="21040" y="23629"/>
                  </a:cubicBezTo>
                  <a:cubicBezTo>
                    <a:pt x="15358" y="19312"/>
                    <a:pt x="9409" y="15357"/>
                    <a:pt x="3228" y="11790"/>
                  </a:cubicBezTo>
                  <a:cubicBezTo>
                    <a:pt x="195" y="10100"/>
                    <a:pt x="-894" y="6272"/>
                    <a:pt x="796" y="3239"/>
                  </a:cubicBezTo>
                  <a:cubicBezTo>
                    <a:pt x="803" y="3225"/>
                    <a:pt x="811" y="3212"/>
                    <a:pt x="818" y="3198"/>
                  </a:cubicBezTo>
                  <a:cubicBezTo>
                    <a:pt x="2595" y="184"/>
                    <a:pt x="6440" y="-881"/>
                    <a:pt x="9515" y="789"/>
                  </a:cubicBezTo>
                  <a:cubicBezTo>
                    <a:pt x="16172" y="4597"/>
                    <a:pt x="22577" y="8832"/>
                    <a:pt x="28689" y="13466"/>
                  </a:cubicBezTo>
                  <a:cubicBezTo>
                    <a:pt x="31479" y="15588"/>
                    <a:pt x="32040" y="19561"/>
                    <a:pt x="29946" y="22372"/>
                  </a:cubicBezTo>
                  <a:cubicBezTo>
                    <a:pt x="28737" y="23985"/>
                    <a:pt x="26827" y="24920"/>
                    <a:pt x="24812" y="2488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29CF671-5CEB-4948-9E2A-812AB8449380}"/>
                </a:ext>
              </a:extLst>
            </p:cNvPr>
            <p:cNvSpPr/>
            <p:nvPr/>
          </p:nvSpPr>
          <p:spPr>
            <a:xfrm>
              <a:off x="4886977" y="2570534"/>
              <a:ext cx="54529" cy="108583"/>
            </a:xfrm>
            <a:custGeom>
              <a:avLst/>
              <a:gdLst>
                <a:gd name="connsiteX0" fmla="*/ 48113 w 54529"/>
                <a:gd name="connsiteY0" fmla="*/ 108584 h 108583"/>
                <a:gd name="connsiteX1" fmla="*/ 41827 w 54529"/>
                <a:gd name="connsiteY1" fmla="*/ 102926 h 108583"/>
                <a:gd name="connsiteX2" fmla="*/ 35016 w 54529"/>
                <a:gd name="connsiteY2" fmla="*/ 69712 h 108583"/>
                <a:gd name="connsiteX3" fmla="*/ 39186 w 54529"/>
                <a:gd name="connsiteY3" fmla="*/ 61860 h 108583"/>
                <a:gd name="connsiteX4" fmla="*/ 39207 w 54529"/>
                <a:gd name="connsiteY4" fmla="*/ 61854 h 108583"/>
                <a:gd name="connsiteX5" fmla="*/ 47079 w 54529"/>
                <a:gd name="connsiteY5" fmla="*/ 65657 h 108583"/>
                <a:gd name="connsiteX6" fmla="*/ 47170 w 54529"/>
                <a:gd name="connsiteY6" fmla="*/ 65940 h 108583"/>
                <a:gd name="connsiteX7" fmla="*/ 54504 w 54529"/>
                <a:gd name="connsiteY7" fmla="*/ 101669 h 108583"/>
                <a:gd name="connsiteX8" fmla="*/ 48846 w 54529"/>
                <a:gd name="connsiteY8" fmla="*/ 108584 h 108583"/>
                <a:gd name="connsiteX9" fmla="*/ 27158 w 54529"/>
                <a:gd name="connsiteY9" fmla="*/ 41947 h 108583"/>
                <a:gd name="connsiteX10" fmla="*/ 21605 w 54529"/>
                <a:gd name="connsiteY10" fmla="*/ 38699 h 108583"/>
                <a:gd name="connsiteX11" fmla="*/ 2117 w 54529"/>
                <a:gd name="connsiteY11" fmla="*/ 11143 h 108583"/>
                <a:gd name="connsiteX12" fmla="*/ 1640 w 54529"/>
                <a:gd name="connsiteY12" fmla="*/ 2117 h 108583"/>
                <a:gd name="connsiteX13" fmla="*/ 10666 w 54529"/>
                <a:gd name="connsiteY13" fmla="*/ 1640 h 108583"/>
                <a:gd name="connsiteX14" fmla="*/ 11651 w 54529"/>
                <a:gd name="connsiteY14" fmla="*/ 2761 h 108583"/>
                <a:gd name="connsiteX15" fmla="*/ 32606 w 54529"/>
                <a:gd name="connsiteY15" fmla="*/ 32517 h 108583"/>
                <a:gd name="connsiteX16" fmla="*/ 30237 w 54529"/>
                <a:gd name="connsiteY16" fmla="*/ 41086 h 108583"/>
                <a:gd name="connsiteX17" fmla="*/ 30197 w 54529"/>
                <a:gd name="connsiteY17" fmla="*/ 41109 h 108583"/>
                <a:gd name="connsiteX18" fmla="*/ 27158 w 54529"/>
                <a:gd name="connsiteY18" fmla="*/ 41947 h 108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4529" h="108583">
                  <a:moveTo>
                    <a:pt x="48113" y="108584"/>
                  </a:moveTo>
                  <a:cubicBezTo>
                    <a:pt x="44891" y="108552"/>
                    <a:pt x="42196" y="106127"/>
                    <a:pt x="41827" y="102926"/>
                  </a:cubicBezTo>
                  <a:cubicBezTo>
                    <a:pt x="40720" y="91648"/>
                    <a:pt x="38437" y="80516"/>
                    <a:pt x="35016" y="69712"/>
                  </a:cubicBezTo>
                  <a:cubicBezTo>
                    <a:pt x="34000" y="66392"/>
                    <a:pt x="35867" y="62877"/>
                    <a:pt x="39186" y="61860"/>
                  </a:cubicBezTo>
                  <a:cubicBezTo>
                    <a:pt x="39193" y="61858"/>
                    <a:pt x="39200" y="61856"/>
                    <a:pt x="39207" y="61854"/>
                  </a:cubicBezTo>
                  <a:cubicBezTo>
                    <a:pt x="42431" y="60730"/>
                    <a:pt x="45955" y="62433"/>
                    <a:pt x="47079" y="65657"/>
                  </a:cubicBezTo>
                  <a:cubicBezTo>
                    <a:pt x="47112" y="65751"/>
                    <a:pt x="47142" y="65845"/>
                    <a:pt x="47170" y="65940"/>
                  </a:cubicBezTo>
                  <a:cubicBezTo>
                    <a:pt x="50816" y="77571"/>
                    <a:pt x="53273" y="89542"/>
                    <a:pt x="54504" y="101669"/>
                  </a:cubicBezTo>
                  <a:cubicBezTo>
                    <a:pt x="54810" y="105128"/>
                    <a:pt x="52298" y="108199"/>
                    <a:pt x="48846" y="108584"/>
                  </a:cubicBezTo>
                  <a:close/>
                  <a:moveTo>
                    <a:pt x="27158" y="41947"/>
                  </a:moveTo>
                  <a:cubicBezTo>
                    <a:pt x="24851" y="41965"/>
                    <a:pt x="22720" y="40718"/>
                    <a:pt x="21605" y="38699"/>
                  </a:cubicBezTo>
                  <a:cubicBezTo>
                    <a:pt x="16087" y="28860"/>
                    <a:pt x="9555" y="19624"/>
                    <a:pt x="2117" y="11143"/>
                  </a:cubicBezTo>
                  <a:cubicBezTo>
                    <a:pt x="-507" y="8782"/>
                    <a:pt x="-721" y="4741"/>
                    <a:pt x="1640" y="2117"/>
                  </a:cubicBezTo>
                  <a:cubicBezTo>
                    <a:pt x="4000" y="-507"/>
                    <a:pt x="8042" y="-721"/>
                    <a:pt x="10666" y="1640"/>
                  </a:cubicBezTo>
                  <a:cubicBezTo>
                    <a:pt x="11037" y="1974"/>
                    <a:pt x="11368" y="2350"/>
                    <a:pt x="11651" y="2761"/>
                  </a:cubicBezTo>
                  <a:cubicBezTo>
                    <a:pt x="19660" y="11918"/>
                    <a:pt x="26683" y="21892"/>
                    <a:pt x="32606" y="32517"/>
                  </a:cubicBezTo>
                  <a:cubicBezTo>
                    <a:pt x="34318" y="35538"/>
                    <a:pt x="33257" y="39374"/>
                    <a:pt x="30237" y="41086"/>
                  </a:cubicBezTo>
                  <a:cubicBezTo>
                    <a:pt x="30223" y="41094"/>
                    <a:pt x="30210" y="41101"/>
                    <a:pt x="30197" y="41109"/>
                  </a:cubicBezTo>
                  <a:cubicBezTo>
                    <a:pt x="29279" y="41660"/>
                    <a:pt x="28228" y="41950"/>
                    <a:pt x="27158" y="4194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5109AD81-000E-FA4F-A8AD-8F8F086AA7E9}"/>
                </a:ext>
              </a:extLst>
            </p:cNvPr>
            <p:cNvSpPr/>
            <p:nvPr/>
          </p:nvSpPr>
          <p:spPr>
            <a:xfrm>
              <a:off x="4924971" y="2701458"/>
              <a:ext cx="16506" cy="34762"/>
            </a:xfrm>
            <a:custGeom>
              <a:avLst/>
              <a:gdLst>
                <a:gd name="connsiteX0" fmla="*/ 6347 w 16506"/>
                <a:gd name="connsiteY0" fmla="*/ 34762 h 34762"/>
                <a:gd name="connsiteX1" fmla="*/ 4880 w 16506"/>
                <a:gd name="connsiteY1" fmla="*/ 34762 h 34762"/>
                <a:gd name="connsiteX2" fmla="*/ 165 w 16506"/>
                <a:gd name="connsiteY2" fmla="*/ 27113 h 34762"/>
                <a:gd name="connsiteX3" fmla="*/ 3728 w 16506"/>
                <a:gd name="connsiteY3" fmla="*/ 6158 h 34762"/>
                <a:gd name="connsiteX4" fmla="*/ 10348 w 16506"/>
                <a:gd name="connsiteY4" fmla="*/ 4 h 34762"/>
                <a:gd name="connsiteX5" fmla="*/ 16502 w 16506"/>
                <a:gd name="connsiteY5" fmla="*/ 6624 h 34762"/>
                <a:gd name="connsiteX6" fmla="*/ 16406 w 16506"/>
                <a:gd name="connsiteY6" fmla="*/ 7520 h 34762"/>
                <a:gd name="connsiteX7" fmla="*/ 12529 w 16506"/>
                <a:gd name="connsiteY7" fmla="*/ 30257 h 34762"/>
                <a:gd name="connsiteX8" fmla="*/ 6347 w 16506"/>
                <a:gd name="connsiteY8" fmla="*/ 34762 h 3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06" h="34762">
                  <a:moveTo>
                    <a:pt x="6347" y="34762"/>
                  </a:moveTo>
                  <a:lnTo>
                    <a:pt x="4880" y="34762"/>
                  </a:lnTo>
                  <a:cubicBezTo>
                    <a:pt x="1479" y="33934"/>
                    <a:pt x="-623" y="30524"/>
                    <a:pt x="165" y="27113"/>
                  </a:cubicBezTo>
                  <a:cubicBezTo>
                    <a:pt x="1818" y="20215"/>
                    <a:pt x="3008" y="13215"/>
                    <a:pt x="3728" y="6158"/>
                  </a:cubicBezTo>
                  <a:cubicBezTo>
                    <a:pt x="3856" y="2631"/>
                    <a:pt x="6820" y="-124"/>
                    <a:pt x="10348" y="4"/>
                  </a:cubicBezTo>
                  <a:cubicBezTo>
                    <a:pt x="13875" y="133"/>
                    <a:pt x="16630" y="3097"/>
                    <a:pt x="16502" y="6624"/>
                  </a:cubicBezTo>
                  <a:cubicBezTo>
                    <a:pt x="16491" y="6925"/>
                    <a:pt x="16459" y="7224"/>
                    <a:pt x="16406" y="7520"/>
                  </a:cubicBezTo>
                  <a:cubicBezTo>
                    <a:pt x="15590" y="15173"/>
                    <a:pt x="14295" y="22766"/>
                    <a:pt x="12529" y="30257"/>
                  </a:cubicBezTo>
                  <a:cubicBezTo>
                    <a:pt x="11694" y="32962"/>
                    <a:pt x="9178" y="34795"/>
                    <a:pt x="6347" y="34762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BD78AA1F-DFBF-4F44-9900-E5C96D44A0B9}"/>
                </a:ext>
              </a:extLst>
            </p:cNvPr>
            <p:cNvSpPr/>
            <p:nvPr/>
          </p:nvSpPr>
          <p:spPr>
            <a:xfrm>
              <a:off x="4587959" y="2513137"/>
              <a:ext cx="268039" cy="268031"/>
            </a:xfrm>
            <a:custGeom>
              <a:avLst/>
              <a:gdLst>
                <a:gd name="connsiteX0" fmla="*/ 28092 w 268039"/>
                <a:gd name="connsiteY0" fmla="*/ 268032 h 268031"/>
                <a:gd name="connsiteX1" fmla="*/ 22539 w 268039"/>
                <a:gd name="connsiteY1" fmla="*/ 264784 h 268031"/>
                <a:gd name="connsiteX2" fmla="*/ 91484 w 268039"/>
                <a:gd name="connsiteY2" fmla="*/ 22506 h 268031"/>
                <a:gd name="connsiteX3" fmla="*/ 264883 w 268039"/>
                <a:gd name="connsiteY3" fmla="*/ 22544 h 268031"/>
                <a:gd name="connsiteX4" fmla="*/ 267188 w 268039"/>
                <a:gd name="connsiteY4" fmla="*/ 31240 h 268031"/>
                <a:gd name="connsiteX5" fmla="*/ 258786 w 268039"/>
                <a:gd name="connsiteY5" fmla="*/ 33654 h 268031"/>
                <a:gd name="connsiteX6" fmla="*/ 258597 w 268039"/>
                <a:gd name="connsiteY6" fmla="*/ 33545 h 268031"/>
                <a:gd name="connsiteX7" fmla="*/ 33645 w 268039"/>
                <a:gd name="connsiteY7" fmla="*/ 95117 h 268031"/>
                <a:gd name="connsiteX8" fmla="*/ 33645 w 268039"/>
                <a:gd name="connsiteY8" fmla="*/ 258497 h 268031"/>
                <a:gd name="connsiteX9" fmla="*/ 31235 w 268039"/>
                <a:gd name="connsiteY9" fmla="*/ 267194 h 268031"/>
                <a:gd name="connsiteX10" fmla="*/ 28092 w 268039"/>
                <a:gd name="connsiteY10" fmla="*/ 268032 h 26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039" h="268031">
                  <a:moveTo>
                    <a:pt x="28092" y="268032"/>
                  </a:moveTo>
                  <a:cubicBezTo>
                    <a:pt x="25797" y="268006"/>
                    <a:pt x="23686" y="266771"/>
                    <a:pt x="22539" y="264784"/>
                  </a:cubicBezTo>
                  <a:cubicBezTo>
                    <a:pt x="-25326" y="178842"/>
                    <a:pt x="5542" y="70371"/>
                    <a:pt x="91484" y="22506"/>
                  </a:cubicBezTo>
                  <a:cubicBezTo>
                    <a:pt x="145389" y="-7515"/>
                    <a:pt x="210991" y="-7501"/>
                    <a:pt x="264883" y="22544"/>
                  </a:cubicBezTo>
                  <a:cubicBezTo>
                    <a:pt x="267907" y="24319"/>
                    <a:pt x="268936" y="28200"/>
                    <a:pt x="267188" y="31240"/>
                  </a:cubicBezTo>
                  <a:cubicBezTo>
                    <a:pt x="265535" y="34227"/>
                    <a:pt x="261773" y="35308"/>
                    <a:pt x="258786" y="33654"/>
                  </a:cubicBezTo>
                  <a:cubicBezTo>
                    <a:pt x="258722" y="33619"/>
                    <a:pt x="258659" y="33583"/>
                    <a:pt x="258597" y="33545"/>
                  </a:cubicBezTo>
                  <a:cubicBezTo>
                    <a:pt x="179475" y="-11571"/>
                    <a:pt x="78761" y="15996"/>
                    <a:pt x="33645" y="95117"/>
                  </a:cubicBezTo>
                  <a:cubicBezTo>
                    <a:pt x="4773" y="145751"/>
                    <a:pt x="4773" y="207864"/>
                    <a:pt x="33645" y="258497"/>
                  </a:cubicBezTo>
                  <a:cubicBezTo>
                    <a:pt x="35315" y="261572"/>
                    <a:pt x="34249" y="265417"/>
                    <a:pt x="31235" y="267194"/>
                  </a:cubicBezTo>
                  <a:cubicBezTo>
                    <a:pt x="30272" y="267727"/>
                    <a:pt x="29192" y="268015"/>
                    <a:pt x="28092" y="268032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683F4F0-E5C2-EB4C-8D6F-5F71C97FDCC2}"/>
                </a:ext>
              </a:extLst>
            </p:cNvPr>
            <p:cNvSpPr/>
            <p:nvPr/>
          </p:nvSpPr>
          <p:spPr>
            <a:xfrm>
              <a:off x="4653122" y="2578294"/>
              <a:ext cx="223114" cy="223096"/>
            </a:xfrm>
            <a:custGeom>
              <a:avLst/>
              <a:gdLst>
                <a:gd name="connsiteX0" fmla="*/ 111395 w 223114"/>
                <a:gd name="connsiteY0" fmla="*/ 223096 h 223096"/>
                <a:gd name="connsiteX1" fmla="*/ 57959 w 223114"/>
                <a:gd name="connsiteY1" fmla="*/ 209371 h 223096"/>
                <a:gd name="connsiteX2" fmla="*/ 55403 w 223114"/>
                <a:gd name="connsiteY2" fmla="*/ 200856 h 223096"/>
                <a:gd name="connsiteX3" fmla="*/ 55445 w 223114"/>
                <a:gd name="connsiteY3" fmla="*/ 200779 h 223096"/>
                <a:gd name="connsiteX4" fmla="*/ 64141 w 223114"/>
                <a:gd name="connsiteY4" fmla="*/ 198265 h 223096"/>
                <a:gd name="connsiteX5" fmla="*/ 181594 w 223114"/>
                <a:gd name="connsiteY5" fmla="*/ 181501 h 223096"/>
                <a:gd name="connsiteX6" fmla="*/ 181594 w 223114"/>
                <a:gd name="connsiteY6" fmla="*/ 41731 h 223096"/>
                <a:gd name="connsiteX7" fmla="*/ 41824 w 223114"/>
                <a:gd name="connsiteY7" fmla="*/ 41731 h 223096"/>
                <a:gd name="connsiteX8" fmla="*/ 24955 w 223114"/>
                <a:gd name="connsiteY8" fmla="*/ 159184 h 223096"/>
                <a:gd name="connsiteX9" fmla="*/ 22441 w 223114"/>
                <a:gd name="connsiteY9" fmla="*/ 167775 h 223096"/>
                <a:gd name="connsiteX10" fmla="*/ 13849 w 223114"/>
                <a:gd name="connsiteY10" fmla="*/ 165260 h 223096"/>
                <a:gd name="connsiteX11" fmla="*/ 57724 w 223114"/>
                <a:gd name="connsiteY11" fmla="*/ 13831 h 223096"/>
                <a:gd name="connsiteX12" fmla="*/ 190500 w 223114"/>
                <a:gd name="connsiteY12" fmla="*/ 32825 h 223096"/>
                <a:gd name="connsiteX13" fmla="*/ 190424 w 223114"/>
                <a:gd name="connsiteY13" fmla="*/ 190482 h 223096"/>
                <a:gd name="connsiteX14" fmla="*/ 111395 w 223114"/>
                <a:gd name="connsiteY14" fmla="*/ 223096 h 223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3114" h="223096">
                  <a:moveTo>
                    <a:pt x="111395" y="223096"/>
                  </a:moveTo>
                  <a:cubicBezTo>
                    <a:pt x="92709" y="223111"/>
                    <a:pt x="74325" y="218389"/>
                    <a:pt x="57959" y="209371"/>
                  </a:cubicBezTo>
                  <a:cubicBezTo>
                    <a:pt x="54902" y="207725"/>
                    <a:pt x="53757" y="203913"/>
                    <a:pt x="55403" y="200856"/>
                  </a:cubicBezTo>
                  <a:cubicBezTo>
                    <a:pt x="55417" y="200830"/>
                    <a:pt x="55431" y="200805"/>
                    <a:pt x="55445" y="200779"/>
                  </a:cubicBezTo>
                  <a:cubicBezTo>
                    <a:pt x="57186" y="197727"/>
                    <a:pt x="61039" y="196613"/>
                    <a:pt x="64141" y="198265"/>
                  </a:cubicBezTo>
                  <a:cubicBezTo>
                    <a:pt x="102689" y="219277"/>
                    <a:pt x="150463" y="212458"/>
                    <a:pt x="181594" y="181501"/>
                  </a:cubicBezTo>
                  <a:cubicBezTo>
                    <a:pt x="220190" y="142904"/>
                    <a:pt x="220190" y="80327"/>
                    <a:pt x="181594" y="41731"/>
                  </a:cubicBezTo>
                  <a:cubicBezTo>
                    <a:pt x="142997" y="3134"/>
                    <a:pt x="80420" y="3134"/>
                    <a:pt x="41824" y="41731"/>
                  </a:cubicBezTo>
                  <a:cubicBezTo>
                    <a:pt x="10897" y="72869"/>
                    <a:pt x="4041" y="120600"/>
                    <a:pt x="24955" y="159184"/>
                  </a:cubicBezTo>
                  <a:cubicBezTo>
                    <a:pt x="26633" y="162250"/>
                    <a:pt x="25507" y="166097"/>
                    <a:pt x="22441" y="167775"/>
                  </a:cubicBezTo>
                  <a:cubicBezTo>
                    <a:pt x="19374" y="169453"/>
                    <a:pt x="15527" y="168327"/>
                    <a:pt x="13849" y="165260"/>
                  </a:cubicBezTo>
                  <a:cubicBezTo>
                    <a:pt x="-15851" y="111329"/>
                    <a:pt x="3792" y="43531"/>
                    <a:pt x="57724" y="13831"/>
                  </a:cubicBezTo>
                  <a:cubicBezTo>
                    <a:pt x="101267" y="-10148"/>
                    <a:pt x="155426" y="-2401"/>
                    <a:pt x="190500" y="32825"/>
                  </a:cubicBezTo>
                  <a:cubicBezTo>
                    <a:pt x="234015" y="76382"/>
                    <a:pt x="233981" y="146967"/>
                    <a:pt x="190424" y="190482"/>
                  </a:cubicBezTo>
                  <a:cubicBezTo>
                    <a:pt x="169462" y="211424"/>
                    <a:pt x="141025" y="223160"/>
                    <a:pt x="111395" y="22309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6DCBF0C7-510B-9349-B50A-DC56A930241E}"/>
                </a:ext>
              </a:extLst>
            </p:cNvPr>
            <p:cNvSpPr/>
            <p:nvPr/>
          </p:nvSpPr>
          <p:spPr>
            <a:xfrm>
              <a:off x="4708230" y="2632896"/>
              <a:ext cx="114026" cy="114010"/>
            </a:xfrm>
            <a:custGeom>
              <a:avLst/>
              <a:gdLst>
                <a:gd name="connsiteX0" fmla="*/ 56601 w 114026"/>
                <a:gd name="connsiteY0" fmla="*/ 114011 h 114010"/>
                <a:gd name="connsiteX1" fmla="*/ 46123 w 114026"/>
                <a:gd name="connsiteY1" fmla="*/ 112963 h 114010"/>
                <a:gd name="connsiteX2" fmla="*/ 41070 w 114026"/>
                <a:gd name="connsiteY2" fmla="*/ 105648 h 114010"/>
                <a:gd name="connsiteX3" fmla="*/ 41094 w 114026"/>
                <a:gd name="connsiteY3" fmla="*/ 105524 h 114010"/>
                <a:gd name="connsiteX4" fmla="*/ 48533 w 114026"/>
                <a:gd name="connsiteY4" fmla="*/ 100495 h 114010"/>
                <a:gd name="connsiteX5" fmla="*/ 100522 w 114026"/>
                <a:gd name="connsiteY5" fmla="*/ 65486 h 114010"/>
                <a:gd name="connsiteX6" fmla="*/ 65514 w 114026"/>
                <a:gd name="connsiteY6" fmla="*/ 13497 h 114010"/>
                <a:gd name="connsiteX7" fmla="*/ 13525 w 114026"/>
                <a:gd name="connsiteY7" fmla="*/ 48505 h 114010"/>
                <a:gd name="connsiteX8" fmla="*/ 15319 w 114026"/>
                <a:gd name="connsiteY8" fmla="*/ 71996 h 114010"/>
                <a:gd name="connsiteX9" fmla="*/ 10531 w 114026"/>
                <a:gd name="connsiteY9" fmla="*/ 79662 h 114010"/>
                <a:gd name="connsiteX10" fmla="*/ 3375 w 114026"/>
                <a:gd name="connsiteY10" fmla="*/ 76292 h 114010"/>
                <a:gd name="connsiteX11" fmla="*/ 37735 w 114026"/>
                <a:gd name="connsiteY11" fmla="*/ 3375 h 114010"/>
                <a:gd name="connsiteX12" fmla="*/ 110651 w 114026"/>
                <a:gd name="connsiteY12" fmla="*/ 37735 h 114010"/>
                <a:gd name="connsiteX13" fmla="*/ 76292 w 114026"/>
                <a:gd name="connsiteY13" fmla="*/ 110651 h 114010"/>
                <a:gd name="connsiteX14" fmla="*/ 57020 w 114026"/>
                <a:gd name="connsiteY14" fmla="*/ 114011 h 114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026" h="114010">
                  <a:moveTo>
                    <a:pt x="56601" y="114011"/>
                  </a:moveTo>
                  <a:cubicBezTo>
                    <a:pt x="53082" y="114003"/>
                    <a:pt x="49573" y="113652"/>
                    <a:pt x="46123" y="112963"/>
                  </a:cubicBezTo>
                  <a:cubicBezTo>
                    <a:pt x="42708" y="112338"/>
                    <a:pt x="40445" y="109064"/>
                    <a:pt x="41070" y="105648"/>
                  </a:cubicBezTo>
                  <a:cubicBezTo>
                    <a:pt x="41077" y="105607"/>
                    <a:pt x="41085" y="105565"/>
                    <a:pt x="41094" y="105524"/>
                  </a:cubicBezTo>
                  <a:cubicBezTo>
                    <a:pt x="41780" y="102095"/>
                    <a:pt x="45095" y="99853"/>
                    <a:pt x="48533" y="100495"/>
                  </a:cubicBezTo>
                  <a:cubicBezTo>
                    <a:pt x="72557" y="105184"/>
                    <a:pt x="95833" y="89510"/>
                    <a:pt x="100522" y="65486"/>
                  </a:cubicBezTo>
                  <a:cubicBezTo>
                    <a:pt x="105212" y="41463"/>
                    <a:pt x="89538" y="18186"/>
                    <a:pt x="65514" y="13497"/>
                  </a:cubicBezTo>
                  <a:cubicBezTo>
                    <a:pt x="41490" y="8808"/>
                    <a:pt x="18214" y="24481"/>
                    <a:pt x="13525" y="48505"/>
                  </a:cubicBezTo>
                  <a:cubicBezTo>
                    <a:pt x="11993" y="56354"/>
                    <a:pt x="12613" y="64471"/>
                    <a:pt x="15319" y="71996"/>
                  </a:cubicBezTo>
                  <a:cubicBezTo>
                    <a:pt x="16114" y="75435"/>
                    <a:pt x="13970" y="78867"/>
                    <a:pt x="10531" y="79662"/>
                  </a:cubicBezTo>
                  <a:cubicBezTo>
                    <a:pt x="7653" y="80327"/>
                    <a:pt x="4695" y="78933"/>
                    <a:pt x="3375" y="76292"/>
                  </a:cubicBezTo>
                  <a:cubicBezTo>
                    <a:pt x="-7272" y="46668"/>
                    <a:pt x="8111" y="14022"/>
                    <a:pt x="37735" y="3375"/>
                  </a:cubicBezTo>
                  <a:cubicBezTo>
                    <a:pt x="67358" y="-7272"/>
                    <a:pt x="100004" y="8111"/>
                    <a:pt x="110651" y="37735"/>
                  </a:cubicBezTo>
                  <a:cubicBezTo>
                    <a:pt x="121299" y="67358"/>
                    <a:pt x="105915" y="100004"/>
                    <a:pt x="76292" y="110651"/>
                  </a:cubicBezTo>
                  <a:cubicBezTo>
                    <a:pt x="70109" y="112873"/>
                    <a:pt x="63589" y="114010"/>
                    <a:pt x="57020" y="11401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32542FF8-B5E0-8341-AE77-761DDBBB1EB2}"/>
                </a:ext>
              </a:extLst>
            </p:cNvPr>
            <p:cNvSpPr/>
            <p:nvPr/>
          </p:nvSpPr>
          <p:spPr>
            <a:xfrm>
              <a:off x="4601676" y="2684017"/>
              <a:ext cx="169458" cy="169454"/>
            </a:xfrm>
            <a:custGeom>
              <a:avLst/>
              <a:gdLst>
                <a:gd name="connsiteX0" fmla="*/ 5993 w 169458"/>
                <a:gd name="connsiteY0" fmla="*/ 169447 h 169454"/>
                <a:gd name="connsiteX1" fmla="*/ 13 w 169458"/>
                <a:gd name="connsiteY1" fmla="*/ 162669 h 169454"/>
                <a:gd name="connsiteX2" fmla="*/ 1487 w 169458"/>
                <a:gd name="connsiteY2" fmla="*/ 158969 h 169454"/>
                <a:gd name="connsiteX3" fmla="*/ 158650 w 169458"/>
                <a:gd name="connsiteY3" fmla="*/ 1807 h 169454"/>
                <a:gd name="connsiteX4" fmla="*/ 167556 w 169458"/>
                <a:gd name="connsiteY4" fmla="*/ 1807 h 169454"/>
                <a:gd name="connsiteX5" fmla="*/ 167677 w 169458"/>
                <a:gd name="connsiteY5" fmla="*/ 10696 h 169454"/>
                <a:gd name="connsiteX6" fmla="*/ 167556 w 169458"/>
                <a:gd name="connsiteY6" fmla="*/ 10817 h 169454"/>
                <a:gd name="connsiteX7" fmla="*/ 10393 w 169458"/>
                <a:gd name="connsiteY7" fmla="*/ 167980 h 169454"/>
                <a:gd name="connsiteX8" fmla="*/ 5993 w 169458"/>
                <a:gd name="connsiteY8" fmla="*/ 169447 h 1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458" h="169454">
                  <a:moveTo>
                    <a:pt x="5993" y="169447"/>
                  </a:moveTo>
                  <a:cubicBezTo>
                    <a:pt x="2470" y="169226"/>
                    <a:pt x="-208" y="166192"/>
                    <a:pt x="13" y="162669"/>
                  </a:cubicBezTo>
                  <a:cubicBezTo>
                    <a:pt x="98" y="161310"/>
                    <a:pt x="614" y="160014"/>
                    <a:pt x="1487" y="158969"/>
                  </a:cubicBezTo>
                  <a:lnTo>
                    <a:pt x="158650" y="1807"/>
                  </a:lnTo>
                  <a:cubicBezTo>
                    <a:pt x="161130" y="-602"/>
                    <a:pt x="165076" y="-602"/>
                    <a:pt x="167556" y="1807"/>
                  </a:cubicBezTo>
                  <a:cubicBezTo>
                    <a:pt x="170044" y="4228"/>
                    <a:pt x="170098" y="8208"/>
                    <a:pt x="167677" y="10696"/>
                  </a:cubicBezTo>
                  <a:cubicBezTo>
                    <a:pt x="167637" y="10737"/>
                    <a:pt x="167597" y="10777"/>
                    <a:pt x="167556" y="10817"/>
                  </a:cubicBezTo>
                  <a:lnTo>
                    <a:pt x="10393" y="167980"/>
                  </a:lnTo>
                  <a:cubicBezTo>
                    <a:pt x="9162" y="169002"/>
                    <a:pt x="7592" y="169526"/>
                    <a:pt x="5993" y="16944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D0FB968B-52A0-8D40-AD87-F39AB9C2E9D0}"/>
                </a:ext>
              </a:extLst>
            </p:cNvPr>
            <p:cNvSpPr/>
            <p:nvPr/>
          </p:nvSpPr>
          <p:spPr>
            <a:xfrm>
              <a:off x="4741600" y="2674818"/>
              <a:ext cx="38444" cy="29029"/>
            </a:xfrm>
            <a:custGeom>
              <a:avLst/>
              <a:gdLst>
                <a:gd name="connsiteX0" fmla="*/ 15582 w 38444"/>
                <a:gd name="connsiteY0" fmla="*/ 29026 h 29029"/>
                <a:gd name="connsiteX1" fmla="*/ 11077 w 38444"/>
                <a:gd name="connsiteY1" fmla="*/ 27140 h 29029"/>
                <a:gd name="connsiteX2" fmla="*/ 11077 w 38444"/>
                <a:gd name="connsiteY2" fmla="*/ 18548 h 29029"/>
                <a:gd name="connsiteX3" fmla="*/ 7934 w 38444"/>
                <a:gd name="connsiteY3" fmla="*/ 19282 h 29029"/>
                <a:gd name="connsiteX4" fmla="*/ 208 w 38444"/>
                <a:gd name="connsiteY4" fmla="*/ 14882 h 29029"/>
                <a:gd name="connsiteX5" fmla="*/ 180 w 38444"/>
                <a:gd name="connsiteY5" fmla="*/ 14777 h 29029"/>
                <a:gd name="connsiteX6" fmla="*/ 4686 w 38444"/>
                <a:gd name="connsiteY6" fmla="*/ 7023 h 29029"/>
                <a:gd name="connsiteX7" fmla="*/ 30460 w 38444"/>
                <a:gd name="connsiteY7" fmla="*/ 213 h 29029"/>
                <a:gd name="connsiteX8" fmla="*/ 37585 w 38444"/>
                <a:gd name="connsiteY8" fmla="*/ 3251 h 29029"/>
                <a:gd name="connsiteX9" fmla="*/ 36642 w 38444"/>
                <a:gd name="connsiteY9" fmla="*/ 10900 h 29029"/>
                <a:gd name="connsiteX10" fmla="*/ 20297 w 38444"/>
                <a:gd name="connsiteY10" fmla="*/ 27140 h 29029"/>
                <a:gd name="connsiteX11" fmla="*/ 15582 w 38444"/>
                <a:gd name="connsiteY11" fmla="*/ 29026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44" h="29029">
                  <a:moveTo>
                    <a:pt x="15582" y="29026"/>
                  </a:moveTo>
                  <a:cubicBezTo>
                    <a:pt x="13890" y="29019"/>
                    <a:pt x="12270" y="28340"/>
                    <a:pt x="11077" y="27140"/>
                  </a:cubicBezTo>
                  <a:cubicBezTo>
                    <a:pt x="8815" y="24723"/>
                    <a:pt x="8815" y="20966"/>
                    <a:pt x="11077" y="18548"/>
                  </a:cubicBezTo>
                  <a:lnTo>
                    <a:pt x="7934" y="19282"/>
                  </a:lnTo>
                  <a:cubicBezTo>
                    <a:pt x="4585" y="20200"/>
                    <a:pt x="1127" y="18230"/>
                    <a:pt x="208" y="14882"/>
                  </a:cubicBezTo>
                  <a:cubicBezTo>
                    <a:pt x="199" y="14847"/>
                    <a:pt x="189" y="14812"/>
                    <a:pt x="180" y="14777"/>
                  </a:cubicBezTo>
                  <a:cubicBezTo>
                    <a:pt x="-628" y="11404"/>
                    <a:pt x="1355" y="7991"/>
                    <a:pt x="4686" y="7023"/>
                  </a:cubicBezTo>
                  <a:lnTo>
                    <a:pt x="30460" y="213"/>
                  </a:lnTo>
                  <a:cubicBezTo>
                    <a:pt x="33251" y="-531"/>
                    <a:pt x="36190" y="722"/>
                    <a:pt x="37585" y="3251"/>
                  </a:cubicBezTo>
                  <a:cubicBezTo>
                    <a:pt x="39016" y="5725"/>
                    <a:pt x="38631" y="8848"/>
                    <a:pt x="36642" y="10900"/>
                  </a:cubicBezTo>
                  <a:lnTo>
                    <a:pt x="20297" y="27140"/>
                  </a:lnTo>
                  <a:cubicBezTo>
                    <a:pt x="19061" y="28404"/>
                    <a:pt x="17349" y="29088"/>
                    <a:pt x="15582" y="2902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1ADCF906-74A9-B848-8C82-9CFC8438998A}"/>
                </a:ext>
              </a:extLst>
            </p:cNvPr>
            <p:cNvSpPr/>
            <p:nvPr/>
          </p:nvSpPr>
          <p:spPr>
            <a:xfrm>
              <a:off x="4751238" y="2675074"/>
              <a:ext cx="28593" cy="38305"/>
            </a:xfrm>
            <a:custGeom>
              <a:avLst/>
              <a:gdLst>
                <a:gd name="connsiteX0" fmla="*/ 15479 w 28593"/>
                <a:gd name="connsiteY0" fmla="*/ 38305 h 38305"/>
                <a:gd name="connsiteX1" fmla="*/ 13803 w 28593"/>
                <a:gd name="connsiteY1" fmla="*/ 38305 h 38305"/>
                <a:gd name="connsiteX2" fmla="*/ 9297 w 28593"/>
                <a:gd name="connsiteY2" fmla="*/ 30552 h 38305"/>
                <a:gd name="connsiteX3" fmla="*/ 10136 w 28593"/>
                <a:gd name="connsiteY3" fmla="*/ 27409 h 38305"/>
                <a:gd name="connsiteX4" fmla="*/ 1212 w 28593"/>
                <a:gd name="connsiteY4" fmla="*/ 25973 h 38305"/>
                <a:gd name="connsiteX5" fmla="*/ 1439 w 28593"/>
                <a:gd name="connsiteY5" fmla="*/ 18188 h 38305"/>
                <a:gd name="connsiteX6" fmla="*/ 17784 w 28593"/>
                <a:gd name="connsiteY6" fmla="*/ 1844 h 38305"/>
                <a:gd name="connsiteX7" fmla="*/ 25433 w 28593"/>
                <a:gd name="connsiteY7" fmla="*/ 796 h 38305"/>
                <a:gd name="connsiteX8" fmla="*/ 28367 w 28593"/>
                <a:gd name="connsiteY8" fmla="*/ 7921 h 38305"/>
                <a:gd name="connsiteX9" fmla="*/ 21556 w 28593"/>
                <a:gd name="connsiteY9" fmla="*/ 33800 h 38305"/>
                <a:gd name="connsiteX10" fmla="*/ 15479 w 28593"/>
                <a:gd name="connsiteY10" fmla="*/ 38305 h 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593" h="38305">
                  <a:moveTo>
                    <a:pt x="15479" y="38305"/>
                  </a:moveTo>
                  <a:lnTo>
                    <a:pt x="13803" y="38305"/>
                  </a:lnTo>
                  <a:cubicBezTo>
                    <a:pt x="10472" y="37338"/>
                    <a:pt x="8489" y="33925"/>
                    <a:pt x="9297" y="30552"/>
                  </a:cubicBezTo>
                  <a:lnTo>
                    <a:pt x="10136" y="27409"/>
                  </a:lnTo>
                  <a:cubicBezTo>
                    <a:pt x="7275" y="29477"/>
                    <a:pt x="3280" y="28834"/>
                    <a:pt x="1212" y="25973"/>
                  </a:cubicBezTo>
                  <a:cubicBezTo>
                    <a:pt x="-485" y="23627"/>
                    <a:pt x="-391" y="20432"/>
                    <a:pt x="1439" y="18188"/>
                  </a:cubicBezTo>
                  <a:lnTo>
                    <a:pt x="17784" y="1844"/>
                  </a:lnTo>
                  <a:cubicBezTo>
                    <a:pt x="19827" y="-147"/>
                    <a:pt x="22930" y="-572"/>
                    <a:pt x="25433" y="796"/>
                  </a:cubicBezTo>
                  <a:cubicBezTo>
                    <a:pt x="27922" y="2223"/>
                    <a:pt x="29129" y="5154"/>
                    <a:pt x="28367" y="7921"/>
                  </a:cubicBezTo>
                  <a:lnTo>
                    <a:pt x="21556" y="33800"/>
                  </a:lnTo>
                  <a:cubicBezTo>
                    <a:pt x="20762" y="36489"/>
                    <a:pt x="18283" y="38327"/>
                    <a:pt x="15479" y="3830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D1378453-5C22-D747-965B-595D5F1E5DD0}"/>
                </a:ext>
              </a:extLst>
            </p:cNvPr>
            <p:cNvSpPr/>
            <p:nvPr/>
          </p:nvSpPr>
          <p:spPr>
            <a:xfrm>
              <a:off x="4566730" y="2798767"/>
              <a:ext cx="89242" cy="88965"/>
            </a:xfrm>
            <a:custGeom>
              <a:avLst/>
              <a:gdLst>
                <a:gd name="connsiteX0" fmla="*/ 43034 w 89242"/>
                <a:gd name="connsiteY0" fmla="*/ 88853 h 88965"/>
                <a:gd name="connsiteX1" fmla="*/ 40729 w 89242"/>
                <a:gd name="connsiteY1" fmla="*/ 88853 h 88965"/>
                <a:gd name="connsiteX2" fmla="*/ 36643 w 89242"/>
                <a:gd name="connsiteY2" fmla="*/ 83300 h 88965"/>
                <a:gd name="connsiteX3" fmla="*/ 34967 w 89242"/>
                <a:gd name="connsiteY3" fmla="*/ 54277 h 88965"/>
                <a:gd name="connsiteX4" fmla="*/ 6363 w 89242"/>
                <a:gd name="connsiteY4" fmla="*/ 52496 h 88965"/>
                <a:gd name="connsiteX5" fmla="*/ 391 w 89242"/>
                <a:gd name="connsiteY5" fmla="*/ 48934 h 88965"/>
                <a:gd name="connsiteX6" fmla="*/ 1858 w 89242"/>
                <a:gd name="connsiteY6" fmla="*/ 42228 h 88965"/>
                <a:gd name="connsiteX7" fmla="*/ 42301 w 89242"/>
                <a:gd name="connsiteY7" fmla="*/ 1785 h 88965"/>
                <a:gd name="connsiteX8" fmla="*/ 46911 w 89242"/>
                <a:gd name="connsiteY8" fmla="*/ 4 h 88965"/>
                <a:gd name="connsiteX9" fmla="*/ 82325 w 89242"/>
                <a:gd name="connsiteY9" fmla="*/ 842 h 88965"/>
                <a:gd name="connsiteX10" fmla="*/ 88402 w 89242"/>
                <a:gd name="connsiteY10" fmla="*/ 7024 h 88965"/>
                <a:gd name="connsiteX11" fmla="*/ 89240 w 89242"/>
                <a:gd name="connsiteY11" fmla="*/ 42438 h 88965"/>
                <a:gd name="connsiteX12" fmla="*/ 87459 w 89242"/>
                <a:gd name="connsiteY12" fmla="*/ 47048 h 88965"/>
                <a:gd name="connsiteX13" fmla="*/ 47540 w 89242"/>
                <a:gd name="connsiteY13" fmla="*/ 86967 h 88965"/>
                <a:gd name="connsiteX14" fmla="*/ 43034 w 89242"/>
                <a:gd name="connsiteY14" fmla="*/ 88853 h 88965"/>
                <a:gd name="connsiteX15" fmla="*/ 21346 w 89242"/>
                <a:gd name="connsiteY15" fmla="*/ 40761 h 88965"/>
                <a:gd name="connsiteX16" fmla="*/ 41568 w 89242"/>
                <a:gd name="connsiteY16" fmla="*/ 41914 h 88965"/>
                <a:gd name="connsiteX17" fmla="*/ 47435 w 89242"/>
                <a:gd name="connsiteY17" fmla="*/ 47886 h 88965"/>
                <a:gd name="connsiteX18" fmla="*/ 48692 w 89242"/>
                <a:gd name="connsiteY18" fmla="*/ 68003 h 88965"/>
                <a:gd name="connsiteX19" fmla="*/ 76772 w 89242"/>
                <a:gd name="connsiteY19" fmla="*/ 40028 h 88965"/>
                <a:gd name="connsiteX20" fmla="*/ 75829 w 89242"/>
                <a:gd name="connsiteY20" fmla="*/ 13310 h 88965"/>
                <a:gd name="connsiteX21" fmla="*/ 49216 w 89242"/>
                <a:gd name="connsiteY21" fmla="*/ 12682 h 8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242" h="88965">
                  <a:moveTo>
                    <a:pt x="43034" y="88853"/>
                  </a:moveTo>
                  <a:cubicBezTo>
                    <a:pt x="42273" y="89003"/>
                    <a:pt x="41490" y="89003"/>
                    <a:pt x="40729" y="88853"/>
                  </a:cubicBezTo>
                  <a:cubicBezTo>
                    <a:pt x="38416" y="87937"/>
                    <a:pt x="36830" y="85781"/>
                    <a:pt x="36643" y="83300"/>
                  </a:cubicBezTo>
                  <a:lnTo>
                    <a:pt x="34967" y="54277"/>
                  </a:lnTo>
                  <a:lnTo>
                    <a:pt x="6363" y="52496"/>
                  </a:lnTo>
                  <a:cubicBezTo>
                    <a:pt x="3823" y="52678"/>
                    <a:pt x="1438" y="51256"/>
                    <a:pt x="391" y="48934"/>
                  </a:cubicBezTo>
                  <a:cubicBezTo>
                    <a:pt x="-464" y="46603"/>
                    <a:pt x="108" y="43989"/>
                    <a:pt x="1858" y="42228"/>
                  </a:cubicBezTo>
                  <a:lnTo>
                    <a:pt x="42301" y="1785"/>
                  </a:lnTo>
                  <a:cubicBezTo>
                    <a:pt x="43530" y="587"/>
                    <a:pt x="45196" y="-57"/>
                    <a:pt x="46911" y="4"/>
                  </a:cubicBezTo>
                  <a:lnTo>
                    <a:pt x="82325" y="842"/>
                  </a:lnTo>
                  <a:cubicBezTo>
                    <a:pt x="85652" y="1004"/>
                    <a:pt x="88297" y="3695"/>
                    <a:pt x="88402" y="7024"/>
                  </a:cubicBezTo>
                  <a:lnTo>
                    <a:pt x="89240" y="42438"/>
                  </a:lnTo>
                  <a:cubicBezTo>
                    <a:pt x="89289" y="44151"/>
                    <a:pt x="88647" y="45812"/>
                    <a:pt x="87459" y="47048"/>
                  </a:cubicBezTo>
                  <a:lnTo>
                    <a:pt x="47540" y="86967"/>
                  </a:lnTo>
                  <a:cubicBezTo>
                    <a:pt x="46354" y="88177"/>
                    <a:pt x="44729" y="88857"/>
                    <a:pt x="43034" y="88853"/>
                  </a:cubicBezTo>
                  <a:close/>
                  <a:moveTo>
                    <a:pt x="21346" y="40761"/>
                  </a:moveTo>
                  <a:lnTo>
                    <a:pt x="41568" y="41914"/>
                  </a:lnTo>
                  <a:cubicBezTo>
                    <a:pt x="44736" y="42168"/>
                    <a:pt x="47237" y="44713"/>
                    <a:pt x="47435" y="47886"/>
                  </a:cubicBezTo>
                  <a:lnTo>
                    <a:pt x="48692" y="68003"/>
                  </a:lnTo>
                  <a:lnTo>
                    <a:pt x="76772" y="40028"/>
                  </a:lnTo>
                  <a:lnTo>
                    <a:pt x="75829" y="13310"/>
                  </a:lnTo>
                  <a:lnTo>
                    <a:pt x="49216" y="12682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3" name="Graphic 28">
            <a:extLst>
              <a:ext uri="{FF2B5EF4-FFF2-40B4-BE49-F238E27FC236}">
                <a16:creationId xmlns:a16="http://schemas.microsoft.com/office/drawing/2014/main" id="{78979E75-DA59-234B-A8AE-CC5E6B095161}"/>
              </a:ext>
            </a:extLst>
          </p:cNvPr>
          <p:cNvGrpSpPr>
            <a:grpSpLocks noChangeAspect="1"/>
          </p:cNvGrpSpPr>
          <p:nvPr/>
        </p:nvGrpSpPr>
        <p:grpSpPr>
          <a:xfrm>
            <a:off x="7244330" y="2445408"/>
            <a:ext cx="375279" cy="379662"/>
            <a:chOff x="4567131" y="2512191"/>
            <a:chExt cx="375279" cy="379662"/>
          </a:xfrm>
          <a:solidFill>
            <a:srgbClr val="FFFFFF"/>
          </a:solidFill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F825393A-79A8-574C-982D-A4870B77F6DF}"/>
                </a:ext>
              </a:extLst>
            </p:cNvPr>
            <p:cNvSpPr/>
            <p:nvPr/>
          </p:nvSpPr>
          <p:spPr>
            <a:xfrm>
              <a:off x="4738895" y="2573790"/>
              <a:ext cx="12335" cy="311946"/>
            </a:xfrm>
            <a:custGeom>
              <a:avLst/>
              <a:gdLst>
                <a:gd name="connsiteX0" fmla="*/ 0 w 12335"/>
                <a:gd name="connsiteY0" fmla="*/ 0 h 311946"/>
                <a:gd name="connsiteX1" fmla="*/ 12335 w 12335"/>
                <a:gd name="connsiteY1" fmla="*/ 0 h 311946"/>
                <a:gd name="connsiteX2" fmla="*/ 12335 w 12335"/>
                <a:gd name="connsiteY2" fmla="*/ 311946 h 311946"/>
                <a:gd name="connsiteX3" fmla="*/ 0 w 12335"/>
                <a:gd name="connsiteY3" fmla="*/ 311946 h 311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35" h="311946">
                  <a:moveTo>
                    <a:pt x="0" y="0"/>
                  </a:moveTo>
                  <a:lnTo>
                    <a:pt x="12335" y="0"/>
                  </a:lnTo>
                  <a:lnTo>
                    <a:pt x="12335" y="311946"/>
                  </a:lnTo>
                  <a:lnTo>
                    <a:pt x="0" y="311946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2974E99-311F-314C-90BB-96B152F3AC69}"/>
                </a:ext>
              </a:extLst>
            </p:cNvPr>
            <p:cNvSpPr/>
            <p:nvPr/>
          </p:nvSpPr>
          <p:spPr>
            <a:xfrm>
              <a:off x="4673855" y="2723545"/>
              <a:ext cx="227231" cy="12335"/>
            </a:xfrm>
            <a:custGeom>
              <a:avLst/>
              <a:gdLst>
                <a:gd name="connsiteX0" fmla="*/ 0 w 227231"/>
                <a:gd name="connsiteY0" fmla="*/ 0 h 12335"/>
                <a:gd name="connsiteX1" fmla="*/ 227232 w 227231"/>
                <a:gd name="connsiteY1" fmla="*/ 0 h 12335"/>
                <a:gd name="connsiteX2" fmla="*/ 227232 w 227231"/>
                <a:gd name="connsiteY2" fmla="*/ 12335 h 12335"/>
                <a:gd name="connsiteX3" fmla="*/ 0 w 227231"/>
                <a:gd name="connsiteY3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231" h="12335">
                  <a:moveTo>
                    <a:pt x="0" y="0"/>
                  </a:moveTo>
                  <a:lnTo>
                    <a:pt x="227232" y="0"/>
                  </a:lnTo>
                  <a:lnTo>
                    <a:pt x="227232" y="12335"/>
                  </a:lnTo>
                  <a:lnTo>
                    <a:pt x="0" y="12335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E32CE3C3-3C5F-A144-9367-B31368E6CB55}"/>
                </a:ext>
              </a:extLst>
            </p:cNvPr>
            <p:cNvSpPr/>
            <p:nvPr/>
          </p:nvSpPr>
          <p:spPr>
            <a:xfrm>
              <a:off x="4683947" y="2648311"/>
              <a:ext cx="170551" cy="12335"/>
            </a:xfrm>
            <a:custGeom>
              <a:avLst/>
              <a:gdLst>
                <a:gd name="connsiteX0" fmla="*/ 0 w 170551"/>
                <a:gd name="connsiteY0" fmla="*/ 0 h 12335"/>
                <a:gd name="connsiteX1" fmla="*/ 170551 w 170551"/>
                <a:gd name="connsiteY1" fmla="*/ 0 h 12335"/>
                <a:gd name="connsiteX2" fmla="*/ 170551 w 170551"/>
                <a:gd name="connsiteY2" fmla="*/ 12335 h 12335"/>
                <a:gd name="connsiteX3" fmla="*/ 0 w 170551"/>
                <a:gd name="connsiteY3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551" h="12335">
                  <a:moveTo>
                    <a:pt x="0" y="0"/>
                  </a:moveTo>
                  <a:lnTo>
                    <a:pt x="170551" y="0"/>
                  </a:lnTo>
                  <a:lnTo>
                    <a:pt x="170551" y="12335"/>
                  </a:lnTo>
                  <a:lnTo>
                    <a:pt x="0" y="12335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760D4598-CE44-4B49-9CE9-24BFFB29B860}"/>
                </a:ext>
              </a:extLst>
            </p:cNvPr>
            <p:cNvSpPr/>
            <p:nvPr/>
          </p:nvSpPr>
          <p:spPr>
            <a:xfrm>
              <a:off x="4606674" y="2798881"/>
              <a:ext cx="276775" cy="12335"/>
            </a:xfrm>
            <a:custGeom>
              <a:avLst/>
              <a:gdLst>
                <a:gd name="connsiteX0" fmla="*/ 0 w 276775"/>
                <a:gd name="connsiteY0" fmla="*/ 0 h 12335"/>
                <a:gd name="connsiteX1" fmla="*/ 276776 w 276775"/>
                <a:gd name="connsiteY1" fmla="*/ 0 h 12335"/>
                <a:gd name="connsiteX2" fmla="*/ 276776 w 276775"/>
                <a:gd name="connsiteY2" fmla="*/ 12335 h 12335"/>
                <a:gd name="connsiteX3" fmla="*/ 0 w 276775"/>
                <a:gd name="connsiteY3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775" h="12335">
                  <a:moveTo>
                    <a:pt x="0" y="0"/>
                  </a:moveTo>
                  <a:lnTo>
                    <a:pt x="276776" y="0"/>
                  </a:lnTo>
                  <a:lnTo>
                    <a:pt x="276776" y="12335"/>
                  </a:lnTo>
                  <a:lnTo>
                    <a:pt x="0" y="12335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875021A-0CA7-614E-9AB2-70085C8A1C26}"/>
                </a:ext>
              </a:extLst>
            </p:cNvPr>
            <p:cNvSpPr/>
            <p:nvPr/>
          </p:nvSpPr>
          <p:spPr>
            <a:xfrm>
              <a:off x="4813121" y="2512191"/>
              <a:ext cx="129289" cy="174450"/>
            </a:xfrm>
            <a:custGeom>
              <a:avLst/>
              <a:gdLst>
                <a:gd name="connsiteX0" fmla="*/ 64722 w 129289"/>
                <a:gd name="connsiteY0" fmla="*/ 174450 h 174450"/>
                <a:gd name="connsiteX1" fmla="*/ 47494 w 129289"/>
                <a:gd name="connsiteY1" fmla="*/ 164256 h 174450"/>
                <a:gd name="connsiteX2" fmla="*/ 9469 w 129289"/>
                <a:gd name="connsiteY2" fmla="*/ 100643 h 174450"/>
                <a:gd name="connsiteX3" fmla="*/ 7634 w 129289"/>
                <a:gd name="connsiteY3" fmla="*/ 34992 h 174450"/>
                <a:gd name="connsiteX4" fmla="*/ 58809 w 129289"/>
                <a:gd name="connsiteY4" fmla="*/ 229 h 174450"/>
                <a:gd name="connsiteX5" fmla="*/ 70635 w 129289"/>
                <a:gd name="connsiteY5" fmla="*/ 229 h 174450"/>
                <a:gd name="connsiteX6" fmla="*/ 121607 w 129289"/>
                <a:gd name="connsiteY6" fmla="*/ 34788 h 174450"/>
                <a:gd name="connsiteX7" fmla="*/ 119874 w 129289"/>
                <a:gd name="connsiteY7" fmla="*/ 100338 h 174450"/>
                <a:gd name="connsiteX8" fmla="*/ 81849 w 129289"/>
                <a:gd name="connsiteY8" fmla="*/ 164460 h 174450"/>
                <a:gd name="connsiteX9" fmla="*/ 64722 w 129289"/>
                <a:gd name="connsiteY9" fmla="*/ 174450 h 174450"/>
                <a:gd name="connsiteX10" fmla="*/ 64722 w 129289"/>
                <a:gd name="connsiteY10" fmla="*/ 12564 h 174450"/>
                <a:gd name="connsiteX11" fmla="*/ 59829 w 129289"/>
                <a:gd name="connsiteY11" fmla="*/ 12564 h 174450"/>
                <a:gd name="connsiteX12" fmla="*/ 19052 w 129289"/>
                <a:gd name="connsiteY12" fmla="*/ 41007 h 174450"/>
                <a:gd name="connsiteX13" fmla="*/ 20479 w 129289"/>
                <a:gd name="connsiteY13" fmla="*/ 94629 h 174450"/>
                <a:gd name="connsiteX14" fmla="*/ 58504 w 129289"/>
                <a:gd name="connsiteY14" fmla="*/ 158649 h 174450"/>
                <a:gd name="connsiteX15" fmla="*/ 65130 w 129289"/>
                <a:gd name="connsiteY15" fmla="*/ 162421 h 174450"/>
                <a:gd name="connsiteX16" fmla="*/ 71858 w 129289"/>
                <a:gd name="connsiteY16" fmla="*/ 158649 h 174450"/>
                <a:gd name="connsiteX17" fmla="*/ 109781 w 129289"/>
                <a:gd name="connsiteY17" fmla="*/ 94629 h 174450"/>
                <a:gd name="connsiteX18" fmla="*/ 110801 w 129289"/>
                <a:gd name="connsiteY18" fmla="*/ 41007 h 174450"/>
                <a:gd name="connsiteX19" fmla="*/ 70023 w 129289"/>
                <a:gd name="connsiteY19" fmla="*/ 13074 h 17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9289" h="174450">
                  <a:moveTo>
                    <a:pt x="64722" y="174450"/>
                  </a:moveTo>
                  <a:cubicBezTo>
                    <a:pt x="57592" y="174299"/>
                    <a:pt x="51058" y="170433"/>
                    <a:pt x="47494" y="164256"/>
                  </a:cubicBezTo>
                  <a:lnTo>
                    <a:pt x="9469" y="100643"/>
                  </a:lnTo>
                  <a:cubicBezTo>
                    <a:pt x="-2468" y="80553"/>
                    <a:pt x="-3162" y="55717"/>
                    <a:pt x="7634" y="34992"/>
                  </a:cubicBezTo>
                  <a:cubicBezTo>
                    <a:pt x="17530" y="15331"/>
                    <a:pt x="36886" y="2183"/>
                    <a:pt x="58809" y="229"/>
                  </a:cubicBezTo>
                  <a:cubicBezTo>
                    <a:pt x="62745" y="-76"/>
                    <a:pt x="66699" y="-76"/>
                    <a:pt x="70635" y="229"/>
                  </a:cubicBezTo>
                  <a:cubicBezTo>
                    <a:pt x="92461" y="2152"/>
                    <a:pt x="111741" y="15224"/>
                    <a:pt x="121607" y="34788"/>
                  </a:cubicBezTo>
                  <a:cubicBezTo>
                    <a:pt x="132436" y="55460"/>
                    <a:pt x="131780" y="80267"/>
                    <a:pt x="119874" y="100338"/>
                  </a:cubicBezTo>
                  <a:lnTo>
                    <a:pt x="81849" y="164460"/>
                  </a:lnTo>
                  <a:cubicBezTo>
                    <a:pt x="78253" y="170528"/>
                    <a:pt x="71775" y="174307"/>
                    <a:pt x="64722" y="174450"/>
                  </a:cubicBezTo>
                  <a:close/>
                  <a:moveTo>
                    <a:pt x="64722" y="12564"/>
                  </a:moveTo>
                  <a:lnTo>
                    <a:pt x="59829" y="12564"/>
                  </a:lnTo>
                  <a:cubicBezTo>
                    <a:pt x="42171" y="14187"/>
                    <a:pt x="26675" y="24996"/>
                    <a:pt x="19052" y="41007"/>
                  </a:cubicBezTo>
                  <a:cubicBezTo>
                    <a:pt x="10218" y="57924"/>
                    <a:pt x="10757" y="78206"/>
                    <a:pt x="20479" y="94629"/>
                  </a:cubicBezTo>
                  <a:lnTo>
                    <a:pt x="58504" y="158649"/>
                  </a:lnTo>
                  <a:cubicBezTo>
                    <a:pt x="59852" y="161028"/>
                    <a:pt x="62396" y="162477"/>
                    <a:pt x="65130" y="162421"/>
                  </a:cubicBezTo>
                  <a:cubicBezTo>
                    <a:pt x="67889" y="162470"/>
                    <a:pt x="70461" y="161028"/>
                    <a:pt x="71858" y="158649"/>
                  </a:cubicBezTo>
                  <a:lnTo>
                    <a:pt x="109781" y="94629"/>
                  </a:lnTo>
                  <a:cubicBezTo>
                    <a:pt x="119433" y="78151"/>
                    <a:pt x="119819" y="57839"/>
                    <a:pt x="110801" y="41007"/>
                  </a:cubicBezTo>
                  <a:cubicBezTo>
                    <a:pt x="103074" y="25166"/>
                    <a:pt x="87585" y="14557"/>
                    <a:pt x="70023" y="130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FB80D267-8B1C-6041-8C20-0CA670360991}"/>
                </a:ext>
              </a:extLst>
            </p:cNvPr>
            <p:cNvSpPr/>
            <p:nvPr/>
          </p:nvSpPr>
          <p:spPr>
            <a:xfrm>
              <a:off x="4567131" y="2615969"/>
              <a:ext cx="129229" cy="174144"/>
            </a:xfrm>
            <a:custGeom>
              <a:avLst/>
              <a:gdLst>
                <a:gd name="connsiteX0" fmla="*/ 64723 w 129229"/>
                <a:gd name="connsiteY0" fmla="*/ 174144 h 174144"/>
                <a:gd name="connsiteX1" fmla="*/ 47495 w 129229"/>
                <a:gd name="connsiteY1" fmla="*/ 163950 h 174144"/>
                <a:gd name="connsiteX2" fmla="*/ 9470 w 129229"/>
                <a:gd name="connsiteY2" fmla="*/ 100338 h 174144"/>
                <a:gd name="connsiteX3" fmla="*/ 7635 w 129229"/>
                <a:gd name="connsiteY3" fmla="*/ 34788 h 174144"/>
                <a:gd name="connsiteX4" fmla="*/ 58607 w 129229"/>
                <a:gd name="connsiteY4" fmla="*/ 229 h 174144"/>
                <a:gd name="connsiteX5" fmla="*/ 70432 w 129229"/>
                <a:gd name="connsiteY5" fmla="*/ 229 h 174144"/>
                <a:gd name="connsiteX6" fmla="*/ 121404 w 129229"/>
                <a:gd name="connsiteY6" fmla="*/ 34686 h 174144"/>
                <a:gd name="connsiteX7" fmla="*/ 119977 w 129229"/>
                <a:gd name="connsiteY7" fmla="*/ 100338 h 174144"/>
                <a:gd name="connsiteX8" fmla="*/ 81544 w 129229"/>
                <a:gd name="connsiteY8" fmla="*/ 164256 h 174144"/>
                <a:gd name="connsiteX9" fmla="*/ 64723 w 129229"/>
                <a:gd name="connsiteY9" fmla="*/ 174144 h 174144"/>
                <a:gd name="connsiteX10" fmla="*/ 64723 w 129229"/>
                <a:gd name="connsiteY10" fmla="*/ 12157 h 174144"/>
                <a:gd name="connsiteX11" fmla="*/ 59728 w 129229"/>
                <a:gd name="connsiteY11" fmla="*/ 12157 h 174144"/>
                <a:gd name="connsiteX12" fmla="*/ 18951 w 129229"/>
                <a:gd name="connsiteY12" fmla="*/ 40089 h 174144"/>
                <a:gd name="connsiteX13" fmla="*/ 20378 w 129229"/>
                <a:gd name="connsiteY13" fmla="*/ 93915 h 174144"/>
                <a:gd name="connsiteX14" fmla="*/ 58097 w 129229"/>
                <a:gd name="connsiteY14" fmla="*/ 157935 h 174144"/>
                <a:gd name="connsiteX15" fmla="*/ 68738 w 129229"/>
                <a:gd name="connsiteY15" fmla="*/ 160547 h 174144"/>
                <a:gd name="connsiteX16" fmla="*/ 71350 w 129229"/>
                <a:gd name="connsiteY16" fmla="*/ 157935 h 174144"/>
                <a:gd name="connsiteX17" fmla="*/ 109374 w 129229"/>
                <a:gd name="connsiteY17" fmla="*/ 93915 h 174144"/>
                <a:gd name="connsiteX18" fmla="*/ 110802 w 129229"/>
                <a:gd name="connsiteY18" fmla="*/ 40293 h 174144"/>
                <a:gd name="connsiteX19" fmla="*/ 70024 w 129229"/>
                <a:gd name="connsiteY19" fmla="*/ 12361 h 17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9229" h="174144">
                  <a:moveTo>
                    <a:pt x="64723" y="174144"/>
                  </a:moveTo>
                  <a:cubicBezTo>
                    <a:pt x="57593" y="173994"/>
                    <a:pt x="51059" y="170128"/>
                    <a:pt x="47495" y="163950"/>
                  </a:cubicBezTo>
                  <a:lnTo>
                    <a:pt x="9470" y="100338"/>
                  </a:lnTo>
                  <a:cubicBezTo>
                    <a:pt x="-2468" y="80285"/>
                    <a:pt x="-3163" y="55477"/>
                    <a:pt x="7635" y="34788"/>
                  </a:cubicBezTo>
                  <a:cubicBezTo>
                    <a:pt x="17485" y="15211"/>
                    <a:pt x="36774" y="2133"/>
                    <a:pt x="58607" y="229"/>
                  </a:cubicBezTo>
                  <a:cubicBezTo>
                    <a:pt x="62543" y="-76"/>
                    <a:pt x="66496" y="-76"/>
                    <a:pt x="70432" y="229"/>
                  </a:cubicBezTo>
                  <a:cubicBezTo>
                    <a:pt x="92237" y="2131"/>
                    <a:pt x="111512" y="15161"/>
                    <a:pt x="121404" y="34686"/>
                  </a:cubicBezTo>
                  <a:cubicBezTo>
                    <a:pt x="132325" y="55341"/>
                    <a:pt x="131785" y="80176"/>
                    <a:pt x="119977" y="100338"/>
                  </a:cubicBezTo>
                  <a:lnTo>
                    <a:pt x="81544" y="164256"/>
                  </a:lnTo>
                  <a:cubicBezTo>
                    <a:pt x="77981" y="170195"/>
                    <a:pt x="71646" y="173919"/>
                    <a:pt x="64723" y="174144"/>
                  </a:cubicBezTo>
                  <a:close/>
                  <a:moveTo>
                    <a:pt x="64723" y="12157"/>
                  </a:moveTo>
                  <a:lnTo>
                    <a:pt x="59728" y="12157"/>
                  </a:lnTo>
                  <a:cubicBezTo>
                    <a:pt x="42229" y="13814"/>
                    <a:pt x="26818" y="24370"/>
                    <a:pt x="18951" y="40089"/>
                  </a:cubicBezTo>
                  <a:cubicBezTo>
                    <a:pt x="9980" y="57046"/>
                    <a:pt x="10522" y="77457"/>
                    <a:pt x="20378" y="93915"/>
                  </a:cubicBezTo>
                  <a:lnTo>
                    <a:pt x="58097" y="157935"/>
                  </a:lnTo>
                  <a:cubicBezTo>
                    <a:pt x="60314" y="161595"/>
                    <a:pt x="65079" y="162764"/>
                    <a:pt x="68738" y="160547"/>
                  </a:cubicBezTo>
                  <a:cubicBezTo>
                    <a:pt x="69806" y="159900"/>
                    <a:pt x="70702" y="159004"/>
                    <a:pt x="71350" y="157935"/>
                  </a:cubicBezTo>
                  <a:lnTo>
                    <a:pt x="109374" y="93915"/>
                  </a:lnTo>
                  <a:cubicBezTo>
                    <a:pt x="119155" y="77509"/>
                    <a:pt x="119695" y="57196"/>
                    <a:pt x="110802" y="40293"/>
                  </a:cubicBezTo>
                  <a:cubicBezTo>
                    <a:pt x="102935" y="24574"/>
                    <a:pt x="87524" y="14017"/>
                    <a:pt x="70024" y="1236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443C248D-8B07-BB41-9832-DFC931277E59}"/>
                </a:ext>
              </a:extLst>
            </p:cNvPr>
            <p:cNvSpPr/>
            <p:nvPr/>
          </p:nvSpPr>
          <p:spPr>
            <a:xfrm>
              <a:off x="4582922" y="2567846"/>
              <a:ext cx="324422" cy="324007"/>
            </a:xfrm>
            <a:custGeom>
              <a:avLst/>
              <a:gdLst>
                <a:gd name="connsiteX0" fmla="*/ 162192 w 324422"/>
                <a:gd name="connsiteY0" fmla="*/ 324008 h 324007"/>
                <a:gd name="connsiteX1" fmla="*/ 0 w 324422"/>
                <a:gd name="connsiteY1" fmla="*/ 161918 h 324007"/>
                <a:gd name="connsiteX2" fmla="*/ 0 w 324422"/>
                <a:gd name="connsiteY2" fmla="*/ 158656 h 324007"/>
                <a:gd name="connsiteX3" fmla="*/ 612 w 324422"/>
                <a:gd name="connsiteY3" fmla="*/ 136024 h 324007"/>
                <a:gd name="connsiteX4" fmla="*/ 42306 w 324422"/>
                <a:gd name="connsiteY4" fmla="*/ 206059 h 324007"/>
                <a:gd name="connsiteX5" fmla="*/ 53141 w 324422"/>
                <a:gd name="connsiteY5" fmla="*/ 208477 h 324007"/>
                <a:gd name="connsiteX6" fmla="*/ 55559 w 324422"/>
                <a:gd name="connsiteY6" fmla="*/ 206059 h 324007"/>
                <a:gd name="connsiteX7" fmla="*/ 93584 w 324422"/>
                <a:gd name="connsiteY7" fmla="*/ 142039 h 324007"/>
                <a:gd name="connsiteX8" fmla="*/ 95011 w 324422"/>
                <a:gd name="connsiteY8" fmla="*/ 88417 h 324007"/>
                <a:gd name="connsiteX9" fmla="*/ 54234 w 324422"/>
                <a:gd name="connsiteY9" fmla="*/ 60484 h 324007"/>
                <a:gd name="connsiteX10" fmla="*/ 35170 w 324422"/>
                <a:gd name="connsiteY10" fmla="*/ 60484 h 324007"/>
                <a:gd name="connsiteX11" fmla="*/ 45365 w 324422"/>
                <a:gd name="connsiteY11" fmla="*/ 50290 h 324007"/>
                <a:gd name="connsiteX12" fmla="*/ 241402 w 324422"/>
                <a:gd name="connsiteY12" fmla="*/ 20421 h 324007"/>
                <a:gd name="connsiteX13" fmla="*/ 243746 w 324422"/>
                <a:gd name="connsiteY13" fmla="*/ 21746 h 324007"/>
                <a:gd name="connsiteX14" fmla="*/ 244358 w 324422"/>
                <a:gd name="connsiteY14" fmla="*/ 24294 h 324007"/>
                <a:gd name="connsiteX15" fmla="*/ 250271 w 324422"/>
                <a:gd name="connsiteY15" fmla="*/ 38668 h 324007"/>
                <a:gd name="connsiteX16" fmla="*/ 288296 w 324422"/>
                <a:gd name="connsiteY16" fmla="*/ 102689 h 324007"/>
                <a:gd name="connsiteX17" fmla="*/ 294922 w 324422"/>
                <a:gd name="connsiteY17" fmla="*/ 106461 h 324007"/>
                <a:gd name="connsiteX18" fmla="*/ 301650 w 324422"/>
                <a:gd name="connsiteY18" fmla="*/ 102689 h 324007"/>
                <a:gd name="connsiteX19" fmla="*/ 308582 w 324422"/>
                <a:gd name="connsiteY19" fmla="*/ 90965 h 324007"/>
                <a:gd name="connsiteX20" fmla="*/ 313170 w 324422"/>
                <a:gd name="connsiteY20" fmla="*/ 102689 h 324007"/>
                <a:gd name="connsiteX21" fmla="*/ 221518 w 324422"/>
                <a:gd name="connsiteY21" fmla="*/ 312799 h 324007"/>
                <a:gd name="connsiteX22" fmla="*/ 162192 w 324422"/>
                <a:gd name="connsiteY22" fmla="*/ 324008 h 324007"/>
                <a:gd name="connsiteX23" fmla="*/ 13762 w 324422"/>
                <a:gd name="connsiteY23" fmla="*/ 182204 h 324007"/>
                <a:gd name="connsiteX24" fmla="*/ 183177 w 324422"/>
                <a:gd name="connsiteY24" fmla="*/ 309294 h 324007"/>
                <a:gd name="connsiteX25" fmla="*/ 310266 w 324422"/>
                <a:gd name="connsiteY25" fmla="*/ 139880 h 324007"/>
                <a:gd name="connsiteX26" fmla="*/ 304912 w 324422"/>
                <a:gd name="connsiteY26" fmla="*/ 116247 h 324007"/>
                <a:gd name="connsiteX27" fmla="*/ 294718 w 324422"/>
                <a:gd name="connsiteY27" fmla="*/ 118796 h 324007"/>
                <a:gd name="connsiteX28" fmla="*/ 277490 w 324422"/>
                <a:gd name="connsiteY28" fmla="*/ 108601 h 324007"/>
                <a:gd name="connsiteX29" fmla="*/ 239669 w 324422"/>
                <a:gd name="connsiteY29" fmla="*/ 44989 h 324007"/>
                <a:gd name="connsiteX30" fmla="*/ 233144 w 324422"/>
                <a:gd name="connsiteY30" fmla="*/ 30003 h 324007"/>
                <a:gd name="connsiteX31" fmla="*/ 63205 w 324422"/>
                <a:gd name="connsiteY31" fmla="*/ 49474 h 324007"/>
                <a:gd name="connsiteX32" fmla="*/ 106531 w 324422"/>
                <a:gd name="connsiteY32" fmla="*/ 82708 h 324007"/>
                <a:gd name="connsiteX33" fmla="*/ 104186 w 324422"/>
                <a:gd name="connsiteY33" fmla="*/ 148461 h 324007"/>
                <a:gd name="connsiteX34" fmla="*/ 65753 w 324422"/>
                <a:gd name="connsiteY34" fmla="*/ 212380 h 324007"/>
                <a:gd name="connsiteX35" fmla="*/ 37622 w 324422"/>
                <a:gd name="connsiteY35" fmla="*/ 218705 h 324007"/>
                <a:gd name="connsiteX36" fmla="*/ 31297 w 324422"/>
                <a:gd name="connsiteY36" fmla="*/ 212380 h 324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4422" h="324007">
                  <a:moveTo>
                    <a:pt x="162192" y="324008"/>
                  </a:moveTo>
                  <a:cubicBezTo>
                    <a:pt x="72679" y="323951"/>
                    <a:pt x="112" y="251431"/>
                    <a:pt x="0" y="161918"/>
                  </a:cubicBezTo>
                  <a:cubicBezTo>
                    <a:pt x="0" y="160796"/>
                    <a:pt x="0" y="159777"/>
                    <a:pt x="0" y="158656"/>
                  </a:cubicBezTo>
                  <a:lnTo>
                    <a:pt x="612" y="136024"/>
                  </a:lnTo>
                  <a:lnTo>
                    <a:pt x="42306" y="206059"/>
                  </a:lnTo>
                  <a:cubicBezTo>
                    <a:pt x="44631" y="209719"/>
                    <a:pt x="49481" y="210801"/>
                    <a:pt x="53141" y="208477"/>
                  </a:cubicBezTo>
                  <a:cubicBezTo>
                    <a:pt x="54115" y="207859"/>
                    <a:pt x="54941" y="207033"/>
                    <a:pt x="55559" y="206059"/>
                  </a:cubicBezTo>
                  <a:lnTo>
                    <a:pt x="93584" y="142039"/>
                  </a:lnTo>
                  <a:cubicBezTo>
                    <a:pt x="103364" y="125633"/>
                    <a:pt x="103905" y="105320"/>
                    <a:pt x="95011" y="88417"/>
                  </a:cubicBezTo>
                  <a:cubicBezTo>
                    <a:pt x="87144" y="72698"/>
                    <a:pt x="71733" y="62141"/>
                    <a:pt x="54234" y="60484"/>
                  </a:cubicBezTo>
                  <a:lnTo>
                    <a:pt x="35170" y="60484"/>
                  </a:lnTo>
                  <a:lnTo>
                    <a:pt x="45365" y="50290"/>
                  </a:lnTo>
                  <a:cubicBezTo>
                    <a:pt x="96270" y="-3173"/>
                    <a:pt x="176884" y="-15455"/>
                    <a:pt x="241402" y="20421"/>
                  </a:cubicBezTo>
                  <a:lnTo>
                    <a:pt x="243746" y="21746"/>
                  </a:lnTo>
                  <a:lnTo>
                    <a:pt x="244358" y="24294"/>
                  </a:lnTo>
                  <a:cubicBezTo>
                    <a:pt x="245652" y="29337"/>
                    <a:pt x="247642" y="34175"/>
                    <a:pt x="250271" y="38668"/>
                  </a:cubicBezTo>
                  <a:lnTo>
                    <a:pt x="288296" y="102689"/>
                  </a:lnTo>
                  <a:cubicBezTo>
                    <a:pt x="289644" y="105068"/>
                    <a:pt x="292188" y="106516"/>
                    <a:pt x="294922" y="106461"/>
                  </a:cubicBezTo>
                  <a:cubicBezTo>
                    <a:pt x="297681" y="106510"/>
                    <a:pt x="300252" y="105068"/>
                    <a:pt x="301650" y="102689"/>
                  </a:cubicBezTo>
                  <a:lnTo>
                    <a:pt x="308582" y="90965"/>
                  </a:lnTo>
                  <a:lnTo>
                    <a:pt x="313170" y="102689"/>
                  </a:lnTo>
                  <a:cubicBezTo>
                    <a:pt x="345881" y="186018"/>
                    <a:pt x="304847" y="280087"/>
                    <a:pt x="221518" y="312799"/>
                  </a:cubicBezTo>
                  <a:cubicBezTo>
                    <a:pt x="202619" y="320217"/>
                    <a:pt x="182495" y="324020"/>
                    <a:pt x="162192" y="324008"/>
                  </a:cubicBezTo>
                  <a:close/>
                  <a:moveTo>
                    <a:pt x="13762" y="182204"/>
                  </a:moveTo>
                  <a:cubicBezTo>
                    <a:pt x="25450" y="264082"/>
                    <a:pt x="101299" y="320982"/>
                    <a:pt x="183177" y="309294"/>
                  </a:cubicBezTo>
                  <a:cubicBezTo>
                    <a:pt x="265054" y="297606"/>
                    <a:pt x="321954" y="221757"/>
                    <a:pt x="310266" y="139880"/>
                  </a:cubicBezTo>
                  <a:cubicBezTo>
                    <a:pt x="309123" y="131871"/>
                    <a:pt x="307332" y="123967"/>
                    <a:pt x="304912" y="116247"/>
                  </a:cubicBezTo>
                  <a:cubicBezTo>
                    <a:pt x="301783" y="117943"/>
                    <a:pt x="298277" y="118819"/>
                    <a:pt x="294718" y="118796"/>
                  </a:cubicBezTo>
                  <a:cubicBezTo>
                    <a:pt x="287587" y="118645"/>
                    <a:pt x="281054" y="114779"/>
                    <a:pt x="277490" y="108601"/>
                  </a:cubicBezTo>
                  <a:lnTo>
                    <a:pt x="239669" y="44989"/>
                  </a:lnTo>
                  <a:cubicBezTo>
                    <a:pt x="236918" y="40265"/>
                    <a:pt x="234728" y="35235"/>
                    <a:pt x="233144" y="30003"/>
                  </a:cubicBezTo>
                  <a:cubicBezTo>
                    <a:pt x="178017" y="230"/>
                    <a:pt x="110170" y="8003"/>
                    <a:pt x="63205" y="49474"/>
                  </a:cubicBezTo>
                  <a:cubicBezTo>
                    <a:pt x="81909" y="53475"/>
                    <a:pt x="97819" y="65680"/>
                    <a:pt x="106531" y="82708"/>
                  </a:cubicBezTo>
                  <a:cubicBezTo>
                    <a:pt x="117210" y="103548"/>
                    <a:pt x="116323" y="128435"/>
                    <a:pt x="104186" y="148461"/>
                  </a:cubicBezTo>
                  <a:lnTo>
                    <a:pt x="65753" y="212380"/>
                  </a:lnTo>
                  <a:cubicBezTo>
                    <a:pt x="59732" y="221895"/>
                    <a:pt x="47137" y="224727"/>
                    <a:pt x="37622" y="218705"/>
                  </a:cubicBezTo>
                  <a:cubicBezTo>
                    <a:pt x="35071" y="217091"/>
                    <a:pt x="32911" y="214930"/>
                    <a:pt x="31297" y="21238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500C6E3B-A430-D74A-86CB-E8B6F42169C6}"/>
                </a:ext>
              </a:extLst>
            </p:cNvPr>
            <p:cNvSpPr/>
            <p:nvPr/>
          </p:nvSpPr>
          <p:spPr>
            <a:xfrm>
              <a:off x="4662539" y="2567642"/>
              <a:ext cx="165657" cy="324211"/>
            </a:xfrm>
            <a:custGeom>
              <a:avLst/>
              <a:gdLst>
                <a:gd name="connsiteX0" fmla="*/ 82574 w 165657"/>
                <a:gd name="connsiteY0" fmla="*/ 324211 h 324211"/>
                <a:gd name="connsiteX1" fmla="*/ 38942 w 165657"/>
                <a:gd name="connsiteY1" fmla="*/ 318298 h 324211"/>
                <a:gd name="connsiteX2" fmla="*/ 37107 w 165657"/>
                <a:gd name="connsiteY2" fmla="*/ 317585 h 324211"/>
                <a:gd name="connsiteX3" fmla="*/ 35782 w 165657"/>
                <a:gd name="connsiteY3" fmla="*/ 315648 h 324211"/>
                <a:gd name="connsiteX4" fmla="*/ 0 w 165657"/>
                <a:gd name="connsiteY4" fmla="*/ 168238 h 324211"/>
                <a:gd name="connsiteX5" fmla="*/ 0 w 165657"/>
                <a:gd name="connsiteY5" fmla="*/ 166505 h 324211"/>
                <a:gd name="connsiteX6" fmla="*/ 14374 w 165657"/>
                <a:gd name="connsiteY6" fmla="*/ 142242 h 324211"/>
                <a:gd name="connsiteX7" fmla="*/ 10500 w 165657"/>
                <a:gd name="connsiteY7" fmla="*/ 80363 h 324211"/>
                <a:gd name="connsiteX8" fmla="*/ 8665 w 165657"/>
                <a:gd name="connsiteY8" fmla="*/ 78120 h 324211"/>
                <a:gd name="connsiteX9" fmla="*/ 9379 w 165657"/>
                <a:gd name="connsiteY9" fmla="*/ 75265 h 324211"/>
                <a:gd name="connsiteX10" fmla="*/ 35782 w 165657"/>
                <a:gd name="connsiteY10" fmla="*/ 8493 h 324211"/>
                <a:gd name="connsiteX11" fmla="*/ 37107 w 165657"/>
                <a:gd name="connsiteY11" fmla="*/ 6556 h 324211"/>
                <a:gd name="connsiteX12" fmla="*/ 38942 w 165657"/>
                <a:gd name="connsiteY12" fmla="*/ 5944 h 324211"/>
                <a:gd name="connsiteX13" fmla="*/ 126206 w 165657"/>
                <a:gd name="connsiteY13" fmla="*/ 5944 h 324211"/>
                <a:gd name="connsiteX14" fmla="*/ 128448 w 165657"/>
                <a:gd name="connsiteY14" fmla="*/ 6556 h 324211"/>
                <a:gd name="connsiteX15" fmla="*/ 129774 w 165657"/>
                <a:gd name="connsiteY15" fmla="*/ 8493 h 324211"/>
                <a:gd name="connsiteX16" fmla="*/ 165658 w 165657"/>
                <a:gd name="connsiteY16" fmla="*/ 162121 h 324211"/>
                <a:gd name="connsiteX17" fmla="*/ 129774 w 165657"/>
                <a:gd name="connsiteY17" fmla="*/ 315648 h 324211"/>
                <a:gd name="connsiteX18" fmla="*/ 128448 w 165657"/>
                <a:gd name="connsiteY18" fmla="*/ 317585 h 324211"/>
                <a:gd name="connsiteX19" fmla="*/ 126206 w 165657"/>
                <a:gd name="connsiteY19" fmla="*/ 318298 h 324211"/>
                <a:gd name="connsiteX20" fmla="*/ 82574 w 165657"/>
                <a:gd name="connsiteY20" fmla="*/ 324211 h 324211"/>
                <a:gd name="connsiteX21" fmla="*/ 44447 w 165657"/>
                <a:gd name="connsiteY21" fmla="*/ 306982 h 324211"/>
                <a:gd name="connsiteX22" fmla="*/ 120701 w 165657"/>
                <a:gd name="connsiteY22" fmla="*/ 306982 h 324211"/>
                <a:gd name="connsiteX23" fmla="*/ 153221 w 165657"/>
                <a:gd name="connsiteY23" fmla="*/ 162121 h 324211"/>
                <a:gd name="connsiteX24" fmla="*/ 120701 w 165657"/>
                <a:gd name="connsiteY24" fmla="*/ 17260 h 324211"/>
                <a:gd name="connsiteX25" fmla="*/ 44447 w 165657"/>
                <a:gd name="connsiteY25" fmla="*/ 17260 h 324211"/>
                <a:gd name="connsiteX26" fmla="*/ 21612 w 165657"/>
                <a:gd name="connsiteY26" fmla="*/ 75265 h 324211"/>
                <a:gd name="connsiteX27" fmla="*/ 24568 w 165657"/>
                <a:gd name="connsiteY27" fmla="*/ 148665 h 324211"/>
                <a:gd name="connsiteX28" fmla="*/ 11927 w 165657"/>
                <a:gd name="connsiteY28" fmla="*/ 169869 h 324211"/>
                <a:gd name="connsiteX29" fmla="*/ 44447 w 165657"/>
                <a:gd name="connsiteY29" fmla="*/ 306982 h 32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5657" h="324211">
                  <a:moveTo>
                    <a:pt x="82574" y="324211"/>
                  </a:moveTo>
                  <a:cubicBezTo>
                    <a:pt x="67829" y="324235"/>
                    <a:pt x="53149" y="322246"/>
                    <a:pt x="38942" y="318298"/>
                  </a:cubicBezTo>
                  <a:lnTo>
                    <a:pt x="37107" y="317585"/>
                  </a:lnTo>
                  <a:lnTo>
                    <a:pt x="35782" y="315648"/>
                  </a:lnTo>
                  <a:cubicBezTo>
                    <a:pt x="14272" y="282822"/>
                    <a:pt x="816" y="227671"/>
                    <a:pt x="0" y="168238"/>
                  </a:cubicBezTo>
                  <a:lnTo>
                    <a:pt x="0" y="166505"/>
                  </a:lnTo>
                  <a:lnTo>
                    <a:pt x="14374" y="142242"/>
                  </a:lnTo>
                  <a:cubicBezTo>
                    <a:pt x="25725" y="122733"/>
                    <a:pt x="24196" y="98304"/>
                    <a:pt x="10500" y="80363"/>
                  </a:cubicBezTo>
                  <a:lnTo>
                    <a:pt x="8665" y="78120"/>
                  </a:lnTo>
                  <a:lnTo>
                    <a:pt x="9379" y="75265"/>
                  </a:lnTo>
                  <a:cubicBezTo>
                    <a:pt x="14312" y="51666"/>
                    <a:pt x="23242" y="29084"/>
                    <a:pt x="35782" y="8493"/>
                  </a:cubicBezTo>
                  <a:lnTo>
                    <a:pt x="37107" y="6556"/>
                  </a:lnTo>
                  <a:lnTo>
                    <a:pt x="38942" y="5944"/>
                  </a:lnTo>
                  <a:cubicBezTo>
                    <a:pt x="67490" y="-1981"/>
                    <a:pt x="97658" y="-1981"/>
                    <a:pt x="126206" y="5944"/>
                  </a:cubicBezTo>
                  <a:lnTo>
                    <a:pt x="128448" y="6556"/>
                  </a:lnTo>
                  <a:lnTo>
                    <a:pt x="129774" y="8493"/>
                  </a:lnTo>
                  <a:cubicBezTo>
                    <a:pt x="152201" y="42746"/>
                    <a:pt x="165658" y="100242"/>
                    <a:pt x="165658" y="162121"/>
                  </a:cubicBezTo>
                  <a:cubicBezTo>
                    <a:pt x="165658" y="224001"/>
                    <a:pt x="152201" y="281191"/>
                    <a:pt x="129774" y="315648"/>
                  </a:cubicBezTo>
                  <a:lnTo>
                    <a:pt x="128448" y="317585"/>
                  </a:lnTo>
                  <a:lnTo>
                    <a:pt x="126206" y="318298"/>
                  </a:lnTo>
                  <a:cubicBezTo>
                    <a:pt x="111997" y="322239"/>
                    <a:pt x="97319" y="324229"/>
                    <a:pt x="82574" y="324211"/>
                  </a:cubicBezTo>
                  <a:close/>
                  <a:moveTo>
                    <a:pt x="44447" y="306982"/>
                  </a:moveTo>
                  <a:cubicBezTo>
                    <a:pt x="69446" y="313507"/>
                    <a:pt x="95702" y="313507"/>
                    <a:pt x="120701" y="306982"/>
                  </a:cubicBezTo>
                  <a:cubicBezTo>
                    <a:pt x="141089" y="274361"/>
                    <a:pt x="153221" y="220535"/>
                    <a:pt x="153221" y="162121"/>
                  </a:cubicBezTo>
                  <a:cubicBezTo>
                    <a:pt x="153221" y="103708"/>
                    <a:pt x="141089" y="49780"/>
                    <a:pt x="120701" y="17260"/>
                  </a:cubicBezTo>
                  <a:cubicBezTo>
                    <a:pt x="95715" y="10633"/>
                    <a:pt x="69433" y="10633"/>
                    <a:pt x="44447" y="17260"/>
                  </a:cubicBezTo>
                  <a:cubicBezTo>
                    <a:pt x="33907" y="35310"/>
                    <a:pt x="26205" y="54874"/>
                    <a:pt x="21612" y="75265"/>
                  </a:cubicBezTo>
                  <a:cubicBezTo>
                    <a:pt x="37071" y="96979"/>
                    <a:pt x="38231" y="125778"/>
                    <a:pt x="24568" y="148665"/>
                  </a:cubicBezTo>
                  <a:lnTo>
                    <a:pt x="11927" y="169869"/>
                  </a:lnTo>
                  <a:cubicBezTo>
                    <a:pt x="12947" y="225122"/>
                    <a:pt x="25078" y="275992"/>
                    <a:pt x="44447" y="30698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5E371772-3BB3-2C4F-8C4C-E453263A10B0}"/>
                </a:ext>
              </a:extLst>
            </p:cNvPr>
            <p:cNvSpPr/>
            <p:nvPr/>
          </p:nvSpPr>
          <p:spPr>
            <a:xfrm>
              <a:off x="4856639" y="2530974"/>
              <a:ext cx="42612" cy="42612"/>
            </a:xfrm>
            <a:custGeom>
              <a:avLst/>
              <a:gdLst>
                <a:gd name="connsiteX0" fmla="*/ 21204 w 42612"/>
                <a:gd name="connsiteY0" fmla="*/ 42612 h 42612"/>
                <a:gd name="connsiteX1" fmla="*/ 0 w 42612"/>
                <a:gd name="connsiteY1" fmla="*/ 21204 h 42612"/>
                <a:gd name="connsiteX2" fmla="*/ 21408 w 42612"/>
                <a:gd name="connsiteY2" fmla="*/ 0 h 42612"/>
                <a:gd name="connsiteX3" fmla="*/ 42612 w 42612"/>
                <a:gd name="connsiteY3" fmla="*/ 21306 h 42612"/>
                <a:gd name="connsiteX4" fmla="*/ 21204 w 42612"/>
                <a:gd name="connsiteY4" fmla="*/ 42612 h 42612"/>
                <a:gd name="connsiteX5" fmla="*/ 21204 w 42612"/>
                <a:gd name="connsiteY5" fmla="*/ 12029 h 42612"/>
                <a:gd name="connsiteX6" fmla="*/ 12233 w 42612"/>
                <a:gd name="connsiteY6" fmla="*/ 21000 h 42612"/>
                <a:gd name="connsiteX7" fmla="*/ 21204 w 42612"/>
                <a:gd name="connsiteY7" fmla="*/ 29971 h 42612"/>
                <a:gd name="connsiteX8" fmla="*/ 30175 w 42612"/>
                <a:gd name="connsiteY8" fmla="*/ 21000 h 42612"/>
                <a:gd name="connsiteX9" fmla="*/ 21204 w 42612"/>
                <a:gd name="connsiteY9" fmla="*/ 12029 h 4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12" h="42612">
                  <a:moveTo>
                    <a:pt x="21204" y="42612"/>
                  </a:moveTo>
                  <a:cubicBezTo>
                    <a:pt x="9437" y="42556"/>
                    <a:pt x="-56" y="32971"/>
                    <a:pt x="0" y="21204"/>
                  </a:cubicBezTo>
                  <a:cubicBezTo>
                    <a:pt x="57" y="9437"/>
                    <a:pt x="9641" y="-56"/>
                    <a:pt x="21408" y="0"/>
                  </a:cubicBezTo>
                  <a:cubicBezTo>
                    <a:pt x="33135" y="56"/>
                    <a:pt x="42612" y="9579"/>
                    <a:pt x="42612" y="21306"/>
                  </a:cubicBezTo>
                  <a:cubicBezTo>
                    <a:pt x="42556" y="33089"/>
                    <a:pt x="32988" y="42612"/>
                    <a:pt x="21204" y="42612"/>
                  </a:cubicBezTo>
                  <a:close/>
                  <a:moveTo>
                    <a:pt x="21204" y="12029"/>
                  </a:moveTo>
                  <a:cubicBezTo>
                    <a:pt x="16250" y="12029"/>
                    <a:pt x="12233" y="16046"/>
                    <a:pt x="12233" y="21000"/>
                  </a:cubicBezTo>
                  <a:cubicBezTo>
                    <a:pt x="12233" y="25955"/>
                    <a:pt x="16250" y="29971"/>
                    <a:pt x="21204" y="29971"/>
                  </a:cubicBezTo>
                  <a:cubicBezTo>
                    <a:pt x="26159" y="29971"/>
                    <a:pt x="30175" y="25955"/>
                    <a:pt x="30175" y="21000"/>
                  </a:cubicBezTo>
                  <a:cubicBezTo>
                    <a:pt x="30175" y="16046"/>
                    <a:pt x="26159" y="12029"/>
                    <a:pt x="21204" y="1202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6737D621-91EC-F34F-BDD9-28FF2FEEBECD}"/>
                </a:ext>
              </a:extLst>
            </p:cNvPr>
            <p:cNvSpPr/>
            <p:nvPr/>
          </p:nvSpPr>
          <p:spPr>
            <a:xfrm>
              <a:off x="4839207" y="2576747"/>
              <a:ext cx="77272" cy="40267"/>
            </a:xfrm>
            <a:custGeom>
              <a:avLst/>
              <a:gdLst>
                <a:gd name="connsiteX0" fmla="*/ 71156 w 77272"/>
                <a:gd name="connsiteY0" fmla="*/ 40268 h 40267"/>
                <a:gd name="connsiteX1" fmla="*/ 64938 w 77272"/>
                <a:gd name="connsiteY1" fmla="*/ 34049 h 40267"/>
                <a:gd name="connsiteX2" fmla="*/ 64938 w 77272"/>
                <a:gd name="connsiteY2" fmla="*/ 22529 h 40267"/>
                <a:gd name="connsiteX3" fmla="*/ 54744 w 77272"/>
                <a:gd name="connsiteY3" fmla="*/ 12335 h 40267"/>
                <a:gd name="connsiteX4" fmla="*/ 22631 w 77272"/>
                <a:gd name="connsiteY4" fmla="*/ 12335 h 40267"/>
                <a:gd name="connsiteX5" fmla="*/ 12437 w 77272"/>
                <a:gd name="connsiteY5" fmla="*/ 22529 h 40267"/>
                <a:gd name="connsiteX6" fmla="*/ 12437 w 77272"/>
                <a:gd name="connsiteY6" fmla="*/ 34049 h 40267"/>
                <a:gd name="connsiteX7" fmla="*/ 6219 w 77272"/>
                <a:gd name="connsiteY7" fmla="*/ 40268 h 40267"/>
                <a:gd name="connsiteX8" fmla="*/ 0 w 77272"/>
                <a:gd name="connsiteY8" fmla="*/ 34049 h 40267"/>
                <a:gd name="connsiteX9" fmla="*/ 0 w 77272"/>
                <a:gd name="connsiteY9" fmla="*/ 22529 h 40267"/>
                <a:gd name="connsiteX10" fmla="*/ 22631 w 77272"/>
                <a:gd name="connsiteY10" fmla="*/ 0 h 40267"/>
                <a:gd name="connsiteX11" fmla="*/ 54744 w 77272"/>
                <a:gd name="connsiteY11" fmla="*/ 0 h 40267"/>
                <a:gd name="connsiteX12" fmla="*/ 77273 w 77272"/>
                <a:gd name="connsiteY12" fmla="*/ 22529 h 40267"/>
                <a:gd name="connsiteX13" fmla="*/ 77273 w 77272"/>
                <a:gd name="connsiteY13" fmla="*/ 34049 h 40267"/>
                <a:gd name="connsiteX14" fmla="*/ 71156 w 77272"/>
                <a:gd name="connsiteY14" fmla="*/ 40268 h 40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272" h="40267">
                  <a:moveTo>
                    <a:pt x="71156" y="40268"/>
                  </a:moveTo>
                  <a:cubicBezTo>
                    <a:pt x="67722" y="40268"/>
                    <a:pt x="64938" y="37483"/>
                    <a:pt x="64938" y="34049"/>
                  </a:cubicBezTo>
                  <a:lnTo>
                    <a:pt x="64938" y="22529"/>
                  </a:lnTo>
                  <a:cubicBezTo>
                    <a:pt x="64938" y="16899"/>
                    <a:pt x="60374" y="12335"/>
                    <a:pt x="54744" y="12335"/>
                  </a:cubicBezTo>
                  <a:lnTo>
                    <a:pt x="22631" y="12335"/>
                  </a:lnTo>
                  <a:cubicBezTo>
                    <a:pt x="17001" y="12335"/>
                    <a:pt x="12437" y="16899"/>
                    <a:pt x="12437" y="22529"/>
                  </a:cubicBezTo>
                  <a:lnTo>
                    <a:pt x="12437" y="34049"/>
                  </a:lnTo>
                  <a:cubicBezTo>
                    <a:pt x="12437" y="37483"/>
                    <a:pt x="9653" y="40268"/>
                    <a:pt x="6219" y="40268"/>
                  </a:cubicBezTo>
                  <a:cubicBezTo>
                    <a:pt x="2784" y="40268"/>
                    <a:pt x="0" y="37483"/>
                    <a:pt x="0" y="34049"/>
                  </a:cubicBezTo>
                  <a:lnTo>
                    <a:pt x="0" y="22529"/>
                  </a:lnTo>
                  <a:cubicBezTo>
                    <a:pt x="56" y="10070"/>
                    <a:pt x="10172" y="0"/>
                    <a:pt x="22631" y="0"/>
                  </a:cubicBezTo>
                  <a:lnTo>
                    <a:pt x="54744" y="0"/>
                  </a:lnTo>
                  <a:cubicBezTo>
                    <a:pt x="67186" y="0"/>
                    <a:pt x="77273" y="10087"/>
                    <a:pt x="77273" y="22529"/>
                  </a:cubicBezTo>
                  <a:lnTo>
                    <a:pt x="77273" y="34049"/>
                  </a:lnTo>
                  <a:cubicBezTo>
                    <a:pt x="77273" y="37444"/>
                    <a:pt x="74551" y="40212"/>
                    <a:pt x="71156" y="402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BEE7D78F-9E8F-B841-B223-AB55D5AB2886}"/>
                </a:ext>
              </a:extLst>
            </p:cNvPr>
            <p:cNvSpPr/>
            <p:nvPr/>
          </p:nvSpPr>
          <p:spPr>
            <a:xfrm>
              <a:off x="4610345" y="2633835"/>
              <a:ext cx="42816" cy="42816"/>
            </a:xfrm>
            <a:custGeom>
              <a:avLst/>
              <a:gdLst>
                <a:gd name="connsiteX0" fmla="*/ 21510 w 42816"/>
                <a:gd name="connsiteY0" fmla="*/ 42816 h 42816"/>
                <a:gd name="connsiteX1" fmla="*/ 0 w 42816"/>
                <a:gd name="connsiteY1" fmla="*/ 21510 h 42816"/>
                <a:gd name="connsiteX2" fmla="*/ 21306 w 42816"/>
                <a:gd name="connsiteY2" fmla="*/ 0 h 42816"/>
                <a:gd name="connsiteX3" fmla="*/ 42816 w 42816"/>
                <a:gd name="connsiteY3" fmla="*/ 21306 h 42816"/>
                <a:gd name="connsiteX4" fmla="*/ 21510 w 42816"/>
                <a:gd name="connsiteY4" fmla="*/ 42816 h 42816"/>
                <a:gd name="connsiteX5" fmla="*/ 21510 w 42816"/>
                <a:gd name="connsiteY5" fmla="*/ 42816 h 42816"/>
                <a:gd name="connsiteX6" fmla="*/ 21510 w 42816"/>
                <a:gd name="connsiteY6" fmla="*/ 12233 h 42816"/>
                <a:gd name="connsiteX7" fmla="*/ 12539 w 42816"/>
                <a:gd name="connsiteY7" fmla="*/ 21204 h 42816"/>
                <a:gd name="connsiteX8" fmla="*/ 21510 w 42816"/>
                <a:gd name="connsiteY8" fmla="*/ 30175 h 42816"/>
                <a:gd name="connsiteX9" fmla="*/ 30481 w 42816"/>
                <a:gd name="connsiteY9" fmla="*/ 21204 h 42816"/>
                <a:gd name="connsiteX10" fmla="*/ 21510 w 42816"/>
                <a:gd name="connsiteY10" fmla="*/ 12437 h 4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2816">
                  <a:moveTo>
                    <a:pt x="21510" y="42816"/>
                  </a:moveTo>
                  <a:cubicBezTo>
                    <a:pt x="9687" y="42872"/>
                    <a:pt x="56" y="33333"/>
                    <a:pt x="0" y="21510"/>
                  </a:cubicBezTo>
                  <a:cubicBezTo>
                    <a:pt x="-56" y="9687"/>
                    <a:pt x="9483" y="56"/>
                    <a:pt x="21306" y="0"/>
                  </a:cubicBezTo>
                  <a:cubicBezTo>
                    <a:pt x="33129" y="-56"/>
                    <a:pt x="42759" y="9483"/>
                    <a:pt x="42816" y="21306"/>
                  </a:cubicBezTo>
                  <a:cubicBezTo>
                    <a:pt x="42872" y="33129"/>
                    <a:pt x="33333" y="42759"/>
                    <a:pt x="21510" y="42816"/>
                  </a:cubicBezTo>
                  <a:cubicBezTo>
                    <a:pt x="21510" y="42816"/>
                    <a:pt x="21510" y="42816"/>
                    <a:pt x="21510" y="42816"/>
                  </a:cubicBezTo>
                  <a:close/>
                  <a:moveTo>
                    <a:pt x="21510" y="12233"/>
                  </a:moveTo>
                  <a:cubicBezTo>
                    <a:pt x="16555" y="12233"/>
                    <a:pt x="12539" y="16249"/>
                    <a:pt x="12539" y="21204"/>
                  </a:cubicBezTo>
                  <a:cubicBezTo>
                    <a:pt x="12539" y="26158"/>
                    <a:pt x="16555" y="30175"/>
                    <a:pt x="21510" y="30175"/>
                  </a:cubicBezTo>
                  <a:cubicBezTo>
                    <a:pt x="26464" y="30175"/>
                    <a:pt x="30481" y="26158"/>
                    <a:pt x="30481" y="21204"/>
                  </a:cubicBezTo>
                  <a:cubicBezTo>
                    <a:pt x="30370" y="16329"/>
                    <a:pt x="26386" y="12436"/>
                    <a:pt x="21510" y="12437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D8EFA896-7CFC-2D43-B92B-65E40ECB7D1B}"/>
                </a:ext>
              </a:extLst>
            </p:cNvPr>
            <p:cNvSpPr/>
            <p:nvPr/>
          </p:nvSpPr>
          <p:spPr>
            <a:xfrm>
              <a:off x="4593269" y="2680117"/>
              <a:ext cx="77222" cy="41062"/>
            </a:xfrm>
            <a:custGeom>
              <a:avLst/>
              <a:gdLst>
                <a:gd name="connsiteX0" fmla="*/ 71003 w 77222"/>
                <a:gd name="connsiteY0" fmla="*/ 40268 h 41062"/>
                <a:gd name="connsiteX1" fmla="*/ 64886 w 77222"/>
                <a:gd name="connsiteY1" fmla="*/ 34152 h 41062"/>
                <a:gd name="connsiteX2" fmla="*/ 64887 w 77222"/>
                <a:gd name="connsiteY2" fmla="*/ 34049 h 41062"/>
                <a:gd name="connsiteX3" fmla="*/ 64887 w 77222"/>
                <a:gd name="connsiteY3" fmla="*/ 22631 h 41062"/>
                <a:gd name="connsiteX4" fmla="*/ 54693 w 77222"/>
                <a:gd name="connsiteY4" fmla="*/ 12437 h 41062"/>
                <a:gd name="connsiteX5" fmla="*/ 22580 w 77222"/>
                <a:gd name="connsiteY5" fmla="*/ 12437 h 41062"/>
                <a:gd name="connsiteX6" fmla="*/ 12386 w 77222"/>
                <a:gd name="connsiteY6" fmla="*/ 22631 h 41062"/>
                <a:gd name="connsiteX7" fmla="*/ 12386 w 77222"/>
                <a:gd name="connsiteY7" fmla="*/ 34049 h 41062"/>
                <a:gd name="connsiteX8" fmla="*/ 7013 w 77222"/>
                <a:gd name="connsiteY8" fmla="*/ 41011 h 41062"/>
                <a:gd name="connsiteX9" fmla="*/ 51 w 77222"/>
                <a:gd name="connsiteY9" fmla="*/ 35638 h 41062"/>
                <a:gd name="connsiteX10" fmla="*/ 51 w 77222"/>
                <a:gd name="connsiteY10" fmla="*/ 34049 h 41062"/>
                <a:gd name="connsiteX11" fmla="*/ 51 w 77222"/>
                <a:gd name="connsiteY11" fmla="*/ 22631 h 41062"/>
                <a:gd name="connsiteX12" fmla="*/ 22682 w 77222"/>
                <a:gd name="connsiteY12" fmla="*/ 0 h 41062"/>
                <a:gd name="connsiteX13" fmla="*/ 54591 w 77222"/>
                <a:gd name="connsiteY13" fmla="*/ 0 h 41062"/>
                <a:gd name="connsiteX14" fmla="*/ 77222 w 77222"/>
                <a:gd name="connsiteY14" fmla="*/ 22631 h 41062"/>
                <a:gd name="connsiteX15" fmla="*/ 77222 w 77222"/>
                <a:gd name="connsiteY15" fmla="*/ 34049 h 41062"/>
                <a:gd name="connsiteX16" fmla="*/ 71003 w 77222"/>
                <a:gd name="connsiteY16" fmla="*/ 40268 h 4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222" h="41062">
                  <a:moveTo>
                    <a:pt x="71003" y="40268"/>
                  </a:moveTo>
                  <a:cubicBezTo>
                    <a:pt x="67625" y="40268"/>
                    <a:pt x="64886" y="37530"/>
                    <a:pt x="64886" y="34152"/>
                  </a:cubicBezTo>
                  <a:cubicBezTo>
                    <a:pt x="64886" y="34118"/>
                    <a:pt x="64886" y="34083"/>
                    <a:pt x="64887" y="34049"/>
                  </a:cubicBezTo>
                  <a:lnTo>
                    <a:pt x="64887" y="22631"/>
                  </a:lnTo>
                  <a:cubicBezTo>
                    <a:pt x="64887" y="17001"/>
                    <a:pt x="60323" y="12437"/>
                    <a:pt x="54693" y="12437"/>
                  </a:cubicBezTo>
                  <a:lnTo>
                    <a:pt x="22580" y="12437"/>
                  </a:lnTo>
                  <a:cubicBezTo>
                    <a:pt x="16950" y="12437"/>
                    <a:pt x="12386" y="17001"/>
                    <a:pt x="12386" y="22631"/>
                  </a:cubicBezTo>
                  <a:lnTo>
                    <a:pt x="12386" y="34049"/>
                  </a:lnTo>
                  <a:cubicBezTo>
                    <a:pt x="12825" y="37455"/>
                    <a:pt x="10419" y="40572"/>
                    <a:pt x="7013" y="41011"/>
                  </a:cubicBezTo>
                  <a:cubicBezTo>
                    <a:pt x="3607" y="41450"/>
                    <a:pt x="490" y="39044"/>
                    <a:pt x="51" y="35638"/>
                  </a:cubicBezTo>
                  <a:cubicBezTo>
                    <a:pt x="-17" y="35111"/>
                    <a:pt x="-17" y="34577"/>
                    <a:pt x="51" y="34049"/>
                  </a:cubicBezTo>
                  <a:lnTo>
                    <a:pt x="51" y="22631"/>
                  </a:lnTo>
                  <a:cubicBezTo>
                    <a:pt x="51" y="10132"/>
                    <a:pt x="10183" y="0"/>
                    <a:pt x="22682" y="0"/>
                  </a:cubicBezTo>
                  <a:lnTo>
                    <a:pt x="54591" y="0"/>
                  </a:lnTo>
                  <a:cubicBezTo>
                    <a:pt x="67090" y="0"/>
                    <a:pt x="77222" y="10132"/>
                    <a:pt x="77222" y="22631"/>
                  </a:cubicBezTo>
                  <a:lnTo>
                    <a:pt x="77222" y="34049"/>
                  </a:lnTo>
                  <a:cubicBezTo>
                    <a:pt x="77222" y="37483"/>
                    <a:pt x="74438" y="40268"/>
                    <a:pt x="71003" y="402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E5B7AFEA-703B-4146-87F1-100559056AD0}"/>
              </a:ext>
            </a:extLst>
          </p:cNvPr>
          <p:cNvGrpSpPr/>
          <p:nvPr/>
        </p:nvGrpSpPr>
        <p:grpSpPr>
          <a:xfrm>
            <a:off x="8222542" y="2270637"/>
            <a:ext cx="2783072" cy="723275"/>
            <a:chOff x="7825488" y="1404017"/>
            <a:chExt cx="3368029" cy="723275"/>
          </a:xfrm>
        </p:grpSpPr>
        <p:sp>
          <p:nvSpPr>
            <p:cNvPr id="87" name="Inhaltsplatzhalter 4">
              <a:extLst>
                <a:ext uri="{FF2B5EF4-FFF2-40B4-BE49-F238E27FC236}">
                  <a16:creationId xmlns:a16="http://schemas.microsoft.com/office/drawing/2014/main" id="{E6745462-726E-A240-AEED-13EDEF4B461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A34078DB-DAAB-954D-8158-2FD6EF21DA0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ECC24D3C-5EFF-AB4B-ACC0-779AF12D4CCF}"/>
              </a:ext>
            </a:extLst>
          </p:cNvPr>
          <p:cNvGrpSpPr/>
          <p:nvPr/>
        </p:nvGrpSpPr>
        <p:grpSpPr>
          <a:xfrm>
            <a:off x="8222542" y="4977519"/>
            <a:ext cx="2783072" cy="723275"/>
            <a:chOff x="7825488" y="1404017"/>
            <a:chExt cx="3368029" cy="723275"/>
          </a:xfrm>
        </p:grpSpPr>
        <p:sp>
          <p:nvSpPr>
            <p:cNvPr id="90" name="Inhaltsplatzhalter 4">
              <a:extLst>
                <a:ext uri="{FF2B5EF4-FFF2-40B4-BE49-F238E27FC236}">
                  <a16:creationId xmlns:a16="http://schemas.microsoft.com/office/drawing/2014/main" id="{E07AE1C2-2FA5-8A4D-86FA-FACBA9D5B0E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18F2CE43-F6C9-F04C-AF73-B680D1E188F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95383B51-A83E-FF4E-BAB7-22E6C6ACEF90}"/>
              </a:ext>
            </a:extLst>
          </p:cNvPr>
          <p:cNvGrpSpPr/>
          <p:nvPr/>
        </p:nvGrpSpPr>
        <p:grpSpPr>
          <a:xfrm flipH="1">
            <a:off x="1228075" y="2270637"/>
            <a:ext cx="2783072" cy="723275"/>
            <a:chOff x="7825488" y="1404017"/>
            <a:chExt cx="3368029" cy="723275"/>
          </a:xfrm>
        </p:grpSpPr>
        <p:sp>
          <p:nvSpPr>
            <p:cNvPr id="93" name="Inhaltsplatzhalter 4">
              <a:extLst>
                <a:ext uri="{FF2B5EF4-FFF2-40B4-BE49-F238E27FC236}">
                  <a16:creationId xmlns:a16="http://schemas.microsoft.com/office/drawing/2014/main" id="{C85D2DB5-D84D-3C43-AF9A-AE29EC3D0F2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B346886E-6235-584B-A388-823D2971770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A49A2586-B8B2-4B40-B4C6-E384038191AB}"/>
              </a:ext>
            </a:extLst>
          </p:cNvPr>
          <p:cNvGrpSpPr/>
          <p:nvPr/>
        </p:nvGrpSpPr>
        <p:grpSpPr>
          <a:xfrm flipH="1">
            <a:off x="1228075" y="4977519"/>
            <a:ext cx="2783072" cy="723275"/>
            <a:chOff x="7825488" y="1404017"/>
            <a:chExt cx="3368029" cy="723275"/>
          </a:xfrm>
        </p:grpSpPr>
        <p:sp>
          <p:nvSpPr>
            <p:cNvPr id="96" name="Inhaltsplatzhalter 4">
              <a:extLst>
                <a:ext uri="{FF2B5EF4-FFF2-40B4-BE49-F238E27FC236}">
                  <a16:creationId xmlns:a16="http://schemas.microsoft.com/office/drawing/2014/main" id="{ACB2F8BD-AA1D-A243-978C-ADABA850A35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8C734087-DF2C-4241-B56D-811865E79B9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" name="Oval 97">
            <a:extLst>
              <a:ext uri="{FF2B5EF4-FFF2-40B4-BE49-F238E27FC236}">
                <a16:creationId xmlns:a16="http://schemas.microsoft.com/office/drawing/2014/main" id="{43F9DA37-C300-B34F-8F33-61E1A8A99BA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78925" y="3289621"/>
            <a:ext cx="1503712" cy="150371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F2A19780-99BD-B84A-A2B9-1FA2132AFAED}"/>
              </a:ext>
            </a:extLst>
          </p:cNvPr>
          <p:cNvGrpSpPr/>
          <p:nvPr/>
        </p:nvGrpSpPr>
        <p:grpSpPr>
          <a:xfrm>
            <a:off x="5461346" y="3422468"/>
            <a:ext cx="1338870" cy="1238019"/>
            <a:chOff x="5398240" y="3718434"/>
            <a:chExt cx="1338870" cy="1238019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4777C61F-3A54-7446-8B44-8DA808C44A3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04" name="Title 1">
              <a:extLst>
                <a:ext uri="{FF2B5EF4-FFF2-40B4-BE49-F238E27FC236}">
                  <a16:creationId xmlns:a16="http://schemas.microsoft.com/office/drawing/2014/main" id="{AE677CF8-92EC-2844-8A89-E3E8A32FD4C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82370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D699161D-C027-4C44-9316-C77818B9C078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3834D92-79AF-6240-A4AF-82EC4F09C0E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E065F7F-01B6-AF47-8F29-756103FDF0E8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6248D9E2-E007-7A40-89DD-FBA3ACFA50EA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87A2FDC8-0290-E04E-9FBD-C746D6471165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DE3BFD9A-1535-6A43-899F-445341704374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2" name="Freeform 11">
            <a:extLst>
              <a:ext uri="{FF2B5EF4-FFF2-40B4-BE49-F238E27FC236}">
                <a16:creationId xmlns:a16="http://schemas.microsoft.com/office/drawing/2014/main" id="{3AB112D0-8FE3-7844-B2CA-91CED41270D5}"/>
              </a:ext>
            </a:extLst>
          </p:cNvPr>
          <p:cNvSpPr/>
          <p:nvPr/>
        </p:nvSpPr>
        <p:spPr>
          <a:xfrm rot="18900000">
            <a:off x="3968644" y="2566603"/>
            <a:ext cx="2243397" cy="471225"/>
          </a:xfrm>
          <a:custGeom>
            <a:avLst/>
            <a:gdLst>
              <a:gd name="connsiteX0" fmla="*/ 3146644 w 3284558"/>
              <a:gd name="connsiteY0" fmla="*/ 413519 h 689920"/>
              <a:gd name="connsiteX1" fmla="*/ 3052671 w 3284558"/>
              <a:gd name="connsiteY1" fmla="*/ 450708 h 689920"/>
              <a:gd name="connsiteX2" fmla="*/ 232156 w 3284558"/>
              <a:gd name="connsiteY2" fmla="*/ 450708 h 689920"/>
              <a:gd name="connsiteX3" fmla="*/ 37346 w 3284558"/>
              <a:gd name="connsiteY3" fmla="*/ 456847 h 689920"/>
              <a:gd name="connsiteX4" fmla="*/ 43485 w 3284558"/>
              <a:gd name="connsiteY4" fmla="*/ 651658 h 689920"/>
              <a:gd name="connsiteX5" fmla="*/ 238296 w 3284558"/>
              <a:gd name="connsiteY5" fmla="*/ 645519 h 689920"/>
              <a:gd name="connsiteX6" fmla="*/ 260691 w 3284558"/>
              <a:gd name="connsiteY6" fmla="*/ 488754 h 689920"/>
              <a:gd name="connsiteX7" fmla="*/ 3023756 w 3284558"/>
              <a:gd name="connsiteY7" fmla="*/ 488754 h 689920"/>
              <a:gd name="connsiteX8" fmla="*/ 3008348 w 3284558"/>
              <a:gd name="connsiteY8" fmla="*/ 551815 h 689920"/>
              <a:gd name="connsiteX9" fmla="*/ 3146453 w 3284558"/>
              <a:gd name="connsiteY9" fmla="*/ 689920 h 689920"/>
              <a:gd name="connsiteX10" fmla="*/ 3284559 w 3284558"/>
              <a:gd name="connsiteY10" fmla="*/ 551815 h 689920"/>
              <a:gd name="connsiteX11" fmla="*/ 3146453 w 3284558"/>
              <a:gd name="connsiteY11" fmla="*/ 413709 h 689920"/>
              <a:gd name="connsiteX12" fmla="*/ 137994 w 3284558"/>
              <a:gd name="connsiteY12" fmla="*/ 641792 h 689920"/>
              <a:gd name="connsiteX13" fmla="*/ 47445 w 3284558"/>
              <a:gd name="connsiteY13" fmla="*/ 551244 h 689920"/>
              <a:gd name="connsiteX14" fmla="*/ 137994 w 3284558"/>
              <a:gd name="connsiteY14" fmla="*/ 460695 h 689920"/>
              <a:gd name="connsiteX15" fmla="*/ 228542 w 3284558"/>
              <a:gd name="connsiteY15" fmla="*/ 551244 h 689920"/>
              <a:gd name="connsiteX16" fmla="*/ 138184 w 3284558"/>
              <a:gd name="connsiteY16" fmla="*/ 642172 h 689920"/>
              <a:gd name="connsiteX17" fmla="*/ 137994 w 3284558"/>
              <a:gd name="connsiteY17" fmla="*/ 642173 h 689920"/>
              <a:gd name="connsiteX18" fmla="*/ 3146644 w 3284558"/>
              <a:gd name="connsiteY18" fmla="*/ 641792 h 689920"/>
              <a:gd name="connsiteX19" fmla="*/ 3056095 w 3284558"/>
              <a:gd name="connsiteY19" fmla="*/ 551244 h 689920"/>
              <a:gd name="connsiteX20" fmla="*/ 3146644 w 3284558"/>
              <a:gd name="connsiteY20" fmla="*/ 460695 h 689920"/>
              <a:gd name="connsiteX21" fmla="*/ 3237192 w 3284558"/>
              <a:gd name="connsiteY21" fmla="*/ 551244 h 689920"/>
              <a:gd name="connsiteX22" fmla="*/ 3146835 w 3284558"/>
              <a:gd name="connsiteY22" fmla="*/ 642172 h 689920"/>
              <a:gd name="connsiteX23" fmla="*/ 3146644 w 3284558"/>
              <a:gd name="connsiteY23" fmla="*/ 642173 h 689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284558" h="689920">
                <a:moveTo>
                  <a:pt x="3146644" y="413519"/>
                </a:moveTo>
                <a:cubicBezTo>
                  <a:pt x="3111735" y="413540"/>
                  <a:pt x="3078140" y="426835"/>
                  <a:pt x="3052671" y="450708"/>
                </a:cubicBezTo>
                <a:cubicBezTo>
                  <a:pt x="2208528" y="-150236"/>
                  <a:pt x="1076299" y="-150236"/>
                  <a:pt x="232156" y="450708"/>
                </a:cubicBezTo>
                <a:cubicBezTo>
                  <a:pt x="176666" y="398608"/>
                  <a:pt x="89446" y="401357"/>
                  <a:pt x="37346" y="456847"/>
                </a:cubicBezTo>
                <a:cubicBezTo>
                  <a:pt x="-14754" y="512338"/>
                  <a:pt x="-12006" y="599558"/>
                  <a:pt x="43485" y="651658"/>
                </a:cubicBezTo>
                <a:cubicBezTo>
                  <a:pt x="98976" y="703758"/>
                  <a:pt x="186196" y="701010"/>
                  <a:pt x="238296" y="645519"/>
                </a:cubicBezTo>
                <a:cubicBezTo>
                  <a:pt x="278033" y="603196"/>
                  <a:pt x="286988" y="540510"/>
                  <a:pt x="260691" y="488754"/>
                </a:cubicBezTo>
                <a:cubicBezTo>
                  <a:pt x="1087849" y="-99295"/>
                  <a:pt x="2196598" y="-99295"/>
                  <a:pt x="3023756" y="488754"/>
                </a:cubicBezTo>
                <a:cubicBezTo>
                  <a:pt x="3013634" y="508233"/>
                  <a:pt x="3008349" y="529862"/>
                  <a:pt x="3008348" y="551815"/>
                </a:cubicBezTo>
                <a:cubicBezTo>
                  <a:pt x="3008348" y="628088"/>
                  <a:pt x="3070180" y="689920"/>
                  <a:pt x="3146453" y="689920"/>
                </a:cubicBezTo>
                <a:cubicBezTo>
                  <a:pt x="3222727" y="689920"/>
                  <a:pt x="3284559" y="628088"/>
                  <a:pt x="3284559" y="551815"/>
                </a:cubicBezTo>
                <a:cubicBezTo>
                  <a:pt x="3284559" y="475541"/>
                  <a:pt x="3222727" y="413709"/>
                  <a:pt x="3146453" y="413709"/>
                </a:cubicBezTo>
                <a:close/>
                <a:moveTo>
                  <a:pt x="137994" y="641792"/>
                </a:moveTo>
                <a:cubicBezTo>
                  <a:pt x="87985" y="641792"/>
                  <a:pt x="47445" y="601252"/>
                  <a:pt x="47445" y="551244"/>
                </a:cubicBezTo>
                <a:cubicBezTo>
                  <a:pt x="47445" y="501235"/>
                  <a:pt x="87985" y="460695"/>
                  <a:pt x="137994" y="460695"/>
                </a:cubicBezTo>
                <a:cubicBezTo>
                  <a:pt x="188002" y="460695"/>
                  <a:pt x="228542" y="501235"/>
                  <a:pt x="228542" y="551244"/>
                </a:cubicBezTo>
                <a:cubicBezTo>
                  <a:pt x="228700" y="601305"/>
                  <a:pt x="188245" y="642015"/>
                  <a:pt x="138184" y="642172"/>
                </a:cubicBezTo>
                <a:cubicBezTo>
                  <a:pt x="138121" y="642173"/>
                  <a:pt x="138057" y="642173"/>
                  <a:pt x="137994" y="642173"/>
                </a:cubicBezTo>
                <a:close/>
                <a:moveTo>
                  <a:pt x="3146644" y="641792"/>
                </a:moveTo>
                <a:cubicBezTo>
                  <a:pt x="3096635" y="641792"/>
                  <a:pt x="3056095" y="601252"/>
                  <a:pt x="3056095" y="551244"/>
                </a:cubicBezTo>
                <a:cubicBezTo>
                  <a:pt x="3056095" y="501235"/>
                  <a:pt x="3096635" y="460695"/>
                  <a:pt x="3146644" y="460695"/>
                </a:cubicBezTo>
                <a:cubicBezTo>
                  <a:pt x="3196652" y="460695"/>
                  <a:pt x="3237192" y="501235"/>
                  <a:pt x="3237192" y="551244"/>
                </a:cubicBezTo>
                <a:cubicBezTo>
                  <a:pt x="3237350" y="601305"/>
                  <a:pt x="3196895" y="642015"/>
                  <a:pt x="3146835" y="642172"/>
                </a:cubicBezTo>
                <a:cubicBezTo>
                  <a:pt x="3146771" y="642173"/>
                  <a:pt x="3146707" y="642173"/>
                  <a:pt x="3146644" y="642173"/>
                </a:cubicBezTo>
                <a:close/>
              </a:path>
            </a:pathLst>
          </a:custGeom>
          <a:solidFill>
            <a:schemeClr val="tx2"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0BB058F-8632-3E45-875D-21DDA74223B3}"/>
              </a:ext>
            </a:extLst>
          </p:cNvPr>
          <p:cNvSpPr/>
          <p:nvPr/>
        </p:nvSpPr>
        <p:spPr>
          <a:xfrm rot="18900000">
            <a:off x="4854906" y="3696060"/>
            <a:ext cx="471225" cy="2243398"/>
          </a:xfrm>
          <a:custGeom>
            <a:avLst/>
            <a:gdLst>
              <a:gd name="connsiteX0" fmla="*/ 413519 w 689920"/>
              <a:gd name="connsiteY0" fmla="*/ 137915 h 3284559"/>
              <a:gd name="connsiteX1" fmla="*/ 450708 w 689920"/>
              <a:gd name="connsiteY1" fmla="*/ 231888 h 3284559"/>
              <a:gd name="connsiteX2" fmla="*/ 450708 w 689920"/>
              <a:gd name="connsiteY2" fmla="*/ 3052402 h 3284559"/>
              <a:gd name="connsiteX3" fmla="*/ 456847 w 689920"/>
              <a:gd name="connsiteY3" fmla="*/ 3247213 h 3284559"/>
              <a:gd name="connsiteX4" fmla="*/ 651658 w 689920"/>
              <a:gd name="connsiteY4" fmla="*/ 3241074 h 3284559"/>
              <a:gd name="connsiteX5" fmla="*/ 645519 w 689920"/>
              <a:gd name="connsiteY5" fmla="*/ 3046264 h 3284559"/>
              <a:gd name="connsiteX6" fmla="*/ 488754 w 689920"/>
              <a:gd name="connsiteY6" fmla="*/ 3023868 h 3284559"/>
              <a:gd name="connsiteX7" fmla="*/ 488754 w 689920"/>
              <a:gd name="connsiteY7" fmla="*/ 260803 h 3284559"/>
              <a:gd name="connsiteX8" fmla="*/ 551815 w 689920"/>
              <a:gd name="connsiteY8" fmla="*/ 276212 h 3284559"/>
              <a:gd name="connsiteX9" fmla="*/ 689920 w 689920"/>
              <a:gd name="connsiteY9" fmla="*/ 138106 h 3284559"/>
              <a:gd name="connsiteX10" fmla="*/ 551815 w 689920"/>
              <a:gd name="connsiteY10" fmla="*/ 0 h 3284559"/>
              <a:gd name="connsiteX11" fmla="*/ 413709 w 689920"/>
              <a:gd name="connsiteY11" fmla="*/ 138106 h 3284559"/>
              <a:gd name="connsiteX12" fmla="*/ 641792 w 689920"/>
              <a:gd name="connsiteY12" fmla="*/ 3146565 h 3284559"/>
              <a:gd name="connsiteX13" fmla="*/ 551244 w 689920"/>
              <a:gd name="connsiteY13" fmla="*/ 3237114 h 3284559"/>
              <a:gd name="connsiteX14" fmla="*/ 460695 w 689920"/>
              <a:gd name="connsiteY14" fmla="*/ 3146565 h 3284559"/>
              <a:gd name="connsiteX15" fmla="*/ 551244 w 689920"/>
              <a:gd name="connsiteY15" fmla="*/ 3056017 h 3284559"/>
              <a:gd name="connsiteX16" fmla="*/ 642172 w 689920"/>
              <a:gd name="connsiteY16" fmla="*/ 3146375 h 3284559"/>
              <a:gd name="connsiteX17" fmla="*/ 642173 w 689920"/>
              <a:gd name="connsiteY17" fmla="*/ 3146565 h 3284559"/>
              <a:gd name="connsiteX18" fmla="*/ 641792 w 689920"/>
              <a:gd name="connsiteY18" fmla="*/ 137915 h 3284559"/>
              <a:gd name="connsiteX19" fmla="*/ 551244 w 689920"/>
              <a:gd name="connsiteY19" fmla="*/ 228464 h 3284559"/>
              <a:gd name="connsiteX20" fmla="*/ 460695 w 689920"/>
              <a:gd name="connsiteY20" fmla="*/ 137915 h 3284559"/>
              <a:gd name="connsiteX21" fmla="*/ 551244 w 689920"/>
              <a:gd name="connsiteY21" fmla="*/ 47367 h 3284559"/>
              <a:gd name="connsiteX22" fmla="*/ 642172 w 689920"/>
              <a:gd name="connsiteY22" fmla="*/ 137725 h 3284559"/>
              <a:gd name="connsiteX23" fmla="*/ 642173 w 689920"/>
              <a:gd name="connsiteY23" fmla="*/ 137915 h 3284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9920" h="3284559">
                <a:moveTo>
                  <a:pt x="413519" y="137915"/>
                </a:moveTo>
                <a:cubicBezTo>
                  <a:pt x="413540" y="172824"/>
                  <a:pt x="426835" y="206419"/>
                  <a:pt x="450708" y="231888"/>
                </a:cubicBezTo>
                <a:cubicBezTo>
                  <a:pt x="-150236" y="1076031"/>
                  <a:pt x="-150236" y="2208260"/>
                  <a:pt x="450708" y="3052402"/>
                </a:cubicBezTo>
                <a:cubicBezTo>
                  <a:pt x="398608" y="3107893"/>
                  <a:pt x="401357" y="3195113"/>
                  <a:pt x="456847" y="3247213"/>
                </a:cubicBezTo>
                <a:cubicBezTo>
                  <a:pt x="512338" y="3299314"/>
                  <a:pt x="599558" y="3296565"/>
                  <a:pt x="651658" y="3241074"/>
                </a:cubicBezTo>
                <a:cubicBezTo>
                  <a:pt x="703758" y="3185584"/>
                  <a:pt x="701010" y="3098364"/>
                  <a:pt x="645519" y="3046264"/>
                </a:cubicBezTo>
                <a:cubicBezTo>
                  <a:pt x="603196" y="3006527"/>
                  <a:pt x="540510" y="2997572"/>
                  <a:pt x="488754" y="3023868"/>
                </a:cubicBezTo>
                <a:cubicBezTo>
                  <a:pt x="-99295" y="2196710"/>
                  <a:pt x="-99295" y="1087961"/>
                  <a:pt x="488754" y="260803"/>
                </a:cubicBezTo>
                <a:cubicBezTo>
                  <a:pt x="508233" y="270925"/>
                  <a:pt x="529862" y="276210"/>
                  <a:pt x="551815" y="276212"/>
                </a:cubicBezTo>
                <a:cubicBezTo>
                  <a:pt x="628088" y="276212"/>
                  <a:pt x="689920" y="214379"/>
                  <a:pt x="689920" y="138106"/>
                </a:cubicBezTo>
                <a:cubicBezTo>
                  <a:pt x="689920" y="61832"/>
                  <a:pt x="628088" y="0"/>
                  <a:pt x="551815" y="0"/>
                </a:cubicBezTo>
                <a:cubicBezTo>
                  <a:pt x="475541" y="0"/>
                  <a:pt x="413709" y="61832"/>
                  <a:pt x="413709" y="138106"/>
                </a:cubicBezTo>
                <a:close/>
                <a:moveTo>
                  <a:pt x="641792" y="3146565"/>
                </a:moveTo>
                <a:cubicBezTo>
                  <a:pt x="641792" y="3196574"/>
                  <a:pt x="601252" y="3237114"/>
                  <a:pt x="551244" y="3237114"/>
                </a:cubicBezTo>
                <a:cubicBezTo>
                  <a:pt x="501235" y="3237114"/>
                  <a:pt x="460695" y="3196574"/>
                  <a:pt x="460695" y="3146565"/>
                </a:cubicBezTo>
                <a:cubicBezTo>
                  <a:pt x="460695" y="3096557"/>
                  <a:pt x="501235" y="3056017"/>
                  <a:pt x="551244" y="3056017"/>
                </a:cubicBezTo>
                <a:cubicBezTo>
                  <a:pt x="601305" y="3055859"/>
                  <a:pt x="642015" y="3096314"/>
                  <a:pt x="642172" y="3146375"/>
                </a:cubicBezTo>
                <a:cubicBezTo>
                  <a:pt x="642173" y="3146438"/>
                  <a:pt x="642173" y="3146502"/>
                  <a:pt x="642173" y="3146565"/>
                </a:cubicBezTo>
                <a:close/>
                <a:moveTo>
                  <a:pt x="641792" y="137915"/>
                </a:moveTo>
                <a:cubicBezTo>
                  <a:pt x="641792" y="187924"/>
                  <a:pt x="601252" y="228464"/>
                  <a:pt x="551244" y="228464"/>
                </a:cubicBezTo>
                <a:cubicBezTo>
                  <a:pt x="501235" y="228464"/>
                  <a:pt x="460695" y="187924"/>
                  <a:pt x="460695" y="137915"/>
                </a:cubicBezTo>
                <a:cubicBezTo>
                  <a:pt x="460695" y="87907"/>
                  <a:pt x="501235" y="47367"/>
                  <a:pt x="551244" y="47367"/>
                </a:cubicBezTo>
                <a:cubicBezTo>
                  <a:pt x="601305" y="47209"/>
                  <a:pt x="642015" y="87664"/>
                  <a:pt x="642172" y="137725"/>
                </a:cubicBezTo>
                <a:cubicBezTo>
                  <a:pt x="642173" y="137788"/>
                  <a:pt x="642173" y="137852"/>
                  <a:pt x="642173" y="137915"/>
                </a:cubicBezTo>
                <a:close/>
              </a:path>
            </a:pathLst>
          </a:custGeom>
          <a:solidFill>
            <a:schemeClr val="tx2"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0E1D5DD6-4C73-CE4D-84EC-A4C6AFDBF62D}"/>
              </a:ext>
            </a:extLst>
          </p:cNvPr>
          <p:cNvSpPr/>
          <p:nvPr/>
        </p:nvSpPr>
        <p:spPr>
          <a:xfrm rot="18900000">
            <a:off x="5984397" y="4582021"/>
            <a:ext cx="2243398" cy="471192"/>
          </a:xfrm>
          <a:custGeom>
            <a:avLst/>
            <a:gdLst>
              <a:gd name="connsiteX0" fmla="*/ 137915 w 3284559"/>
              <a:gd name="connsiteY0" fmla="*/ 276306 h 689872"/>
              <a:gd name="connsiteX1" fmla="*/ 231888 w 3284559"/>
              <a:gd name="connsiteY1" fmla="*/ 239117 h 689872"/>
              <a:gd name="connsiteX2" fmla="*/ 3052402 w 3284559"/>
              <a:gd name="connsiteY2" fmla="*/ 239212 h 689872"/>
              <a:gd name="connsiteX3" fmla="*/ 3247213 w 3284559"/>
              <a:gd name="connsiteY3" fmla="*/ 233073 h 689872"/>
              <a:gd name="connsiteX4" fmla="*/ 3241074 w 3284559"/>
              <a:gd name="connsiteY4" fmla="*/ 38262 h 689872"/>
              <a:gd name="connsiteX5" fmla="*/ 3046264 w 3284559"/>
              <a:gd name="connsiteY5" fmla="*/ 44401 h 689872"/>
              <a:gd name="connsiteX6" fmla="*/ 3023868 w 3284559"/>
              <a:gd name="connsiteY6" fmla="*/ 201167 h 689872"/>
              <a:gd name="connsiteX7" fmla="*/ 260803 w 3284559"/>
              <a:gd name="connsiteY7" fmla="*/ 201167 h 689872"/>
              <a:gd name="connsiteX8" fmla="*/ 276212 w 3284559"/>
              <a:gd name="connsiteY8" fmla="*/ 138106 h 689872"/>
              <a:gd name="connsiteX9" fmla="*/ 138106 w 3284559"/>
              <a:gd name="connsiteY9" fmla="*/ 0 h 689872"/>
              <a:gd name="connsiteX10" fmla="*/ 0 w 3284559"/>
              <a:gd name="connsiteY10" fmla="*/ 138106 h 689872"/>
              <a:gd name="connsiteX11" fmla="*/ 138106 w 3284559"/>
              <a:gd name="connsiteY11" fmla="*/ 276212 h 689872"/>
              <a:gd name="connsiteX12" fmla="*/ 3146565 w 3284559"/>
              <a:gd name="connsiteY12" fmla="*/ 48033 h 689872"/>
              <a:gd name="connsiteX13" fmla="*/ 3237114 w 3284559"/>
              <a:gd name="connsiteY13" fmla="*/ 138581 h 689872"/>
              <a:gd name="connsiteX14" fmla="*/ 3146565 w 3284559"/>
              <a:gd name="connsiteY14" fmla="*/ 229130 h 689872"/>
              <a:gd name="connsiteX15" fmla="*/ 3056017 w 3284559"/>
              <a:gd name="connsiteY15" fmla="*/ 138581 h 689872"/>
              <a:gd name="connsiteX16" fmla="*/ 3146375 w 3284559"/>
              <a:gd name="connsiteY16" fmla="*/ 47653 h 689872"/>
              <a:gd name="connsiteX17" fmla="*/ 3146565 w 3284559"/>
              <a:gd name="connsiteY17" fmla="*/ 47652 h 689872"/>
              <a:gd name="connsiteX18" fmla="*/ 137915 w 3284559"/>
              <a:gd name="connsiteY18" fmla="*/ 48033 h 689872"/>
              <a:gd name="connsiteX19" fmla="*/ 228464 w 3284559"/>
              <a:gd name="connsiteY19" fmla="*/ 138581 h 689872"/>
              <a:gd name="connsiteX20" fmla="*/ 137915 w 3284559"/>
              <a:gd name="connsiteY20" fmla="*/ 229130 h 689872"/>
              <a:gd name="connsiteX21" fmla="*/ 47367 w 3284559"/>
              <a:gd name="connsiteY21" fmla="*/ 138581 h 689872"/>
              <a:gd name="connsiteX22" fmla="*/ 137725 w 3284559"/>
              <a:gd name="connsiteY22" fmla="*/ 47653 h 689872"/>
              <a:gd name="connsiteX23" fmla="*/ 137915 w 3284559"/>
              <a:gd name="connsiteY23" fmla="*/ 47652 h 689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284559" h="689872">
                <a:moveTo>
                  <a:pt x="137915" y="276306"/>
                </a:moveTo>
                <a:cubicBezTo>
                  <a:pt x="172824" y="276285"/>
                  <a:pt x="206419" y="262990"/>
                  <a:pt x="231888" y="239117"/>
                </a:cubicBezTo>
                <a:cubicBezTo>
                  <a:pt x="1076011" y="840090"/>
                  <a:pt x="2208240" y="840128"/>
                  <a:pt x="3052402" y="239212"/>
                </a:cubicBezTo>
                <a:cubicBezTo>
                  <a:pt x="3107893" y="291313"/>
                  <a:pt x="3195113" y="288564"/>
                  <a:pt x="3247213" y="233073"/>
                </a:cubicBezTo>
                <a:cubicBezTo>
                  <a:pt x="3299314" y="177583"/>
                  <a:pt x="3296565" y="90362"/>
                  <a:pt x="3241074" y="38262"/>
                </a:cubicBezTo>
                <a:cubicBezTo>
                  <a:pt x="3185584" y="-13838"/>
                  <a:pt x="3098364" y="-11089"/>
                  <a:pt x="3046264" y="44401"/>
                </a:cubicBezTo>
                <a:cubicBezTo>
                  <a:pt x="3006527" y="86724"/>
                  <a:pt x="2997572" y="149410"/>
                  <a:pt x="3023868" y="201167"/>
                </a:cubicBezTo>
                <a:cubicBezTo>
                  <a:pt x="2196710" y="789216"/>
                  <a:pt x="1087961" y="789216"/>
                  <a:pt x="260803" y="201167"/>
                </a:cubicBezTo>
                <a:cubicBezTo>
                  <a:pt x="270925" y="181687"/>
                  <a:pt x="276210" y="160058"/>
                  <a:pt x="276212" y="138106"/>
                </a:cubicBezTo>
                <a:cubicBezTo>
                  <a:pt x="276212" y="61832"/>
                  <a:pt x="214379" y="0"/>
                  <a:pt x="138106" y="0"/>
                </a:cubicBezTo>
                <a:cubicBezTo>
                  <a:pt x="61832" y="0"/>
                  <a:pt x="0" y="61832"/>
                  <a:pt x="0" y="138106"/>
                </a:cubicBezTo>
                <a:cubicBezTo>
                  <a:pt x="0" y="214379"/>
                  <a:pt x="61832" y="276212"/>
                  <a:pt x="138106" y="276212"/>
                </a:cubicBezTo>
                <a:close/>
                <a:moveTo>
                  <a:pt x="3146565" y="48033"/>
                </a:moveTo>
                <a:cubicBezTo>
                  <a:pt x="3196574" y="48033"/>
                  <a:pt x="3237114" y="88573"/>
                  <a:pt x="3237114" y="138581"/>
                </a:cubicBezTo>
                <a:cubicBezTo>
                  <a:pt x="3237114" y="188590"/>
                  <a:pt x="3196574" y="229130"/>
                  <a:pt x="3146565" y="229130"/>
                </a:cubicBezTo>
                <a:cubicBezTo>
                  <a:pt x="3096557" y="229130"/>
                  <a:pt x="3056017" y="188590"/>
                  <a:pt x="3056017" y="138581"/>
                </a:cubicBezTo>
                <a:cubicBezTo>
                  <a:pt x="3055859" y="88520"/>
                  <a:pt x="3096314" y="47810"/>
                  <a:pt x="3146375" y="47653"/>
                </a:cubicBezTo>
                <a:cubicBezTo>
                  <a:pt x="3146438" y="47653"/>
                  <a:pt x="3146502" y="47652"/>
                  <a:pt x="3146565" y="47652"/>
                </a:cubicBezTo>
                <a:close/>
                <a:moveTo>
                  <a:pt x="137915" y="48033"/>
                </a:moveTo>
                <a:cubicBezTo>
                  <a:pt x="187924" y="48033"/>
                  <a:pt x="228464" y="88573"/>
                  <a:pt x="228464" y="138581"/>
                </a:cubicBezTo>
                <a:cubicBezTo>
                  <a:pt x="228464" y="188590"/>
                  <a:pt x="187924" y="229130"/>
                  <a:pt x="137915" y="229130"/>
                </a:cubicBezTo>
                <a:cubicBezTo>
                  <a:pt x="87907" y="229130"/>
                  <a:pt x="47367" y="188590"/>
                  <a:pt x="47367" y="138581"/>
                </a:cubicBezTo>
                <a:cubicBezTo>
                  <a:pt x="47209" y="88520"/>
                  <a:pt x="87664" y="47810"/>
                  <a:pt x="137725" y="47653"/>
                </a:cubicBezTo>
                <a:cubicBezTo>
                  <a:pt x="137788" y="47653"/>
                  <a:pt x="137852" y="47652"/>
                  <a:pt x="137915" y="47652"/>
                </a:cubicBezTo>
                <a:close/>
              </a:path>
            </a:pathLst>
          </a:custGeom>
          <a:solidFill>
            <a:schemeClr val="tx2"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BA8F48FA-2461-2D42-A40C-6C652C95F52A}"/>
              </a:ext>
            </a:extLst>
          </p:cNvPr>
          <p:cNvSpPr/>
          <p:nvPr/>
        </p:nvSpPr>
        <p:spPr>
          <a:xfrm rot="18900000">
            <a:off x="6870458" y="1680303"/>
            <a:ext cx="471225" cy="2243657"/>
          </a:xfrm>
          <a:custGeom>
            <a:avLst/>
            <a:gdLst>
              <a:gd name="connsiteX0" fmla="*/ 276307 w 689920"/>
              <a:gd name="connsiteY0" fmla="*/ 3146548 h 3284939"/>
              <a:gd name="connsiteX1" fmla="*/ 239212 w 689920"/>
              <a:gd name="connsiteY1" fmla="*/ 3052671 h 3284939"/>
              <a:gd name="connsiteX2" fmla="*/ 239212 w 689920"/>
              <a:gd name="connsiteY2" fmla="*/ 232156 h 3284939"/>
              <a:gd name="connsiteX3" fmla="*/ 233073 w 689920"/>
              <a:gd name="connsiteY3" fmla="*/ 37346 h 3284939"/>
              <a:gd name="connsiteX4" fmla="*/ 38262 w 689920"/>
              <a:gd name="connsiteY4" fmla="*/ 43485 h 3284939"/>
              <a:gd name="connsiteX5" fmla="*/ 44401 w 689920"/>
              <a:gd name="connsiteY5" fmla="*/ 238296 h 3284939"/>
              <a:gd name="connsiteX6" fmla="*/ 201167 w 689920"/>
              <a:gd name="connsiteY6" fmla="*/ 260691 h 3284939"/>
              <a:gd name="connsiteX7" fmla="*/ 201167 w 689920"/>
              <a:gd name="connsiteY7" fmla="*/ 3024137 h 3284939"/>
              <a:gd name="connsiteX8" fmla="*/ 138106 w 689920"/>
              <a:gd name="connsiteY8" fmla="*/ 3008728 h 3284939"/>
              <a:gd name="connsiteX9" fmla="*/ 0 w 689920"/>
              <a:gd name="connsiteY9" fmla="*/ 3146834 h 3284939"/>
              <a:gd name="connsiteX10" fmla="*/ 138106 w 689920"/>
              <a:gd name="connsiteY10" fmla="*/ 3284939 h 3284939"/>
              <a:gd name="connsiteX11" fmla="*/ 276212 w 689920"/>
              <a:gd name="connsiteY11" fmla="*/ 3146834 h 3284939"/>
              <a:gd name="connsiteX12" fmla="*/ 48033 w 689920"/>
              <a:gd name="connsiteY12" fmla="*/ 137898 h 3284939"/>
              <a:gd name="connsiteX13" fmla="*/ 138582 w 689920"/>
              <a:gd name="connsiteY13" fmla="*/ 47350 h 3284939"/>
              <a:gd name="connsiteX14" fmla="*/ 229131 w 689920"/>
              <a:gd name="connsiteY14" fmla="*/ 137898 h 3284939"/>
              <a:gd name="connsiteX15" fmla="*/ 138582 w 689920"/>
              <a:gd name="connsiteY15" fmla="*/ 228447 h 3284939"/>
              <a:gd name="connsiteX16" fmla="*/ 47653 w 689920"/>
              <a:gd name="connsiteY16" fmla="*/ 138089 h 3284939"/>
              <a:gd name="connsiteX17" fmla="*/ 47653 w 689920"/>
              <a:gd name="connsiteY17" fmla="*/ 137898 h 3284939"/>
              <a:gd name="connsiteX18" fmla="*/ 48033 w 689920"/>
              <a:gd name="connsiteY18" fmla="*/ 3146548 h 3284939"/>
              <a:gd name="connsiteX19" fmla="*/ 138582 w 689920"/>
              <a:gd name="connsiteY19" fmla="*/ 3056000 h 3284939"/>
              <a:gd name="connsiteX20" fmla="*/ 229131 w 689920"/>
              <a:gd name="connsiteY20" fmla="*/ 3146548 h 3284939"/>
              <a:gd name="connsiteX21" fmla="*/ 138582 w 689920"/>
              <a:gd name="connsiteY21" fmla="*/ 3237097 h 3284939"/>
              <a:gd name="connsiteX22" fmla="*/ 47653 w 689920"/>
              <a:gd name="connsiteY22" fmla="*/ 3146739 h 3284939"/>
              <a:gd name="connsiteX23" fmla="*/ 47653 w 689920"/>
              <a:gd name="connsiteY23" fmla="*/ 3146549 h 3284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9920" h="3284939">
                <a:moveTo>
                  <a:pt x="276307" y="3146548"/>
                </a:moveTo>
                <a:cubicBezTo>
                  <a:pt x="276287" y="3111685"/>
                  <a:pt x="263029" y="3078131"/>
                  <a:pt x="239212" y="3052671"/>
                </a:cubicBezTo>
                <a:cubicBezTo>
                  <a:pt x="840157" y="2208528"/>
                  <a:pt x="840157" y="1076299"/>
                  <a:pt x="239212" y="232156"/>
                </a:cubicBezTo>
                <a:cubicBezTo>
                  <a:pt x="291313" y="176666"/>
                  <a:pt x="288564" y="89446"/>
                  <a:pt x="233073" y="37346"/>
                </a:cubicBezTo>
                <a:cubicBezTo>
                  <a:pt x="177583" y="-14754"/>
                  <a:pt x="90362" y="-12006"/>
                  <a:pt x="38262" y="43485"/>
                </a:cubicBezTo>
                <a:cubicBezTo>
                  <a:pt x="-13838" y="98976"/>
                  <a:pt x="-11089" y="186196"/>
                  <a:pt x="44401" y="238296"/>
                </a:cubicBezTo>
                <a:cubicBezTo>
                  <a:pt x="86724" y="278033"/>
                  <a:pt x="149410" y="286988"/>
                  <a:pt x="201167" y="260691"/>
                </a:cubicBezTo>
                <a:cubicBezTo>
                  <a:pt x="789396" y="1087931"/>
                  <a:pt x="789396" y="2196896"/>
                  <a:pt x="201167" y="3024137"/>
                </a:cubicBezTo>
                <a:cubicBezTo>
                  <a:pt x="181687" y="3014014"/>
                  <a:pt x="160058" y="3008729"/>
                  <a:pt x="138106" y="3008728"/>
                </a:cubicBezTo>
                <a:cubicBezTo>
                  <a:pt x="61832" y="3008728"/>
                  <a:pt x="0" y="3070560"/>
                  <a:pt x="0" y="3146834"/>
                </a:cubicBezTo>
                <a:cubicBezTo>
                  <a:pt x="0" y="3223108"/>
                  <a:pt x="61832" y="3284939"/>
                  <a:pt x="138106" y="3284939"/>
                </a:cubicBezTo>
                <a:cubicBezTo>
                  <a:pt x="214379" y="3284939"/>
                  <a:pt x="276212" y="3223107"/>
                  <a:pt x="276212" y="3146834"/>
                </a:cubicBezTo>
                <a:close/>
                <a:moveTo>
                  <a:pt x="48033" y="137898"/>
                </a:moveTo>
                <a:cubicBezTo>
                  <a:pt x="48033" y="87890"/>
                  <a:pt x="88573" y="47350"/>
                  <a:pt x="138582" y="47350"/>
                </a:cubicBezTo>
                <a:cubicBezTo>
                  <a:pt x="188591" y="47350"/>
                  <a:pt x="229131" y="87890"/>
                  <a:pt x="229131" y="137898"/>
                </a:cubicBezTo>
                <a:cubicBezTo>
                  <a:pt x="229131" y="187907"/>
                  <a:pt x="188591" y="228447"/>
                  <a:pt x="138582" y="228447"/>
                </a:cubicBezTo>
                <a:cubicBezTo>
                  <a:pt x="88521" y="228605"/>
                  <a:pt x="47811" y="188150"/>
                  <a:pt x="47653" y="138089"/>
                </a:cubicBezTo>
                <a:cubicBezTo>
                  <a:pt x="47653" y="138025"/>
                  <a:pt x="47653" y="137962"/>
                  <a:pt x="47653" y="137898"/>
                </a:cubicBezTo>
                <a:close/>
                <a:moveTo>
                  <a:pt x="48033" y="3146548"/>
                </a:moveTo>
                <a:cubicBezTo>
                  <a:pt x="48033" y="3096540"/>
                  <a:pt x="88573" y="3056000"/>
                  <a:pt x="138582" y="3056000"/>
                </a:cubicBezTo>
                <a:cubicBezTo>
                  <a:pt x="188591" y="3056000"/>
                  <a:pt x="229131" y="3096540"/>
                  <a:pt x="229131" y="3146548"/>
                </a:cubicBezTo>
                <a:cubicBezTo>
                  <a:pt x="229131" y="3196557"/>
                  <a:pt x="188591" y="3237097"/>
                  <a:pt x="138582" y="3237097"/>
                </a:cubicBezTo>
                <a:cubicBezTo>
                  <a:pt x="88521" y="3237255"/>
                  <a:pt x="47811" y="3196800"/>
                  <a:pt x="47653" y="3146739"/>
                </a:cubicBezTo>
                <a:cubicBezTo>
                  <a:pt x="47653" y="3146676"/>
                  <a:pt x="47653" y="3146612"/>
                  <a:pt x="47653" y="3146549"/>
                </a:cubicBezTo>
                <a:close/>
              </a:path>
            </a:pathLst>
          </a:custGeom>
          <a:solidFill>
            <a:schemeClr val="tx2"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074B5CE0-BDF9-5644-866F-89B9DE725D1E}"/>
              </a:ext>
            </a:extLst>
          </p:cNvPr>
          <p:cNvSpPr/>
          <p:nvPr/>
        </p:nvSpPr>
        <p:spPr>
          <a:xfrm rot="18900000">
            <a:off x="4426061" y="3782243"/>
            <a:ext cx="55220" cy="55220"/>
          </a:xfrm>
          <a:custGeom>
            <a:avLst/>
            <a:gdLst>
              <a:gd name="connsiteX0" fmla="*/ 0 w 80847"/>
              <a:gd name="connsiteY0" fmla="*/ 40519 h 80847"/>
              <a:gd name="connsiteX1" fmla="*/ 40328 w 80847"/>
              <a:gd name="connsiteY1" fmla="*/ 0 h 80847"/>
              <a:gd name="connsiteX2" fmla="*/ 80847 w 80847"/>
              <a:gd name="connsiteY2" fmla="*/ 40328 h 80847"/>
              <a:gd name="connsiteX3" fmla="*/ 40519 w 80847"/>
              <a:gd name="connsiteY3" fmla="*/ 80847 h 80847"/>
              <a:gd name="connsiteX4" fmla="*/ 40424 w 80847"/>
              <a:gd name="connsiteY4" fmla="*/ 80847 h 80847"/>
              <a:gd name="connsiteX5" fmla="*/ 0 w 80847"/>
              <a:gd name="connsiteY5" fmla="*/ 40519 h 80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847" h="80847">
                <a:moveTo>
                  <a:pt x="0" y="40519"/>
                </a:moveTo>
                <a:cubicBezTo>
                  <a:pt x="-52" y="18194"/>
                  <a:pt x="18003" y="53"/>
                  <a:pt x="40328" y="0"/>
                </a:cubicBezTo>
                <a:cubicBezTo>
                  <a:pt x="62654" y="-52"/>
                  <a:pt x="80794" y="18003"/>
                  <a:pt x="80847" y="40328"/>
                </a:cubicBezTo>
                <a:cubicBezTo>
                  <a:pt x="80900" y="62654"/>
                  <a:pt x="62844" y="80794"/>
                  <a:pt x="40519" y="80847"/>
                </a:cubicBezTo>
                <a:cubicBezTo>
                  <a:pt x="40487" y="80847"/>
                  <a:pt x="40455" y="80847"/>
                  <a:pt x="40424" y="80847"/>
                </a:cubicBezTo>
                <a:cubicBezTo>
                  <a:pt x="18135" y="80847"/>
                  <a:pt x="53" y="62807"/>
                  <a:pt x="0" y="40519"/>
                </a:cubicBezTo>
                <a:close/>
              </a:path>
            </a:pathLst>
          </a:custGeom>
          <a:solidFill>
            <a:schemeClr val="tx2"/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7FA8B443-29BE-A74D-83DB-CC148FA73F50}"/>
              </a:ext>
            </a:extLst>
          </p:cNvPr>
          <p:cNvSpPr/>
          <p:nvPr/>
        </p:nvSpPr>
        <p:spPr>
          <a:xfrm rot="18900000">
            <a:off x="6070684" y="5426959"/>
            <a:ext cx="55220" cy="55219"/>
          </a:xfrm>
          <a:custGeom>
            <a:avLst/>
            <a:gdLst>
              <a:gd name="connsiteX0" fmla="*/ 40519 w 80847"/>
              <a:gd name="connsiteY0" fmla="*/ 80847 h 80846"/>
              <a:gd name="connsiteX1" fmla="*/ 0 w 80847"/>
              <a:gd name="connsiteY1" fmla="*/ 40518 h 80846"/>
              <a:gd name="connsiteX2" fmla="*/ 40329 w 80847"/>
              <a:gd name="connsiteY2" fmla="*/ 0 h 80846"/>
              <a:gd name="connsiteX3" fmla="*/ 80847 w 80847"/>
              <a:gd name="connsiteY3" fmla="*/ 40328 h 80846"/>
              <a:gd name="connsiteX4" fmla="*/ 80847 w 80847"/>
              <a:gd name="connsiteY4" fmla="*/ 40518 h 80846"/>
              <a:gd name="connsiteX5" fmla="*/ 40519 w 80847"/>
              <a:gd name="connsiteY5" fmla="*/ 80847 h 8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847" h="80846">
                <a:moveTo>
                  <a:pt x="40519" y="80847"/>
                </a:moveTo>
                <a:cubicBezTo>
                  <a:pt x="18193" y="80899"/>
                  <a:pt x="53" y="62843"/>
                  <a:pt x="0" y="40518"/>
                </a:cubicBezTo>
                <a:cubicBezTo>
                  <a:pt x="-52" y="18193"/>
                  <a:pt x="18003" y="52"/>
                  <a:pt x="40329" y="0"/>
                </a:cubicBezTo>
                <a:cubicBezTo>
                  <a:pt x="62654" y="-52"/>
                  <a:pt x="80794" y="18004"/>
                  <a:pt x="80847" y="40328"/>
                </a:cubicBezTo>
                <a:cubicBezTo>
                  <a:pt x="80847" y="40392"/>
                  <a:pt x="80847" y="40455"/>
                  <a:pt x="80847" y="40518"/>
                </a:cubicBezTo>
                <a:cubicBezTo>
                  <a:pt x="80847" y="62791"/>
                  <a:pt x="62791" y="80847"/>
                  <a:pt x="40519" y="80847"/>
                </a:cubicBezTo>
                <a:close/>
              </a:path>
            </a:pathLst>
          </a:custGeom>
          <a:solidFill>
            <a:schemeClr val="tx2"/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C84F3D65-ADCA-8443-B5D3-57CCFFE1FCC2}"/>
              </a:ext>
            </a:extLst>
          </p:cNvPr>
          <p:cNvSpPr/>
          <p:nvPr/>
        </p:nvSpPr>
        <p:spPr>
          <a:xfrm rot="18900000">
            <a:off x="7715262" y="3782197"/>
            <a:ext cx="55220" cy="55220"/>
          </a:xfrm>
          <a:custGeom>
            <a:avLst/>
            <a:gdLst>
              <a:gd name="connsiteX0" fmla="*/ 80847 w 80847"/>
              <a:gd name="connsiteY0" fmla="*/ 40424 h 80847"/>
              <a:gd name="connsiteX1" fmla="*/ 40424 w 80847"/>
              <a:gd name="connsiteY1" fmla="*/ 80847 h 80847"/>
              <a:gd name="connsiteX2" fmla="*/ 0 w 80847"/>
              <a:gd name="connsiteY2" fmla="*/ 40424 h 80847"/>
              <a:gd name="connsiteX3" fmla="*/ 40424 w 80847"/>
              <a:gd name="connsiteY3" fmla="*/ 0 h 80847"/>
              <a:gd name="connsiteX4" fmla="*/ 40519 w 80847"/>
              <a:gd name="connsiteY4" fmla="*/ 0 h 80847"/>
              <a:gd name="connsiteX5" fmla="*/ 80847 w 80847"/>
              <a:gd name="connsiteY5" fmla="*/ 40328 h 80847"/>
              <a:gd name="connsiteX6" fmla="*/ 80847 w 80847"/>
              <a:gd name="connsiteY6" fmla="*/ 40424 h 80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847" h="80847">
                <a:moveTo>
                  <a:pt x="80847" y="40424"/>
                </a:moveTo>
                <a:cubicBezTo>
                  <a:pt x="80847" y="62749"/>
                  <a:pt x="62748" y="80847"/>
                  <a:pt x="40424" y="80847"/>
                </a:cubicBezTo>
                <a:cubicBezTo>
                  <a:pt x="18098" y="80847"/>
                  <a:pt x="0" y="62748"/>
                  <a:pt x="0" y="40424"/>
                </a:cubicBezTo>
                <a:cubicBezTo>
                  <a:pt x="0" y="18098"/>
                  <a:pt x="18099" y="0"/>
                  <a:pt x="40424" y="0"/>
                </a:cubicBezTo>
                <a:cubicBezTo>
                  <a:pt x="40455" y="0"/>
                  <a:pt x="40487" y="0"/>
                  <a:pt x="40519" y="0"/>
                </a:cubicBezTo>
                <a:cubicBezTo>
                  <a:pt x="62791" y="0"/>
                  <a:pt x="80847" y="18056"/>
                  <a:pt x="80847" y="40328"/>
                </a:cubicBezTo>
                <a:cubicBezTo>
                  <a:pt x="80847" y="40360"/>
                  <a:pt x="80847" y="40392"/>
                  <a:pt x="80847" y="40424"/>
                </a:cubicBezTo>
                <a:close/>
              </a:path>
            </a:pathLst>
          </a:custGeom>
          <a:solidFill>
            <a:schemeClr val="tx2"/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02B2A87-2D9D-1247-9B0A-9BB0D279F28B}"/>
              </a:ext>
            </a:extLst>
          </p:cNvPr>
          <p:cNvSpPr/>
          <p:nvPr/>
        </p:nvSpPr>
        <p:spPr>
          <a:xfrm rot="18900000">
            <a:off x="6070639" y="2137758"/>
            <a:ext cx="55220" cy="55220"/>
          </a:xfrm>
          <a:custGeom>
            <a:avLst/>
            <a:gdLst>
              <a:gd name="connsiteX0" fmla="*/ 40424 w 80847"/>
              <a:gd name="connsiteY0" fmla="*/ 0 h 80847"/>
              <a:gd name="connsiteX1" fmla="*/ 80847 w 80847"/>
              <a:gd name="connsiteY1" fmla="*/ 40424 h 80847"/>
              <a:gd name="connsiteX2" fmla="*/ 40424 w 80847"/>
              <a:gd name="connsiteY2" fmla="*/ 80847 h 80847"/>
              <a:gd name="connsiteX3" fmla="*/ 0 w 80847"/>
              <a:gd name="connsiteY3" fmla="*/ 40424 h 80847"/>
              <a:gd name="connsiteX4" fmla="*/ 40233 w 80847"/>
              <a:gd name="connsiteY4" fmla="*/ 0 h 80847"/>
              <a:gd name="connsiteX5" fmla="*/ 40424 w 80847"/>
              <a:gd name="connsiteY5" fmla="*/ 0 h 80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847" h="80847">
                <a:moveTo>
                  <a:pt x="40424" y="0"/>
                </a:moveTo>
                <a:cubicBezTo>
                  <a:pt x="62749" y="0"/>
                  <a:pt x="80847" y="18098"/>
                  <a:pt x="80847" y="40424"/>
                </a:cubicBezTo>
                <a:cubicBezTo>
                  <a:pt x="80847" y="62749"/>
                  <a:pt x="62749" y="80847"/>
                  <a:pt x="40424" y="80847"/>
                </a:cubicBezTo>
                <a:cubicBezTo>
                  <a:pt x="18098" y="80847"/>
                  <a:pt x="0" y="62749"/>
                  <a:pt x="0" y="40424"/>
                </a:cubicBezTo>
                <a:cubicBezTo>
                  <a:pt x="-53" y="18151"/>
                  <a:pt x="17961" y="53"/>
                  <a:pt x="40233" y="0"/>
                </a:cubicBezTo>
                <a:cubicBezTo>
                  <a:pt x="40296" y="0"/>
                  <a:pt x="40360" y="0"/>
                  <a:pt x="40424" y="0"/>
                </a:cubicBezTo>
                <a:close/>
              </a:path>
            </a:pathLst>
          </a:custGeom>
          <a:solidFill>
            <a:schemeClr val="tx2"/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97C7037A-8382-534F-9DB8-284D697EA2EB}"/>
              </a:ext>
            </a:extLst>
          </p:cNvPr>
          <p:cNvSpPr/>
          <p:nvPr/>
        </p:nvSpPr>
        <p:spPr>
          <a:xfrm rot="13531800">
            <a:off x="6626799" y="2012486"/>
            <a:ext cx="1267841" cy="1267842"/>
          </a:xfrm>
          <a:custGeom>
            <a:avLst/>
            <a:gdLst>
              <a:gd name="connsiteX0" fmla="*/ 1856247 w 1856247"/>
              <a:gd name="connsiteY0" fmla="*/ 928124 h 1856247"/>
              <a:gd name="connsiteX1" fmla="*/ 928124 w 1856247"/>
              <a:gd name="connsiteY1" fmla="*/ 1856247 h 1856247"/>
              <a:gd name="connsiteX2" fmla="*/ 0 w 1856247"/>
              <a:gd name="connsiteY2" fmla="*/ 928124 h 1856247"/>
              <a:gd name="connsiteX3" fmla="*/ 928124 w 1856247"/>
              <a:gd name="connsiteY3" fmla="*/ 0 h 1856247"/>
              <a:gd name="connsiteX4" fmla="*/ 1856247 w 1856247"/>
              <a:gd name="connsiteY4" fmla="*/ 928124 h 1856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56247" h="1856247">
                <a:moveTo>
                  <a:pt x="1856247" y="928124"/>
                </a:moveTo>
                <a:cubicBezTo>
                  <a:pt x="1856247" y="1440712"/>
                  <a:pt x="1440712" y="1856247"/>
                  <a:pt x="928124" y="1856247"/>
                </a:cubicBezTo>
                <a:cubicBezTo>
                  <a:pt x="415535" y="1856247"/>
                  <a:pt x="0" y="1440712"/>
                  <a:pt x="0" y="928124"/>
                </a:cubicBezTo>
                <a:cubicBezTo>
                  <a:pt x="0" y="415535"/>
                  <a:pt x="415535" y="0"/>
                  <a:pt x="928124" y="0"/>
                </a:cubicBezTo>
                <a:cubicBezTo>
                  <a:pt x="1440712" y="0"/>
                  <a:pt x="1856247" y="415535"/>
                  <a:pt x="1856247" y="92812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BCA67763-A2E3-5F4A-9D84-70A0F7941C46}"/>
              </a:ext>
            </a:extLst>
          </p:cNvPr>
          <p:cNvSpPr/>
          <p:nvPr/>
        </p:nvSpPr>
        <p:spPr>
          <a:xfrm rot="18900000">
            <a:off x="6495189" y="2329410"/>
            <a:ext cx="633920" cy="633920"/>
          </a:xfrm>
          <a:custGeom>
            <a:avLst/>
            <a:gdLst>
              <a:gd name="connsiteX0" fmla="*/ 928124 w 928123"/>
              <a:gd name="connsiteY0" fmla="*/ 69148 h 928123"/>
              <a:gd name="connsiteX1" fmla="*/ 928124 w 928123"/>
              <a:gd name="connsiteY1" fmla="*/ 0 h 928123"/>
              <a:gd name="connsiteX2" fmla="*/ 0 w 928123"/>
              <a:gd name="connsiteY2" fmla="*/ 928124 h 928123"/>
              <a:gd name="connsiteX3" fmla="*/ 290859 w 928123"/>
              <a:gd name="connsiteY3" fmla="*/ 928124 h 928123"/>
              <a:gd name="connsiteX4" fmla="*/ 928124 w 928123"/>
              <a:gd name="connsiteY4" fmla="*/ 69148 h 92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123" h="928123">
                <a:moveTo>
                  <a:pt x="928124" y="69148"/>
                </a:moveTo>
                <a:lnTo>
                  <a:pt x="928124" y="0"/>
                </a:lnTo>
                <a:cubicBezTo>
                  <a:pt x="415535" y="0"/>
                  <a:pt x="0" y="415535"/>
                  <a:pt x="0" y="928124"/>
                </a:cubicBezTo>
                <a:lnTo>
                  <a:pt x="290859" y="928124"/>
                </a:lnTo>
                <a:cubicBezTo>
                  <a:pt x="290859" y="453789"/>
                  <a:pt x="576201" y="69148"/>
                  <a:pt x="928124" y="69148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EDBAA061-2BD5-7244-AF1C-C2BE47C3927F}"/>
              </a:ext>
            </a:extLst>
          </p:cNvPr>
          <p:cNvSpPr/>
          <p:nvPr/>
        </p:nvSpPr>
        <p:spPr>
          <a:xfrm rot="18900000">
            <a:off x="7391781" y="2329502"/>
            <a:ext cx="633920" cy="633920"/>
          </a:xfrm>
          <a:custGeom>
            <a:avLst/>
            <a:gdLst>
              <a:gd name="connsiteX0" fmla="*/ 0 w 928123"/>
              <a:gd name="connsiteY0" fmla="*/ 859166 h 928123"/>
              <a:gd name="connsiteX1" fmla="*/ 0 w 928123"/>
              <a:gd name="connsiteY1" fmla="*/ 928124 h 928123"/>
              <a:gd name="connsiteX2" fmla="*/ 928124 w 928123"/>
              <a:gd name="connsiteY2" fmla="*/ 0 h 928123"/>
              <a:gd name="connsiteX3" fmla="*/ 637265 w 928123"/>
              <a:gd name="connsiteY3" fmla="*/ 0 h 928123"/>
              <a:gd name="connsiteX4" fmla="*/ 0 w 928123"/>
              <a:gd name="connsiteY4" fmla="*/ 859166 h 92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123" h="928123">
                <a:moveTo>
                  <a:pt x="0" y="859166"/>
                </a:moveTo>
                <a:lnTo>
                  <a:pt x="0" y="928124"/>
                </a:lnTo>
                <a:cubicBezTo>
                  <a:pt x="512589" y="928124"/>
                  <a:pt x="928124" y="512588"/>
                  <a:pt x="928124" y="0"/>
                </a:cubicBezTo>
                <a:lnTo>
                  <a:pt x="637265" y="0"/>
                </a:lnTo>
                <a:cubicBezTo>
                  <a:pt x="637265" y="474524"/>
                  <a:pt x="351922" y="859166"/>
                  <a:pt x="0" y="859166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CE074552-C0DB-134A-9412-A49D242B2FAC}"/>
              </a:ext>
            </a:extLst>
          </p:cNvPr>
          <p:cNvSpPr/>
          <p:nvPr/>
        </p:nvSpPr>
        <p:spPr>
          <a:xfrm rot="18598200">
            <a:off x="6626572" y="4339458"/>
            <a:ext cx="1267842" cy="1267841"/>
          </a:xfrm>
          <a:custGeom>
            <a:avLst/>
            <a:gdLst>
              <a:gd name="connsiteX0" fmla="*/ 1856247 w 1856247"/>
              <a:gd name="connsiteY0" fmla="*/ 928124 h 1856247"/>
              <a:gd name="connsiteX1" fmla="*/ 928124 w 1856247"/>
              <a:gd name="connsiteY1" fmla="*/ 1856247 h 1856247"/>
              <a:gd name="connsiteX2" fmla="*/ 0 w 1856247"/>
              <a:gd name="connsiteY2" fmla="*/ 928124 h 1856247"/>
              <a:gd name="connsiteX3" fmla="*/ 928124 w 1856247"/>
              <a:gd name="connsiteY3" fmla="*/ 0 h 1856247"/>
              <a:gd name="connsiteX4" fmla="*/ 1856247 w 1856247"/>
              <a:gd name="connsiteY4" fmla="*/ 928124 h 1856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56247" h="1856247">
                <a:moveTo>
                  <a:pt x="1856247" y="928124"/>
                </a:moveTo>
                <a:cubicBezTo>
                  <a:pt x="1856247" y="1440712"/>
                  <a:pt x="1440712" y="1856247"/>
                  <a:pt x="928124" y="1856247"/>
                </a:cubicBezTo>
                <a:cubicBezTo>
                  <a:pt x="415535" y="1856247"/>
                  <a:pt x="0" y="1440712"/>
                  <a:pt x="0" y="928124"/>
                </a:cubicBezTo>
                <a:cubicBezTo>
                  <a:pt x="0" y="415535"/>
                  <a:pt x="415535" y="0"/>
                  <a:pt x="928124" y="0"/>
                </a:cubicBezTo>
                <a:cubicBezTo>
                  <a:pt x="1440712" y="0"/>
                  <a:pt x="1856247" y="415535"/>
                  <a:pt x="1856247" y="928124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86501786-E2FE-1A42-96B3-D60BCD4266F7}"/>
              </a:ext>
            </a:extLst>
          </p:cNvPr>
          <p:cNvSpPr/>
          <p:nvPr/>
        </p:nvSpPr>
        <p:spPr>
          <a:xfrm rot="18900000">
            <a:off x="6495170" y="4656421"/>
            <a:ext cx="634050" cy="633921"/>
          </a:xfrm>
          <a:custGeom>
            <a:avLst/>
            <a:gdLst>
              <a:gd name="connsiteX0" fmla="*/ 928314 w 928313"/>
              <a:gd name="connsiteY0" fmla="*/ 68957 h 928124"/>
              <a:gd name="connsiteX1" fmla="*/ 928314 w 928313"/>
              <a:gd name="connsiteY1" fmla="*/ 0 h 928124"/>
              <a:gd name="connsiteX2" fmla="*/ 0 w 928313"/>
              <a:gd name="connsiteY2" fmla="*/ 927934 h 928124"/>
              <a:gd name="connsiteX3" fmla="*/ 0 w 928313"/>
              <a:gd name="connsiteY3" fmla="*/ 928124 h 928124"/>
              <a:gd name="connsiteX4" fmla="*/ 291049 w 928313"/>
              <a:gd name="connsiteY4" fmla="*/ 928124 h 928124"/>
              <a:gd name="connsiteX5" fmla="*/ 928314 w 928313"/>
              <a:gd name="connsiteY5" fmla="*/ 68957 h 92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13" h="928124">
                <a:moveTo>
                  <a:pt x="928314" y="68957"/>
                </a:moveTo>
                <a:lnTo>
                  <a:pt x="928314" y="0"/>
                </a:lnTo>
                <a:cubicBezTo>
                  <a:pt x="415725" y="-105"/>
                  <a:pt x="105" y="415345"/>
                  <a:pt x="0" y="927934"/>
                </a:cubicBezTo>
                <a:cubicBezTo>
                  <a:pt x="0" y="927997"/>
                  <a:pt x="0" y="928060"/>
                  <a:pt x="0" y="928124"/>
                </a:cubicBezTo>
                <a:lnTo>
                  <a:pt x="291049" y="928124"/>
                </a:lnTo>
                <a:cubicBezTo>
                  <a:pt x="291049" y="453789"/>
                  <a:pt x="576392" y="68957"/>
                  <a:pt x="928314" y="6895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9094854C-9B53-7645-A03F-D2AD6B46C4F9}"/>
              </a:ext>
            </a:extLst>
          </p:cNvPr>
          <p:cNvSpPr/>
          <p:nvPr/>
        </p:nvSpPr>
        <p:spPr>
          <a:xfrm rot="18900000">
            <a:off x="7391781" y="4656376"/>
            <a:ext cx="633920" cy="633920"/>
          </a:xfrm>
          <a:custGeom>
            <a:avLst/>
            <a:gdLst>
              <a:gd name="connsiteX0" fmla="*/ 0 w 928123"/>
              <a:gd name="connsiteY0" fmla="*/ 859166 h 928123"/>
              <a:gd name="connsiteX1" fmla="*/ 0 w 928123"/>
              <a:gd name="connsiteY1" fmla="*/ 928124 h 928123"/>
              <a:gd name="connsiteX2" fmla="*/ 928124 w 928123"/>
              <a:gd name="connsiteY2" fmla="*/ 0 h 928123"/>
              <a:gd name="connsiteX3" fmla="*/ 637265 w 928123"/>
              <a:gd name="connsiteY3" fmla="*/ 0 h 928123"/>
              <a:gd name="connsiteX4" fmla="*/ 0 w 928123"/>
              <a:gd name="connsiteY4" fmla="*/ 859166 h 92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123" h="928123">
                <a:moveTo>
                  <a:pt x="0" y="859166"/>
                </a:moveTo>
                <a:lnTo>
                  <a:pt x="0" y="928124"/>
                </a:lnTo>
                <a:cubicBezTo>
                  <a:pt x="512588" y="928124"/>
                  <a:pt x="928124" y="512589"/>
                  <a:pt x="928124" y="0"/>
                </a:cubicBezTo>
                <a:lnTo>
                  <a:pt x="637265" y="0"/>
                </a:lnTo>
                <a:cubicBezTo>
                  <a:pt x="637265" y="474525"/>
                  <a:pt x="351922" y="859166"/>
                  <a:pt x="0" y="85916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5E36EA50-BDEF-8C4F-ADC2-5CC268093F10}"/>
              </a:ext>
            </a:extLst>
          </p:cNvPr>
          <p:cNvSpPr/>
          <p:nvPr/>
        </p:nvSpPr>
        <p:spPr>
          <a:xfrm rot="18900000">
            <a:off x="4300844" y="4338267"/>
            <a:ext cx="1267842" cy="1267841"/>
          </a:xfrm>
          <a:custGeom>
            <a:avLst/>
            <a:gdLst>
              <a:gd name="connsiteX0" fmla="*/ 0 w 1856247"/>
              <a:gd name="connsiteY0" fmla="*/ 928124 h 1856247"/>
              <a:gd name="connsiteX1" fmla="*/ 928124 w 1856247"/>
              <a:gd name="connsiteY1" fmla="*/ 0 h 1856247"/>
              <a:gd name="connsiteX2" fmla="*/ 1856247 w 1856247"/>
              <a:gd name="connsiteY2" fmla="*/ 928124 h 1856247"/>
              <a:gd name="connsiteX3" fmla="*/ 928124 w 1856247"/>
              <a:gd name="connsiteY3" fmla="*/ 1856247 h 1856247"/>
              <a:gd name="connsiteX4" fmla="*/ 0 w 1856247"/>
              <a:gd name="connsiteY4" fmla="*/ 928124 h 1856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56247" h="1856247">
                <a:moveTo>
                  <a:pt x="0" y="928124"/>
                </a:moveTo>
                <a:cubicBezTo>
                  <a:pt x="0" y="415535"/>
                  <a:pt x="415535" y="0"/>
                  <a:pt x="928124" y="0"/>
                </a:cubicBezTo>
                <a:cubicBezTo>
                  <a:pt x="1440712" y="0"/>
                  <a:pt x="1856247" y="415535"/>
                  <a:pt x="1856247" y="928124"/>
                </a:cubicBezTo>
                <a:cubicBezTo>
                  <a:pt x="1856247" y="1440712"/>
                  <a:pt x="1440712" y="1856247"/>
                  <a:pt x="928124" y="1856247"/>
                </a:cubicBezTo>
                <a:cubicBezTo>
                  <a:pt x="415535" y="1856247"/>
                  <a:pt x="0" y="1440712"/>
                  <a:pt x="0" y="92812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AEA4923A-917B-944A-B42B-17EC6AA34537}"/>
              </a:ext>
            </a:extLst>
          </p:cNvPr>
          <p:cNvSpPr/>
          <p:nvPr/>
        </p:nvSpPr>
        <p:spPr>
          <a:xfrm rot="18900000">
            <a:off x="4169509" y="4655117"/>
            <a:ext cx="633920" cy="634050"/>
          </a:xfrm>
          <a:custGeom>
            <a:avLst/>
            <a:gdLst>
              <a:gd name="connsiteX0" fmla="*/ 928124 w 928123"/>
              <a:gd name="connsiteY0" fmla="*/ 69148 h 928313"/>
              <a:gd name="connsiteX1" fmla="*/ 928124 w 928123"/>
              <a:gd name="connsiteY1" fmla="*/ 0 h 928313"/>
              <a:gd name="connsiteX2" fmla="*/ 0 w 928123"/>
              <a:gd name="connsiteY2" fmla="*/ 928124 h 928313"/>
              <a:gd name="connsiteX3" fmla="*/ 0 w 928123"/>
              <a:gd name="connsiteY3" fmla="*/ 928314 h 928313"/>
              <a:gd name="connsiteX4" fmla="*/ 290859 w 928123"/>
              <a:gd name="connsiteY4" fmla="*/ 928314 h 928313"/>
              <a:gd name="connsiteX5" fmla="*/ 928124 w 928123"/>
              <a:gd name="connsiteY5" fmla="*/ 69148 h 928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123" h="928313">
                <a:moveTo>
                  <a:pt x="928124" y="69148"/>
                </a:moveTo>
                <a:lnTo>
                  <a:pt x="928124" y="0"/>
                </a:lnTo>
                <a:cubicBezTo>
                  <a:pt x="415535" y="0"/>
                  <a:pt x="0" y="415535"/>
                  <a:pt x="0" y="928124"/>
                </a:cubicBezTo>
                <a:cubicBezTo>
                  <a:pt x="0" y="928187"/>
                  <a:pt x="0" y="928250"/>
                  <a:pt x="0" y="928314"/>
                </a:cubicBezTo>
                <a:lnTo>
                  <a:pt x="290859" y="928314"/>
                </a:lnTo>
                <a:cubicBezTo>
                  <a:pt x="290859" y="453789"/>
                  <a:pt x="576201" y="69148"/>
                  <a:pt x="928124" y="69148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AC353F00-743F-6A40-B4D9-846C5B66126A}"/>
              </a:ext>
            </a:extLst>
          </p:cNvPr>
          <p:cNvSpPr/>
          <p:nvPr/>
        </p:nvSpPr>
        <p:spPr>
          <a:xfrm rot="18900000">
            <a:off x="5066054" y="4655228"/>
            <a:ext cx="633920" cy="633920"/>
          </a:xfrm>
          <a:custGeom>
            <a:avLst/>
            <a:gdLst>
              <a:gd name="connsiteX0" fmla="*/ 0 w 928123"/>
              <a:gd name="connsiteY0" fmla="*/ 859166 h 928123"/>
              <a:gd name="connsiteX1" fmla="*/ 0 w 928123"/>
              <a:gd name="connsiteY1" fmla="*/ 928124 h 928123"/>
              <a:gd name="connsiteX2" fmla="*/ 928124 w 928123"/>
              <a:gd name="connsiteY2" fmla="*/ 0 h 928123"/>
              <a:gd name="connsiteX3" fmla="*/ 637265 w 928123"/>
              <a:gd name="connsiteY3" fmla="*/ 0 h 928123"/>
              <a:gd name="connsiteX4" fmla="*/ 0 w 928123"/>
              <a:gd name="connsiteY4" fmla="*/ 859166 h 92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123" h="928123">
                <a:moveTo>
                  <a:pt x="0" y="859166"/>
                </a:moveTo>
                <a:lnTo>
                  <a:pt x="0" y="928124"/>
                </a:lnTo>
                <a:cubicBezTo>
                  <a:pt x="512589" y="928124"/>
                  <a:pt x="928124" y="512588"/>
                  <a:pt x="928124" y="0"/>
                </a:cubicBezTo>
                <a:lnTo>
                  <a:pt x="637265" y="0"/>
                </a:lnTo>
                <a:cubicBezTo>
                  <a:pt x="637265" y="474524"/>
                  <a:pt x="351922" y="859166"/>
                  <a:pt x="0" y="859166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38447AA9-D38D-A248-8781-5B5826872B75}"/>
              </a:ext>
            </a:extLst>
          </p:cNvPr>
          <p:cNvSpPr/>
          <p:nvPr/>
        </p:nvSpPr>
        <p:spPr>
          <a:xfrm rot="18900000">
            <a:off x="4300753" y="2013781"/>
            <a:ext cx="1267842" cy="1267841"/>
          </a:xfrm>
          <a:custGeom>
            <a:avLst/>
            <a:gdLst>
              <a:gd name="connsiteX0" fmla="*/ 0 w 1856247"/>
              <a:gd name="connsiteY0" fmla="*/ 928124 h 1856247"/>
              <a:gd name="connsiteX1" fmla="*/ 928124 w 1856247"/>
              <a:gd name="connsiteY1" fmla="*/ 0 h 1856247"/>
              <a:gd name="connsiteX2" fmla="*/ 1856247 w 1856247"/>
              <a:gd name="connsiteY2" fmla="*/ 928124 h 1856247"/>
              <a:gd name="connsiteX3" fmla="*/ 928124 w 1856247"/>
              <a:gd name="connsiteY3" fmla="*/ 1856247 h 1856247"/>
              <a:gd name="connsiteX4" fmla="*/ 0 w 1856247"/>
              <a:gd name="connsiteY4" fmla="*/ 928124 h 1856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56247" h="1856247">
                <a:moveTo>
                  <a:pt x="0" y="928124"/>
                </a:moveTo>
                <a:cubicBezTo>
                  <a:pt x="0" y="415535"/>
                  <a:pt x="415535" y="0"/>
                  <a:pt x="928124" y="0"/>
                </a:cubicBezTo>
                <a:cubicBezTo>
                  <a:pt x="1440712" y="0"/>
                  <a:pt x="1856247" y="415535"/>
                  <a:pt x="1856247" y="928124"/>
                </a:cubicBezTo>
                <a:cubicBezTo>
                  <a:pt x="1856247" y="1440712"/>
                  <a:pt x="1440712" y="1856247"/>
                  <a:pt x="928124" y="1856247"/>
                </a:cubicBezTo>
                <a:cubicBezTo>
                  <a:pt x="415535" y="1856247"/>
                  <a:pt x="0" y="1440712"/>
                  <a:pt x="0" y="928124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CC871E1B-7F59-F848-8457-EB50ACC3A768}"/>
              </a:ext>
            </a:extLst>
          </p:cNvPr>
          <p:cNvSpPr/>
          <p:nvPr/>
        </p:nvSpPr>
        <p:spPr>
          <a:xfrm rot="18900000">
            <a:off x="4169444" y="2330696"/>
            <a:ext cx="634050" cy="633920"/>
          </a:xfrm>
          <a:custGeom>
            <a:avLst/>
            <a:gdLst>
              <a:gd name="connsiteX0" fmla="*/ 928314 w 928313"/>
              <a:gd name="connsiteY0" fmla="*/ 68958 h 928123"/>
              <a:gd name="connsiteX1" fmla="*/ 928314 w 928313"/>
              <a:gd name="connsiteY1" fmla="*/ 0 h 928123"/>
              <a:gd name="connsiteX2" fmla="*/ 0 w 928313"/>
              <a:gd name="connsiteY2" fmla="*/ 927933 h 928123"/>
              <a:gd name="connsiteX3" fmla="*/ 0 w 928313"/>
              <a:gd name="connsiteY3" fmla="*/ 928124 h 928123"/>
              <a:gd name="connsiteX4" fmla="*/ 291049 w 928313"/>
              <a:gd name="connsiteY4" fmla="*/ 928124 h 928123"/>
              <a:gd name="connsiteX5" fmla="*/ 928314 w 928313"/>
              <a:gd name="connsiteY5" fmla="*/ 68958 h 92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13" h="928123">
                <a:moveTo>
                  <a:pt x="928314" y="68958"/>
                </a:moveTo>
                <a:lnTo>
                  <a:pt x="928314" y="0"/>
                </a:lnTo>
                <a:cubicBezTo>
                  <a:pt x="415725" y="-105"/>
                  <a:pt x="105" y="415345"/>
                  <a:pt x="0" y="927933"/>
                </a:cubicBezTo>
                <a:cubicBezTo>
                  <a:pt x="0" y="927997"/>
                  <a:pt x="0" y="928060"/>
                  <a:pt x="0" y="928124"/>
                </a:cubicBezTo>
                <a:lnTo>
                  <a:pt x="291049" y="928124"/>
                </a:lnTo>
                <a:cubicBezTo>
                  <a:pt x="291049" y="453599"/>
                  <a:pt x="576392" y="68958"/>
                  <a:pt x="928314" y="68958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E2688E2C-03B9-314B-B169-BE88310D3161}"/>
              </a:ext>
            </a:extLst>
          </p:cNvPr>
          <p:cNvSpPr/>
          <p:nvPr/>
        </p:nvSpPr>
        <p:spPr>
          <a:xfrm rot="18900000">
            <a:off x="5066055" y="2330650"/>
            <a:ext cx="633920" cy="633920"/>
          </a:xfrm>
          <a:custGeom>
            <a:avLst/>
            <a:gdLst>
              <a:gd name="connsiteX0" fmla="*/ 0 w 928123"/>
              <a:gd name="connsiteY0" fmla="*/ 859166 h 928123"/>
              <a:gd name="connsiteX1" fmla="*/ 0 w 928123"/>
              <a:gd name="connsiteY1" fmla="*/ 928124 h 928123"/>
              <a:gd name="connsiteX2" fmla="*/ 928124 w 928123"/>
              <a:gd name="connsiteY2" fmla="*/ 0 h 928123"/>
              <a:gd name="connsiteX3" fmla="*/ 637265 w 928123"/>
              <a:gd name="connsiteY3" fmla="*/ 0 h 928123"/>
              <a:gd name="connsiteX4" fmla="*/ 0 w 928123"/>
              <a:gd name="connsiteY4" fmla="*/ 859166 h 92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123" h="928123">
                <a:moveTo>
                  <a:pt x="0" y="859166"/>
                </a:moveTo>
                <a:lnTo>
                  <a:pt x="0" y="928124"/>
                </a:lnTo>
                <a:cubicBezTo>
                  <a:pt x="512588" y="928124"/>
                  <a:pt x="928124" y="512589"/>
                  <a:pt x="928124" y="0"/>
                </a:cubicBezTo>
                <a:lnTo>
                  <a:pt x="637265" y="0"/>
                </a:lnTo>
                <a:cubicBezTo>
                  <a:pt x="637265" y="474524"/>
                  <a:pt x="351922" y="859166"/>
                  <a:pt x="0" y="859166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50000"/>
            </a:schemeClr>
          </a:solidFill>
          <a:ln w="9511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B17559C9-58C0-0347-B51F-D03E50A64270}"/>
              </a:ext>
            </a:extLst>
          </p:cNvPr>
          <p:cNvSpPr>
            <a:spLocks noChangeAspect="1"/>
          </p:cNvSpPr>
          <p:nvPr/>
        </p:nvSpPr>
        <p:spPr>
          <a:xfrm rot="18900000">
            <a:off x="4579745" y="4617167"/>
            <a:ext cx="710133" cy="710133"/>
          </a:xfrm>
          <a:custGeom>
            <a:avLst/>
            <a:gdLst>
              <a:gd name="connsiteX0" fmla="*/ 0 w 859260"/>
              <a:gd name="connsiteY0" fmla="*/ 429535 h 859260"/>
              <a:gd name="connsiteX1" fmla="*/ 429726 w 859260"/>
              <a:gd name="connsiteY1" fmla="*/ 0 h 859260"/>
              <a:gd name="connsiteX2" fmla="*/ 859261 w 859260"/>
              <a:gd name="connsiteY2" fmla="*/ 429726 h 859260"/>
              <a:gd name="connsiteX3" fmla="*/ 429631 w 859260"/>
              <a:gd name="connsiteY3" fmla="*/ 859261 h 859260"/>
              <a:gd name="connsiteX4" fmla="*/ 0 w 859260"/>
              <a:gd name="connsiteY4" fmla="*/ 429630 h 859260"/>
              <a:gd name="connsiteX5" fmla="*/ 0 w 859260"/>
              <a:gd name="connsiteY5" fmla="*/ 429535 h 859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9260" h="859260">
                <a:moveTo>
                  <a:pt x="0" y="429535"/>
                </a:moveTo>
                <a:cubicBezTo>
                  <a:pt x="53" y="192257"/>
                  <a:pt x="192447" y="-53"/>
                  <a:pt x="429726" y="0"/>
                </a:cubicBezTo>
                <a:cubicBezTo>
                  <a:pt x="667004" y="53"/>
                  <a:pt x="859314" y="192447"/>
                  <a:pt x="859261" y="429726"/>
                </a:cubicBezTo>
                <a:cubicBezTo>
                  <a:pt x="859208" y="666967"/>
                  <a:pt x="666872" y="859261"/>
                  <a:pt x="429631" y="859261"/>
                </a:cubicBezTo>
                <a:cubicBezTo>
                  <a:pt x="192352" y="859261"/>
                  <a:pt x="0" y="666909"/>
                  <a:pt x="0" y="429630"/>
                </a:cubicBezTo>
                <a:cubicBezTo>
                  <a:pt x="0" y="429599"/>
                  <a:pt x="0" y="429567"/>
                  <a:pt x="0" y="429535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>
                <a:alpha val="50000"/>
              </a:srgbClr>
            </a:solidFill>
            <a:prstDash val="solid"/>
            <a:round/>
          </a:ln>
          <a:effectLst>
            <a:outerShdw blurRad="127000" sx="104000" sy="104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CAC48AA4-E625-FF4E-BDDD-3916BFEE1BFF}"/>
              </a:ext>
            </a:extLst>
          </p:cNvPr>
          <p:cNvSpPr>
            <a:spLocks noChangeAspect="1"/>
          </p:cNvSpPr>
          <p:nvPr/>
        </p:nvSpPr>
        <p:spPr>
          <a:xfrm rot="18900000">
            <a:off x="4579666" y="2292419"/>
            <a:ext cx="710291" cy="710290"/>
          </a:xfrm>
          <a:custGeom>
            <a:avLst/>
            <a:gdLst>
              <a:gd name="connsiteX0" fmla="*/ 0 w 859451"/>
              <a:gd name="connsiteY0" fmla="*/ 429726 h 859451"/>
              <a:gd name="connsiteX1" fmla="*/ 429726 w 859451"/>
              <a:gd name="connsiteY1" fmla="*/ 0 h 859451"/>
              <a:gd name="connsiteX2" fmla="*/ 859451 w 859451"/>
              <a:gd name="connsiteY2" fmla="*/ 429726 h 859451"/>
              <a:gd name="connsiteX3" fmla="*/ 429726 w 859451"/>
              <a:gd name="connsiteY3" fmla="*/ 859451 h 859451"/>
              <a:gd name="connsiteX4" fmla="*/ 429631 w 859451"/>
              <a:gd name="connsiteY4" fmla="*/ 859451 h 859451"/>
              <a:gd name="connsiteX5" fmla="*/ 0 w 859451"/>
              <a:gd name="connsiteY5" fmla="*/ 429821 h 859451"/>
              <a:gd name="connsiteX6" fmla="*/ 0 w 859451"/>
              <a:gd name="connsiteY6" fmla="*/ 429726 h 859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59451" h="859451">
                <a:moveTo>
                  <a:pt x="0" y="429726"/>
                </a:moveTo>
                <a:cubicBezTo>
                  <a:pt x="0" y="192395"/>
                  <a:pt x="192395" y="0"/>
                  <a:pt x="429726" y="0"/>
                </a:cubicBezTo>
                <a:cubicBezTo>
                  <a:pt x="667057" y="0"/>
                  <a:pt x="859451" y="192395"/>
                  <a:pt x="859451" y="429726"/>
                </a:cubicBezTo>
                <a:cubicBezTo>
                  <a:pt x="859451" y="667057"/>
                  <a:pt x="667057" y="859451"/>
                  <a:pt x="429726" y="859451"/>
                </a:cubicBezTo>
                <a:cubicBezTo>
                  <a:pt x="429694" y="859451"/>
                  <a:pt x="429663" y="859451"/>
                  <a:pt x="429631" y="859451"/>
                </a:cubicBezTo>
                <a:cubicBezTo>
                  <a:pt x="192352" y="859451"/>
                  <a:pt x="0" y="667099"/>
                  <a:pt x="0" y="429821"/>
                </a:cubicBezTo>
                <a:cubicBezTo>
                  <a:pt x="0" y="429789"/>
                  <a:pt x="0" y="429757"/>
                  <a:pt x="0" y="429726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>
                <a:alpha val="50000"/>
              </a:srgbClr>
            </a:solidFill>
            <a:prstDash val="solid"/>
            <a:round/>
          </a:ln>
          <a:effectLst>
            <a:outerShdw blurRad="127000" sx="104000" sy="104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DDB0082-4A68-F642-BB7D-1E917951F405}"/>
              </a:ext>
            </a:extLst>
          </p:cNvPr>
          <p:cNvSpPr>
            <a:spLocks noChangeAspect="1"/>
          </p:cNvSpPr>
          <p:nvPr/>
        </p:nvSpPr>
        <p:spPr>
          <a:xfrm rot="18900000">
            <a:off x="6905346" y="2291317"/>
            <a:ext cx="710291" cy="710290"/>
          </a:xfrm>
          <a:custGeom>
            <a:avLst/>
            <a:gdLst>
              <a:gd name="connsiteX0" fmla="*/ 0 w 859451"/>
              <a:gd name="connsiteY0" fmla="*/ 429726 h 859451"/>
              <a:gd name="connsiteX1" fmla="*/ 429726 w 859451"/>
              <a:gd name="connsiteY1" fmla="*/ 0 h 859451"/>
              <a:gd name="connsiteX2" fmla="*/ 859451 w 859451"/>
              <a:gd name="connsiteY2" fmla="*/ 429726 h 859451"/>
              <a:gd name="connsiteX3" fmla="*/ 429726 w 859451"/>
              <a:gd name="connsiteY3" fmla="*/ 859451 h 859451"/>
              <a:gd name="connsiteX4" fmla="*/ 0 w 859451"/>
              <a:gd name="connsiteY4" fmla="*/ 429916 h 859451"/>
              <a:gd name="connsiteX5" fmla="*/ 0 w 859451"/>
              <a:gd name="connsiteY5" fmla="*/ 429726 h 859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9451" h="859451">
                <a:moveTo>
                  <a:pt x="0" y="429726"/>
                </a:moveTo>
                <a:cubicBezTo>
                  <a:pt x="0" y="192395"/>
                  <a:pt x="192395" y="0"/>
                  <a:pt x="429726" y="0"/>
                </a:cubicBezTo>
                <a:cubicBezTo>
                  <a:pt x="667056" y="0"/>
                  <a:pt x="859451" y="192395"/>
                  <a:pt x="859451" y="429726"/>
                </a:cubicBezTo>
                <a:cubicBezTo>
                  <a:pt x="859451" y="667057"/>
                  <a:pt x="667056" y="859451"/>
                  <a:pt x="429726" y="859451"/>
                </a:cubicBezTo>
                <a:cubicBezTo>
                  <a:pt x="192447" y="859504"/>
                  <a:pt x="52" y="667194"/>
                  <a:pt x="0" y="429916"/>
                </a:cubicBezTo>
                <a:cubicBezTo>
                  <a:pt x="0" y="429852"/>
                  <a:pt x="0" y="429789"/>
                  <a:pt x="0" y="429726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>
                <a:alpha val="50000"/>
              </a:srgbClr>
            </a:solidFill>
            <a:prstDash val="solid"/>
            <a:round/>
          </a:ln>
          <a:effectLst>
            <a:outerShdw blurRad="127000" sx="104000" sy="104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37922605-0F16-E340-90BF-633B9CE6743D}"/>
              </a:ext>
            </a:extLst>
          </p:cNvPr>
          <p:cNvSpPr>
            <a:spLocks noChangeAspect="1"/>
          </p:cNvSpPr>
          <p:nvPr/>
        </p:nvSpPr>
        <p:spPr>
          <a:xfrm rot="18900000">
            <a:off x="6905391" y="4618145"/>
            <a:ext cx="710291" cy="710290"/>
          </a:xfrm>
          <a:custGeom>
            <a:avLst/>
            <a:gdLst>
              <a:gd name="connsiteX0" fmla="*/ 0 w 859451"/>
              <a:gd name="connsiteY0" fmla="*/ 429726 h 859451"/>
              <a:gd name="connsiteX1" fmla="*/ 429726 w 859451"/>
              <a:gd name="connsiteY1" fmla="*/ 0 h 859451"/>
              <a:gd name="connsiteX2" fmla="*/ 859451 w 859451"/>
              <a:gd name="connsiteY2" fmla="*/ 429726 h 859451"/>
              <a:gd name="connsiteX3" fmla="*/ 429726 w 859451"/>
              <a:gd name="connsiteY3" fmla="*/ 859451 h 859451"/>
              <a:gd name="connsiteX4" fmla="*/ 429631 w 859451"/>
              <a:gd name="connsiteY4" fmla="*/ 859451 h 859451"/>
              <a:gd name="connsiteX5" fmla="*/ 0 w 859451"/>
              <a:gd name="connsiteY5" fmla="*/ 429821 h 859451"/>
              <a:gd name="connsiteX6" fmla="*/ 0 w 859451"/>
              <a:gd name="connsiteY6" fmla="*/ 429726 h 859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59451" h="859451">
                <a:moveTo>
                  <a:pt x="0" y="429726"/>
                </a:moveTo>
                <a:cubicBezTo>
                  <a:pt x="0" y="192395"/>
                  <a:pt x="192395" y="0"/>
                  <a:pt x="429726" y="0"/>
                </a:cubicBezTo>
                <a:cubicBezTo>
                  <a:pt x="667057" y="0"/>
                  <a:pt x="859451" y="192395"/>
                  <a:pt x="859451" y="429726"/>
                </a:cubicBezTo>
                <a:cubicBezTo>
                  <a:pt x="859451" y="667056"/>
                  <a:pt x="667057" y="859451"/>
                  <a:pt x="429726" y="859451"/>
                </a:cubicBezTo>
                <a:cubicBezTo>
                  <a:pt x="429694" y="859451"/>
                  <a:pt x="429663" y="859451"/>
                  <a:pt x="429631" y="859451"/>
                </a:cubicBezTo>
                <a:cubicBezTo>
                  <a:pt x="192352" y="859451"/>
                  <a:pt x="0" y="667099"/>
                  <a:pt x="0" y="429821"/>
                </a:cubicBezTo>
                <a:cubicBezTo>
                  <a:pt x="0" y="429789"/>
                  <a:pt x="0" y="429757"/>
                  <a:pt x="0" y="429726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>
                <a:alpha val="50000"/>
              </a:srgbClr>
            </a:solidFill>
            <a:prstDash val="solid"/>
            <a:round/>
          </a:ln>
          <a:effectLst>
            <a:outerShdw blurRad="127000" sx="104000" sy="104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grpSp>
        <p:nvGrpSpPr>
          <p:cNvPr id="48" name="Graphic 40">
            <a:extLst>
              <a:ext uri="{FF2B5EF4-FFF2-40B4-BE49-F238E27FC236}">
                <a16:creationId xmlns:a16="http://schemas.microsoft.com/office/drawing/2014/main" id="{2522B574-65C4-8B45-B3E3-2085990279AB}"/>
              </a:ext>
            </a:extLst>
          </p:cNvPr>
          <p:cNvGrpSpPr>
            <a:grpSpLocks noChangeAspect="1"/>
          </p:cNvGrpSpPr>
          <p:nvPr/>
        </p:nvGrpSpPr>
        <p:grpSpPr>
          <a:xfrm>
            <a:off x="4747797" y="4826813"/>
            <a:ext cx="374029" cy="290840"/>
            <a:chOff x="4755087" y="2483774"/>
            <a:chExt cx="374029" cy="290840"/>
          </a:xfrm>
          <a:solidFill>
            <a:srgbClr val="FFFFFF"/>
          </a:solidFill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77EAB671-77D7-A149-BFE5-2A444B01D622}"/>
                </a:ext>
              </a:extLst>
            </p:cNvPr>
            <p:cNvSpPr/>
            <p:nvPr/>
          </p:nvSpPr>
          <p:spPr>
            <a:xfrm>
              <a:off x="4875380" y="2550845"/>
              <a:ext cx="130385" cy="223770"/>
            </a:xfrm>
            <a:custGeom>
              <a:avLst/>
              <a:gdLst>
                <a:gd name="connsiteX0" fmla="*/ 31297 w 130385"/>
                <a:gd name="connsiteY0" fmla="*/ 223771 h 223770"/>
                <a:gd name="connsiteX1" fmla="*/ 27015 w 130385"/>
                <a:gd name="connsiteY1" fmla="*/ 221950 h 223770"/>
                <a:gd name="connsiteX2" fmla="*/ 25180 w 130385"/>
                <a:gd name="connsiteY2" fmla="*/ 217600 h 223770"/>
                <a:gd name="connsiteX3" fmla="*/ 25180 w 130385"/>
                <a:gd name="connsiteY3" fmla="*/ 118360 h 223770"/>
                <a:gd name="connsiteX4" fmla="*/ 6219 w 130385"/>
                <a:gd name="connsiteY4" fmla="*/ 118360 h 223770"/>
                <a:gd name="connsiteX5" fmla="*/ 1835 w 130385"/>
                <a:gd name="connsiteY5" fmla="*/ 116539 h 223770"/>
                <a:gd name="connsiteX6" fmla="*/ 0 w 130385"/>
                <a:gd name="connsiteY6" fmla="*/ 112290 h 223770"/>
                <a:gd name="connsiteX7" fmla="*/ 0 w 130385"/>
                <a:gd name="connsiteY7" fmla="*/ 37936 h 223770"/>
                <a:gd name="connsiteX8" fmla="*/ 38025 w 130385"/>
                <a:gd name="connsiteY8" fmla="*/ 0 h 223770"/>
                <a:gd name="connsiteX9" fmla="*/ 92055 w 130385"/>
                <a:gd name="connsiteY9" fmla="*/ 0 h 223770"/>
                <a:gd name="connsiteX10" fmla="*/ 130386 w 130385"/>
                <a:gd name="connsiteY10" fmla="*/ 37835 h 223770"/>
                <a:gd name="connsiteX11" fmla="*/ 130386 w 130385"/>
                <a:gd name="connsiteY11" fmla="*/ 112088 h 223770"/>
                <a:gd name="connsiteX12" fmla="*/ 128551 w 130385"/>
                <a:gd name="connsiteY12" fmla="*/ 116438 h 223770"/>
                <a:gd name="connsiteX13" fmla="*/ 124167 w 130385"/>
                <a:gd name="connsiteY13" fmla="*/ 118258 h 223770"/>
                <a:gd name="connsiteX14" fmla="*/ 105613 w 130385"/>
                <a:gd name="connsiteY14" fmla="*/ 118258 h 223770"/>
                <a:gd name="connsiteX15" fmla="*/ 105613 w 130385"/>
                <a:gd name="connsiteY15" fmla="*/ 217498 h 223770"/>
                <a:gd name="connsiteX16" fmla="*/ 99807 w 130385"/>
                <a:gd name="connsiteY16" fmla="*/ 223667 h 223770"/>
                <a:gd name="connsiteX17" fmla="*/ 99497 w 130385"/>
                <a:gd name="connsiteY17" fmla="*/ 223669 h 223770"/>
                <a:gd name="connsiteX18" fmla="*/ 31195 w 130385"/>
                <a:gd name="connsiteY18" fmla="*/ 223669 h 223770"/>
                <a:gd name="connsiteX19" fmla="*/ 31297 w 130385"/>
                <a:gd name="connsiteY19" fmla="*/ 106018 h 223770"/>
                <a:gd name="connsiteX20" fmla="*/ 35680 w 130385"/>
                <a:gd name="connsiteY20" fmla="*/ 107839 h 223770"/>
                <a:gd name="connsiteX21" fmla="*/ 37413 w 130385"/>
                <a:gd name="connsiteY21" fmla="*/ 112189 h 223770"/>
                <a:gd name="connsiteX22" fmla="*/ 37413 w 130385"/>
                <a:gd name="connsiteY22" fmla="*/ 211429 h 223770"/>
                <a:gd name="connsiteX23" fmla="*/ 93788 w 130385"/>
                <a:gd name="connsiteY23" fmla="*/ 211429 h 223770"/>
                <a:gd name="connsiteX24" fmla="*/ 93788 w 130385"/>
                <a:gd name="connsiteY24" fmla="*/ 112088 h 223770"/>
                <a:gd name="connsiteX25" fmla="*/ 95521 w 130385"/>
                <a:gd name="connsiteY25" fmla="*/ 107738 h 223770"/>
                <a:gd name="connsiteX26" fmla="*/ 99905 w 130385"/>
                <a:gd name="connsiteY26" fmla="*/ 105917 h 223770"/>
                <a:gd name="connsiteX27" fmla="*/ 118560 w 130385"/>
                <a:gd name="connsiteY27" fmla="*/ 105917 h 223770"/>
                <a:gd name="connsiteX28" fmla="*/ 118560 w 130385"/>
                <a:gd name="connsiteY28" fmla="*/ 37632 h 223770"/>
                <a:gd name="connsiteX29" fmla="*/ 110914 w 130385"/>
                <a:gd name="connsiteY29" fmla="*/ 19524 h 223770"/>
                <a:gd name="connsiteX30" fmla="*/ 92667 w 130385"/>
                <a:gd name="connsiteY30" fmla="*/ 12139 h 223770"/>
                <a:gd name="connsiteX31" fmla="*/ 37923 w 130385"/>
                <a:gd name="connsiteY31" fmla="*/ 12139 h 223770"/>
                <a:gd name="connsiteX32" fmla="*/ 12233 w 130385"/>
                <a:gd name="connsiteY32" fmla="*/ 37834 h 223770"/>
                <a:gd name="connsiteX33" fmla="*/ 12233 w 130385"/>
                <a:gd name="connsiteY33" fmla="*/ 37936 h 223770"/>
                <a:gd name="connsiteX34" fmla="*/ 12233 w 130385"/>
                <a:gd name="connsiteY34" fmla="*/ 106119 h 22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0385" h="223770">
                  <a:moveTo>
                    <a:pt x="31297" y="223771"/>
                  </a:moveTo>
                  <a:cubicBezTo>
                    <a:pt x="29683" y="223748"/>
                    <a:pt x="28144" y="223093"/>
                    <a:pt x="27015" y="221950"/>
                  </a:cubicBezTo>
                  <a:cubicBezTo>
                    <a:pt x="25817" y="220818"/>
                    <a:pt x="25152" y="219240"/>
                    <a:pt x="25180" y="217600"/>
                  </a:cubicBezTo>
                  <a:lnTo>
                    <a:pt x="25180" y="118360"/>
                  </a:lnTo>
                  <a:lnTo>
                    <a:pt x="6219" y="118360"/>
                  </a:lnTo>
                  <a:cubicBezTo>
                    <a:pt x="4552" y="118457"/>
                    <a:pt x="2934" y="117785"/>
                    <a:pt x="1835" y="116539"/>
                  </a:cubicBezTo>
                  <a:cubicBezTo>
                    <a:pt x="683" y="115418"/>
                    <a:pt x="23" y="113891"/>
                    <a:pt x="0" y="112290"/>
                  </a:cubicBezTo>
                  <a:lnTo>
                    <a:pt x="0" y="37936"/>
                  </a:lnTo>
                  <a:cubicBezTo>
                    <a:pt x="-56" y="17040"/>
                    <a:pt x="16968" y="56"/>
                    <a:pt x="38025" y="0"/>
                  </a:cubicBezTo>
                  <a:lnTo>
                    <a:pt x="92055" y="0"/>
                  </a:lnTo>
                  <a:cubicBezTo>
                    <a:pt x="113145" y="0"/>
                    <a:pt x="130273" y="16906"/>
                    <a:pt x="130386" y="37835"/>
                  </a:cubicBezTo>
                  <a:lnTo>
                    <a:pt x="130386" y="112088"/>
                  </a:lnTo>
                  <a:cubicBezTo>
                    <a:pt x="130367" y="113719"/>
                    <a:pt x="129709" y="115280"/>
                    <a:pt x="128551" y="116438"/>
                  </a:cubicBezTo>
                  <a:cubicBezTo>
                    <a:pt x="127410" y="117626"/>
                    <a:pt x="125821" y="118287"/>
                    <a:pt x="124167" y="118258"/>
                  </a:cubicBezTo>
                  <a:lnTo>
                    <a:pt x="105613" y="118258"/>
                  </a:lnTo>
                  <a:lnTo>
                    <a:pt x="105613" y="217498"/>
                  </a:lnTo>
                  <a:cubicBezTo>
                    <a:pt x="105726" y="220793"/>
                    <a:pt x="103127" y="223555"/>
                    <a:pt x="99807" y="223667"/>
                  </a:cubicBezTo>
                  <a:cubicBezTo>
                    <a:pt x="99704" y="223670"/>
                    <a:pt x="99600" y="223671"/>
                    <a:pt x="99497" y="223669"/>
                  </a:cubicBezTo>
                  <a:lnTo>
                    <a:pt x="31195" y="223669"/>
                  </a:lnTo>
                  <a:close/>
                  <a:moveTo>
                    <a:pt x="31297" y="106018"/>
                  </a:moveTo>
                  <a:cubicBezTo>
                    <a:pt x="32937" y="106056"/>
                    <a:pt x="34502" y="106707"/>
                    <a:pt x="35680" y="107839"/>
                  </a:cubicBezTo>
                  <a:cubicBezTo>
                    <a:pt x="36811" y="109007"/>
                    <a:pt x="37433" y="110569"/>
                    <a:pt x="37413" y="112189"/>
                  </a:cubicBezTo>
                  <a:lnTo>
                    <a:pt x="37413" y="211429"/>
                  </a:lnTo>
                  <a:lnTo>
                    <a:pt x="93788" y="211429"/>
                  </a:lnTo>
                  <a:lnTo>
                    <a:pt x="93788" y="112088"/>
                  </a:lnTo>
                  <a:cubicBezTo>
                    <a:pt x="93789" y="110472"/>
                    <a:pt x="94409" y="108917"/>
                    <a:pt x="95521" y="107738"/>
                  </a:cubicBezTo>
                  <a:cubicBezTo>
                    <a:pt x="96725" y="106644"/>
                    <a:pt x="98275" y="106001"/>
                    <a:pt x="99905" y="105917"/>
                  </a:cubicBezTo>
                  <a:lnTo>
                    <a:pt x="118560" y="105917"/>
                  </a:lnTo>
                  <a:lnTo>
                    <a:pt x="118560" y="37632"/>
                  </a:lnTo>
                  <a:cubicBezTo>
                    <a:pt x="118494" y="30837"/>
                    <a:pt x="115750" y="24337"/>
                    <a:pt x="110914" y="19524"/>
                  </a:cubicBezTo>
                  <a:cubicBezTo>
                    <a:pt x="106057" y="14763"/>
                    <a:pt x="99494" y="12107"/>
                    <a:pt x="92667" y="12139"/>
                  </a:cubicBezTo>
                  <a:lnTo>
                    <a:pt x="37923" y="12139"/>
                  </a:lnTo>
                  <a:cubicBezTo>
                    <a:pt x="23679" y="12195"/>
                    <a:pt x="12177" y="23699"/>
                    <a:pt x="12233" y="37834"/>
                  </a:cubicBezTo>
                  <a:cubicBezTo>
                    <a:pt x="12233" y="37868"/>
                    <a:pt x="12233" y="37902"/>
                    <a:pt x="12233" y="37936"/>
                  </a:cubicBezTo>
                  <a:lnTo>
                    <a:pt x="12233" y="106119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8B373B4F-A64C-2744-96C7-9CFC410E285B}"/>
                </a:ext>
              </a:extLst>
            </p:cNvPr>
            <p:cNvSpPr/>
            <p:nvPr/>
          </p:nvSpPr>
          <p:spPr>
            <a:xfrm>
              <a:off x="4934660" y="2672664"/>
              <a:ext cx="12437" cy="101951"/>
            </a:xfrm>
            <a:custGeom>
              <a:avLst/>
              <a:gdLst>
                <a:gd name="connsiteX0" fmla="*/ 6270 w 12437"/>
                <a:gd name="connsiteY0" fmla="*/ 101850 h 101951"/>
                <a:gd name="connsiteX1" fmla="*/ 52 w 12437"/>
                <a:gd name="connsiteY1" fmla="*/ 95679 h 101951"/>
                <a:gd name="connsiteX2" fmla="*/ 52 w 12437"/>
                <a:gd name="connsiteY2" fmla="*/ 6960 h 101951"/>
                <a:gd name="connsiteX3" fmla="*/ 5425 w 12437"/>
                <a:gd name="connsiteY3" fmla="*/ 51 h 101951"/>
                <a:gd name="connsiteX4" fmla="*/ 12387 w 12437"/>
                <a:gd name="connsiteY4" fmla="*/ 5383 h 101951"/>
                <a:gd name="connsiteX5" fmla="*/ 12387 w 12437"/>
                <a:gd name="connsiteY5" fmla="*/ 6960 h 101951"/>
                <a:gd name="connsiteX6" fmla="*/ 12387 w 12437"/>
                <a:gd name="connsiteY6" fmla="*/ 95780 h 101951"/>
                <a:gd name="connsiteX7" fmla="*/ 6270 w 12437"/>
                <a:gd name="connsiteY7" fmla="*/ 101951 h 10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37" h="101951">
                  <a:moveTo>
                    <a:pt x="6270" y="101850"/>
                  </a:moveTo>
                  <a:cubicBezTo>
                    <a:pt x="2836" y="101850"/>
                    <a:pt x="52" y="99087"/>
                    <a:pt x="52" y="95679"/>
                  </a:cubicBezTo>
                  <a:lnTo>
                    <a:pt x="52" y="6960"/>
                  </a:lnTo>
                  <a:cubicBezTo>
                    <a:pt x="-387" y="3580"/>
                    <a:pt x="2018" y="487"/>
                    <a:pt x="5425" y="51"/>
                  </a:cubicBezTo>
                  <a:cubicBezTo>
                    <a:pt x="8831" y="-384"/>
                    <a:pt x="11948" y="2003"/>
                    <a:pt x="12387" y="5383"/>
                  </a:cubicBezTo>
                  <a:cubicBezTo>
                    <a:pt x="12455" y="5907"/>
                    <a:pt x="12455" y="6437"/>
                    <a:pt x="12387" y="6960"/>
                  </a:cubicBezTo>
                  <a:lnTo>
                    <a:pt x="12387" y="95780"/>
                  </a:lnTo>
                  <a:cubicBezTo>
                    <a:pt x="12387" y="99149"/>
                    <a:pt x="9665" y="101896"/>
                    <a:pt x="6270" y="10195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22FBF15-EDC5-3241-A8AC-B6FFB729ABCA}"/>
                </a:ext>
              </a:extLst>
            </p:cNvPr>
            <p:cNvSpPr/>
            <p:nvPr/>
          </p:nvSpPr>
          <p:spPr>
            <a:xfrm>
              <a:off x="4900203" y="2589812"/>
              <a:ext cx="12437" cy="79291"/>
            </a:xfrm>
            <a:custGeom>
              <a:avLst/>
              <a:gdLst>
                <a:gd name="connsiteX0" fmla="*/ 6270 w 12437"/>
                <a:gd name="connsiteY0" fmla="*/ 79291 h 79291"/>
                <a:gd name="connsiteX1" fmla="*/ 53 w 12437"/>
                <a:gd name="connsiteY1" fmla="*/ 73323 h 79291"/>
                <a:gd name="connsiteX2" fmla="*/ 52 w 12437"/>
                <a:gd name="connsiteY2" fmla="*/ 73221 h 79291"/>
                <a:gd name="connsiteX3" fmla="*/ 52 w 12437"/>
                <a:gd name="connsiteY3" fmla="*/ 6960 h 79291"/>
                <a:gd name="connsiteX4" fmla="*/ 5425 w 12437"/>
                <a:gd name="connsiteY4" fmla="*/ 51 h 79291"/>
                <a:gd name="connsiteX5" fmla="*/ 12387 w 12437"/>
                <a:gd name="connsiteY5" fmla="*/ 5383 h 79291"/>
                <a:gd name="connsiteX6" fmla="*/ 12387 w 12437"/>
                <a:gd name="connsiteY6" fmla="*/ 6960 h 79291"/>
                <a:gd name="connsiteX7" fmla="*/ 12387 w 12437"/>
                <a:gd name="connsiteY7" fmla="*/ 73221 h 79291"/>
                <a:gd name="connsiteX8" fmla="*/ 6270 w 12437"/>
                <a:gd name="connsiteY8" fmla="*/ 79291 h 79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7" h="79291">
                  <a:moveTo>
                    <a:pt x="6270" y="79291"/>
                  </a:moveTo>
                  <a:cubicBezTo>
                    <a:pt x="2893" y="79347"/>
                    <a:pt x="109" y="76675"/>
                    <a:pt x="53" y="73323"/>
                  </a:cubicBezTo>
                  <a:cubicBezTo>
                    <a:pt x="52" y="73289"/>
                    <a:pt x="52" y="73255"/>
                    <a:pt x="52" y="73221"/>
                  </a:cubicBezTo>
                  <a:lnTo>
                    <a:pt x="52" y="6960"/>
                  </a:lnTo>
                  <a:cubicBezTo>
                    <a:pt x="-387" y="3580"/>
                    <a:pt x="2018" y="487"/>
                    <a:pt x="5425" y="51"/>
                  </a:cubicBezTo>
                  <a:cubicBezTo>
                    <a:pt x="8831" y="-384"/>
                    <a:pt x="11948" y="2003"/>
                    <a:pt x="12387" y="5383"/>
                  </a:cubicBezTo>
                  <a:cubicBezTo>
                    <a:pt x="12455" y="5907"/>
                    <a:pt x="12455" y="6437"/>
                    <a:pt x="12387" y="6960"/>
                  </a:cubicBezTo>
                  <a:lnTo>
                    <a:pt x="12387" y="73221"/>
                  </a:lnTo>
                  <a:cubicBezTo>
                    <a:pt x="12387" y="76573"/>
                    <a:pt x="9648" y="79291"/>
                    <a:pt x="6270" y="7929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385739A6-C598-D34C-85F9-CE6CAEB10273}"/>
                </a:ext>
              </a:extLst>
            </p:cNvPr>
            <p:cNvSpPr/>
            <p:nvPr/>
          </p:nvSpPr>
          <p:spPr>
            <a:xfrm>
              <a:off x="4968658" y="2591187"/>
              <a:ext cx="12335" cy="77815"/>
            </a:xfrm>
            <a:custGeom>
              <a:avLst/>
              <a:gdLst>
                <a:gd name="connsiteX0" fmla="*/ 6117 w 12335"/>
                <a:gd name="connsiteY0" fmla="*/ 77815 h 77815"/>
                <a:gd name="connsiteX1" fmla="*/ 0 w 12335"/>
                <a:gd name="connsiteY1" fmla="*/ 71746 h 77815"/>
                <a:gd name="connsiteX2" fmla="*/ 1 w 12335"/>
                <a:gd name="connsiteY2" fmla="*/ 71644 h 77815"/>
                <a:gd name="connsiteX3" fmla="*/ 1 w 12335"/>
                <a:gd name="connsiteY3" fmla="*/ 5383 h 77815"/>
                <a:gd name="connsiteX4" fmla="*/ 6963 w 12335"/>
                <a:gd name="connsiteY4" fmla="*/ 51 h 77815"/>
                <a:gd name="connsiteX5" fmla="*/ 12336 w 12335"/>
                <a:gd name="connsiteY5" fmla="*/ 5383 h 77815"/>
                <a:gd name="connsiteX6" fmla="*/ 12336 w 12335"/>
                <a:gd name="connsiteY6" fmla="*/ 71644 h 77815"/>
                <a:gd name="connsiteX7" fmla="*/ 6117 w 12335"/>
                <a:gd name="connsiteY7" fmla="*/ 77815 h 7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35" h="77815">
                  <a:moveTo>
                    <a:pt x="6117" y="77815"/>
                  </a:moveTo>
                  <a:cubicBezTo>
                    <a:pt x="2739" y="77816"/>
                    <a:pt x="0" y="75098"/>
                    <a:pt x="0" y="71746"/>
                  </a:cubicBezTo>
                  <a:cubicBezTo>
                    <a:pt x="0" y="71712"/>
                    <a:pt x="0" y="71678"/>
                    <a:pt x="1" y="71644"/>
                  </a:cubicBezTo>
                  <a:lnTo>
                    <a:pt x="1" y="5383"/>
                  </a:lnTo>
                  <a:cubicBezTo>
                    <a:pt x="440" y="2003"/>
                    <a:pt x="3557" y="-384"/>
                    <a:pt x="6963" y="51"/>
                  </a:cubicBezTo>
                  <a:cubicBezTo>
                    <a:pt x="9767" y="410"/>
                    <a:pt x="11975" y="2600"/>
                    <a:pt x="12336" y="5383"/>
                  </a:cubicBezTo>
                  <a:lnTo>
                    <a:pt x="12336" y="71644"/>
                  </a:lnTo>
                  <a:cubicBezTo>
                    <a:pt x="12336" y="75052"/>
                    <a:pt x="9552" y="77815"/>
                    <a:pt x="6117" y="77815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2028829-386A-244A-A4EF-EFCCA1CA337D}"/>
                </a:ext>
              </a:extLst>
            </p:cNvPr>
            <p:cNvSpPr/>
            <p:nvPr/>
          </p:nvSpPr>
          <p:spPr>
            <a:xfrm>
              <a:off x="4967761" y="2639412"/>
              <a:ext cx="39003" cy="12343"/>
            </a:xfrm>
            <a:custGeom>
              <a:avLst/>
              <a:gdLst>
                <a:gd name="connsiteX0" fmla="*/ 7014 w 39003"/>
                <a:gd name="connsiteY0" fmla="*/ 12292 h 12343"/>
                <a:gd name="connsiteX1" fmla="*/ 52 w 39003"/>
                <a:gd name="connsiteY1" fmla="*/ 6960 h 12343"/>
                <a:gd name="connsiteX2" fmla="*/ 5425 w 39003"/>
                <a:gd name="connsiteY2" fmla="*/ 51 h 12343"/>
                <a:gd name="connsiteX3" fmla="*/ 7014 w 39003"/>
                <a:gd name="connsiteY3" fmla="*/ 51 h 12343"/>
                <a:gd name="connsiteX4" fmla="*/ 31990 w 39003"/>
                <a:gd name="connsiteY4" fmla="*/ 51 h 12343"/>
                <a:gd name="connsiteX5" fmla="*/ 38952 w 39003"/>
                <a:gd name="connsiteY5" fmla="*/ 5383 h 12343"/>
                <a:gd name="connsiteX6" fmla="*/ 33579 w 39003"/>
                <a:gd name="connsiteY6" fmla="*/ 12292 h 12343"/>
                <a:gd name="connsiteX7" fmla="*/ 31990 w 39003"/>
                <a:gd name="connsiteY7" fmla="*/ 12292 h 12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03" h="12343">
                  <a:moveTo>
                    <a:pt x="7014" y="12292"/>
                  </a:moveTo>
                  <a:cubicBezTo>
                    <a:pt x="3608" y="12727"/>
                    <a:pt x="490" y="10340"/>
                    <a:pt x="52" y="6960"/>
                  </a:cubicBezTo>
                  <a:cubicBezTo>
                    <a:pt x="-387" y="3580"/>
                    <a:pt x="2018" y="487"/>
                    <a:pt x="5425" y="51"/>
                  </a:cubicBezTo>
                  <a:cubicBezTo>
                    <a:pt x="5952" y="-16"/>
                    <a:pt x="6486" y="-16"/>
                    <a:pt x="7014" y="51"/>
                  </a:cubicBezTo>
                  <a:lnTo>
                    <a:pt x="31990" y="51"/>
                  </a:lnTo>
                  <a:cubicBezTo>
                    <a:pt x="35396" y="-384"/>
                    <a:pt x="38513" y="2003"/>
                    <a:pt x="38952" y="5383"/>
                  </a:cubicBezTo>
                  <a:cubicBezTo>
                    <a:pt x="39391" y="8763"/>
                    <a:pt x="36985" y="11856"/>
                    <a:pt x="33579" y="12292"/>
                  </a:cubicBezTo>
                  <a:cubicBezTo>
                    <a:pt x="33051" y="12359"/>
                    <a:pt x="32517" y="12359"/>
                    <a:pt x="31990" y="12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32FD8C63-C1C0-B649-9F6F-BC6E20E3FEBB}"/>
                </a:ext>
              </a:extLst>
            </p:cNvPr>
            <p:cNvSpPr/>
            <p:nvPr/>
          </p:nvSpPr>
          <p:spPr>
            <a:xfrm>
              <a:off x="4876174" y="2639614"/>
              <a:ext cx="37312" cy="12342"/>
            </a:xfrm>
            <a:custGeom>
              <a:avLst/>
              <a:gdLst>
                <a:gd name="connsiteX0" fmla="*/ 5425 w 37312"/>
                <a:gd name="connsiteY0" fmla="*/ 12292 h 12342"/>
                <a:gd name="connsiteX1" fmla="*/ 52 w 37312"/>
                <a:gd name="connsiteY1" fmla="*/ 5383 h 12342"/>
                <a:gd name="connsiteX2" fmla="*/ 5425 w 37312"/>
                <a:gd name="connsiteY2" fmla="*/ 51 h 12342"/>
                <a:gd name="connsiteX3" fmla="*/ 30299 w 37312"/>
                <a:gd name="connsiteY3" fmla="*/ 51 h 12342"/>
                <a:gd name="connsiteX4" fmla="*/ 37261 w 37312"/>
                <a:gd name="connsiteY4" fmla="*/ 5383 h 12342"/>
                <a:gd name="connsiteX5" fmla="*/ 31888 w 37312"/>
                <a:gd name="connsiteY5" fmla="*/ 12292 h 12342"/>
                <a:gd name="connsiteX6" fmla="*/ 30299 w 37312"/>
                <a:gd name="connsiteY6" fmla="*/ 12292 h 12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12" h="12342">
                  <a:moveTo>
                    <a:pt x="5425" y="12292"/>
                  </a:moveTo>
                  <a:cubicBezTo>
                    <a:pt x="2018" y="11856"/>
                    <a:pt x="-387" y="8763"/>
                    <a:pt x="52" y="5383"/>
                  </a:cubicBezTo>
                  <a:cubicBezTo>
                    <a:pt x="413" y="2600"/>
                    <a:pt x="2620" y="410"/>
                    <a:pt x="5425" y="51"/>
                  </a:cubicBezTo>
                  <a:lnTo>
                    <a:pt x="30299" y="51"/>
                  </a:lnTo>
                  <a:cubicBezTo>
                    <a:pt x="33705" y="-384"/>
                    <a:pt x="36822" y="2003"/>
                    <a:pt x="37261" y="5383"/>
                  </a:cubicBezTo>
                  <a:cubicBezTo>
                    <a:pt x="37700" y="8763"/>
                    <a:pt x="35294" y="11856"/>
                    <a:pt x="31888" y="12292"/>
                  </a:cubicBezTo>
                  <a:cubicBezTo>
                    <a:pt x="31360" y="12359"/>
                    <a:pt x="30826" y="12359"/>
                    <a:pt x="30299" y="12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4619F5C7-873C-B54F-AB0B-BCD61D22282F}"/>
                </a:ext>
              </a:extLst>
            </p:cNvPr>
            <p:cNvSpPr/>
            <p:nvPr/>
          </p:nvSpPr>
          <p:spPr>
            <a:xfrm>
              <a:off x="4912488" y="2483774"/>
              <a:ext cx="58721" cy="63327"/>
            </a:xfrm>
            <a:custGeom>
              <a:avLst/>
              <a:gdLst>
                <a:gd name="connsiteX0" fmla="*/ 28544 w 58721"/>
                <a:gd name="connsiteY0" fmla="*/ 63327 h 63327"/>
                <a:gd name="connsiteX1" fmla="*/ 5709 w 58721"/>
                <a:gd name="connsiteY1" fmla="*/ 47040 h 63327"/>
                <a:gd name="connsiteX2" fmla="*/ 0 w 58721"/>
                <a:gd name="connsiteY2" fmla="*/ 23368 h 63327"/>
                <a:gd name="connsiteX3" fmla="*/ 0 w 58721"/>
                <a:gd name="connsiteY3" fmla="*/ 16085 h 63327"/>
                <a:gd name="connsiteX4" fmla="*/ 917 w 58721"/>
                <a:gd name="connsiteY4" fmla="*/ 12848 h 63327"/>
                <a:gd name="connsiteX5" fmla="*/ 29054 w 58721"/>
                <a:gd name="connsiteY5" fmla="*/ 0 h 63327"/>
                <a:gd name="connsiteX6" fmla="*/ 48525 w 58721"/>
                <a:gd name="connsiteY6" fmla="*/ 4957 h 63327"/>
                <a:gd name="connsiteX7" fmla="*/ 58719 w 58721"/>
                <a:gd name="connsiteY7" fmla="*/ 16591 h 63327"/>
                <a:gd name="connsiteX8" fmla="*/ 58719 w 58721"/>
                <a:gd name="connsiteY8" fmla="*/ 23267 h 63327"/>
                <a:gd name="connsiteX9" fmla="*/ 53112 w 58721"/>
                <a:gd name="connsiteY9" fmla="*/ 46838 h 63327"/>
                <a:gd name="connsiteX10" fmla="*/ 29156 w 58721"/>
                <a:gd name="connsiteY10" fmla="*/ 63327 h 63327"/>
                <a:gd name="connsiteX11" fmla="*/ 12233 w 58721"/>
                <a:gd name="connsiteY11" fmla="*/ 18411 h 63327"/>
                <a:gd name="connsiteX12" fmla="*/ 12233 w 58721"/>
                <a:gd name="connsiteY12" fmla="*/ 23368 h 63327"/>
                <a:gd name="connsiteX13" fmla="*/ 16413 w 58721"/>
                <a:gd name="connsiteY13" fmla="*/ 41274 h 63327"/>
                <a:gd name="connsiteX14" fmla="*/ 29054 w 58721"/>
                <a:gd name="connsiteY14" fmla="*/ 51390 h 63327"/>
                <a:gd name="connsiteX15" fmla="*/ 42001 w 58721"/>
                <a:gd name="connsiteY15" fmla="*/ 41274 h 63327"/>
                <a:gd name="connsiteX16" fmla="*/ 46486 w 58721"/>
                <a:gd name="connsiteY16" fmla="*/ 23267 h 63327"/>
                <a:gd name="connsiteX17" fmla="*/ 46486 w 58721"/>
                <a:gd name="connsiteY17" fmla="*/ 18108 h 63327"/>
                <a:gd name="connsiteX18" fmla="*/ 29360 w 58721"/>
                <a:gd name="connsiteY18" fmla="*/ 12241 h 63327"/>
                <a:gd name="connsiteX19" fmla="*/ 12233 w 58721"/>
                <a:gd name="connsiteY19" fmla="*/ 18411 h 6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721" h="63327">
                  <a:moveTo>
                    <a:pt x="28544" y="63327"/>
                  </a:moveTo>
                  <a:cubicBezTo>
                    <a:pt x="18392" y="62756"/>
                    <a:pt x="9491" y="56407"/>
                    <a:pt x="5709" y="47040"/>
                  </a:cubicBezTo>
                  <a:cubicBezTo>
                    <a:pt x="1960" y="39704"/>
                    <a:pt x="4" y="31594"/>
                    <a:pt x="0" y="23368"/>
                  </a:cubicBezTo>
                  <a:lnTo>
                    <a:pt x="0" y="16085"/>
                  </a:lnTo>
                  <a:cubicBezTo>
                    <a:pt x="3" y="14943"/>
                    <a:pt x="320" y="13824"/>
                    <a:pt x="917" y="12848"/>
                  </a:cubicBezTo>
                  <a:cubicBezTo>
                    <a:pt x="7978" y="4722"/>
                    <a:pt x="18242" y="35"/>
                    <a:pt x="29054" y="0"/>
                  </a:cubicBezTo>
                  <a:cubicBezTo>
                    <a:pt x="35853" y="64"/>
                    <a:pt x="42535" y="1765"/>
                    <a:pt x="48525" y="4957"/>
                  </a:cubicBezTo>
                  <a:cubicBezTo>
                    <a:pt x="53112" y="7385"/>
                    <a:pt x="58719" y="11431"/>
                    <a:pt x="58719" y="16591"/>
                  </a:cubicBezTo>
                  <a:lnTo>
                    <a:pt x="58719" y="23267"/>
                  </a:lnTo>
                  <a:cubicBezTo>
                    <a:pt x="58801" y="31459"/>
                    <a:pt x="56877" y="39548"/>
                    <a:pt x="53112" y="46838"/>
                  </a:cubicBezTo>
                  <a:cubicBezTo>
                    <a:pt x="49372" y="56753"/>
                    <a:pt x="39825" y="63325"/>
                    <a:pt x="29156" y="63327"/>
                  </a:cubicBezTo>
                  <a:close/>
                  <a:moveTo>
                    <a:pt x="12233" y="18411"/>
                  </a:moveTo>
                  <a:lnTo>
                    <a:pt x="12233" y="23368"/>
                  </a:lnTo>
                  <a:cubicBezTo>
                    <a:pt x="12143" y="29585"/>
                    <a:pt x="13577" y="35730"/>
                    <a:pt x="16413" y="41274"/>
                  </a:cubicBezTo>
                  <a:cubicBezTo>
                    <a:pt x="19981" y="47850"/>
                    <a:pt x="24161" y="51390"/>
                    <a:pt x="29054" y="51390"/>
                  </a:cubicBezTo>
                  <a:cubicBezTo>
                    <a:pt x="33947" y="51390"/>
                    <a:pt x="38433" y="48254"/>
                    <a:pt x="42001" y="41274"/>
                  </a:cubicBezTo>
                  <a:cubicBezTo>
                    <a:pt x="44958" y="35727"/>
                    <a:pt x="46499" y="29543"/>
                    <a:pt x="46486" y="23267"/>
                  </a:cubicBezTo>
                  <a:lnTo>
                    <a:pt x="46486" y="18108"/>
                  </a:lnTo>
                  <a:cubicBezTo>
                    <a:pt x="41604" y="14297"/>
                    <a:pt x="35571" y="12230"/>
                    <a:pt x="29360" y="12241"/>
                  </a:cubicBezTo>
                  <a:cubicBezTo>
                    <a:pt x="23126" y="12393"/>
                    <a:pt x="17113" y="14560"/>
                    <a:pt x="12233" y="1841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4F9334E6-210A-014E-A82D-559B39307FFF}"/>
                </a:ext>
              </a:extLst>
            </p:cNvPr>
            <p:cNvSpPr/>
            <p:nvPr/>
          </p:nvSpPr>
          <p:spPr>
            <a:xfrm>
              <a:off x="5029540" y="2690651"/>
              <a:ext cx="55435" cy="55032"/>
            </a:xfrm>
            <a:custGeom>
              <a:avLst/>
              <a:gdLst>
                <a:gd name="connsiteX0" fmla="*/ 27707 w 55435"/>
                <a:gd name="connsiteY0" fmla="*/ 55032 h 55032"/>
                <a:gd name="connsiteX1" fmla="*/ 0 w 55435"/>
                <a:gd name="connsiteY1" fmla="*/ 27495 h 55032"/>
                <a:gd name="connsiteX2" fmla="*/ 4464 w 55435"/>
                <a:gd name="connsiteY2" fmla="*/ 12544 h 55032"/>
                <a:gd name="connsiteX3" fmla="*/ 12829 w 55435"/>
                <a:gd name="connsiteY3" fmla="*/ 10360 h 55032"/>
                <a:gd name="connsiteX4" fmla="*/ 15031 w 55435"/>
                <a:gd name="connsiteY4" fmla="*/ 18661 h 55032"/>
                <a:gd name="connsiteX5" fmla="*/ 14658 w 55435"/>
                <a:gd name="connsiteY5" fmla="*/ 19221 h 55032"/>
                <a:gd name="connsiteX6" fmla="*/ 12212 w 55435"/>
                <a:gd name="connsiteY6" fmla="*/ 27516 h 55032"/>
                <a:gd name="connsiteX7" fmla="*/ 27605 w 55435"/>
                <a:gd name="connsiteY7" fmla="*/ 42792 h 55032"/>
                <a:gd name="connsiteX8" fmla="*/ 38513 w 55435"/>
                <a:gd name="connsiteY8" fmla="*/ 38239 h 55032"/>
                <a:gd name="connsiteX9" fmla="*/ 42999 w 55435"/>
                <a:gd name="connsiteY9" fmla="*/ 27415 h 55032"/>
                <a:gd name="connsiteX10" fmla="*/ 38513 w 55435"/>
                <a:gd name="connsiteY10" fmla="*/ 16692 h 55032"/>
                <a:gd name="connsiteX11" fmla="*/ 27707 w 55435"/>
                <a:gd name="connsiteY11" fmla="*/ 12241 h 55032"/>
                <a:gd name="connsiteX12" fmla="*/ 23731 w 55435"/>
                <a:gd name="connsiteY12" fmla="*/ 12746 h 55032"/>
                <a:gd name="connsiteX13" fmla="*/ 15902 w 55435"/>
                <a:gd name="connsiteY13" fmla="*/ 8772 h 55032"/>
                <a:gd name="connsiteX14" fmla="*/ 19908 w 55435"/>
                <a:gd name="connsiteY14" fmla="*/ 1002 h 55032"/>
                <a:gd name="connsiteX15" fmla="*/ 20673 w 55435"/>
                <a:gd name="connsiteY15" fmla="*/ 809 h 55032"/>
                <a:gd name="connsiteX16" fmla="*/ 27605 w 55435"/>
                <a:gd name="connsiteY16" fmla="*/ 0 h 55032"/>
                <a:gd name="connsiteX17" fmla="*/ 55436 w 55435"/>
                <a:gd name="connsiteY17" fmla="*/ 27415 h 55032"/>
                <a:gd name="connsiteX18" fmla="*/ 27707 w 55435"/>
                <a:gd name="connsiteY18" fmla="*/ 55032 h 55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435" h="55032">
                  <a:moveTo>
                    <a:pt x="27707" y="55032"/>
                  </a:moveTo>
                  <a:cubicBezTo>
                    <a:pt x="12393" y="55020"/>
                    <a:pt x="-12" y="42692"/>
                    <a:pt x="0" y="27495"/>
                  </a:cubicBezTo>
                  <a:cubicBezTo>
                    <a:pt x="4" y="22188"/>
                    <a:pt x="1554" y="16996"/>
                    <a:pt x="4464" y="12544"/>
                  </a:cubicBezTo>
                  <a:cubicBezTo>
                    <a:pt x="6166" y="9649"/>
                    <a:pt x="9911" y="8670"/>
                    <a:pt x="12829" y="10360"/>
                  </a:cubicBezTo>
                  <a:cubicBezTo>
                    <a:pt x="15747" y="12049"/>
                    <a:pt x="16733" y="15765"/>
                    <a:pt x="15031" y="18661"/>
                  </a:cubicBezTo>
                  <a:cubicBezTo>
                    <a:pt x="14917" y="18854"/>
                    <a:pt x="14793" y="19041"/>
                    <a:pt x="14658" y="19221"/>
                  </a:cubicBezTo>
                  <a:cubicBezTo>
                    <a:pt x="13086" y="21708"/>
                    <a:pt x="12239" y="24580"/>
                    <a:pt x="12212" y="27516"/>
                  </a:cubicBezTo>
                  <a:cubicBezTo>
                    <a:pt x="12267" y="35930"/>
                    <a:pt x="19127" y="42736"/>
                    <a:pt x="27605" y="42792"/>
                  </a:cubicBezTo>
                  <a:cubicBezTo>
                    <a:pt x="31716" y="42823"/>
                    <a:pt x="35660" y="41177"/>
                    <a:pt x="38513" y="38239"/>
                  </a:cubicBezTo>
                  <a:cubicBezTo>
                    <a:pt x="41478" y="35419"/>
                    <a:pt x="43107" y="31489"/>
                    <a:pt x="42999" y="27415"/>
                  </a:cubicBezTo>
                  <a:cubicBezTo>
                    <a:pt x="42995" y="23392"/>
                    <a:pt x="41382" y="19535"/>
                    <a:pt x="38513" y="16692"/>
                  </a:cubicBezTo>
                  <a:cubicBezTo>
                    <a:pt x="35668" y="13816"/>
                    <a:pt x="31768" y="12210"/>
                    <a:pt x="27707" y="12241"/>
                  </a:cubicBezTo>
                  <a:cubicBezTo>
                    <a:pt x="26364" y="12210"/>
                    <a:pt x="25023" y="12380"/>
                    <a:pt x="23731" y="12746"/>
                  </a:cubicBezTo>
                  <a:cubicBezTo>
                    <a:pt x="20463" y="13794"/>
                    <a:pt x="16958" y="12015"/>
                    <a:pt x="15902" y="8772"/>
                  </a:cubicBezTo>
                  <a:cubicBezTo>
                    <a:pt x="14846" y="5529"/>
                    <a:pt x="16640" y="2050"/>
                    <a:pt x="19908" y="1002"/>
                  </a:cubicBezTo>
                  <a:cubicBezTo>
                    <a:pt x="20158" y="922"/>
                    <a:pt x="20414" y="858"/>
                    <a:pt x="20673" y="809"/>
                  </a:cubicBezTo>
                  <a:cubicBezTo>
                    <a:pt x="22946" y="285"/>
                    <a:pt x="25271" y="13"/>
                    <a:pt x="27605" y="0"/>
                  </a:cubicBezTo>
                  <a:cubicBezTo>
                    <a:pt x="42896" y="0"/>
                    <a:pt x="55324" y="12241"/>
                    <a:pt x="55436" y="27415"/>
                  </a:cubicBezTo>
                  <a:cubicBezTo>
                    <a:pt x="55436" y="42628"/>
                    <a:pt x="43038" y="54976"/>
                    <a:pt x="27707" y="5503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D0A66082-4F72-C747-83F9-242A5B6913B3}"/>
                </a:ext>
              </a:extLst>
            </p:cNvPr>
            <p:cNvSpPr/>
            <p:nvPr/>
          </p:nvSpPr>
          <p:spPr>
            <a:xfrm>
              <a:off x="5062242" y="2612352"/>
              <a:ext cx="66874" cy="66362"/>
            </a:xfrm>
            <a:custGeom>
              <a:avLst/>
              <a:gdLst>
                <a:gd name="connsiteX0" fmla="*/ 33438 w 66874"/>
                <a:gd name="connsiteY0" fmla="*/ 66059 h 66362"/>
                <a:gd name="connsiteX1" fmla="*/ 20491 w 66874"/>
                <a:gd name="connsiteY1" fmla="*/ 63631 h 66362"/>
                <a:gd name="connsiteX2" fmla="*/ 17085 w 66874"/>
                <a:gd name="connsiteY2" fmla="*/ 55740 h 66362"/>
                <a:gd name="connsiteX3" fmla="*/ 17127 w 66874"/>
                <a:gd name="connsiteY3" fmla="*/ 55639 h 66362"/>
                <a:gd name="connsiteX4" fmla="*/ 25246 w 66874"/>
                <a:gd name="connsiteY4" fmla="*/ 52286 h 66362"/>
                <a:gd name="connsiteX5" fmla="*/ 25282 w 66874"/>
                <a:gd name="connsiteY5" fmla="*/ 52301 h 66362"/>
                <a:gd name="connsiteX6" fmla="*/ 33438 w 66874"/>
                <a:gd name="connsiteY6" fmla="*/ 53919 h 66362"/>
                <a:gd name="connsiteX7" fmla="*/ 54566 w 66874"/>
                <a:gd name="connsiteY7" fmla="*/ 33005 h 66362"/>
                <a:gd name="connsiteX8" fmla="*/ 48321 w 66874"/>
                <a:gd name="connsiteY8" fmla="*/ 18108 h 66362"/>
                <a:gd name="connsiteX9" fmla="*/ 33336 w 66874"/>
                <a:gd name="connsiteY9" fmla="*/ 12038 h 66362"/>
                <a:gd name="connsiteX10" fmla="*/ 12331 w 66874"/>
                <a:gd name="connsiteY10" fmla="*/ 32874 h 66362"/>
                <a:gd name="connsiteX11" fmla="*/ 12335 w 66874"/>
                <a:gd name="connsiteY11" fmla="*/ 33282 h 66362"/>
                <a:gd name="connsiteX12" fmla="*/ 13661 w 66874"/>
                <a:gd name="connsiteY12" fmla="*/ 40667 h 66362"/>
                <a:gd name="connsiteX13" fmla="*/ 9261 w 66874"/>
                <a:gd name="connsiteY13" fmla="*/ 48223 h 66362"/>
                <a:gd name="connsiteX14" fmla="*/ 2141 w 66874"/>
                <a:gd name="connsiteY14" fmla="*/ 45118 h 66362"/>
                <a:gd name="connsiteX15" fmla="*/ 0 w 66874"/>
                <a:gd name="connsiteY15" fmla="*/ 33282 h 66362"/>
                <a:gd name="connsiteX16" fmla="*/ 33336 w 66874"/>
                <a:gd name="connsiteY16" fmla="*/ 0 h 66362"/>
                <a:gd name="connsiteX17" fmla="*/ 66875 w 66874"/>
                <a:gd name="connsiteY17" fmla="*/ 33080 h 66362"/>
                <a:gd name="connsiteX18" fmla="*/ 33539 w 66874"/>
                <a:gd name="connsiteY18" fmla="*/ 66362 h 66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874" h="66362">
                  <a:moveTo>
                    <a:pt x="33438" y="66059"/>
                  </a:moveTo>
                  <a:cubicBezTo>
                    <a:pt x="29001" y="66123"/>
                    <a:pt x="24597" y="65297"/>
                    <a:pt x="20491" y="63631"/>
                  </a:cubicBezTo>
                  <a:cubicBezTo>
                    <a:pt x="17355" y="62385"/>
                    <a:pt x="15830" y="58853"/>
                    <a:pt x="17085" y="55740"/>
                  </a:cubicBezTo>
                  <a:cubicBezTo>
                    <a:pt x="17098" y="55706"/>
                    <a:pt x="17112" y="55673"/>
                    <a:pt x="17127" y="55639"/>
                  </a:cubicBezTo>
                  <a:cubicBezTo>
                    <a:pt x="18436" y="52488"/>
                    <a:pt x="22071" y="50987"/>
                    <a:pt x="25246" y="52286"/>
                  </a:cubicBezTo>
                  <a:cubicBezTo>
                    <a:pt x="25258" y="52291"/>
                    <a:pt x="25270" y="52296"/>
                    <a:pt x="25282" y="52301"/>
                  </a:cubicBezTo>
                  <a:cubicBezTo>
                    <a:pt x="27860" y="53391"/>
                    <a:pt x="30636" y="53942"/>
                    <a:pt x="33438" y="53919"/>
                  </a:cubicBezTo>
                  <a:cubicBezTo>
                    <a:pt x="45092" y="53934"/>
                    <a:pt x="54552" y="44570"/>
                    <a:pt x="54566" y="33005"/>
                  </a:cubicBezTo>
                  <a:cubicBezTo>
                    <a:pt x="54573" y="27411"/>
                    <a:pt x="52325" y="22046"/>
                    <a:pt x="48321" y="18108"/>
                  </a:cubicBezTo>
                  <a:cubicBezTo>
                    <a:pt x="44384" y="14119"/>
                    <a:pt x="38961" y="11923"/>
                    <a:pt x="33336" y="12038"/>
                  </a:cubicBezTo>
                  <a:cubicBezTo>
                    <a:pt x="21737" y="12036"/>
                    <a:pt x="12334" y="21364"/>
                    <a:pt x="12331" y="32874"/>
                  </a:cubicBezTo>
                  <a:cubicBezTo>
                    <a:pt x="12331" y="33010"/>
                    <a:pt x="12333" y="33146"/>
                    <a:pt x="12335" y="33282"/>
                  </a:cubicBezTo>
                  <a:cubicBezTo>
                    <a:pt x="12309" y="35804"/>
                    <a:pt x="12759" y="38309"/>
                    <a:pt x="13661" y="40667"/>
                  </a:cubicBezTo>
                  <a:cubicBezTo>
                    <a:pt x="14548" y="43959"/>
                    <a:pt x="12578" y="47342"/>
                    <a:pt x="9261" y="48223"/>
                  </a:cubicBezTo>
                  <a:cubicBezTo>
                    <a:pt x="6447" y="48970"/>
                    <a:pt x="3489" y="47680"/>
                    <a:pt x="2141" y="45118"/>
                  </a:cubicBezTo>
                  <a:cubicBezTo>
                    <a:pt x="724" y="41330"/>
                    <a:pt x="-1" y="37322"/>
                    <a:pt x="0" y="33282"/>
                  </a:cubicBezTo>
                  <a:cubicBezTo>
                    <a:pt x="-56" y="14957"/>
                    <a:pt x="14869" y="56"/>
                    <a:pt x="33336" y="0"/>
                  </a:cubicBezTo>
                  <a:cubicBezTo>
                    <a:pt x="51802" y="-56"/>
                    <a:pt x="66818" y="14755"/>
                    <a:pt x="66875" y="33080"/>
                  </a:cubicBezTo>
                  <a:cubicBezTo>
                    <a:pt x="66931" y="51405"/>
                    <a:pt x="52006" y="66306"/>
                    <a:pt x="33539" y="6636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EB33BC33-6D4F-1E4C-82A4-75DCF34E2253}"/>
                </a:ext>
              </a:extLst>
            </p:cNvPr>
            <p:cNvSpPr/>
            <p:nvPr/>
          </p:nvSpPr>
          <p:spPr>
            <a:xfrm>
              <a:off x="5015450" y="2556611"/>
              <a:ext cx="48929" cy="48558"/>
            </a:xfrm>
            <a:custGeom>
              <a:avLst/>
              <a:gdLst>
                <a:gd name="connsiteX0" fmla="*/ 24467 w 48929"/>
                <a:gd name="connsiteY0" fmla="*/ 48558 h 48558"/>
                <a:gd name="connsiteX1" fmla="*/ 7238 w 48929"/>
                <a:gd name="connsiteY1" fmla="*/ 41477 h 48558"/>
                <a:gd name="connsiteX2" fmla="*/ 0 w 48929"/>
                <a:gd name="connsiteY2" fmla="*/ 24381 h 48558"/>
                <a:gd name="connsiteX3" fmla="*/ 7136 w 48929"/>
                <a:gd name="connsiteY3" fmla="*/ 7183 h 48558"/>
                <a:gd name="connsiteX4" fmla="*/ 24467 w 48929"/>
                <a:gd name="connsiteY4" fmla="*/ 1 h 48558"/>
                <a:gd name="connsiteX5" fmla="*/ 41797 w 48929"/>
                <a:gd name="connsiteY5" fmla="*/ 7082 h 48558"/>
                <a:gd name="connsiteX6" fmla="*/ 47302 w 48929"/>
                <a:gd name="connsiteY6" fmla="*/ 32979 h 48558"/>
                <a:gd name="connsiteX7" fmla="*/ 39198 w 48929"/>
                <a:gd name="connsiteY7" fmla="*/ 36368 h 48558"/>
                <a:gd name="connsiteX8" fmla="*/ 35783 w 48929"/>
                <a:gd name="connsiteY8" fmla="*/ 28326 h 48558"/>
                <a:gd name="connsiteX9" fmla="*/ 36598 w 48929"/>
                <a:gd name="connsiteY9" fmla="*/ 23976 h 48558"/>
                <a:gd name="connsiteX10" fmla="*/ 24467 w 48929"/>
                <a:gd name="connsiteY10" fmla="*/ 11938 h 48558"/>
                <a:gd name="connsiteX11" fmla="*/ 12660 w 48929"/>
                <a:gd name="connsiteY11" fmla="*/ 24289 h 48558"/>
                <a:gd name="connsiteX12" fmla="*/ 15904 w 48929"/>
                <a:gd name="connsiteY12" fmla="*/ 32170 h 48558"/>
                <a:gd name="connsiteX13" fmla="*/ 24467 w 48929"/>
                <a:gd name="connsiteY13" fmla="*/ 35711 h 48558"/>
                <a:gd name="connsiteX14" fmla="*/ 29156 w 48929"/>
                <a:gd name="connsiteY14" fmla="*/ 34800 h 48558"/>
                <a:gd name="connsiteX15" fmla="*/ 37312 w 48929"/>
                <a:gd name="connsiteY15" fmla="*/ 38038 h 48558"/>
                <a:gd name="connsiteX16" fmla="*/ 34100 w 48929"/>
                <a:gd name="connsiteY16" fmla="*/ 46008 h 48558"/>
                <a:gd name="connsiteX17" fmla="*/ 34049 w 48929"/>
                <a:gd name="connsiteY17" fmla="*/ 46029 h 48558"/>
                <a:gd name="connsiteX18" fmla="*/ 25078 w 48929"/>
                <a:gd name="connsiteY18" fmla="*/ 48558 h 4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929" h="48558">
                  <a:moveTo>
                    <a:pt x="24467" y="48558"/>
                  </a:moveTo>
                  <a:cubicBezTo>
                    <a:pt x="18003" y="48570"/>
                    <a:pt x="11801" y="46021"/>
                    <a:pt x="7238" y="41477"/>
                  </a:cubicBezTo>
                  <a:cubicBezTo>
                    <a:pt x="2583" y="36992"/>
                    <a:pt x="-30" y="30819"/>
                    <a:pt x="0" y="24381"/>
                  </a:cubicBezTo>
                  <a:cubicBezTo>
                    <a:pt x="-38" y="17931"/>
                    <a:pt x="2533" y="11736"/>
                    <a:pt x="7136" y="7183"/>
                  </a:cubicBezTo>
                  <a:cubicBezTo>
                    <a:pt x="11687" y="2548"/>
                    <a:pt x="17946" y="-46"/>
                    <a:pt x="24467" y="1"/>
                  </a:cubicBezTo>
                  <a:cubicBezTo>
                    <a:pt x="30957" y="7"/>
                    <a:pt x="37184" y="2551"/>
                    <a:pt x="41797" y="7082"/>
                  </a:cubicBezTo>
                  <a:cubicBezTo>
                    <a:pt x="48605" y="13889"/>
                    <a:pt x="50760" y="24024"/>
                    <a:pt x="47302" y="32979"/>
                  </a:cubicBezTo>
                  <a:cubicBezTo>
                    <a:pt x="46007" y="36136"/>
                    <a:pt x="42379" y="37653"/>
                    <a:pt x="39198" y="36368"/>
                  </a:cubicBezTo>
                  <a:cubicBezTo>
                    <a:pt x="36017" y="35083"/>
                    <a:pt x="34488" y="31483"/>
                    <a:pt x="35783" y="28326"/>
                  </a:cubicBezTo>
                  <a:cubicBezTo>
                    <a:pt x="36356" y="26948"/>
                    <a:pt x="36634" y="25467"/>
                    <a:pt x="36598" y="23976"/>
                  </a:cubicBezTo>
                  <a:cubicBezTo>
                    <a:pt x="36543" y="17350"/>
                    <a:pt x="31144" y="11993"/>
                    <a:pt x="24467" y="11938"/>
                  </a:cubicBezTo>
                  <a:cubicBezTo>
                    <a:pt x="17769" y="12113"/>
                    <a:pt x="12483" y="17643"/>
                    <a:pt x="12660" y="24289"/>
                  </a:cubicBezTo>
                  <a:cubicBezTo>
                    <a:pt x="12738" y="27221"/>
                    <a:pt x="13891" y="30023"/>
                    <a:pt x="15904" y="32170"/>
                  </a:cubicBezTo>
                  <a:cubicBezTo>
                    <a:pt x="18153" y="34459"/>
                    <a:pt x="21246" y="35737"/>
                    <a:pt x="24467" y="35711"/>
                  </a:cubicBezTo>
                  <a:cubicBezTo>
                    <a:pt x="26077" y="35733"/>
                    <a:pt x="27674" y="35423"/>
                    <a:pt x="29156" y="34800"/>
                  </a:cubicBezTo>
                  <a:cubicBezTo>
                    <a:pt x="32309" y="33464"/>
                    <a:pt x="35957" y="34912"/>
                    <a:pt x="37312" y="38038"/>
                  </a:cubicBezTo>
                  <a:cubicBezTo>
                    <a:pt x="38643" y="41119"/>
                    <a:pt x="37205" y="44687"/>
                    <a:pt x="34100" y="46008"/>
                  </a:cubicBezTo>
                  <a:cubicBezTo>
                    <a:pt x="34083" y="46015"/>
                    <a:pt x="34066" y="46022"/>
                    <a:pt x="34049" y="46029"/>
                  </a:cubicBezTo>
                  <a:cubicBezTo>
                    <a:pt x="31259" y="47457"/>
                    <a:pt x="28209" y="48317"/>
                    <a:pt x="25078" y="4855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F09701E-63DC-C643-AA7A-42D4057FD9EB}"/>
                </a:ext>
              </a:extLst>
            </p:cNvPr>
            <p:cNvSpPr/>
            <p:nvPr/>
          </p:nvSpPr>
          <p:spPr>
            <a:xfrm>
              <a:off x="5051186" y="2488984"/>
              <a:ext cx="54347" cy="53767"/>
            </a:xfrm>
            <a:custGeom>
              <a:avLst/>
              <a:gdLst>
                <a:gd name="connsiteX0" fmla="*/ 27163 w 54347"/>
                <a:gd name="connsiteY0" fmla="*/ 52958 h 53767"/>
                <a:gd name="connsiteX1" fmla="*/ 0 w 54347"/>
                <a:gd name="connsiteY1" fmla="*/ 26095 h 53767"/>
                <a:gd name="connsiteX2" fmla="*/ 10343 w 54347"/>
                <a:gd name="connsiteY2" fmla="*/ 4906 h 53767"/>
                <a:gd name="connsiteX3" fmla="*/ 19263 w 54347"/>
                <a:gd name="connsiteY3" fmla="*/ 6171 h 53767"/>
                <a:gd name="connsiteX4" fmla="*/ 17988 w 54347"/>
                <a:gd name="connsiteY4" fmla="*/ 15023 h 53767"/>
                <a:gd name="connsiteX5" fmla="*/ 12382 w 54347"/>
                <a:gd name="connsiteY5" fmla="*/ 26555 h 53767"/>
                <a:gd name="connsiteX6" fmla="*/ 27163 w 54347"/>
                <a:gd name="connsiteY6" fmla="*/ 41122 h 53767"/>
                <a:gd name="connsiteX7" fmla="*/ 37358 w 54347"/>
                <a:gd name="connsiteY7" fmla="*/ 36772 h 53767"/>
                <a:gd name="connsiteX8" fmla="*/ 41639 w 54347"/>
                <a:gd name="connsiteY8" fmla="*/ 26656 h 53767"/>
                <a:gd name="connsiteX9" fmla="*/ 37358 w 54347"/>
                <a:gd name="connsiteY9" fmla="*/ 16540 h 53767"/>
                <a:gd name="connsiteX10" fmla="*/ 27163 w 54347"/>
                <a:gd name="connsiteY10" fmla="*/ 12291 h 53767"/>
                <a:gd name="connsiteX11" fmla="*/ 20201 w 54347"/>
                <a:gd name="connsiteY11" fmla="*/ 6959 h 53767"/>
                <a:gd name="connsiteX12" fmla="*/ 25574 w 54347"/>
                <a:gd name="connsiteY12" fmla="*/ 51 h 53767"/>
                <a:gd name="connsiteX13" fmla="*/ 27163 w 54347"/>
                <a:gd name="connsiteY13" fmla="*/ 51 h 53767"/>
                <a:gd name="connsiteX14" fmla="*/ 46329 w 54347"/>
                <a:gd name="connsiteY14" fmla="*/ 7840 h 53767"/>
                <a:gd name="connsiteX15" fmla="*/ 46600 w 54347"/>
                <a:gd name="connsiteY15" fmla="*/ 45608 h 53767"/>
                <a:gd name="connsiteX16" fmla="*/ 46329 w 54347"/>
                <a:gd name="connsiteY16" fmla="*/ 45877 h 53767"/>
                <a:gd name="connsiteX17" fmla="*/ 27265 w 54347"/>
                <a:gd name="connsiteY17" fmla="*/ 53768 h 5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47" h="53767">
                  <a:moveTo>
                    <a:pt x="27163" y="52958"/>
                  </a:moveTo>
                  <a:cubicBezTo>
                    <a:pt x="12187" y="52984"/>
                    <a:pt x="26" y="40957"/>
                    <a:pt x="0" y="26095"/>
                  </a:cubicBezTo>
                  <a:cubicBezTo>
                    <a:pt x="-14" y="17831"/>
                    <a:pt x="3799" y="10019"/>
                    <a:pt x="10343" y="4906"/>
                  </a:cubicBezTo>
                  <a:cubicBezTo>
                    <a:pt x="13158" y="2811"/>
                    <a:pt x="17151" y="3377"/>
                    <a:pt x="19263" y="6171"/>
                  </a:cubicBezTo>
                  <a:cubicBezTo>
                    <a:pt x="21374" y="8964"/>
                    <a:pt x="20804" y="12927"/>
                    <a:pt x="17988" y="15023"/>
                  </a:cubicBezTo>
                  <a:cubicBezTo>
                    <a:pt x="14438" y="17812"/>
                    <a:pt x="12372" y="22062"/>
                    <a:pt x="12382" y="26555"/>
                  </a:cubicBezTo>
                  <a:cubicBezTo>
                    <a:pt x="12438" y="34617"/>
                    <a:pt x="19039" y="41123"/>
                    <a:pt x="27163" y="41122"/>
                  </a:cubicBezTo>
                  <a:cubicBezTo>
                    <a:pt x="31014" y="41096"/>
                    <a:pt x="34690" y="39528"/>
                    <a:pt x="37358" y="36772"/>
                  </a:cubicBezTo>
                  <a:cubicBezTo>
                    <a:pt x="40147" y="34143"/>
                    <a:pt x="41700" y="30474"/>
                    <a:pt x="41639" y="26656"/>
                  </a:cubicBezTo>
                  <a:cubicBezTo>
                    <a:pt x="41606" y="22857"/>
                    <a:pt x="40068" y="19223"/>
                    <a:pt x="37358" y="16540"/>
                  </a:cubicBezTo>
                  <a:cubicBezTo>
                    <a:pt x="34641" y="13868"/>
                    <a:pt x="30987" y="12345"/>
                    <a:pt x="27163" y="12291"/>
                  </a:cubicBezTo>
                  <a:cubicBezTo>
                    <a:pt x="23757" y="12727"/>
                    <a:pt x="20640" y="10340"/>
                    <a:pt x="20201" y="6959"/>
                  </a:cubicBezTo>
                  <a:cubicBezTo>
                    <a:pt x="19762" y="3579"/>
                    <a:pt x="22168" y="486"/>
                    <a:pt x="25574" y="51"/>
                  </a:cubicBezTo>
                  <a:cubicBezTo>
                    <a:pt x="26102" y="-17"/>
                    <a:pt x="26636" y="-17"/>
                    <a:pt x="27163" y="51"/>
                  </a:cubicBezTo>
                  <a:cubicBezTo>
                    <a:pt x="34348" y="-16"/>
                    <a:pt x="41256" y="2791"/>
                    <a:pt x="46329" y="7840"/>
                  </a:cubicBezTo>
                  <a:cubicBezTo>
                    <a:pt x="56913" y="18195"/>
                    <a:pt x="57035" y="35105"/>
                    <a:pt x="46600" y="45608"/>
                  </a:cubicBezTo>
                  <a:cubicBezTo>
                    <a:pt x="46510" y="45698"/>
                    <a:pt x="46420" y="45788"/>
                    <a:pt x="46329" y="45877"/>
                  </a:cubicBezTo>
                  <a:cubicBezTo>
                    <a:pt x="41291" y="50928"/>
                    <a:pt x="34427" y="53769"/>
                    <a:pt x="27265" y="537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450C07F-CAB7-CE40-9651-4B675A0E0AC3}"/>
                </a:ext>
              </a:extLst>
            </p:cNvPr>
            <p:cNvSpPr/>
            <p:nvPr/>
          </p:nvSpPr>
          <p:spPr>
            <a:xfrm>
              <a:off x="4992738" y="2509065"/>
              <a:ext cx="71136" cy="33131"/>
            </a:xfrm>
            <a:custGeom>
              <a:avLst/>
              <a:gdLst>
                <a:gd name="connsiteX0" fmla="*/ 7014 w 71136"/>
                <a:gd name="connsiteY0" fmla="*/ 33080 h 33131"/>
                <a:gd name="connsiteX1" fmla="*/ 52 w 71136"/>
                <a:gd name="connsiteY1" fmla="*/ 27748 h 33131"/>
                <a:gd name="connsiteX2" fmla="*/ 5425 w 71136"/>
                <a:gd name="connsiteY2" fmla="*/ 20839 h 33131"/>
                <a:gd name="connsiteX3" fmla="*/ 7014 w 71136"/>
                <a:gd name="connsiteY3" fmla="*/ 20839 h 33131"/>
                <a:gd name="connsiteX4" fmla="*/ 27402 w 71136"/>
                <a:gd name="connsiteY4" fmla="*/ 20839 h 33131"/>
                <a:gd name="connsiteX5" fmla="*/ 27402 w 71136"/>
                <a:gd name="connsiteY5" fmla="*/ 6171 h 33131"/>
                <a:gd name="connsiteX6" fmla="*/ 33621 w 71136"/>
                <a:gd name="connsiteY6" fmla="*/ 0 h 33131"/>
                <a:gd name="connsiteX7" fmla="*/ 64918 w 71136"/>
                <a:gd name="connsiteY7" fmla="*/ 0 h 33131"/>
                <a:gd name="connsiteX8" fmla="*/ 71136 w 71136"/>
                <a:gd name="connsiteY8" fmla="*/ 6171 h 33131"/>
                <a:gd name="connsiteX9" fmla="*/ 65019 w 71136"/>
                <a:gd name="connsiteY9" fmla="*/ 12342 h 33131"/>
                <a:gd name="connsiteX10" fmla="*/ 39534 w 71136"/>
                <a:gd name="connsiteY10" fmla="*/ 12342 h 33131"/>
                <a:gd name="connsiteX11" fmla="*/ 39534 w 71136"/>
                <a:gd name="connsiteY11" fmla="*/ 26909 h 33131"/>
                <a:gd name="connsiteX12" fmla="*/ 37699 w 71136"/>
                <a:gd name="connsiteY12" fmla="*/ 31259 h 33131"/>
                <a:gd name="connsiteX13" fmla="*/ 33417 w 71136"/>
                <a:gd name="connsiteY13" fmla="*/ 33080 h 3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136" h="33131">
                  <a:moveTo>
                    <a:pt x="7014" y="33080"/>
                  </a:moveTo>
                  <a:cubicBezTo>
                    <a:pt x="3608" y="33515"/>
                    <a:pt x="490" y="31128"/>
                    <a:pt x="52" y="27748"/>
                  </a:cubicBezTo>
                  <a:cubicBezTo>
                    <a:pt x="-387" y="24368"/>
                    <a:pt x="2018" y="21275"/>
                    <a:pt x="5425" y="20839"/>
                  </a:cubicBezTo>
                  <a:cubicBezTo>
                    <a:pt x="5952" y="20772"/>
                    <a:pt x="6486" y="20772"/>
                    <a:pt x="7014" y="20839"/>
                  </a:cubicBezTo>
                  <a:lnTo>
                    <a:pt x="27402" y="20839"/>
                  </a:lnTo>
                  <a:lnTo>
                    <a:pt x="27402" y="6171"/>
                  </a:lnTo>
                  <a:cubicBezTo>
                    <a:pt x="27402" y="2763"/>
                    <a:pt x="30187" y="0"/>
                    <a:pt x="33621" y="0"/>
                  </a:cubicBezTo>
                  <a:lnTo>
                    <a:pt x="64918" y="0"/>
                  </a:lnTo>
                  <a:cubicBezTo>
                    <a:pt x="68352" y="0"/>
                    <a:pt x="71136" y="2763"/>
                    <a:pt x="71136" y="6171"/>
                  </a:cubicBezTo>
                  <a:cubicBezTo>
                    <a:pt x="71083" y="9518"/>
                    <a:pt x="68391" y="12234"/>
                    <a:pt x="65019" y="12342"/>
                  </a:cubicBezTo>
                  <a:lnTo>
                    <a:pt x="39534" y="12342"/>
                  </a:lnTo>
                  <a:lnTo>
                    <a:pt x="39534" y="26909"/>
                  </a:lnTo>
                  <a:cubicBezTo>
                    <a:pt x="39538" y="28545"/>
                    <a:pt x="38876" y="30114"/>
                    <a:pt x="37699" y="31259"/>
                  </a:cubicBezTo>
                  <a:cubicBezTo>
                    <a:pt x="36546" y="32368"/>
                    <a:pt x="35021" y="33017"/>
                    <a:pt x="33417" y="3308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CA3FD0FC-0676-EA44-B08C-C266BB80EDE6}"/>
                </a:ext>
              </a:extLst>
            </p:cNvPr>
            <p:cNvSpPr/>
            <p:nvPr/>
          </p:nvSpPr>
          <p:spPr>
            <a:xfrm>
              <a:off x="4994653" y="2574820"/>
              <a:ext cx="32746" cy="12240"/>
            </a:xfrm>
            <a:custGeom>
              <a:avLst/>
              <a:gdLst>
                <a:gd name="connsiteX0" fmla="*/ 5098 w 32746"/>
                <a:gd name="connsiteY0" fmla="*/ 12139 h 12240"/>
                <a:gd name="connsiteX1" fmla="*/ 103 w 32746"/>
                <a:gd name="connsiteY1" fmla="*/ 4957 h 12240"/>
                <a:gd name="connsiteX2" fmla="*/ 5098 w 32746"/>
                <a:gd name="connsiteY2" fmla="*/ 0 h 12240"/>
                <a:gd name="connsiteX3" fmla="*/ 27322 w 32746"/>
                <a:gd name="connsiteY3" fmla="*/ 0 h 12240"/>
                <a:gd name="connsiteX4" fmla="*/ 32695 w 32746"/>
                <a:gd name="connsiteY4" fmla="*/ 6909 h 12240"/>
                <a:gd name="connsiteX5" fmla="*/ 27322 w 32746"/>
                <a:gd name="connsiteY5" fmla="*/ 12241 h 1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46" h="12240">
                  <a:moveTo>
                    <a:pt x="5098" y="12139"/>
                  </a:moveTo>
                  <a:cubicBezTo>
                    <a:pt x="1720" y="11525"/>
                    <a:pt x="-516" y="8309"/>
                    <a:pt x="103" y="4957"/>
                  </a:cubicBezTo>
                  <a:cubicBezTo>
                    <a:pt x="569" y="2435"/>
                    <a:pt x="2557" y="462"/>
                    <a:pt x="5098" y="0"/>
                  </a:cubicBezTo>
                  <a:lnTo>
                    <a:pt x="27322" y="0"/>
                  </a:lnTo>
                  <a:cubicBezTo>
                    <a:pt x="30728" y="435"/>
                    <a:pt x="33134" y="3529"/>
                    <a:pt x="32695" y="6909"/>
                  </a:cubicBezTo>
                  <a:cubicBezTo>
                    <a:pt x="32334" y="9692"/>
                    <a:pt x="30126" y="11882"/>
                    <a:pt x="27322" y="1224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7484D0E-91F1-8743-9D0B-127410D4B73D}"/>
                </a:ext>
              </a:extLst>
            </p:cNvPr>
            <p:cNvSpPr/>
            <p:nvPr/>
          </p:nvSpPr>
          <p:spPr>
            <a:xfrm>
              <a:off x="5012392" y="2639412"/>
              <a:ext cx="63082" cy="29287"/>
            </a:xfrm>
            <a:custGeom>
              <a:avLst/>
              <a:gdLst>
                <a:gd name="connsiteX0" fmla="*/ 6219 w 63082"/>
                <a:gd name="connsiteY0" fmla="*/ 29186 h 29287"/>
                <a:gd name="connsiteX1" fmla="*/ 0 w 63082"/>
                <a:gd name="connsiteY1" fmla="*/ 23015 h 29287"/>
                <a:gd name="connsiteX2" fmla="*/ 6219 w 63082"/>
                <a:gd name="connsiteY2" fmla="*/ 16844 h 29287"/>
                <a:gd name="connsiteX3" fmla="*/ 17025 w 63082"/>
                <a:gd name="connsiteY3" fmla="*/ 16844 h 29287"/>
                <a:gd name="connsiteX4" fmla="*/ 17025 w 63082"/>
                <a:gd name="connsiteY4" fmla="*/ 6222 h 29287"/>
                <a:gd name="connsiteX5" fmla="*/ 23243 w 63082"/>
                <a:gd name="connsiteY5" fmla="*/ 51 h 29287"/>
                <a:gd name="connsiteX6" fmla="*/ 56069 w 63082"/>
                <a:gd name="connsiteY6" fmla="*/ 51 h 29287"/>
                <a:gd name="connsiteX7" fmla="*/ 63031 w 63082"/>
                <a:gd name="connsiteY7" fmla="*/ 5383 h 29287"/>
                <a:gd name="connsiteX8" fmla="*/ 57658 w 63082"/>
                <a:gd name="connsiteY8" fmla="*/ 12292 h 29287"/>
                <a:gd name="connsiteX9" fmla="*/ 56069 w 63082"/>
                <a:gd name="connsiteY9" fmla="*/ 12292 h 29287"/>
                <a:gd name="connsiteX10" fmla="*/ 29360 w 63082"/>
                <a:gd name="connsiteY10" fmla="*/ 12292 h 29287"/>
                <a:gd name="connsiteX11" fmla="*/ 29360 w 63082"/>
                <a:gd name="connsiteY11" fmla="*/ 23116 h 29287"/>
                <a:gd name="connsiteX12" fmla="*/ 27525 w 63082"/>
                <a:gd name="connsiteY12" fmla="*/ 27466 h 29287"/>
                <a:gd name="connsiteX13" fmla="*/ 23243 w 63082"/>
                <a:gd name="connsiteY13" fmla="*/ 29287 h 29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082" h="29287">
                  <a:moveTo>
                    <a:pt x="6219" y="29186"/>
                  </a:moveTo>
                  <a:cubicBezTo>
                    <a:pt x="2784" y="29186"/>
                    <a:pt x="0" y="26423"/>
                    <a:pt x="0" y="23015"/>
                  </a:cubicBezTo>
                  <a:cubicBezTo>
                    <a:pt x="0" y="19607"/>
                    <a:pt x="2784" y="16844"/>
                    <a:pt x="6219" y="16844"/>
                  </a:cubicBezTo>
                  <a:lnTo>
                    <a:pt x="17025" y="16844"/>
                  </a:lnTo>
                  <a:lnTo>
                    <a:pt x="17025" y="6222"/>
                  </a:lnTo>
                  <a:cubicBezTo>
                    <a:pt x="17025" y="2814"/>
                    <a:pt x="19809" y="51"/>
                    <a:pt x="23243" y="51"/>
                  </a:cubicBezTo>
                  <a:lnTo>
                    <a:pt x="56069" y="51"/>
                  </a:lnTo>
                  <a:cubicBezTo>
                    <a:pt x="59475" y="-384"/>
                    <a:pt x="62592" y="2003"/>
                    <a:pt x="63031" y="5383"/>
                  </a:cubicBezTo>
                  <a:cubicBezTo>
                    <a:pt x="63470" y="8763"/>
                    <a:pt x="61064" y="11856"/>
                    <a:pt x="57658" y="12292"/>
                  </a:cubicBezTo>
                  <a:cubicBezTo>
                    <a:pt x="57130" y="12359"/>
                    <a:pt x="56596" y="12359"/>
                    <a:pt x="56069" y="12292"/>
                  </a:cubicBezTo>
                  <a:lnTo>
                    <a:pt x="29360" y="12292"/>
                  </a:lnTo>
                  <a:lnTo>
                    <a:pt x="29360" y="23116"/>
                  </a:lnTo>
                  <a:cubicBezTo>
                    <a:pt x="29388" y="24757"/>
                    <a:pt x="28722" y="26335"/>
                    <a:pt x="27525" y="27466"/>
                  </a:cubicBezTo>
                  <a:cubicBezTo>
                    <a:pt x="26423" y="28650"/>
                    <a:pt x="24866" y="29312"/>
                    <a:pt x="23243" y="29287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479B3DEF-F952-9047-89DE-BEA045220C52}"/>
                </a:ext>
              </a:extLst>
            </p:cNvPr>
            <p:cNvSpPr/>
            <p:nvPr/>
          </p:nvSpPr>
          <p:spPr>
            <a:xfrm>
              <a:off x="4985907" y="2712148"/>
              <a:ext cx="55254" cy="12342"/>
            </a:xfrm>
            <a:custGeom>
              <a:avLst/>
              <a:gdLst>
                <a:gd name="connsiteX0" fmla="*/ 7014 w 55254"/>
                <a:gd name="connsiteY0" fmla="*/ 12291 h 12342"/>
                <a:gd name="connsiteX1" fmla="*/ 52 w 55254"/>
                <a:gd name="connsiteY1" fmla="*/ 6959 h 12342"/>
                <a:gd name="connsiteX2" fmla="*/ 5425 w 55254"/>
                <a:gd name="connsiteY2" fmla="*/ 51 h 12342"/>
                <a:gd name="connsiteX3" fmla="*/ 7014 w 55254"/>
                <a:gd name="connsiteY3" fmla="*/ 51 h 12342"/>
                <a:gd name="connsiteX4" fmla="*/ 49830 w 55254"/>
                <a:gd name="connsiteY4" fmla="*/ 51 h 12342"/>
                <a:gd name="connsiteX5" fmla="*/ 55203 w 55254"/>
                <a:gd name="connsiteY5" fmla="*/ 6959 h 12342"/>
                <a:gd name="connsiteX6" fmla="*/ 49830 w 55254"/>
                <a:gd name="connsiteY6" fmla="*/ 12291 h 12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254" h="12342">
                  <a:moveTo>
                    <a:pt x="7014" y="12291"/>
                  </a:moveTo>
                  <a:cubicBezTo>
                    <a:pt x="3608" y="12727"/>
                    <a:pt x="490" y="10340"/>
                    <a:pt x="52" y="6959"/>
                  </a:cubicBezTo>
                  <a:cubicBezTo>
                    <a:pt x="-387" y="3579"/>
                    <a:pt x="2018" y="486"/>
                    <a:pt x="5425" y="51"/>
                  </a:cubicBezTo>
                  <a:cubicBezTo>
                    <a:pt x="5952" y="-17"/>
                    <a:pt x="6486" y="-17"/>
                    <a:pt x="7014" y="51"/>
                  </a:cubicBezTo>
                  <a:lnTo>
                    <a:pt x="49830" y="51"/>
                  </a:lnTo>
                  <a:cubicBezTo>
                    <a:pt x="53236" y="486"/>
                    <a:pt x="55642" y="3579"/>
                    <a:pt x="55203" y="6959"/>
                  </a:cubicBezTo>
                  <a:cubicBezTo>
                    <a:pt x="54842" y="9742"/>
                    <a:pt x="52634" y="11933"/>
                    <a:pt x="49830" y="1229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34DCEAA-9FF3-BB40-82B4-8FD53FEFA5AB}"/>
                </a:ext>
              </a:extLst>
            </p:cNvPr>
            <p:cNvSpPr/>
            <p:nvPr/>
          </p:nvSpPr>
          <p:spPr>
            <a:xfrm>
              <a:off x="4799535" y="2691660"/>
              <a:ext cx="55256" cy="55135"/>
            </a:xfrm>
            <a:custGeom>
              <a:avLst/>
              <a:gdLst>
                <a:gd name="connsiteX0" fmla="*/ 27729 w 55256"/>
                <a:gd name="connsiteY0" fmla="*/ 55136 h 55135"/>
                <a:gd name="connsiteX1" fmla="*/ 0 w 55256"/>
                <a:gd name="connsiteY1" fmla="*/ 27620 h 55135"/>
                <a:gd name="connsiteX2" fmla="*/ 8054 w 55256"/>
                <a:gd name="connsiteY2" fmla="*/ 8197 h 55135"/>
                <a:gd name="connsiteX3" fmla="*/ 27729 w 55256"/>
                <a:gd name="connsiteY3" fmla="*/ 2 h 55135"/>
                <a:gd name="connsiteX4" fmla="*/ 34661 w 55256"/>
                <a:gd name="connsiteY4" fmla="*/ 913 h 55135"/>
                <a:gd name="connsiteX5" fmla="*/ 39091 w 55256"/>
                <a:gd name="connsiteY5" fmla="*/ 8118 h 55135"/>
                <a:gd name="connsiteX6" fmla="*/ 39044 w 55256"/>
                <a:gd name="connsiteY6" fmla="*/ 8298 h 55135"/>
                <a:gd name="connsiteX7" fmla="*/ 31656 w 55256"/>
                <a:gd name="connsiteY7" fmla="*/ 12762 h 55135"/>
                <a:gd name="connsiteX8" fmla="*/ 31603 w 55256"/>
                <a:gd name="connsiteY8" fmla="*/ 12749 h 55135"/>
                <a:gd name="connsiteX9" fmla="*/ 27729 w 55256"/>
                <a:gd name="connsiteY9" fmla="*/ 12749 h 55135"/>
                <a:gd name="connsiteX10" fmla="*/ 16719 w 55256"/>
                <a:gd name="connsiteY10" fmla="*/ 16290 h 55135"/>
                <a:gd name="connsiteX11" fmla="*/ 16672 w 55256"/>
                <a:gd name="connsiteY11" fmla="*/ 37892 h 55135"/>
                <a:gd name="connsiteX12" fmla="*/ 16719 w 55256"/>
                <a:gd name="connsiteY12" fmla="*/ 37938 h 55135"/>
                <a:gd name="connsiteX13" fmla="*/ 27525 w 55256"/>
                <a:gd name="connsiteY13" fmla="*/ 42389 h 55135"/>
                <a:gd name="connsiteX14" fmla="*/ 38535 w 55256"/>
                <a:gd name="connsiteY14" fmla="*/ 37837 h 55135"/>
                <a:gd name="connsiteX15" fmla="*/ 40472 w 55256"/>
                <a:gd name="connsiteY15" fmla="*/ 18717 h 55135"/>
                <a:gd name="connsiteX16" fmla="*/ 41736 w 55256"/>
                <a:gd name="connsiteY16" fmla="*/ 10226 h 55135"/>
                <a:gd name="connsiteX17" fmla="*/ 50293 w 55256"/>
                <a:gd name="connsiteY17" fmla="*/ 11481 h 55135"/>
                <a:gd name="connsiteX18" fmla="*/ 50666 w 55256"/>
                <a:gd name="connsiteY18" fmla="*/ 12041 h 55135"/>
                <a:gd name="connsiteX19" fmla="*/ 55253 w 55256"/>
                <a:gd name="connsiteY19" fmla="*/ 27013 h 55135"/>
                <a:gd name="connsiteX20" fmla="*/ 27831 w 55256"/>
                <a:gd name="connsiteY20" fmla="*/ 55136 h 5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256" h="55135">
                  <a:moveTo>
                    <a:pt x="27729" y="55136"/>
                  </a:moveTo>
                  <a:cubicBezTo>
                    <a:pt x="12461" y="55026"/>
                    <a:pt x="111" y="42770"/>
                    <a:pt x="0" y="27620"/>
                  </a:cubicBezTo>
                  <a:cubicBezTo>
                    <a:pt x="-20" y="20341"/>
                    <a:pt x="2877" y="13353"/>
                    <a:pt x="8054" y="8197"/>
                  </a:cubicBezTo>
                  <a:cubicBezTo>
                    <a:pt x="13267" y="2998"/>
                    <a:pt x="20338" y="53"/>
                    <a:pt x="27729" y="2"/>
                  </a:cubicBezTo>
                  <a:cubicBezTo>
                    <a:pt x="30072" y="-31"/>
                    <a:pt x="32407" y="276"/>
                    <a:pt x="34661" y="913"/>
                  </a:cubicBezTo>
                  <a:cubicBezTo>
                    <a:pt x="37889" y="1689"/>
                    <a:pt x="39873" y="4915"/>
                    <a:pt x="39091" y="8118"/>
                  </a:cubicBezTo>
                  <a:cubicBezTo>
                    <a:pt x="39076" y="8178"/>
                    <a:pt x="39061" y="8238"/>
                    <a:pt x="39044" y="8298"/>
                  </a:cubicBezTo>
                  <a:cubicBezTo>
                    <a:pt x="38246" y="11555"/>
                    <a:pt x="34939" y="13554"/>
                    <a:pt x="31656" y="12762"/>
                  </a:cubicBezTo>
                  <a:cubicBezTo>
                    <a:pt x="31638" y="12758"/>
                    <a:pt x="31620" y="12753"/>
                    <a:pt x="31603" y="12749"/>
                  </a:cubicBezTo>
                  <a:cubicBezTo>
                    <a:pt x="30326" y="12478"/>
                    <a:pt x="29006" y="12478"/>
                    <a:pt x="27729" y="12749"/>
                  </a:cubicBezTo>
                  <a:cubicBezTo>
                    <a:pt x="23733" y="12452"/>
                    <a:pt x="19780" y="13723"/>
                    <a:pt x="16719" y="16290"/>
                  </a:cubicBezTo>
                  <a:cubicBezTo>
                    <a:pt x="10695" y="22242"/>
                    <a:pt x="10674" y="31914"/>
                    <a:pt x="16672" y="37892"/>
                  </a:cubicBezTo>
                  <a:cubicBezTo>
                    <a:pt x="16688" y="37908"/>
                    <a:pt x="16703" y="37923"/>
                    <a:pt x="16719" y="37938"/>
                  </a:cubicBezTo>
                  <a:cubicBezTo>
                    <a:pt x="19584" y="40785"/>
                    <a:pt x="23471" y="42386"/>
                    <a:pt x="27525" y="42389"/>
                  </a:cubicBezTo>
                  <a:cubicBezTo>
                    <a:pt x="31651" y="42347"/>
                    <a:pt x="35599" y="40714"/>
                    <a:pt x="38535" y="37837"/>
                  </a:cubicBezTo>
                  <a:cubicBezTo>
                    <a:pt x="43536" y="32665"/>
                    <a:pt x="44335" y="24774"/>
                    <a:pt x="40472" y="18717"/>
                  </a:cubicBezTo>
                  <a:cubicBezTo>
                    <a:pt x="38458" y="16026"/>
                    <a:pt x="39024" y="12224"/>
                    <a:pt x="41736" y="10226"/>
                  </a:cubicBezTo>
                  <a:cubicBezTo>
                    <a:pt x="44448" y="8227"/>
                    <a:pt x="48280" y="8789"/>
                    <a:pt x="50293" y="11481"/>
                  </a:cubicBezTo>
                  <a:cubicBezTo>
                    <a:pt x="50428" y="11660"/>
                    <a:pt x="50552" y="11847"/>
                    <a:pt x="50666" y="12041"/>
                  </a:cubicBezTo>
                  <a:cubicBezTo>
                    <a:pt x="53645" y="16475"/>
                    <a:pt x="55240" y="21683"/>
                    <a:pt x="55253" y="27013"/>
                  </a:cubicBezTo>
                  <a:cubicBezTo>
                    <a:pt x="55481" y="42283"/>
                    <a:pt x="43218" y="54859"/>
                    <a:pt x="27831" y="55136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496B627A-BFBA-B943-A540-0E38A35E8B1A}"/>
                </a:ext>
              </a:extLst>
            </p:cNvPr>
            <p:cNvSpPr/>
            <p:nvPr/>
          </p:nvSpPr>
          <p:spPr>
            <a:xfrm>
              <a:off x="4755087" y="2612857"/>
              <a:ext cx="67282" cy="66868"/>
            </a:xfrm>
            <a:custGeom>
              <a:avLst/>
              <a:gdLst>
                <a:gd name="connsiteX0" fmla="*/ 33437 w 67282"/>
                <a:gd name="connsiteY0" fmla="*/ 66362 h 66868"/>
                <a:gd name="connsiteX1" fmla="*/ 0 w 67282"/>
                <a:gd name="connsiteY1" fmla="*/ 33181 h 66868"/>
                <a:gd name="connsiteX2" fmla="*/ 33437 w 67282"/>
                <a:gd name="connsiteY2" fmla="*/ 0 h 66868"/>
                <a:gd name="connsiteX3" fmla="*/ 57088 w 67282"/>
                <a:gd name="connsiteY3" fmla="*/ 10116 h 66868"/>
                <a:gd name="connsiteX4" fmla="*/ 67283 w 67282"/>
                <a:gd name="connsiteY4" fmla="*/ 33586 h 66868"/>
                <a:gd name="connsiteX5" fmla="*/ 65142 w 67282"/>
                <a:gd name="connsiteY5" fmla="*/ 45422 h 66868"/>
                <a:gd name="connsiteX6" fmla="*/ 56954 w 67282"/>
                <a:gd name="connsiteY6" fmla="*/ 48606 h 66868"/>
                <a:gd name="connsiteX7" fmla="*/ 53520 w 67282"/>
                <a:gd name="connsiteY7" fmla="*/ 41072 h 66868"/>
                <a:gd name="connsiteX8" fmla="*/ 54540 w 67282"/>
                <a:gd name="connsiteY8" fmla="*/ 32777 h 66868"/>
                <a:gd name="connsiteX9" fmla="*/ 48321 w 67282"/>
                <a:gd name="connsiteY9" fmla="*/ 18007 h 66868"/>
                <a:gd name="connsiteX10" fmla="*/ 33437 w 67282"/>
                <a:gd name="connsiteY10" fmla="*/ 12544 h 66868"/>
                <a:gd name="connsiteX11" fmla="*/ 12309 w 67282"/>
                <a:gd name="connsiteY11" fmla="*/ 33458 h 66868"/>
                <a:gd name="connsiteX12" fmla="*/ 18554 w 67282"/>
                <a:gd name="connsiteY12" fmla="*/ 48355 h 66868"/>
                <a:gd name="connsiteX13" fmla="*/ 33437 w 67282"/>
                <a:gd name="connsiteY13" fmla="*/ 54425 h 66868"/>
                <a:gd name="connsiteX14" fmla="*/ 41695 w 67282"/>
                <a:gd name="connsiteY14" fmla="*/ 53009 h 66868"/>
                <a:gd name="connsiteX15" fmla="*/ 49799 w 67282"/>
                <a:gd name="connsiteY15" fmla="*/ 56196 h 66868"/>
                <a:gd name="connsiteX16" fmla="*/ 46588 w 67282"/>
                <a:gd name="connsiteY16" fmla="*/ 64238 h 66868"/>
                <a:gd name="connsiteX17" fmla="*/ 33539 w 67282"/>
                <a:gd name="connsiteY17" fmla="*/ 66868 h 6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282" h="66868">
                  <a:moveTo>
                    <a:pt x="33437" y="66362"/>
                  </a:moveTo>
                  <a:cubicBezTo>
                    <a:pt x="14970" y="66362"/>
                    <a:pt x="0" y="51507"/>
                    <a:pt x="0" y="33181"/>
                  </a:cubicBezTo>
                  <a:cubicBezTo>
                    <a:pt x="0" y="14856"/>
                    <a:pt x="14970" y="0"/>
                    <a:pt x="33437" y="0"/>
                  </a:cubicBezTo>
                  <a:cubicBezTo>
                    <a:pt x="42376" y="58"/>
                    <a:pt x="50909" y="3707"/>
                    <a:pt x="57088" y="10116"/>
                  </a:cubicBezTo>
                  <a:cubicBezTo>
                    <a:pt x="63489" y="16288"/>
                    <a:pt x="67156" y="24730"/>
                    <a:pt x="67283" y="33586"/>
                  </a:cubicBezTo>
                  <a:cubicBezTo>
                    <a:pt x="67283" y="37626"/>
                    <a:pt x="66559" y="41634"/>
                    <a:pt x="65142" y="45422"/>
                  </a:cubicBezTo>
                  <a:cubicBezTo>
                    <a:pt x="63767" y="48545"/>
                    <a:pt x="60101" y="49970"/>
                    <a:pt x="56954" y="48606"/>
                  </a:cubicBezTo>
                  <a:cubicBezTo>
                    <a:pt x="54032" y="47339"/>
                    <a:pt x="52549" y="44085"/>
                    <a:pt x="53520" y="41072"/>
                  </a:cubicBezTo>
                  <a:cubicBezTo>
                    <a:pt x="54482" y="38417"/>
                    <a:pt x="54831" y="35582"/>
                    <a:pt x="54540" y="32777"/>
                  </a:cubicBezTo>
                  <a:cubicBezTo>
                    <a:pt x="54601" y="27214"/>
                    <a:pt x="52352" y="21872"/>
                    <a:pt x="48321" y="18007"/>
                  </a:cubicBezTo>
                  <a:cubicBezTo>
                    <a:pt x="44307" y="14266"/>
                    <a:pt x="38938" y="12296"/>
                    <a:pt x="33437" y="12544"/>
                  </a:cubicBezTo>
                  <a:cubicBezTo>
                    <a:pt x="21783" y="12530"/>
                    <a:pt x="12323" y="21893"/>
                    <a:pt x="12309" y="33458"/>
                  </a:cubicBezTo>
                  <a:cubicBezTo>
                    <a:pt x="12301" y="39052"/>
                    <a:pt x="14550" y="44417"/>
                    <a:pt x="18554" y="48355"/>
                  </a:cubicBezTo>
                  <a:cubicBezTo>
                    <a:pt x="22466" y="52318"/>
                    <a:pt x="27847" y="54513"/>
                    <a:pt x="33437" y="54425"/>
                  </a:cubicBezTo>
                  <a:cubicBezTo>
                    <a:pt x="36255" y="54470"/>
                    <a:pt x="39056" y="53989"/>
                    <a:pt x="41695" y="53009"/>
                  </a:cubicBezTo>
                  <a:cubicBezTo>
                    <a:pt x="44820" y="51668"/>
                    <a:pt x="48448" y="53095"/>
                    <a:pt x="49799" y="56196"/>
                  </a:cubicBezTo>
                  <a:cubicBezTo>
                    <a:pt x="51151" y="59296"/>
                    <a:pt x="49713" y="62897"/>
                    <a:pt x="46588" y="64238"/>
                  </a:cubicBezTo>
                  <a:cubicBezTo>
                    <a:pt x="42459" y="65971"/>
                    <a:pt x="38022" y="66866"/>
                    <a:pt x="33539" y="668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4E88B97-5C7B-D141-B1D6-FA04BF62D505}"/>
                </a:ext>
              </a:extLst>
            </p:cNvPr>
            <p:cNvSpPr/>
            <p:nvPr/>
          </p:nvSpPr>
          <p:spPr>
            <a:xfrm>
              <a:off x="4819515" y="2556652"/>
              <a:ext cx="48933" cy="48516"/>
            </a:xfrm>
            <a:custGeom>
              <a:avLst/>
              <a:gdLst>
                <a:gd name="connsiteX0" fmla="*/ 24467 w 48933"/>
                <a:gd name="connsiteY0" fmla="*/ 48517 h 48516"/>
                <a:gd name="connsiteX1" fmla="*/ 14986 w 48933"/>
                <a:gd name="connsiteY1" fmla="*/ 46696 h 48516"/>
                <a:gd name="connsiteX2" fmla="*/ 11724 w 48933"/>
                <a:gd name="connsiteY2" fmla="*/ 38603 h 48516"/>
                <a:gd name="connsiteX3" fmla="*/ 19726 w 48933"/>
                <a:gd name="connsiteY3" fmla="*/ 35344 h 48516"/>
                <a:gd name="connsiteX4" fmla="*/ 19777 w 48933"/>
                <a:gd name="connsiteY4" fmla="*/ 35365 h 48516"/>
                <a:gd name="connsiteX5" fmla="*/ 33030 w 48933"/>
                <a:gd name="connsiteY5" fmla="*/ 32735 h 48516"/>
                <a:gd name="connsiteX6" fmla="*/ 36598 w 48933"/>
                <a:gd name="connsiteY6" fmla="*/ 24238 h 48516"/>
                <a:gd name="connsiteX7" fmla="*/ 24467 w 48933"/>
                <a:gd name="connsiteY7" fmla="*/ 12199 h 48516"/>
                <a:gd name="connsiteX8" fmla="*/ 12335 w 48933"/>
                <a:gd name="connsiteY8" fmla="*/ 24238 h 48516"/>
                <a:gd name="connsiteX9" fmla="*/ 13151 w 48933"/>
                <a:gd name="connsiteY9" fmla="*/ 28588 h 48516"/>
                <a:gd name="connsiteX10" fmla="*/ 9602 w 48933"/>
                <a:gd name="connsiteY10" fmla="*/ 36572 h 48516"/>
                <a:gd name="connsiteX11" fmla="*/ 9583 w 48933"/>
                <a:gd name="connsiteY11" fmla="*/ 36579 h 48516"/>
                <a:gd name="connsiteX12" fmla="*/ 1631 w 48933"/>
                <a:gd name="connsiteY12" fmla="*/ 33039 h 48516"/>
                <a:gd name="connsiteX13" fmla="*/ 0 w 48933"/>
                <a:gd name="connsiteY13" fmla="*/ 24339 h 48516"/>
                <a:gd name="connsiteX14" fmla="*/ 24406 w 48933"/>
                <a:gd name="connsiteY14" fmla="*/ 0 h 48516"/>
                <a:gd name="connsiteX15" fmla="*/ 41695 w 48933"/>
                <a:gd name="connsiteY15" fmla="*/ 7040 h 48516"/>
                <a:gd name="connsiteX16" fmla="*/ 48933 w 48933"/>
                <a:gd name="connsiteY16" fmla="*/ 24136 h 48516"/>
                <a:gd name="connsiteX17" fmla="*/ 41797 w 48933"/>
                <a:gd name="connsiteY17" fmla="*/ 41334 h 48516"/>
                <a:gd name="connsiteX18" fmla="*/ 24467 w 48933"/>
                <a:gd name="connsiteY18" fmla="*/ 48517 h 4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933" h="48516">
                  <a:moveTo>
                    <a:pt x="24467" y="48517"/>
                  </a:moveTo>
                  <a:cubicBezTo>
                    <a:pt x="21218" y="48520"/>
                    <a:pt x="17999" y="47901"/>
                    <a:pt x="14986" y="46696"/>
                  </a:cubicBezTo>
                  <a:cubicBezTo>
                    <a:pt x="11836" y="45352"/>
                    <a:pt x="10377" y="41731"/>
                    <a:pt x="11724" y="38603"/>
                  </a:cubicBezTo>
                  <a:cubicBezTo>
                    <a:pt x="13027" y="35510"/>
                    <a:pt x="16610" y="34051"/>
                    <a:pt x="19726" y="35344"/>
                  </a:cubicBezTo>
                  <a:cubicBezTo>
                    <a:pt x="19743" y="35351"/>
                    <a:pt x="19760" y="35358"/>
                    <a:pt x="19777" y="35365"/>
                  </a:cubicBezTo>
                  <a:cubicBezTo>
                    <a:pt x="24326" y="37210"/>
                    <a:pt x="29546" y="36174"/>
                    <a:pt x="33030" y="32735"/>
                  </a:cubicBezTo>
                  <a:cubicBezTo>
                    <a:pt x="35279" y="30465"/>
                    <a:pt x="36557" y="27421"/>
                    <a:pt x="36598" y="24238"/>
                  </a:cubicBezTo>
                  <a:cubicBezTo>
                    <a:pt x="36598" y="17589"/>
                    <a:pt x="31166" y="12199"/>
                    <a:pt x="24467" y="12199"/>
                  </a:cubicBezTo>
                  <a:cubicBezTo>
                    <a:pt x="17767" y="12199"/>
                    <a:pt x="12335" y="17589"/>
                    <a:pt x="12335" y="24238"/>
                  </a:cubicBezTo>
                  <a:cubicBezTo>
                    <a:pt x="12350" y="25724"/>
                    <a:pt x="12626" y="27196"/>
                    <a:pt x="13151" y="28588"/>
                  </a:cubicBezTo>
                  <a:cubicBezTo>
                    <a:pt x="14393" y="31765"/>
                    <a:pt x="12804" y="35340"/>
                    <a:pt x="9602" y="36572"/>
                  </a:cubicBezTo>
                  <a:cubicBezTo>
                    <a:pt x="9595" y="36575"/>
                    <a:pt x="9589" y="36577"/>
                    <a:pt x="9583" y="36579"/>
                  </a:cubicBezTo>
                  <a:cubicBezTo>
                    <a:pt x="6403" y="37748"/>
                    <a:pt x="2866" y="36173"/>
                    <a:pt x="1631" y="33039"/>
                  </a:cubicBezTo>
                  <a:cubicBezTo>
                    <a:pt x="541" y="30266"/>
                    <a:pt x="-12" y="27315"/>
                    <a:pt x="0" y="24339"/>
                  </a:cubicBezTo>
                  <a:cubicBezTo>
                    <a:pt x="-33" y="10930"/>
                    <a:pt x="10894" y="33"/>
                    <a:pt x="24406" y="0"/>
                  </a:cubicBezTo>
                  <a:cubicBezTo>
                    <a:pt x="30881" y="-16"/>
                    <a:pt x="37098" y="2516"/>
                    <a:pt x="41695" y="7040"/>
                  </a:cubicBezTo>
                  <a:cubicBezTo>
                    <a:pt x="46350" y="11525"/>
                    <a:pt x="48964" y="17698"/>
                    <a:pt x="48933" y="24136"/>
                  </a:cubicBezTo>
                  <a:cubicBezTo>
                    <a:pt x="48949" y="30582"/>
                    <a:pt x="46382" y="36769"/>
                    <a:pt x="41797" y="41334"/>
                  </a:cubicBezTo>
                  <a:cubicBezTo>
                    <a:pt x="37233" y="45949"/>
                    <a:pt x="30983" y="48540"/>
                    <a:pt x="24467" y="48517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CB19B892-650D-9845-BCCF-F05E73F07632}"/>
                </a:ext>
              </a:extLst>
            </p:cNvPr>
            <p:cNvSpPr/>
            <p:nvPr/>
          </p:nvSpPr>
          <p:spPr>
            <a:xfrm>
              <a:off x="4777837" y="2488929"/>
              <a:ext cx="54319" cy="53723"/>
            </a:xfrm>
            <a:custGeom>
              <a:avLst/>
              <a:gdLst>
                <a:gd name="connsiteX0" fmla="*/ 27406 w 54319"/>
                <a:gd name="connsiteY0" fmla="*/ 53722 h 53723"/>
                <a:gd name="connsiteX1" fmla="*/ 2 w 54319"/>
                <a:gd name="connsiteY1" fmla="*/ 27101 h 53723"/>
                <a:gd name="connsiteX2" fmla="*/ 7833 w 54319"/>
                <a:gd name="connsiteY2" fmla="*/ 7895 h 53723"/>
                <a:gd name="connsiteX3" fmla="*/ 27305 w 54319"/>
                <a:gd name="connsiteY3" fmla="*/ 5 h 53723"/>
                <a:gd name="connsiteX4" fmla="*/ 33522 w 54319"/>
                <a:gd name="connsiteY4" fmla="*/ 5972 h 53723"/>
                <a:gd name="connsiteX5" fmla="*/ 33523 w 54319"/>
                <a:gd name="connsiteY5" fmla="*/ 6074 h 53723"/>
                <a:gd name="connsiteX6" fmla="*/ 27305 w 54319"/>
                <a:gd name="connsiteY6" fmla="*/ 12245 h 53723"/>
                <a:gd name="connsiteX7" fmla="*/ 13800 w 54319"/>
                <a:gd name="connsiteY7" fmla="*/ 28080 h 53723"/>
                <a:gd name="connsiteX8" fmla="*/ 27305 w 54319"/>
                <a:gd name="connsiteY8" fmla="*/ 41481 h 53723"/>
                <a:gd name="connsiteX9" fmla="*/ 42393 w 54319"/>
                <a:gd name="connsiteY9" fmla="*/ 27124 h 53723"/>
                <a:gd name="connsiteX10" fmla="*/ 36479 w 54319"/>
                <a:gd name="connsiteY10" fmla="*/ 15078 h 53723"/>
                <a:gd name="connsiteX11" fmla="*/ 35266 w 54319"/>
                <a:gd name="connsiteY11" fmla="*/ 6723 h 53723"/>
                <a:gd name="connsiteX12" fmla="*/ 35460 w 54319"/>
                <a:gd name="connsiteY12" fmla="*/ 6479 h 53723"/>
                <a:gd name="connsiteX13" fmla="*/ 44042 w 54319"/>
                <a:gd name="connsiteY13" fmla="*/ 5402 h 53723"/>
                <a:gd name="connsiteX14" fmla="*/ 44125 w 54319"/>
                <a:gd name="connsiteY14" fmla="*/ 5467 h 53723"/>
                <a:gd name="connsiteX15" fmla="*/ 54319 w 54319"/>
                <a:gd name="connsiteY15" fmla="*/ 26610 h 53723"/>
                <a:gd name="connsiteX16" fmla="*/ 27406 w 54319"/>
                <a:gd name="connsiteY16" fmla="*/ 53722 h 5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319" h="53723">
                  <a:moveTo>
                    <a:pt x="27406" y="53722"/>
                  </a:moveTo>
                  <a:cubicBezTo>
                    <a:pt x="12431" y="53880"/>
                    <a:pt x="161" y="41962"/>
                    <a:pt x="2" y="27101"/>
                  </a:cubicBezTo>
                  <a:cubicBezTo>
                    <a:pt x="-76" y="19919"/>
                    <a:pt x="2744" y="13003"/>
                    <a:pt x="7833" y="7895"/>
                  </a:cubicBezTo>
                  <a:cubicBezTo>
                    <a:pt x="12956" y="2723"/>
                    <a:pt x="19998" y="-130"/>
                    <a:pt x="27305" y="5"/>
                  </a:cubicBezTo>
                  <a:cubicBezTo>
                    <a:pt x="30682" y="-51"/>
                    <a:pt x="33466" y="2621"/>
                    <a:pt x="33522" y="5972"/>
                  </a:cubicBezTo>
                  <a:cubicBezTo>
                    <a:pt x="33523" y="6006"/>
                    <a:pt x="33523" y="6040"/>
                    <a:pt x="33523" y="6074"/>
                  </a:cubicBezTo>
                  <a:cubicBezTo>
                    <a:pt x="33523" y="9482"/>
                    <a:pt x="30739" y="12245"/>
                    <a:pt x="27305" y="12245"/>
                  </a:cubicBezTo>
                  <a:cubicBezTo>
                    <a:pt x="19169" y="12917"/>
                    <a:pt x="13123" y="20007"/>
                    <a:pt x="13800" y="28080"/>
                  </a:cubicBezTo>
                  <a:cubicBezTo>
                    <a:pt x="14399" y="35221"/>
                    <a:pt x="20109" y="40887"/>
                    <a:pt x="27305" y="41481"/>
                  </a:cubicBezTo>
                  <a:cubicBezTo>
                    <a:pt x="35466" y="41651"/>
                    <a:pt x="42222" y="35223"/>
                    <a:pt x="42393" y="27124"/>
                  </a:cubicBezTo>
                  <a:cubicBezTo>
                    <a:pt x="42493" y="22397"/>
                    <a:pt x="40292" y="17913"/>
                    <a:pt x="36479" y="15078"/>
                  </a:cubicBezTo>
                  <a:cubicBezTo>
                    <a:pt x="33819" y="13103"/>
                    <a:pt x="33276" y="9363"/>
                    <a:pt x="35266" y="6723"/>
                  </a:cubicBezTo>
                  <a:cubicBezTo>
                    <a:pt x="35328" y="6640"/>
                    <a:pt x="35393" y="6559"/>
                    <a:pt x="35460" y="6479"/>
                  </a:cubicBezTo>
                  <a:cubicBezTo>
                    <a:pt x="37530" y="3830"/>
                    <a:pt x="41372" y="3348"/>
                    <a:pt x="44042" y="5402"/>
                  </a:cubicBezTo>
                  <a:cubicBezTo>
                    <a:pt x="44070" y="5424"/>
                    <a:pt x="44098" y="5445"/>
                    <a:pt x="44125" y="5467"/>
                  </a:cubicBezTo>
                  <a:cubicBezTo>
                    <a:pt x="50553" y="10636"/>
                    <a:pt x="54296" y="18400"/>
                    <a:pt x="54319" y="26610"/>
                  </a:cubicBezTo>
                  <a:cubicBezTo>
                    <a:pt x="54376" y="41449"/>
                    <a:pt x="42359" y="53555"/>
                    <a:pt x="27406" y="5372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E118ACE0-4305-354A-90E6-5D7A4C34E899}"/>
                </a:ext>
              </a:extLst>
            </p:cNvPr>
            <p:cNvSpPr/>
            <p:nvPr/>
          </p:nvSpPr>
          <p:spPr>
            <a:xfrm>
              <a:off x="4819434" y="2509520"/>
              <a:ext cx="70342" cy="33029"/>
            </a:xfrm>
            <a:custGeom>
              <a:avLst/>
              <a:gdLst>
                <a:gd name="connsiteX0" fmla="*/ 38106 w 70342"/>
                <a:gd name="connsiteY0" fmla="*/ 33029 h 33029"/>
                <a:gd name="connsiteX1" fmla="*/ 31989 w 70342"/>
                <a:gd name="connsiteY1" fmla="*/ 26961 h 33029"/>
                <a:gd name="connsiteX2" fmla="*/ 31990 w 70342"/>
                <a:gd name="connsiteY2" fmla="*/ 26859 h 33029"/>
                <a:gd name="connsiteX3" fmla="*/ 31990 w 70342"/>
                <a:gd name="connsiteY3" fmla="*/ 12291 h 33029"/>
                <a:gd name="connsiteX4" fmla="*/ 7014 w 70342"/>
                <a:gd name="connsiteY4" fmla="*/ 12291 h 33029"/>
                <a:gd name="connsiteX5" fmla="*/ 52 w 70342"/>
                <a:gd name="connsiteY5" fmla="*/ 6959 h 33029"/>
                <a:gd name="connsiteX6" fmla="*/ 5425 w 70342"/>
                <a:gd name="connsiteY6" fmla="*/ 51 h 33029"/>
                <a:gd name="connsiteX7" fmla="*/ 7014 w 70342"/>
                <a:gd name="connsiteY7" fmla="*/ 51 h 33029"/>
                <a:gd name="connsiteX8" fmla="*/ 38412 w 70342"/>
                <a:gd name="connsiteY8" fmla="*/ 51 h 33029"/>
                <a:gd name="connsiteX9" fmla="*/ 44530 w 70342"/>
                <a:gd name="connsiteY9" fmla="*/ 6119 h 33029"/>
                <a:gd name="connsiteX10" fmla="*/ 44529 w 70342"/>
                <a:gd name="connsiteY10" fmla="*/ 6221 h 33029"/>
                <a:gd name="connsiteX11" fmla="*/ 44529 w 70342"/>
                <a:gd name="connsiteY11" fmla="*/ 20688 h 33029"/>
                <a:gd name="connsiteX12" fmla="*/ 64918 w 70342"/>
                <a:gd name="connsiteY12" fmla="*/ 20688 h 33029"/>
                <a:gd name="connsiteX13" fmla="*/ 70291 w 70342"/>
                <a:gd name="connsiteY13" fmla="*/ 27596 h 33029"/>
                <a:gd name="connsiteX14" fmla="*/ 64918 w 70342"/>
                <a:gd name="connsiteY14" fmla="*/ 32928 h 3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342" h="33029">
                  <a:moveTo>
                    <a:pt x="38106" y="33029"/>
                  </a:moveTo>
                  <a:cubicBezTo>
                    <a:pt x="34728" y="33030"/>
                    <a:pt x="31990" y="30313"/>
                    <a:pt x="31989" y="26961"/>
                  </a:cubicBezTo>
                  <a:cubicBezTo>
                    <a:pt x="31989" y="26927"/>
                    <a:pt x="31989" y="26893"/>
                    <a:pt x="31990" y="26859"/>
                  </a:cubicBezTo>
                  <a:lnTo>
                    <a:pt x="31990" y="12291"/>
                  </a:lnTo>
                  <a:lnTo>
                    <a:pt x="7014" y="12291"/>
                  </a:lnTo>
                  <a:cubicBezTo>
                    <a:pt x="3608" y="12727"/>
                    <a:pt x="490" y="10340"/>
                    <a:pt x="52" y="6959"/>
                  </a:cubicBezTo>
                  <a:cubicBezTo>
                    <a:pt x="-387" y="3579"/>
                    <a:pt x="2018" y="486"/>
                    <a:pt x="5425" y="51"/>
                  </a:cubicBezTo>
                  <a:cubicBezTo>
                    <a:pt x="5952" y="-17"/>
                    <a:pt x="6486" y="-17"/>
                    <a:pt x="7014" y="51"/>
                  </a:cubicBezTo>
                  <a:lnTo>
                    <a:pt x="38412" y="51"/>
                  </a:lnTo>
                  <a:cubicBezTo>
                    <a:pt x="41790" y="50"/>
                    <a:pt x="44529" y="2767"/>
                    <a:pt x="44530" y="6119"/>
                  </a:cubicBezTo>
                  <a:cubicBezTo>
                    <a:pt x="44530" y="6153"/>
                    <a:pt x="44529" y="6187"/>
                    <a:pt x="44529" y="6221"/>
                  </a:cubicBezTo>
                  <a:lnTo>
                    <a:pt x="44529" y="20688"/>
                  </a:lnTo>
                  <a:lnTo>
                    <a:pt x="64918" y="20688"/>
                  </a:lnTo>
                  <a:cubicBezTo>
                    <a:pt x="68324" y="21123"/>
                    <a:pt x="70729" y="24216"/>
                    <a:pt x="70291" y="27596"/>
                  </a:cubicBezTo>
                  <a:cubicBezTo>
                    <a:pt x="69929" y="30379"/>
                    <a:pt x="67722" y="32570"/>
                    <a:pt x="64918" y="3292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CEE166F-CF58-F84B-92D5-FE4D938E31DE}"/>
                </a:ext>
              </a:extLst>
            </p:cNvPr>
            <p:cNvSpPr/>
            <p:nvPr/>
          </p:nvSpPr>
          <p:spPr>
            <a:xfrm>
              <a:off x="4856805" y="2575023"/>
              <a:ext cx="33866" cy="12241"/>
            </a:xfrm>
            <a:custGeom>
              <a:avLst/>
              <a:gdLst>
                <a:gd name="connsiteX0" fmla="*/ 5425 w 33866"/>
                <a:gd name="connsiteY0" fmla="*/ 12241 h 12241"/>
                <a:gd name="connsiteX1" fmla="*/ 52 w 33866"/>
                <a:gd name="connsiteY1" fmla="*/ 5332 h 12241"/>
                <a:gd name="connsiteX2" fmla="*/ 5425 w 33866"/>
                <a:gd name="connsiteY2" fmla="*/ 0 h 12241"/>
                <a:gd name="connsiteX3" fmla="*/ 27648 w 33866"/>
                <a:gd name="connsiteY3" fmla="*/ 0 h 12241"/>
                <a:gd name="connsiteX4" fmla="*/ 33867 w 33866"/>
                <a:gd name="connsiteY4" fmla="*/ 6171 h 12241"/>
                <a:gd name="connsiteX5" fmla="*/ 27751 w 33866"/>
                <a:gd name="connsiteY5" fmla="*/ 12241 h 12241"/>
                <a:gd name="connsiteX6" fmla="*/ 27648 w 33866"/>
                <a:gd name="connsiteY6" fmla="*/ 12241 h 1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66" h="12241">
                  <a:moveTo>
                    <a:pt x="5425" y="12241"/>
                  </a:moveTo>
                  <a:cubicBezTo>
                    <a:pt x="2018" y="11805"/>
                    <a:pt x="-387" y="8712"/>
                    <a:pt x="52" y="5332"/>
                  </a:cubicBezTo>
                  <a:cubicBezTo>
                    <a:pt x="413" y="2549"/>
                    <a:pt x="2620" y="358"/>
                    <a:pt x="5425" y="0"/>
                  </a:cubicBezTo>
                  <a:lnTo>
                    <a:pt x="27648" y="0"/>
                  </a:lnTo>
                  <a:cubicBezTo>
                    <a:pt x="31060" y="54"/>
                    <a:pt x="33812" y="2786"/>
                    <a:pt x="33867" y="6171"/>
                  </a:cubicBezTo>
                  <a:cubicBezTo>
                    <a:pt x="33867" y="9523"/>
                    <a:pt x="31129" y="12241"/>
                    <a:pt x="27751" y="12241"/>
                  </a:cubicBezTo>
                  <a:cubicBezTo>
                    <a:pt x="27717" y="12241"/>
                    <a:pt x="27683" y="12241"/>
                    <a:pt x="27648" y="1224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184B522-A846-2A44-BD69-561B152903A8}"/>
                </a:ext>
              </a:extLst>
            </p:cNvPr>
            <p:cNvSpPr/>
            <p:nvPr/>
          </p:nvSpPr>
          <p:spPr>
            <a:xfrm>
              <a:off x="4809626" y="2639563"/>
              <a:ext cx="61494" cy="29439"/>
            </a:xfrm>
            <a:custGeom>
              <a:avLst/>
              <a:gdLst>
                <a:gd name="connsiteX0" fmla="*/ 39147 w 61494"/>
                <a:gd name="connsiteY0" fmla="*/ 29439 h 29439"/>
                <a:gd name="connsiteX1" fmla="*/ 34764 w 61494"/>
                <a:gd name="connsiteY1" fmla="*/ 27618 h 29439"/>
                <a:gd name="connsiteX2" fmla="*/ 32929 w 61494"/>
                <a:gd name="connsiteY2" fmla="*/ 23268 h 29439"/>
                <a:gd name="connsiteX3" fmla="*/ 32929 w 61494"/>
                <a:gd name="connsiteY3" fmla="*/ 12444 h 29439"/>
                <a:gd name="connsiteX4" fmla="*/ 6627 w 61494"/>
                <a:gd name="connsiteY4" fmla="*/ 12444 h 29439"/>
                <a:gd name="connsiteX5" fmla="*/ 7 w 61494"/>
                <a:gd name="connsiteY5" fmla="*/ 6484 h 29439"/>
                <a:gd name="connsiteX6" fmla="*/ 1 w 61494"/>
                <a:gd name="connsiteY6" fmla="*/ 6071 h 29439"/>
                <a:gd name="connsiteX7" fmla="*/ 6117 w 61494"/>
                <a:gd name="connsiteY7" fmla="*/ 0 h 29439"/>
                <a:gd name="connsiteX8" fmla="*/ 6219 w 61494"/>
                <a:gd name="connsiteY8" fmla="*/ 1 h 29439"/>
                <a:gd name="connsiteX9" fmla="*/ 39045 w 61494"/>
                <a:gd name="connsiteY9" fmla="*/ 1 h 29439"/>
                <a:gd name="connsiteX10" fmla="*/ 43429 w 61494"/>
                <a:gd name="connsiteY10" fmla="*/ 1721 h 29439"/>
                <a:gd name="connsiteX11" fmla="*/ 45264 w 61494"/>
                <a:gd name="connsiteY11" fmla="*/ 6071 h 29439"/>
                <a:gd name="connsiteX12" fmla="*/ 45264 w 61494"/>
                <a:gd name="connsiteY12" fmla="*/ 16895 h 29439"/>
                <a:gd name="connsiteX13" fmla="*/ 56070 w 61494"/>
                <a:gd name="connsiteY13" fmla="*/ 16895 h 29439"/>
                <a:gd name="connsiteX14" fmla="*/ 61443 w 61494"/>
                <a:gd name="connsiteY14" fmla="*/ 23804 h 29439"/>
                <a:gd name="connsiteX15" fmla="*/ 56070 w 61494"/>
                <a:gd name="connsiteY15" fmla="*/ 29136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494" h="29439">
                  <a:moveTo>
                    <a:pt x="39147" y="29439"/>
                  </a:moveTo>
                  <a:cubicBezTo>
                    <a:pt x="37503" y="29421"/>
                    <a:pt x="35930" y="28768"/>
                    <a:pt x="34764" y="27618"/>
                  </a:cubicBezTo>
                  <a:cubicBezTo>
                    <a:pt x="33566" y="26487"/>
                    <a:pt x="32900" y="24909"/>
                    <a:pt x="32929" y="23268"/>
                  </a:cubicBezTo>
                  <a:lnTo>
                    <a:pt x="32929" y="12444"/>
                  </a:lnTo>
                  <a:lnTo>
                    <a:pt x="6627" y="12444"/>
                  </a:lnTo>
                  <a:cubicBezTo>
                    <a:pt x="3141" y="12612"/>
                    <a:pt x="177" y="9943"/>
                    <a:pt x="7" y="6484"/>
                  </a:cubicBezTo>
                  <a:cubicBezTo>
                    <a:pt x="1" y="6346"/>
                    <a:pt x="-1" y="6208"/>
                    <a:pt x="1" y="6071"/>
                  </a:cubicBezTo>
                  <a:cubicBezTo>
                    <a:pt x="0" y="2718"/>
                    <a:pt x="2739" y="0"/>
                    <a:pt x="6117" y="0"/>
                  </a:cubicBezTo>
                  <a:cubicBezTo>
                    <a:pt x="6151" y="0"/>
                    <a:pt x="6185" y="0"/>
                    <a:pt x="6219" y="1"/>
                  </a:cubicBezTo>
                  <a:lnTo>
                    <a:pt x="39045" y="1"/>
                  </a:lnTo>
                  <a:cubicBezTo>
                    <a:pt x="40657" y="80"/>
                    <a:pt x="42198" y="685"/>
                    <a:pt x="43429" y="1721"/>
                  </a:cubicBezTo>
                  <a:cubicBezTo>
                    <a:pt x="44570" y="2890"/>
                    <a:pt x="45225" y="4443"/>
                    <a:pt x="45264" y="6071"/>
                  </a:cubicBezTo>
                  <a:lnTo>
                    <a:pt x="45264" y="16895"/>
                  </a:lnTo>
                  <a:lnTo>
                    <a:pt x="56070" y="16895"/>
                  </a:lnTo>
                  <a:cubicBezTo>
                    <a:pt x="59476" y="17330"/>
                    <a:pt x="61882" y="20424"/>
                    <a:pt x="61443" y="23804"/>
                  </a:cubicBezTo>
                  <a:cubicBezTo>
                    <a:pt x="61081" y="26586"/>
                    <a:pt x="58874" y="28777"/>
                    <a:pt x="56070" y="29136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FE1FB5B9-4CBE-6D44-BD7B-A2575380E53F}"/>
                </a:ext>
              </a:extLst>
            </p:cNvPr>
            <p:cNvSpPr/>
            <p:nvPr/>
          </p:nvSpPr>
          <p:spPr>
            <a:xfrm>
              <a:off x="4842657" y="2712502"/>
              <a:ext cx="55253" cy="12341"/>
            </a:xfrm>
            <a:custGeom>
              <a:avLst/>
              <a:gdLst>
                <a:gd name="connsiteX0" fmla="*/ 6219 w 55253"/>
                <a:gd name="connsiteY0" fmla="*/ 12342 h 12341"/>
                <a:gd name="connsiteX1" fmla="*/ 0 w 55253"/>
                <a:gd name="connsiteY1" fmla="*/ 6171 h 12341"/>
                <a:gd name="connsiteX2" fmla="*/ 6219 w 55253"/>
                <a:gd name="connsiteY2" fmla="*/ 0 h 12341"/>
                <a:gd name="connsiteX3" fmla="*/ 49035 w 55253"/>
                <a:gd name="connsiteY3" fmla="*/ 0 h 12341"/>
                <a:gd name="connsiteX4" fmla="*/ 55253 w 55253"/>
                <a:gd name="connsiteY4" fmla="*/ 6171 h 12341"/>
                <a:gd name="connsiteX5" fmla="*/ 49035 w 55253"/>
                <a:gd name="connsiteY5" fmla="*/ 12342 h 1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253" h="12341">
                  <a:moveTo>
                    <a:pt x="6219" y="12342"/>
                  </a:moveTo>
                  <a:cubicBezTo>
                    <a:pt x="2807" y="12288"/>
                    <a:pt x="55" y="9556"/>
                    <a:pt x="0" y="6171"/>
                  </a:cubicBezTo>
                  <a:cubicBezTo>
                    <a:pt x="0" y="2763"/>
                    <a:pt x="2784" y="0"/>
                    <a:pt x="6219" y="0"/>
                  </a:cubicBezTo>
                  <a:lnTo>
                    <a:pt x="49035" y="0"/>
                  </a:lnTo>
                  <a:cubicBezTo>
                    <a:pt x="52469" y="0"/>
                    <a:pt x="55253" y="2763"/>
                    <a:pt x="55253" y="6171"/>
                  </a:cubicBezTo>
                  <a:cubicBezTo>
                    <a:pt x="55199" y="9556"/>
                    <a:pt x="52446" y="12288"/>
                    <a:pt x="49035" y="1234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9BDD8C23-4A46-8549-B152-3E6493C85A82}"/>
                </a:ext>
              </a:extLst>
            </p:cNvPr>
            <p:cNvSpPr/>
            <p:nvPr/>
          </p:nvSpPr>
          <p:spPr>
            <a:xfrm>
              <a:off x="4866206" y="2762375"/>
              <a:ext cx="152507" cy="12240"/>
            </a:xfrm>
            <a:custGeom>
              <a:avLst/>
              <a:gdLst>
                <a:gd name="connsiteX0" fmla="*/ 6117 w 152507"/>
                <a:gd name="connsiteY0" fmla="*/ 12241 h 12240"/>
                <a:gd name="connsiteX1" fmla="*/ 0 w 152507"/>
                <a:gd name="connsiteY1" fmla="*/ 6171 h 12240"/>
                <a:gd name="connsiteX2" fmla="*/ 6117 w 152507"/>
                <a:gd name="connsiteY2" fmla="*/ 0 h 12240"/>
                <a:gd name="connsiteX3" fmla="*/ 146289 w 152507"/>
                <a:gd name="connsiteY3" fmla="*/ 0 h 12240"/>
                <a:gd name="connsiteX4" fmla="*/ 152507 w 152507"/>
                <a:gd name="connsiteY4" fmla="*/ 6070 h 12240"/>
                <a:gd name="connsiteX5" fmla="*/ 146289 w 152507"/>
                <a:gd name="connsiteY5" fmla="*/ 12241 h 12240"/>
                <a:gd name="connsiteX6" fmla="*/ 6219 w 152507"/>
                <a:gd name="connsiteY6" fmla="*/ 12241 h 1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07" h="12240">
                  <a:moveTo>
                    <a:pt x="6117" y="12241"/>
                  </a:moveTo>
                  <a:cubicBezTo>
                    <a:pt x="2738" y="12241"/>
                    <a:pt x="0" y="9523"/>
                    <a:pt x="0" y="6171"/>
                  </a:cubicBezTo>
                  <a:cubicBezTo>
                    <a:pt x="0" y="2802"/>
                    <a:pt x="2722" y="55"/>
                    <a:pt x="6117" y="0"/>
                  </a:cubicBezTo>
                  <a:lnTo>
                    <a:pt x="146289" y="0"/>
                  </a:lnTo>
                  <a:cubicBezTo>
                    <a:pt x="149662" y="52"/>
                    <a:pt x="152399" y="2724"/>
                    <a:pt x="152507" y="6070"/>
                  </a:cubicBezTo>
                  <a:cubicBezTo>
                    <a:pt x="152507" y="9478"/>
                    <a:pt x="149723" y="12241"/>
                    <a:pt x="146289" y="12241"/>
                  </a:cubicBezTo>
                  <a:lnTo>
                    <a:pt x="6219" y="12241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3" name="Graphic 42">
            <a:extLst>
              <a:ext uri="{FF2B5EF4-FFF2-40B4-BE49-F238E27FC236}">
                <a16:creationId xmlns:a16="http://schemas.microsoft.com/office/drawing/2014/main" id="{DA20F754-F2C5-7348-9E43-328ADF456ACD}"/>
              </a:ext>
            </a:extLst>
          </p:cNvPr>
          <p:cNvGrpSpPr>
            <a:grpSpLocks noChangeAspect="1"/>
          </p:cNvGrpSpPr>
          <p:nvPr/>
        </p:nvGrpSpPr>
        <p:grpSpPr>
          <a:xfrm>
            <a:off x="4785821" y="2458325"/>
            <a:ext cx="297981" cy="378478"/>
            <a:chOff x="4796180" y="2439162"/>
            <a:chExt cx="297981" cy="378478"/>
          </a:xfrm>
          <a:solidFill>
            <a:srgbClr val="FFFFFF"/>
          </a:solidFill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AA93F34-462D-FB43-A102-9A1C4B36B167}"/>
                </a:ext>
              </a:extLst>
            </p:cNvPr>
            <p:cNvSpPr/>
            <p:nvPr/>
          </p:nvSpPr>
          <p:spPr>
            <a:xfrm>
              <a:off x="4874582" y="2439162"/>
              <a:ext cx="139351" cy="198736"/>
            </a:xfrm>
            <a:custGeom>
              <a:avLst/>
              <a:gdLst>
                <a:gd name="connsiteX0" fmla="*/ 69729 w 139351"/>
                <a:gd name="connsiteY0" fmla="*/ 198736 h 198736"/>
                <a:gd name="connsiteX1" fmla="*/ 67109 w 139351"/>
                <a:gd name="connsiteY1" fmla="*/ 198736 h 198736"/>
                <a:gd name="connsiteX2" fmla="*/ 53 w 139351"/>
                <a:gd name="connsiteY2" fmla="*/ 127594 h 198736"/>
                <a:gd name="connsiteX3" fmla="*/ 53 w 139351"/>
                <a:gd name="connsiteY3" fmla="*/ 72378 h 198736"/>
                <a:gd name="connsiteX4" fmla="*/ 66975 w 139351"/>
                <a:gd name="connsiteY4" fmla="*/ 53 h 198736"/>
                <a:gd name="connsiteX5" fmla="*/ 139299 w 139351"/>
                <a:gd name="connsiteY5" fmla="*/ 66975 h 198736"/>
                <a:gd name="connsiteX6" fmla="*/ 139299 w 139351"/>
                <a:gd name="connsiteY6" fmla="*/ 72378 h 198736"/>
                <a:gd name="connsiteX7" fmla="*/ 139299 w 139351"/>
                <a:gd name="connsiteY7" fmla="*/ 129166 h 198736"/>
                <a:gd name="connsiteX8" fmla="*/ 69729 w 139351"/>
                <a:gd name="connsiteY8" fmla="*/ 198736 h 198736"/>
                <a:gd name="connsiteX9" fmla="*/ 69729 w 139351"/>
                <a:gd name="connsiteY9" fmla="*/ 15380 h 198736"/>
                <a:gd name="connsiteX10" fmla="*/ 12731 w 139351"/>
                <a:gd name="connsiteY10" fmla="*/ 72378 h 198736"/>
                <a:gd name="connsiteX11" fmla="*/ 12731 w 139351"/>
                <a:gd name="connsiteY11" fmla="*/ 127594 h 198736"/>
                <a:gd name="connsiteX12" fmla="*/ 67633 w 139351"/>
                <a:gd name="connsiteY12" fmla="*/ 186059 h 198736"/>
                <a:gd name="connsiteX13" fmla="*/ 126583 w 139351"/>
                <a:gd name="connsiteY13" fmla="*/ 131300 h 198736"/>
                <a:gd name="connsiteX14" fmla="*/ 126622 w 139351"/>
                <a:gd name="connsiteY14" fmla="*/ 129166 h 198736"/>
                <a:gd name="connsiteX15" fmla="*/ 126622 w 139351"/>
                <a:gd name="connsiteY15" fmla="*/ 72378 h 198736"/>
                <a:gd name="connsiteX16" fmla="*/ 69729 w 139351"/>
                <a:gd name="connsiteY16" fmla="*/ 15380 h 19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9351" h="198736">
                  <a:moveTo>
                    <a:pt x="69729" y="198736"/>
                  </a:moveTo>
                  <a:lnTo>
                    <a:pt x="67109" y="198736"/>
                  </a:lnTo>
                  <a:cubicBezTo>
                    <a:pt x="29399" y="196620"/>
                    <a:pt x="-62" y="165364"/>
                    <a:pt x="53" y="127594"/>
                  </a:cubicBezTo>
                  <a:lnTo>
                    <a:pt x="53" y="72378"/>
                  </a:lnTo>
                  <a:cubicBezTo>
                    <a:pt x="-1439" y="33926"/>
                    <a:pt x="28523" y="1545"/>
                    <a:pt x="66975" y="53"/>
                  </a:cubicBezTo>
                  <a:cubicBezTo>
                    <a:pt x="105427" y="-1439"/>
                    <a:pt x="137807" y="28523"/>
                    <a:pt x="139299" y="66975"/>
                  </a:cubicBezTo>
                  <a:cubicBezTo>
                    <a:pt x="139369" y="68775"/>
                    <a:pt x="139369" y="70578"/>
                    <a:pt x="139299" y="72378"/>
                  </a:cubicBezTo>
                  <a:lnTo>
                    <a:pt x="139299" y="129166"/>
                  </a:lnTo>
                  <a:cubicBezTo>
                    <a:pt x="139299" y="167589"/>
                    <a:pt x="108152" y="198736"/>
                    <a:pt x="69729" y="198736"/>
                  </a:cubicBezTo>
                  <a:close/>
                  <a:moveTo>
                    <a:pt x="69729" y="15380"/>
                  </a:moveTo>
                  <a:cubicBezTo>
                    <a:pt x="38274" y="15438"/>
                    <a:pt x="12789" y="40923"/>
                    <a:pt x="12731" y="72378"/>
                  </a:cubicBezTo>
                  <a:lnTo>
                    <a:pt x="12731" y="127594"/>
                  </a:lnTo>
                  <a:cubicBezTo>
                    <a:pt x="12515" y="158604"/>
                    <a:pt x="36671" y="184327"/>
                    <a:pt x="67633" y="186059"/>
                  </a:cubicBezTo>
                  <a:cubicBezTo>
                    <a:pt x="99033" y="187216"/>
                    <a:pt x="125426" y="162700"/>
                    <a:pt x="126583" y="131300"/>
                  </a:cubicBezTo>
                  <a:cubicBezTo>
                    <a:pt x="126609" y="130589"/>
                    <a:pt x="126622" y="129877"/>
                    <a:pt x="126622" y="129166"/>
                  </a:cubicBezTo>
                  <a:lnTo>
                    <a:pt x="126622" y="72378"/>
                  </a:lnTo>
                  <a:cubicBezTo>
                    <a:pt x="126622" y="40940"/>
                    <a:pt x="101167" y="15438"/>
                    <a:pt x="69729" y="15380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63B66C8D-7BF6-0B45-B202-B2B432C53F30}"/>
                </a:ext>
              </a:extLst>
            </p:cNvPr>
            <p:cNvSpPr/>
            <p:nvPr/>
          </p:nvSpPr>
          <p:spPr>
            <a:xfrm>
              <a:off x="4877553" y="2481738"/>
              <a:ext cx="132205" cy="28858"/>
            </a:xfrm>
            <a:custGeom>
              <a:avLst/>
              <a:gdLst>
                <a:gd name="connsiteX0" fmla="*/ 84255 w 132205"/>
                <a:gd name="connsiteY0" fmla="*/ 28859 h 28858"/>
                <a:gd name="connsiteX1" fmla="*/ 58271 w 132205"/>
                <a:gd name="connsiteY1" fmla="*/ 22991 h 28858"/>
                <a:gd name="connsiteX2" fmla="*/ 9236 w 132205"/>
                <a:gd name="connsiteY2" fmla="*/ 16286 h 28858"/>
                <a:gd name="connsiteX3" fmla="*/ 750 w 132205"/>
                <a:gd name="connsiteY3" fmla="*/ 13352 h 28858"/>
                <a:gd name="connsiteX4" fmla="*/ 3264 w 132205"/>
                <a:gd name="connsiteY4" fmla="*/ 4865 h 28858"/>
                <a:gd name="connsiteX5" fmla="*/ 63300 w 132205"/>
                <a:gd name="connsiteY5" fmla="*/ 11361 h 28858"/>
                <a:gd name="connsiteX6" fmla="*/ 121136 w 132205"/>
                <a:gd name="connsiteY6" fmla="*/ 2036 h 28858"/>
                <a:gd name="connsiteX7" fmla="*/ 130169 w 132205"/>
                <a:gd name="connsiteY7" fmla="*/ 1714 h 28858"/>
                <a:gd name="connsiteX8" fmla="*/ 130492 w 132205"/>
                <a:gd name="connsiteY8" fmla="*/ 10746 h 28858"/>
                <a:gd name="connsiteX9" fmla="*/ 129832 w 132205"/>
                <a:gd name="connsiteY9" fmla="*/ 11361 h 28858"/>
                <a:gd name="connsiteX10" fmla="*/ 84255 w 132205"/>
                <a:gd name="connsiteY10" fmla="*/ 28859 h 2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205" h="28858">
                  <a:moveTo>
                    <a:pt x="84255" y="28859"/>
                  </a:moveTo>
                  <a:cubicBezTo>
                    <a:pt x="75266" y="28856"/>
                    <a:pt x="66390" y="26851"/>
                    <a:pt x="58271" y="22991"/>
                  </a:cubicBezTo>
                  <a:cubicBezTo>
                    <a:pt x="26839" y="8218"/>
                    <a:pt x="9446" y="16181"/>
                    <a:pt x="9236" y="16286"/>
                  </a:cubicBezTo>
                  <a:cubicBezTo>
                    <a:pt x="6081" y="17794"/>
                    <a:pt x="2299" y="16487"/>
                    <a:pt x="750" y="13352"/>
                  </a:cubicBezTo>
                  <a:cubicBezTo>
                    <a:pt x="-883" y="10312"/>
                    <a:pt x="239" y="6525"/>
                    <a:pt x="3264" y="4865"/>
                  </a:cubicBezTo>
                  <a:cubicBezTo>
                    <a:pt x="4207" y="4865"/>
                    <a:pt x="26000" y="-6241"/>
                    <a:pt x="63300" y="11361"/>
                  </a:cubicBezTo>
                  <a:cubicBezTo>
                    <a:pt x="94419" y="25925"/>
                    <a:pt x="120927" y="2036"/>
                    <a:pt x="121136" y="2036"/>
                  </a:cubicBezTo>
                  <a:cubicBezTo>
                    <a:pt x="123541" y="-547"/>
                    <a:pt x="127586" y="-692"/>
                    <a:pt x="130169" y="1714"/>
                  </a:cubicBezTo>
                  <a:cubicBezTo>
                    <a:pt x="132752" y="4119"/>
                    <a:pt x="132897" y="8163"/>
                    <a:pt x="130492" y="10746"/>
                  </a:cubicBezTo>
                  <a:cubicBezTo>
                    <a:pt x="130287" y="10967"/>
                    <a:pt x="130066" y="11172"/>
                    <a:pt x="129832" y="11361"/>
                  </a:cubicBezTo>
                  <a:cubicBezTo>
                    <a:pt x="117084" y="22227"/>
                    <a:pt x="101000" y="28402"/>
                    <a:pt x="84255" y="28859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8125EC7F-D6E7-094A-A0A3-DF3B542F12C6}"/>
                </a:ext>
              </a:extLst>
            </p:cNvPr>
            <p:cNvSpPr/>
            <p:nvPr/>
          </p:nvSpPr>
          <p:spPr>
            <a:xfrm>
              <a:off x="5001203" y="2503577"/>
              <a:ext cx="29442" cy="55922"/>
            </a:xfrm>
            <a:custGeom>
              <a:avLst/>
              <a:gdLst>
                <a:gd name="connsiteX0" fmla="*/ 8173 w 29442"/>
                <a:gd name="connsiteY0" fmla="*/ 55845 h 55922"/>
                <a:gd name="connsiteX1" fmla="*/ 5135 w 29442"/>
                <a:gd name="connsiteY1" fmla="*/ 55845 h 55922"/>
                <a:gd name="connsiteX2" fmla="*/ 1 w 29442"/>
                <a:gd name="connsiteY2" fmla="*/ 49559 h 55922"/>
                <a:gd name="connsiteX3" fmla="*/ 1 w 29442"/>
                <a:gd name="connsiteY3" fmla="*/ 6391 h 55922"/>
                <a:gd name="connsiteX4" fmla="*/ 5344 w 29442"/>
                <a:gd name="connsiteY4" fmla="*/ 0 h 55922"/>
                <a:gd name="connsiteX5" fmla="*/ 8487 w 29442"/>
                <a:gd name="connsiteY5" fmla="*/ 0 h 55922"/>
                <a:gd name="connsiteX6" fmla="*/ 29442 w 29442"/>
                <a:gd name="connsiteY6" fmla="*/ 28080 h 55922"/>
                <a:gd name="connsiteX7" fmla="*/ 8173 w 29442"/>
                <a:gd name="connsiteY7" fmla="*/ 55845 h 55922"/>
                <a:gd name="connsiteX8" fmla="*/ 12678 w 29442"/>
                <a:gd name="connsiteY8" fmla="*/ 15507 h 55922"/>
                <a:gd name="connsiteX9" fmla="*/ 12678 w 29442"/>
                <a:gd name="connsiteY9" fmla="*/ 39814 h 55922"/>
                <a:gd name="connsiteX10" fmla="*/ 15822 w 29442"/>
                <a:gd name="connsiteY10" fmla="*/ 27765 h 55922"/>
                <a:gd name="connsiteX11" fmla="*/ 12678 w 29442"/>
                <a:gd name="connsiteY11" fmla="*/ 15507 h 5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442" h="55922">
                  <a:moveTo>
                    <a:pt x="8173" y="55845"/>
                  </a:moveTo>
                  <a:cubicBezTo>
                    <a:pt x="7163" y="55948"/>
                    <a:pt x="6145" y="55948"/>
                    <a:pt x="5135" y="55845"/>
                  </a:cubicBezTo>
                  <a:cubicBezTo>
                    <a:pt x="2164" y="55208"/>
                    <a:pt x="31" y="52597"/>
                    <a:pt x="1" y="49559"/>
                  </a:cubicBezTo>
                  <a:lnTo>
                    <a:pt x="1" y="6391"/>
                  </a:lnTo>
                  <a:cubicBezTo>
                    <a:pt x="-42" y="3233"/>
                    <a:pt x="2228" y="517"/>
                    <a:pt x="5344" y="0"/>
                  </a:cubicBezTo>
                  <a:lnTo>
                    <a:pt x="8487" y="0"/>
                  </a:lnTo>
                  <a:cubicBezTo>
                    <a:pt x="20013" y="0"/>
                    <a:pt x="29442" y="12363"/>
                    <a:pt x="29442" y="28080"/>
                  </a:cubicBezTo>
                  <a:cubicBezTo>
                    <a:pt x="29442" y="43796"/>
                    <a:pt x="19698" y="55845"/>
                    <a:pt x="8173" y="55845"/>
                  </a:cubicBezTo>
                  <a:close/>
                  <a:moveTo>
                    <a:pt x="12678" y="15507"/>
                  </a:moveTo>
                  <a:lnTo>
                    <a:pt x="12678" y="39814"/>
                  </a:lnTo>
                  <a:cubicBezTo>
                    <a:pt x="14961" y="36226"/>
                    <a:pt x="16060" y="32012"/>
                    <a:pt x="15822" y="27765"/>
                  </a:cubicBezTo>
                  <a:cubicBezTo>
                    <a:pt x="16062" y="23453"/>
                    <a:pt x="14964" y="19171"/>
                    <a:pt x="12678" y="15507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CA34BE3-0DE6-764A-8BC2-8EC21E283FF1}"/>
                </a:ext>
              </a:extLst>
            </p:cNvPr>
            <p:cNvSpPr/>
            <p:nvPr/>
          </p:nvSpPr>
          <p:spPr>
            <a:xfrm>
              <a:off x="4858291" y="2503181"/>
              <a:ext cx="29128" cy="56240"/>
            </a:xfrm>
            <a:custGeom>
              <a:avLst/>
              <a:gdLst>
                <a:gd name="connsiteX0" fmla="*/ 20955 w 29128"/>
                <a:gd name="connsiteY0" fmla="*/ 56241 h 56240"/>
                <a:gd name="connsiteX1" fmla="*/ 0 w 29128"/>
                <a:gd name="connsiteY1" fmla="*/ 28161 h 56240"/>
                <a:gd name="connsiteX2" fmla="*/ 20955 w 29128"/>
                <a:gd name="connsiteY2" fmla="*/ 81 h 56240"/>
                <a:gd name="connsiteX3" fmla="*/ 23993 w 29128"/>
                <a:gd name="connsiteY3" fmla="*/ 81 h 56240"/>
                <a:gd name="connsiteX4" fmla="*/ 29127 w 29128"/>
                <a:gd name="connsiteY4" fmla="*/ 6472 h 56240"/>
                <a:gd name="connsiteX5" fmla="*/ 29127 w 29128"/>
                <a:gd name="connsiteY5" fmla="*/ 49325 h 56240"/>
                <a:gd name="connsiteX6" fmla="*/ 23993 w 29128"/>
                <a:gd name="connsiteY6" fmla="*/ 55612 h 56240"/>
                <a:gd name="connsiteX7" fmla="*/ 20955 w 29128"/>
                <a:gd name="connsiteY7" fmla="*/ 56241 h 56240"/>
                <a:gd name="connsiteX8" fmla="*/ 16345 w 29128"/>
                <a:gd name="connsiteY8" fmla="*/ 15902 h 56240"/>
                <a:gd name="connsiteX9" fmla="*/ 12887 w 29128"/>
                <a:gd name="connsiteY9" fmla="*/ 28161 h 56240"/>
                <a:gd name="connsiteX10" fmla="*/ 16345 w 29128"/>
                <a:gd name="connsiteY10" fmla="*/ 40420 h 5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128" h="56240">
                  <a:moveTo>
                    <a:pt x="20955" y="56241"/>
                  </a:moveTo>
                  <a:cubicBezTo>
                    <a:pt x="9325" y="56241"/>
                    <a:pt x="0" y="43877"/>
                    <a:pt x="0" y="28161"/>
                  </a:cubicBezTo>
                  <a:cubicBezTo>
                    <a:pt x="0" y="12445"/>
                    <a:pt x="9115" y="81"/>
                    <a:pt x="20955" y="81"/>
                  </a:cubicBezTo>
                  <a:cubicBezTo>
                    <a:pt x="21965" y="-27"/>
                    <a:pt x="22984" y="-27"/>
                    <a:pt x="23993" y="81"/>
                  </a:cubicBezTo>
                  <a:cubicBezTo>
                    <a:pt x="27026" y="689"/>
                    <a:pt x="29188" y="3381"/>
                    <a:pt x="29127" y="6472"/>
                  </a:cubicBezTo>
                  <a:lnTo>
                    <a:pt x="29127" y="49325"/>
                  </a:lnTo>
                  <a:cubicBezTo>
                    <a:pt x="29137" y="52378"/>
                    <a:pt x="26987" y="55011"/>
                    <a:pt x="23993" y="55612"/>
                  </a:cubicBezTo>
                  <a:cubicBezTo>
                    <a:pt x="23007" y="55934"/>
                    <a:pt x="21988" y="56145"/>
                    <a:pt x="20955" y="56241"/>
                  </a:cubicBezTo>
                  <a:close/>
                  <a:moveTo>
                    <a:pt x="16345" y="15902"/>
                  </a:moveTo>
                  <a:cubicBezTo>
                    <a:pt x="13948" y="19531"/>
                    <a:pt x="12740" y="23815"/>
                    <a:pt x="12887" y="28161"/>
                  </a:cubicBezTo>
                  <a:cubicBezTo>
                    <a:pt x="12793" y="32500"/>
                    <a:pt x="13997" y="36769"/>
                    <a:pt x="16345" y="40420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7BC73DBE-6424-9944-92A9-44C6DE09AC6E}"/>
                </a:ext>
              </a:extLst>
            </p:cNvPr>
            <p:cNvSpPr/>
            <p:nvPr/>
          </p:nvSpPr>
          <p:spPr>
            <a:xfrm>
              <a:off x="4912040" y="2618102"/>
              <a:ext cx="67582" cy="58982"/>
            </a:xfrm>
            <a:custGeom>
              <a:avLst/>
              <a:gdLst>
                <a:gd name="connsiteX0" fmla="*/ 33947 w 67582"/>
                <a:gd name="connsiteY0" fmla="*/ 58983 h 58982"/>
                <a:gd name="connsiteX1" fmla="*/ 0 w 67582"/>
                <a:gd name="connsiteY1" fmla="*/ 38866 h 58982"/>
                <a:gd name="connsiteX2" fmla="*/ 0 w 67582"/>
                <a:gd name="connsiteY2" fmla="*/ 7433 h 58982"/>
                <a:gd name="connsiteX3" fmla="*/ 2934 w 67582"/>
                <a:gd name="connsiteY3" fmla="*/ 2090 h 58982"/>
                <a:gd name="connsiteX4" fmla="*/ 9011 w 67582"/>
                <a:gd name="connsiteY4" fmla="*/ 2090 h 58982"/>
                <a:gd name="connsiteX5" fmla="*/ 29966 w 67582"/>
                <a:gd name="connsiteY5" fmla="*/ 7119 h 58982"/>
                <a:gd name="connsiteX6" fmla="*/ 58360 w 67582"/>
                <a:gd name="connsiteY6" fmla="*/ 728 h 58982"/>
                <a:gd name="connsiteX7" fmla="*/ 66853 w 67582"/>
                <a:gd name="connsiteY7" fmla="*/ 3354 h 58982"/>
                <a:gd name="connsiteX8" fmla="*/ 67580 w 67582"/>
                <a:gd name="connsiteY8" fmla="*/ 6281 h 58982"/>
                <a:gd name="connsiteX9" fmla="*/ 67580 w 67582"/>
                <a:gd name="connsiteY9" fmla="*/ 38866 h 58982"/>
                <a:gd name="connsiteX10" fmla="*/ 33947 w 67582"/>
                <a:gd name="connsiteY10" fmla="*/ 58983 h 58982"/>
                <a:gd name="connsiteX11" fmla="*/ 12992 w 67582"/>
                <a:gd name="connsiteY11" fmla="*/ 17073 h 58982"/>
                <a:gd name="connsiteX12" fmla="*/ 12992 w 67582"/>
                <a:gd name="connsiteY12" fmla="*/ 38971 h 58982"/>
                <a:gd name="connsiteX13" fmla="*/ 33947 w 67582"/>
                <a:gd name="connsiteY13" fmla="*/ 46410 h 58982"/>
                <a:gd name="connsiteX14" fmla="*/ 54902 w 67582"/>
                <a:gd name="connsiteY14" fmla="*/ 38971 h 58982"/>
                <a:gd name="connsiteX15" fmla="*/ 54902 w 67582"/>
                <a:gd name="connsiteY15" fmla="*/ 15920 h 58982"/>
                <a:gd name="connsiteX16" fmla="*/ 29442 w 67582"/>
                <a:gd name="connsiteY16" fmla="*/ 19797 h 58982"/>
                <a:gd name="connsiteX17" fmla="*/ 12678 w 67582"/>
                <a:gd name="connsiteY17" fmla="*/ 16968 h 58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582" h="58982">
                  <a:moveTo>
                    <a:pt x="33947" y="58983"/>
                  </a:moveTo>
                  <a:cubicBezTo>
                    <a:pt x="14564" y="58983"/>
                    <a:pt x="0" y="50286"/>
                    <a:pt x="0" y="38866"/>
                  </a:cubicBezTo>
                  <a:lnTo>
                    <a:pt x="0" y="7433"/>
                  </a:lnTo>
                  <a:cubicBezTo>
                    <a:pt x="11" y="5271"/>
                    <a:pt x="1115" y="3260"/>
                    <a:pt x="2934" y="2090"/>
                  </a:cubicBezTo>
                  <a:cubicBezTo>
                    <a:pt x="4825" y="1046"/>
                    <a:pt x="7120" y="1046"/>
                    <a:pt x="9011" y="2090"/>
                  </a:cubicBezTo>
                  <a:cubicBezTo>
                    <a:pt x="15612" y="5084"/>
                    <a:pt x="22724" y="6790"/>
                    <a:pt x="29966" y="7119"/>
                  </a:cubicBezTo>
                  <a:cubicBezTo>
                    <a:pt x="39820" y="7439"/>
                    <a:pt x="49593" y="5239"/>
                    <a:pt x="58360" y="728"/>
                  </a:cubicBezTo>
                  <a:cubicBezTo>
                    <a:pt x="61430" y="-892"/>
                    <a:pt x="65233" y="283"/>
                    <a:pt x="66853" y="3354"/>
                  </a:cubicBezTo>
                  <a:cubicBezTo>
                    <a:pt x="67329" y="4256"/>
                    <a:pt x="67579" y="5261"/>
                    <a:pt x="67580" y="6281"/>
                  </a:cubicBezTo>
                  <a:lnTo>
                    <a:pt x="67580" y="38866"/>
                  </a:lnTo>
                  <a:cubicBezTo>
                    <a:pt x="67789" y="50286"/>
                    <a:pt x="53226" y="58983"/>
                    <a:pt x="33947" y="58983"/>
                  </a:cubicBezTo>
                  <a:close/>
                  <a:moveTo>
                    <a:pt x="12992" y="17073"/>
                  </a:moveTo>
                  <a:lnTo>
                    <a:pt x="12992" y="38971"/>
                  </a:lnTo>
                  <a:cubicBezTo>
                    <a:pt x="12992" y="40857"/>
                    <a:pt x="20326" y="46410"/>
                    <a:pt x="33947" y="46410"/>
                  </a:cubicBezTo>
                  <a:cubicBezTo>
                    <a:pt x="47568" y="46410"/>
                    <a:pt x="54902" y="40857"/>
                    <a:pt x="54902" y="38971"/>
                  </a:cubicBezTo>
                  <a:lnTo>
                    <a:pt x="54902" y="15920"/>
                  </a:lnTo>
                  <a:cubicBezTo>
                    <a:pt x="46728" y="18776"/>
                    <a:pt x="38095" y="20091"/>
                    <a:pt x="29442" y="19797"/>
                  </a:cubicBezTo>
                  <a:cubicBezTo>
                    <a:pt x="23756" y="19570"/>
                    <a:pt x="18123" y="18619"/>
                    <a:pt x="12678" y="16968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6415275F-E35D-A546-858B-D7B0B0CD3B45}"/>
                </a:ext>
              </a:extLst>
            </p:cNvPr>
            <p:cNvSpPr/>
            <p:nvPr/>
          </p:nvSpPr>
          <p:spPr>
            <a:xfrm>
              <a:off x="4810771" y="2646787"/>
              <a:ext cx="270328" cy="170800"/>
            </a:xfrm>
            <a:custGeom>
              <a:avLst/>
              <a:gdLst>
                <a:gd name="connsiteX0" fmla="*/ 263985 w 270328"/>
                <a:gd name="connsiteY0" fmla="*/ 170801 h 170800"/>
                <a:gd name="connsiteX1" fmla="*/ 6343 w 270328"/>
                <a:gd name="connsiteY1" fmla="*/ 170801 h 170800"/>
                <a:gd name="connsiteX2" fmla="*/ 1419 w 270328"/>
                <a:gd name="connsiteY2" fmla="*/ 168391 h 170800"/>
                <a:gd name="connsiteX3" fmla="*/ 161 w 270328"/>
                <a:gd name="connsiteY3" fmla="*/ 163048 h 170800"/>
                <a:gd name="connsiteX4" fmla="*/ 25517 w 270328"/>
                <a:gd name="connsiteY4" fmla="*/ 50310 h 170800"/>
                <a:gd name="connsiteX5" fmla="*/ 63760 w 270328"/>
                <a:gd name="connsiteY5" fmla="*/ 10705 h 170800"/>
                <a:gd name="connsiteX6" fmla="*/ 105670 w 270328"/>
                <a:gd name="connsiteY6" fmla="*/ 227 h 170800"/>
                <a:gd name="connsiteX7" fmla="*/ 111223 w 270328"/>
                <a:gd name="connsiteY7" fmla="*/ 1380 h 170800"/>
                <a:gd name="connsiteX8" fmla="*/ 113633 w 270328"/>
                <a:gd name="connsiteY8" fmla="*/ 6304 h 170800"/>
                <a:gd name="connsiteX9" fmla="*/ 113633 w 270328"/>
                <a:gd name="connsiteY9" fmla="*/ 10705 h 170800"/>
                <a:gd name="connsiteX10" fmla="*/ 134588 w 270328"/>
                <a:gd name="connsiteY10" fmla="*/ 18144 h 170800"/>
                <a:gd name="connsiteX11" fmla="*/ 155543 w 270328"/>
                <a:gd name="connsiteY11" fmla="*/ 10705 h 170800"/>
                <a:gd name="connsiteX12" fmla="*/ 155543 w 270328"/>
                <a:gd name="connsiteY12" fmla="*/ 6304 h 170800"/>
                <a:gd name="connsiteX13" fmla="*/ 158057 w 270328"/>
                <a:gd name="connsiteY13" fmla="*/ 1380 h 170800"/>
                <a:gd name="connsiteX14" fmla="*/ 163506 w 270328"/>
                <a:gd name="connsiteY14" fmla="*/ 227 h 170800"/>
                <a:gd name="connsiteX15" fmla="*/ 205416 w 270328"/>
                <a:gd name="connsiteY15" fmla="*/ 10705 h 170800"/>
                <a:gd name="connsiteX16" fmla="*/ 243763 w 270328"/>
                <a:gd name="connsiteY16" fmla="*/ 50310 h 170800"/>
                <a:gd name="connsiteX17" fmla="*/ 270167 w 270328"/>
                <a:gd name="connsiteY17" fmla="*/ 163048 h 170800"/>
                <a:gd name="connsiteX18" fmla="*/ 268909 w 270328"/>
                <a:gd name="connsiteY18" fmla="*/ 168391 h 170800"/>
                <a:gd name="connsiteX19" fmla="*/ 263985 w 270328"/>
                <a:gd name="connsiteY19" fmla="*/ 170801 h 170800"/>
                <a:gd name="connsiteX20" fmla="*/ 14306 w 270328"/>
                <a:gd name="connsiteY20" fmla="*/ 158123 h 170800"/>
                <a:gd name="connsiteX21" fmla="*/ 256022 w 270328"/>
                <a:gd name="connsiteY21" fmla="*/ 158123 h 170800"/>
                <a:gd name="connsiteX22" fmla="*/ 232552 w 270328"/>
                <a:gd name="connsiteY22" fmla="*/ 53348 h 170800"/>
                <a:gd name="connsiteX23" fmla="*/ 203425 w 270328"/>
                <a:gd name="connsiteY23" fmla="*/ 23278 h 170800"/>
                <a:gd name="connsiteX24" fmla="*/ 168535 w 270328"/>
                <a:gd name="connsiteY24" fmla="*/ 14162 h 170800"/>
                <a:gd name="connsiteX25" fmla="*/ 135216 w 270328"/>
                <a:gd name="connsiteY25" fmla="*/ 30612 h 170800"/>
                <a:gd name="connsiteX26" fmla="*/ 101479 w 270328"/>
                <a:gd name="connsiteY26" fmla="*/ 13848 h 170800"/>
                <a:gd name="connsiteX27" fmla="*/ 66694 w 270328"/>
                <a:gd name="connsiteY27" fmla="*/ 22963 h 170800"/>
                <a:gd name="connsiteX28" fmla="*/ 37566 w 270328"/>
                <a:gd name="connsiteY28" fmla="*/ 53034 h 17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0328" h="170800">
                  <a:moveTo>
                    <a:pt x="263985" y="170801"/>
                  </a:moveTo>
                  <a:lnTo>
                    <a:pt x="6343" y="170801"/>
                  </a:lnTo>
                  <a:cubicBezTo>
                    <a:pt x="4423" y="170778"/>
                    <a:pt x="2615" y="169893"/>
                    <a:pt x="1419" y="168391"/>
                  </a:cubicBezTo>
                  <a:cubicBezTo>
                    <a:pt x="188" y="166904"/>
                    <a:pt x="-277" y="164927"/>
                    <a:pt x="161" y="163048"/>
                  </a:cubicBezTo>
                  <a:lnTo>
                    <a:pt x="25517" y="50310"/>
                  </a:lnTo>
                  <a:cubicBezTo>
                    <a:pt x="29741" y="30934"/>
                    <a:pt x="44544" y="15604"/>
                    <a:pt x="63760" y="10705"/>
                  </a:cubicBezTo>
                  <a:lnTo>
                    <a:pt x="105670" y="227"/>
                  </a:lnTo>
                  <a:cubicBezTo>
                    <a:pt x="107598" y="-310"/>
                    <a:pt x="109668" y="119"/>
                    <a:pt x="111223" y="1380"/>
                  </a:cubicBezTo>
                  <a:cubicBezTo>
                    <a:pt x="112763" y="2545"/>
                    <a:pt x="113658" y="4373"/>
                    <a:pt x="113633" y="6304"/>
                  </a:cubicBezTo>
                  <a:lnTo>
                    <a:pt x="113633" y="10705"/>
                  </a:lnTo>
                  <a:cubicBezTo>
                    <a:pt x="113633" y="12591"/>
                    <a:pt x="120967" y="18144"/>
                    <a:pt x="134588" y="18144"/>
                  </a:cubicBezTo>
                  <a:cubicBezTo>
                    <a:pt x="148208" y="18144"/>
                    <a:pt x="155543" y="12591"/>
                    <a:pt x="155543" y="10705"/>
                  </a:cubicBezTo>
                  <a:lnTo>
                    <a:pt x="155543" y="6304"/>
                  </a:lnTo>
                  <a:cubicBezTo>
                    <a:pt x="155559" y="4358"/>
                    <a:pt x="156491" y="2534"/>
                    <a:pt x="158057" y="1380"/>
                  </a:cubicBezTo>
                  <a:cubicBezTo>
                    <a:pt x="159572" y="121"/>
                    <a:pt x="161611" y="-311"/>
                    <a:pt x="163506" y="227"/>
                  </a:cubicBezTo>
                  <a:lnTo>
                    <a:pt x="205416" y="10705"/>
                  </a:lnTo>
                  <a:cubicBezTo>
                    <a:pt x="224672" y="15570"/>
                    <a:pt x="239522" y="30906"/>
                    <a:pt x="243763" y="50310"/>
                  </a:cubicBezTo>
                  <a:lnTo>
                    <a:pt x="270167" y="163048"/>
                  </a:lnTo>
                  <a:cubicBezTo>
                    <a:pt x="270605" y="164927"/>
                    <a:pt x="270140" y="166904"/>
                    <a:pt x="268909" y="168391"/>
                  </a:cubicBezTo>
                  <a:cubicBezTo>
                    <a:pt x="267713" y="169893"/>
                    <a:pt x="265905" y="170778"/>
                    <a:pt x="263985" y="170801"/>
                  </a:cubicBezTo>
                  <a:close/>
                  <a:moveTo>
                    <a:pt x="14306" y="158123"/>
                  </a:moveTo>
                  <a:lnTo>
                    <a:pt x="256022" y="158123"/>
                  </a:lnTo>
                  <a:lnTo>
                    <a:pt x="232552" y="53348"/>
                  </a:lnTo>
                  <a:cubicBezTo>
                    <a:pt x="229255" y="38653"/>
                    <a:pt x="218008" y="27041"/>
                    <a:pt x="203425" y="23278"/>
                  </a:cubicBezTo>
                  <a:lnTo>
                    <a:pt x="168535" y="14162"/>
                  </a:lnTo>
                  <a:cubicBezTo>
                    <a:pt x="165706" y="23802"/>
                    <a:pt x="152295" y="30612"/>
                    <a:pt x="135216" y="30612"/>
                  </a:cubicBezTo>
                  <a:cubicBezTo>
                    <a:pt x="118138" y="30612"/>
                    <a:pt x="104622" y="23487"/>
                    <a:pt x="101479" y="13848"/>
                  </a:cubicBezTo>
                  <a:lnTo>
                    <a:pt x="66694" y="22963"/>
                  </a:lnTo>
                  <a:cubicBezTo>
                    <a:pt x="52073" y="26661"/>
                    <a:pt x="40797" y="38303"/>
                    <a:pt x="37566" y="53034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FF3CF453-59C8-1C41-BF2B-7D3078E483B7}"/>
                </a:ext>
              </a:extLst>
            </p:cNvPr>
            <p:cNvSpPr/>
            <p:nvPr/>
          </p:nvSpPr>
          <p:spPr>
            <a:xfrm>
              <a:off x="4995566" y="2741963"/>
              <a:ext cx="23097" cy="75624"/>
            </a:xfrm>
            <a:custGeom>
              <a:avLst/>
              <a:gdLst>
                <a:gd name="connsiteX0" fmla="*/ 16849 w 23097"/>
                <a:gd name="connsiteY0" fmla="*/ 75624 h 75624"/>
                <a:gd name="connsiteX1" fmla="*/ 10562 w 23097"/>
                <a:gd name="connsiteY1" fmla="*/ 70281 h 75624"/>
                <a:gd name="connsiteX2" fmla="*/ 85 w 23097"/>
                <a:gd name="connsiteY2" fmla="*/ 7416 h 75624"/>
                <a:gd name="connsiteX3" fmla="*/ 5324 w 23097"/>
                <a:gd name="connsiteY3" fmla="*/ 81 h 75624"/>
                <a:gd name="connsiteX4" fmla="*/ 12532 w 23097"/>
                <a:gd name="connsiteY4" fmla="*/ 5285 h 75624"/>
                <a:gd name="connsiteX5" fmla="*/ 12553 w 23097"/>
                <a:gd name="connsiteY5" fmla="*/ 5425 h 75624"/>
                <a:gd name="connsiteX6" fmla="*/ 23031 w 23097"/>
                <a:gd name="connsiteY6" fmla="*/ 68290 h 75624"/>
                <a:gd name="connsiteX7" fmla="*/ 17687 w 23097"/>
                <a:gd name="connsiteY7" fmla="*/ 75519 h 7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97" h="75624">
                  <a:moveTo>
                    <a:pt x="16849" y="75624"/>
                  </a:moveTo>
                  <a:cubicBezTo>
                    <a:pt x="13714" y="75660"/>
                    <a:pt x="11033" y="73380"/>
                    <a:pt x="10562" y="70281"/>
                  </a:cubicBezTo>
                  <a:lnTo>
                    <a:pt x="85" y="7416"/>
                  </a:lnTo>
                  <a:cubicBezTo>
                    <a:pt x="-483" y="3946"/>
                    <a:pt x="1857" y="669"/>
                    <a:pt x="5324" y="81"/>
                  </a:cubicBezTo>
                  <a:cubicBezTo>
                    <a:pt x="8751" y="-472"/>
                    <a:pt x="11979" y="1857"/>
                    <a:pt x="12532" y="5285"/>
                  </a:cubicBezTo>
                  <a:cubicBezTo>
                    <a:pt x="12540" y="5332"/>
                    <a:pt x="12547" y="5378"/>
                    <a:pt x="12553" y="5425"/>
                  </a:cubicBezTo>
                  <a:lnTo>
                    <a:pt x="23031" y="68290"/>
                  </a:lnTo>
                  <a:cubicBezTo>
                    <a:pt x="23532" y="71757"/>
                    <a:pt x="21149" y="74981"/>
                    <a:pt x="17687" y="75519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5825684-4E1A-8D4F-97E0-BEE13BC2CDBA}"/>
                </a:ext>
              </a:extLst>
            </p:cNvPr>
            <p:cNvSpPr/>
            <p:nvPr/>
          </p:nvSpPr>
          <p:spPr>
            <a:xfrm>
              <a:off x="4873173" y="2741523"/>
              <a:ext cx="23346" cy="76067"/>
            </a:xfrm>
            <a:custGeom>
              <a:avLst/>
              <a:gdLst>
                <a:gd name="connsiteX0" fmla="*/ 6387 w 23346"/>
                <a:gd name="connsiteY0" fmla="*/ 76065 h 76067"/>
                <a:gd name="connsiteX1" fmla="*/ 5339 w 23346"/>
                <a:gd name="connsiteY1" fmla="*/ 76065 h 76067"/>
                <a:gd name="connsiteX2" fmla="*/ 59 w 23346"/>
                <a:gd name="connsiteY2" fmla="*/ 69097 h 76067"/>
                <a:gd name="connsiteX3" fmla="*/ 100 w 23346"/>
                <a:gd name="connsiteY3" fmla="*/ 68835 h 76067"/>
                <a:gd name="connsiteX4" fmla="*/ 10578 w 23346"/>
                <a:gd name="connsiteY4" fmla="*/ 5970 h 76067"/>
                <a:gd name="connsiteX5" fmla="*/ 17377 w 23346"/>
                <a:gd name="connsiteY5" fmla="*/ 14 h 76067"/>
                <a:gd name="connsiteX6" fmla="*/ 23333 w 23346"/>
                <a:gd name="connsiteY6" fmla="*/ 6813 h 76067"/>
                <a:gd name="connsiteX7" fmla="*/ 23151 w 23346"/>
                <a:gd name="connsiteY7" fmla="*/ 7961 h 76067"/>
                <a:gd name="connsiteX8" fmla="*/ 12673 w 23346"/>
                <a:gd name="connsiteY8" fmla="*/ 70826 h 76067"/>
                <a:gd name="connsiteX9" fmla="*/ 6387 w 23346"/>
                <a:gd name="connsiteY9" fmla="*/ 76065 h 7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46" h="76067">
                  <a:moveTo>
                    <a:pt x="6387" y="76065"/>
                  </a:moveTo>
                  <a:lnTo>
                    <a:pt x="5339" y="76065"/>
                  </a:lnTo>
                  <a:cubicBezTo>
                    <a:pt x="1957" y="75599"/>
                    <a:pt x="-407" y="72479"/>
                    <a:pt x="59" y="69097"/>
                  </a:cubicBezTo>
                  <a:cubicBezTo>
                    <a:pt x="71" y="69010"/>
                    <a:pt x="85" y="68922"/>
                    <a:pt x="100" y="68835"/>
                  </a:cubicBezTo>
                  <a:lnTo>
                    <a:pt x="10578" y="5970"/>
                  </a:lnTo>
                  <a:cubicBezTo>
                    <a:pt x="10811" y="2448"/>
                    <a:pt x="13855" y="-219"/>
                    <a:pt x="17377" y="14"/>
                  </a:cubicBezTo>
                  <a:cubicBezTo>
                    <a:pt x="20899" y="247"/>
                    <a:pt x="23565" y="3291"/>
                    <a:pt x="23333" y="6813"/>
                  </a:cubicBezTo>
                  <a:cubicBezTo>
                    <a:pt x="23307" y="7200"/>
                    <a:pt x="23246" y="7584"/>
                    <a:pt x="23151" y="7961"/>
                  </a:cubicBezTo>
                  <a:lnTo>
                    <a:pt x="12673" y="70826"/>
                  </a:lnTo>
                  <a:cubicBezTo>
                    <a:pt x="12199" y="73908"/>
                    <a:pt x="9504" y="76154"/>
                    <a:pt x="6387" y="76065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9B504786-1DE1-4248-A6CC-34D8488E0C4C}"/>
                </a:ext>
              </a:extLst>
            </p:cNvPr>
            <p:cNvSpPr/>
            <p:nvPr/>
          </p:nvSpPr>
          <p:spPr>
            <a:xfrm>
              <a:off x="4923408" y="2664406"/>
              <a:ext cx="45073" cy="136417"/>
            </a:xfrm>
            <a:custGeom>
              <a:avLst/>
              <a:gdLst>
                <a:gd name="connsiteX0" fmla="*/ 22580 w 45073"/>
                <a:gd name="connsiteY0" fmla="*/ 136417 h 136417"/>
                <a:gd name="connsiteX1" fmla="*/ 18284 w 45073"/>
                <a:gd name="connsiteY1" fmla="*/ 134846 h 136417"/>
                <a:gd name="connsiteX2" fmla="*/ 2149 w 45073"/>
                <a:gd name="connsiteY2" fmla="*/ 120282 h 136417"/>
                <a:gd name="connsiteX3" fmla="*/ 53 w 45073"/>
                <a:gd name="connsiteY3" fmla="*/ 114624 h 136417"/>
                <a:gd name="connsiteX4" fmla="*/ 16294 w 45073"/>
                <a:gd name="connsiteY4" fmla="*/ 5344 h 136417"/>
                <a:gd name="connsiteX5" fmla="*/ 22580 w 45073"/>
                <a:gd name="connsiteY5" fmla="*/ 0 h 136417"/>
                <a:gd name="connsiteX6" fmla="*/ 28867 w 45073"/>
                <a:gd name="connsiteY6" fmla="*/ 5344 h 136417"/>
                <a:gd name="connsiteX7" fmla="*/ 45002 w 45073"/>
                <a:gd name="connsiteY7" fmla="*/ 114624 h 136417"/>
                <a:gd name="connsiteX8" fmla="*/ 43011 w 45073"/>
                <a:gd name="connsiteY8" fmla="*/ 120282 h 136417"/>
                <a:gd name="connsiteX9" fmla="*/ 26771 w 45073"/>
                <a:gd name="connsiteY9" fmla="*/ 134846 h 136417"/>
                <a:gd name="connsiteX10" fmla="*/ 22580 w 45073"/>
                <a:gd name="connsiteY10" fmla="*/ 136417 h 136417"/>
                <a:gd name="connsiteX11" fmla="*/ 13150 w 45073"/>
                <a:gd name="connsiteY11" fmla="*/ 112738 h 136417"/>
                <a:gd name="connsiteX12" fmla="*/ 22580 w 45073"/>
                <a:gd name="connsiteY12" fmla="*/ 121225 h 136417"/>
                <a:gd name="connsiteX13" fmla="*/ 31905 w 45073"/>
                <a:gd name="connsiteY13" fmla="*/ 112738 h 136417"/>
                <a:gd name="connsiteX14" fmla="*/ 22580 w 45073"/>
                <a:gd name="connsiteY14" fmla="*/ 49873 h 136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73" h="136417">
                  <a:moveTo>
                    <a:pt x="22580" y="136417"/>
                  </a:moveTo>
                  <a:cubicBezTo>
                    <a:pt x="21007" y="136422"/>
                    <a:pt x="19483" y="135865"/>
                    <a:pt x="18284" y="134846"/>
                  </a:cubicBezTo>
                  <a:lnTo>
                    <a:pt x="2149" y="120282"/>
                  </a:lnTo>
                  <a:cubicBezTo>
                    <a:pt x="564" y="118855"/>
                    <a:pt x="-219" y="116740"/>
                    <a:pt x="53" y="114624"/>
                  </a:cubicBezTo>
                  <a:lnTo>
                    <a:pt x="16294" y="5344"/>
                  </a:lnTo>
                  <a:cubicBezTo>
                    <a:pt x="16764" y="2244"/>
                    <a:pt x="19445" y="-35"/>
                    <a:pt x="22580" y="0"/>
                  </a:cubicBezTo>
                  <a:cubicBezTo>
                    <a:pt x="25699" y="9"/>
                    <a:pt x="28355" y="2268"/>
                    <a:pt x="28867" y="5344"/>
                  </a:cubicBezTo>
                  <a:lnTo>
                    <a:pt x="45002" y="114624"/>
                  </a:lnTo>
                  <a:cubicBezTo>
                    <a:pt x="45319" y="116724"/>
                    <a:pt x="44573" y="118844"/>
                    <a:pt x="43011" y="120282"/>
                  </a:cubicBezTo>
                  <a:lnTo>
                    <a:pt x="26771" y="134846"/>
                  </a:lnTo>
                  <a:cubicBezTo>
                    <a:pt x="25614" y="135866"/>
                    <a:pt x="24123" y="136426"/>
                    <a:pt x="22580" y="136417"/>
                  </a:cubicBezTo>
                  <a:close/>
                  <a:moveTo>
                    <a:pt x="13150" y="112738"/>
                  </a:moveTo>
                  <a:lnTo>
                    <a:pt x="22580" y="121225"/>
                  </a:lnTo>
                  <a:lnTo>
                    <a:pt x="31905" y="112738"/>
                  </a:lnTo>
                  <a:lnTo>
                    <a:pt x="22580" y="49873"/>
                  </a:ln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4A36338-2218-A344-99EC-511A4854333B}"/>
                </a:ext>
              </a:extLst>
            </p:cNvPr>
            <p:cNvSpPr/>
            <p:nvPr/>
          </p:nvSpPr>
          <p:spPr>
            <a:xfrm>
              <a:off x="4796180" y="2804857"/>
              <a:ext cx="297981" cy="12783"/>
            </a:xfrm>
            <a:custGeom>
              <a:avLst/>
              <a:gdLst>
                <a:gd name="connsiteX0" fmla="*/ 292406 w 297981"/>
                <a:gd name="connsiteY0" fmla="*/ 12730 h 12783"/>
                <a:gd name="connsiteX1" fmla="*/ 7209 w 297981"/>
                <a:gd name="connsiteY1" fmla="*/ 12730 h 12783"/>
                <a:gd name="connsiteX2" fmla="*/ 53 w 297981"/>
                <a:gd name="connsiteY2" fmla="*/ 7208 h 12783"/>
                <a:gd name="connsiteX3" fmla="*/ 5575 w 297981"/>
                <a:gd name="connsiteY3" fmla="*/ 52 h 12783"/>
                <a:gd name="connsiteX4" fmla="*/ 7209 w 297981"/>
                <a:gd name="connsiteY4" fmla="*/ 52 h 12783"/>
                <a:gd name="connsiteX5" fmla="*/ 292406 w 297981"/>
                <a:gd name="connsiteY5" fmla="*/ 52 h 12783"/>
                <a:gd name="connsiteX6" fmla="*/ 297928 w 297981"/>
                <a:gd name="connsiteY6" fmla="*/ 7208 h 12783"/>
                <a:gd name="connsiteX7" fmla="*/ 292406 w 297981"/>
                <a:gd name="connsiteY7" fmla="*/ 12730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981" h="12783">
                  <a:moveTo>
                    <a:pt x="292406" y="12730"/>
                  </a:moveTo>
                  <a:lnTo>
                    <a:pt x="7209" y="12730"/>
                  </a:lnTo>
                  <a:cubicBezTo>
                    <a:pt x="3708" y="13181"/>
                    <a:pt x="504" y="10709"/>
                    <a:pt x="53" y="7208"/>
                  </a:cubicBezTo>
                  <a:cubicBezTo>
                    <a:pt x="-398" y="3707"/>
                    <a:pt x="2074" y="503"/>
                    <a:pt x="5575" y="52"/>
                  </a:cubicBezTo>
                  <a:cubicBezTo>
                    <a:pt x="6118" y="-17"/>
                    <a:pt x="6666" y="-17"/>
                    <a:pt x="7209" y="52"/>
                  </a:cubicBezTo>
                  <a:lnTo>
                    <a:pt x="292406" y="52"/>
                  </a:lnTo>
                  <a:cubicBezTo>
                    <a:pt x="295907" y="503"/>
                    <a:pt x="298379" y="3707"/>
                    <a:pt x="297928" y="7208"/>
                  </a:cubicBezTo>
                  <a:cubicBezTo>
                    <a:pt x="297557" y="10090"/>
                    <a:pt x="295288" y="12359"/>
                    <a:pt x="292406" y="12730"/>
                  </a:cubicBezTo>
                  <a:close/>
                </a:path>
              </a:pathLst>
            </a:custGeom>
            <a:grpFill/>
            <a:ln w="10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4" name="Graphic 44">
            <a:extLst>
              <a:ext uri="{FF2B5EF4-FFF2-40B4-BE49-F238E27FC236}">
                <a16:creationId xmlns:a16="http://schemas.microsoft.com/office/drawing/2014/main" id="{9774C243-DE23-D14F-94E7-59F465FAAD9D}"/>
              </a:ext>
            </a:extLst>
          </p:cNvPr>
          <p:cNvGrpSpPr>
            <a:grpSpLocks noChangeAspect="1"/>
          </p:cNvGrpSpPr>
          <p:nvPr/>
        </p:nvGrpSpPr>
        <p:grpSpPr>
          <a:xfrm>
            <a:off x="7091378" y="2458847"/>
            <a:ext cx="338226" cy="375231"/>
            <a:chOff x="4776042" y="2439235"/>
            <a:chExt cx="338226" cy="375231"/>
          </a:xfrm>
          <a:solidFill>
            <a:srgbClr val="FFFFFF"/>
          </a:solidFill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8DEF44F9-646E-094A-8AC1-4C8F95ABE2F6}"/>
                </a:ext>
              </a:extLst>
            </p:cNvPr>
            <p:cNvSpPr/>
            <p:nvPr/>
          </p:nvSpPr>
          <p:spPr>
            <a:xfrm>
              <a:off x="4776042" y="2638614"/>
              <a:ext cx="338226" cy="175852"/>
            </a:xfrm>
            <a:custGeom>
              <a:avLst/>
              <a:gdLst>
                <a:gd name="connsiteX0" fmla="*/ 169062 w 338226"/>
                <a:gd name="connsiteY0" fmla="*/ 175853 h 175852"/>
                <a:gd name="connsiteX1" fmla="*/ 0 w 338226"/>
                <a:gd name="connsiteY1" fmla="*/ 6117 h 175852"/>
                <a:gd name="connsiteX2" fmla="*/ 6095 w 338226"/>
                <a:gd name="connsiteY2" fmla="*/ 0 h 175852"/>
                <a:gd name="connsiteX3" fmla="*/ 6198 w 338226"/>
                <a:gd name="connsiteY3" fmla="*/ 1 h 175852"/>
                <a:gd name="connsiteX4" fmla="*/ 332029 w 338226"/>
                <a:gd name="connsiteY4" fmla="*/ 1 h 175852"/>
                <a:gd name="connsiteX5" fmla="*/ 338226 w 338226"/>
                <a:gd name="connsiteY5" fmla="*/ 6015 h 175852"/>
                <a:gd name="connsiteX6" fmla="*/ 338226 w 338226"/>
                <a:gd name="connsiteY6" fmla="*/ 6117 h 175852"/>
                <a:gd name="connsiteX7" fmla="*/ 169062 w 338226"/>
                <a:gd name="connsiteY7" fmla="*/ 175853 h 175852"/>
                <a:gd name="connsiteX8" fmla="*/ 12395 w 338226"/>
                <a:gd name="connsiteY8" fmla="*/ 12744 h 175852"/>
                <a:gd name="connsiteX9" fmla="*/ 174706 w 338226"/>
                <a:gd name="connsiteY9" fmla="*/ 164278 h 175852"/>
                <a:gd name="connsiteX10" fmla="*/ 325730 w 338226"/>
                <a:gd name="connsiteY10" fmla="*/ 12744 h 17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26" h="175852">
                  <a:moveTo>
                    <a:pt x="169062" y="175853"/>
                  </a:moveTo>
                  <a:cubicBezTo>
                    <a:pt x="75722" y="175685"/>
                    <a:pt x="112" y="99773"/>
                    <a:pt x="0" y="6117"/>
                  </a:cubicBezTo>
                  <a:cubicBezTo>
                    <a:pt x="0" y="2739"/>
                    <a:pt x="2728" y="0"/>
                    <a:pt x="6095" y="0"/>
                  </a:cubicBezTo>
                  <a:cubicBezTo>
                    <a:pt x="6129" y="0"/>
                    <a:pt x="6163" y="0"/>
                    <a:pt x="6198" y="1"/>
                  </a:cubicBezTo>
                  <a:lnTo>
                    <a:pt x="332029" y="1"/>
                  </a:lnTo>
                  <a:cubicBezTo>
                    <a:pt x="335395" y="-55"/>
                    <a:pt x="338169" y="2637"/>
                    <a:pt x="338226" y="6015"/>
                  </a:cubicBezTo>
                  <a:cubicBezTo>
                    <a:pt x="338226" y="6049"/>
                    <a:pt x="338226" y="6083"/>
                    <a:pt x="338226" y="6117"/>
                  </a:cubicBezTo>
                  <a:cubicBezTo>
                    <a:pt x="338114" y="99813"/>
                    <a:pt x="262443" y="175741"/>
                    <a:pt x="169062" y="175853"/>
                  </a:cubicBezTo>
                  <a:close/>
                  <a:moveTo>
                    <a:pt x="12395" y="12744"/>
                  </a:moveTo>
                  <a:cubicBezTo>
                    <a:pt x="15512" y="99561"/>
                    <a:pt x="88181" y="167405"/>
                    <a:pt x="174706" y="164278"/>
                  </a:cubicBezTo>
                  <a:cubicBezTo>
                    <a:pt x="256857" y="161309"/>
                    <a:pt x="322771" y="95173"/>
                    <a:pt x="325730" y="1274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273C052E-0CD8-744A-A805-CA1ED517BC02}"/>
                </a:ext>
              </a:extLst>
            </p:cNvPr>
            <p:cNvSpPr/>
            <p:nvPr/>
          </p:nvSpPr>
          <p:spPr>
            <a:xfrm>
              <a:off x="4776042" y="2638614"/>
              <a:ext cx="338226" cy="95521"/>
            </a:xfrm>
            <a:custGeom>
              <a:avLst/>
              <a:gdLst>
                <a:gd name="connsiteX0" fmla="*/ 169062 w 338226"/>
                <a:gd name="connsiteY0" fmla="*/ 95522 h 95521"/>
                <a:gd name="connsiteX1" fmla="*/ 0 w 338226"/>
                <a:gd name="connsiteY1" fmla="*/ 6117 h 95521"/>
                <a:gd name="connsiteX2" fmla="*/ 6095 w 338226"/>
                <a:gd name="connsiteY2" fmla="*/ 0 h 95521"/>
                <a:gd name="connsiteX3" fmla="*/ 6198 w 338226"/>
                <a:gd name="connsiteY3" fmla="*/ 1 h 95521"/>
                <a:gd name="connsiteX4" fmla="*/ 332029 w 338226"/>
                <a:gd name="connsiteY4" fmla="*/ 1 h 95521"/>
                <a:gd name="connsiteX5" fmla="*/ 338226 w 338226"/>
                <a:gd name="connsiteY5" fmla="*/ 6015 h 95521"/>
                <a:gd name="connsiteX6" fmla="*/ 338226 w 338226"/>
                <a:gd name="connsiteY6" fmla="*/ 6117 h 95521"/>
                <a:gd name="connsiteX7" fmla="*/ 169062 w 338226"/>
                <a:gd name="connsiteY7" fmla="*/ 95522 h 95521"/>
                <a:gd name="connsiteX8" fmla="*/ 12802 w 338226"/>
                <a:gd name="connsiteY8" fmla="*/ 12336 h 95521"/>
                <a:gd name="connsiteX9" fmla="*/ 169062 w 338226"/>
                <a:gd name="connsiteY9" fmla="*/ 83085 h 95521"/>
                <a:gd name="connsiteX10" fmla="*/ 325120 w 338226"/>
                <a:gd name="connsiteY10" fmla="*/ 12336 h 9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26" h="95521">
                  <a:moveTo>
                    <a:pt x="169062" y="95522"/>
                  </a:moveTo>
                  <a:cubicBezTo>
                    <a:pt x="74270" y="95522"/>
                    <a:pt x="0" y="56274"/>
                    <a:pt x="0" y="6117"/>
                  </a:cubicBezTo>
                  <a:cubicBezTo>
                    <a:pt x="0" y="2739"/>
                    <a:pt x="2728" y="0"/>
                    <a:pt x="6095" y="0"/>
                  </a:cubicBezTo>
                  <a:cubicBezTo>
                    <a:pt x="6129" y="0"/>
                    <a:pt x="6163" y="0"/>
                    <a:pt x="6198" y="1"/>
                  </a:cubicBezTo>
                  <a:lnTo>
                    <a:pt x="332029" y="1"/>
                  </a:lnTo>
                  <a:cubicBezTo>
                    <a:pt x="335395" y="-55"/>
                    <a:pt x="338169" y="2637"/>
                    <a:pt x="338226" y="6015"/>
                  </a:cubicBezTo>
                  <a:cubicBezTo>
                    <a:pt x="338226" y="6049"/>
                    <a:pt x="338226" y="6083"/>
                    <a:pt x="338226" y="6117"/>
                  </a:cubicBezTo>
                  <a:cubicBezTo>
                    <a:pt x="338226" y="56274"/>
                    <a:pt x="264160" y="95522"/>
                    <a:pt x="169062" y="95522"/>
                  </a:cubicBezTo>
                  <a:close/>
                  <a:moveTo>
                    <a:pt x="12802" y="12336"/>
                  </a:moveTo>
                  <a:cubicBezTo>
                    <a:pt x="19507" y="51278"/>
                    <a:pt x="88392" y="83085"/>
                    <a:pt x="169062" y="83085"/>
                  </a:cubicBezTo>
                  <a:cubicBezTo>
                    <a:pt x="249733" y="83085"/>
                    <a:pt x="318719" y="51278"/>
                    <a:pt x="325120" y="1233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778C8B37-3450-D04C-A41F-1F7C6A309143}"/>
                </a:ext>
              </a:extLst>
            </p:cNvPr>
            <p:cNvSpPr/>
            <p:nvPr/>
          </p:nvSpPr>
          <p:spPr>
            <a:xfrm>
              <a:off x="4939008" y="2639715"/>
              <a:ext cx="12294" cy="174752"/>
            </a:xfrm>
            <a:custGeom>
              <a:avLst/>
              <a:gdLst>
                <a:gd name="connsiteX0" fmla="*/ 6097 w 12294"/>
                <a:gd name="connsiteY0" fmla="*/ 174752 h 174752"/>
                <a:gd name="connsiteX1" fmla="*/ 0 w 12294"/>
                <a:gd name="connsiteY1" fmla="*/ 168637 h 174752"/>
                <a:gd name="connsiteX2" fmla="*/ 1 w 12294"/>
                <a:gd name="connsiteY2" fmla="*/ 168534 h 174752"/>
                <a:gd name="connsiteX3" fmla="*/ 1 w 12294"/>
                <a:gd name="connsiteY3" fmla="*/ 5425 h 174752"/>
                <a:gd name="connsiteX4" fmla="*/ 6940 w 12294"/>
                <a:gd name="connsiteY4" fmla="*/ 52 h 174752"/>
                <a:gd name="connsiteX5" fmla="*/ 12294 w 12294"/>
                <a:gd name="connsiteY5" fmla="*/ 5425 h 174752"/>
                <a:gd name="connsiteX6" fmla="*/ 12294 w 12294"/>
                <a:gd name="connsiteY6" fmla="*/ 168534 h 174752"/>
                <a:gd name="connsiteX7" fmla="*/ 6097 w 12294"/>
                <a:gd name="connsiteY7" fmla="*/ 174752 h 17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94" h="174752">
                  <a:moveTo>
                    <a:pt x="6097" y="174752"/>
                  </a:moveTo>
                  <a:cubicBezTo>
                    <a:pt x="2730" y="174753"/>
                    <a:pt x="0" y="172015"/>
                    <a:pt x="0" y="168637"/>
                  </a:cubicBezTo>
                  <a:cubicBezTo>
                    <a:pt x="0" y="168602"/>
                    <a:pt x="0" y="168568"/>
                    <a:pt x="1" y="168534"/>
                  </a:cubicBezTo>
                  <a:lnTo>
                    <a:pt x="1" y="5425"/>
                  </a:lnTo>
                  <a:cubicBezTo>
                    <a:pt x="438" y="2018"/>
                    <a:pt x="3545" y="-387"/>
                    <a:pt x="6940" y="52"/>
                  </a:cubicBezTo>
                  <a:cubicBezTo>
                    <a:pt x="9734" y="413"/>
                    <a:pt x="11934" y="2620"/>
                    <a:pt x="12294" y="5425"/>
                  </a:cubicBezTo>
                  <a:lnTo>
                    <a:pt x="12294" y="168534"/>
                  </a:lnTo>
                  <a:cubicBezTo>
                    <a:pt x="12294" y="171968"/>
                    <a:pt x="9520" y="174752"/>
                    <a:pt x="6097" y="174752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9D31B94C-072D-CF44-86F0-B27D0433BF8E}"/>
                </a:ext>
              </a:extLst>
            </p:cNvPr>
            <p:cNvSpPr/>
            <p:nvPr/>
          </p:nvSpPr>
          <p:spPr>
            <a:xfrm>
              <a:off x="4877591" y="2439235"/>
              <a:ext cx="135128" cy="193365"/>
            </a:xfrm>
            <a:custGeom>
              <a:avLst/>
              <a:gdLst>
                <a:gd name="connsiteX0" fmla="*/ 67616 w 135128"/>
                <a:gd name="connsiteY0" fmla="*/ 193365 h 193365"/>
                <a:gd name="connsiteX1" fmla="*/ 65076 w 135128"/>
                <a:gd name="connsiteY1" fmla="*/ 193365 h 193365"/>
                <a:gd name="connsiteX2" fmla="*/ 52 w 135128"/>
                <a:gd name="connsiteY2" fmla="*/ 124146 h 193365"/>
                <a:gd name="connsiteX3" fmla="*/ 52 w 135128"/>
                <a:gd name="connsiteY3" fmla="*/ 70422 h 193365"/>
                <a:gd name="connsiteX4" fmla="*/ 64945 w 135128"/>
                <a:gd name="connsiteY4" fmla="*/ 52 h 193365"/>
                <a:gd name="connsiteX5" fmla="*/ 135078 w 135128"/>
                <a:gd name="connsiteY5" fmla="*/ 65165 h 193365"/>
                <a:gd name="connsiteX6" fmla="*/ 135078 w 135128"/>
                <a:gd name="connsiteY6" fmla="*/ 70422 h 193365"/>
                <a:gd name="connsiteX7" fmla="*/ 135078 w 135128"/>
                <a:gd name="connsiteY7" fmla="*/ 125675 h 193365"/>
                <a:gd name="connsiteX8" fmla="*/ 67616 w 135128"/>
                <a:gd name="connsiteY8" fmla="*/ 193365 h 193365"/>
                <a:gd name="connsiteX9" fmla="*/ 67616 w 135128"/>
                <a:gd name="connsiteY9" fmla="*/ 14964 h 193365"/>
                <a:gd name="connsiteX10" fmla="*/ 12447 w 135128"/>
                <a:gd name="connsiteY10" fmla="*/ 70422 h 193365"/>
                <a:gd name="connsiteX11" fmla="*/ 12447 w 135128"/>
                <a:gd name="connsiteY11" fmla="*/ 124146 h 193365"/>
                <a:gd name="connsiteX12" fmla="*/ 65584 w 135128"/>
                <a:gd name="connsiteY12" fmla="*/ 181030 h 193365"/>
                <a:gd name="connsiteX13" fmla="*/ 106224 w 135128"/>
                <a:gd name="connsiteY13" fmla="*/ 165535 h 193365"/>
                <a:gd name="connsiteX14" fmla="*/ 123089 w 135128"/>
                <a:gd name="connsiteY14" fmla="*/ 125675 h 193365"/>
                <a:gd name="connsiteX15" fmla="*/ 123089 w 135128"/>
                <a:gd name="connsiteY15" fmla="*/ 70422 h 193365"/>
                <a:gd name="connsiteX16" fmla="*/ 67616 w 135128"/>
                <a:gd name="connsiteY16" fmla="*/ 14964 h 193365"/>
                <a:gd name="connsiteX17" fmla="*/ 67514 w 135128"/>
                <a:gd name="connsiteY17" fmla="*/ 14964 h 193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5128" h="193365">
                  <a:moveTo>
                    <a:pt x="67616" y="193365"/>
                  </a:moveTo>
                  <a:lnTo>
                    <a:pt x="65076" y="193365"/>
                  </a:lnTo>
                  <a:cubicBezTo>
                    <a:pt x="28508" y="191306"/>
                    <a:pt x="-60" y="160895"/>
                    <a:pt x="52" y="124146"/>
                  </a:cubicBezTo>
                  <a:lnTo>
                    <a:pt x="52" y="70422"/>
                  </a:lnTo>
                  <a:cubicBezTo>
                    <a:pt x="-1395" y="33009"/>
                    <a:pt x="27659" y="1504"/>
                    <a:pt x="64945" y="52"/>
                  </a:cubicBezTo>
                  <a:cubicBezTo>
                    <a:pt x="102232" y="-1400"/>
                    <a:pt x="133631" y="27752"/>
                    <a:pt x="135078" y="65165"/>
                  </a:cubicBezTo>
                  <a:cubicBezTo>
                    <a:pt x="135146" y="66916"/>
                    <a:pt x="135146" y="68670"/>
                    <a:pt x="135078" y="70422"/>
                  </a:cubicBezTo>
                  <a:lnTo>
                    <a:pt x="135078" y="125675"/>
                  </a:lnTo>
                  <a:cubicBezTo>
                    <a:pt x="135078" y="163059"/>
                    <a:pt x="104874" y="193365"/>
                    <a:pt x="67616" y="193365"/>
                  </a:cubicBezTo>
                  <a:close/>
                  <a:moveTo>
                    <a:pt x="67616" y="14964"/>
                  </a:moveTo>
                  <a:cubicBezTo>
                    <a:pt x="37130" y="15021"/>
                    <a:pt x="12447" y="39833"/>
                    <a:pt x="12447" y="70422"/>
                  </a:cubicBezTo>
                  <a:lnTo>
                    <a:pt x="12447" y="124146"/>
                  </a:lnTo>
                  <a:cubicBezTo>
                    <a:pt x="12235" y="154280"/>
                    <a:pt x="35600" y="179293"/>
                    <a:pt x="65584" y="181030"/>
                  </a:cubicBezTo>
                  <a:cubicBezTo>
                    <a:pt x="80671" y="181652"/>
                    <a:pt x="95355" y="176053"/>
                    <a:pt x="106224" y="165535"/>
                  </a:cubicBezTo>
                  <a:cubicBezTo>
                    <a:pt x="117057" y="155132"/>
                    <a:pt x="123154" y="140720"/>
                    <a:pt x="123089" y="125675"/>
                  </a:cubicBezTo>
                  <a:lnTo>
                    <a:pt x="123089" y="70422"/>
                  </a:lnTo>
                  <a:cubicBezTo>
                    <a:pt x="123033" y="39737"/>
                    <a:pt x="98197" y="14908"/>
                    <a:pt x="67616" y="14964"/>
                  </a:cubicBezTo>
                  <a:cubicBezTo>
                    <a:pt x="67582" y="14964"/>
                    <a:pt x="67548" y="14964"/>
                    <a:pt x="67514" y="1496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1CC946B-427E-4745-B615-15C1A6685DCD}"/>
                </a:ext>
              </a:extLst>
            </p:cNvPr>
            <p:cNvSpPr/>
            <p:nvPr/>
          </p:nvSpPr>
          <p:spPr>
            <a:xfrm>
              <a:off x="4880542" y="2480426"/>
              <a:ext cx="128335" cy="28313"/>
            </a:xfrm>
            <a:custGeom>
              <a:avLst/>
              <a:gdLst>
                <a:gd name="connsiteX0" fmla="*/ 81530 w 128335"/>
                <a:gd name="connsiteY0" fmla="*/ 28314 h 28313"/>
                <a:gd name="connsiteX1" fmla="*/ 56435 w 128335"/>
                <a:gd name="connsiteY1" fmla="*/ 22605 h 28313"/>
                <a:gd name="connsiteX2" fmla="*/ 8886 w 128335"/>
                <a:gd name="connsiteY2" fmla="*/ 16080 h 28313"/>
                <a:gd name="connsiteX3" fmla="*/ 656 w 128335"/>
                <a:gd name="connsiteY3" fmla="*/ 13226 h 28313"/>
                <a:gd name="connsiteX4" fmla="*/ 3271 w 128335"/>
                <a:gd name="connsiteY4" fmla="*/ 5135 h 28313"/>
                <a:gd name="connsiteX5" fmla="*/ 3400 w 128335"/>
                <a:gd name="connsiteY5" fmla="*/ 5071 h 28313"/>
                <a:gd name="connsiteX6" fmla="*/ 61616 w 128335"/>
                <a:gd name="connsiteY6" fmla="*/ 11391 h 28313"/>
                <a:gd name="connsiteX7" fmla="*/ 117395 w 128335"/>
                <a:gd name="connsiteY7" fmla="*/ 2216 h 28313"/>
                <a:gd name="connsiteX8" fmla="*/ 126127 w 128335"/>
                <a:gd name="connsiteY8" fmla="*/ 1459 h 28313"/>
                <a:gd name="connsiteX9" fmla="*/ 126881 w 128335"/>
                <a:gd name="connsiteY9" fmla="*/ 10221 h 28313"/>
                <a:gd name="connsiteX10" fmla="*/ 125726 w 128335"/>
                <a:gd name="connsiteY10" fmla="*/ 11289 h 28313"/>
                <a:gd name="connsiteX11" fmla="*/ 81530 w 128335"/>
                <a:gd name="connsiteY11" fmla="*/ 28314 h 28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335" h="28313">
                  <a:moveTo>
                    <a:pt x="81530" y="28314"/>
                  </a:moveTo>
                  <a:cubicBezTo>
                    <a:pt x="72845" y="28313"/>
                    <a:pt x="64271" y="26362"/>
                    <a:pt x="56435" y="22605"/>
                  </a:cubicBezTo>
                  <a:cubicBezTo>
                    <a:pt x="25955" y="8231"/>
                    <a:pt x="8988" y="15978"/>
                    <a:pt x="8886" y="16080"/>
                  </a:cubicBezTo>
                  <a:cubicBezTo>
                    <a:pt x="5827" y="17548"/>
                    <a:pt x="2159" y="16276"/>
                    <a:pt x="656" y="13226"/>
                  </a:cubicBezTo>
                  <a:cubicBezTo>
                    <a:pt x="-849" y="10267"/>
                    <a:pt x="322" y="6645"/>
                    <a:pt x="3271" y="5135"/>
                  </a:cubicBezTo>
                  <a:cubicBezTo>
                    <a:pt x="3313" y="5113"/>
                    <a:pt x="3356" y="5091"/>
                    <a:pt x="3400" y="5071"/>
                  </a:cubicBezTo>
                  <a:cubicBezTo>
                    <a:pt x="4212" y="5071"/>
                    <a:pt x="25447" y="-5735"/>
                    <a:pt x="61616" y="11391"/>
                  </a:cubicBezTo>
                  <a:cubicBezTo>
                    <a:pt x="80414" y="19408"/>
                    <a:pt x="102133" y="15836"/>
                    <a:pt x="117395" y="2216"/>
                  </a:cubicBezTo>
                  <a:cubicBezTo>
                    <a:pt x="119598" y="-412"/>
                    <a:pt x="123507" y="-751"/>
                    <a:pt x="126127" y="1459"/>
                  </a:cubicBezTo>
                  <a:cubicBezTo>
                    <a:pt x="128747" y="3670"/>
                    <a:pt x="129084" y="7593"/>
                    <a:pt x="126881" y="10221"/>
                  </a:cubicBezTo>
                  <a:cubicBezTo>
                    <a:pt x="126543" y="10625"/>
                    <a:pt x="126155" y="10984"/>
                    <a:pt x="125726" y="11289"/>
                  </a:cubicBezTo>
                  <a:cubicBezTo>
                    <a:pt x="113398" y="21920"/>
                    <a:pt x="97780" y="27936"/>
                    <a:pt x="81530" y="2831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E06E2A7-B9A6-C144-8F33-291D78A99628}"/>
                </a:ext>
              </a:extLst>
            </p:cNvPr>
            <p:cNvSpPr/>
            <p:nvPr/>
          </p:nvSpPr>
          <p:spPr>
            <a:xfrm>
              <a:off x="5000372" y="2501830"/>
              <a:ext cx="28248" cy="54414"/>
            </a:xfrm>
            <a:custGeom>
              <a:avLst/>
              <a:gdLst>
                <a:gd name="connsiteX0" fmla="*/ 7827 w 28248"/>
                <a:gd name="connsiteY0" fmla="*/ 54415 h 54414"/>
                <a:gd name="connsiteX1" fmla="*/ 4982 w 28248"/>
                <a:gd name="connsiteY1" fmla="*/ 54415 h 54414"/>
                <a:gd name="connsiteX2" fmla="*/ 3 w 28248"/>
                <a:gd name="connsiteY2" fmla="*/ 48298 h 54414"/>
                <a:gd name="connsiteX3" fmla="*/ 3 w 28248"/>
                <a:gd name="connsiteY3" fmla="*/ 6298 h 54414"/>
                <a:gd name="connsiteX4" fmla="*/ 4982 w 28248"/>
                <a:gd name="connsiteY4" fmla="*/ 79 h 54414"/>
                <a:gd name="connsiteX5" fmla="*/ 7928 w 28248"/>
                <a:gd name="connsiteY5" fmla="*/ 79 h 54414"/>
                <a:gd name="connsiteX6" fmla="*/ 28248 w 28248"/>
                <a:gd name="connsiteY6" fmla="*/ 27400 h 54414"/>
                <a:gd name="connsiteX7" fmla="*/ 7827 w 28248"/>
                <a:gd name="connsiteY7" fmla="*/ 54415 h 54414"/>
                <a:gd name="connsiteX8" fmla="*/ 12297 w 28248"/>
                <a:gd name="connsiteY8" fmla="*/ 15167 h 54414"/>
                <a:gd name="connsiteX9" fmla="*/ 12297 w 28248"/>
                <a:gd name="connsiteY9" fmla="*/ 38817 h 54414"/>
                <a:gd name="connsiteX10" fmla="*/ 15650 w 28248"/>
                <a:gd name="connsiteY10" fmla="*/ 27094 h 54414"/>
                <a:gd name="connsiteX11" fmla="*/ 12297 w 28248"/>
                <a:gd name="connsiteY11" fmla="*/ 15167 h 5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48" h="54414">
                  <a:moveTo>
                    <a:pt x="7827" y="54415"/>
                  </a:moveTo>
                  <a:lnTo>
                    <a:pt x="4982" y="54415"/>
                  </a:lnTo>
                  <a:cubicBezTo>
                    <a:pt x="2080" y="53830"/>
                    <a:pt x="-6" y="51268"/>
                    <a:pt x="3" y="48298"/>
                  </a:cubicBezTo>
                  <a:lnTo>
                    <a:pt x="3" y="6298"/>
                  </a:lnTo>
                  <a:cubicBezTo>
                    <a:pt x="-98" y="3275"/>
                    <a:pt x="2018" y="632"/>
                    <a:pt x="4982" y="79"/>
                  </a:cubicBezTo>
                  <a:cubicBezTo>
                    <a:pt x="5961" y="-26"/>
                    <a:pt x="6949" y="-26"/>
                    <a:pt x="7928" y="79"/>
                  </a:cubicBezTo>
                  <a:cubicBezTo>
                    <a:pt x="19206" y="79"/>
                    <a:pt x="28248" y="12108"/>
                    <a:pt x="28248" y="27400"/>
                  </a:cubicBezTo>
                  <a:cubicBezTo>
                    <a:pt x="28248" y="42691"/>
                    <a:pt x="19511" y="54415"/>
                    <a:pt x="7827" y="54415"/>
                  </a:cubicBezTo>
                  <a:close/>
                  <a:moveTo>
                    <a:pt x="12297" y="15167"/>
                  </a:moveTo>
                  <a:lnTo>
                    <a:pt x="12297" y="38817"/>
                  </a:lnTo>
                  <a:cubicBezTo>
                    <a:pt x="14581" y="35344"/>
                    <a:pt x="15751" y="31254"/>
                    <a:pt x="15650" y="27094"/>
                  </a:cubicBezTo>
                  <a:cubicBezTo>
                    <a:pt x="15793" y="22865"/>
                    <a:pt x="14621" y="18697"/>
                    <a:pt x="12297" y="1516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8F1E7A4-1E43-894B-927E-3F237A7AFE28}"/>
                </a:ext>
              </a:extLst>
            </p:cNvPr>
            <p:cNvSpPr/>
            <p:nvPr/>
          </p:nvSpPr>
          <p:spPr>
            <a:xfrm>
              <a:off x="4861691" y="2501520"/>
              <a:ext cx="28347" cy="54724"/>
            </a:xfrm>
            <a:custGeom>
              <a:avLst/>
              <a:gdLst>
                <a:gd name="connsiteX0" fmla="*/ 20320 w 28347"/>
                <a:gd name="connsiteY0" fmla="*/ 54724 h 54724"/>
                <a:gd name="connsiteX1" fmla="*/ 0 w 28347"/>
                <a:gd name="connsiteY1" fmla="*/ 27404 h 54724"/>
                <a:gd name="connsiteX2" fmla="*/ 20320 w 28347"/>
                <a:gd name="connsiteY2" fmla="*/ 83 h 54724"/>
                <a:gd name="connsiteX3" fmla="*/ 23368 w 28347"/>
                <a:gd name="connsiteY3" fmla="*/ 83 h 54724"/>
                <a:gd name="connsiteX4" fmla="*/ 28346 w 28347"/>
                <a:gd name="connsiteY4" fmla="*/ 6301 h 54724"/>
                <a:gd name="connsiteX5" fmla="*/ 28346 w 28347"/>
                <a:gd name="connsiteY5" fmla="*/ 47996 h 54724"/>
                <a:gd name="connsiteX6" fmla="*/ 23368 w 28347"/>
                <a:gd name="connsiteY6" fmla="*/ 54113 h 54724"/>
                <a:gd name="connsiteX7" fmla="*/ 20320 w 28347"/>
                <a:gd name="connsiteY7" fmla="*/ 54724 h 54724"/>
                <a:gd name="connsiteX8" fmla="*/ 15951 w 28347"/>
                <a:gd name="connsiteY8" fmla="*/ 15476 h 54724"/>
                <a:gd name="connsiteX9" fmla="*/ 12598 w 28347"/>
                <a:gd name="connsiteY9" fmla="*/ 27404 h 54724"/>
                <a:gd name="connsiteX10" fmla="*/ 15951 w 28347"/>
                <a:gd name="connsiteY10" fmla="*/ 39331 h 5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47" h="54724">
                  <a:moveTo>
                    <a:pt x="20320" y="54724"/>
                  </a:moveTo>
                  <a:cubicBezTo>
                    <a:pt x="9144" y="54724"/>
                    <a:pt x="0" y="42695"/>
                    <a:pt x="0" y="27404"/>
                  </a:cubicBezTo>
                  <a:cubicBezTo>
                    <a:pt x="0" y="12112"/>
                    <a:pt x="8839" y="83"/>
                    <a:pt x="20320" y="83"/>
                  </a:cubicBezTo>
                  <a:cubicBezTo>
                    <a:pt x="21333" y="-28"/>
                    <a:pt x="22355" y="-28"/>
                    <a:pt x="23368" y="83"/>
                  </a:cubicBezTo>
                  <a:cubicBezTo>
                    <a:pt x="26308" y="674"/>
                    <a:pt x="28405" y="3293"/>
                    <a:pt x="28346" y="6301"/>
                  </a:cubicBezTo>
                  <a:lnTo>
                    <a:pt x="28346" y="47996"/>
                  </a:lnTo>
                  <a:cubicBezTo>
                    <a:pt x="28317" y="50952"/>
                    <a:pt x="26249" y="53493"/>
                    <a:pt x="23368" y="54113"/>
                  </a:cubicBezTo>
                  <a:cubicBezTo>
                    <a:pt x="22377" y="54425"/>
                    <a:pt x="21355" y="54630"/>
                    <a:pt x="20320" y="54724"/>
                  </a:cubicBezTo>
                  <a:close/>
                  <a:moveTo>
                    <a:pt x="15951" y="15476"/>
                  </a:moveTo>
                  <a:cubicBezTo>
                    <a:pt x="13627" y="19007"/>
                    <a:pt x="12456" y="23175"/>
                    <a:pt x="12598" y="27404"/>
                  </a:cubicBezTo>
                  <a:cubicBezTo>
                    <a:pt x="12507" y="31626"/>
                    <a:pt x="13675" y="35779"/>
                    <a:pt x="15951" y="3933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27E3939F-05A0-5A47-ACF8-80EB94FAD27B}"/>
                </a:ext>
              </a:extLst>
            </p:cNvPr>
            <p:cNvSpPr/>
            <p:nvPr/>
          </p:nvSpPr>
          <p:spPr>
            <a:xfrm>
              <a:off x="5023199" y="2487764"/>
              <a:ext cx="76846" cy="163185"/>
            </a:xfrm>
            <a:custGeom>
              <a:avLst/>
              <a:gdLst>
                <a:gd name="connsiteX0" fmla="*/ 38746 w 76846"/>
                <a:gd name="connsiteY0" fmla="*/ 163186 h 163185"/>
                <a:gd name="connsiteX1" fmla="*/ 33158 w 76846"/>
                <a:gd name="connsiteY1" fmla="*/ 159516 h 163185"/>
                <a:gd name="connsiteX2" fmla="*/ 36182 w 76846"/>
                <a:gd name="connsiteY2" fmla="*/ 151416 h 163185"/>
                <a:gd name="connsiteX3" fmla="*/ 36307 w 76846"/>
                <a:gd name="connsiteY3" fmla="*/ 151360 h 163185"/>
                <a:gd name="connsiteX4" fmla="*/ 64552 w 76846"/>
                <a:gd name="connsiteY4" fmla="*/ 107933 h 163185"/>
                <a:gd name="connsiteX5" fmla="*/ 64552 w 76846"/>
                <a:gd name="connsiteY5" fmla="*/ 59815 h 163185"/>
                <a:gd name="connsiteX6" fmla="*/ 17105 w 76846"/>
                <a:gd name="connsiteY6" fmla="*/ 12411 h 163185"/>
                <a:gd name="connsiteX7" fmla="*/ 17003 w 76846"/>
                <a:gd name="connsiteY7" fmla="*/ 12412 h 163185"/>
                <a:gd name="connsiteX8" fmla="*/ 8062 w 76846"/>
                <a:gd name="connsiteY8" fmla="*/ 13329 h 163185"/>
                <a:gd name="connsiteX9" fmla="*/ 288 w 76846"/>
                <a:gd name="connsiteY9" fmla="*/ 9268 h 163185"/>
                <a:gd name="connsiteX10" fmla="*/ 4336 w 76846"/>
                <a:gd name="connsiteY10" fmla="*/ 1467 h 163185"/>
                <a:gd name="connsiteX11" fmla="*/ 5726 w 76846"/>
                <a:gd name="connsiteY11" fmla="*/ 1198 h 163185"/>
                <a:gd name="connsiteX12" fmla="*/ 75664 w 76846"/>
                <a:gd name="connsiteY12" fmla="*/ 47720 h 163185"/>
                <a:gd name="connsiteX13" fmla="*/ 76846 w 76846"/>
                <a:gd name="connsiteY13" fmla="*/ 59815 h 163185"/>
                <a:gd name="connsiteX14" fmla="*/ 76846 w 76846"/>
                <a:gd name="connsiteY14" fmla="*/ 107933 h 163185"/>
                <a:gd name="connsiteX15" fmla="*/ 41286 w 76846"/>
                <a:gd name="connsiteY15" fmla="*/ 162676 h 163185"/>
                <a:gd name="connsiteX16" fmla="*/ 38746 w 76846"/>
                <a:gd name="connsiteY16" fmla="*/ 163186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846" h="163185">
                  <a:moveTo>
                    <a:pt x="38746" y="163186"/>
                  </a:moveTo>
                  <a:cubicBezTo>
                    <a:pt x="36329" y="163160"/>
                    <a:pt x="34148" y="161728"/>
                    <a:pt x="33158" y="159516"/>
                  </a:cubicBezTo>
                  <a:cubicBezTo>
                    <a:pt x="31764" y="156441"/>
                    <a:pt x="33118" y="152814"/>
                    <a:pt x="36182" y="151416"/>
                  </a:cubicBezTo>
                  <a:cubicBezTo>
                    <a:pt x="36224" y="151397"/>
                    <a:pt x="36265" y="151378"/>
                    <a:pt x="36307" y="151360"/>
                  </a:cubicBezTo>
                  <a:cubicBezTo>
                    <a:pt x="53478" y="143793"/>
                    <a:pt x="64562" y="126750"/>
                    <a:pt x="64552" y="107933"/>
                  </a:cubicBezTo>
                  <a:lnTo>
                    <a:pt x="64552" y="59815"/>
                  </a:lnTo>
                  <a:cubicBezTo>
                    <a:pt x="64496" y="33579"/>
                    <a:pt x="43254" y="12355"/>
                    <a:pt x="17105" y="12411"/>
                  </a:cubicBezTo>
                  <a:cubicBezTo>
                    <a:pt x="17071" y="12412"/>
                    <a:pt x="17037" y="12412"/>
                    <a:pt x="17003" y="12412"/>
                  </a:cubicBezTo>
                  <a:cubicBezTo>
                    <a:pt x="13999" y="12409"/>
                    <a:pt x="11003" y="12717"/>
                    <a:pt x="8062" y="13329"/>
                  </a:cubicBezTo>
                  <a:cubicBezTo>
                    <a:pt x="4798" y="14362"/>
                    <a:pt x="1317" y="12543"/>
                    <a:pt x="288" y="9268"/>
                  </a:cubicBezTo>
                  <a:cubicBezTo>
                    <a:pt x="-741" y="5992"/>
                    <a:pt x="1072" y="2500"/>
                    <a:pt x="4336" y="1467"/>
                  </a:cubicBezTo>
                  <a:cubicBezTo>
                    <a:pt x="4788" y="1325"/>
                    <a:pt x="5254" y="1234"/>
                    <a:pt x="5726" y="1198"/>
                  </a:cubicBezTo>
                  <a:cubicBezTo>
                    <a:pt x="37842" y="-5333"/>
                    <a:pt x="69154" y="15496"/>
                    <a:pt x="75664" y="47720"/>
                  </a:cubicBezTo>
                  <a:cubicBezTo>
                    <a:pt x="76468" y="51701"/>
                    <a:pt x="76864" y="55754"/>
                    <a:pt x="76846" y="59815"/>
                  </a:cubicBezTo>
                  <a:lnTo>
                    <a:pt x="76846" y="107933"/>
                  </a:lnTo>
                  <a:cubicBezTo>
                    <a:pt x="76818" y="131629"/>
                    <a:pt x="62881" y="153085"/>
                    <a:pt x="41286" y="162676"/>
                  </a:cubicBezTo>
                  <a:cubicBezTo>
                    <a:pt x="40475" y="162992"/>
                    <a:pt x="39615" y="163165"/>
                    <a:pt x="38746" y="16318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B518476B-6590-724D-9FA5-CCE857F64F78}"/>
                </a:ext>
              </a:extLst>
            </p:cNvPr>
            <p:cNvSpPr/>
            <p:nvPr/>
          </p:nvSpPr>
          <p:spPr>
            <a:xfrm>
              <a:off x="4991767" y="2621176"/>
              <a:ext cx="33642" cy="29773"/>
            </a:xfrm>
            <a:custGeom>
              <a:avLst/>
              <a:gdLst>
                <a:gd name="connsiteX0" fmla="*/ 27506 w 33642"/>
                <a:gd name="connsiteY0" fmla="*/ 29774 h 29773"/>
                <a:gd name="connsiteX1" fmla="*/ 24966 w 33642"/>
                <a:gd name="connsiteY1" fmla="*/ 29264 h 29773"/>
                <a:gd name="connsiteX2" fmla="*/ 1192 w 33642"/>
                <a:gd name="connsiteY2" fmla="*/ 9895 h 29773"/>
                <a:gd name="connsiteX3" fmla="*/ 2512 w 33642"/>
                <a:gd name="connsiteY3" fmla="*/ 1230 h 29773"/>
                <a:gd name="connsiteX4" fmla="*/ 10913 w 33642"/>
                <a:gd name="connsiteY4" fmla="*/ 2371 h 29773"/>
                <a:gd name="connsiteX5" fmla="*/ 11047 w 33642"/>
                <a:gd name="connsiteY5" fmla="*/ 2555 h 29773"/>
                <a:gd name="connsiteX6" fmla="*/ 29944 w 33642"/>
                <a:gd name="connsiteY6" fmla="*/ 17948 h 29773"/>
                <a:gd name="connsiteX7" fmla="*/ 33149 w 33642"/>
                <a:gd name="connsiteY7" fmla="*/ 25979 h 29773"/>
                <a:gd name="connsiteX8" fmla="*/ 33094 w 33642"/>
                <a:gd name="connsiteY8" fmla="*/ 26104 h 29773"/>
                <a:gd name="connsiteX9" fmla="*/ 27506 w 33642"/>
                <a:gd name="connsiteY9" fmla="*/ 29774 h 29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642" h="29773">
                  <a:moveTo>
                    <a:pt x="27506" y="29774"/>
                  </a:moveTo>
                  <a:cubicBezTo>
                    <a:pt x="26635" y="29761"/>
                    <a:pt x="25775" y="29588"/>
                    <a:pt x="24966" y="29264"/>
                  </a:cubicBezTo>
                  <a:cubicBezTo>
                    <a:pt x="15528" y="24943"/>
                    <a:pt x="7345" y="18276"/>
                    <a:pt x="1192" y="9895"/>
                  </a:cubicBezTo>
                  <a:cubicBezTo>
                    <a:pt x="-817" y="7133"/>
                    <a:pt x="-227" y="3263"/>
                    <a:pt x="2512" y="1230"/>
                  </a:cubicBezTo>
                  <a:cubicBezTo>
                    <a:pt x="5146" y="-783"/>
                    <a:pt x="8908" y="-272"/>
                    <a:pt x="10913" y="2371"/>
                  </a:cubicBezTo>
                  <a:cubicBezTo>
                    <a:pt x="10959" y="2432"/>
                    <a:pt x="11003" y="2493"/>
                    <a:pt x="11047" y="2555"/>
                  </a:cubicBezTo>
                  <a:cubicBezTo>
                    <a:pt x="15938" y="9215"/>
                    <a:pt x="22443" y="14514"/>
                    <a:pt x="29944" y="17948"/>
                  </a:cubicBezTo>
                  <a:cubicBezTo>
                    <a:pt x="33039" y="19278"/>
                    <a:pt x="34474" y="22873"/>
                    <a:pt x="33149" y="25979"/>
                  </a:cubicBezTo>
                  <a:cubicBezTo>
                    <a:pt x="33131" y="26020"/>
                    <a:pt x="33113" y="26062"/>
                    <a:pt x="33094" y="26104"/>
                  </a:cubicBezTo>
                  <a:cubicBezTo>
                    <a:pt x="32124" y="28333"/>
                    <a:pt x="29930" y="29774"/>
                    <a:pt x="27506" y="2977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139A330D-729B-4549-A583-E7FB2A0E43B9}"/>
                </a:ext>
              </a:extLst>
            </p:cNvPr>
            <p:cNvSpPr/>
            <p:nvPr/>
          </p:nvSpPr>
          <p:spPr>
            <a:xfrm>
              <a:off x="5031168" y="2522270"/>
              <a:ext cx="64539" cy="25411"/>
            </a:xfrm>
            <a:custGeom>
              <a:avLst/>
              <a:gdLst>
                <a:gd name="connsiteX0" fmla="*/ 24071 w 64539"/>
                <a:gd name="connsiteY0" fmla="*/ 25411 h 25411"/>
                <a:gd name="connsiteX1" fmla="*/ 3751 w 64539"/>
                <a:gd name="connsiteY1" fmla="*/ 21231 h 25411"/>
                <a:gd name="connsiteX2" fmla="*/ 500 w 64539"/>
                <a:gd name="connsiteY2" fmla="*/ 13076 h 25411"/>
                <a:gd name="connsiteX3" fmla="*/ 8353 w 64539"/>
                <a:gd name="connsiteY3" fmla="*/ 9507 h 25411"/>
                <a:gd name="connsiteX4" fmla="*/ 9034 w 64539"/>
                <a:gd name="connsiteY4" fmla="*/ 9814 h 25411"/>
                <a:gd name="connsiteX5" fmla="*/ 54754 w 64539"/>
                <a:gd name="connsiteY5" fmla="*/ 1149 h 25411"/>
                <a:gd name="connsiteX6" fmla="*/ 63396 w 64539"/>
                <a:gd name="connsiteY6" fmla="*/ 2619 h 25411"/>
                <a:gd name="connsiteX7" fmla="*/ 63085 w 64539"/>
                <a:gd name="connsiteY7" fmla="*/ 10222 h 25411"/>
                <a:gd name="connsiteX8" fmla="*/ 24071 w 64539"/>
                <a:gd name="connsiteY8" fmla="*/ 25411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539" h="25411">
                  <a:moveTo>
                    <a:pt x="24071" y="25411"/>
                  </a:moveTo>
                  <a:cubicBezTo>
                    <a:pt x="17086" y="25409"/>
                    <a:pt x="10173" y="23987"/>
                    <a:pt x="3751" y="21231"/>
                  </a:cubicBezTo>
                  <a:cubicBezTo>
                    <a:pt x="612" y="19877"/>
                    <a:pt x="-842" y="16229"/>
                    <a:pt x="500" y="13076"/>
                  </a:cubicBezTo>
                  <a:cubicBezTo>
                    <a:pt x="1686" y="9915"/>
                    <a:pt x="5202" y="8317"/>
                    <a:pt x="8353" y="9507"/>
                  </a:cubicBezTo>
                  <a:cubicBezTo>
                    <a:pt x="8586" y="9595"/>
                    <a:pt x="8814" y="9698"/>
                    <a:pt x="9034" y="9814"/>
                  </a:cubicBezTo>
                  <a:cubicBezTo>
                    <a:pt x="24714" y="15437"/>
                    <a:pt x="42198" y="12123"/>
                    <a:pt x="54754" y="1149"/>
                  </a:cubicBezTo>
                  <a:cubicBezTo>
                    <a:pt x="57545" y="-840"/>
                    <a:pt x="61414" y="-181"/>
                    <a:pt x="63396" y="2619"/>
                  </a:cubicBezTo>
                  <a:cubicBezTo>
                    <a:pt x="65030" y="4928"/>
                    <a:pt x="64902" y="8054"/>
                    <a:pt x="63085" y="10222"/>
                  </a:cubicBezTo>
                  <a:cubicBezTo>
                    <a:pt x="52225" y="19663"/>
                    <a:pt x="38436" y="25031"/>
                    <a:pt x="24071" y="2541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FD8AB8B3-3672-7B49-85E5-CDD38C8D7BD4}"/>
                </a:ext>
              </a:extLst>
            </p:cNvPr>
            <p:cNvSpPr/>
            <p:nvPr/>
          </p:nvSpPr>
          <p:spPr>
            <a:xfrm>
              <a:off x="5087748" y="2540063"/>
              <a:ext cx="26013" cy="48985"/>
            </a:xfrm>
            <a:custGeom>
              <a:avLst/>
              <a:gdLst>
                <a:gd name="connsiteX0" fmla="*/ 7623 w 26013"/>
                <a:gd name="connsiteY0" fmla="*/ 48906 h 48985"/>
                <a:gd name="connsiteX1" fmla="*/ 4982 w 26013"/>
                <a:gd name="connsiteY1" fmla="*/ 48906 h 48985"/>
                <a:gd name="connsiteX2" fmla="*/ 3 w 26013"/>
                <a:gd name="connsiteY2" fmla="*/ 42891 h 48985"/>
                <a:gd name="connsiteX3" fmla="*/ 3 w 26013"/>
                <a:gd name="connsiteY3" fmla="*/ 6294 h 48985"/>
                <a:gd name="connsiteX4" fmla="*/ 4982 w 26013"/>
                <a:gd name="connsiteY4" fmla="*/ 75 h 48985"/>
                <a:gd name="connsiteX5" fmla="*/ 7725 w 26013"/>
                <a:gd name="connsiteY5" fmla="*/ 75 h 48985"/>
                <a:gd name="connsiteX6" fmla="*/ 26013 w 26013"/>
                <a:gd name="connsiteY6" fmla="*/ 24643 h 48985"/>
                <a:gd name="connsiteX7" fmla="*/ 7623 w 26013"/>
                <a:gd name="connsiteY7" fmla="*/ 48906 h 48985"/>
                <a:gd name="connsiteX8" fmla="*/ 12297 w 26013"/>
                <a:gd name="connsiteY8" fmla="*/ 17100 h 48985"/>
                <a:gd name="connsiteX9" fmla="*/ 12297 w 26013"/>
                <a:gd name="connsiteY9" fmla="*/ 31474 h 48985"/>
                <a:gd name="connsiteX10" fmla="*/ 13415 w 26013"/>
                <a:gd name="connsiteY10" fmla="*/ 24134 h 48985"/>
                <a:gd name="connsiteX11" fmla="*/ 12297 w 26013"/>
                <a:gd name="connsiteY11" fmla="*/ 17100 h 48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13" h="48985">
                  <a:moveTo>
                    <a:pt x="7623" y="48906"/>
                  </a:moveTo>
                  <a:cubicBezTo>
                    <a:pt x="6746" y="49012"/>
                    <a:pt x="5859" y="49012"/>
                    <a:pt x="4982" y="48906"/>
                  </a:cubicBezTo>
                  <a:cubicBezTo>
                    <a:pt x="2073" y="48404"/>
                    <a:pt x="-39" y="45853"/>
                    <a:pt x="3" y="42891"/>
                  </a:cubicBezTo>
                  <a:lnTo>
                    <a:pt x="3" y="6294"/>
                  </a:lnTo>
                  <a:cubicBezTo>
                    <a:pt x="-98" y="3271"/>
                    <a:pt x="2018" y="628"/>
                    <a:pt x="4982" y="75"/>
                  </a:cubicBezTo>
                  <a:cubicBezTo>
                    <a:pt x="5894" y="-25"/>
                    <a:pt x="6813" y="-25"/>
                    <a:pt x="7725" y="75"/>
                  </a:cubicBezTo>
                  <a:cubicBezTo>
                    <a:pt x="17885" y="75"/>
                    <a:pt x="26013" y="10881"/>
                    <a:pt x="26013" y="24643"/>
                  </a:cubicBezTo>
                  <a:cubicBezTo>
                    <a:pt x="26013" y="38406"/>
                    <a:pt x="17885" y="48906"/>
                    <a:pt x="7623" y="48906"/>
                  </a:cubicBezTo>
                  <a:close/>
                  <a:moveTo>
                    <a:pt x="12297" y="17100"/>
                  </a:moveTo>
                  <a:lnTo>
                    <a:pt x="12297" y="31474"/>
                  </a:lnTo>
                  <a:cubicBezTo>
                    <a:pt x="13159" y="29128"/>
                    <a:pt x="13539" y="26631"/>
                    <a:pt x="13415" y="24134"/>
                  </a:cubicBezTo>
                  <a:cubicBezTo>
                    <a:pt x="13456" y="21741"/>
                    <a:pt x="13078" y="19360"/>
                    <a:pt x="12297" y="17100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0BB70C20-7D49-8148-895E-13287EEAA164}"/>
                </a:ext>
              </a:extLst>
            </p:cNvPr>
            <p:cNvSpPr/>
            <p:nvPr/>
          </p:nvSpPr>
          <p:spPr>
            <a:xfrm>
              <a:off x="4856103" y="2638614"/>
              <a:ext cx="178104" cy="175852"/>
            </a:xfrm>
            <a:custGeom>
              <a:avLst/>
              <a:gdLst>
                <a:gd name="connsiteX0" fmla="*/ 89002 w 178104"/>
                <a:gd name="connsiteY0" fmla="*/ 175853 h 175852"/>
                <a:gd name="connsiteX1" fmla="*/ 0 w 178104"/>
                <a:gd name="connsiteY1" fmla="*/ 6117 h 175852"/>
                <a:gd name="connsiteX2" fmla="*/ 6095 w 178104"/>
                <a:gd name="connsiteY2" fmla="*/ 0 h 175852"/>
                <a:gd name="connsiteX3" fmla="*/ 6198 w 178104"/>
                <a:gd name="connsiteY3" fmla="*/ 1 h 175852"/>
                <a:gd name="connsiteX4" fmla="*/ 171907 w 178104"/>
                <a:gd name="connsiteY4" fmla="*/ 1 h 175852"/>
                <a:gd name="connsiteX5" fmla="*/ 178105 w 178104"/>
                <a:gd name="connsiteY5" fmla="*/ 6117 h 175852"/>
                <a:gd name="connsiteX6" fmla="*/ 89002 w 178104"/>
                <a:gd name="connsiteY6" fmla="*/ 175853 h 175852"/>
                <a:gd name="connsiteX7" fmla="*/ 12395 w 178104"/>
                <a:gd name="connsiteY7" fmla="*/ 12744 h 175852"/>
                <a:gd name="connsiteX8" fmla="*/ 89002 w 178104"/>
                <a:gd name="connsiteY8" fmla="*/ 163926 h 175852"/>
                <a:gd name="connsiteX9" fmla="*/ 165710 w 178104"/>
                <a:gd name="connsiteY9" fmla="*/ 12336 h 17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8104" h="175852">
                  <a:moveTo>
                    <a:pt x="89002" y="175853"/>
                  </a:moveTo>
                  <a:cubicBezTo>
                    <a:pt x="39116" y="175853"/>
                    <a:pt x="0" y="101332"/>
                    <a:pt x="0" y="6117"/>
                  </a:cubicBezTo>
                  <a:cubicBezTo>
                    <a:pt x="0" y="2739"/>
                    <a:pt x="2728" y="0"/>
                    <a:pt x="6095" y="0"/>
                  </a:cubicBezTo>
                  <a:cubicBezTo>
                    <a:pt x="6129" y="0"/>
                    <a:pt x="6163" y="0"/>
                    <a:pt x="6198" y="1"/>
                  </a:cubicBezTo>
                  <a:lnTo>
                    <a:pt x="171907" y="1"/>
                  </a:lnTo>
                  <a:cubicBezTo>
                    <a:pt x="175291" y="0"/>
                    <a:pt x="178049" y="2723"/>
                    <a:pt x="178105" y="6117"/>
                  </a:cubicBezTo>
                  <a:cubicBezTo>
                    <a:pt x="178105" y="101332"/>
                    <a:pt x="138989" y="175853"/>
                    <a:pt x="89002" y="175853"/>
                  </a:cubicBezTo>
                  <a:close/>
                  <a:moveTo>
                    <a:pt x="12395" y="12744"/>
                  </a:moveTo>
                  <a:cubicBezTo>
                    <a:pt x="14021" y="95318"/>
                    <a:pt x="48463" y="163926"/>
                    <a:pt x="89002" y="163926"/>
                  </a:cubicBezTo>
                  <a:cubicBezTo>
                    <a:pt x="129540" y="163926"/>
                    <a:pt x="163779" y="94910"/>
                    <a:pt x="165710" y="1233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19204AAB-8682-AE4C-941A-092A5C852906}"/>
                </a:ext>
              </a:extLst>
            </p:cNvPr>
            <p:cNvSpPr/>
            <p:nvPr/>
          </p:nvSpPr>
          <p:spPr>
            <a:xfrm>
              <a:off x="4790266" y="2487776"/>
              <a:ext cx="76844" cy="163178"/>
            </a:xfrm>
            <a:custGeom>
              <a:avLst/>
              <a:gdLst>
                <a:gd name="connsiteX0" fmla="*/ 38101 w 76844"/>
                <a:gd name="connsiteY0" fmla="*/ 163174 h 163178"/>
                <a:gd name="connsiteX1" fmla="*/ 35561 w 76844"/>
                <a:gd name="connsiteY1" fmla="*/ 162664 h 163178"/>
                <a:gd name="connsiteX2" fmla="*/ 1 w 76844"/>
                <a:gd name="connsiteY2" fmla="*/ 107921 h 163178"/>
                <a:gd name="connsiteX3" fmla="*/ 1 w 76844"/>
                <a:gd name="connsiteY3" fmla="*/ 59804 h 163178"/>
                <a:gd name="connsiteX4" fmla="*/ 59066 w 76844"/>
                <a:gd name="connsiteY4" fmla="*/ 1 h 163178"/>
                <a:gd name="connsiteX5" fmla="*/ 71121 w 76844"/>
                <a:gd name="connsiteY5" fmla="*/ 1186 h 163178"/>
                <a:gd name="connsiteX6" fmla="*/ 76826 w 76844"/>
                <a:gd name="connsiteY6" fmla="*/ 7862 h 163178"/>
                <a:gd name="connsiteX7" fmla="*/ 70173 w 76844"/>
                <a:gd name="connsiteY7" fmla="*/ 13587 h 163178"/>
                <a:gd name="connsiteX8" fmla="*/ 68784 w 76844"/>
                <a:gd name="connsiteY8" fmla="*/ 13318 h 163178"/>
                <a:gd name="connsiteX9" fmla="*/ 59843 w 76844"/>
                <a:gd name="connsiteY9" fmla="*/ 12400 h 163178"/>
                <a:gd name="connsiteX10" fmla="*/ 12599 w 76844"/>
                <a:gd name="connsiteY10" fmla="*/ 59804 h 163178"/>
                <a:gd name="connsiteX11" fmla="*/ 12599 w 76844"/>
                <a:gd name="connsiteY11" fmla="*/ 107921 h 163178"/>
                <a:gd name="connsiteX12" fmla="*/ 40844 w 76844"/>
                <a:gd name="connsiteY12" fmla="*/ 151349 h 163178"/>
                <a:gd name="connsiteX13" fmla="*/ 44048 w 76844"/>
                <a:gd name="connsiteY13" fmla="*/ 159379 h 163178"/>
                <a:gd name="connsiteX14" fmla="*/ 43993 w 76844"/>
                <a:gd name="connsiteY14" fmla="*/ 159504 h 163178"/>
                <a:gd name="connsiteX15" fmla="*/ 38101 w 76844"/>
                <a:gd name="connsiteY15" fmla="*/ 163174 h 16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844" h="163178">
                  <a:moveTo>
                    <a:pt x="38101" y="163174"/>
                  </a:moveTo>
                  <a:cubicBezTo>
                    <a:pt x="37230" y="163162"/>
                    <a:pt x="36369" y="162989"/>
                    <a:pt x="35561" y="162664"/>
                  </a:cubicBezTo>
                  <a:cubicBezTo>
                    <a:pt x="13930" y="153115"/>
                    <a:pt x="-25" y="131633"/>
                    <a:pt x="1" y="107921"/>
                  </a:cubicBezTo>
                  <a:lnTo>
                    <a:pt x="1" y="59804"/>
                  </a:lnTo>
                  <a:cubicBezTo>
                    <a:pt x="-147" y="26924"/>
                    <a:pt x="26297" y="149"/>
                    <a:pt x="59066" y="1"/>
                  </a:cubicBezTo>
                  <a:cubicBezTo>
                    <a:pt x="63114" y="-18"/>
                    <a:pt x="67153" y="380"/>
                    <a:pt x="71121" y="1186"/>
                  </a:cubicBezTo>
                  <a:cubicBezTo>
                    <a:pt x="74533" y="1449"/>
                    <a:pt x="77088" y="4438"/>
                    <a:pt x="76826" y="7862"/>
                  </a:cubicBezTo>
                  <a:cubicBezTo>
                    <a:pt x="76565" y="11286"/>
                    <a:pt x="73586" y="13850"/>
                    <a:pt x="70173" y="13587"/>
                  </a:cubicBezTo>
                  <a:cubicBezTo>
                    <a:pt x="69701" y="13551"/>
                    <a:pt x="69235" y="13460"/>
                    <a:pt x="68784" y="13318"/>
                  </a:cubicBezTo>
                  <a:cubicBezTo>
                    <a:pt x="65843" y="12705"/>
                    <a:pt x="62847" y="12397"/>
                    <a:pt x="59843" y="12400"/>
                  </a:cubicBezTo>
                  <a:cubicBezTo>
                    <a:pt x="33774" y="12456"/>
                    <a:pt x="12655" y="33647"/>
                    <a:pt x="12599" y="59804"/>
                  </a:cubicBezTo>
                  <a:lnTo>
                    <a:pt x="12599" y="107921"/>
                  </a:lnTo>
                  <a:cubicBezTo>
                    <a:pt x="12589" y="126739"/>
                    <a:pt x="23673" y="143781"/>
                    <a:pt x="40844" y="151349"/>
                  </a:cubicBezTo>
                  <a:cubicBezTo>
                    <a:pt x="43939" y="152678"/>
                    <a:pt x="45374" y="156274"/>
                    <a:pt x="44048" y="159379"/>
                  </a:cubicBezTo>
                  <a:cubicBezTo>
                    <a:pt x="44031" y="159421"/>
                    <a:pt x="44012" y="159463"/>
                    <a:pt x="43993" y="159504"/>
                  </a:cubicBezTo>
                  <a:cubicBezTo>
                    <a:pt x="42959" y="161819"/>
                    <a:pt x="40627" y="163271"/>
                    <a:pt x="38101" y="16317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35662AE-4919-3048-9D7F-CBBC4E7E254B}"/>
                </a:ext>
              </a:extLst>
            </p:cNvPr>
            <p:cNvSpPr/>
            <p:nvPr/>
          </p:nvSpPr>
          <p:spPr>
            <a:xfrm>
              <a:off x="4795410" y="2522758"/>
              <a:ext cx="63530" cy="24923"/>
            </a:xfrm>
            <a:custGeom>
              <a:avLst/>
              <a:gdLst>
                <a:gd name="connsiteX0" fmla="*/ 39662 w 63530"/>
                <a:gd name="connsiteY0" fmla="*/ 24924 h 24923"/>
                <a:gd name="connsiteX1" fmla="*/ 953 w 63530"/>
                <a:gd name="connsiteY1" fmla="*/ 9530 h 24923"/>
                <a:gd name="connsiteX2" fmla="*/ 2898 w 63530"/>
                <a:gd name="connsiteY2" fmla="*/ 955 h 24923"/>
                <a:gd name="connsiteX3" fmla="*/ 8979 w 63530"/>
                <a:gd name="connsiteY3" fmla="*/ 661 h 24923"/>
                <a:gd name="connsiteX4" fmla="*/ 55004 w 63530"/>
                <a:gd name="connsiteY4" fmla="*/ 9530 h 24923"/>
                <a:gd name="connsiteX5" fmla="*/ 63009 w 63530"/>
                <a:gd name="connsiteY5" fmla="*/ 12741 h 24923"/>
                <a:gd name="connsiteX6" fmla="*/ 63030 w 63530"/>
                <a:gd name="connsiteY6" fmla="*/ 12792 h 24923"/>
                <a:gd name="connsiteX7" fmla="*/ 59779 w 63530"/>
                <a:gd name="connsiteY7" fmla="*/ 20948 h 24923"/>
                <a:gd name="connsiteX8" fmla="*/ 39662 w 63530"/>
                <a:gd name="connsiteY8" fmla="*/ 24924 h 2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30" h="24923">
                  <a:moveTo>
                    <a:pt x="39662" y="24924"/>
                  </a:moveTo>
                  <a:cubicBezTo>
                    <a:pt x="25378" y="24417"/>
                    <a:pt x="11705" y="18980"/>
                    <a:pt x="953" y="9530"/>
                  </a:cubicBezTo>
                  <a:cubicBezTo>
                    <a:pt x="-870" y="6623"/>
                    <a:pt x="1" y="2784"/>
                    <a:pt x="2898" y="955"/>
                  </a:cubicBezTo>
                  <a:cubicBezTo>
                    <a:pt x="4734" y="-204"/>
                    <a:pt x="7040" y="-316"/>
                    <a:pt x="8979" y="661"/>
                  </a:cubicBezTo>
                  <a:cubicBezTo>
                    <a:pt x="21519" y="11903"/>
                    <a:pt x="39206" y="15311"/>
                    <a:pt x="55004" y="9530"/>
                  </a:cubicBezTo>
                  <a:cubicBezTo>
                    <a:pt x="58098" y="8199"/>
                    <a:pt x="61682" y="9637"/>
                    <a:pt x="63009" y="12741"/>
                  </a:cubicBezTo>
                  <a:cubicBezTo>
                    <a:pt x="63016" y="12758"/>
                    <a:pt x="63023" y="12775"/>
                    <a:pt x="63030" y="12792"/>
                  </a:cubicBezTo>
                  <a:cubicBezTo>
                    <a:pt x="64373" y="15945"/>
                    <a:pt x="62918" y="19593"/>
                    <a:pt x="59779" y="20948"/>
                  </a:cubicBezTo>
                  <a:cubicBezTo>
                    <a:pt x="53402" y="23596"/>
                    <a:pt x="46564" y="24948"/>
                    <a:pt x="39662" y="2492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37CC4B69-D143-E144-8100-DB8CE9FDF2D3}"/>
                </a:ext>
              </a:extLst>
            </p:cNvPr>
            <p:cNvSpPr/>
            <p:nvPr/>
          </p:nvSpPr>
          <p:spPr>
            <a:xfrm>
              <a:off x="4776652" y="2539757"/>
              <a:ext cx="26013" cy="49211"/>
            </a:xfrm>
            <a:custGeom>
              <a:avLst/>
              <a:gdLst>
                <a:gd name="connsiteX0" fmla="*/ 18288 w 26013"/>
                <a:gd name="connsiteY0" fmla="*/ 49212 h 49211"/>
                <a:gd name="connsiteX1" fmla="*/ 0 w 26013"/>
                <a:gd name="connsiteY1" fmla="*/ 24643 h 49211"/>
                <a:gd name="connsiteX2" fmla="*/ 18288 w 26013"/>
                <a:gd name="connsiteY2" fmla="*/ 75 h 49211"/>
                <a:gd name="connsiteX3" fmla="*/ 21031 w 26013"/>
                <a:gd name="connsiteY3" fmla="*/ 75 h 49211"/>
                <a:gd name="connsiteX4" fmla="*/ 26010 w 26013"/>
                <a:gd name="connsiteY4" fmla="*/ 6396 h 49211"/>
                <a:gd name="connsiteX5" fmla="*/ 26010 w 26013"/>
                <a:gd name="connsiteY5" fmla="*/ 42585 h 49211"/>
                <a:gd name="connsiteX6" fmla="*/ 21031 w 26013"/>
                <a:gd name="connsiteY6" fmla="*/ 48600 h 49211"/>
                <a:gd name="connsiteX7" fmla="*/ 18288 w 26013"/>
                <a:gd name="connsiteY7" fmla="*/ 49212 h 49211"/>
                <a:gd name="connsiteX8" fmla="*/ 13614 w 26013"/>
                <a:gd name="connsiteY8" fmla="*/ 17405 h 49211"/>
                <a:gd name="connsiteX9" fmla="*/ 13614 w 26013"/>
                <a:gd name="connsiteY9" fmla="*/ 31881 h 49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013" h="49211">
                  <a:moveTo>
                    <a:pt x="18288" y="49212"/>
                  </a:moveTo>
                  <a:cubicBezTo>
                    <a:pt x="8128" y="49212"/>
                    <a:pt x="0" y="38406"/>
                    <a:pt x="0" y="24643"/>
                  </a:cubicBezTo>
                  <a:cubicBezTo>
                    <a:pt x="0" y="10881"/>
                    <a:pt x="8026" y="75"/>
                    <a:pt x="18288" y="75"/>
                  </a:cubicBezTo>
                  <a:cubicBezTo>
                    <a:pt x="19200" y="-25"/>
                    <a:pt x="20120" y="-25"/>
                    <a:pt x="21031" y="75"/>
                  </a:cubicBezTo>
                  <a:cubicBezTo>
                    <a:pt x="24010" y="673"/>
                    <a:pt x="26118" y="3349"/>
                    <a:pt x="26010" y="6396"/>
                  </a:cubicBezTo>
                  <a:lnTo>
                    <a:pt x="26010" y="42585"/>
                  </a:lnTo>
                  <a:cubicBezTo>
                    <a:pt x="26052" y="45547"/>
                    <a:pt x="23940" y="48098"/>
                    <a:pt x="21031" y="48600"/>
                  </a:cubicBezTo>
                  <a:cubicBezTo>
                    <a:pt x="20145" y="48914"/>
                    <a:pt x="19224" y="49119"/>
                    <a:pt x="18288" y="49212"/>
                  </a:cubicBezTo>
                  <a:close/>
                  <a:moveTo>
                    <a:pt x="13614" y="17405"/>
                  </a:moveTo>
                  <a:cubicBezTo>
                    <a:pt x="11850" y="22068"/>
                    <a:pt x="11850" y="27219"/>
                    <a:pt x="13614" y="3188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A55B24D-CA66-3E4B-84D3-E2E13B43A0AA}"/>
                </a:ext>
              </a:extLst>
            </p:cNvPr>
            <p:cNvSpPr/>
            <p:nvPr/>
          </p:nvSpPr>
          <p:spPr>
            <a:xfrm>
              <a:off x="4913913" y="2613650"/>
              <a:ext cx="65736" cy="37299"/>
            </a:xfrm>
            <a:custGeom>
              <a:avLst/>
              <a:gdLst>
                <a:gd name="connsiteX0" fmla="*/ 59538 w 65736"/>
                <a:gd name="connsiteY0" fmla="*/ 37300 h 37299"/>
                <a:gd name="connsiteX1" fmla="*/ 6097 w 65736"/>
                <a:gd name="connsiteY1" fmla="*/ 37300 h 37299"/>
                <a:gd name="connsiteX2" fmla="*/ 0 w 65736"/>
                <a:gd name="connsiteY2" fmla="*/ 31184 h 37299"/>
                <a:gd name="connsiteX3" fmla="*/ 1 w 65736"/>
                <a:gd name="connsiteY3" fmla="*/ 31081 h 37299"/>
                <a:gd name="connsiteX4" fmla="*/ 1 w 65736"/>
                <a:gd name="connsiteY4" fmla="*/ 7328 h 37299"/>
                <a:gd name="connsiteX5" fmla="*/ 2846 w 65736"/>
                <a:gd name="connsiteY5" fmla="*/ 2129 h 37299"/>
                <a:gd name="connsiteX6" fmla="*/ 8738 w 65736"/>
                <a:gd name="connsiteY6" fmla="*/ 2129 h 37299"/>
                <a:gd name="connsiteX7" fmla="*/ 56694 w 65736"/>
                <a:gd name="connsiteY7" fmla="*/ 804 h 37299"/>
                <a:gd name="connsiteX8" fmla="*/ 62790 w 65736"/>
                <a:gd name="connsiteY8" fmla="*/ 804 h 37299"/>
                <a:gd name="connsiteX9" fmla="*/ 65736 w 65736"/>
                <a:gd name="connsiteY9" fmla="*/ 6003 h 37299"/>
                <a:gd name="connsiteX10" fmla="*/ 65736 w 65736"/>
                <a:gd name="connsiteY10" fmla="*/ 31081 h 37299"/>
                <a:gd name="connsiteX11" fmla="*/ 59538 w 65736"/>
                <a:gd name="connsiteY11" fmla="*/ 37300 h 37299"/>
                <a:gd name="connsiteX12" fmla="*/ 12294 w 65736"/>
                <a:gd name="connsiteY12" fmla="*/ 24965 h 37299"/>
                <a:gd name="connsiteX13" fmla="*/ 52934 w 65736"/>
                <a:gd name="connsiteY13" fmla="*/ 24965 h 37299"/>
                <a:gd name="connsiteX14" fmla="*/ 52934 w 65736"/>
                <a:gd name="connsiteY14" fmla="*/ 14770 h 37299"/>
                <a:gd name="connsiteX15" fmla="*/ 28246 w 65736"/>
                <a:gd name="connsiteY15" fmla="*/ 18542 h 37299"/>
                <a:gd name="connsiteX16" fmla="*/ 11786 w 65736"/>
                <a:gd name="connsiteY16" fmla="*/ 15790 h 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736" h="37299">
                  <a:moveTo>
                    <a:pt x="59538" y="37300"/>
                  </a:moveTo>
                  <a:lnTo>
                    <a:pt x="6097" y="37300"/>
                  </a:lnTo>
                  <a:cubicBezTo>
                    <a:pt x="2730" y="37300"/>
                    <a:pt x="0" y="34562"/>
                    <a:pt x="0" y="31184"/>
                  </a:cubicBezTo>
                  <a:cubicBezTo>
                    <a:pt x="0" y="31150"/>
                    <a:pt x="0" y="31115"/>
                    <a:pt x="1" y="31081"/>
                  </a:cubicBezTo>
                  <a:lnTo>
                    <a:pt x="1" y="7328"/>
                  </a:lnTo>
                  <a:cubicBezTo>
                    <a:pt x="-28" y="5214"/>
                    <a:pt x="1052" y="3240"/>
                    <a:pt x="2846" y="2129"/>
                  </a:cubicBezTo>
                  <a:cubicBezTo>
                    <a:pt x="4679" y="1113"/>
                    <a:pt x="6905" y="1113"/>
                    <a:pt x="8738" y="2129"/>
                  </a:cubicBezTo>
                  <a:cubicBezTo>
                    <a:pt x="24070" y="9141"/>
                    <a:pt x="41770" y="8652"/>
                    <a:pt x="56694" y="804"/>
                  </a:cubicBezTo>
                  <a:cubicBezTo>
                    <a:pt x="58585" y="-268"/>
                    <a:pt x="60898" y="-268"/>
                    <a:pt x="62790" y="804"/>
                  </a:cubicBezTo>
                  <a:cubicBezTo>
                    <a:pt x="64607" y="1904"/>
                    <a:pt x="65723" y="3874"/>
                    <a:pt x="65736" y="6003"/>
                  </a:cubicBezTo>
                  <a:lnTo>
                    <a:pt x="65736" y="31081"/>
                  </a:lnTo>
                  <a:cubicBezTo>
                    <a:pt x="65736" y="34516"/>
                    <a:pt x="62961" y="37300"/>
                    <a:pt x="59538" y="37300"/>
                  </a:cubicBezTo>
                  <a:close/>
                  <a:moveTo>
                    <a:pt x="12294" y="24965"/>
                  </a:moveTo>
                  <a:lnTo>
                    <a:pt x="52934" y="24965"/>
                  </a:lnTo>
                  <a:lnTo>
                    <a:pt x="52934" y="14770"/>
                  </a:lnTo>
                  <a:cubicBezTo>
                    <a:pt x="45008" y="17549"/>
                    <a:pt x="36637" y="18828"/>
                    <a:pt x="28246" y="18542"/>
                  </a:cubicBezTo>
                  <a:cubicBezTo>
                    <a:pt x="22664" y="18339"/>
                    <a:pt x="17132" y="17414"/>
                    <a:pt x="11786" y="15790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1" name="Graphic 46">
            <a:extLst>
              <a:ext uri="{FF2B5EF4-FFF2-40B4-BE49-F238E27FC236}">
                <a16:creationId xmlns:a16="http://schemas.microsoft.com/office/drawing/2014/main" id="{57C80C2F-F510-DA46-89EA-51E73D571C3C}"/>
              </a:ext>
            </a:extLst>
          </p:cNvPr>
          <p:cNvGrpSpPr>
            <a:grpSpLocks noChangeAspect="1"/>
          </p:cNvGrpSpPr>
          <p:nvPr/>
        </p:nvGrpSpPr>
        <p:grpSpPr>
          <a:xfrm>
            <a:off x="7065368" y="4840192"/>
            <a:ext cx="390337" cy="266196"/>
            <a:chOff x="4747299" y="2497745"/>
            <a:chExt cx="390337" cy="266196"/>
          </a:xfrm>
          <a:solidFill>
            <a:srgbClr val="FFFFFF"/>
          </a:solidFill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03C9138-1F0B-6242-BEFA-B6D36B21EB9F}"/>
                </a:ext>
              </a:extLst>
            </p:cNvPr>
            <p:cNvSpPr/>
            <p:nvPr/>
          </p:nvSpPr>
          <p:spPr>
            <a:xfrm>
              <a:off x="4794990" y="2700308"/>
              <a:ext cx="12558" cy="63581"/>
            </a:xfrm>
            <a:custGeom>
              <a:avLst/>
              <a:gdLst>
                <a:gd name="connsiteX0" fmla="*/ 6331 w 12558"/>
                <a:gd name="connsiteY0" fmla="*/ 63581 h 63581"/>
                <a:gd name="connsiteX1" fmla="*/ 53 w 12558"/>
                <a:gd name="connsiteY1" fmla="*/ 57558 h 63581"/>
                <a:gd name="connsiteX2" fmla="*/ 52 w 12558"/>
                <a:gd name="connsiteY2" fmla="*/ 57455 h 63581"/>
                <a:gd name="connsiteX3" fmla="*/ 52 w 12558"/>
                <a:gd name="connsiteY3" fmla="*/ 7024 h 63581"/>
                <a:gd name="connsiteX4" fmla="*/ 5478 w 12558"/>
                <a:gd name="connsiteY4" fmla="*/ 52 h 63581"/>
                <a:gd name="connsiteX5" fmla="*/ 12508 w 12558"/>
                <a:gd name="connsiteY5" fmla="*/ 5432 h 63581"/>
                <a:gd name="connsiteX6" fmla="*/ 12508 w 12558"/>
                <a:gd name="connsiteY6" fmla="*/ 7024 h 63581"/>
                <a:gd name="connsiteX7" fmla="*/ 12508 w 12558"/>
                <a:gd name="connsiteY7" fmla="*/ 57455 h 63581"/>
                <a:gd name="connsiteX8" fmla="*/ 6331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331" y="63581"/>
                  </a:moveTo>
                  <a:cubicBezTo>
                    <a:pt x="2921" y="63637"/>
                    <a:pt x="110" y="60941"/>
                    <a:pt x="53" y="57558"/>
                  </a:cubicBezTo>
                  <a:cubicBezTo>
                    <a:pt x="52" y="57524"/>
                    <a:pt x="52" y="57490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2" y="63581"/>
                    <a:pt x="6331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1EB49AA8-B561-CA4F-86E8-88AB23372AA1}"/>
                </a:ext>
              </a:extLst>
            </p:cNvPr>
            <p:cNvSpPr/>
            <p:nvPr/>
          </p:nvSpPr>
          <p:spPr>
            <a:xfrm>
              <a:off x="4877854" y="2700308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AEEA631-56CB-CC46-B86D-B3C59C86D12F}"/>
                </a:ext>
              </a:extLst>
            </p:cNvPr>
            <p:cNvSpPr/>
            <p:nvPr/>
          </p:nvSpPr>
          <p:spPr>
            <a:xfrm>
              <a:off x="4772087" y="2658738"/>
              <a:ext cx="140715" cy="105150"/>
            </a:xfrm>
            <a:custGeom>
              <a:avLst/>
              <a:gdLst>
                <a:gd name="connsiteX0" fmla="*/ 135053 w 140715"/>
                <a:gd name="connsiteY0" fmla="*/ 105151 h 105150"/>
                <a:gd name="connsiteX1" fmla="*/ 6279 w 140715"/>
                <a:gd name="connsiteY1" fmla="*/ 105151 h 105150"/>
                <a:gd name="connsiteX2" fmla="*/ 0 w 140715"/>
                <a:gd name="connsiteY2" fmla="*/ 98924 h 105150"/>
                <a:gd name="connsiteX3" fmla="*/ 0 w 140715"/>
                <a:gd name="connsiteY3" fmla="*/ 32056 h 105150"/>
                <a:gd name="connsiteX4" fmla="*/ 0 w 140715"/>
                <a:gd name="connsiteY4" fmla="*/ 31443 h 105150"/>
                <a:gd name="connsiteX5" fmla="*/ 25837 w 140715"/>
                <a:gd name="connsiteY5" fmla="*/ 4185 h 105150"/>
                <a:gd name="connsiteX6" fmla="*/ 50645 w 140715"/>
                <a:gd name="connsiteY6" fmla="*/ 102 h 105150"/>
                <a:gd name="connsiteX7" fmla="*/ 57835 w 140715"/>
                <a:gd name="connsiteY7" fmla="*/ 5020 h 105150"/>
                <a:gd name="connsiteX8" fmla="*/ 57851 w 140715"/>
                <a:gd name="connsiteY8" fmla="*/ 5104 h 105150"/>
                <a:gd name="connsiteX9" fmla="*/ 52873 w 140715"/>
                <a:gd name="connsiteY9" fmla="*/ 12222 h 105150"/>
                <a:gd name="connsiteX10" fmla="*/ 52704 w 140715"/>
                <a:gd name="connsiteY10" fmla="*/ 12250 h 105150"/>
                <a:gd name="connsiteX11" fmla="*/ 27896 w 140715"/>
                <a:gd name="connsiteY11" fmla="*/ 16436 h 105150"/>
                <a:gd name="connsiteX12" fmla="*/ 12558 w 140715"/>
                <a:gd name="connsiteY12" fmla="*/ 32974 h 105150"/>
                <a:gd name="connsiteX13" fmla="*/ 12558 w 140715"/>
                <a:gd name="connsiteY13" fmla="*/ 93309 h 105150"/>
                <a:gd name="connsiteX14" fmla="*/ 128877 w 140715"/>
                <a:gd name="connsiteY14" fmla="*/ 93309 h 105150"/>
                <a:gd name="connsiteX15" fmla="*/ 128877 w 140715"/>
                <a:gd name="connsiteY15" fmla="*/ 32974 h 105150"/>
                <a:gd name="connsiteX16" fmla="*/ 113436 w 140715"/>
                <a:gd name="connsiteY16" fmla="*/ 16946 h 105150"/>
                <a:gd name="connsiteX17" fmla="*/ 88320 w 140715"/>
                <a:gd name="connsiteY17" fmla="*/ 12557 h 105150"/>
                <a:gd name="connsiteX18" fmla="*/ 83276 w 140715"/>
                <a:gd name="connsiteY18" fmla="*/ 5410 h 105150"/>
                <a:gd name="connsiteX19" fmla="*/ 90481 w 140715"/>
                <a:gd name="connsiteY19" fmla="*/ 408 h 105150"/>
                <a:gd name="connsiteX20" fmla="*/ 115289 w 140715"/>
                <a:gd name="connsiteY20" fmla="*/ 4492 h 105150"/>
                <a:gd name="connsiteX21" fmla="*/ 140715 w 140715"/>
                <a:gd name="connsiteY21" fmla="*/ 31443 h 105150"/>
                <a:gd name="connsiteX22" fmla="*/ 140715 w 140715"/>
                <a:gd name="connsiteY22" fmla="*/ 98924 h 105150"/>
                <a:gd name="connsiteX23" fmla="*/ 134642 w 140715"/>
                <a:gd name="connsiteY23" fmla="*/ 105150 h 105150"/>
                <a:gd name="connsiteX24" fmla="*/ 134538 w 140715"/>
                <a:gd name="connsiteY24" fmla="*/ 105151 h 10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715" h="105150">
                  <a:moveTo>
                    <a:pt x="135053" y="105151"/>
                  </a:moveTo>
                  <a:lnTo>
                    <a:pt x="6279" y="105151"/>
                  </a:lnTo>
                  <a:cubicBezTo>
                    <a:pt x="2811" y="105151"/>
                    <a:pt x="0" y="102363"/>
                    <a:pt x="0" y="98924"/>
                  </a:cubicBezTo>
                  <a:lnTo>
                    <a:pt x="0" y="32056"/>
                  </a:lnTo>
                  <a:cubicBezTo>
                    <a:pt x="0" y="32056"/>
                    <a:pt x="0" y="32056"/>
                    <a:pt x="0" y="31443"/>
                  </a:cubicBezTo>
                  <a:cubicBezTo>
                    <a:pt x="1366" y="17590"/>
                    <a:pt x="11980" y="6393"/>
                    <a:pt x="25837" y="4185"/>
                  </a:cubicBezTo>
                  <a:lnTo>
                    <a:pt x="50645" y="102"/>
                  </a:lnTo>
                  <a:cubicBezTo>
                    <a:pt x="54000" y="-509"/>
                    <a:pt x="57219" y="1692"/>
                    <a:pt x="57835" y="5020"/>
                  </a:cubicBezTo>
                  <a:cubicBezTo>
                    <a:pt x="57841" y="5048"/>
                    <a:pt x="57846" y="5076"/>
                    <a:pt x="57851" y="5104"/>
                  </a:cubicBezTo>
                  <a:cubicBezTo>
                    <a:pt x="58458" y="8433"/>
                    <a:pt x="56229" y="11620"/>
                    <a:pt x="52873" y="12222"/>
                  </a:cubicBezTo>
                  <a:cubicBezTo>
                    <a:pt x="52817" y="12233"/>
                    <a:pt x="52760" y="12242"/>
                    <a:pt x="52704" y="12250"/>
                  </a:cubicBezTo>
                  <a:lnTo>
                    <a:pt x="27896" y="16436"/>
                  </a:lnTo>
                  <a:cubicBezTo>
                    <a:pt x="19585" y="17845"/>
                    <a:pt x="13281" y="24643"/>
                    <a:pt x="12558" y="32974"/>
                  </a:cubicBezTo>
                  <a:lnTo>
                    <a:pt x="12558" y="93309"/>
                  </a:lnTo>
                  <a:lnTo>
                    <a:pt x="128877" y="93309"/>
                  </a:lnTo>
                  <a:lnTo>
                    <a:pt x="128877" y="32974"/>
                  </a:lnTo>
                  <a:cubicBezTo>
                    <a:pt x="127925" y="24808"/>
                    <a:pt x="121619" y="18262"/>
                    <a:pt x="113436" y="16946"/>
                  </a:cubicBezTo>
                  <a:lnTo>
                    <a:pt x="88320" y="12557"/>
                  </a:lnTo>
                  <a:cubicBezTo>
                    <a:pt x="84937" y="11965"/>
                    <a:pt x="82679" y="8765"/>
                    <a:pt x="83276" y="5410"/>
                  </a:cubicBezTo>
                  <a:cubicBezTo>
                    <a:pt x="83873" y="2056"/>
                    <a:pt x="87099" y="-184"/>
                    <a:pt x="90481" y="408"/>
                  </a:cubicBezTo>
                  <a:lnTo>
                    <a:pt x="115289" y="4492"/>
                  </a:lnTo>
                  <a:cubicBezTo>
                    <a:pt x="128884" y="6833"/>
                    <a:pt x="139262" y="17835"/>
                    <a:pt x="140715" y="31443"/>
                  </a:cubicBezTo>
                  <a:lnTo>
                    <a:pt x="140715" y="98924"/>
                  </a:lnTo>
                  <a:cubicBezTo>
                    <a:pt x="140772" y="102306"/>
                    <a:pt x="138053" y="105094"/>
                    <a:pt x="134642" y="105150"/>
                  </a:cubicBezTo>
                  <a:cubicBezTo>
                    <a:pt x="134608" y="105151"/>
                    <a:pt x="134573" y="105151"/>
                    <a:pt x="134538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5B02DC4E-1B45-394F-9D9D-37E320D3CCAC}"/>
                </a:ext>
              </a:extLst>
            </p:cNvPr>
            <p:cNvSpPr/>
            <p:nvPr/>
          </p:nvSpPr>
          <p:spPr>
            <a:xfrm>
              <a:off x="4986246" y="2700308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B2E016DD-6FEE-5148-B128-AA472C7BBAD1}"/>
                </a:ext>
              </a:extLst>
            </p:cNvPr>
            <p:cNvSpPr/>
            <p:nvPr/>
          </p:nvSpPr>
          <p:spPr>
            <a:xfrm>
              <a:off x="5069110" y="2700308"/>
              <a:ext cx="12559" cy="63581"/>
            </a:xfrm>
            <a:custGeom>
              <a:avLst/>
              <a:gdLst>
                <a:gd name="connsiteX0" fmla="*/ 6228 w 12559"/>
                <a:gd name="connsiteY0" fmla="*/ 63581 h 63581"/>
                <a:gd name="connsiteX1" fmla="*/ 52 w 12559"/>
                <a:gd name="connsiteY1" fmla="*/ 57455 h 63581"/>
                <a:gd name="connsiteX2" fmla="*/ 52 w 12559"/>
                <a:gd name="connsiteY2" fmla="*/ 7024 h 63581"/>
                <a:gd name="connsiteX3" fmla="*/ 5478 w 12559"/>
                <a:gd name="connsiteY3" fmla="*/ 52 h 63581"/>
                <a:gd name="connsiteX4" fmla="*/ 12508 w 12559"/>
                <a:gd name="connsiteY4" fmla="*/ 5432 h 63581"/>
                <a:gd name="connsiteX5" fmla="*/ 12508 w 12559"/>
                <a:gd name="connsiteY5" fmla="*/ 7024 h 63581"/>
                <a:gd name="connsiteX6" fmla="*/ 12508 w 12559"/>
                <a:gd name="connsiteY6" fmla="*/ 57455 h 63581"/>
                <a:gd name="connsiteX7" fmla="*/ 6332 w 12559"/>
                <a:gd name="connsiteY7" fmla="*/ 63582 h 63581"/>
                <a:gd name="connsiteX8" fmla="*/ 6228 w 12559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9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BB99565-8CB2-7F46-A576-6C9AE752C888}"/>
                </a:ext>
              </a:extLst>
            </p:cNvPr>
            <p:cNvSpPr/>
            <p:nvPr/>
          </p:nvSpPr>
          <p:spPr>
            <a:xfrm>
              <a:off x="4963307" y="2658738"/>
              <a:ext cx="141164" cy="105171"/>
            </a:xfrm>
            <a:custGeom>
              <a:avLst/>
              <a:gdLst>
                <a:gd name="connsiteX0" fmla="*/ 134780 w 141164"/>
                <a:gd name="connsiteY0" fmla="*/ 105151 h 105171"/>
                <a:gd name="connsiteX1" fmla="*/ 6212 w 141164"/>
                <a:gd name="connsiteY1" fmla="*/ 105151 h 105171"/>
                <a:gd name="connsiteX2" fmla="*/ 35 w 141164"/>
                <a:gd name="connsiteY2" fmla="*/ 99026 h 105171"/>
                <a:gd name="connsiteX3" fmla="*/ 36 w 141164"/>
                <a:gd name="connsiteY3" fmla="*/ 98924 h 105171"/>
                <a:gd name="connsiteX4" fmla="*/ 36 w 141164"/>
                <a:gd name="connsiteY4" fmla="*/ 32056 h 105171"/>
                <a:gd name="connsiteX5" fmla="*/ 36 w 141164"/>
                <a:gd name="connsiteY5" fmla="*/ 31443 h 105171"/>
                <a:gd name="connsiteX6" fmla="*/ 25770 w 141164"/>
                <a:gd name="connsiteY6" fmla="*/ 4185 h 105171"/>
                <a:gd name="connsiteX7" fmla="*/ 50681 w 141164"/>
                <a:gd name="connsiteY7" fmla="*/ 102 h 105171"/>
                <a:gd name="connsiteX8" fmla="*/ 57872 w 141164"/>
                <a:gd name="connsiteY8" fmla="*/ 5020 h 105171"/>
                <a:gd name="connsiteX9" fmla="*/ 57887 w 141164"/>
                <a:gd name="connsiteY9" fmla="*/ 5104 h 105171"/>
                <a:gd name="connsiteX10" fmla="*/ 52740 w 141164"/>
                <a:gd name="connsiteY10" fmla="*/ 12250 h 105171"/>
                <a:gd name="connsiteX11" fmla="*/ 27829 w 141164"/>
                <a:gd name="connsiteY11" fmla="*/ 16436 h 105171"/>
                <a:gd name="connsiteX12" fmla="*/ 12491 w 141164"/>
                <a:gd name="connsiteY12" fmla="*/ 32974 h 105171"/>
                <a:gd name="connsiteX13" fmla="*/ 12491 w 141164"/>
                <a:gd name="connsiteY13" fmla="*/ 93309 h 105171"/>
                <a:gd name="connsiteX14" fmla="*/ 128810 w 141164"/>
                <a:gd name="connsiteY14" fmla="*/ 93309 h 105171"/>
                <a:gd name="connsiteX15" fmla="*/ 128810 w 141164"/>
                <a:gd name="connsiteY15" fmla="*/ 32974 h 105171"/>
                <a:gd name="connsiteX16" fmla="*/ 113370 w 141164"/>
                <a:gd name="connsiteY16" fmla="*/ 16946 h 105171"/>
                <a:gd name="connsiteX17" fmla="*/ 88356 w 141164"/>
                <a:gd name="connsiteY17" fmla="*/ 12557 h 105171"/>
                <a:gd name="connsiteX18" fmla="*/ 83297 w 141164"/>
                <a:gd name="connsiteY18" fmla="*/ 5495 h 105171"/>
                <a:gd name="connsiteX19" fmla="*/ 83312 w 141164"/>
                <a:gd name="connsiteY19" fmla="*/ 5410 h 105171"/>
                <a:gd name="connsiteX20" fmla="*/ 90243 w 141164"/>
                <a:gd name="connsiteY20" fmla="*/ 379 h 105171"/>
                <a:gd name="connsiteX21" fmla="*/ 90415 w 141164"/>
                <a:gd name="connsiteY21" fmla="*/ 408 h 105171"/>
                <a:gd name="connsiteX22" fmla="*/ 115325 w 141164"/>
                <a:gd name="connsiteY22" fmla="*/ 4492 h 105171"/>
                <a:gd name="connsiteX23" fmla="*/ 141163 w 141164"/>
                <a:gd name="connsiteY23" fmla="*/ 31749 h 105171"/>
                <a:gd name="connsiteX24" fmla="*/ 141163 w 141164"/>
                <a:gd name="connsiteY24" fmla="*/ 99230 h 105171"/>
                <a:gd name="connsiteX25" fmla="*/ 139310 w 141164"/>
                <a:gd name="connsiteY25" fmla="*/ 103620 h 105171"/>
                <a:gd name="connsiteX26" fmla="*/ 134780 w 141164"/>
                <a:gd name="connsiteY26" fmla="*/ 105151 h 1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1164" h="105171">
                  <a:moveTo>
                    <a:pt x="134780" y="105151"/>
                  </a:moveTo>
                  <a:lnTo>
                    <a:pt x="6212" y="105151"/>
                  </a:lnTo>
                  <a:cubicBezTo>
                    <a:pt x="2801" y="105151"/>
                    <a:pt x="36" y="102409"/>
                    <a:pt x="35" y="99026"/>
                  </a:cubicBezTo>
                  <a:cubicBezTo>
                    <a:pt x="35" y="98992"/>
                    <a:pt x="36" y="98958"/>
                    <a:pt x="36" y="98924"/>
                  </a:cubicBezTo>
                  <a:lnTo>
                    <a:pt x="36" y="32056"/>
                  </a:lnTo>
                  <a:cubicBezTo>
                    <a:pt x="-12" y="31854"/>
                    <a:pt x="-12" y="31644"/>
                    <a:pt x="36" y="31443"/>
                  </a:cubicBezTo>
                  <a:cubicBezTo>
                    <a:pt x="1391" y="17622"/>
                    <a:pt x="11953" y="6435"/>
                    <a:pt x="25770" y="4185"/>
                  </a:cubicBezTo>
                  <a:lnTo>
                    <a:pt x="50681" y="102"/>
                  </a:lnTo>
                  <a:cubicBezTo>
                    <a:pt x="54036" y="-509"/>
                    <a:pt x="57255" y="1692"/>
                    <a:pt x="57872" y="5020"/>
                  </a:cubicBezTo>
                  <a:cubicBezTo>
                    <a:pt x="57877" y="5048"/>
                    <a:pt x="57882" y="5076"/>
                    <a:pt x="57887" y="5104"/>
                  </a:cubicBezTo>
                  <a:cubicBezTo>
                    <a:pt x="58445" y="8485"/>
                    <a:pt x="56145" y="11678"/>
                    <a:pt x="52740" y="12250"/>
                  </a:cubicBezTo>
                  <a:lnTo>
                    <a:pt x="27829" y="16436"/>
                  </a:lnTo>
                  <a:cubicBezTo>
                    <a:pt x="19536" y="17879"/>
                    <a:pt x="13249" y="24658"/>
                    <a:pt x="12491" y="32974"/>
                  </a:cubicBezTo>
                  <a:lnTo>
                    <a:pt x="12491" y="93309"/>
                  </a:lnTo>
                  <a:lnTo>
                    <a:pt x="128810" y="93309"/>
                  </a:lnTo>
                  <a:lnTo>
                    <a:pt x="128810" y="32974"/>
                  </a:lnTo>
                  <a:cubicBezTo>
                    <a:pt x="127825" y="24823"/>
                    <a:pt x="121535" y="18294"/>
                    <a:pt x="113370" y="16946"/>
                  </a:cubicBezTo>
                  <a:lnTo>
                    <a:pt x="88356" y="12557"/>
                  </a:lnTo>
                  <a:cubicBezTo>
                    <a:pt x="84993" y="11992"/>
                    <a:pt x="82728" y="8831"/>
                    <a:pt x="83297" y="5495"/>
                  </a:cubicBezTo>
                  <a:cubicBezTo>
                    <a:pt x="83302" y="5467"/>
                    <a:pt x="83307" y="5439"/>
                    <a:pt x="83312" y="5410"/>
                  </a:cubicBezTo>
                  <a:cubicBezTo>
                    <a:pt x="83825" y="2123"/>
                    <a:pt x="86928" y="-129"/>
                    <a:pt x="90243" y="379"/>
                  </a:cubicBezTo>
                  <a:cubicBezTo>
                    <a:pt x="90300" y="388"/>
                    <a:pt x="90357" y="398"/>
                    <a:pt x="90415" y="408"/>
                  </a:cubicBezTo>
                  <a:lnTo>
                    <a:pt x="115325" y="4492"/>
                  </a:lnTo>
                  <a:cubicBezTo>
                    <a:pt x="129183" y="6699"/>
                    <a:pt x="139796" y="17896"/>
                    <a:pt x="141163" y="31749"/>
                  </a:cubicBezTo>
                  <a:lnTo>
                    <a:pt x="141163" y="99230"/>
                  </a:lnTo>
                  <a:cubicBezTo>
                    <a:pt x="141204" y="100888"/>
                    <a:pt x="140530" y="102485"/>
                    <a:pt x="139310" y="103620"/>
                  </a:cubicBezTo>
                  <a:cubicBezTo>
                    <a:pt x="138081" y="104734"/>
                    <a:pt x="136439" y="105289"/>
                    <a:pt x="134780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C1953A5E-3A84-C142-BA07-FE9972EA34E1}"/>
                </a:ext>
              </a:extLst>
            </p:cNvPr>
            <p:cNvSpPr/>
            <p:nvPr/>
          </p:nvSpPr>
          <p:spPr>
            <a:xfrm>
              <a:off x="4817415" y="2658903"/>
              <a:ext cx="50169" cy="32819"/>
            </a:xfrm>
            <a:custGeom>
              <a:avLst/>
              <a:gdLst>
                <a:gd name="connsiteX0" fmla="*/ 24669 w 50169"/>
                <a:gd name="connsiteY0" fmla="*/ 32809 h 32819"/>
                <a:gd name="connsiteX1" fmla="*/ 20036 w 50169"/>
                <a:gd name="connsiteY1" fmla="*/ 30665 h 32819"/>
                <a:gd name="connsiteX2" fmla="*/ 1817 w 50169"/>
                <a:gd name="connsiteY2" fmla="*/ 10248 h 32819"/>
                <a:gd name="connsiteX3" fmla="*/ 1801 w 50169"/>
                <a:gd name="connsiteY3" fmla="*/ 1585 h 32819"/>
                <a:gd name="connsiteX4" fmla="*/ 1817 w 50169"/>
                <a:gd name="connsiteY4" fmla="*/ 1570 h 32819"/>
                <a:gd name="connsiteX5" fmla="*/ 10669 w 50169"/>
                <a:gd name="connsiteY5" fmla="*/ 2080 h 32819"/>
                <a:gd name="connsiteX6" fmla="*/ 24360 w 50169"/>
                <a:gd name="connsiteY6" fmla="*/ 17598 h 32819"/>
                <a:gd name="connsiteX7" fmla="*/ 39491 w 50169"/>
                <a:gd name="connsiteY7" fmla="*/ 2183 h 32819"/>
                <a:gd name="connsiteX8" fmla="*/ 48225 w 50169"/>
                <a:gd name="connsiteY8" fmla="*/ 2065 h 32819"/>
                <a:gd name="connsiteX9" fmla="*/ 48344 w 50169"/>
                <a:gd name="connsiteY9" fmla="*/ 2183 h 32819"/>
                <a:gd name="connsiteX10" fmla="*/ 48344 w 50169"/>
                <a:gd name="connsiteY10" fmla="*/ 10962 h 32819"/>
                <a:gd name="connsiteX11" fmla="*/ 28889 w 50169"/>
                <a:gd name="connsiteY11" fmla="*/ 31380 h 32819"/>
                <a:gd name="connsiteX12" fmla="*/ 24669 w 50169"/>
                <a:gd name="connsiteY12" fmla="*/ 3280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69" h="32819">
                  <a:moveTo>
                    <a:pt x="24669" y="32809"/>
                  </a:moveTo>
                  <a:cubicBezTo>
                    <a:pt x="22891" y="32766"/>
                    <a:pt x="21212" y="31989"/>
                    <a:pt x="20036" y="30665"/>
                  </a:cubicBezTo>
                  <a:lnTo>
                    <a:pt x="1817" y="10248"/>
                  </a:lnTo>
                  <a:cubicBezTo>
                    <a:pt x="-600" y="7860"/>
                    <a:pt x="-606" y="3981"/>
                    <a:pt x="1801" y="1585"/>
                  </a:cubicBezTo>
                  <a:cubicBezTo>
                    <a:pt x="1806" y="1580"/>
                    <a:pt x="1811" y="1575"/>
                    <a:pt x="1817" y="1570"/>
                  </a:cubicBezTo>
                  <a:cubicBezTo>
                    <a:pt x="4405" y="-708"/>
                    <a:pt x="8364" y="-480"/>
                    <a:pt x="10669" y="2080"/>
                  </a:cubicBezTo>
                  <a:lnTo>
                    <a:pt x="24360" y="17598"/>
                  </a:lnTo>
                  <a:lnTo>
                    <a:pt x="39491" y="2183"/>
                  </a:lnTo>
                  <a:cubicBezTo>
                    <a:pt x="41870" y="-242"/>
                    <a:pt x="45781" y="-295"/>
                    <a:pt x="48225" y="2065"/>
                  </a:cubicBezTo>
                  <a:cubicBezTo>
                    <a:pt x="48265" y="2103"/>
                    <a:pt x="48305" y="2143"/>
                    <a:pt x="48344" y="2183"/>
                  </a:cubicBezTo>
                  <a:cubicBezTo>
                    <a:pt x="50778" y="4611"/>
                    <a:pt x="50778" y="8533"/>
                    <a:pt x="48344" y="10962"/>
                  </a:cubicBezTo>
                  <a:lnTo>
                    <a:pt x="28889" y="31380"/>
                  </a:lnTo>
                  <a:cubicBezTo>
                    <a:pt x="27727" y="32389"/>
                    <a:pt x="26210" y="32902"/>
                    <a:pt x="24669" y="32809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FAA9A4A2-C21A-5B40-9172-78741D3A9BB0}"/>
                </a:ext>
              </a:extLst>
            </p:cNvPr>
            <p:cNvSpPr/>
            <p:nvPr/>
          </p:nvSpPr>
          <p:spPr>
            <a:xfrm>
              <a:off x="5008896" y="2658348"/>
              <a:ext cx="50476" cy="30913"/>
            </a:xfrm>
            <a:custGeom>
              <a:avLst/>
              <a:gdLst>
                <a:gd name="connsiteX0" fmla="*/ 25062 w 50476"/>
                <a:gd name="connsiteY0" fmla="*/ 30914 h 30913"/>
                <a:gd name="connsiteX1" fmla="*/ 20738 w 50476"/>
                <a:gd name="connsiteY1" fmla="*/ 29178 h 30913"/>
                <a:gd name="connsiteX2" fmla="*/ 1901 w 50476"/>
                <a:gd name="connsiteY2" fmla="*/ 11007 h 30913"/>
                <a:gd name="connsiteX3" fmla="*/ 1747 w 50476"/>
                <a:gd name="connsiteY3" fmla="*/ 2278 h 30913"/>
                <a:gd name="connsiteX4" fmla="*/ 10548 w 50476"/>
                <a:gd name="connsiteY4" fmla="*/ 2125 h 30913"/>
                <a:gd name="connsiteX5" fmla="*/ 25062 w 50476"/>
                <a:gd name="connsiteY5" fmla="*/ 16111 h 30913"/>
                <a:gd name="connsiteX6" fmla="*/ 39473 w 50476"/>
                <a:gd name="connsiteY6" fmla="*/ 2125 h 30913"/>
                <a:gd name="connsiteX7" fmla="*/ 48333 w 50476"/>
                <a:gd name="connsiteY7" fmla="*/ 1542 h 30913"/>
                <a:gd name="connsiteX8" fmla="*/ 48921 w 50476"/>
                <a:gd name="connsiteY8" fmla="*/ 10330 h 30913"/>
                <a:gd name="connsiteX9" fmla="*/ 48223 w 50476"/>
                <a:gd name="connsiteY9" fmla="*/ 11007 h 30913"/>
                <a:gd name="connsiteX10" fmla="*/ 29385 w 50476"/>
                <a:gd name="connsiteY10" fmla="*/ 29178 h 30913"/>
                <a:gd name="connsiteX11" fmla="*/ 25062 w 50476"/>
                <a:gd name="connsiteY11" fmla="*/ 30914 h 3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76" h="30913">
                  <a:moveTo>
                    <a:pt x="25062" y="30914"/>
                  </a:moveTo>
                  <a:cubicBezTo>
                    <a:pt x="23449" y="30907"/>
                    <a:pt x="21901" y="30286"/>
                    <a:pt x="20738" y="29178"/>
                  </a:cubicBezTo>
                  <a:lnTo>
                    <a:pt x="1901" y="11007"/>
                  </a:lnTo>
                  <a:cubicBezTo>
                    <a:pt x="-572" y="8639"/>
                    <a:pt x="-641" y="4731"/>
                    <a:pt x="1747" y="2278"/>
                  </a:cubicBezTo>
                  <a:cubicBezTo>
                    <a:pt x="4134" y="-174"/>
                    <a:pt x="8075" y="-243"/>
                    <a:pt x="10548" y="2125"/>
                  </a:cubicBezTo>
                  <a:lnTo>
                    <a:pt x="25062" y="16111"/>
                  </a:lnTo>
                  <a:lnTo>
                    <a:pt x="39473" y="2125"/>
                  </a:lnTo>
                  <a:cubicBezTo>
                    <a:pt x="41757" y="-462"/>
                    <a:pt x="45724" y="-723"/>
                    <a:pt x="48333" y="1542"/>
                  </a:cubicBezTo>
                  <a:cubicBezTo>
                    <a:pt x="50943" y="3808"/>
                    <a:pt x="51206" y="7742"/>
                    <a:pt x="48921" y="10330"/>
                  </a:cubicBezTo>
                  <a:cubicBezTo>
                    <a:pt x="48706" y="10573"/>
                    <a:pt x="48473" y="10799"/>
                    <a:pt x="48223" y="11007"/>
                  </a:cubicBezTo>
                  <a:lnTo>
                    <a:pt x="29385" y="29178"/>
                  </a:lnTo>
                  <a:cubicBezTo>
                    <a:pt x="28211" y="30269"/>
                    <a:pt x="26670" y="30887"/>
                    <a:pt x="25062" y="3091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4E0AB7EF-3FF8-A341-96A6-CA6C091E2CA8}"/>
                </a:ext>
              </a:extLst>
            </p:cNvPr>
            <p:cNvSpPr/>
            <p:nvPr/>
          </p:nvSpPr>
          <p:spPr>
            <a:xfrm>
              <a:off x="4747299" y="2751485"/>
              <a:ext cx="390337" cy="12455"/>
            </a:xfrm>
            <a:custGeom>
              <a:avLst/>
              <a:gdLst>
                <a:gd name="connsiteX0" fmla="*/ 384860 w 390337"/>
                <a:gd name="connsiteY0" fmla="*/ 12404 h 12455"/>
                <a:gd name="connsiteX1" fmla="*/ 7082 w 390337"/>
                <a:gd name="connsiteY1" fmla="*/ 12404 h 12455"/>
                <a:gd name="connsiteX2" fmla="*/ 52 w 390337"/>
                <a:gd name="connsiteY2" fmla="*/ 7023 h 12455"/>
                <a:gd name="connsiteX3" fmla="*/ 5478 w 390337"/>
                <a:gd name="connsiteY3" fmla="*/ 51 h 12455"/>
                <a:gd name="connsiteX4" fmla="*/ 7082 w 390337"/>
                <a:gd name="connsiteY4" fmla="*/ 51 h 12455"/>
                <a:gd name="connsiteX5" fmla="*/ 384860 w 390337"/>
                <a:gd name="connsiteY5" fmla="*/ 51 h 12455"/>
                <a:gd name="connsiteX6" fmla="*/ 390286 w 390337"/>
                <a:gd name="connsiteY6" fmla="*/ 7023 h 12455"/>
                <a:gd name="connsiteX7" fmla="*/ 384860 w 390337"/>
                <a:gd name="connsiteY7" fmla="*/ 12404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337" h="12455">
                  <a:moveTo>
                    <a:pt x="384860" y="12404"/>
                  </a:moveTo>
                  <a:lnTo>
                    <a:pt x="7082" y="12404"/>
                  </a:lnTo>
                  <a:cubicBezTo>
                    <a:pt x="3643" y="12843"/>
                    <a:pt x="495" y="10434"/>
                    <a:pt x="52" y="7023"/>
                  </a:cubicBezTo>
                  <a:cubicBezTo>
                    <a:pt x="-391" y="3612"/>
                    <a:pt x="2038" y="490"/>
                    <a:pt x="5478" y="51"/>
                  </a:cubicBezTo>
                  <a:cubicBezTo>
                    <a:pt x="6010" y="-17"/>
                    <a:pt x="6549" y="-17"/>
                    <a:pt x="7082" y="51"/>
                  </a:cubicBezTo>
                  <a:lnTo>
                    <a:pt x="384860" y="51"/>
                  </a:lnTo>
                  <a:cubicBezTo>
                    <a:pt x="388300" y="491"/>
                    <a:pt x="390729" y="3612"/>
                    <a:pt x="390286" y="7023"/>
                  </a:cubicBezTo>
                  <a:cubicBezTo>
                    <a:pt x="389921" y="9831"/>
                    <a:pt x="387692" y="12042"/>
                    <a:pt x="384860" y="1240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2320D3DE-5A3B-D24A-9E12-708C8447C4EC}"/>
                </a:ext>
              </a:extLst>
            </p:cNvPr>
            <p:cNvSpPr/>
            <p:nvPr/>
          </p:nvSpPr>
          <p:spPr>
            <a:xfrm>
              <a:off x="4806776" y="2577884"/>
              <a:ext cx="71849" cy="71257"/>
            </a:xfrm>
            <a:custGeom>
              <a:avLst/>
              <a:gdLst>
                <a:gd name="connsiteX0" fmla="*/ 35925 w 71849"/>
                <a:gd name="connsiteY0" fmla="*/ 71258 h 71257"/>
                <a:gd name="connsiteX1" fmla="*/ 0 w 71849"/>
                <a:gd name="connsiteY1" fmla="*/ 35629 h 71257"/>
                <a:gd name="connsiteX2" fmla="*/ 35925 w 71849"/>
                <a:gd name="connsiteY2" fmla="*/ 0 h 71257"/>
                <a:gd name="connsiteX3" fmla="*/ 71850 w 71849"/>
                <a:gd name="connsiteY3" fmla="*/ 35629 h 71257"/>
                <a:gd name="connsiteX4" fmla="*/ 35925 w 71849"/>
                <a:gd name="connsiteY4" fmla="*/ 71258 h 71257"/>
                <a:gd name="connsiteX5" fmla="*/ 35925 w 71849"/>
                <a:gd name="connsiteY5" fmla="*/ 12353 h 71257"/>
                <a:gd name="connsiteX6" fmla="*/ 12455 w 71849"/>
                <a:gd name="connsiteY6" fmla="*/ 35629 h 71257"/>
                <a:gd name="connsiteX7" fmla="*/ 35925 w 71849"/>
                <a:gd name="connsiteY7" fmla="*/ 58905 h 71257"/>
                <a:gd name="connsiteX8" fmla="*/ 59395 w 71849"/>
                <a:gd name="connsiteY8" fmla="*/ 35629 h 71257"/>
                <a:gd name="connsiteX9" fmla="*/ 35925 w 71849"/>
                <a:gd name="connsiteY9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9" h="71257">
                  <a:moveTo>
                    <a:pt x="35925" y="71258"/>
                  </a:moveTo>
                  <a:cubicBezTo>
                    <a:pt x="16084" y="71258"/>
                    <a:pt x="0" y="55306"/>
                    <a:pt x="0" y="35629"/>
                  </a:cubicBezTo>
                  <a:cubicBezTo>
                    <a:pt x="0" y="15952"/>
                    <a:pt x="16084" y="0"/>
                    <a:pt x="35925" y="0"/>
                  </a:cubicBezTo>
                  <a:cubicBezTo>
                    <a:pt x="55766" y="0"/>
                    <a:pt x="71850" y="15952"/>
                    <a:pt x="71850" y="35629"/>
                  </a:cubicBezTo>
                  <a:cubicBezTo>
                    <a:pt x="71793" y="55283"/>
                    <a:pt x="55742" y="71202"/>
                    <a:pt x="35925" y="71258"/>
                  </a:cubicBezTo>
                  <a:close/>
                  <a:moveTo>
                    <a:pt x="35925" y="12353"/>
                  </a:moveTo>
                  <a:cubicBezTo>
                    <a:pt x="22963" y="12353"/>
                    <a:pt x="12455" y="22774"/>
                    <a:pt x="12455" y="35629"/>
                  </a:cubicBezTo>
                  <a:cubicBezTo>
                    <a:pt x="12455" y="48484"/>
                    <a:pt x="22963" y="58905"/>
                    <a:pt x="35925" y="58905"/>
                  </a:cubicBezTo>
                  <a:cubicBezTo>
                    <a:pt x="48887" y="58905"/>
                    <a:pt x="59395" y="48484"/>
                    <a:pt x="59395" y="35629"/>
                  </a:cubicBezTo>
                  <a:cubicBezTo>
                    <a:pt x="59395" y="22774"/>
                    <a:pt x="48887" y="12353"/>
                    <a:pt x="35925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E37B81A-EE32-944B-9A7B-6714EC4D32BE}"/>
                </a:ext>
              </a:extLst>
            </p:cNvPr>
            <p:cNvSpPr/>
            <p:nvPr/>
          </p:nvSpPr>
          <p:spPr>
            <a:xfrm>
              <a:off x="4997930" y="2577884"/>
              <a:ext cx="71849" cy="71257"/>
            </a:xfrm>
            <a:custGeom>
              <a:avLst/>
              <a:gdLst>
                <a:gd name="connsiteX0" fmla="*/ 36028 w 71849"/>
                <a:gd name="connsiteY0" fmla="*/ 71258 h 71257"/>
                <a:gd name="connsiteX1" fmla="*/ 0 w 71849"/>
                <a:gd name="connsiteY1" fmla="*/ 35731 h 71257"/>
                <a:gd name="connsiteX2" fmla="*/ 35822 w 71849"/>
                <a:gd name="connsiteY2" fmla="*/ 0 h 71257"/>
                <a:gd name="connsiteX3" fmla="*/ 71850 w 71849"/>
                <a:gd name="connsiteY3" fmla="*/ 35527 h 71257"/>
                <a:gd name="connsiteX4" fmla="*/ 71850 w 71849"/>
                <a:gd name="connsiteY4" fmla="*/ 35629 h 71257"/>
                <a:gd name="connsiteX5" fmla="*/ 36028 w 71849"/>
                <a:gd name="connsiteY5" fmla="*/ 71258 h 71257"/>
                <a:gd name="connsiteX6" fmla="*/ 36028 w 71849"/>
                <a:gd name="connsiteY6" fmla="*/ 12353 h 71257"/>
                <a:gd name="connsiteX7" fmla="*/ 12049 w 71849"/>
                <a:gd name="connsiteY7" fmla="*/ 35113 h 71257"/>
                <a:gd name="connsiteX8" fmla="*/ 34999 w 71849"/>
                <a:gd name="connsiteY8" fmla="*/ 58894 h 71257"/>
                <a:gd name="connsiteX9" fmla="*/ 58977 w 71849"/>
                <a:gd name="connsiteY9" fmla="*/ 36134 h 71257"/>
                <a:gd name="connsiteX10" fmla="*/ 58983 w 71849"/>
                <a:gd name="connsiteY10" fmla="*/ 35629 h 71257"/>
                <a:gd name="connsiteX11" fmla="*/ 36028 w 71849"/>
                <a:gd name="connsiteY11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49" h="71257">
                  <a:moveTo>
                    <a:pt x="36028" y="71258"/>
                  </a:moveTo>
                  <a:cubicBezTo>
                    <a:pt x="16187" y="71314"/>
                    <a:pt x="57" y="55408"/>
                    <a:pt x="0" y="35731"/>
                  </a:cubicBezTo>
                  <a:cubicBezTo>
                    <a:pt x="-57" y="16054"/>
                    <a:pt x="15981" y="57"/>
                    <a:pt x="35822" y="0"/>
                  </a:cubicBezTo>
                  <a:cubicBezTo>
                    <a:pt x="55663" y="-56"/>
                    <a:pt x="71793" y="15850"/>
                    <a:pt x="71850" y="35527"/>
                  </a:cubicBezTo>
                  <a:cubicBezTo>
                    <a:pt x="71850" y="35561"/>
                    <a:pt x="71850" y="35595"/>
                    <a:pt x="71850" y="35629"/>
                  </a:cubicBezTo>
                  <a:cubicBezTo>
                    <a:pt x="71850" y="55266"/>
                    <a:pt x="55828" y="71201"/>
                    <a:pt x="36028" y="71258"/>
                  </a:cubicBezTo>
                  <a:close/>
                  <a:moveTo>
                    <a:pt x="36028" y="12353"/>
                  </a:moveTo>
                  <a:cubicBezTo>
                    <a:pt x="23069" y="12071"/>
                    <a:pt x="12333" y="22261"/>
                    <a:pt x="12049" y="35113"/>
                  </a:cubicBezTo>
                  <a:cubicBezTo>
                    <a:pt x="11765" y="47965"/>
                    <a:pt x="22040" y="58612"/>
                    <a:pt x="34999" y="58894"/>
                  </a:cubicBezTo>
                  <a:cubicBezTo>
                    <a:pt x="47957" y="59176"/>
                    <a:pt x="58693" y="48986"/>
                    <a:pt x="58977" y="36134"/>
                  </a:cubicBezTo>
                  <a:cubicBezTo>
                    <a:pt x="58981" y="35965"/>
                    <a:pt x="58983" y="35797"/>
                    <a:pt x="58983" y="35629"/>
                  </a:cubicBezTo>
                  <a:cubicBezTo>
                    <a:pt x="58986" y="22970"/>
                    <a:pt x="48788" y="12630"/>
                    <a:pt x="36028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9636834-A929-E44D-BC63-67A09220D8A8}"/>
                </a:ext>
              </a:extLst>
            </p:cNvPr>
            <p:cNvSpPr/>
            <p:nvPr/>
          </p:nvSpPr>
          <p:spPr>
            <a:xfrm>
              <a:off x="4872759" y="2524900"/>
              <a:ext cx="99540" cy="70543"/>
            </a:xfrm>
            <a:custGeom>
              <a:avLst/>
              <a:gdLst>
                <a:gd name="connsiteX0" fmla="*/ 16470 w 99540"/>
                <a:gd name="connsiteY0" fmla="*/ 70543 h 70543"/>
                <a:gd name="connsiteX1" fmla="*/ 13691 w 99540"/>
                <a:gd name="connsiteY1" fmla="*/ 69931 h 70543"/>
                <a:gd name="connsiteX2" fmla="*/ 10294 w 99540"/>
                <a:gd name="connsiteY2" fmla="*/ 64724 h 70543"/>
                <a:gd name="connsiteX3" fmla="*/ 10294 w 99540"/>
                <a:gd name="connsiteY3" fmla="*/ 48492 h 70543"/>
                <a:gd name="connsiteX4" fmla="*/ 0 w 99540"/>
                <a:gd name="connsiteY4" fmla="*/ 33485 h 70543"/>
                <a:gd name="connsiteX5" fmla="*/ 0 w 99540"/>
                <a:gd name="connsiteY5" fmla="*/ 16232 h 70543"/>
                <a:gd name="connsiteX6" fmla="*/ 16367 w 99540"/>
                <a:gd name="connsiteY6" fmla="*/ 0 h 70543"/>
                <a:gd name="connsiteX7" fmla="*/ 83276 w 99540"/>
                <a:gd name="connsiteY7" fmla="*/ 0 h 70543"/>
                <a:gd name="connsiteX8" fmla="*/ 99540 w 99540"/>
                <a:gd name="connsiteY8" fmla="*/ 16232 h 70543"/>
                <a:gd name="connsiteX9" fmla="*/ 99540 w 99540"/>
                <a:gd name="connsiteY9" fmla="*/ 33485 h 70543"/>
                <a:gd name="connsiteX10" fmla="*/ 83276 w 99540"/>
                <a:gd name="connsiteY10" fmla="*/ 49615 h 70543"/>
                <a:gd name="connsiteX11" fmla="*/ 45704 w 99540"/>
                <a:gd name="connsiteY11" fmla="*/ 49615 h 70543"/>
                <a:gd name="connsiteX12" fmla="*/ 20279 w 99540"/>
                <a:gd name="connsiteY12" fmla="*/ 69216 h 70543"/>
                <a:gd name="connsiteX13" fmla="*/ 16470 w 99540"/>
                <a:gd name="connsiteY13" fmla="*/ 70543 h 70543"/>
                <a:gd name="connsiteX14" fmla="*/ 16470 w 99540"/>
                <a:gd name="connsiteY14" fmla="*/ 12353 h 70543"/>
                <a:gd name="connsiteX15" fmla="*/ 12660 w 99540"/>
                <a:gd name="connsiteY15" fmla="*/ 16129 h 70543"/>
                <a:gd name="connsiteX16" fmla="*/ 12661 w 99540"/>
                <a:gd name="connsiteY16" fmla="*/ 16232 h 70543"/>
                <a:gd name="connsiteX17" fmla="*/ 12661 w 99540"/>
                <a:gd name="connsiteY17" fmla="*/ 33485 h 70543"/>
                <a:gd name="connsiteX18" fmla="*/ 16470 w 99540"/>
                <a:gd name="connsiteY18" fmla="*/ 37262 h 70543"/>
                <a:gd name="connsiteX19" fmla="*/ 23161 w 99540"/>
                <a:gd name="connsiteY19" fmla="*/ 43490 h 70543"/>
                <a:gd name="connsiteX20" fmla="*/ 23161 w 99540"/>
                <a:gd name="connsiteY20" fmla="*/ 51657 h 70543"/>
                <a:gd name="connsiteX21" fmla="*/ 40043 w 99540"/>
                <a:gd name="connsiteY21" fmla="*/ 38589 h 70543"/>
                <a:gd name="connsiteX22" fmla="*/ 43851 w 99540"/>
                <a:gd name="connsiteY22" fmla="*/ 37262 h 70543"/>
                <a:gd name="connsiteX23" fmla="*/ 83276 w 99540"/>
                <a:gd name="connsiteY23" fmla="*/ 37262 h 70543"/>
                <a:gd name="connsiteX24" fmla="*/ 87085 w 99540"/>
                <a:gd name="connsiteY24" fmla="*/ 33485 h 70543"/>
                <a:gd name="connsiteX25" fmla="*/ 87085 w 99540"/>
                <a:gd name="connsiteY25" fmla="*/ 16232 h 70543"/>
                <a:gd name="connsiteX26" fmla="*/ 83276 w 99540"/>
                <a:gd name="connsiteY26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9540" h="70543">
                  <a:moveTo>
                    <a:pt x="16470" y="70543"/>
                  </a:moveTo>
                  <a:cubicBezTo>
                    <a:pt x="15510" y="70536"/>
                    <a:pt x="14563" y="70327"/>
                    <a:pt x="13691" y="69931"/>
                  </a:cubicBezTo>
                  <a:cubicBezTo>
                    <a:pt x="11734" y="68887"/>
                    <a:pt x="10452" y="66922"/>
                    <a:pt x="10294" y="64724"/>
                  </a:cubicBezTo>
                  <a:lnTo>
                    <a:pt x="10294" y="48492"/>
                  </a:lnTo>
                  <a:cubicBezTo>
                    <a:pt x="4062" y="46084"/>
                    <a:pt x="-30" y="40118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276" y="0"/>
                  </a:lnTo>
                  <a:cubicBezTo>
                    <a:pt x="92275" y="56"/>
                    <a:pt x="99540" y="7307"/>
                    <a:pt x="99540" y="16232"/>
                  </a:cubicBezTo>
                  <a:lnTo>
                    <a:pt x="99540" y="33485"/>
                  </a:lnTo>
                  <a:cubicBezTo>
                    <a:pt x="99540" y="42393"/>
                    <a:pt x="92258" y="49615"/>
                    <a:pt x="83276" y="49615"/>
                  </a:cubicBezTo>
                  <a:lnTo>
                    <a:pt x="45704" y="49615"/>
                  </a:lnTo>
                  <a:lnTo>
                    <a:pt x="20279" y="69216"/>
                  </a:lnTo>
                  <a:cubicBezTo>
                    <a:pt x="19180" y="70043"/>
                    <a:pt x="17848" y="70507"/>
                    <a:pt x="16470" y="70543"/>
                  </a:cubicBezTo>
                  <a:close/>
                  <a:moveTo>
                    <a:pt x="16470" y="12353"/>
                  </a:moveTo>
                  <a:cubicBezTo>
                    <a:pt x="14367" y="12352"/>
                    <a:pt x="12661" y="14042"/>
                    <a:pt x="12660" y="16129"/>
                  </a:cubicBezTo>
                  <a:cubicBezTo>
                    <a:pt x="12660" y="16163"/>
                    <a:pt x="12660" y="16198"/>
                    <a:pt x="12661" y="16232"/>
                  </a:cubicBezTo>
                  <a:lnTo>
                    <a:pt x="12661" y="33485"/>
                  </a:lnTo>
                  <a:cubicBezTo>
                    <a:pt x="12661" y="35571"/>
                    <a:pt x="14367" y="37262"/>
                    <a:pt x="16470" y="37262"/>
                  </a:cubicBezTo>
                  <a:cubicBezTo>
                    <a:pt x="20031" y="37203"/>
                    <a:pt x="22995" y="39961"/>
                    <a:pt x="23161" y="43490"/>
                  </a:cubicBezTo>
                  <a:lnTo>
                    <a:pt x="23161" y="51657"/>
                  </a:lnTo>
                  <a:lnTo>
                    <a:pt x="40043" y="38589"/>
                  </a:lnTo>
                  <a:cubicBezTo>
                    <a:pt x="41122" y="37729"/>
                    <a:pt x="42466" y="37261"/>
                    <a:pt x="43851" y="37262"/>
                  </a:cubicBezTo>
                  <a:lnTo>
                    <a:pt x="83276" y="37262"/>
                  </a:lnTo>
                  <a:cubicBezTo>
                    <a:pt x="85357" y="37209"/>
                    <a:pt x="87031" y="35549"/>
                    <a:pt x="87085" y="33485"/>
                  </a:cubicBezTo>
                  <a:lnTo>
                    <a:pt x="87085" y="16232"/>
                  </a:lnTo>
                  <a:cubicBezTo>
                    <a:pt x="87085" y="14129"/>
                    <a:pt x="85396" y="12408"/>
                    <a:pt x="83276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F8A8B65-7086-6344-B02C-7B231E3DBD36}"/>
                </a:ext>
              </a:extLst>
            </p:cNvPr>
            <p:cNvSpPr/>
            <p:nvPr/>
          </p:nvSpPr>
          <p:spPr>
            <a:xfrm>
              <a:off x="4901684" y="254572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C66DD2F0-08D9-3946-BB41-0B805D229022}"/>
                </a:ext>
              </a:extLst>
            </p:cNvPr>
            <p:cNvSpPr/>
            <p:nvPr/>
          </p:nvSpPr>
          <p:spPr>
            <a:xfrm>
              <a:off x="4917331" y="254572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1713F27-3689-7C47-9652-115B5924C9D6}"/>
                </a:ext>
              </a:extLst>
            </p:cNvPr>
            <p:cNvSpPr/>
            <p:nvPr/>
          </p:nvSpPr>
          <p:spPr>
            <a:xfrm>
              <a:off x="4933390" y="2545725"/>
              <a:ext cx="10293" cy="10208"/>
            </a:xfrm>
            <a:custGeom>
              <a:avLst/>
              <a:gdLst>
                <a:gd name="connsiteX0" fmla="*/ 10293 w 10293"/>
                <a:gd name="connsiteY0" fmla="*/ 5003 h 10208"/>
                <a:gd name="connsiteX1" fmla="*/ 5249 w 10293"/>
                <a:gd name="connsiteY1" fmla="*/ 10208 h 10208"/>
                <a:gd name="connsiteX2" fmla="*/ 1 w 10293"/>
                <a:gd name="connsiteY2" fmla="*/ 5206 h 10208"/>
                <a:gd name="connsiteX3" fmla="*/ 5045 w 10293"/>
                <a:gd name="connsiteY3" fmla="*/ 1 h 10208"/>
                <a:gd name="connsiteX4" fmla="*/ 5249 w 10293"/>
                <a:gd name="connsiteY4" fmla="*/ 1 h 10208"/>
                <a:gd name="connsiteX5" fmla="*/ 10293 w 10293"/>
                <a:gd name="connsiteY5" fmla="*/ 5003 h 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3" h="10208">
                  <a:moveTo>
                    <a:pt x="10293" y="5003"/>
                  </a:moveTo>
                  <a:cubicBezTo>
                    <a:pt x="10349" y="7822"/>
                    <a:pt x="8091" y="10152"/>
                    <a:pt x="5249" y="10208"/>
                  </a:cubicBezTo>
                  <a:cubicBezTo>
                    <a:pt x="2407" y="10264"/>
                    <a:pt x="57" y="8024"/>
                    <a:pt x="1" y="5206"/>
                  </a:cubicBezTo>
                  <a:cubicBezTo>
                    <a:pt x="-55" y="2387"/>
                    <a:pt x="2203" y="57"/>
                    <a:pt x="5045" y="1"/>
                  </a:cubicBezTo>
                  <a:cubicBezTo>
                    <a:pt x="5113" y="0"/>
                    <a:pt x="5181" y="0"/>
                    <a:pt x="5249" y="1"/>
                  </a:cubicBezTo>
                  <a:cubicBezTo>
                    <a:pt x="8034" y="1"/>
                    <a:pt x="10293" y="2241"/>
                    <a:pt x="10293" y="500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0962AC9-4701-E74D-AD50-36B9E626FA2A}"/>
                </a:ext>
              </a:extLst>
            </p:cNvPr>
            <p:cNvSpPr/>
            <p:nvPr/>
          </p:nvSpPr>
          <p:spPr>
            <a:xfrm>
              <a:off x="4984034" y="2497745"/>
              <a:ext cx="99539" cy="70543"/>
            </a:xfrm>
            <a:custGeom>
              <a:avLst/>
              <a:gdLst>
                <a:gd name="connsiteX0" fmla="*/ 83173 w 99539"/>
                <a:gd name="connsiteY0" fmla="*/ 70543 h 70543"/>
                <a:gd name="connsiteX1" fmla="*/ 79364 w 99539"/>
                <a:gd name="connsiteY1" fmla="*/ 69216 h 70543"/>
                <a:gd name="connsiteX2" fmla="*/ 53836 w 99539"/>
                <a:gd name="connsiteY2" fmla="*/ 49717 h 70543"/>
                <a:gd name="connsiteX3" fmla="*/ 16367 w 99539"/>
                <a:gd name="connsiteY3" fmla="*/ 49717 h 70543"/>
                <a:gd name="connsiteX4" fmla="*/ 0 w 99539"/>
                <a:gd name="connsiteY4" fmla="*/ 33485 h 70543"/>
                <a:gd name="connsiteX5" fmla="*/ 0 w 99539"/>
                <a:gd name="connsiteY5" fmla="*/ 16232 h 70543"/>
                <a:gd name="connsiteX6" fmla="*/ 16367 w 99539"/>
                <a:gd name="connsiteY6" fmla="*/ 0 h 70543"/>
                <a:gd name="connsiteX7" fmla="*/ 83173 w 99539"/>
                <a:gd name="connsiteY7" fmla="*/ 0 h 70543"/>
                <a:gd name="connsiteX8" fmla="*/ 99540 w 99539"/>
                <a:gd name="connsiteY8" fmla="*/ 16232 h 70543"/>
                <a:gd name="connsiteX9" fmla="*/ 99540 w 99539"/>
                <a:gd name="connsiteY9" fmla="*/ 33485 h 70543"/>
                <a:gd name="connsiteX10" fmla="*/ 89246 w 99539"/>
                <a:gd name="connsiteY10" fmla="*/ 48594 h 70543"/>
                <a:gd name="connsiteX11" fmla="*/ 89246 w 99539"/>
                <a:gd name="connsiteY11" fmla="*/ 64316 h 70543"/>
                <a:gd name="connsiteX12" fmla="*/ 85746 w 99539"/>
                <a:gd name="connsiteY12" fmla="*/ 69931 h 70543"/>
                <a:gd name="connsiteX13" fmla="*/ 83173 w 99539"/>
                <a:gd name="connsiteY13" fmla="*/ 70543 h 70543"/>
                <a:gd name="connsiteX14" fmla="*/ 16470 w 99539"/>
                <a:gd name="connsiteY14" fmla="*/ 12353 h 70543"/>
                <a:gd name="connsiteX15" fmla="*/ 12558 w 99539"/>
                <a:gd name="connsiteY15" fmla="*/ 16232 h 70543"/>
                <a:gd name="connsiteX16" fmla="*/ 12558 w 99539"/>
                <a:gd name="connsiteY16" fmla="*/ 33485 h 70543"/>
                <a:gd name="connsiteX17" fmla="*/ 16470 w 99539"/>
                <a:gd name="connsiteY17" fmla="*/ 37364 h 70543"/>
                <a:gd name="connsiteX18" fmla="*/ 56101 w 99539"/>
                <a:gd name="connsiteY18" fmla="*/ 37364 h 70543"/>
                <a:gd name="connsiteX19" fmla="*/ 59909 w 99539"/>
                <a:gd name="connsiteY19" fmla="*/ 38589 h 70543"/>
                <a:gd name="connsiteX20" fmla="*/ 76894 w 99539"/>
                <a:gd name="connsiteY20" fmla="*/ 51759 h 70543"/>
                <a:gd name="connsiteX21" fmla="*/ 76894 w 99539"/>
                <a:gd name="connsiteY21" fmla="*/ 43490 h 70543"/>
                <a:gd name="connsiteX22" fmla="*/ 83069 w 99539"/>
                <a:gd name="connsiteY22" fmla="*/ 37364 h 70543"/>
                <a:gd name="connsiteX23" fmla="*/ 83173 w 99539"/>
                <a:gd name="connsiteY23" fmla="*/ 37364 h 70543"/>
                <a:gd name="connsiteX24" fmla="*/ 87485 w 99539"/>
                <a:gd name="connsiteY24" fmla="*/ 33702 h 70543"/>
                <a:gd name="connsiteX25" fmla="*/ 87496 w 99539"/>
                <a:gd name="connsiteY25" fmla="*/ 33485 h 70543"/>
                <a:gd name="connsiteX26" fmla="*/ 87496 w 99539"/>
                <a:gd name="connsiteY26" fmla="*/ 16232 h 70543"/>
                <a:gd name="connsiteX27" fmla="*/ 83607 w 99539"/>
                <a:gd name="connsiteY27" fmla="*/ 12331 h 70543"/>
                <a:gd name="connsiteX28" fmla="*/ 83173 w 99539"/>
                <a:gd name="connsiteY28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539" h="70543">
                  <a:moveTo>
                    <a:pt x="83173" y="70543"/>
                  </a:moveTo>
                  <a:cubicBezTo>
                    <a:pt x="81787" y="70553"/>
                    <a:pt x="80440" y="70084"/>
                    <a:pt x="79364" y="69216"/>
                  </a:cubicBezTo>
                  <a:lnTo>
                    <a:pt x="53836" y="49717"/>
                  </a:lnTo>
                  <a:lnTo>
                    <a:pt x="16367" y="49717"/>
                  </a:lnTo>
                  <a:cubicBezTo>
                    <a:pt x="7328" y="49717"/>
                    <a:pt x="0" y="42450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173" y="0"/>
                  </a:lnTo>
                  <a:cubicBezTo>
                    <a:pt x="92212" y="0"/>
                    <a:pt x="99540" y="7267"/>
                    <a:pt x="99540" y="16232"/>
                  </a:cubicBezTo>
                  <a:lnTo>
                    <a:pt x="99540" y="33485"/>
                  </a:lnTo>
                  <a:cubicBezTo>
                    <a:pt x="99526" y="40129"/>
                    <a:pt x="95456" y="46103"/>
                    <a:pt x="89246" y="48594"/>
                  </a:cubicBezTo>
                  <a:lnTo>
                    <a:pt x="89246" y="64316"/>
                  </a:lnTo>
                  <a:cubicBezTo>
                    <a:pt x="89234" y="66690"/>
                    <a:pt x="87883" y="68858"/>
                    <a:pt x="85746" y="69931"/>
                  </a:cubicBezTo>
                  <a:cubicBezTo>
                    <a:pt x="84937" y="70300"/>
                    <a:pt x="84063" y="70508"/>
                    <a:pt x="83173" y="70543"/>
                  </a:cubicBezTo>
                  <a:close/>
                  <a:moveTo>
                    <a:pt x="16470" y="12353"/>
                  </a:moveTo>
                  <a:cubicBezTo>
                    <a:pt x="14310" y="12353"/>
                    <a:pt x="12558" y="14090"/>
                    <a:pt x="12558" y="16232"/>
                  </a:cubicBezTo>
                  <a:lnTo>
                    <a:pt x="12558" y="33485"/>
                  </a:lnTo>
                  <a:cubicBezTo>
                    <a:pt x="12558" y="35628"/>
                    <a:pt x="14310" y="37364"/>
                    <a:pt x="16470" y="37364"/>
                  </a:cubicBezTo>
                  <a:lnTo>
                    <a:pt x="56101" y="37364"/>
                  </a:lnTo>
                  <a:cubicBezTo>
                    <a:pt x="57473" y="37334"/>
                    <a:pt x="58816" y="37766"/>
                    <a:pt x="59909" y="38589"/>
                  </a:cubicBezTo>
                  <a:lnTo>
                    <a:pt x="76894" y="51759"/>
                  </a:lnTo>
                  <a:lnTo>
                    <a:pt x="76894" y="43490"/>
                  </a:lnTo>
                  <a:cubicBezTo>
                    <a:pt x="76893" y="40107"/>
                    <a:pt x="79658" y="37364"/>
                    <a:pt x="83069" y="37364"/>
                  </a:cubicBezTo>
                  <a:cubicBezTo>
                    <a:pt x="83104" y="37364"/>
                    <a:pt x="83138" y="37364"/>
                    <a:pt x="83173" y="37364"/>
                  </a:cubicBezTo>
                  <a:cubicBezTo>
                    <a:pt x="85384" y="37534"/>
                    <a:pt x="87314" y="35894"/>
                    <a:pt x="87485" y="33702"/>
                  </a:cubicBezTo>
                  <a:cubicBezTo>
                    <a:pt x="87491" y="33630"/>
                    <a:pt x="87495" y="33557"/>
                    <a:pt x="87496" y="33485"/>
                  </a:cubicBezTo>
                  <a:lnTo>
                    <a:pt x="87496" y="16232"/>
                  </a:lnTo>
                  <a:cubicBezTo>
                    <a:pt x="87508" y="14090"/>
                    <a:pt x="85767" y="12343"/>
                    <a:pt x="83607" y="12331"/>
                  </a:cubicBezTo>
                  <a:cubicBezTo>
                    <a:pt x="83462" y="12330"/>
                    <a:pt x="83317" y="12338"/>
                    <a:pt x="83173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9421183A-829D-7A48-86A2-885B3FF650C0}"/>
                </a:ext>
              </a:extLst>
            </p:cNvPr>
            <p:cNvSpPr/>
            <p:nvPr/>
          </p:nvSpPr>
          <p:spPr>
            <a:xfrm>
              <a:off x="5044561" y="251857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DB1B67E0-58FC-1042-ADA3-D1028477E55E}"/>
                </a:ext>
              </a:extLst>
            </p:cNvPr>
            <p:cNvSpPr/>
            <p:nvPr/>
          </p:nvSpPr>
          <p:spPr>
            <a:xfrm>
              <a:off x="5028897" y="2518162"/>
              <a:ext cx="10088" cy="10004"/>
            </a:xfrm>
            <a:custGeom>
              <a:avLst/>
              <a:gdLst>
                <a:gd name="connsiteX0" fmla="*/ 17 w 10088"/>
                <a:gd name="connsiteY0" fmla="*/ 5411 h 10004"/>
                <a:gd name="connsiteX1" fmla="*/ 5456 w 10088"/>
                <a:gd name="connsiteY1" fmla="*/ 9988 h 10004"/>
                <a:gd name="connsiteX2" fmla="*/ 10071 w 10088"/>
                <a:gd name="connsiteY2" fmla="*/ 4594 h 10004"/>
                <a:gd name="connsiteX3" fmla="*/ 5061 w 10088"/>
                <a:gd name="connsiteY3" fmla="*/ 0 h 10004"/>
                <a:gd name="connsiteX4" fmla="*/ 0 w 10088"/>
                <a:gd name="connsiteY4" fmla="*/ 4986 h 10004"/>
                <a:gd name="connsiteX5" fmla="*/ 17 w 10088"/>
                <a:gd name="connsiteY5" fmla="*/ 5411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88" h="10004">
                  <a:moveTo>
                    <a:pt x="17" y="5411"/>
                  </a:moveTo>
                  <a:cubicBezTo>
                    <a:pt x="244" y="8164"/>
                    <a:pt x="2679" y="10214"/>
                    <a:pt x="5456" y="9988"/>
                  </a:cubicBezTo>
                  <a:cubicBezTo>
                    <a:pt x="8232" y="9762"/>
                    <a:pt x="10298" y="7347"/>
                    <a:pt x="10071" y="4594"/>
                  </a:cubicBezTo>
                  <a:cubicBezTo>
                    <a:pt x="9857" y="2005"/>
                    <a:pt x="7680" y="9"/>
                    <a:pt x="5061" y="0"/>
                  </a:cubicBezTo>
                  <a:cubicBezTo>
                    <a:pt x="2275" y="-9"/>
                    <a:pt x="9" y="2223"/>
                    <a:pt x="0" y="4986"/>
                  </a:cubicBezTo>
                  <a:cubicBezTo>
                    <a:pt x="0" y="5128"/>
                    <a:pt x="5" y="5269"/>
                    <a:pt x="17" y="541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838D307-844F-F541-A5E0-FCF2804020BC}"/>
                </a:ext>
              </a:extLst>
            </p:cNvPr>
            <p:cNvSpPr/>
            <p:nvPr/>
          </p:nvSpPr>
          <p:spPr>
            <a:xfrm>
              <a:off x="5013165" y="251857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B2050A36-581B-3D49-9DF7-F11029FD7C8E}"/>
              </a:ext>
            </a:extLst>
          </p:cNvPr>
          <p:cNvGrpSpPr/>
          <p:nvPr/>
        </p:nvGrpSpPr>
        <p:grpSpPr>
          <a:xfrm>
            <a:off x="8222542" y="2270637"/>
            <a:ext cx="2783072" cy="723275"/>
            <a:chOff x="7825488" y="1404017"/>
            <a:chExt cx="3368029" cy="723275"/>
          </a:xfrm>
        </p:grpSpPr>
        <p:sp>
          <p:nvSpPr>
            <p:cNvPr id="122" name="Inhaltsplatzhalter 4">
              <a:extLst>
                <a:ext uri="{FF2B5EF4-FFF2-40B4-BE49-F238E27FC236}">
                  <a16:creationId xmlns:a16="http://schemas.microsoft.com/office/drawing/2014/main" id="{F9B5A202-7269-1A47-8D4D-E44D4322984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C9973C9F-9202-194C-A20D-B8577962934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4BB4E207-3E1C-6741-9E59-F9F3AC658A78}"/>
              </a:ext>
            </a:extLst>
          </p:cNvPr>
          <p:cNvGrpSpPr/>
          <p:nvPr/>
        </p:nvGrpSpPr>
        <p:grpSpPr>
          <a:xfrm>
            <a:off x="8222542" y="4601084"/>
            <a:ext cx="2783072" cy="723275"/>
            <a:chOff x="7825488" y="1404017"/>
            <a:chExt cx="3368029" cy="723275"/>
          </a:xfrm>
        </p:grpSpPr>
        <p:sp>
          <p:nvSpPr>
            <p:cNvPr id="125" name="Inhaltsplatzhalter 4">
              <a:extLst>
                <a:ext uri="{FF2B5EF4-FFF2-40B4-BE49-F238E27FC236}">
                  <a16:creationId xmlns:a16="http://schemas.microsoft.com/office/drawing/2014/main" id="{DD630E9B-F4C1-654B-A5E1-64158A7B07E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A82828B6-1E69-A74E-A70D-F8EFE918E4E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8476DE36-A882-7D41-9CE0-0314FE2F3414}"/>
              </a:ext>
            </a:extLst>
          </p:cNvPr>
          <p:cNvGrpSpPr/>
          <p:nvPr/>
        </p:nvGrpSpPr>
        <p:grpSpPr>
          <a:xfrm flipH="1">
            <a:off x="1228075" y="2270637"/>
            <a:ext cx="2783072" cy="723275"/>
            <a:chOff x="7825488" y="1404017"/>
            <a:chExt cx="3368029" cy="723275"/>
          </a:xfrm>
        </p:grpSpPr>
        <p:sp>
          <p:nvSpPr>
            <p:cNvPr id="128" name="Inhaltsplatzhalter 4">
              <a:extLst>
                <a:ext uri="{FF2B5EF4-FFF2-40B4-BE49-F238E27FC236}">
                  <a16:creationId xmlns:a16="http://schemas.microsoft.com/office/drawing/2014/main" id="{D05639BA-F6D0-D34B-A6DB-292D058A0E8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E77B1D9-DB06-A842-9287-623A7623958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FC40CB41-207A-CD4F-90FF-071B97C5E558}"/>
              </a:ext>
            </a:extLst>
          </p:cNvPr>
          <p:cNvGrpSpPr/>
          <p:nvPr/>
        </p:nvGrpSpPr>
        <p:grpSpPr>
          <a:xfrm flipH="1">
            <a:off x="1228075" y="4601084"/>
            <a:ext cx="2783072" cy="723275"/>
            <a:chOff x="7825488" y="1404017"/>
            <a:chExt cx="3368029" cy="723275"/>
          </a:xfrm>
        </p:grpSpPr>
        <p:sp>
          <p:nvSpPr>
            <p:cNvPr id="131" name="Inhaltsplatzhalter 4">
              <a:extLst>
                <a:ext uri="{FF2B5EF4-FFF2-40B4-BE49-F238E27FC236}">
                  <a16:creationId xmlns:a16="http://schemas.microsoft.com/office/drawing/2014/main" id="{7A9003BD-AB07-1943-B952-1C229092643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C28C08C0-FCAA-874E-BAB4-96701E3A313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3" name="Oval 132">
            <a:extLst>
              <a:ext uri="{FF2B5EF4-FFF2-40B4-BE49-F238E27FC236}">
                <a16:creationId xmlns:a16="http://schemas.microsoft.com/office/drawing/2014/main" id="{209B5F3A-69EC-6C49-B464-C37E20D25C2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30299" y="2951101"/>
            <a:ext cx="1727307" cy="1727307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E18BEEDA-5420-5844-95E9-14F3845011EE}"/>
              </a:ext>
            </a:extLst>
          </p:cNvPr>
          <p:cNvGrpSpPr/>
          <p:nvPr/>
        </p:nvGrpSpPr>
        <p:grpSpPr>
          <a:xfrm>
            <a:off x="5424517" y="3195745"/>
            <a:ext cx="1338870" cy="1238019"/>
            <a:chOff x="5398240" y="3718434"/>
            <a:chExt cx="1338870" cy="123801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9CC8579E-0B4B-2D4B-BF05-8A2E5F6CD20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39" name="Title 1">
              <a:extLst>
                <a:ext uri="{FF2B5EF4-FFF2-40B4-BE49-F238E27FC236}">
                  <a16:creationId xmlns:a16="http://schemas.microsoft.com/office/drawing/2014/main" id="{3D788CC4-ACDE-114E-9682-958E70CF8E0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48863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4485123A-ED0C-0F4D-B782-46491A0B8FEC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EAF5E6E-91CF-944B-8502-E231B5DF506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7BD4991-2EE7-F143-BFD7-7F4037F33611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F37EA935-77DB-9145-9784-748AA625ADEC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23EAAD6B-D27E-E04E-A67F-A160356D9FC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EEF114A-A528-F049-822E-CF029D8CF8D1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24" name="Freeform 6">
            <a:extLst>
              <a:ext uri="{FF2B5EF4-FFF2-40B4-BE49-F238E27FC236}">
                <a16:creationId xmlns:a16="http://schemas.microsoft.com/office/drawing/2014/main" id="{8EBA2A27-76A4-9B4F-855D-7478C691628E}"/>
              </a:ext>
            </a:extLst>
          </p:cNvPr>
          <p:cNvSpPr>
            <a:spLocks/>
          </p:cNvSpPr>
          <p:nvPr/>
        </p:nvSpPr>
        <p:spPr bwMode="auto">
          <a:xfrm>
            <a:off x="4910821" y="3819946"/>
            <a:ext cx="1187101" cy="1169812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348" y="518"/>
              </a:cxn>
              <a:cxn ang="0">
                <a:pos x="525" y="499"/>
              </a:cxn>
              <a:cxn ang="0">
                <a:pos x="526" y="0"/>
              </a:cxn>
              <a:cxn ang="0">
                <a:pos x="29" y="4"/>
              </a:cxn>
              <a:cxn ang="0">
                <a:pos x="0" y="145"/>
              </a:cxn>
            </a:cxnLst>
            <a:rect l="0" t="0" r="r" b="b"/>
            <a:pathLst>
              <a:path w="526" h="518">
                <a:moveTo>
                  <a:pt x="0" y="145"/>
                </a:moveTo>
                <a:cubicBezTo>
                  <a:pt x="47" y="320"/>
                  <a:pt x="179" y="460"/>
                  <a:pt x="348" y="518"/>
                </a:cubicBezTo>
                <a:cubicBezTo>
                  <a:pt x="525" y="499"/>
                  <a:pt x="525" y="499"/>
                  <a:pt x="525" y="499"/>
                </a:cubicBezTo>
                <a:cubicBezTo>
                  <a:pt x="526" y="0"/>
                  <a:pt x="526" y="0"/>
                  <a:pt x="526" y="0"/>
                </a:cubicBezTo>
                <a:cubicBezTo>
                  <a:pt x="29" y="4"/>
                  <a:pt x="29" y="4"/>
                  <a:pt x="29" y="4"/>
                </a:cubicBezTo>
                <a:lnTo>
                  <a:pt x="0" y="145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9">
            <a:extLst>
              <a:ext uri="{FF2B5EF4-FFF2-40B4-BE49-F238E27FC236}">
                <a16:creationId xmlns:a16="http://schemas.microsoft.com/office/drawing/2014/main" id="{B62A5EB9-9DED-C74C-87B8-0525F7C8C44B}"/>
              </a:ext>
            </a:extLst>
          </p:cNvPr>
          <p:cNvSpPr>
            <a:spLocks/>
          </p:cNvSpPr>
          <p:nvPr/>
        </p:nvSpPr>
        <p:spPr bwMode="auto">
          <a:xfrm>
            <a:off x="4198176" y="3443455"/>
            <a:ext cx="1897825" cy="2281999"/>
          </a:xfrm>
          <a:custGeom>
            <a:avLst/>
            <a:gdLst/>
            <a:ahLst/>
            <a:cxnLst>
              <a:cxn ang="0">
                <a:pos x="840" y="665"/>
              </a:cxn>
              <a:cxn ang="0">
                <a:pos x="344" y="171"/>
              </a:cxn>
              <a:cxn ang="0">
                <a:pos x="345" y="171"/>
              </a:cxn>
              <a:cxn ang="0">
                <a:pos x="172" y="0"/>
              </a:cxn>
              <a:cxn ang="0">
                <a:pos x="0" y="170"/>
              </a:cxn>
              <a:cxn ang="0">
                <a:pos x="0" y="17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839" y="1010"/>
              </a:cxn>
              <a:cxn ang="0">
                <a:pos x="840" y="1010"/>
              </a:cxn>
              <a:cxn ang="0">
                <a:pos x="742" y="827"/>
              </a:cxn>
              <a:cxn ang="0">
                <a:pos x="840" y="665"/>
              </a:cxn>
            </a:cxnLst>
            <a:rect l="0" t="0" r="r" b="b"/>
            <a:pathLst>
              <a:path w="840" h="1010">
                <a:moveTo>
                  <a:pt x="840" y="665"/>
                </a:moveTo>
                <a:cubicBezTo>
                  <a:pt x="567" y="665"/>
                  <a:pt x="345" y="444"/>
                  <a:pt x="344" y="171"/>
                </a:cubicBezTo>
                <a:cubicBezTo>
                  <a:pt x="345" y="171"/>
                  <a:pt x="345" y="171"/>
                  <a:pt x="345" y="171"/>
                </a:cubicBezTo>
                <a:cubicBezTo>
                  <a:pt x="344" y="77"/>
                  <a:pt x="267" y="0"/>
                  <a:pt x="172" y="0"/>
                </a:cubicBezTo>
                <a:cubicBezTo>
                  <a:pt x="78" y="0"/>
                  <a:pt x="1" y="76"/>
                  <a:pt x="0" y="170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634"/>
                  <a:pt x="376" y="1010"/>
                  <a:pt x="839" y="1010"/>
                </a:cubicBezTo>
                <a:cubicBezTo>
                  <a:pt x="840" y="1010"/>
                  <a:pt x="840" y="1010"/>
                  <a:pt x="840" y="1010"/>
                </a:cubicBezTo>
                <a:cubicBezTo>
                  <a:pt x="742" y="827"/>
                  <a:pt x="742" y="827"/>
                  <a:pt x="742" y="827"/>
                </a:cubicBezTo>
                <a:lnTo>
                  <a:pt x="840" y="665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7">
            <a:extLst>
              <a:ext uri="{FF2B5EF4-FFF2-40B4-BE49-F238E27FC236}">
                <a16:creationId xmlns:a16="http://schemas.microsoft.com/office/drawing/2014/main" id="{41FFDBB5-81FF-B54C-AA81-458F68AE5496}"/>
              </a:ext>
            </a:extLst>
          </p:cNvPr>
          <p:cNvSpPr>
            <a:spLocks/>
          </p:cNvSpPr>
          <p:nvPr/>
        </p:nvSpPr>
        <p:spPr bwMode="auto">
          <a:xfrm>
            <a:off x="6096000" y="3819946"/>
            <a:ext cx="1162130" cy="1192863"/>
          </a:xfrm>
          <a:custGeom>
            <a:avLst/>
            <a:gdLst/>
            <a:ahLst/>
            <a:cxnLst>
              <a:cxn ang="0">
                <a:pos x="141" y="529"/>
              </a:cxn>
              <a:cxn ang="0">
                <a:pos x="514" y="180"/>
              </a:cxn>
              <a:cxn ang="0">
                <a:pos x="495" y="4"/>
              </a:cxn>
              <a:cxn ang="0">
                <a:pos x="1" y="0"/>
              </a:cxn>
              <a:cxn ang="0">
                <a:pos x="0" y="499"/>
              </a:cxn>
              <a:cxn ang="0">
                <a:pos x="141" y="529"/>
              </a:cxn>
            </a:cxnLst>
            <a:rect l="0" t="0" r="r" b="b"/>
            <a:pathLst>
              <a:path w="514" h="529">
                <a:moveTo>
                  <a:pt x="141" y="529"/>
                </a:moveTo>
                <a:cubicBezTo>
                  <a:pt x="316" y="482"/>
                  <a:pt x="455" y="350"/>
                  <a:pt x="514" y="180"/>
                </a:cubicBezTo>
                <a:cubicBezTo>
                  <a:pt x="495" y="4"/>
                  <a:pt x="495" y="4"/>
                  <a:pt x="495" y="4"/>
                </a:cubicBezTo>
                <a:cubicBezTo>
                  <a:pt x="1" y="0"/>
                  <a:pt x="1" y="0"/>
                  <a:pt x="1" y="0"/>
                </a:cubicBezTo>
                <a:cubicBezTo>
                  <a:pt x="0" y="499"/>
                  <a:pt x="0" y="499"/>
                  <a:pt x="0" y="499"/>
                </a:cubicBezTo>
                <a:lnTo>
                  <a:pt x="141" y="529"/>
                </a:lnTo>
                <a:close/>
              </a:path>
            </a:pathLst>
          </a:custGeom>
          <a:gradFill>
            <a:gsLst>
              <a:gs pos="0">
                <a:schemeClr val="accent2">
                  <a:lumMod val="75000"/>
                </a:schemeClr>
              </a:gs>
              <a:gs pos="100000">
                <a:schemeClr val="accent2">
                  <a:lumMod val="50000"/>
                </a:schemeClr>
              </a:gs>
            </a:gsLst>
            <a:lin ang="5400000" scaled="0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0">
            <a:extLst>
              <a:ext uri="{FF2B5EF4-FFF2-40B4-BE49-F238E27FC236}">
                <a16:creationId xmlns:a16="http://schemas.microsoft.com/office/drawing/2014/main" id="{BF5245E9-31BA-C049-B9CA-1EA9B8C8D335}"/>
              </a:ext>
            </a:extLst>
          </p:cNvPr>
          <p:cNvSpPr>
            <a:spLocks/>
          </p:cNvSpPr>
          <p:nvPr/>
        </p:nvSpPr>
        <p:spPr bwMode="auto">
          <a:xfrm>
            <a:off x="5711825" y="3827629"/>
            <a:ext cx="2281999" cy="1897825"/>
          </a:xfrm>
          <a:custGeom>
            <a:avLst/>
            <a:gdLst/>
            <a:ahLst/>
            <a:cxnLst>
              <a:cxn ang="0">
                <a:pos x="1010" y="0"/>
              </a:cxn>
              <a:cxn ang="0">
                <a:pos x="1010" y="0"/>
              </a:cxn>
              <a:cxn ang="0">
                <a:pos x="821" y="77"/>
              </a:cxn>
              <a:cxn ang="0">
                <a:pos x="665" y="0"/>
              </a:cxn>
              <a:cxn ang="0">
                <a:pos x="171" y="495"/>
              </a:cxn>
              <a:cxn ang="0">
                <a:pos x="171" y="495"/>
              </a:cxn>
              <a:cxn ang="0">
                <a:pos x="0" y="667"/>
              </a:cxn>
              <a:cxn ang="0">
                <a:pos x="170" y="840"/>
              </a:cxn>
              <a:cxn ang="0">
                <a:pos x="170" y="840"/>
              </a:cxn>
              <a:cxn ang="0">
                <a:pos x="171" y="840"/>
              </a:cxn>
              <a:cxn ang="0">
                <a:pos x="171" y="840"/>
              </a:cxn>
              <a:cxn ang="0">
                <a:pos x="171" y="840"/>
              </a:cxn>
              <a:cxn ang="0">
                <a:pos x="1010" y="0"/>
              </a:cxn>
            </a:cxnLst>
            <a:rect l="0" t="0" r="r" b="b"/>
            <a:pathLst>
              <a:path w="1010" h="840">
                <a:moveTo>
                  <a:pt x="1010" y="0"/>
                </a:moveTo>
                <a:cubicBezTo>
                  <a:pt x="1010" y="0"/>
                  <a:pt x="1010" y="0"/>
                  <a:pt x="1010" y="0"/>
                </a:cubicBezTo>
                <a:cubicBezTo>
                  <a:pt x="821" y="77"/>
                  <a:pt x="821" y="77"/>
                  <a:pt x="821" y="77"/>
                </a:cubicBezTo>
                <a:cubicBezTo>
                  <a:pt x="665" y="0"/>
                  <a:pt x="665" y="0"/>
                  <a:pt x="665" y="0"/>
                </a:cubicBezTo>
                <a:cubicBezTo>
                  <a:pt x="665" y="273"/>
                  <a:pt x="444" y="494"/>
                  <a:pt x="171" y="495"/>
                </a:cubicBezTo>
                <a:cubicBezTo>
                  <a:pt x="171" y="495"/>
                  <a:pt x="171" y="495"/>
                  <a:pt x="171" y="495"/>
                </a:cubicBezTo>
                <a:cubicBezTo>
                  <a:pt x="76" y="496"/>
                  <a:pt x="0" y="572"/>
                  <a:pt x="0" y="667"/>
                </a:cubicBezTo>
                <a:cubicBezTo>
                  <a:pt x="0" y="762"/>
                  <a:pt x="76" y="838"/>
                  <a:pt x="170" y="840"/>
                </a:cubicBezTo>
                <a:cubicBezTo>
                  <a:pt x="170" y="840"/>
                  <a:pt x="170" y="840"/>
                  <a:pt x="170" y="840"/>
                </a:cubicBezTo>
                <a:cubicBezTo>
                  <a:pt x="170" y="840"/>
                  <a:pt x="171" y="840"/>
                  <a:pt x="171" y="840"/>
                </a:cubicBezTo>
                <a:cubicBezTo>
                  <a:pt x="171" y="840"/>
                  <a:pt x="171" y="840"/>
                  <a:pt x="171" y="840"/>
                </a:cubicBezTo>
                <a:cubicBezTo>
                  <a:pt x="171" y="840"/>
                  <a:pt x="171" y="840"/>
                  <a:pt x="171" y="840"/>
                </a:cubicBezTo>
                <a:cubicBezTo>
                  <a:pt x="634" y="839"/>
                  <a:pt x="1009" y="464"/>
                  <a:pt x="1010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 w="9525">
            <a:noFill/>
            <a:round/>
            <a:headEnd/>
            <a:tailEnd/>
          </a:ln>
          <a:effectLst>
            <a:outerShdw blurRad="127000" dist="38100" dir="8100000" sx="101000" sy="101000" algn="tr" rotWithShape="0">
              <a:prstClr val="black">
                <a:alpha val="3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0EDDEF83-56BB-EA42-A0C9-6785F7ADAAD3}"/>
              </a:ext>
            </a:extLst>
          </p:cNvPr>
          <p:cNvSpPr>
            <a:spLocks/>
          </p:cNvSpPr>
          <p:nvPr/>
        </p:nvSpPr>
        <p:spPr bwMode="auto">
          <a:xfrm>
            <a:off x="6096000" y="2667421"/>
            <a:ext cx="1183259" cy="1160208"/>
          </a:xfrm>
          <a:custGeom>
            <a:avLst/>
            <a:gdLst/>
            <a:ahLst/>
            <a:cxnLst>
              <a:cxn ang="0">
                <a:pos x="524" y="373"/>
              </a:cxn>
              <a:cxn ang="0">
                <a:pos x="176" y="0"/>
              </a:cxn>
              <a:cxn ang="0">
                <a:pos x="0" y="19"/>
              </a:cxn>
              <a:cxn ang="0">
                <a:pos x="1" y="510"/>
              </a:cxn>
              <a:cxn ang="0">
                <a:pos x="495" y="514"/>
              </a:cxn>
              <a:cxn ang="0">
                <a:pos x="524" y="373"/>
              </a:cxn>
            </a:cxnLst>
            <a:rect l="0" t="0" r="r" b="b"/>
            <a:pathLst>
              <a:path w="524" h="514">
                <a:moveTo>
                  <a:pt x="524" y="373"/>
                </a:moveTo>
                <a:cubicBezTo>
                  <a:pt x="477" y="198"/>
                  <a:pt x="346" y="58"/>
                  <a:pt x="176" y="0"/>
                </a:cubicBezTo>
                <a:cubicBezTo>
                  <a:pt x="0" y="19"/>
                  <a:pt x="0" y="19"/>
                  <a:pt x="0" y="19"/>
                </a:cubicBezTo>
                <a:cubicBezTo>
                  <a:pt x="1" y="510"/>
                  <a:pt x="1" y="510"/>
                  <a:pt x="1" y="510"/>
                </a:cubicBezTo>
                <a:cubicBezTo>
                  <a:pt x="495" y="514"/>
                  <a:pt x="495" y="514"/>
                  <a:pt x="495" y="514"/>
                </a:cubicBezTo>
                <a:lnTo>
                  <a:pt x="524" y="373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50000"/>
                </a:schemeClr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1" name="Freeform 11">
            <a:extLst>
              <a:ext uri="{FF2B5EF4-FFF2-40B4-BE49-F238E27FC236}">
                <a16:creationId xmlns:a16="http://schemas.microsoft.com/office/drawing/2014/main" id="{B03318CE-794F-2D4E-AA57-860849D1648D}"/>
              </a:ext>
            </a:extLst>
          </p:cNvPr>
          <p:cNvSpPr>
            <a:spLocks/>
          </p:cNvSpPr>
          <p:nvPr/>
        </p:nvSpPr>
        <p:spPr bwMode="auto">
          <a:xfrm>
            <a:off x="6096001" y="1931727"/>
            <a:ext cx="1897825" cy="2281999"/>
          </a:xfrm>
          <a:custGeom>
            <a:avLst/>
            <a:gdLst/>
            <a:ahLst/>
            <a:cxnLst>
              <a:cxn ang="0">
                <a:pos x="840" y="840"/>
              </a:cxn>
              <a:cxn ang="0">
                <a:pos x="840" y="840"/>
              </a:cxn>
              <a:cxn ang="0">
                <a:pos x="0" y="0"/>
              </a:cxn>
              <a:cxn ang="0">
                <a:pos x="0" y="0"/>
              </a:cxn>
              <a:cxn ang="0">
                <a:pos x="70" y="178"/>
              </a:cxn>
              <a:cxn ang="0">
                <a:pos x="0" y="345"/>
              </a:cxn>
              <a:cxn ang="0">
                <a:pos x="495" y="840"/>
              </a:cxn>
              <a:cxn ang="0">
                <a:pos x="495" y="840"/>
              </a:cxn>
              <a:cxn ang="0">
                <a:pos x="667" y="1011"/>
              </a:cxn>
              <a:cxn ang="0">
                <a:pos x="840" y="840"/>
              </a:cxn>
            </a:cxnLst>
            <a:rect l="0" t="0" r="r" b="b"/>
            <a:pathLst>
              <a:path w="840" h="1011">
                <a:moveTo>
                  <a:pt x="840" y="840"/>
                </a:moveTo>
                <a:cubicBezTo>
                  <a:pt x="840" y="840"/>
                  <a:pt x="840" y="840"/>
                  <a:pt x="840" y="840"/>
                </a:cubicBezTo>
                <a:cubicBezTo>
                  <a:pt x="839" y="376"/>
                  <a:pt x="464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70" y="178"/>
                  <a:pt x="70" y="178"/>
                  <a:pt x="70" y="178"/>
                </a:cubicBezTo>
                <a:cubicBezTo>
                  <a:pt x="0" y="345"/>
                  <a:pt x="0" y="345"/>
                  <a:pt x="0" y="345"/>
                </a:cubicBezTo>
                <a:cubicBezTo>
                  <a:pt x="273" y="345"/>
                  <a:pt x="495" y="566"/>
                  <a:pt x="495" y="840"/>
                </a:cubicBezTo>
                <a:cubicBezTo>
                  <a:pt x="495" y="840"/>
                  <a:pt x="495" y="840"/>
                  <a:pt x="495" y="840"/>
                </a:cubicBezTo>
                <a:cubicBezTo>
                  <a:pt x="496" y="935"/>
                  <a:pt x="573" y="1011"/>
                  <a:pt x="667" y="1011"/>
                </a:cubicBezTo>
                <a:cubicBezTo>
                  <a:pt x="762" y="1011"/>
                  <a:pt x="839" y="935"/>
                  <a:pt x="840" y="84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25">
            <a:noFill/>
            <a:round/>
            <a:headEnd/>
            <a:tailEnd/>
          </a:ln>
          <a:effectLst>
            <a:outerShdw blurRad="127000" dist="38100" dir="4200000" sx="101000" sy="101000" algn="t" rotWithShape="0">
              <a:prstClr val="black">
                <a:alpha val="3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8">
            <a:extLst>
              <a:ext uri="{FF2B5EF4-FFF2-40B4-BE49-F238E27FC236}">
                <a16:creationId xmlns:a16="http://schemas.microsoft.com/office/drawing/2014/main" id="{268A5280-BE06-B441-974B-50C2EE3773DE}"/>
              </a:ext>
            </a:extLst>
          </p:cNvPr>
          <p:cNvSpPr>
            <a:spLocks/>
          </p:cNvSpPr>
          <p:nvPr/>
        </p:nvSpPr>
        <p:spPr bwMode="auto">
          <a:xfrm>
            <a:off x="4933872" y="2642450"/>
            <a:ext cx="1164050" cy="1185179"/>
          </a:xfrm>
          <a:custGeom>
            <a:avLst/>
            <a:gdLst/>
            <a:ahLst/>
            <a:cxnLst>
              <a:cxn ang="0">
                <a:pos x="372" y="0"/>
              </a:cxn>
              <a:cxn ang="0">
                <a:pos x="0" y="349"/>
              </a:cxn>
              <a:cxn ang="0">
                <a:pos x="18" y="525"/>
              </a:cxn>
              <a:cxn ang="0">
                <a:pos x="515" y="521"/>
              </a:cxn>
              <a:cxn ang="0">
                <a:pos x="514" y="30"/>
              </a:cxn>
              <a:cxn ang="0">
                <a:pos x="372" y="0"/>
              </a:cxn>
            </a:cxnLst>
            <a:rect l="0" t="0" r="r" b="b"/>
            <a:pathLst>
              <a:path w="515" h="525">
                <a:moveTo>
                  <a:pt x="372" y="0"/>
                </a:moveTo>
                <a:cubicBezTo>
                  <a:pt x="198" y="47"/>
                  <a:pt x="58" y="179"/>
                  <a:pt x="0" y="349"/>
                </a:cubicBezTo>
                <a:cubicBezTo>
                  <a:pt x="18" y="525"/>
                  <a:pt x="18" y="525"/>
                  <a:pt x="18" y="525"/>
                </a:cubicBezTo>
                <a:cubicBezTo>
                  <a:pt x="515" y="521"/>
                  <a:pt x="515" y="521"/>
                  <a:pt x="515" y="521"/>
                </a:cubicBezTo>
                <a:cubicBezTo>
                  <a:pt x="514" y="30"/>
                  <a:pt x="514" y="30"/>
                  <a:pt x="514" y="30"/>
                </a:cubicBezTo>
                <a:lnTo>
                  <a:pt x="372" y="0"/>
                </a:lnTo>
                <a:close/>
              </a:path>
            </a:pathLst>
          </a:custGeom>
          <a:gradFill>
            <a:gsLst>
              <a:gs pos="0">
                <a:schemeClr val="accent4">
                  <a:lumMod val="50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10800000" scaled="0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06C24C00-8151-EC44-BC66-9041EC05E6A3}"/>
              </a:ext>
            </a:extLst>
          </p:cNvPr>
          <p:cNvSpPr>
            <a:spLocks/>
          </p:cNvSpPr>
          <p:nvPr/>
        </p:nvSpPr>
        <p:spPr bwMode="auto">
          <a:xfrm>
            <a:off x="4198176" y="1931727"/>
            <a:ext cx="2285841" cy="1895903"/>
          </a:xfrm>
          <a:custGeom>
            <a:avLst/>
            <a:gdLst/>
            <a:ahLst/>
            <a:cxnLst>
              <a:cxn ang="0">
                <a:pos x="841" y="0"/>
              </a:cxn>
              <a:cxn ang="0">
                <a:pos x="841" y="2"/>
              </a:cxn>
              <a:cxn ang="0">
                <a:pos x="840" y="0"/>
              </a:cxn>
              <a:cxn ang="0">
                <a:pos x="839" y="0"/>
              </a:cxn>
              <a:cxn ang="0">
                <a:pos x="0" y="840"/>
              </a:cxn>
              <a:cxn ang="0">
                <a:pos x="0" y="840"/>
              </a:cxn>
              <a:cxn ang="0">
                <a:pos x="172" y="670"/>
              </a:cxn>
              <a:cxn ang="0">
                <a:pos x="345" y="834"/>
              </a:cxn>
              <a:cxn ang="0">
                <a:pos x="840" y="345"/>
              </a:cxn>
              <a:cxn ang="0">
                <a:pos x="841" y="343"/>
              </a:cxn>
              <a:cxn ang="0">
                <a:pos x="841" y="345"/>
              </a:cxn>
              <a:cxn ang="0">
                <a:pos x="1012" y="172"/>
              </a:cxn>
              <a:cxn ang="0">
                <a:pos x="841" y="0"/>
              </a:cxn>
            </a:cxnLst>
            <a:rect l="0" t="0" r="r" b="b"/>
            <a:pathLst>
              <a:path w="1012" h="840">
                <a:moveTo>
                  <a:pt x="841" y="0"/>
                </a:moveTo>
                <a:cubicBezTo>
                  <a:pt x="841" y="2"/>
                  <a:pt x="841" y="2"/>
                  <a:pt x="841" y="2"/>
                </a:cubicBezTo>
                <a:cubicBezTo>
                  <a:pt x="840" y="0"/>
                  <a:pt x="840" y="0"/>
                  <a:pt x="840" y="0"/>
                </a:cubicBezTo>
                <a:cubicBezTo>
                  <a:pt x="839" y="0"/>
                  <a:pt x="839" y="0"/>
                  <a:pt x="839" y="0"/>
                </a:cubicBezTo>
                <a:cubicBezTo>
                  <a:pt x="376" y="0"/>
                  <a:pt x="0" y="376"/>
                  <a:pt x="0" y="840"/>
                </a:cubicBezTo>
                <a:cubicBezTo>
                  <a:pt x="0" y="840"/>
                  <a:pt x="0" y="840"/>
                  <a:pt x="0" y="840"/>
                </a:cubicBezTo>
                <a:cubicBezTo>
                  <a:pt x="1" y="746"/>
                  <a:pt x="78" y="670"/>
                  <a:pt x="172" y="670"/>
                </a:cubicBezTo>
                <a:cubicBezTo>
                  <a:pt x="265" y="670"/>
                  <a:pt x="340" y="743"/>
                  <a:pt x="345" y="834"/>
                </a:cubicBezTo>
                <a:cubicBezTo>
                  <a:pt x="348" y="563"/>
                  <a:pt x="568" y="345"/>
                  <a:pt x="840" y="345"/>
                </a:cubicBezTo>
                <a:cubicBezTo>
                  <a:pt x="841" y="343"/>
                  <a:pt x="841" y="343"/>
                  <a:pt x="841" y="343"/>
                </a:cubicBezTo>
                <a:cubicBezTo>
                  <a:pt x="841" y="345"/>
                  <a:pt x="841" y="345"/>
                  <a:pt x="841" y="345"/>
                </a:cubicBezTo>
                <a:cubicBezTo>
                  <a:pt x="936" y="344"/>
                  <a:pt x="1012" y="267"/>
                  <a:pt x="1012" y="172"/>
                </a:cubicBezTo>
                <a:cubicBezTo>
                  <a:pt x="1012" y="77"/>
                  <a:pt x="936" y="1"/>
                  <a:pt x="841" y="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0800000" scaled="0"/>
          </a:gradFill>
          <a:ln w="9525">
            <a:noFill/>
            <a:round/>
            <a:headEnd/>
            <a:tailEnd/>
          </a:ln>
          <a:effectLst>
            <a:outerShdw blurRad="127000" dir="15600000" sx="101000" sy="101000" algn="l" rotWithShape="0">
              <a:prstClr val="black">
                <a:alpha val="3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D62CBCC-6E29-0F4A-A1EA-2F64C90ED31B}"/>
              </a:ext>
            </a:extLst>
          </p:cNvPr>
          <p:cNvSpPr txBox="1"/>
          <p:nvPr/>
        </p:nvSpPr>
        <p:spPr>
          <a:xfrm rot="18840856">
            <a:off x="4546554" y="2578787"/>
            <a:ext cx="11015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Option01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9F8D22E-501A-A244-B0C0-F677FB8F626A}"/>
              </a:ext>
            </a:extLst>
          </p:cNvPr>
          <p:cNvSpPr txBox="1"/>
          <p:nvPr/>
        </p:nvSpPr>
        <p:spPr>
          <a:xfrm rot="3225676">
            <a:off x="6688129" y="2737485"/>
            <a:ext cx="11015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Option02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D035747-B589-D64E-8EA8-0F81C75C51F7}"/>
              </a:ext>
            </a:extLst>
          </p:cNvPr>
          <p:cNvSpPr txBox="1"/>
          <p:nvPr/>
        </p:nvSpPr>
        <p:spPr>
          <a:xfrm rot="18959144" flipH="1">
            <a:off x="6567896" y="4659911"/>
            <a:ext cx="11015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Option03</a:t>
            </a:r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489B5C7A-B96B-9749-B631-C0996AED5F2C}"/>
              </a:ext>
            </a:extLst>
          </p:cNvPr>
          <p:cNvSpPr>
            <a:spLocks/>
          </p:cNvSpPr>
          <p:nvPr/>
        </p:nvSpPr>
        <p:spPr bwMode="auto">
          <a:xfrm>
            <a:off x="4201441" y="3443455"/>
            <a:ext cx="1395206" cy="2213710"/>
          </a:xfrm>
          <a:custGeom>
            <a:avLst/>
            <a:gdLst>
              <a:gd name="connsiteX0" fmla="*/ 388602 w 1395206"/>
              <a:gd name="connsiteY0" fmla="*/ 0 h 2213710"/>
              <a:gd name="connsiteX1" fmla="*/ 779464 w 1395206"/>
              <a:gd name="connsiteY1" fmla="*/ 386358 h 2213710"/>
              <a:gd name="connsiteX2" fmla="*/ 777205 w 1395206"/>
              <a:gd name="connsiteY2" fmla="*/ 386358 h 2213710"/>
              <a:gd name="connsiteX3" fmla="*/ 1318205 w 1395206"/>
              <a:gd name="connsiteY3" fmla="*/ 1341006 h 2213710"/>
              <a:gd name="connsiteX4" fmla="*/ 1395206 w 1395206"/>
              <a:gd name="connsiteY4" fmla="*/ 1380318 h 2213710"/>
              <a:gd name="connsiteX5" fmla="*/ 1395206 w 1395206"/>
              <a:gd name="connsiteY5" fmla="*/ 2213710 h 2213710"/>
              <a:gd name="connsiteX6" fmla="*/ 1354500 w 1395206"/>
              <a:gd name="connsiteY6" fmla="*/ 2203500 h 2213710"/>
              <a:gd name="connsiteX7" fmla="*/ 0 w 1395206"/>
              <a:gd name="connsiteY7" fmla="*/ 386358 h 2213710"/>
              <a:gd name="connsiteX8" fmla="*/ 0 w 1395206"/>
              <a:gd name="connsiteY8" fmla="*/ 384099 h 2213710"/>
              <a:gd name="connsiteX9" fmla="*/ 388602 w 1395206"/>
              <a:gd name="connsiteY9" fmla="*/ 0 h 2213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95206" h="2213710">
                <a:moveTo>
                  <a:pt x="388602" y="0"/>
                </a:moveTo>
                <a:cubicBezTo>
                  <a:pt x="603237" y="0"/>
                  <a:pt x="777205" y="173974"/>
                  <a:pt x="779464" y="386358"/>
                </a:cubicBezTo>
                <a:cubicBezTo>
                  <a:pt x="779464" y="386358"/>
                  <a:pt x="779464" y="386358"/>
                  <a:pt x="777205" y="386358"/>
                </a:cubicBezTo>
                <a:cubicBezTo>
                  <a:pt x="778688" y="791146"/>
                  <a:pt x="995205" y="1145333"/>
                  <a:pt x="1318205" y="1341006"/>
                </a:cubicBezTo>
                <a:lnTo>
                  <a:pt x="1395206" y="1380318"/>
                </a:lnTo>
                <a:lnTo>
                  <a:pt x="1395206" y="2213710"/>
                </a:lnTo>
                <a:lnTo>
                  <a:pt x="1354500" y="2203500"/>
                </a:lnTo>
                <a:cubicBezTo>
                  <a:pt x="571642" y="1970351"/>
                  <a:pt x="0" y="1244491"/>
                  <a:pt x="0" y="386358"/>
                </a:cubicBezTo>
                <a:cubicBezTo>
                  <a:pt x="0" y="386358"/>
                  <a:pt x="0" y="386358"/>
                  <a:pt x="0" y="384099"/>
                </a:cubicBezTo>
                <a:cubicBezTo>
                  <a:pt x="2259" y="171715"/>
                  <a:pt x="176227" y="0"/>
                  <a:pt x="388602" y="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  <a:ln w="9525">
            <a:noFill/>
            <a:round/>
            <a:headEnd/>
            <a:tailEnd/>
          </a:ln>
          <a:effectLst>
            <a:outerShdw blurRad="127000" dist="63500" dir="15000000" sx="101000" sy="101000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1DA7E29-C576-1E42-9399-D43BC1B1E6F7}"/>
              </a:ext>
            </a:extLst>
          </p:cNvPr>
          <p:cNvSpPr txBox="1"/>
          <p:nvPr/>
        </p:nvSpPr>
        <p:spPr>
          <a:xfrm rot="2759144" flipH="1">
            <a:off x="4546554" y="4659912"/>
            <a:ext cx="11015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Option04</a:t>
            </a: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E3001CC-0547-374D-8C9F-4BD8B2B7BC37}"/>
              </a:ext>
            </a:extLst>
          </p:cNvPr>
          <p:cNvGrpSpPr/>
          <p:nvPr/>
        </p:nvGrpSpPr>
        <p:grpSpPr>
          <a:xfrm>
            <a:off x="8222542" y="2270637"/>
            <a:ext cx="2783072" cy="723275"/>
            <a:chOff x="7825488" y="1404017"/>
            <a:chExt cx="3368029" cy="723275"/>
          </a:xfrm>
        </p:grpSpPr>
        <p:sp>
          <p:nvSpPr>
            <p:cNvPr id="39" name="Inhaltsplatzhalter 4">
              <a:extLst>
                <a:ext uri="{FF2B5EF4-FFF2-40B4-BE49-F238E27FC236}">
                  <a16:creationId xmlns:a16="http://schemas.microsoft.com/office/drawing/2014/main" id="{F3796CC1-996B-4B45-A1C4-DD2673E875C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FD347EC-965B-7A4A-A661-5C5637D12BA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7728B98-107D-E846-B42D-5647799DE3C6}"/>
              </a:ext>
            </a:extLst>
          </p:cNvPr>
          <p:cNvGrpSpPr/>
          <p:nvPr/>
        </p:nvGrpSpPr>
        <p:grpSpPr>
          <a:xfrm>
            <a:off x="8222542" y="4601084"/>
            <a:ext cx="2783072" cy="723275"/>
            <a:chOff x="7825488" y="1404017"/>
            <a:chExt cx="3368029" cy="723275"/>
          </a:xfrm>
        </p:grpSpPr>
        <p:sp>
          <p:nvSpPr>
            <p:cNvPr id="42" name="Inhaltsplatzhalter 4">
              <a:extLst>
                <a:ext uri="{FF2B5EF4-FFF2-40B4-BE49-F238E27FC236}">
                  <a16:creationId xmlns:a16="http://schemas.microsoft.com/office/drawing/2014/main" id="{F35D5475-0BBF-E846-B2A9-0908EB1FD5D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8C617D8D-CAF2-7647-B0D1-44814240982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FC96D2A-B963-ED46-A20D-226516F3379A}"/>
              </a:ext>
            </a:extLst>
          </p:cNvPr>
          <p:cNvGrpSpPr/>
          <p:nvPr/>
        </p:nvGrpSpPr>
        <p:grpSpPr>
          <a:xfrm flipH="1">
            <a:off x="1228075" y="2270637"/>
            <a:ext cx="2783072" cy="723275"/>
            <a:chOff x="7825488" y="1404017"/>
            <a:chExt cx="3368029" cy="723275"/>
          </a:xfrm>
        </p:grpSpPr>
        <p:sp>
          <p:nvSpPr>
            <p:cNvPr id="45" name="Inhaltsplatzhalter 4">
              <a:extLst>
                <a:ext uri="{FF2B5EF4-FFF2-40B4-BE49-F238E27FC236}">
                  <a16:creationId xmlns:a16="http://schemas.microsoft.com/office/drawing/2014/main" id="{C34FDD18-AF84-6044-9D6A-61158AF0460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F18B35E-6351-C54A-9A9E-E19C24ED9A9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820BD15B-5256-9E47-9FC5-54C38104049F}"/>
              </a:ext>
            </a:extLst>
          </p:cNvPr>
          <p:cNvGrpSpPr/>
          <p:nvPr/>
        </p:nvGrpSpPr>
        <p:grpSpPr>
          <a:xfrm flipH="1">
            <a:off x="1228075" y="4601084"/>
            <a:ext cx="2783072" cy="723275"/>
            <a:chOff x="7825488" y="1404017"/>
            <a:chExt cx="3368029" cy="723275"/>
          </a:xfrm>
        </p:grpSpPr>
        <p:sp>
          <p:nvSpPr>
            <p:cNvPr id="48" name="Inhaltsplatzhalter 4">
              <a:extLst>
                <a:ext uri="{FF2B5EF4-FFF2-40B4-BE49-F238E27FC236}">
                  <a16:creationId xmlns:a16="http://schemas.microsoft.com/office/drawing/2014/main" id="{12ADC1AA-6817-524F-8E06-732D9DAFA3C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3B7F322F-6B1B-7A4C-BFEA-8B051097C6D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Graphic 50">
            <a:extLst>
              <a:ext uri="{FF2B5EF4-FFF2-40B4-BE49-F238E27FC236}">
                <a16:creationId xmlns:a16="http://schemas.microsoft.com/office/drawing/2014/main" id="{C98FA999-718E-3149-9BCA-63CDF6C67C5A}"/>
              </a:ext>
            </a:extLst>
          </p:cNvPr>
          <p:cNvGrpSpPr>
            <a:grpSpLocks noChangeAspect="1"/>
          </p:cNvGrpSpPr>
          <p:nvPr/>
        </p:nvGrpSpPr>
        <p:grpSpPr>
          <a:xfrm>
            <a:off x="7414146" y="3634638"/>
            <a:ext cx="423662" cy="318762"/>
            <a:chOff x="5874103" y="2139237"/>
            <a:chExt cx="423662" cy="318762"/>
          </a:xfrm>
          <a:solidFill>
            <a:srgbClr val="FFFFFF"/>
          </a:solidFill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FD5406A-1891-C143-B16F-AA17BE133F24}"/>
                </a:ext>
              </a:extLst>
            </p:cNvPr>
            <p:cNvSpPr/>
            <p:nvPr/>
          </p:nvSpPr>
          <p:spPr>
            <a:xfrm>
              <a:off x="5874103" y="2442927"/>
              <a:ext cx="423662" cy="15071"/>
            </a:xfrm>
            <a:custGeom>
              <a:avLst/>
              <a:gdLst>
                <a:gd name="connsiteX0" fmla="*/ 415111 w 423662"/>
                <a:gd name="connsiteY0" fmla="*/ 15009 h 15071"/>
                <a:gd name="connsiteX1" fmla="*/ 8551 w 423662"/>
                <a:gd name="connsiteY1" fmla="*/ 15009 h 15071"/>
                <a:gd name="connsiteX2" fmla="*/ 63 w 423662"/>
                <a:gd name="connsiteY2" fmla="*/ 8499 h 15071"/>
                <a:gd name="connsiteX3" fmla="*/ 6614 w 423662"/>
                <a:gd name="connsiteY3" fmla="*/ 63 h 15071"/>
                <a:gd name="connsiteX4" fmla="*/ 8551 w 423662"/>
                <a:gd name="connsiteY4" fmla="*/ 63 h 15071"/>
                <a:gd name="connsiteX5" fmla="*/ 415111 w 423662"/>
                <a:gd name="connsiteY5" fmla="*/ 63 h 15071"/>
                <a:gd name="connsiteX6" fmla="*/ 423599 w 423662"/>
                <a:gd name="connsiteY6" fmla="*/ 6573 h 15071"/>
                <a:gd name="connsiteX7" fmla="*/ 417048 w 423662"/>
                <a:gd name="connsiteY7" fmla="*/ 15009 h 15071"/>
                <a:gd name="connsiteX8" fmla="*/ 415111 w 423662"/>
                <a:gd name="connsiteY8" fmla="*/ 15009 h 1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3662" h="15071">
                  <a:moveTo>
                    <a:pt x="415111" y="15009"/>
                  </a:moveTo>
                  <a:lnTo>
                    <a:pt x="8551" y="15009"/>
                  </a:lnTo>
                  <a:cubicBezTo>
                    <a:pt x="4398" y="15541"/>
                    <a:pt x="598" y="12626"/>
                    <a:pt x="63" y="8499"/>
                  </a:cubicBezTo>
                  <a:cubicBezTo>
                    <a:pt x="-472" y="4371"/>
                    <a:pt x="2461" y="594"/>
                    <a:pt x="6614" y="63"/>
                  </a:cubicBezTo>
                  <a:cubicBezTo>
                    <a:pt x="7257" y="-20"/>
                    <a:pt x="7908" y="-20"/>
                    <a:pt x="8551" y="63"/>
                  </a:cubicBezTo>
                  <a:lnTo>
                    <a:pt x="415111" y="63"/>
                  </a:lnTo>
                  <a:cubicBezTo>
                    <a:pt x="419264" y="-469"/>
                    <a:pt x="423064" y="2446"/>
                    <a:pt x="423599" y="6573"/>
                  </a:cubicBezTo>
                  <a:cubicBezTo>
                    <a:pt x="424134" y="10701"/>
                    <a:pt x="421201" y="14478"/>
                    <a:pt x="417048" y="15009"/>
                  </a:cubicBezTo>
                  <a:cubicBezTo>
                    <a:pt x="416405" y="15092"/>
                    <a:pt x="415754" y="15092"/>
                    <a:pt x="415111" y="1500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21303D03-890E-A640-84C2-99F78207E9D1}"/>
                </a:ext>
              </a:extLst>
            </p:cNvPr>
            <p:cNvSpPr/>
            <p:nvPr/>
          </p:nvSpPr>
          <p:spPr>
            <a:xfrm>
              <a:off x="5914535" y="2199146"/>
              <a:ext cx="86693" cy="217260"/>
            </a:xfrm>
            <a:custGeom>
              <a:avLst/>
              <a:gdLst>
                <a:gd name="connsiteX0" fmla="*/ 79112 w 86693"/>
                <a:gd name="connsiteY0" fmla="*/ 216297 h 217260"/>
                <a:gd name="connsiteX1" fmla="*/ 71653 w 86693"/>
                <a:gd name="connsiteY1" fmla="*/ 208886 h 217260"/>
                <a:gd name="connsiteX2" fmla="*/ 71654 w 86693"/>
                <a:gd name="connsiteY2" fmla="*/ 208762 h 217260"/>
                <a:gd name="connsiteX3" fmla="*/ 71654 w 86693"/>
                <a:gd name="connsiteY3" fmla="*/ 14948 h 217260"/>
                <a:gd name="connsiteX4" fmla="*/ 15101 w 86693"/>
                <a:gd name="connsiteY4" fmla="*/ 14948 h 217260"/>
                <a:gd name="connsiteX5" fmla="*/ 15101 w 86693"/>
                <a:gd name="connsiteY5" fmla="*/ 208762 h 217260"/>
                <a:gd name="connsiteX6" fmla="*/ 8551 w 86693"/>
                <a:gd name="connsiteY6" fmla="*/ 217198 h 217260"/>
                <a:gd name="connsiteX7" fmla="*/ 62 w 86693"/>
                <a:gd name="connsiteY7" fmla="*/ 210687 h 217260"/>
                <a:gd name="connsiteX8" fmla="*/ 62 w 86693"/>
                <a:gd name="connsiteY8" fmla="*/ 208762 h 217260"/>
                <a:gd name="connsiteX9" fmla="*/ 62 w 86693"/>
                <a:gd name="connsiteY9" fmla="*/ 7413 h 217260"/>
                <a:gd name="connsiteX10" fmla="*/ 7519 w 86693"/>
                <a:gd name="connsiteY10" fmla="*/ 0 h 217260"/>
                <a:gd name="connsiteX11" fmla="*/ 7644 w 86693"/>
                <a:gd name="connsiteY11" fmla="*/ 1 h 217260"/>
                <a:gd name="connsiteX12" fmla="*/ 79112 w 86693"/>
                <a:gd name="connsiteY12" fmla="*/ 1 h 217260"/>
                <a:gd name="connsiteX13" fmla="*/ 86693 w 86693"/>
                <a:gd name="connsiteY13" fmla="*/ 7288 h 217260"/>
                <a:gd name="connsiteX14" fmla="*/ 86694 w 86693"/>
                <a:gd name="connsiteY14" fmla="*/ 7413 h 217260"/>
                <a:gd name="connsiteX15" fmla="*/ 86694 w 86693"/>
                <a:gd name="connsiteY15" fmla="*/ 208762 h 217260"/>
                <a:gd name="connsiteX16" fmla="*/ 79112 w 86693"/>
                <a:gd name="connsiteY16" fmla="*/ 216297 h 21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6693" h="217260">
                  <a:moveTo>
                    <a:pt x="79112" y="216297"/>
                  </a:moveTo>
                  <a:cubicBezTo>
                    <a:pt x="74993" y="216297"/>
                    <a:pt x="71654" y="212979"/>
                    <a:pt x="71653" y="208886"/>
                  </a:cubicBezTo>
                  <a:cubicBezTo>
                    <a:pt x="71653" y="208845"/>
                    <a:pt x="71654" y="208803"/>
                    <a:pt x="71654" y="208762"/>
                  </a:cubicBezTo>
                  <a:lnTo>
                    <a:pt x="71654" y="14948"/>
                  </a:lnTo>
                  <a:lnTo>
                    <a:pt x="15101" y="14948"/>
                  </a:lnTo>
                  <a:lnTo>
                    <a:pt x="15101" y="208762"/>
                  </a:lnTo>
                  <a:cubicBezTo>
                    <a:pt x="15637" y="212889"/>
                    <a:pt x="12704" y="216666"/>
                    <a:pt x="8551" y="217198"/>
                  </a:cubicBezTo>
                  <a:cubicBezTo>
                    <a:pt x="4398" y="217729"/>
                    <a:pt x="597" y="214815"/>
                    <a:pt x="62" y="210687"/>
                  </a:cubicBezTo>
                  <a:cubicBezTo>
                    <a:pt x="-21" y="210048"/>
                    <a:pt x="-21" y="209401"/>
                    <a:pt x="62" y="208762"/>
                  </a:cubicBezTo>
                  <a:lnTo>
                    <a:pt x="62" y="7413"/>
                  </a:lnTo>
                  <a:cubicBezTo>
                    <a:pt x="62" y="3319"/>
                    <a:pt x="3400" y="1"/>
                    <a:pt x="7519" y="0"/>
                  </a:cubicBezTo>
                  <a:cubicBezTo>
                    <a:pt x="7560" y="0"/>
                    <a:pt x="7602" y="0"/>
                    <a:pt x="7644" y="1"/>
                  </a:cubicBezTo>
                  <a:lnTo>
                    <a:pt x="79112" y="1"/>
                  </a:lnTo>
                  <a:cubicBezTo>
                    <a:pt x="83230" y="-67"/>
                    <a:pt x="86624" y="3195"/>
                    <a:pt x="86693" y="7288"/>
                  </a:cubicBezTo>
                  <a:cubicBezTo>
                    <a:pt x="86693" y="7330"/>
                    <a:pt x="86694" y="7371"/>
                    <a:pt x="86694" y="7413"/>
                  </a:cubicBezTo>
                  <a:lnTo>
                    <a:pt x="86694" y="208762"/>
                  </a:lnTo>
                  <a:cubicBezTo>
                    <a:pt x="86694" y="212923"/>
                    <a:pt x="83299" y="216297"/>
                    <a:pt x="79112" y="21629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43CAB8FB-18F9-1242-BEA9-4AE8B07928F5}"/>
                </a:ext>
              </a:extLst>
            </p:cNvPr>
            <p:cNvSpPr/>
            <p:nvPr/>
          </p:nvSpPr>
          <p:spPr>
            <a:xfrm>
              <a:off x="6042556" y="2168759"/>
              <a:ext cx="86693" cy="247646"/>
            </a:xfrm>
            <a:custGeom>
              <a:avLst/>
              <a:gdLst>
                <a:gd name="connsiteX0" fmla="*/ 79112 w 86693"/>
                <a:gd name="connsiteY0" fmla="*/ 246683 h 247646"/>
                <a:gd name="connsiteX1" fmla="*/ 71653 w 86693"/>
                <a:gd name="connsiteY1" fmla="*/ 239273 h 247646"/>
                <a:gd name="connsiteX2" fmla="*/ 71654 w 86693"/>
                <a:gd name="connsiteY2" fmla="*/ 239148 h 247646"/>
                <a:gd name="connsiteX3" fmla="*/ 71654 w 86693"/>
                <a:gd name="connsiteY3" fmla="*/ 15317 h 247646"/>
                <a:gd name="connsiteX4" fmla="*/ 15101 w 86693"/>
                <a:gd name="connsiteY4" fmla="*/ 15317 h 247646"/>
                <a:gd name="connsiteX5" fmla="*/ 15101 w 86693"/>
                <a:gd name="connsiteY5" fmla="*/ 239148 h 247646"/>
                <a:gd name="connsiteX6" fmla="*/ 8551 w 86693"/>
                <a:gd name="connsiteY6" fmla="*/ 247584 h 247646"/>
                <a:gd name="connsiteX7" fmla="*/ 62 w 86693"/>
                <a:gd name="connsiteY7" fmla="*/ 241074 h 247646"/>
                <a:gd name="connsiteX8" fmla="*/ 62 w 86693"/>
                <a:gd name="connsiteY8" fmla="*/ 239148 h 247646"/>
                <a:gd name="connsiteX9" fmla="*/ 62 w 86693"/>
                <a:gd name="connsiteY9" fmla="*/ 7535 h 247646"/>
                <a:gd name="connsiteX10" fmla="*/ 7644 w 86693"/>
                <a:gd name="connsiteY10" fmla="*/ 0 h 247646"/>
                <a:gd name="connsiteX11" fmla="*/ 79112 w 86693"/>
                <a:gd name="connsiteY11" fmla="*/ 0 h 247646"/>
                <a:gd name="connsiteX12" fmla="*/ 86694 w 86693"/>
                <a:gd name="connsiteY12" fmla="*/ 7535 h 247646"/>
                <a:gd name="connsiteX13" fmla="*/ 86694 w 86693"/>
                <a:gd name="connsiteY13" fmla="*/ 239148 h 247646"/>
                <a:gd name="connsiteX14" fmla="*/ 79112 w 86693"/>
                <a:gd name="connsiteY14" fmla="*/ 246683 h 247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693" h="247646">
                  <a:moveTo>
                    <a:pt x="79112" y="246683"/>
                  </a:moveTo>
                  <a:cubicBezTo>
                    <a:pt x="74993" y="246684"/>
                    <a:pt x="71654" y="243366"/>
                    <a:pt x="71653" y="239273"/>
                  </a:cubicBezTo>
                  <a:cubicBezTo>
                    <a:pt x="71653" y="239231"/>
                    <a:pt x="71654" y="239190"/>
                    <a:pt x="71654" y="239148"/>
                  </a:cubicBezTo>
                  <a:lnTo>
                    <a:pt x="71654" y="15317"/>
                  </a:lnTo>
                  <a:lnTo>
                    <a:pt x="15101" y="15317"/>
                  </a:lnTo>
                  <a:lnTo>
                    <a:pt x="15101" y="239148"/>
                  </a:lnTo>
                  <a:cubicBezTo>
                    <a:pt x="15637" y="243276"/>
                    <a:pt x="12704" y="247053"/>
                    <a:pt x="8551" y="247584"/>
                  </a:cubicBezTo>
                  <a:cubicBezTo>
                    <a:pt x="4398" y="248116"/>
                    <a:pt x="597" y="245201"/>
                    <a:pt x="62" y="241074"/>
                  </a:cubicBezTo>
                  <a:cubicBezTo>
                    <a:pt x="-21" y="240434"/>
                    <a:pt x="-21" y="239787"/>
                    <a:pt x="62" y="239148"/>
                  </a:cubicBezTo>
                  <a:lnTo>
                    <a:pt x="62" y="7535"/>
                  </a:lnTo>
                  <a:cubicBezTo>
                    <a:pt x="62" y="3374"/>
                    <a:pt x="3457" y="0"/>
                    <a:pt x="7644" y="0"/>
                  </a:cubicBezTo>
                  <a:lnTo>
                    <a:pt x="79112" y="0"/>
                  </a:lnTo>
                  <a:cubicBezTo>
                    <a:pt x="83299" y="0"/>
                    <a:pt x="86694" y="3374"/>
                    <a:pt x="86694" y="7535"/>
                  </a:cubicBezTo>
                  <a:lnTo>
                    <a:pt x="86694" y="239148"/>
                  </a:lnTo>
                  <a:cubicBezTo>
                    <a:pt x="86694" y="243310"/>
                    <a:pt x="83299" y="246683"/>
                    <a:pt x="79112" y="2466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C675960-99B2-1E4F-A57C-A77A448E309D}"/>
                </a:ext>
              </a:extLst>
            </p:cNvPr>
            <p:cNvSpPr/>
            <p:nvPr/>
          </p:nvSpPr>
          <p:spPr>
            <a:xfrm>
              <a:off x="6170638" y="2139237"/>
              <a:ext cx="86632" cy="276207"/>
            </a:xfrm>
            <a:custGeom>
              <a:avLst/>
              <a:gdLst>
                <a:gd name="connsiteX0" fmla="*/ 7459 w 86632"/>
                <a:gd name="connsiteY0" fmla="*/ 276206 h 276207"/>
                <a:gd name="connsiteX1" fmla="*/ 0 w 86632"/>
                <a:gd name="connsiteY1" fmla="*/ 268796 h 276207"/>
                <a:gd name="connsiteX2" fmla="*/ 1 w 86632"/>
                <a:gd name="connsiteY2" fmla="*/ 268671 h 276207"/>
                <a:gd name="connsiteX3" fmla="*/ 1 w 86632"/>
                <a:gd name="connsiteY3" fmla="*/ 7535 h 276207"/>
                <a:gd name="connsiteX4" fmla="*/ 7333 w 86632"/>
                <a:gd name="connsiteY4" fmla="*/ 1 h 276207"/>
                <a:gd name="connsiteX5" fmla="*/ 7459 w 86632"/>
                <a:gd name="connsiteY5" fmla="*/ 0 h 276207"/>
                <a:gd name="connsiteX6" fmla="*/ 79051 w 86632"/>
                <a:gd name="connsiteY6" fmla="*/ 0 h 276207"/>
                <a:gd name="connsiteX7" fmla="*/ 86633 w 86632"/>
                <a:gd name="connsiteY7" fmla="*/ 7535 h 276207"/>
                <a:gd name="connsiteX8" fmla="*/ 86633 w 86632"/>
                <a:gd name="connsiteY8" fmla="*/ 60528 h 276207"/>
                <a:gd name="connsiteX9" fmla="*/ 79051 w 86632"/>
                <a:gd name="connsiteY9" fmla="*/ 68063 h 276207"/>
                <a:gd name="connsiteX10" fmla="*/ 71469 w 86632"/>
                <a:gd name="connsiteY10" fmla="*/ 60528 h 276207"/>
                <a:gd name="connsiteX11" fmla="*/ 71469 w 86632"/>
                <a:gd name="connsiteY11" fmla="*/ 14947 h 276207"/>
                <a:gd name="connsiteX12" fmla="*/ 15165 w 86632"/>
                <a:gd name="connsiteY12" fmla="*/ 14947 h 276207"/>
                <a:gd name="connsiteX13" fmla="*/ 15165 w 86632"/>
                <a:gd name="connsiteY13" fmla="*/ 268671 h 276207"/>
                <a:gd name="connsiteX14" fmla="*/ 7584 w 86632"/>
                <a:gd name="connsiteY14" fmla="*/ 276207 h 276207"/>
                <a:gd name="connsiteX15" fmla="*/ 7459 w 86632"/>
                <a:gd name="connsiteY15" fmla="*/ 276206 h 27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32" h="276207">
                  <a:moveTo>
                    <a:pt x="7459" y="276206"/>
                  </a:moveTo>
                  <a:cubicBezTo>
                    <a:pt x="3340" y="276207"/>
                    <a:pt x="1" y="272889"/>
                    <a:pt x="0" y="268796"/>
                  </a:cubicBezTo>
                  <a:cubicBezTo>
                    <a:pt x="0" y="268754"/>
                    <a:pt x="0" y="268713"/>
                    <a:pt x="1" y="268671"/>
                  </a:cubicBezTo>
                  <a:lnTo>
                    <a:pt x="1" y="7535"/>
                  </a:lnTo>
                  <a:cubicBezTo>
                    <a:pt x="-68" y="3442"/>
                    <a:pt x="3215" y="69"/>
                    <a:pt x="7333" y="1"/>
                  </a:cubicBezTo>
                  <a:cubicBezTo>
                    <a:pt x="7375" y="0"/>
                    <a:pt x="7417" y="0"/>
                    <a:pt x="7459" y="0"/>
                  </a:cubicBezTo>
                  <a:lnTo>
                    <a:pt x="79051" y="0"/>
                  </a:lnTo>
                  <a:cubicBezTo>
                    <a:pt x="83238" y="0"/>
                    <a:pt x="86633" y="3374"/>
                    <a:pt x="86633" y="7535"/>
                  </a:cubicBezTo>
                  <a:lnTo>
                    <a:pt x="86633" y="60528"/>
                  </a:lnTo>
                  <a:cubicBezTo>
                    <a:pt x="86633" y="64690"/>
                    <a:pt x="83238" y="68063"/>
                    <a:pt x="79051" y="68063"/>
                  </a:cubicBezTo>
                  <a:cubicBezTo>
                    <a:pt x="74863" y="68063"/>
                    <a:pt x="71469" y="64690"/>
                    <a:pt x="71469" y="60528"/>
                  </a:cubicBezTo>
                  <a:lnTo>
                    <a:pt x="71469" y="14947"/>
                  </a:lnTo>
                  <a:lnTo>
                    <a:pt x="15165" y="14947"/>
                  </a:lnTo>
                  <a:lnTo>
                    <a:pt x="15165" y="268671"/>
                  </a:lnTo>
                  <a:cubicBezTo>
                    <a:pt x="15165" y="272833"/>
                    <a:pt x="11771" y="276207"/>
                    <a:pt x="7584" y="276207"/>
                  </a:cubicBezTo>
                  <a:cubicBezTo>
                    <a:pt x="7542" y="276207"/>
                    <a:pt x="7500" y="276207"/>
                    <a:pt x="7459" y="276206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AF76BB4-B2C3-044F-B787-E6BBE0F38048}"/>
                </a:ext>
              </a:extLst>
            </p:cNvPr>
            <p:cNvSpPr/>
            <p:nvPr/>
          </p:nvSpPr>
          <p:spPr>
            <a:xfrm>
              <a:off x="6242107" y="2327862"/>
              <a:ext cx="15163" cy="37428"/>
            </a:xfrm>
            <a:custGeom>
              <a:avLst/>
              <a:gdLst>
                <a:gd name="connsiteX0" fmla="*/ 7582 w 15163"/>
                <a:gd name="connsiteY0" fmla="*/ 37429 h 37428"/>
                <a:gd name="connsiteX1" fmla="*/ 0 w 15163"/>
                <a:gd name="connsiteY1" fmla="*/ 30017 h 37428"/>
                <a:gd name="connsiteX2" fmla="*/ 0 w 15163"/>
                <a:gd name="connsiteY2" fmla="*/ 7535 h 37428"/>
                <a:gd name="connsiteX3" fmla="*/ 7582 w 15163"/>
                <a:gd name="connsiteY3" fmla="*/ 0 h 37428"/>
                <a:gd name="connsiteX4" fmla="*/ 15164 w 15163"/>
                <a:gd name="connsiteY4" fmla="*/ 7535 h 37428"/>
                <a:gd name="connsiteX5" fmla="*/ 15164 w 15163"/>
                <a:gd name="connsiteY5" fmla="*/ 30017 h 37428"/>
                <a:gd name="connsiteX6" fmla="*/ 7582 w 15163"/>
                <a:gd name="connsiteY6" fmla="*/ 37429 h 3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37428">
                  <a:moveTo>
                    <a:pt x="7582" y="37429"/>
                  </a:moveTo>
                  <a:cubicBezTo>
                    <a:pt x="3443" y="37429"/>
                    <a:pt x="68" y="34130"/>
                    <a:pt x="0" y="30017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30017"/>
                  </a:lnTo>
                  <a:cubicBezTo>
                    <a:pt x="15096" y="34130"/>
                    <a:pt x="11721" y="37429"/>
                    <a:pt x="7582" y="3742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7AC0CFC2-9E29-E749-9755-DBDBFEA0C208}"/>
                </a:ext>
              </a:extLst>
            </p:cNvPr>
            <p:cNvSpPr/>
            <p:nvPr/>
          </p:nvSpPr>
          <p:spPr>
            <a:xfrm>
              <a:off x="6242107" y="2252387"/>
              <a:ext cx="15163" cy="52745"/>
            </a:xfrm>
            <a:custGeom>
              <a:avLst/>
              <a:gdLst>
                <a:gd name="connsiteX0" fmla="*/ 7582 w 15163"/>
                <a:gd name="connsiteY0" fmla="*/ 52746 h 52745"/>
                <a:gd name="connsiteX1" fmla="*/ 0 w 15163"/>
                <a:gd name="connsiteY1" fmla="*/ 45211 h 52745"/>
                <a:gd name="connsiteX2" fmla="*/ 0 w 15163"/>
                <a:gd name="connsiteY2" fmla="*/ 7535 h 52745"/>
                <a:gd name="connsiteX3" fmla="*/ 7582 w 15163"/>
                <a:gd name="connsiteY3" fmla="*/ 0 h 52745"/>
                <a:gd name="connsiteX4" fmla="*/ 15164 w 15163"/>
                <a:gd name="connsiteY4" fmla="*/ 7535 h 52745"/>
                <a:gd name="connsiteX5" fmla="*/ 15164 w 15163"/>
                <a:gd name="connsiteY5" fmla="*/ 45211 h 52745"/>
                <a:gd name="connsiteX6" fmla="*/ 7582 w 15163"/>
                <a:gd name="connsiteY6" fmla="*/ 52746 h 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52745">
                  <a:moveTo>
                    <a:pt x="7582" y="52746"/>
                  </a:moveTo>
                  <a:cubicBezTo>
                    <a:pt x="3395" y="52746"/>
                    <a:pt x="0" y="49372"/>
                    <a:pt x="0" y="45211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45211"/>
                  </a:lnTo>
                  <a:cubicBezTo>
                    <a:pt x="15164" y="49372"/>
                    <a:pt x="11769" y="52746"/>
                    <a:pt x="7582" y="52746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F2D5EA5-157A-5C44-AF32-3666B946C770}"/>
                </a:ext>
              </a:extLst>
            </p:cNvPr>
            <p:cNvSpPr/>
            <p:nvPr/>
          </p:nvSpPr>
          <p:spPr>
            <a:xfrm>
              <a:off x="6242107" y="2192230"/>
              <a:ext cx="15163" cy="37428"/>
            </a:xfrm>
            <a:custGeom>
              <a:avLst/>
              <a:gdLst>
                <a:gd name="connsiteX0" fmla="*/ 7582 w 15163"/>
                <a:gd name="connsiteY0" fmla="*/ 37429 h 37428"/>
                <a:gd name="connsiteX1" fmla="*/ 0 w 15163"/>
                <a:gd name="connsiteY1" fmla="*/ 29894 h 37428"/>
                <a:gd name="connsiteX2" fmla="*/ 0 w 15163"/>
                <a:gd name="connsiteY2" fmla="*/ 7535 h 37428"/>
                <a:gd name="connsiteX3" fmla="*/ 7582 w 15163"/>
                <a:gd name="connsiteY3" fmla="*/ 0 h 37428"/>
                <a:gd name="connsiteX4" fmla="*/ 15164 w 15163"/>
                <a:gd name="connsiteY4" fmla="*/ 7535 h 37428"/>
                <a:gd name="connsiteX5" fmla="*/ 15164 w 15163"/>
                <a:gd name="connsiteY5" fmla="*/ 29894 h 37428"/>
                <a:gd name="connsiteX6" fmla="*/ 7582 w 15163"/>
                <a:gd name="connsiteY6" fmla="*/ 37429 h 3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37428">
                  <a:moveTo>
                    <a:pt x="7582" y="37429"/>
                  </a:moveTo>
                  <a:cubicBezTo>
                    <a:pt x="3395" y="37429"/>
                    <a:pt x="0" y="34055"/>
                    <a:pt x="0" y="29894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29894"/>
                  </a:lnTo>
                  <a:cubicBezTo>
                    <a:pt x="15164" y="34055"/>
                    <a:pt x="11769" y="37429"/>
                    <a:pt x="7582" y="3742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4AB1A9C2-0C32-A142-81E4-84399FC48850}"/>
                </a:ext>
              </a:extLst>
            </p:cNvPr>
            <p:cNvSpPr/>
            <p:nvPr/>
          </p:nvSpPr>
          <p:spPr>
            <a:xfrm>
              <a:off x="6242107" y="2350344"/>
              <a:ext cx="15163" cy="65098"/>
            </a:xfrm>
            <a:custGeom>
              <a:avLst/>
              <a:gdLst>
                <a:gd name="connsiteX0" fmla="*/ 7582 w 15163"/>
                <a:gd name="connsiteY0" fmla="*/ 65099 h 65098"/>
                <a:gd name="connsiteX1" fmla="*/ 0 w 15163"/>
                <a:gd name="connsiteY1" fmla="*/ 57564 h 65098"/>
                <a:gd name="connsiteX2" fmla="*/ 0 w 15163"/>
                <a:gd name="connsiteY2" fmla="*/ 7535 h 65098"/>
                <a:gd name="connsiteX3" fmla="*/ 7582 w 15163"/>
                <a:gd name="connsiteY3" fmla="*/ 0 h 65098"/>
                <a:gd name="connsiteX4" fmla="*/ 15164 w 15163"/>
                <a:gd name="connsiteY4" fmla="*/ 7535 h 65098"/>
                <a:gd name="connsiteX5" fmla="*/ 15164 w 15163"/>
                <a:gd name="connsiteY5" fmla="*/ 57564 h 65098"/>
                <a:gd name="connsiteX6" fmla="*/ 7582 w 15163"/>
                <a:gd name="connsiteY6" fmla="*/ 65099 h 6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65098">
                  <a:moveTo>
                    <a:pt x="7582" y="65099"/>
                  </a:moveTo>
                  <a:cubicBezTo>
                    <a:pt x="3395" y="65099"/>
                    <a:pt x="0" y="61725"/>
                    <a:pt x="0" y="57564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57564"/>
                  </a:lnTo>
                  <a:cubicBezTo>
                    <a:pt x="15164" y="61725"/>
                    <a:pt x="11769" y="65099"/>
                    <a:pt x="7582" y="6509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7" name="Graphic 52">
            <a:extLst>
              <a:ext uri="{FF2B5EF4-FFF2-40B4-BE49-F238E27FC236}">
                <a16:creationId xmlns:a16="http://schemas.microsoft.com/office/drawing/2014/main" id="{49740530-8C29-AD4F-B624-7C4155F6AFA7}"/>
              </a:ext>
            </a:extLst>
          </p:cNvPr>
          <p:cNvGrpSpPr>
            <a:grpSpLocks noChangeAspect="1"/>
          </p:cNvGrpSpPr>
          <p:nvPr/>
        </p:nvGrpSpPr>
        <p:grpSpPr>
          <a:xfrm>
            <a:off x="5857206" y="5152094"/>
            <a:ext cx="453441" cy="344530"/>
            <a:chOff x="5857206" y="2130527"/>
            <a:chExt cx="453441" cy="344530"/>
          </a:xfrm>
          <a:solidFill>
            <a:srgbClr val="FFFFFF"/>
          </a:solidFill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F4099A7-70A3-A346-92C2-511F49AE073F}"/>
                </a:ext>
              </a:extLst>
            </p:cNvPr>
            <p:cNvSpPr/>
            <p:nvPr/>
          </p:nvSpPr>
          <p:spPr>
            <a:xfrm>
              <a:off x="5871181" y="2146186"/>
              <a:ext cx="114533" cy="328809"/>
            </a:xfrm>
            <a:custGeom>
              <a:avLst/>
              <a:gdLst>
                <a:gd name="connsiteX0" fmla="*/ 107131 w 114533"/>
                <a:gd name="connsiteY0" fmla="*/ 328808 h 328809"/>
                <a:gd name="connsiteX1" fmla="*/ 7587 w 114533"/>
                <a:gd name="connsiteY1" fmla="*/ 328808 h 328809"/>
                <a:gd name="connsiteX2" fmla="*/ 64 w 114533"/>
                <a:gd name="connsiteY2" fmla="*/ 321422 h 328809"/>
                <a:gd name="connsiteX3" fmla="*/ 63 w 114533"/>
                <a:gd name="connsiteY3" fmla="*/ 321296 h 328809"/>
                <a:gd name="connsiteX4" fmla="*/ 63 w 114533"/>
                <a:gd name="connsiteY4" fmla="*/ 226009 h 328809"/>
                <a:gd name="connsiteX5" fmla="*/ 6564 w 114533"/>
                <a:gd name="connsiteY5" fmla="*/ 217457 h 328809"/>
                <a:gd name="connsiteX6" fmla="*/ 14988 w 114533"/>
                <a:gd name="connsiteY6" fmla="*/ 224057 h 328809"/>
                <a:gd name="connsiteX7" fmla="*/ 14988 w 114533"/>
                <a:gd name="connsiteY7" fmla="*/ 226009 h 328809"/>
                <a:gd name="connsiteX8" fmla="*/ 14988 w 114533"/>
                <a:gd name="connsiteY8" fmla="*/ 313658 h 328809"/>
                <a:gd name="connsiteX9" fmla="*/ 99607 w 114533"/>
                <a:gd name="connsiteY9" fmla="*/ 313658 h 328809"/>
                <a:gd name="connsiteX10" fmla="*/ 99607 w 114533"/>
                <a:gd name="connsiteY10" fmla="*/ 15276 h 328809"/>
                <a:gd name="connsiteX11" fmla="*/ 14988 w 114533"/>
                <a:gd name="connsiteY11" fmla="*/ 15276 h 328809"/>
                <a:gd name="connsiteX12" fmla="*/ 14988 w 114533"/>
                <a:gd name="connsiteY12" fmla="*/ 79385 h 328809"/>
                <a:gd name="connsiteX13" fmla="*/ 6564 w 114533"/>
                <a:gd name="connsiteY13" fmla="*/ 85984 h 328809"/>
                <a:gd name="connsiteX14" fmla="*/ 63 w 114533"/>
                <a:gd name="connsiteY14" fmla="*/ 79385 h 328809"/>
                <a:gd name="connsiteX15" fmla="*/ 63 w 114533"/>
                <a:gd name="connsiteY15" fmla="*/ 7638 h 328809"/>
                <a:gd name="connsiteX16" fmla="*/ 7587 w 114533"/>
                <a:gd name="connsiteY16" fmla="*/ 0 h 328809"/>
                <a:gd name="connsiteX17" fmla="*/ 107131 w 114533"/>
                <a:gd name="connsiteY17" fmla="*/ 0 h 328809"/>
                <a:gd name="connsiteX18" fmla="*/ 114534 w 114533"/>
                <a:gd name="connsiteY18" fmla="*/ 7512 h 328809"/>
                <a:gd name="connsiteX19" fmla="*/ 114533 w 114533"/>
                <a:gd name="connsiteY19" fmla="*/ 7638 h 328809"/>
                <a:gd name="connsiteX20" fmla="*/ 114533 w 114533"/>
                <a:gd name="connsiteY20" fmla="*/ 321296 h 328809"/>
                <a:gd name="connsiteX21" fmla="*/ 107131 w 114533"/>
                <a:gd name="connsiteY21" fmla="*/ 328808 h 328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4533" h="328809">
                  <a:moveTo>
                    <a:pt x="107131" y="328808"/>
                  </a:moveTo>
                  <a:lnTo>
                    <a:pt x="7587" y="328808"/>
                  </a:lnTo>
                  <a:cubicBezTo>
                    <a:pt x="3500" y="328877"/>
                    <a:pt x="132" y="325570"/>
                    <a:pt x="64" y="321422"/>
                  </a:cubicBezTo>
                  <a:cubicBezTo>
                    <a:pt x="63" y="321380"/>
                    <a:pt x="62" y="321338"/>
                    <a:pt x="63" y="321296"/>
                  </a:cubicBezTo>
                  <a:lnTo>
                    <a:pt x="63" y="226009"/>
                  </a:lnTo>
                  <a:cubicBezTo>
                    <a:pt x="-468" y="221825"/>
                    <a:pt x="2442" y="217996"/>
                    <a:pt x="6564" y="217457"/>
                  </a:cubicBezTo>
                  <a:cubicBezTo>
                    <a:pt x="10685" y="216918"/>
                    <a:pt x="14457" y="219873"/>
                    <a:pt x="14988" y="224057"/>
                  </a:cubicBezTo>
                  <a:cubicBezTo>
                    <a:pt x="15070" y="224705"/>
                    <a:pt x="15070" y="225361"/>
                    <a:pt x="14988" y="226009"/>
                  </a:cubicBezTo>
                  <a:lnTo>
                    <a:pt x="14988" y="313658"/>
                  </a:lnTo>
                  <a:lnTo>
                    <a:pt x="99607" y="313658"/>
                  </a:lnTo>
                  <a:lnTo>
                    <a:pt x="99607" y="15276"/>
                  </a:lnTo>
                  <a:lnTo>
                    <a:pt x="14988" y="15276"/>
                  </a:lnTo>
                  <a:lnTo>
                    <a:pt x="14988" y="79385"/>
                  </a:lnTo>
                  <a:cubicBezTo>
                    <a:pt x="14457" y="83569"/>
                    <a:pt x="10685" y="86523"/>
                    <a:pt x="6564" y="85984"/>
                  </a:cubicBezTo>
                  <a:cubicBezTo>
                    <a:pt x="3171" y="85540"/>
                    <a:pt x="500" y="82829"/>
                    <a:pt x="63" y="79385"/>
                  </a:cubicBezTo>
                  <a:lnTo>
                    <a:pt x="63" y="7638"/>
                  </a:lnTo>
                  <a:cubicBezTo>
                    <a:pt x="63" y="3420"/>
                    <a:pt x="3431" y="0"/>
                    <a:pt x="7587" y="0"/>
                  </a:cubicBezTo>
                  <a:lnTo>
                    <a:pt x="107131" y="0"/>
                  </a:lnTo>
                  <a:cubicBezTo>
                    <a:pt x="111219" y="-1"/>
                    <a:pt x="114533" y="3363"/>
                    <a:pt x="114534" y="7512"/>
                  </a:cubicBezTo>
                  <a:cubicBezTo>
                    <a:pt x="114534" y="7554"/>
                    <a:pt x="114533" y="7596"/>
                    <a:pt x="114533" y="7638"/>
                  </a:cubicBezTo>
                  <a:lnTo>
                    <a:pt x="114533" y="321296"/>
                  </a:lnTo>
                  <a:cubicBezTo>
                    <a:pt x="114533" y="325445"/>
                    <a:pt x="111219" y="328808"/>
                    <a:pt x="107131" y="32880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F6C14C2-CB5B-4C43-AC21-13DDA892D372}"/>
                </a:ext>
              </a:extLst>
            </p:cNvPr>
            <p:cNvSpPr/>
            <p:nvPr/>
          </p:nvSpPr>
          <p:spPr>
            <a:xfrm>
              <a:off x="5871244" y="2342743"/>
              <a:ext cx="14925" cy="37089"/>
            </a:xfrm>
            <a:custGeom>
              <a:avLst/>
              <a:gdLst>
                <a:gd name="connsiteX0" fmla="*/ 7524 w 14925"/>
                <a:gd name="connsiteY0" fmla="*/ 37090 h 37089"/>
                <a:gd name="connsiteX1" fmla="*/ 0 w 14925"/>
                <a:gd name="connsiteY1" fmla="*/ 29452 h 37089"/>
                <a:gd name="connsiteX2" fmla="*/ 0 w 14925"/>
                <a:gd name="connsiteY2" fmla="*/ 6663 h 37089"/>
                <a:gd name="connsiteX3" fmla="*/ 8424 w 14925"/>
                <a:gd name="connsiteY3" fmla="*/ 63 h 37089"/>
                <a:gd name="connsiteX4" fmla="*/ 14926 w 14925"/>
                <a:gd name="connsiteY4" fmla="*/ 6663 h 37089"/>
                <a:gd name="connsiteX5" fmla="*/ 14926 w 14925"/>
                <a:gd name="connsiteY5" fmla="*/ 29452 h 37089"/>
                <a:gd name="connsiteX6" fmla="*/ 7524 w 14925"/>
                <a:gd name="connsiteY6" fmla="*/ 37090 h 3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25" h="37089">
                  <a:moveTo>
                    <a:pt x="7524" y="37090"/>
                  </a:moveTo>
                  <a:cubicBezTo>
                    <a:pt x="3369" y="37090"/>
                    <a:pt x="0" y="33670"/>
                    <a:pt x="0" y="29452"/>
                  </a:cubicBezTo>
                  <a:lnTo>
                    <a:pt x="0" y="6663"/>
                  </a:lnTo>
                  <a:cubicBezTo>
                    <a:pt x="531" y="2479"/>
                    <a:pt x="4303" y="-476"/>
                    <a:pt x="8424" y="63"/>
                  </a:cubicBezTo>
                  <a:cubicBezTo>
                    <a:pt x="11817" y="507"/>
                    <a:pt x="14488" y="3219"/>
                    <a:pt x="14926" y="6663"/>
                  </a:cubicBezTo>
                  <a:lnTo>
                    <a:pt x="14926" y="29452"/>
                  </a:lnTo>
                  <a:cubicBezTo>
                    <a:pt x="14926" y="33622"/>
                    <a:pt x="11632" y="37021"/>
                    <a:pt x="7524" y="3709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88166E78-1942-1946-80BA-D7DDCD542892}"/>
                </a:ext>
              </a:extLst>
            </p:cNvPr>
            <p:cNvSpPr/>
            <p:nvPr/>
          </p:nvSpPr>
          <p:spPr>
            <a:xfrm>
              <a:off x="5871181" y="2273427"/>
              <a:ext cx="15049" cy="49934"/>
            </a:xfrm>
            <a:custGeom>
              <a:avLst/>
              <a:gdLst>
                <a:gd name="connsiteX0" fmla="*/ 7587 w 15049"/>
                <a:gd name="connsiteY0" fmla="*/ 49935 h 49934"/>
                <a:gd name="connsiteX1" fmla="*/ 63 w 15049"/>
                <a:gd name="connsiteY1" fmla="*/ 42297 h 49934"/>
                <a:gd name="connsiteX2" fmla="*/ 63 w 15049"/>
                <a:gd name="connsiteY2" fmla="*/ 8615 h 49934"/>
                <a:gd name="connsiteX3" fmla="*/ 6564 w 15049"/>
                <a:gd name="connsiteY3" fmla="*/ 63 h 49934"/>
                <a:gd name="connsiteX4" fmla="*/ 14988 w 15049"/>
                <a:gd name="connsiteY4" fmla="*/ 6663 h 49934"/>
                <a:gd name="connsiteX5" fmla="*/ 14988 w 15049"/>
                <a:gd name="connsiteY5" fmla="*/ 8615 h 49934"/>
                <a:gd name="connsiteX6" fmla="*/ 14988 w 15049"/>
                <a:gd name="connsiteY6" fmla="*/ 42297 h 49934"/>
                <a:gd name="connsiteX7" fmla="*/ 7587 w 15049"/>
                <a:gd name="connsiteY7" fmla="*/ 49935 h 4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9" h="49934">
                  <a:moveTo>
                    <a:pt x="7587" y="49935"/>
                  </a:moveTo>
                  <a:cubicBezTo>
                    <a:pt x="3431" y="49935"/>
                    <a:pt x="63" y="46515"/>
                    <a:pt x="63" y="42297"/>
                  </a:cubicBezTo>
                  <a:lnTo>
                    <a:pt x="63" y="8615"/>
                  </a:lnTo>
                  <a:cubicBezTo>
                    <a:pt x="-468" y="4431"/>
                    <a:pt x="2442" y="602"/>
                    <a:pt x="6564" y="63"/>
                  </a:cubicBezTo>
                  <a:cubicBezTo>
                    <a:pt x="10685" y="-476"/>
                    <a:pt x="14457" y="2479"/>
                    <a:pt x="14988" y="6663"/>
                  </a:cubicBezTo>
                  <a:cubicBezTo>
                    <a:pt x="15070" y="7311"/>
                    <a:pt x="15070" y="7967"/>
                    <a:pt x="14988" y="8615"/>
                  </a:cubicBezTo>
                  <a:lnTo>
                    <a:pt x="14988" y="42297"/>
                  </a:lnTo>
                  <a:cubicBezTo>
                    <a:pt x="14989" y="46467"/>
                    <a:pt x="11694" y="49867"/>
                    <a:pt x="7587" y="4993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5BF881E6-6EC3-8A4D-9C0A-7D820F825A01}"/>
                </a:ext>
              </a:extLst>
            </p:cNvPr>
            <p:cNvSpPr/>
            <p:nvPr/>
          </p:nvSpPr>
          <p:spPr>
            <a:xfrm>
              <a:off x="5871181" y="2216956"/>
              <a:ext cx="15049" cy="39041"/>
            </a:xfrm>
            <a:custGeom>
              <a:avLst/>
              <a:gdLst>
                <a:gd name="connsiteX0" fmla="*/ 7587 w 15049"/>
                <a:gd name="connsiteY0" fmla="*/ 39041 h 39041"/>
                <a:gd name="connsiteX1" fmla="*/ 63 w 15049"/>
                <a:gd name="connsiteY1" fmla="*/ 31403 h 39041"/>
                <a:gd name="connsiteX2" fmla="*/ 63 w 15049"/>
                <a:gd name="connsiteY2" fmla="*/ 8615 h 39041"/>
                <a:gd name="connsiteX3" fmla="*/ 6564 w 15049"/>
                <a:gd name="connsiteY3" fmla="*/ 63 h 39041"/>
                <a:gd name="connsiteX4" fmla="*/ 14988 w 15049"/>
                <a:gd name="connsiteY4" fmla="*/ 6663 h 39041"/>
                <a:gd name="connsiteX5" fmla="*/ 14988 w 15049"/>
                <a:gd name="connsiteY5" fmla="*/ 8615 h 39041"/>
                <a:gd name="connsiteX6" fmla="*/ 14988 w 15049"/>
                <a:gd name="connsiteY6" fmla="*/ 31278 h 39041"/>
                <a:gd name="connsiteX7" fmla="*/ 7838 w 15049"/>
                <a:gd name="connsiteY7" fmla="*/ 39037 h 39041"/>
                <a:gd name="connsiteX8" fmla="*/ 7587 w 15049"/>
                <a:gd name="connsiteY8" fmla="*/ 39041 h 3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49" h="39041">
                  <a:moveTo>
                    <a:pt x="7587" y="39041"/>
                  </a:moveTo>
                  <a:cubicBezTo>
                    <a:pt x="3431" y="39041"/>
                    <a:pt x="63" y="35622"/>
                    <a:pt x="63" y="31403"/>
                  </a:cubicBezTo>
                  <a:lnTo>
                    <a:pt x="63" y="8615"/>
                  </a:lnTo>
                  <a:cubicBezTo>
                    <a:pt x="-468" y="4431"/>
                    <a:pt x="2442" y="602"/>
                    <a:pt x="6564" y="63"/>
                  </a:cubicBezTo>
                  <a:cubicBezTo>
                    <a:pt x="10685" y="-476"/>
                    <a:pt x="14457" y="2479"/>
                    <a:pt x="14988" y="6663"/>
                  </a:cubicBezTo>
                  <a:cubicBezTo>
                    <a:pt x="15070" y="7311"/>
                    <a:pt x="15070" y="7967"/>
                    <a:pt x="14988" y="8615"/>
                  </a:cubicBezTo>
                  <a:lnTo>
                    <a:pt x="14988" y="31278"/>
                  </a:lnTo>
                  <a:cubicBezTo>
                    <a:pt x="15124" y="35425"/>
                    <a:pt x="11923" y="38899"/>
                    <a:pt x="7838" y="39037"/>
                  </a:cubicBezTo>
                  <a:cubicBezTo>
                    <a:pt x="7754" y="39040"/>
                    <a:pt x="7671" y="39041"/>
                    <a:pt x="7587" y="3904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2E23B7F5-9A74-FE47-B41B-07A8F229EFDA}"/>
                </a:ext>
              </a:extLst>
            </p:cNvPr>
            <p:cNvSpPr/>
            <p:nvPr/>
          </p:nvSpPr>
          <p:spPr>
            <a:xfrm>
              <a:off x="5893817" y="2175235"/>
              <a:ext cx="69323" cy="70369"/>
            </a:xfrm>
            <a:custGeom>
              <a:avLst/>
              <a:gdLst>
                <a:gd name="connsiteX0" fmla="*/ 34662 w 69323"/>
                <a:gd name="connsiteY0" fmla="*/ 70369 h 70369"/>
                <a:gd name="connsiteX1" fmla="*/ 0 w 69323"/>
                <a:gd name="connsiteY1" fmla="*/ 35185 h 70369"/>
                <a:gd name="connsiteX2" fmla="*/ 34662 w 69323"/>
                <a:gd name="connsiteY2" fmla="*/ 0 h 70369"/>
                <a:gd name="connsiteX3" fmla="*/ 69323 w 69323"/>
                <a:gd name="connsiteY3" fmla="*/ 35185 h 70369"/>
                <a:gd name="connsiteX4" fmla="*/ 34662 w 69323"/>
                <a:gd name="connsiteY4" fmla="*/ 70369 h 70369"/>
                <a:gd name="connsiteX5" fmla="*/ 34662 w 69323"/>
                <a:gd name="connsiteY5" fmla="*/ 15151 h 70369"/>
                <a:gd name="connsiteX6" fmla="*/ 14926 w 69323"/>
                <a:gd name="connsiteY6" fmla="*/ 35185 h 70369"/>
                <a:gd name="connsiteX7" fmla="*/ 34662 w 69323"/>
                <a:gd name="connsiteY7" fmla="*/ 55219 h 70369"/>
                <a:gd name="connsiteX8" fmla="*/ 54398 w 69323"/>
                <a:gd name="connsiteY8" fmla="*/ 35185 h 70369"/>
                <a:gd name="connsiteX9" fmla="*/ 34662 w 69323"/>
                <a:gd name="connsiteY9" fmla="*/ 15151 h 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323" h="70369">
                  <a:moveTo>
                    <a:pt x="34662" y="70369"/>
                  </a:moveTo>
                  <a:cubicBezTo>
                    <a:pt x="15519" y="70369"/>
                    <a:pt x="0" y="54617"/>
                    <a:pt x="0" y="35185"/>
                  </a:cubicBezTo>
                  <a:cubicBezTo>
                    <a:pt x="0" y="15753"/>
                    <a:pt x="15519" y="0"/>
                    <a:pt x="34662" y="0"/>
                  </a:cubicBezTo>
                  <a:cubicBezTo>
                    <a:pt x="53805" y="0"/>
                    <a:pt x="69323" y="15753"/>
                    <a:pt x="69323" y="35185"/>
                  </a:cubicBezTo>
                  <a:cubicBezTo>
                    <a:pt x="69323" y="54617"/>
                    <a:pt x="53805" y="70369"/>
                    <a:pt x="34662" y="70369"/>
                  </a:cubicBezTo>
                  <a:close/>
                  <a:moveTo>
                    <a:pt x="34662" y="15151"/>
                  </a:moveTo>
                  <a:cubicBezTo>
                    <a:pt x="23762" y="15151"/>
                    <a:pt x="14926" y="24120"/>
                    <a:pt x="14926" y="35185"/>
                  </a:cubicBezTo>
                  <a:cubicBezTo>
                    <a:pt x="14926" y="46249"/>
                    <a:pt x="23762" y="55219"/>
                    <a:pt x="34662" y="55219"/>
                  </a:cubicBezTo>
                  <a:cubicBezTo>
                    <a:pt x="45562" y="55219"/>
                    <a:pt x="54398" y="46249"/>
                    <a:pt x="54398" y="35185"/>
                  </a:cubicBezTo>
                  <a:cubicBezTo>
                    <a:pt x="54398" y="24120"/>
                    <a:pt x="45562" y="15151"/>
                    <a:pt x="34662" y="1515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7DE0889-07EE-C447-A6FF-89370F7B9301}"/>
                </a:ext>
              </a:extLst>
            </p:cNvPr>
            <p:cNvSpPr/>
            <p:nvPr/>
          </p:nvSpPr>
          <p:spPr>
            <a:xfrm>
              <a:off x="5894186" y="2263385"/>
              <a:ext cx="68707" cy="15275"/>
            </a:xfrm>
            <a:custGeom>
              <a:avLst/>
              <a:gdLst>
                <a:gd name="connsiteX0" fmla="*/ 61183 w 68707"/>
                <a:gd name="connsiteY0" fmla="*/ 15276 h 15275"/>
                <a:gd name="connsiteX1" fmla="*/ 7402 w 68707"/>
                <a:gd name="connsiteY1" fmla="*/ 15276 h 15275"/>
                <a:gd name="connsiteX2" fmla="*/ 0 w 68707"/>
                <a:gd name="connsiteY2" fmla="*/ 7764 h 15275"/>
                <a:gd name="connsiteX3" fmla="*/ 1 w 68707"/>
                <a:gd name="connsiteY3" fmla="*/ 7638 h 15275"/>
                <a:gd name="connsiteX4" fmla="*/ 7402 w 68707"/>
                <a:gd name="connsiteY4" fmla="*/ 0 h 15275"/>
                <a:gd name="connsiteX5" fmla="*/ 61183 w 68707"/>
                <a:gd name="connsiteY5" fmla="*/ 0 h 15275"/>
                <a:gd name="connsiteX6" fmla="*/ 68708 w 68707"/>
                <a:gd name="connsiteY6" fmla="*/ 7638 h 15275"/>
                <a:gd name="connsiteX7" fmla="*/ 61183 w 68707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707" h="15275">
                  <a:moveTo>
                    <a:pt x="61183" y="15276"/>
                  </a:moveTo>
                  <a:lnTo>
                    <a:pt x="7402" y="15276"/>
                  </a:lnTo>
                  <a:cubicBezTo>
                    <a:pt x="3315" y="15277"/>
                    <a:pt x="1" y="11913"/>
                    <a:pt x="0" y="7764"/>
                  </a:cubicBezTo>
                  <a:cubicBezTo>
                    <a:pt x="0" y="7722"/>
                    <a:pt x="0" y="7680"/>
                    <a:pt x="1" y="7638"/>
                  </a:cubicBezTo>
                  <a:cubicBezTo>
                    <a:pt x="0" y="3468"/>
                    <a:pt x="3295" y="68"/>
                    <a:pt x="7402" y="0"/>
                  </a:cubicBezTo>
                  <a:lnTo>
                    <a:pt x="61183" y="0"/>
                  </a:lnTo>
                  <a:cubicBezTo>
                    <a:pt x="65339" y="0"/>
                    <a:pt x="68708" y="3420"/>
                    <a:pt x="68708" y="7638"/>
                  </a:cubicBezTo>
                  <a:cubicBezTo>
                    <a:pt x="68708" y="11856"/>
                    <a:pt x="65339" y="15276"/>
                    <a:pt x="61183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F591D2BE-46C2-1244-83BA-39E527AC372C}"/>
                </a:ext>
              </a:extLst>
            </p:cNvPr>
            <p:cNvSpPr/>
            <p:nvPr/>
          </p:nvSpPr>
          <p:spPr>
            <a:xfrm>
              <a:off x="5895024" y="2290868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93D5F503-72E3-D542-A5D8-F3817DA7696D}"/>
                </a:ext>
              </a:extLst>
            </p:cNvPr>
            <p:cNvSpPr/>
            <p:nvPr/>
          </p:nvSpPr>
          <p:spPr>
            <a:xfrm>
              <a:off x="5895024" y="2318790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59F67409-1C5B-B843-9F99-0D0F0503730A}"/>
                </a:ext>
              </a:extLst>
            </p:cNvPr>
            <p:cNvSpPr/>
            <p:nvPr/>
          </p:nvSpPr>
          <p:spPr>
            <a:xfrm>
              <a:off x="5895024" y="2346462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DF3EADCB-828B-1245-9DDE-E0CC49E661A5}"/>
                </a:ext>
              </a:extLst>
            </p:cNvPr>
            <p:cNvSpPr/>
            <p:nvPr/>
          </p:nvSpPr>
          <p:spPr>
            <a:xfrm>
              <a:off x="5871244" y="2413515"/>
              <a:ext cx="114471" cy="15275"/>
            </a:xfrm>
            <a:custGeom>
              <a:avLst/>
              <a:gdLst>
                <a:gd name="connsiteX0" fmla="*/ 107069 w 114471"/>
                <a:gd name="connsiteY0" fmla="*/ 15276 h 15275"/>
                <a:gd name="connsiteX1" fmla="*/ 7524 w 114471"/>
                <a:gd name="connsiteY1" fmla="*/ 15276 h 15275"/>
                <a:gd name="connsiteX2" fmla="*/ 0 w 114471"/>
                <a:gd name="connsiteY2" fmla="*/ 7638 h 15275"/>
                <a:gd name="connsiteX3" fmla="*/ 7524 w 114471"/>
                <a:gd name="connsiteY3" fmla="*/ 0 h 15275"/>
                <a:gd name="connsiteX4" fmla="*/ 107069 w 114471"/>
                <a:gd name="connsiteY4" fmla="*/ 0 h 15275"/>
                <a:gd name="connsiteX5" fmla="*/ 114470 w 114471"/>
                <a:gd name="connsiteY5" fmla="*/ 7638 h 15275"/>
                <a:gd name="connsiteX6" fmla="*/ 107193 w 114471"/>
                <a:gd name="connsiteY6" fmla="*/ 15275 h 15275"/>
                <a:gd name="connsiteX7" fmla="*/ 107069 w 114471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471" h="15275">
                  <a:moveTo>
                    <a:pt x="107069" y="15276"/>
                  </a:moveTo>
                  <a:lnTo>
                    <a:pt x="7524" y="15276"/>
                  </a:lnTo>
                  <a:cubicBezTo>
                    <a:pt x="3369" y="15276"/>
                    <a:pt x="0" y="11856"/>
                    <a:pt x="0" y="7638"/>
                  </a:cubicBezTo>
                  <a:cubicBezTo>
                    <a:pt x="0" y="3420"/>
                    <a:pt x="3369" y="0"/>
                    <a:pt x="7524" y="0"/>
                  </a:cubicBezTo>
                  <a:lnTo>
                    <a:pt x="107069" y="0"/>
                  </a:lnTo>
                  <a:cubicBezTo>
                    <a:pt x="111176" y="68"/>
                    <a:pt x="114471" y="3468"/>
                    <a:pt x="114470" y="7638"/>
                  </a:cubicBezTo>
                  <a:cubicBezTo>
                    <a:pt x="114538" y="11787"/>
                    <a:pt x="111280" y="15206"/>
                    <a:pt x="107193" y="15275"/>
                  </a:cubicBezTo>
                  <a:cubicBezTo>
                    <a:pt x="107152" y="15276"/>
                    <a:pt x="107110" y="15276"/>
                    <a:pt x="107069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9C7A965F-ED23-1E42-B986-12462F5E7701}"/>
                </a:ext>
              </a:extLst>
            </p:cNvPr>
            <p:cNvSpPr/>
            <p:nvPr/>
          </p:nvSpPr>
          <p:spPr>
            <a:xfrm>
              <a:off x="6000146" y="2146812"/>
              <a:ext cx="114471" cy="328182"/>
            </a:xfrm>
            <a:custGeom>
              <a:avLst/>
              <a:gdLst>
                <a:gd name="connsiteX0" fmla="*/ 107069 w 114471"/>
                <a:gd name="connsiteY0" fmla="*/ 328182 h 328182"/>
                <a:gd name="connsiteX1" fmla="*/ 7524 w 114471"/>
                <a:gd name="connsiteY1" fmla="*/ 328182 h 328182"/>
                <a:gd name="connsiteX2" fmla="*/ 0 w 114471"/>
                <a:gd name="connsiteY2" fmla="*/ 320669 h 328182"/>
                <a:gd name="connsiteX3" fmla="*/ 0 w 114471"/>
                <a:gd name="connsiteY3" fmla="*/ 7638 h 328182"/>
                <a:gd name="connsiteX4" fmla="*/ 7524 w 114471"/>
                <a:gd name="connsiteY4" fmla="*/ 0 h 328182"/>
                <a:gd name="connsiteX5" fmla="*/ 107069 w 114471"/>
                <a:gd name="connsiteY5" fmla="*/ 0 h 328182"/>
                <a:gd name="connsiteX6" fmla="*/ 114471 w 114471"/>
                <a:gd name="connsiteY6" fmla="*/ 7512 h 328182"/>
                <a:gd name="connsiteX7" fmla="*/ 114470 w 114471"/>
                <a:gd name="connsiteY7" fmla="*/ 7638 h 328182"/>
                <a:gd name="connsiteX8" fmla="*/ 114470 w 114471"/>
                <a:gd name="connsiteY8" fmla="*/ 320669 h 328182"/>
                <a:gd name="connsiteX9" fmla="*/ 107069 w 114471"/>
                <a:gd name="connsiteY9" fmla="*/ 328182 h 328182"/>
                <a:gd name="connsiteX10" fmla="*/ 15049 w 114471"/>
                <a:gd name="connsiteY10" fmla="*/ 313032 h 328182"/>
                <a:gd name="connsiteX11" fmla="*/ 99545 w 114471"/>
                <a:gd name="connsiteY11" fmla="*/ 313032 h 328182"/>
                <a:gd name="connsiteX12" fmla="*/ 99545 w 114471"/>
                <a:gd name="connsiteY12" fmla="*/ 14650 h 328182"/>
                <a:gd name="connsiteX13" fmla="*/ 15049 w 114471"/>
                <a:gd name="connsiteY13" fmla="*/ 14650 h 328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471" h="328182">
                  <a:moveTo>
                    <a:pt x="107069" y="328182"/>
                  </a:moveTo>
                  <a:lnTo>
                    <a:pt x="7524" y="328182"/>
                  </a:lnTo>
                  <a:cubicBezTo>
                    <a:pt x="3416" y="328183"/>
                    <a:pt x="67" y="324839"/>
                    <a:pt x="0" y="320669"/>
                  </a:cubicBezTo>
                  <a:lnTo>
                    <a:pt x="0" y="7638"/>
                  </a:lnTo>
                  <a:cubicBezTo>
                    <a:pt x="0" y="3420"/>
                    <a:pt x="3369" y="0"/>
                    <a:pt x="7524" y="0"/>
                  </a:cubicBezTo>
                  <a:lnTo>
                    <a:pt x="107069" y="0"/>
                  </a:lnTo>
                  <a:cubicBezTo>
                    <a:pt x="111156" y="-1"/>
                    <a:pt x="114471" y="3363"/>
                    <a:pt x="114471" y="7512"/>
                  </a:cubicBezTo>
                  <a:cubicBezTo>
                    <a:pt x="114471" y="7554"/>
                    <a:pt x="114471" y="7596"/>
                    <a:pt x="114470" y="7638"/>
                  </a:cubicBezTo>
                  <a:lnTo>
                    <a:pt x="114470" y="320669"/>
                  </a:lnTo>
                  <a:cubicBezTo>
                    <a:pt x="114470" y="324819"/>
                    <a:pt x="111156" y="328182"/>
                    <a:pt x="107069" y="328182"/>
                  </a:cubicBezTo>
                  <a:close/>
                  <a:moveTo>
                    <a:pt x="15049" y="313032"/>
                  </a:moveTo>
                  <a:lnTo>
                    <a:pt x="99545" y="313032"/>
                  </a:lnTo>
                  <a:lnTo>
                    <a:pt x="99545" y="14650"/>
                  </a:lnTo>
                  <a:lnTo>
                    <a:pt x="15049" y="14650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6A73729-BEB5-9C4B-82B9-451327E00D3D}"/>
                </a:ext>
              </a:extLst>
            </p:cNvPr>
            <p:cNvSpPr/>
            <p:nvPr/>
          </p:nvSpPr>
          <p:spPr>
            <a:xfrm>
              <a:off x="6023213" y="2175238"/>
              <a:ext cx="69323" cy="70369"/>
            </a:xfrm>
            <a:custGeom>
              <a:avLst/>
              <a:gdLst>
                <a:gd name="connsiteX0" fmla="*/ 34168 w 69323"/>
                <a:gd name="connsiteY0" fmla="*/ 70366 h 70369"/>
                <a:gd name="connsiteX1" fmla="*/ 4 w 69323"/>
                <a:gd name="connsiteY1" fmla="*/ 34684 h 70369"/>
                <a:gd name="connsiteX2" fmla="*/ 35155 w 69323"/>
                <a:gd name="connsiteY2" fmla="*/ 4 h 70369"/>
                <a:gd name="connsiteX3" fmla="*/ 69324 w 69323"/>
                <a:gd name="connsiteY3" fmla="*/ 35181 h 70369"/>
                <a:gd name="connsiteX4" fmla="*/ 34665 w 69323"/>
                <a:gd name="connsiteY4" fmla="*/ 70370 h 70369"/>
                <a:gd name="connsiteX5" fmla="*/ 34168 w 69323"/>
                <a:gd name="connsiteY5" fmla="*/ 70366 h 70369"/>
                <a:gd name="connsiteX6" fmla="*/ 34168 w 69323"/>
                <a:gd name="connsiteY6" fmla="*/ 15147 h 70369"/>
                <a:gd name="connsiteX7" fmla="*/ 14432 w 69323"/>
                <a:gd name="connsiteY7" fmla="*/ 35181 h 70369"/>
                <a:gd name="connsiteX8" fmla="*/ 34168 w 69323"/>
                <a:gd name="connsiteY8" fmla="*/ 55215 h 70369"/>
                <a:gd name="connsiteX9" fmla="*/ 53905 w 69323"/>
                <a:gd name="connsiteY9" fmla="*/ 35181 h 70369"/>
                <a:gd name="connsiteX10" fmla="*/ 34168 w 69323"/>
                <a:gd name="connsiteY10" fmla="*/ 15147 h 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323" h="70369">
                  <a:moveTo>
                    <a:pt x="34168" y="70366"/>
                  </a:moveTo>
                  <a:cubicBezTo>
                    <a:pt x="15027" y="70089"/>
                    <a:pt x="-269" y="54114"/>
                    <a:pt x="4" y="34684"/>
                  </a:cubicBezTo>
                  <a:cubicBezTo>
                    <a:pt x="276" y="15254"/>
                    <a:pt x="16014" y="-273"/>
                    <a:pt x="35155" y="4"/>
                  </a:cubicBezTo>
                  <a:cubicBezTo>
                    <a:pt x="54103" y="277"/>
                    <a:pt x="69322" y="15946"/>
                    <a:pt x="69324" y="35181"/>
                  </a:cubicBezTo>
                  <a:cubicBezTo>
                    <a:pt x="69325" y="54613"/>
                    <a:pt x="53808" y="70368"/>
                    <a:pt x="34665" y="70370"/>
                  </a:cubicBezTo>
                  <a:cubicBezTo>
                    <a:pt x="34500" y="70370"/>
                    <a:pt x="34334" y="70368"/>
                    <a:pt x="34168" y="70366"/>
                  </a:cubicBezTo>
                  <a:close/>
                  <a:moveTo>
                    <a:pt x="34168" y="15147"/>
                  </a:moveTo>
                  <a:cubicBezTo>
                    <a:pt x="23268" y="15147"/>
                    <a:pt x="14432" y="24117"/>
                    <a:pt x="14432" y="35181"/>
                  </a:cubicBezTo>
                  <a:cubicBezTo>
                    <a:pt x="14432" y="46246"/>
                    <a:pt x="23268" y="55215"/>
                    <a:pt x="34168" y="55215"/>
                  </a:cubicBezTo>
                  <a:cubicBezTo>
                    <a:pt x="45068" y="55215"/>
                    <a:pt x="53905" y="46246"/>
                    <a:pt x="53905" y="35181"/>
                  </a:cubicBezTo>
                  <a:cubicBezTo>
                    <a:pt x="53905" y="24117"/>
                    <a:pt x="45068" y="15147"/>
                    <a:pt x="34168" y="1514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472E10D-8343-3345-A57F-47A82BFD2D3B}"/>
                </a:ext>
              </a:extLst>
            </p:cNvPr>
            <p:cNvSpPr/>
            <p:nvPr/>
          </p:nvSpPr>
          <p:spPr>
            <a:xfrm>
              <a:off x="6023458" y="2263385"/>
              <a:ext cx="68707" cy="15285"/>
            </a:xfrm>
            <a:custGeom>
              <a:avLst/>
              <a:gdLst>
                <a:gd name="connsiteX0" fmla="*/ 60813 w 68707"/>
                <a:gd name="connsiteY0" fmla="*/ 15276 h 15285"/>
                <a:gd name="connsiteX1" fmla="*/ 7402 w 68707"/>
                <a:gd name="connsiteY1" fmla="*/ 15276 h 15285"/>
                <a:gd name="connsiteX2" fmla="*/ 0 w 68707"/>
                <a:gd name="connsiteY2" fmla="*/ 7764 h 15285"/>
                <a:gd name="connsiteX3" fmla="*/ 1 w 68707"/>
                <a:gd name="connsiteY3" fmla="*/ 7638 h 15285"/>
                <a:gd name="connsiteX4" fmla="*/ 7402 w 68707"/>
                <a:gd name="connsiteY4" fmla="*/ 0 h 15285"/>
                <a:gd name="connsiteX5" fmla="*/ 61183 w 68707"/>
                <a:gd name="connsiteY5" fmla="*/ 0 h 15285"/>
                <a:gd name="connsiteX6" fmla="*/ 68708 w 68707"/>
                <a:gd name="connsiteY6" fmla="*/ 7638 h 15285"/>
                <a:gd name="connsiteX7" fmla="*/ 61192 w 68707"/>
                <a:gd name="connsiteY7" fmla="*/ 15285 h 15285"/>
                <a:gd name="connsiteX8" fmla="*/ 60813 w 68707"/>
                <a:gd name="connsiteY8" fmla="*/ 15276 h 1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707" h="15285">
                  <a:moveTo>
                    <a:pt x="60813" y="15276"/>
                  </a:moveTo>
                  <a:lnTo>
                    <a:pt x="7402" y="15276"/>
                  </a:lnTo>
                  <a:cubicBezTo>
                    <a:pt x="3315" y="15277"/>
                    <a:pt x="1" y="11913"/>
                    <a:pt x="0" y="7764"/>
                  </a:cubicBezTo>
                  <a:cubicBezTo>
                    <a:pt x="0" y="7722"/>
                    <a:pt x="0" y="7680"/>
                    <a:pt x="1" y="7638"/>
                  </a:cubicBezTo>
                  <a:cubicBezTo>
                    <a:pt x="0" y="3468"/>
                    <a:pt x="3295" y="68"/>
                    <a:pt x="7402" y="0"/>
                  </a:cubicBezTo>
                  <a:lnTo>
                    <a:pt x="61183" y="0"/>
                  </a:lnTo>
                  <a:cubicBezTo>
                    <a:pt x="65339" y="0"/>
                    <a:pt x="68708" y="3420"/>
                    <a:pt x="68708" y="7638"/>
                  </a:cubicBezTo>
                  <a:cubicBezTo>
                    <a:pt x="68713" y="11856"/>
                    <a:pt x="65348" y="15280"/>
                    <a:pt x="61192" y="15285"/>
                  </a:cubicBezTo>
                  <a:cubicBezTo>
                    <a:pt x="61066" y="15285"/>
                    <a:pt x="60940" y="15282"/>
                    <a:pt x="60813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5FCC615-C589-D247-98A1-922AA1209CD6}"/>
                </a:ext>
              </a:extLst>
            </p:cNvPr>
            <p:cNvSpPr/>
            <p:nvPr/>
          </p:nvSpPr>
          <p:spPr>
            <a:xfrm>
              <a:off x="6024297" y="2290868"/>
              <a:ext cx="68831" cy="15276"/>
            </a:xfrm>
            <a:custGeom>
              <a:avLst/>
              <a:gdLst>
                <a:gd name="connsiteX0" fmla="*/ 5997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5997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F58C6A9-88C0-5149-A6F6-FABA29177A14}"/>
                </a:ext>
              </a:extLst>
            </p:cNvPr>
            <p:cNvSpPr/>
            <p:nvPr/>
          </p:nvSpPr>
          <p:spPr>
            <a:xfrm>
              <a:off x="6023274" y="2318540"/>
              <a:ext cx="69853" cy="15464"/>
            </a:xfrm>
            <a:custGeom>
              <a:avLst/>
              <a:gdLst>
                <a:gd name="connsiteX0" fmla="*/ 60997 w 69853"/>
                <a:gd name="connsiteY0" fmla="*/ 15465 h 15464"/>
                <a:gd name="connsiteX1" fmla="*/ 7586 w 69853"/>
                <a:gd name="connsiteY1" fmla="*/ 15465 h 15464"/>
                <a:gd name="connsiteX2" fmla="*/ 0 w 69853"/>
                <a:gd name="connsiteY2" fmla="*/ 7764 h 15464"/>
                <a:gd name="connsiteX3" fmla="*/ 7586 w 69853"/>
                <a:gd name="connsiteY3" fmla="*/ 63 h 15464"/>
                <a:gd name="connsiteX4" fmla="*/ 61367 w 69853"/>
                <a:gd name="connsiteY4" fmla="*/ 63 h 15464"/>
                <a:gd name="connsiteX5" fmla="*/ 69791 w 69853"/>
                <a:gd name="connsiteY5" fmla="*/ 6663 h 15464"/>
                <a:gd name="connsiteX6" fmla="*/ 63290 w 69853"/>
                <a:gd name="connsiteY6" fmla="*/ 15214 h 15464"/>
                <a:gd name="connsiteX7" fmla="*/ 61367 w 69853"/>
                <a:gd name="connsiteY7" fmla="*/ 15214 h 1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853" h="15464">
                  <a:moveTo>
                    <a:pt x="60997" y="15465"/>
                  </a:moveTo>
                  <a:lnTo>
                    <a:pt x="7586" y="15465"/>
                  </a:lnTo>
                  <a:cubicBezTo>
                    <a:pt x="3396" y="15465"/>
                    <a:pt x="0" y="12017"/>
                    <a:pt x="0" y="7764"/>
                  </a:cubicBezTo>
                  <a:cubicBezTo>
                    <a:pt x="0" y="3511"/>
                    <a:pt x="3396" y="63"/>
                    <a:pt x="7586" y="63"/>
                  </a:cubicBezTo>
                  <a:lnTo>
                    <a:pt x="61367" y="63"/>
                  </a:lnTo>
                  <a:cubicBezTo>
                    <a:pt x="65489" y="-476"/>
                    <a:pt x="69261" y="2479"/>
                    <a:pt x="69791" y="6663"/>
                  </a:cubicBezTo>
                  <a:cubicBezTo>
                    <a:pt x="70322" y="10847"/>
                    <a:pt x="67412" y="14675"/>
                    <a:pt x="63290" y="15214"/>
                  </a:cubicBezTo>
                  <a:cubicBezTo>
                    <a:pt x="62652" y="15298"/>
                    <a:pt x="62006" y="15298"/>
                    <a:pt x="61367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C586CE7C-5EAE-8048-9083-8281E2F271A8}"/>
                </a:ext>
              </a:extLst>
            </p:cNvPr>
            <p:cNvSpPr/>
            <p:nvPr/>
          </p:nvSpPr>
          <p:spPr>
            <a:xfrm>
              <a:off x="6024297" y="2346462"/>
              <a:ext cx="68831" cy="15276"/>
            </a:xfrm>
            <a:custGeom>
              <a:avLst/>
              <a:gdLst>
                <a:gd name="connsiteX0" fmla="*/ 5997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5997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0364961-5CCA-0B4F-837A-3593E8A5B332}"/>
                </a:ext>
              </a:extLst>
            </p:cNvPr>
            <p:cNvSpPr/>
            <p:nvPr/>
          </p:nvSpPr>
          <p:spPr>
            <a:xfrm>
              <a:off x="6000146" y="2413515"/>
              <a:ext cx="114471" cy="15275"/>
            </a:xfrm>
            <a:custGeom>
              <a:avLst/>
              <a:gdLst>
                <a:gd name="connsiteX0" fmla="*/ 107069 w 114471"/>
                <a:gd name="connsiteY0" fmla="*/ 15276 h 15275"/>
                <a:gd name="connsiteX1" fmla="*/ 7524 w 114471"/>
                <a:gd name="connsiteY1" fmla="*/ 15276 h 15275"/>
                <a:gd name="connsiteX2" fmla="*/ 0 w 114471"/>
                <a:gd name="connsiteY2" fmla="*/ 7638 h 15275"/>
                <a:gd name="connsiteX3" fmla="*/ 7524 w 114471"/>
                <a:gd name="connsiteY3" fmla="*/ 0 h 15275"/>
                <a:gd name="connsiteX4" fmla="*/ 107069 w 114471"/>
                <a:gd name="connsiteY4" fmla="*/ 0 h 15275"/>
                <a:gd name="connsiteX5" fmla="*/ 114470 w 114471"/>
                <a:gd name="connsiteY5" fmla="*/ 7638 h 15275"/>
                <a:gd name="connsiteX6" fmla="*/ 107193 w 114471"/>
                <a:gd name="connsiteY6" fmla="*/ 15275 h 15275"/>
                <a:gd name="connsiteX7" fmla="*/ 107069 w 114471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471" h="15275">
                  <a:moveTo>
                    <a:pt x="107069" y="15276"/>
                  </a:moveTo>
                  <a:lnTo>
                    <a:pt x="7524" y="15276"/>
                  </a:lnTo>
                  <a:cubicBezTo>
                    <a:pt x="3369" y="15276"/>
                    <a:pt x="0" y="11856"/>
                    <a:pt x="0" y="7638"/>
                  </a:cubicBezTo>
                  <a:cubicBezTo>
                    <a:pt x="66" y="3448"/>
                    <a:pt x="3396" y="67"/>
                    <a:pt x="7524" y="0"/>
                  </a:cubicBezTo>
                  <a:lnTo>
                    <a:pt x="107069" y="0"/>
                  </a:lnTo>
                  <a:cubicBezTo>
                    <a:pt x="111176" y="68"/>
                    <a:pt x="114471" y="3468"/>
                    <a:pt x="114470" y="7638"/>
                  </a:cubicBezTo>
                  <a:cubicBezTo>
                    <a:pt x="114538" y="11787"/>
                    <a:pt x="111280" y="15206"/>
                    <a:pt x="107193" y="15275"/>
                  </a:cubicBezTo>
                  <a:cubicBezTo>
                    <a:pt x="107152" y="15276"/>
                    <a:pt x="107110" y="15276"/>
                    <a:pt x="107069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108F550C-AB62-2748-B44C-256B38A10308}"/>
                </a:ext>
              </a:extLst>
            </p:cNvPr>
            <p:cNvSpPr/>
            <p:nvPr/>
          </p:nvSpPr>
          <p:spPr>
            <a:xfrm>
              <a:off x="6100186" y="2130527"/>
              <a:ext cx="190748" cy="344469"/>
            </a:xfrm>
            <a:custGeom>
              <a:avLst/>
              <a:gdLst>
                <a:gd name="connsiteX0" fmla="*/ 87208 w 190748"/>
                <a:gd name="connsiteY0" fmla="*/ 344467 h 344469"/>
                <a:gd name="connsiteX1" fmla="*/ 83384 w 190748"/>
                <a:gd name="connsiteY1" fmla="*/ 343465 h 344469"/>
                <a:gd name="connsiteX2" fmla="*/ 79930 w 190748"/>
                <a:gd name="connsiteY2" fmla="*/ 338331 h 344469"/>
                <a:gd name="connsiteX3" fmla="*/ 245 w 190748"/>
                <a:gd name="connsiteY3" fmla="*/ 35818 h 344469"/>
                <a:gd name="connsiteX4" fmla="*/ 985 w 190748"/>
                <a:gd name="connsiteY4" fmla="*/ 30058 h 344469"/>
                <a:gd name="connsiteX5" fmla="*/ 5549 w 190748"/>
                <a:gd name="connsiteY5" fmla="*/ 26552 h 344469"/>
                <a:gd name="connsiteX6" fmla="*/ 101640 w 190748"/>
                <a:gd name="connsiteY6" fmla="*/ 257 h 344469"/>
                <a:gd name="connsiteX7" fmla="*/ 107314 w 190748"/>
                <a:gd name="connsiteY7" fmla="*/ 1009 h 344469"/>
                <a:gd name="connsiteX8" fmla="*/ 110768 w 190748"/>
                <a:gd name="connsiteY8" fmla="*/ 5642 h 344469"/>
                <a:gd name="connsiteX9" fmla="*/ 190453 w 190748"/>
                <a:gd name="connsiteY9" fmla="*/ 308656 h 344469"/>
                <a:gd name="connsiteX10" fmla="*/ 185516 w 190748"/>
                <a:gd name="connsiteY10" fmla="*/ 317823 h 344469"/>
                <a:gd name="connsiteX11" fmla="*/ 185149 w 190748"/>
                <a:gd name="connsiteY11" fmla="*/ 317922 h 344469"/>
                <a:gd name="connsiteX12" fmla="*/ 89058 w 190748"/>
                <a:gd name="connsiteY12" fmla="*/ 343966 h 344469"/>
                <a:gd name="connsiteX13" fmla="*/ 87208 w 190748"/>
                <a:gd name="connsiteY13" fmla="*/ 344467 h 344469"/>
                <a:gd name="connsiteX14" fmla="*/ 17021 w 190748"/>
                <a:gd name="connsiteY14" fmla="*/ 39324 h 344469"/>
                <a:gd name="connsiteX15" fmla="*/ 92758 w 190748"/>
                <a:gd name="connsiteY15" fmla="*/ 327313 h 344469"/>
                <a:gd name="connsiteX16" fmla="*/ 174540 w 190748"/>
                <a:gd name="connsiteY16" fmla="*/ 305150 h 344469"/>
                <a:gd name="connsiteX17" fmla="*/ 98679 w 190748"/>
                <a:gd name="connsiteY17" fmla="*/ 17161 h 34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748" h="344469">
                  <a:moveTo>
                    <a:pt x="87208" y="344467"/>
                  </a:moveTo>
                  <a:cubicBezTo>
                    <a:pt x="85866" y="344504"/>
                    <a:pt x="84541" y="344157"/>
                    <a:pt x="83384" y="343465"/>
                  </a:cubicBezTo>
                  <a:cubicBezTo>
                    <a:pt x="81533" y="342366"/>
                    <a:pt x="80265" y="340482"/>
                    <a:pt x="79930" y="338331"/>
                  </a:cubicBezTo>
                  <a:lnTo>
                    <a:pt x="245" y="35818"/>
                  </a:lnTo>
                  <a:cubicBezTo>
                    <a:pt x="-252" y="33873"/>
                    <a:pt x="13" y="31808"/>
                    <a:pt x="985" y="30058"/>
                  </a:cubicBezTo>
                  <a:cubicBezTo>
                    <a:pt x="1959" y="28296"/>
                    <a:pt x="3613" y="27025"/>
                    <a:pt x="5549" y="26552"/>
                  </a:cubicBezTo>
                  <a:lnTo>
                    <a:pt x="101640" y="257"/>
                  </a:lnTo>
                  <a:cubicBezTo>
                    <a:pt x="103555" y="-260"/>
                    <a:pt x="105594" y="10"/>
                    <a:pt x="107314" y="1009"/>
                  </a:cubicBezTo>
                  <a:cubicBezTo>
                    <a:pt x="109050" y="1998"/>
                    <a:pt x="110302" y="3677"/>
                    <a:pt x="110768" y="5642"/>
                  </a:cubicBezTo>
                  <a:lnTo>
                    <a:pt x="190453" y="308656"/>
                  </a:lnTo>
                  <a:cubicBezTo>
                    <a:pt x="191583" y="312571"/>
                    <a:pt x="189373" y="316676"/>
                    <a:pt x="185516" y="317823"/>
                  </a:cubicBezTo>
                  <a:cubicBezTo>
                    <a:pt x="185394" y="317859"/>
                    <a:pt x="185272" y="317892"/>
                    <a:pt x="185149" y="317922"/>
                  </a:cubicBezTo>
                  <a:lnTo>
                    <a:pt x="89058" y="343966"/>
                  </a:lnTo>
                  <a:cubicBezTo>
                    <a:pt x="88480" y="344257"/>
                    <a:pt x="87851" y="344427"/>
                    <a:pt x="87208" y="344467"/>
                  </a:cubicBezTo>
                  <a:close/>
                  <a:moveTo>
                    <a:pt x="17021" y="39324"/>
                  </a:moveTo>
                  <a:lnTo>
                    <a:pt x="92758" y="327313"/>
                  </a:lnTo>
                  <a:lnTo>
                    <a:pt x="174540" y="305150"/>
                  </a:lnTo>
                  <a:lnTo>
                    <a:pt x="98679" y="1716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CAFDE78B-E44F-3C45-ABDB-E27ADE4D3A52}"/>
                </a:ext>
              </a:extLst>
            </p:cNvPr>
            <p:cNvSpPr/>
            <p:nvPr/>
          </p:nvSpPr>
          <p:spPr>
            <a:xfrm>
              <a:off x="6135453" y="2170884"/>
              <a:ext cx="69397" cy="70462"/>
            </a:xfrm>
            <a:custGeom>
              <a:avLst/>
              <a:gdLst>
                <a:gd name="connsiteX0" fmla="*/ 34671 w 69397"/>
                <a:gd name="connsiteY0" fmla="*/ 70463 h 70462"/>
                <a:gd name="connsiteX1" fmla="*/ 1120 w 69397"/>
                <a:gd name="connsiteY1" fmla="*/ 44294 h 70462"/>
                <a:gd name="connsiteX2" fmla="*/ 25790 w 69397"/>
                <a:gd name="connsiteY2" fmla="*/ 1220 h 70462"/>
                <a:gd name="connsiteX3" fmla="*/ 68136 w 69397"/>
                <a:gd name="connsiteY3" fmla="*/ 25931 h 70462"/>
                <a:gd name="connsiteX4" fmla="*/ 68223 w 69397"/>
                <a:gd name="connsiteY4" fmla="*/ 26263 h 70462"/>
                <a:gd name="connsiteX5" fmla="*/ 43640 w 69397"/>
                <a:gd name="connsiteY5" fmla="*/ 69312 h 70462"/>
                <a:gd name="connsiteX6" fmla="*/ 43552 w 69397"/>
                <a:gd name="connsiteY6" fmla="*/ 69336 h 70462"/>
                <a:gd name="connsiteX7" fmla="*/ 34671 w 69397"/>
                <a:gd name="connsiteY7" fmla="*/ 70463 h 70462"/>
                <a:gd name="connsiteX8" fmla="*/ 34671 w 69397"/>
                <a:gd name="connsiteY8" fmla="*/ 15119 h 70462"/>
                <a:gd name="connsiteX9" fmla="*/ 29614 w 69397"/>
                <a:gd name="connsiteY9" fmla="*/ 15870 h 70462"/>
                <a:gd name="connsiteX10" fmla="*/ 17279 w 69397"/>
                <a:gd name="connsiteY10" fmla="*/ 25136 h 70462"/>
                <a:gd name="connsiteX11" fmla="*/ 24397 w 69397"/>
                <a:gd name="connsiteY11" fmla="*/ 52532 h 70462"/>
                <a:gd name="connsiteX12" fmla="*/ 39482 w 69397"/>
                <a:gd name="connsiteY12" fmla="*/ 54561 h 70462"/>
                <a:gd name="connsiteX13" fmla="*/ 53461 w 69397"/>
                <a:gd name="connsiteY13" fmla="*/ 30038 h 70462"/>
                <a:gd name="connsiteX14" fmla="*/ 44293 w 69397"/>
                <a:gd name="connsiteY14" fmla="*/ 17874 h 70462"/>
                <a:gd name="connsiteX15" fmla="*/ 34671 w 69397"/>
                <a:gd name="connsiteY15" fmla="*/ 15119 h 70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397" h="70462">
                  <a:moveTo>
                    <a:pt x="34671" y="70463"/>
                  </a:moveTo>
                  <a:cubicBezTo>
                    <a:pt x="18975" y="70355"/>
                    <a:pt x="5265" y="59662"/>
                    <a:pt x="1120" y="44294"/>
                  </a:cubicBezTo>
                  <a:cubicBezTo>
                    <a:pt x="-3667" y="25500"/>
                    <a:pt x="7332" y="6295"/>
                    <a:pt x="25790" y="1220"/>
                  </a:cubicBezTo>
                  <a:cubicBezTo>
                    <a:pt x="44206" y="-3826"/>
                    <a:pt x="63165" y="7237"/>
                    <a:pt x="68136" y="25931"/>
                  </a:cubicBezTo>
                  <a:cubicBezTo>
                    <a:pt x="68166" y="26041"/>
                    <a:pt x="68194" y="26152"/>
                    <a:pt x="68223" y="26263"/>
                  </a:cubicBezTo>
                  <a:cubicBezTo>
                    <a:pt x="73146" y="45041"/>
                    <a:pt x="62140" y="64315"/>
                    <a:pt x="43640" y="69312"/>
                  </a:cubicBezTo>
                  <a:cubicBezTo>
                    <a:pt x="43611" y="69320"/>
                    <a:pt x="43582" y="69328"/>
                    <a:pt x="43552" y="69336"/>
                  </a:cubicBezTo>
                  <a:cubicBezTo>
                    <a:pt x="40648" y="70075"/>
                    <a:pt x="37666" y="70453"/>
                    <a:pt x="34671" y="70463"/>
                  </a:cubicBezTo>
                  <a:close/>
                  <a:moveTo>
                    <a:pt x="34671" y="15119"/>
                  </a:moveTo>
                  <a:cubicBezTo>
                    <a:pt x="32958" y="15113"/>
                    <a:pt x="31254" y="15367"/>
                    <a:pt x="29614" y="15870"/>
                  </a:cubicBezTo>
                  <a:cubicBezTo>
                    <a:pt x="24433" y="17130"/>
                    <a:pt x="19980" y="20475"/>
                    <a:pt x="17279" y="25136"/>
                  </a:cubicBezTo>
                  <a:cubicBezTo>
                    <a:pt x="11792" y="34696"/>
                    <a:pt x="14978" y="46962"/>
                    <a:pt x="24397" y="52532"/>
                  </a:cubicBezTo>
                  <a:cubicBezTo>
                    <a:pt x="28956" y="55228"/>
                    <a:pt x="34388" y="55959"/>
                    <a:pt x="39482" y="54561"/>
                  </a:cubicBezTo>
                  <a:cubicBezTo>
                    <a:pt x="50013" y="51708"/>
                    <a:pt x="56272" y="40728"/>
                    <a:pt x="53461" y="30038"/>
                  </a:cubicBezTo>
                  <a:cubicBezTo>
                    <a:pt x="52112" y="24911"/>
                    <a:pt x="48815" y="20536"/>
                    <a:pt x="44293" y="17874"/>
                  </a:cubicBezTo>
                  <a:cubicBezTo>
                    <a:pt x="41365" y="16148"/>
                    <a:pt x="38056" y="15200"/>
                    <a:pt x="34671" y="1511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E9938A17-BC31-544E-B45B-F760637A6C0C}"/>
                </a:ext>
              </a:extLst>
            </p:cNvPr>
            <p:cNvSpPr/>
            <p:nvPr/>
          </p:nvSpPr>
          <p:spPr>
            <a:xfrm>
              <a:off x="6152325" y="2250022"/>
              <a:ext cx="66636" cy="29264"/>
            </a:xfrm>
            <a:custGeom>
              <a:avLst/>
              <a:gdLst>
                <a:gd name="connsiteX0" fmla="*/ 7190 w 66636"/>
                <a:gd name="connsiteY0" fmla="*/ 29265 h 29264"/>
                <a:gd name="connsiteX1" fmla="*/ 8 w 66636"/>
                <a:gd name="connsiteY1" fmla="*/ 21295 h 29264"/>
                <a:gd name="connsiteX2" fmla="*/ 5217 w 66636"/>
                <a:gd name="connsiteY2" fmla="*/ 14365 h 29264"/>
                <a:gd name="connsiteX3" fmla="*/ 57271 w 66636"/>
                <a:gd name="connsiteY3" fmla="*/ 216 h 29264"/>
                <a:gd name="connsiteX4" fmla="*/ 66399 w 66636"/>
                <a:gd name="connsiteY4" fmla="*/ 5600 h 29264"/>
                <a:gd name="connsiteX5" fmla="*/ 61095 w 66636"/>
                <a:gd name="connsiteY5" fmla="*/ 14865 h 29264"/>
                <a:gd name="connsiteX6" fmla="*/ 9164 w 66636"/>
                <a:gd name="connsiteY6" fmla="*/ 29014 h 2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36" h="29264">
                  <a:moveTo>
                    <a:pt x="7190" y="29265"/>
                  </a:moveTo>
                  <a:cubicBezTo>
                    <a:pt x="3039" y="29078"/>
                    <a:pt x="-177" y="25509"/>
                    <a:pt x="8" y="21295"/>
                  </a:cubicBezTo>
                  <a:cubicBezTo>
                    <a:pt x="147" y="18107"/>
                    <a:pt x="2225" y="15343"/>
                    <a:pt x="5217" y="14365"/>
                  </a:cubicBezTo>
                  <a:lnTo>
                    <a:pt x="57271" y="216"/>
                  </a:lnTo>
                  <a:cubicBezTo>
                    <a:pt x="61242" y="-751"/>
                    <a:pt x="65260" y="1619"/>
                    <a:pt x="66399" y="5600"/>
                  </a:cubicBezTo>
                  <a:cubicBezTo>
                    <a:pt x="67420" y="9640"/>
                    <a:pt x="65059" y="13765"/>
                    <a:pt x="61095" y="14865"/>
                  </a:cubicBezTo>
                  <a:lnTo>
                    <a:pt x="9164" y="29014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20CBC78-B6F2-8745-BB5E-F604AB5C3F51}"/>
                </a:ext>
              </a:extLst>
            </p:cNvPr>
            <p:cNvSpPr/>
            <p:nvPr/>
          </p:nvSpPr>
          <p:spPr>
            <a:xfrm>
              <a:off x="6159356" y="2276964"/>
              <a:ext cx="65795" cy="29117"/>
            </a:xfrm>
            <a:custGeom>
              <a:avLst/>
              <a:gdLst>
                <a:gd name="connsiteX0" fmla="*/ 7190 w 65795"/>
                <a:gd name="connsiteY0" fmla="*/ 29118 h 29117"/>
                <a:gd name="connsiteX1" fmla="*/ 8 w 65795"/>
                <a:gd name="connsiteY1" fmla="*/ 21148 h 29117"/>
                <a:gd name="connsiteX2" fmla="*/ 5217 w 65795"/>
                <a:gd name="connsiteY2" fmla="*/ 14218 h 29117"/>
                <a:gd name="connsiteX3" fmla="*/ 57271 w 65795"/>
                <a:gd name="connsiteY3" fmla="*/ 69 h 29117"/>
                <a:gd name="connsiteX4" fmla="*/ 65729 w 65795"/>
                <a:gd name="connsiteY4" fmla="*/ 6624 h 29117"/>
                <a:gd name="connsiteX5" fmla="*/ 61095 w 65795"/>
                <a:gd name="connsiteY5" fmla="*/ 14719 h 29117"/>
                <a:gd name="connsiteX6" fmla="*/ 9164 w 65795"/>
                <a:gd name="connsiteY6" fmla="*/ 29118 h 2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795" h="29117">
                  <a:moveTo>
                    <a:pt x="7190" y="29118"/>
                  </a:moveTo>
                  <a:cubicBezTo>
                    <a:pt x="3039" y="28931"/>
                    <a:pt x="-177" y="25363"/>
                    <a:pt x="8" y="21148"/>
                  </a:cubicBezTo>
                  <a:cubicBezTo>
                    <a:pt x="147" y="17960"/>
                    <a:pt x="2225" y="15196"/>
                    <a:pt x="5217" y="14218"/>
                  </a:cubicBezTo>
                  <a:lnTo>
                    <a:pt x="57271" y="69"/>
                  </a:lnTo>
                  <a:cubicBezTo>
                    <a:pt x="61390" y="-492"/>
                    <a:pt x="65176" y="2443"/>
                    <a:pt x="65729" y="6624"/>
                  </a:cubicBezTo>
                  <a:cubicBezTo>
                    <a:pt x="66185" y="10079"/>
                    <a:pt x="64279" y="13410"/>
                    <a:pt x="61095" y="14719"/>
                  </a:cubicBezTo>
                  <a:lnTo>
                    <a:pt x="9164" y="29118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68297400-5CD0-D14E-B15A-47A23F3B2853}"/>
                </a:ext>
              </a:extLst>
            </p:cNvPr>
            <p:cNvSpPr/>
            <p:nvPr/>
          </p:nvSpPr>
          <p:spPr>
            <a:xfrm>
              <a:off x="6166494" y="2303559"/>
              <a:ext cx="66530" cy="29203"/>
            </a:xfrm>
            <a:custGeom>
              <a:avLst/>
              <a:gdLst>
                <a:gd name="connsiteX0" fmla="*/ 7084 w 66530"/>
                <a:gd name="connsiteY0" fmla="*/ 29194 h 29203"/>
                <a:gd name="connsiteX1" fmla="*/ 13 w 66530"/>
                <a:gd name="connsiteY1" fmla="*/ 21122 h 29203"/>
                <a:gd name="connsiteX2" fmla="*/ 5234 w 66530"/>
                <a:gd name="connsiteY2" fmla="*/ 14293 h 29203"/>
                <a:gd name="connsiteX3" fmla="*/ 57165 w 66530"/>
                <a:gd name="connsiteY3" fmla="*/ 269 h 29203"/>
                <a:gd name="connsiteX4" fmla="*/ 66260 w 66530"/>
                <a:gd name="connsiteY4" fmla="*/ 5528 h 29203"/>
                <a:gd name="connsiteX5" fmla="*/ 66293 w 66530"/>
                <a:gd name="connsiteY5" fmla="*/ 5654 h 29203"/>
                <a:gd name="connsiteX6" fmla="*/ 60989 w 66530"/>
                <a:gd name="connsiteY6" fmla="*/ 14919 h 29203"/>
                <a:gd name="connsiteX7" fmla="*/ 9058 w 66530"/>
                <a:gd name="connsiteY7" fmla="*/ 28943 h 29203"/>
                <a:gd name="connsiteX8" fmla="*/ 7084 w 66530"/>
                <a:gd name="connsiteY8" fmla="*/ 29194 h 2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530" h="29203">
                  <a:moveTo>
                    <a:pt x="7084" y="29194"/>
                  </a:moveTo>
                  <a:cubicBezTo>
                    <a:pt x="2936" y="28947"/>
                    <a:pt x="-230" y="25333"/>
                    <a:pt x="13" y="21122"/>
                  </a:cubicBezTo>
                  <a:cubicBezTo>
                    <a:pt x="195" y="17969"/>
                    <a:pt x="2270" y="15255"/>
                    <a:pt x="5234" y="14293"/>
                  </a:cubicBezTo>
                  <a:lnTo>
                    <a:pt x="57165" y="269"/>
                  </a:lnTo>
                  <a:cubicBezTo>
                    <a:pt x="61107" y="-828"/>
                    <a:pt x="65179" y="1526"/>
                    <a:pt x="66260" y="5528"/>
                  </a:cubicBezTo>
                  <a:cubicBezTo>
                    <a:pt x="66271" y="5569"/>
                    <a:pt x="66282" y="5611"/>
                    <a:pt x="66293" y="5654"/>
                  </a:cubicBezTo>
                  <a:cubicBezTo>
                    <a:pt x="67314" y="9694"/>
                    <a:pt x="64953" y="13819"/>
                    <a:pt x="60989" y="14919"/>
                  </a:cubicBezTo>
                  <a:lnTo>
                    <a:pt x="9058" y="28943"/>
                  </a:lnTo>
                  <a:cubicBezTo>
                    <a:pt x="8421" y="29149"/>
                    <a:pt x="7752" y="29234"/>
                    <a:pt x="7084" y="2919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9CB4316-618A-1C46-A825-3E3622033295}"/>
                </a:ext>
              </a:extLst>
            </p:cNvPr>
            <p:cNvSpPr/>
            <p:nvPr/>
          </p:nvSpPr>
          <p:spPr>
            <a:xfrm>
              <a:off x="6173627" y="2330847"/>
              <a:ext cx="66459" cy="28701"/>
            </a:xfrm>
            <a:custGeom>
              <a:avLst/>
              <a:gdLst>
                <a:gd name="connsiteX0" fmla="*/ 6982 w 66459"/>
                <a:gd name="connsiteY0" fmla="*/ 28701 h 28701"/>
                <a:gd name="connsiteX1" fmla="*/ 20 w 66459"/>
                <a:gd name="connsiteY1" fmla="*/ 20532 h 28701"/>
                <a:gd name="connsiteX2" fmla="*/ 5255 w 66459"/>
                <a:gd name="connsiteY2" fmla="*/ 13801 h 28701"/>
                <a:gd name="connsiteX3" fmla="*/ 57063 w 66459"/>
                <a:gd name="connsiteY3" fmla="*/ 278 h 28701"/>
                <a:gd name="connsiteX4" fmla="*/ 66180 w 66459"/>
                <a:gd name="connsiteY4" fmla="*/ 5497 h 28701"/>
                <a:gd name="connsiteX5" fmla="*/ 66191 w 66459"/>
                <a:gd name="connsiteY5" fmla="*/ 5537 h 28701"/>
                <a:gd name="connsiteX6" fmla="*/ 60918 w 66459"/>
                <a:gd name="connsiteY6" fmla="*/ 14919 h 28701"/>
                <a:gd name="connsiteX7" fmla="*/ 60887 w 66459"/>
                <a:gd name="connsiteY7" fmla="*/ 14928 h 28701"/>
                <a:gd name="connsiteX8" fmla="*/ 8956 w 66459"/>
                <a:gd name="connsiteY8" fmla="*/ 28451 h 28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9" h="28701">
                  <a:moveTo>
                    <a:pt x="6982" y="28701"/>
                  </a:moveTo>
                  <a:cubicBezTo>
                    <a:pt x="2837" y="28397"/>
                    <a:pt x="-280" y="24740"/>
                    <a:pt x="20" y="20532"/>
                  </a:cubicBezTo>
                  <a:cubicBezTo>
                    <a:pt x="242" y="17412"/>
                    <a:pt x="2317" y="14745"/>
                    <a:pt x="5255" y="13801"/>
                  </a:cubicBezTo>
                  <a:lnTo>
                    <a:pt x="57063" y="278"/>
                  </a:lnTo>
                  <a:cubicBezTo>
                    <a:pt x="61000" y="-836"/>
                    <a:pt x="65082" y="1500"/>
                    <a:pt x="66180" y="5497"/>
                  </a:cubicBezTo>
                  <a:cubicBezTo>
                    <a:pt x="66183" y="5510"/>
                    <a:pt x="66187" y="5524"/>
                    <a:pt x="66191" y="5537"/>
                  </a:cubicBezTo>
                  <a:cubicBezTo>
                    <a:pt x="67287" y="9606"/>
                    <a:pt x="64926" y="13806"/>
                    <a:pt x="60918" y="14919"/>
                  </a:cubicBezTo>
                  <a:cubicBezTo>
                    <a:pt x="60907" y="14922"/>
                    <a:pt x="60897" y="14925"/>
                    <a:pt x="60887" y="14928"/>
                  </a:cubicBezTo>
                  <a:lnTo>
                    <a:pt x="8956" y="2845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71D4635-9B66-C948-8834-95A3E1EAA249}"/>
                </a:ext>
              </a:extLst>
            </p:cNvPr>
            <p:cNvSpPr/>
            <p:nvPr/>
          </p:nvSpPr>
          <p:spPr>
            <a:xfrm>
              <a:off x="6168467" y="2389280"/>
              <a:ext cx="109849" cy="41013"/>
            </a:xfrm>
            <a:custGeom>
              <a:avLst/>
              <a:gdLst>
                <a:gd name="connsiteX0" fmla="*/ 7084 w 109849"/>
                <a:gd name="connsiteY0" fmla="*/ 41013 h 41013"/>
                <a:gd name="connsiteX1" fmla="*/ 13 w 109849"/>
                <a:gd name="connsiteY1" fmla="*/ 32941 h 41013"/>
                <a:gd name="connsiteX2" fmla="*/ 5234 w 109849"/>
                <a:gd name="connsiteY2" fmla="*/ 26113 h 41013"/>
                <a:gd name="connsiteX3" fmla="*/ 101325 w 109849"/>
                <a:gd name="connsiteY3" fmla="*/ 69 h 41013"/>
                <a:gd name="connsiteX4" fmla="*/ 109782 w 109849"/>
                <a:gd name="connsiteY4" fmla="*/ 6624 h 41013"/>
                <a:gd name="connsiteX5" fmla="*/ 105149 w 109849"/>
                <a:gd name="connsiteY5" fmla="*/ 14719 h 41013"/>
                <a:gd name="connsiteX6" fmla="*/ 9058 w 109849"/>
                <a:gd name="connsiteY6" fmla="*/ 40763 h 4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49" h="41013">
                  <a:moveTo>
                    <a:pt x="7084" y="41013"/>
                  </a:moveTo>
                  <a:cubicBezTo>
                    <a:pt x="2936" y="40766"/>
                    <a:pt x="-230" y="37152"/>
                    <a:pt x="13" y="32941"/>
                  </a:cubicBezTo>
                  <a:cubicBezTo>
                    <a:pt x="195" y="29788"/>
                    <a:pt x="2270" y="27074"/>
                    <a:pt x="5234" y="26113"/>
                  </a:cubicBezTo>
                  <a:lnTo>
                    <a:pt x="101325" y="69"/>
                  </a:lnTo>
                  <a:cubicBezTo>
                    <a:pt x="105443" y="-492"/>
                    <a:pt x="109230" y="2443"/>
                    <a:pt x="109782" y="6624"/>
                  </a:cubicBezTo>
                  <a:cubicBezTo>
                    <a:pt x="110239" y="10079"/>
                    <a:pt x="108332" y="13410"/>
                    <a:pt x="105149" y="14719"/>
                  </a:cubicBezTo>
                  <a:lnTo>
                    <a:pt x="9058" y="40763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909E632F-DF83-D74E-B171-3D2DD96B749F}"/>
                </a:ext>
              </a:extLst>
            </p:cNvPr>
            <p:cNvSpPr/>
            <p:nvPr/>
          </p:nvSpPr>
          <p:spPr>
            <a:xfrm>
              <a:off x="5857206" y="2459781"/>
              <a:ext cx="453441" cy="15276"/>
            </a:xfrm>
            <a:custGeom>
              <a:avLst/>
              <a:gdLst>
                <a:gd name="connsiteX0" fmla="*/ 446877 w 453441"/>
                <a:gd name="connsiteY0" fmla="*/ 15213 h 15276"/>
                <a:gd name="connsiteX1" fmla="*/ 8487 w 453441"/>
                <a:gd name="connsiteY1" fmla="*/ 15213 h 15276"/>
                <a:gd name="connsiteX2" fmla="*/ 63 w 453441"/>
                <a:gd name="connsiteY2" fmla="*/ 8614 h 15276"/>
                <a:gd name="connsiteX3" fmla="*/ 6564 w 453441"/>
                <a:gd name="connsiteY3" fmla="*/ 63 h 15276"/>
                <a:gd name="connsiteX4" fmla="*/ 8487 w 453441"/>
                <a:gd name="connsiteY4" fmla="*/ 63 h 15276"/>
                <a:gd name="connsiteX5" fmla="*/ 446877 w 453441"/>
                <a:gd name="connsiteY5" fmla="*/ 63 h 15276"/>
                <a:gd name="connsiteX6" fmla="*/ 453379 w 453441"/>
                <a:gd name="connsiteY6" fmla="*/ 8614 h 15276"/>
                <a:gd name="connsiteX7" fmla="*/ 446877 w 453441"/>
                <a:gd name="connsiteY7" fmla="*/ 15213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41" h="15276">
                  <a:moveTo>
                    <a:pt x="446877" y="15213"/>
                  </a:moveTo>
                  <a:lnTo>
                    <a:pt x="8487" y="15213"/>
                  </a:lnTo>
                  <a:cubicBezTo>
                    <a:pt x="4365" y="15752"/>
                    <a:pt x="593" y="12798"/>
                    <a:pt x="63" y="8614"/>
                  </a:cubicBezTo>
                  <a:cubicBezTo>
                    <a:pt x="-468" y="4430"/>
                    <a:pt x="2442" y="602"/>
                    <a:pt x="6564" y="63"/>
                  </a:cubicBezTo>
                  <a:cubicBezTo>
                    <a:pt x="7202" y="-21"/>
                    <a:pt x="7848" y="-21"/>
                    <a:pt x="8487" y="63"/>
                  </a:cubicBezTo>
                  <a:lnTo>
                    <a:pt x="446877" y="63"/>
                  </a:lnTo>
                  <a:cubicBezTo>
                    <a:pt x="450999" y="602"/>
                    <a:pt x="453910" y="4430"/>
                    <a:pt x="453379" y="8614"/>
                  </a:cubicBezTo>
                  <a:cubicBezTo>
                    <a:pt x="452942" y="12058"/>
                    <a:pt x="450271" y="14770"/>
                    <a:pt x="446877" y="1521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3" name="Graphic 54">
            <a:extLst>
              <a:ext uri="{FF2B5EF4-FFF2-40B4-BE49-F238E27FC236}">
                <a16:creationId xmlns:a16="http://schemas.microsoft.com/office/drawing/2014/main" id="{66518703-FD2A-FF43-B5E1-E60E312EE974}"/>
              </a:ext>
            </a:extLst>
          </p:cNvPr>
          <p:cNvGrpSpPr>
            <a:grpSpLocks noChangeAspect="1"/>
          </p:cNvGrpSpPr>
          <p:nvPr/>
        </p:nvGrpSpPr>
        <p:grpSpPr>
          <a:xfrm>
            <a:off x="4422278" y="3570483"/>
            <a:ext cx="354770" cy="460100"/>
            <a:chOff x="5909087" y="2071498"/>
            <a:chExt cx="354770" cy="460100"/>
          </a:xfrm>
          <a:solidFill>
            <a:srgbClr val="FFFFFF"/>
          </a:solidFill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BA42A417-6A2D-4547-A795-5CB400280E14}"/>
                </a:ext>
              </a:extLst>
            </p:cNvPr>
            <p:cNvSpPr/>
            <p:nvPr/>
          </p:nvSpPr>
          <p:spPr>
            <a:xfrm>
              <a:off x="5997991" y="2093708"/>
              <a:ext cx="57775" cy="58222"/>
            </a:xfrm>
            <a:custGeom>
              <a:avLst/>
              <a:gdLst>
                <a:gd name="connsiteX0" fmla="*/ 29500 w 57775"/>
                <a:gd name="connsiteY0" fmla="*/ 58215 h 58222"/>
                <a:gd name="connsiteX1" fmla="*/ 7 w 57775"/>
                <a:gd name="connsiteY1" fmla="*/ 29728 h 58222"/>
                <a:gd name="connsiteX2" fmla="*/ 28276 w 57775"/>
                <a:gd name="connsiteY2" fmla="*/ 7 h 58222"/>
                <a:gd name="connsiteX3" fmla="*/ 57769 w 57775"/>
                <a:gd name="connsiteY3" fmla="*/ 28494 h 58222"/>
                <a:gd name="connsiteX4" fmla="*/ 57776 w 57775"/>
                <a:gd name="connsiteY4" fmla="*/ 29105 h 58222"/>
                <a:gd name="connsiteX5" fmla="*/ 29500 w 57775"/>
                <a:gd name="connsiteY5" fmla="*/ 58215 h 58222"/>
                <a:gd name="connsiteX6" fmla="*/ 29500 w 57775"/>
                <a:gd name="connsiteY6" fmla="*/ 15042 h 58222"/>
                <a:gd name="connsiteX7" fmla="*/ 15302 w 57775"/>
                <a:gd name="connsiteY7" fmla="*/ 29105 h 58222"/>
                <a:gd name="connsiteX8" fmla="*/ 29256 w 57775"/>
                <a:gd name="connsiteY8" fmla="*/ 43412 h 58222"/>
                <a:gd name="connsiteX9" fmla="*/ 43454 w 57775"/>
                <a:gd name="connsiteY9" fmla="*/ 29350 h 58222"/>
                <a:gd name="connsiteX10" fmla="*/ 43454 w 57775"/>
                <a:gd name="connsiteY10" fmla="*/ 29105 h 58222"/>
                <a:gd name="connsiteX11" fmla="*/ 29623 w 57775"/>
                <a:gd name="connsiteY11" fmla="*/ 14920 h 58222"/>
                <a:gd name="connsiteX12" fmla="*/ 29500 w 57775"/>
                <a:gd name="connsiteY12" fmla="*/ 14919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75" h="58222">
                  <a:moveTo>
                    <a:pt x="29500" y="58215"/>
                  </a:moveTo>
                  <a:cubicBezTo>
                    <a:pt x="13549" y="58556"/>
                    <a:pt x="345" y="45802"/>
                    <a:pt x="7" y="29728"/>
                  </a:cubicBezTo>
                  <a:cubicBezTo>
                    <a:pt x="-331" y="13654"/>
                    <a:pt x="12325" y="347"/>
                    <a:pt x="28276" y="7"/>
                  </a:cubicBezTo>
                  <a:cubicBezTo>
                    <a:pt x="44227" y="-334"/>
                    <a:pt x="57431" y="12420"/>
                    <a:pt x="57769" y="28494"/>
                  </a:cubicBezTo>
                  <a:cubicBezTo>
                    <a:pt x="57774" y="28698"/>
                    <a:pt x="57776" y="28901"/>
                    <a:pt x="57776" y="29105"/>
                  </a:cubicBezTo>
                  <a:cubicBezTo>
                    <a:pt x="57779" y="44944"/>
                    <a:pt x="45215" y="57880"/>
                    <a:pt x="29500" y="58215"/>
                  </a:cubicBezTo>
                  <a:close/>
                  <a:moveTo>
                    <a:pt x="29500" y="15042"/>
                  </a:moveTo>
                  <a:cubicBezTo>
                    <a:pt x="21726" y="14975"/>
                    <a:pt x="15369" y="21270"/>
                    <a:pt x="15302" y="29105"/>
                  </a:cubicBezTo>
                  <a:cubicBezTo>
                    <a:pt x="15235" y="36939"/>
                    <a:pt x="21482" y="43344"/>
                    <a:pt x="29256" y="43412"/>
                  </a:cubicBezTo>
                  <a:cubicBezTo>
                    <a:pt x="37030" y="43480"/>
                    <a:pt x="43387" y="37184"/>
                    <a:pt x="43454" y="29350"/>
                  </a:cubicBezTo>
                  <a:cubicBezTo>
                    <a:pt x="43455" y="29268"/>
                    <a:pt x="43455" y="29186"/>
                    <a:pt x="43454" y="29105"/>
                  </a:cubicBezTo>
                  <a:cubicBezTo>
                    <a:pt x="43522" y="21339"/>
                    <a:pt x="37329" y="14988"/>
                    <a:pt x="29623" y="14920"/>
                  </a:cubicBezTo>
                  <a:cubicBezTo>
                    <a:pt x="29582" y="14919"/>
                    <a:pt x="29541" y="14919"/>
                    <a:pt x="29500" y="1491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EA378B1A-7F79-854F-A8A8-8E9EC0462347}"/>
                </a:ext>
              </a:extLst>
            </p:cNvPr>
            <p:cNvSpPr/>
            <p:nvPr/>
          </p:nvSpPr>
          <p:spPr>
            <a:xfrm>
              <a:off x="5974244" y="2151800"/>
              <a:ext cx="106008" cy="69816"/>
            </a:xfrm>
            <a:custGeom>
              <a:avLst/>
              <a:gdLst>
                <a:gd name="connsiteX0" fmla="*/ 99027 w 106008"/>
                <a:gd name="connsiteY0" fmla="*/ 69817 h 69816"/>
                <a:gd name="connsiteX1" fmla="*/ 91682 w 106008"/>
                <a:gd name="connsiteY1" fmla="*/ 62416 h 69816"/>
                <a:gd name="connsiteX2" fmla="*/ 91682 w 106008"/>
                <a:gd name="connsiteY2" fmla="*/ 30838 h 69816"/>
                <a:gd name="connsiteX3" fmla="*/ 75892 w 106008"/>
                <a:gd name="connsiteY3" fmla="*/ 14926 h 69816"/>
                <a:gd name="connsiteX4" fmla="*/ 30602 w 106008"/>
                <a:gd name="connsiteY4" fmla="*/ 14926 h 69816"/>
                <a:gd name="connsiteX5" fmla="*/ 14811 w 106008"/>
                <a:gd name="connsiteY5" fmla="*/ 30838 h 69816"/>
                <a:gd name="connsiteX6" fmla="*/ 14811 w 106008"/>
                <a:gd name="connsiteY6" fmla="*/ 62169 h 69816"/>
                <a:gd name="connsiteX7" fmla="*/ 6452 w 106008"/>
                <a:gd name="connsiteY7" fmla="*/ 68670 h 69816"/>
                <a:gd name="connsiteX8" fmla="*/ 0 w 106008"/>
                <a:gd name="connsiteY8" fmla="*/ 62169 h 69816"/>
                <a:gd name="connsiteX9" fmla="*/ 0 w 106008"/>
                <a:gd name="connsiteY9" fmla="*/ 30838 h 69816"/>
                <a:gd name="connsiteX10" fmla="*/ 30602 w 106008"/>
                <a:gd name="connsiteY10" fmla="*/ 0 h 69816"/>
                <a:gd name="connsiteX11" fmla="*/ 75892 w 106008"/>
                <a:gd name="connsiteY11" fmla="*/ 0 h 69816"/>
                <a:gd name="connsiteX12" fmla="*/ 106004 w 106008"/>
                <a:gd name="connsiteY12" fmla="*/ 30838 h 69816"/>
                <a:gd name="connsiteX13" fmla="*/ 106004 w 106008"/>
                <a:gd name="connsiteY13" fmla="*/ 62169 h 69816"/>
                <a:gd name="connsiteX14" fmla="*/ 99027 w 106008"/>
                <a:gd name="connsiteY14" fmla="*/ 69817 h 6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008" h="69816">
                  <a:moveTo>
                    <a:pt x="99027" y="69817"/>
                  </a:moveTo>
                  <a:cubicBezTo>
                    <a:pt x="94970" y="69817"/>
                    <a:pt x="91682" y="66503"/>
                    <a:pt x="91682" y="62416"/>
                  </a:cubicBezTo>
                  <a:lnTo>
                    <a:pt x="91682" y="30838"/>
                  </a:lnTo>
                  <a:cubicBezTo>
                    <a:pt x="91682" y="22050"/>
                    <a:pt x="84613" y="14926"/>
                    <a:pt x="75892" y="14926"/>
                  </a:cubicBezTo>
                  <a:lnTo>
                    <a:pt x="30602" y="14926"/>
                  </a:lnTo>
                  <a:cubicBezTo>
                    <a:pt x="21881" y="14926"/>
                    <a:pt x="14811" y="22050"/>
                    <a:pt x="14811" y="30838"/>
                  </a:cubicBezTo>
                  <a:lnTo>
                    <a:pt x="14811" y="62169"/>
                  </a:lnTo>
                  <a:cubicBezTo>
                    <a:pt x="14284" y="66291"/>
                    <a:pt x="10541" y="69201"/>
                    <a:pt x="6452" y="68670"/>
                  </a:cubicBezTo>
                  <a:cubicBezTo>
                    <a:pt x="3084" y="68233"/>
                    <a:pt x="434" y="65562"/>
                    <a:pt x="0" y="62169"/>
                  </a:cubicBezTo>
                  <a:lnTo>
                    <a:pt x="0" y="30838"/>
                  </a:lnTo>
                  <a:cubicBezTo>
                    <a:pt x="0" y="13807"/>
                    <a:pt x="13701" y="0"/>
                    <a:pt x="30602" y="0"/>
                  </a:cubicBezTo>
                  <a:lnTo>
                    <a:pt x="75892" y="0"/>
                  </a:lnTo>
                  <a:cubicBezTo>
                    <a:pt x="92601" y="269"/>
                    <a:pt x="106006" y="13997"/>
                    <a:pt x="106004" y="30838"/>
                  </a:cubicBezTo>
                  <a:lnTo>
                    <a:pt x="106004" y="62169"/>
                  </a:lnTo>
                  <a:cubicBezTo>
                    <a:pt x="106142" y="66211"/>
                    <a:pt x="103035" y="69617"/>
                    <a:pt x="99027" y="69817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CDFF10A-27F7-6548-A65C-121E30985916}"/>
                </a:ext>
              </a:extLst>
            </p:cNvPr>
            <p:cNvSpPr/>
            <p:nvPr/>
          </p:nvSpPr>
          <p:spPr>
            <a:xfrm>
              <a:off x="5935197" y="2071498"/>
              <a:ext cx="184343" cy="185767"/>
            </a:xfrm>
            <a:custGeom>
              <a:avLst/>
              <a:gdLst>
                <a:gd name="connsiteX0" fmla="*/ 92294 w 184343"/>
                <a:gd name="connsiteY0" fmla="*/ 185767 h 185767"/>
                <a:gd name="connsiteX1" fmla="*/ 0 w 184343"/>
                <a:gd name="connsiteY1" fmla="*/ 93007 h 185767"/>
                <a:gd name="connsiteX2" fmla="*/ 92049 w 184343"/>
                <a:gd name="connsiteY2" fmla="*/ 0 h 185767"/>
                <a:gd name="connsiteX3" fmla="*/ 184344 w 184343"/>
                <a:gd name="connsiteY3" fmla="*/ 92760 h 185767"/>
                <a:gd name="connsiteX4" fmla="*/ 184344 w 184343"/>
                <a:gd name="connsiteY4" fmla="*/ 92883 h 185767"/>
                <a:gd name="connsiteX5" fmla="*/ 92294 w 184343"/>
                <a:gd name="connsiteY5" fmla="*/ 185767 h 185767"/>
                <a:gd name="connsiteX6" fmla="*/ 92294 w 184343"/>
                <a:gd name="connsiteY6" fmla="*/ 15049 h 185767"/>
                <a:gd name="connsiteX7" fmla="*/ 15056 w 184343"/>
                <a:gd name="connsiteY7" fmla="*/ 92883 h 185767"/>
                <a:gd name="connsiteX8" fmla="*/ 92294 w 184343"/>
                <a:gd name="connsiteY8" fmla="*/ 170718 h 185767"/>
                <a:gd name="connsiteX9" fmla="*/ 169533 w 184343"/>
                <a:gd name="connsiteY9" fmla="*/ 92883 h 185767"/>
                <a:gd name="connsiteX10" fmla="*/ 92294 w 184343"/>
                <a:gd name="connsiteY10" fmla="*/ 15049 h 18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343" h="185767">
                  <a:moveTo>
                    <a:pt x="92294" y="185767"/>
                  </a:moveTo>
                  <a:cubicBezTo>
                    <a:pt x="41389" y="185835"/>
                    <a:pt x="68" y="144305"/>
                    <a:pt x="0" y="93007"/>
                  </a:cubicBezTo>
                  <a:cubicBezTo>
                    <a:pt x="-68" y="41709"/>
                    <a:pt x="41144" y="68"/>
                    <a:pt x="92049" y="0"/>
                  </a:cubicBezTo>
                  <a:cubicBezTo>
                    <a:pt x="142955" y="-68"/>
                    <a:pt x="184276" y="41462"/>
                    <a:pt x="184344" y="92760"/>
                  </a:cubicBezTo>
                  <a:cubicBezTo>
                    <a:pt x="184344" y="92801"/>
                    <a:pt x="184344" y="92842"/>
                    <a:pt x="184344" y="92883"/>
                  </a:cubicBezTo>
                  <a:cubicBezTo>
                    <a:pt x="184344" y="144134"/>
                    <a:pt x="143152" y="185699"/>
                    <a:pt x="92294" y="185767"/>
                  </a:cubicBezTo>
                  <a:close/>
                  <a:moveTo>
                    <a:pt x="92294" y="15049"/>
                  </a:moveTo>
                  <a:cubicBezTo>
                    <a:pt x="49637" y="15049"/>
                    <a:pt x="15056" y="49897"/>
                    <a:pt x="15056" y="92883"/>
                  </a:cubicBezTo>
                  <a:cubicBezTo>
                    <a:pt x="15056" y="135870"/>
                    <a:pt x="49637" y="170718"/>
                    <a:pt x="92294" y="170718"/>
                  </a:cubicBezTo>
                  <a:cubicBezTo>
                    <a:pt x="134952" y="170718"/>
                    <a:pt x="169533" y="135870"/>
                    <a:pt x="169533" y="92883"/>
                  </a:cubicBezTo>
                  <a:cubicBezTo>
                    <a:pt x="169465" y="49925"/>
                    <a:pt x="134924" y="15117"/>
                    <a:pt x="92294" y="1504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ED3E7D14-48DC-524B-BB16-C31C4DF89B90}"/>
                </a:ext>
              </a:extLst>
            </p:cNvPr>
            <p:cNvSpPr/>
            <p:nvPr/>
          </p:nvSpPr>
          <p:spPr>
            <a:xfrm>
              <a:off x="6142675" y="2368158"/>
              <a:ext cx="57775" cy="58221"/>
            </a:xfrm>
            <a:custGeom>
              <a:avLst/>
              <a:gdLst>
                <a:gd name="connsiteX0" fmla="*/ 28888 w 57775"/>
                <a:gd name="connsiteY0" fmla="*/ 58222 h 58221"/>
                <a:gd name="connsiteX1" fmla="*/ 0 w 57775"/>
                <a:gd name="connsiteY1" fmla="*/ 29111 h 58221"/>
                <a:gd name="connsiteX2" fmla="*/ 28888 w 57775"/>
                <a:gd name="connsiteY2" fmla="*/ 0 h 58221"/>
                <a:gd name="connsiteX3" fmla="*/ 57776 w 57775"/>
                <a:gd name="connsiteY3" fmla="*/ 29111 h 58221"/>
                <a:gd name="connsiteX4" fmla="*/ 28888 w 57775"/>
                <a:gd name="connsiteY4" fmla="*/ 58222 h 58221"/>
                <a:gd name="connsiteX5" fmla="*/ 28888 w 57775"/>
                <a:gd name="connsiteY5" fmla="*/ 15049 h 58221"/>
                <a:gd name="connsiteX6" fmla="*/ 14812 w 57775"/>
                <a:gd name="connsiteY6" fmla="*/ 29235 h 58221"/>
                <a:gd name="connsiteX7" fmla="*/ 28889 w 57775"/>
                <a:gd name="connsiteY7" fmla="*/ 43420 h 58221"/>
                <a:gd name="connsiteX8" fmla="*/ 42965 w 57775"/>
                <a:gd name="connsiteY8" fmla="*/ 29234 h 58221"/>
                <a:gd name="connsiteX9" fmla="*/ 42965 w 57775"/>
                <a:gd name="connsiteY9" fmla="*/ 29111 h 58221"/>
                <a:gd name="connsiteX10" fmla="*/ 29011 w 57775"/>
                <a:gd name="connsiteY10" fmla="*/ 15048 h 58221"/>
                <a:gd name="connsiteX11" fmla="*/ 28888 w 57775"/>
                <a:gd name="connsiteY11" fmla="*/ 15049 h 5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775" h="58221">
                  <a:moveTo>
                    <a:pt x="28888" y="58222"/>
                  </a:moveTo>
                  <a:cubicBezTo>
                    <a:pt x="12934" y="58222"/>
                    <a:pt x="0" y="45188"/>
                    <a:pt x="0" y="29111"/>
                  </a:cubicBezTo>
                  <a:cubicBezTo>
                    <a:pt x="0" y="13033"/>
                    <a:pt x="12934" y="0"/>
                    <a:pt x="28888" y="0"/>
                  </a:cubicBezTo>
                  <a:cubicBezTo>
                    <a:pt x="44842" y="0"/>
                    <a:pt x="57776" y="13033"/>
                    <a:pt x="57776" y="29111"/>
                  </a:cubicBezTo>
                  <a:cubicBezTo>
                    <a:pt x="57776" y="45188"/>
                    <a:pt x="44842" y="58222"/>
                    <a:pt x="28888" y="58222"/>
                  </a:cubicBezTo>
                  <a:close/>
                  <a:moveTo>
                    <a:pt x="28888" y="15049"/>
                  </a:moveTo>
                  <a:cubicBezTo>
                    <a:pt x="21114" y="15049"/>
                    <a:pt x="14811" y="21400"/>
                    <a:pt x="14812" y="29235"/>
                  </a:cubicBezTo>
                  <a:cubicBezTo>
                    <a:pt x="14812" y="37069"/>
                    <a:pt x="21115" y="43420"/>
                    <a:pt x="28889" y="43420"/>
                  </a:cubicBezTo>
                  <a:cubicBezTo>
                    <a:pt x="36663" y="43419"/>
                    <a:pt x="42965" y="37068"/>
                    <a:pt x="42965" y="29234"/>
                  </a:cubicBezTo>
                  <a:cubicBezTo>
                    <a:pt x="42965" y="29193"/>
                    <a:pt x="42965" y="29152"/>
                    <a:pt x="42965" y="29111"/>
                  </a:cubicBezTo>
                  <a:cubicBezTo>
                    <a:pt x="42965" y="21345"/>
                    <a:pt x="36718" y="15049"/>
                    <a:pt x="29011" y="15048"/>
                  </a:cubicBezTo>
                  <a:cubicBezTo>
                    <a:pt x="28970" y="15048"/>
                    <a:pt x="28929" y="15049"/>
                    <a:pt x="28888" y="1504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BF28272-B7A4-0341-9AEB-429CED402B6D}"/>
                </a:ext>
              </a:extLst>
            </p:cNvPr>
            <p:cNvSpPr/>
            <p:nvPr/>
          </p:nvSpPr>
          <p:spPr>
            <a:xfrm>
              <a:off x="6118439" y="2426503"/>
              <a:ext cx="106370" cy="69571"/>
            </a:xfrm>
            <a:custGeom>
              <a:avLst/>
              <a:gdLst>
                <a:gd name="connsiteX0" fmla="*/ 99027 w 106370"/>
                <a:gd name="connsiteY0" fmla="*/ 69570 h 69571"/>
                <a:gd name="connsiteX1" fmla="*/ 91561 w 106370"/>
                <a:gd name="connsiteY1" fmla="*/ 62293 h 69571"/>
                <a:gd name="connsiteX2" fmla="*/ 91560 w 106370"/>
                <a:gd name="connsiteY2" fmla="*/ 62169 h 69571"/>
                <a:gd name="connsiteX3" fmla="*/ 91560 w 106370"/>
                <a:gd name="connsiteY3" fmla="*/ 30838 h 69571"/>
                <a:gd name="connsiteX4" fmla="*/ 75769 w 106370"/>
                <a:gd name="connsiteY4" fmla="*/ 15172 h 69571"/>
                <a:gd name="connsiteX5" fmla="*/ 30602 w 106370"/>
                <a:gd name="connsiteY5" fmla="*/ 15172 h 69571"/>
                <a:gd name="connsiteX6" fmla="*/ 14811 w 106370"/>
                <a:gd name="connsiteY6" fmla="*/ 31085 h 69571"/>
                <a:gd name="connsiteX7" fmla="*/ 14811 w 106370"/>
                <a:gd name="connsiteY7" fmla="*/ 62416 h 69571"/>
                <a:gd name="connsiteX8" fmla="*/ 6452 w 106370"/>
                <a:gd name="connsiteY8" fmla="*/ 68917 h 69571"/>
                <a:gd name="connsiteX9" fmla="*/ 0 w 106370"/>
                <a:gd name="connsiteY9" fmla="*/ 62416 h 69571"/>
                <a:gd name="connsiteX10" fmla="*/ 0 w 106370"/>
                <a:gd name="connsiteY10" fmla="*/ 30838 h 69571"/>
                <a:gd name="connsiteX11" fmla="*/ 30602 w 106370"/>
                <a:gd name="connsiteY11" fmla="*/ 0 h 69571"/>
                <a:gd name="connsiteX12" fmla="*/ 75769 w 106370"/>
                <a:gd name="connsiteY12" fmla="*/ 0 h 69571"/>
                <a:gd name="connsiteX13" fmla="*/ 106371 w 106370"/>
                <a:gd name="connsiteY13" fmla="*/ 30838 h 69571"/>
                <a:gd name="connsiteX14" fmla="*/ 106371 w 106370"/>
                <a:gd name="connsiteY14" fmla="*/ 62169 h 69571"/>
                <a:gd name="connsiteX15" fmla="*/ 99027 w 106370"/>
                <a:gd name="connsiteY15" fmla="*/ 69570 h 6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6370" h="69571">
                  <a:moveTo>
                    <a:pt x="99027" y="69570"/>
                  </a:moveTo>
                  <a:cubicBezTo>
                    <a:pt x="94971" y="69638"/>
                    <a:pt x="91628" y="66380"/>
                    <a:pt x="91561" y="62293"/>
                  </a:cubicBezTo>
                  <a:cubicBezTo>
                    <a:pt x="91560" y="62252"/>
                    <a:pt x="91560" y="62211"/>
                    <a:pt x="91560" y="62169"/>
                  </a:cubicBezTo>
                  <a:lnTo>
                    <a:pt x="91560" y="30838"/>
                  </a:lnTo>
                  <a:cubicBezTo>
                    <a:pt x="91426" y="22146"/>
                    <a:pt x="84396" y="15171"/>
                    <a:pt x="75769" y="15172"/>
                  </a:cubicBezTo>
                  <a:lnTo>
                    <a:pt x="30602" y="15172"/>
                  </a:lnTo>
                  <a:cubicBezTo>
                    <a:pt x="21881" y="15172"/>
                    <a:pt x="14811" y="22296"/>
                    <a:pt x="14811" y="31085"/>
                  </a:cubicBezTo>
                  <a:lnTo>
                    <a:pt x="14811" y="62416"/>
                  </a:lnTo>
                  <a:cubicBezTo>
                    <a:pt x="14284" y="66537"/>
                    <a:pt x="10541" y="69448"/>
                    <a:pt x="6452" y="68917"/>
                  </a:cubicBezTo>
                  <a:cubicBezTo>
                    <a:pt x="3084" y="68480"/>
                    <a:pt x="434" y="65809"/>
                    <a:pt x="0" y="62416"/>
                  </a:cubicBezTo>
                  <a:lnTo>
                    <a:pt x="0" y="30838"/>
                  </a:lnTo>
                  <a:cubicBezTo>
                    <a:pt x="0" y="13807"/>
                    <a:pt x="13701" y="0"/>
                    <a:pt x="30602" y="0"/>
                  </a:cubicBezTo>
                  <a:lnTo>
                    <a:pt x="75769" y="0"/>
                  </a:lnTo>
                  <a:cubicBezTo>
                    <a:pt x="92670" y="0"/>
                    <a:pt x="106371" y="13807"/>
                    <a:pt x="106371" y="30838"/>
                  </a:cubicBezTo>
                  <a:lnTo>
                    <a:pt x="106371" y="62169"/>
                  </a:lnTo>
                  <a:cubicBezTo>
                    <a:pt x="106371" y="66257"/>
                    <a:pt x="103083" y="69570"/>
                    <a:pt x="99027" y="6957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2486DF3D-3875-8F49-8E6E-4E116177A780}"/>
                </a:ext>
              </a:extLst>
            </p:cNvPr>
            <p:cNvSpPr/>
            <p:nvPr/>
          </p:nvSpPr>
          <p:spPr>
            <a:xfrm>
              <a:off x="6079759" y="2346079"/>
              <a:ext cx="184098" cy="185520"/>
            </a:xfrm>
            <a:custGeom>
              <a:avLst/>
              <a:gdLst>
                <a:gd name="connsiteX0" fmla="*/ 91805 w 184098"/>
                <a:gd name="connsiteY0" fmla="*/ 185520 h 185520"/>
                <a:gd name="connsiteX1" fmla="*/ 0 w 184098"/>
                <a:gd name="connsiteY1" fmla="*/ 92514 h 185520"/>
                <a:gd name="connsiteX2" fmla="*/ 92294 w 184098"/>
                <a:gd name="connsiteY2" fmla="*/ 0 h 185520"/>
                <a:gd name="connsiteX3" fmla="*/ 184099 w 184098"/>
                <a:gd name="connsiteY3" fmla="*/ 92760 h 185520"/>
                <a:gd name="connsiteX4" fmla="*/ 91805 w 184098"/>
                <a:gd name="connsiteY4" fmla="*/ 185520 h 185520"/>
                <a:gd name="connsiteX5" fmla="*/ 91805 w 184098"/>
                <a:gd name="connsiteY5" fmla="*/ 14925 h 185520"/>
                <a:gd name="connsiteX6" fmla="*/ 14689 w 184098"/>
                <a:gd name="connsiteY6" fmla="*/ 92883 h 185520"/>
                <a:gd name="connsiteX7" fmla="*/ 92049 w 184098"/>
                <a:gd name="connsiteY7" fmla="*/ 170594 h 185520"/>
                <a:gd name="connsiteX8" fmla="*/ 169165 w 184098"/>
                <a:gd name="connsiteY8" fmla="*/ 92760 h 185520"/>
                <a:gd name="connsiteX9" fmla="*/ 91805 w 184098"/>
                <a:gd name="connsiteY9" fmla="*/ 14925 h 18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98" h="185520">
                  <a:moveTo>
                    <a:pt x="91805" y="185520"/>
                  </a:moveTo>
                  <a:cubicBezTo>
                    <a:pt x="40967" y="185384"/>
                    <a:pt x="-135" y="143743"/>
                    <a:pt x="0" y="92514"/>
                  </a:cubicBezTo>
                  <a:cubicBezTo>
                    <a:pt x="136" y="41284"/>
                    <a:pt x="41457" y="-136"/>
                    <a:pt x="92294" y="0"/>
                  </a:cubicBezTo>
                  <a:cubicBezTo>
                    <a:pt x="143036" y="136"/>
                    <a:pt x="184099" y="41626"/>
                    <a:pt x="184099" y="92760"/>
                  </a:cubicBezTo>
                  <a:cubicBezTo>
                    <a:pt x="184031" y="144058"/>
                    <a:pt x="142710" y="185588"/>
                    <a:pt x="91805" y="185520"/>
                  </a:cubicBezTo>
                  <a:close/>
                  <a:moveTo>
                    <a:pt x="91805" y="14925"/>
                  </a:moveTo>
                  <a:cubicBezTo>
                    <a:pt x="49147" y="14993"/>
                    <a:pt x="14621" y="49896"/>
                    <a:pt x="14689" y="92883"/>
                  </a:cubicBezTo>
                  <a:cubicBezTo>
                    <a:pt x="14756" y="135870"/>
                    <a:pt x="49392" y="170663"/>
                    <a:pt x="92049" y="170594"/>
                  </a:cubicBezTo>
                  <a:cubicBezTo>
                    <a:pt x="134659" y="170526"/>
                    <a:pt x="169165" y="135699"/>
                    <a:pt x="169165" y="92760"/>
                  </a:cubicBezTo>
                  <a:cubicBezTo>
                    <a:pt x="169098" y="49753"/>
                    <a:pt x="134482" y="14925"/>
                    <a:pt x="91805" y="14925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838192F-A2FE-6142-91E5-CD4EA429B349}"/>
                </a:ext>
              </a:extLst>
            </p:cNvPr>
            <p:cNvSpPr/>
            <p:nvPr/>
          </p:nvSpPr>
          <p:spPr>
            <a:xfrm>
              <a:off x="5909087" y="2140133"/>
              <a:ext cx="339149" cy="338548"/>
            </a:xfrm>
            <a:custGeom>
              <a:avLst/>
              <a:gdLst>
                <a:gd name="connsiteX0" fmla="*/ 169448 w 339149"/>
                <a:gd name="connsiteY0" fmla="*/ 338548 h 338548"/>
                <a:gd name="connsiteX1" fmla="*/ 0 w 339149"/>
                <a:gd name="connsiteY1" fmla="*/ 167374 h 338548"/>
                <a:gd name="connsiteX2" fmla="*/ 37983 w 339149"/>
                <a:gd name="connsiteY2" fmla="*/ 59774 h 338548"/>
                <a:gd name="connsiteX3" fmla="*/ 44471 w 339149"/>
                <a:gd name="connsiteY3" fmla="*/ 57061 h 338548"/>
                <a:gd name="connsiteX4" fmla="*/ 50224 w 339149"/>
                <a:gd name="connsiteY4" fmla="*/ 61008 h 338548"/>
                <a:gd name="connsiteX5" fmla="*/ 155062 w 339149"/>
                <a:gd name="connsiteY5" fmla="*/ 92528 h 338548"/>
                <a:gd name="connsiteX6" fmla="*/ 195643 w 339149"/>
                <a:gd name="connsiteY6" fmla="*/ 24249 h 338548"/>
                <a:gd name="connsiteX7" fmla="*/ 194174 w 339149"/>
                <a:gd name="connsiteY7" fmla="*/ 8954 h 338548"/>
                <a:gd name="connsiteX8" fmla="*/ 199539 w 339149"/>
                <a:gd name="connsiteY8" fmla="*/ 196 h 338548"/>
                <a:gd name="connsiteX9" fmla="*/ 202864 w 339149"/>
                <a:gd name="connsiteY9" fmla="*/ 196 h 338548"/>
                <a:gd name="connsiteX10" fmla="*/ 335795 w 339149"/>
                <a:gd name="connsiteY10" fmla="*/ 201475 h 338548"/>
                <a:gd name="connsiteX11" fmla="*/ 324536 w 339149"/>
                <a:gd name="connsiteY11" fmla="*/ 237154 h 338548"/>
                <a:gd name="connsiteX12" fmla="*/ 319395 w 339149"/>
                <a:gd name="connsiteY12" fmla="*/ 241471 h 338548"/>
                <a:gd name="connsiteX13" fmla="*/ 312908 w 339149"/>
                <a:gd name="connsiteY13" fmla="*/ 239744 h 338548"/>
                <a:gd name="connsiteX14" fmla="*/ 203905 w 339149"/>
                <a:gd name="connsiteY14" fmla="*/ 246868 h 338548"/>
                <a:gd name="connsiteX15" fmla="*/ 190501 w 339149"/>
                <a:gd name="connsiteY15" fmla="*/ 327817 h 338548"/>
                <a:gd name="connsiteX16" fmla="*/ 190501 w 339149"/>
                <a:gd name="connsiteY16" fmla="*/ 334478 h 338548"/>
                <a:gd name="connsiteX17" fmla="*/ 184871 w 339149"/>
                <a:gd name="connsiteY17" fmla="*/ 338055 h 338548"/>
                <a:gd name="connsiteX18" fmla="*/ 169448 w 339149"/>
                <a:gd name="connsiteY18" fmla="*/ 338548 h 338548"/>
                <a:gd name="connsiteX19" fmla="*/ 43124 w 339149"/>
                <a:gd name="connsiteY19" fmla="*/ 77660 h 338548"/>
                <a:gd name="connsiteX20" fmla="*/ 79180 w 339149"/>
                <a:gd name="connsiteY20" fmla="*/ 295322 h 338548"/>
                <a:gd name="connsiteX21" fmla="*/ 169448 w 339149"/>
                <a:gd name="connsiteY21" fmla="*/ 324363 h 338548"/>
                <a:gd name="connsiteX22" fmla="*/ 173854 w 339149"/>
                <a:gd name="connsiteY22" fmla="*/ 324363 h 338548"/>
                <a:gd name="connsiteX23" fmla="*/ 170427 w 339149"/>
                <a:gd name="connsiteY23" fmla="*/ 299693 h 338548"/>
                <a:gd name="connsiteX24" fmla="*/ 262476 w 339149"/>
                <a:gd name="connsiteY24" fmla="*/ 206932 h 338548"/>
                <a:gd name="connsiteX25" fmla="*/ 314499 w 339149"/>
                <a:gd name="connsiteY25" fmla="*/ 223215 h 338548"/>
                <a:gd name="connsiteX26" fmla="*/ 324291 w 339149"/>
                <a:gd name="connsiteY26" fmla="*/ 168817 h 338548"/>
                <a:gd name="connsiteX27" fmla="*/ 210209 w 339149"/>
                <a:gd name="connsiteY27" fmla="*/ 17835 h 338548"/>
                <a:gd name="connsiteX28" fmla="*/ 210209 w 339149"/>
                <a:gd name="connsiteY28" fmla="*/ 24866 h 338548"/>
                <a:gd name="connsiteX29" fmla="*/ 117242 w 339149"/>
                <a:gd name="connsiteY29" fmla="*/ 116692 h 338548"/>
                <a:gd name="connsiteX30" fmla="*/ 43124 w 339149"/>
                <a:gd name="connsiteY30" fmla="*/ 77660 h 33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9149" h="338548">
                  <a:moveTo>
                    <a:pt x="169448" y="338548"/>
                  </a:moveTo>
                  <a:cubicBezTo>
                    <a:pt x="75750" y="338433"/>
                    <a:pt x="-114" y="261796"/>
                    <a:pt x="0" y="167374"/>
                  </a:cubicBezTo>
                  <a:cubicBezTo>
                    <a:pt x="48" y="128181"/>
                    <a:pt x="13457" y="90193"/>
                    <a:pt x="37983" y="59774"/>
                  </a:cubicBezTo>
                  <a:cubicBezTo>
                    <a:pt x="39549" y="57819"/>
                    <a:pt x="41991" y="56797"/>
                    <a:pt x="44471" y="57061"/>
                  </a:cubicBezTo>
                  <a:cubicBezTo>
                    <a:pt x="46933" y="57297"/>
                    <a:pt x="49103" y="58786"/>
                    <a:pt x="50224" y="61008"/>
                  </a:cubicBezTo>
                  <a:cubicBezTo>
                    <a:pt x="70537" y="98886"/>
                    <a:pt x="117474" y="112998"/>
                    <a:pt x="155062" y="92528"/>
                  </a:cubicBezTo>
                  <a:cubicBezTo>
                    <a:pt x="179967" y="78965"/>
                    <a:pt x="195532" y="52777"/>
                    <a:pt x="195643" y="24249"/>
                  </a:cubicBezTo>
                  <a:cubicBezTo>
                    <a:pt x="195639" y="19115"/>
                    <a:pt x="195147" y="13993"/>
                    <a:pt x="194174" y="8954"/>
                  </a:cubicBezTo>
                  <a:cubicBezTo>
                    <a:pt x="193255" y="5042"/>
                    <a:pt x="195657" y="1121"/>
                    <a:pt x="199539" y="196"/>
                  </a:cubicBezTo>
                  <a:cubicBezTo>
                    <a:pt x="200632" y="-65"/>
                    <a:pt x="201771" y="-65"/>
                    <a:pt x="202864" y="196"/>
                  </a:cubicBezTo>
                  <a:cubicBezTo>
                    <a:pt x="294728" y="18786"/>
                    <a:pt x="354244" y="108902"/>
                    <a:pt x="335795" y="201475"/>
                  </a:cubicBezTo>
                  <a:cubicBezTo>
                    <a:pt x="333350" y="213747"/>
                    <a:pt x="329574" y="225712"/>
                    <a:pt x="324536" y="237154"/>
                  </a:cubicBezTo>
                  <a:cubicBezTo>
                    <a:pt x="323549" y="239295"/>
                    <a:pt x="321663" y="240879"/>
                    <a:pt x="319395" y="241471"/>
                  </a:cubicBezTo>
                  <a:cubicBezTo>
                    <a:pt x="317083" y="241982"/>
                    <a:pt x="314668" y="241340"/>
                    <a:pt x="312908" y="239744"/>
                  </a:cubicBezTo>
                  <a:cubicBezTo>
                    <a:pt x="280855" y="211379"/>
                    <a:pt x="232053" y="214568"/>
                    <a:pt x="203905" y="246868"/>
                  </a:cubicBezTo>
                  <a:cubicBezTo>
                    <a:pt x="184537" y="269093"/>
                    <a:pt x="179343" y="300459"/>
                    <a:pt x="190501" y="327817"/>
                  </a:cubicBezTo>
                  <a:cubicBezTo>
                    <a:pt x="191611" y="329896"/>
                    <a:pt x="191611" y="332398"/>
                    <a:pt x="190501" y="334478"/>
                  </a:cubicBezTo>
                  <a:cubicBezTo>
                    <a:pt x="189299" y="336508"/>
                    <a:pt x="187207" y="337837"/>
                    <a:pt x="184871" y="338055"/>
                  </a:cubicBezTo>
                  <a:cubicBezTo>
                    <a:pt x="179363" y="338548"/>
                    <a:pt x="174344" y="338548"/>
                    <a:pt x="169448" y="338548"/>
                  </a:cubicBezTo>
                  <a:close/>
                  <a:moveTo>
                    <a:pt x="43124" y="77660"/>
                  </a:moveTo>
                  <a:cubicBezTo>
                    <a:pt x="-6564" y="147799"/>
                    <a:pt x="9579" y="245249"/>
                    <a:pt x="79180" y="295322"/>
                  </a:cubicBezTo>
                  <a:cubicBezTo>
                    <a:pt x="105519" y="314270"/>
                    <a:pt x="137086" y="324426"/>
                    <a:pt x="169448" y="324363"/>
                  </a:cubicBezTo>
                  <a:lnTo>
                    <a:pt x="173854" y="324363"/>
                  </a:lnTo>
                  <a:cubicBezTo>
                    <a:pt x="171643" y="316327"/>
                    <a:pt x="170491" y="308032"/>
                    <a:pt x="170427" y="299693"/>
                  </a:cubicBezTo>
                  <a:cubicBezTo>
                    <a:pt x="170494" y="248491"/>
                    <a:pt x="211667" y="207000"/>
                    <a:pt x="262476" y="206932"/>
                  </a:cubicBezTo>
                  <a:cubicBezTo>
                    <a:pt x="281058" y="206892"/>
                    <a:pt x="299209" y="212573"/>
                    <a:pt x="314499" y="223215"/>
                  </a:cubicBezTo>
                  <a:cubicBezTo>
                    <a:pt x="320994" y="205826"/>
                    <a:pt x="324312" y="187396"/>
                    <a:pt x="324291" y="168817"/>
                  </a:cubicBezTo>
                  <a:cubicBezTo>
                    <a:pt x="324323" y="98350"/>
                    <a:pt x="277625" y="36548"/>
                    <a:pt x="210209" y="17835"/>
                  </a:cubicBezTo>
                  <a:cubicBezTo>
                    <a:pt x="210331" y="20177"/>
                    <a:pt x="210331" y="22524"/>
                    <a:pt x="210209" y="24866"/>
                  </a:cubicBezTo>
                  <a:cubicBezTo>
                    <a:pt x="209700" y="76093"/>
                    <a:pt x="168077" y="117205"/>
                    <a:pt x="117242" y="116692"/>
                  </a:cubicBezTo>
                  <a:cubicBezTo>
                    <a:pt x="87759" y="116395"/>
                    <a:pt x="60201" y="101882"/>
                    <a:pt x="43124" y="7766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4171017-755F-8248-AFEB-F263C750C786}"/>
                </a:ext>
              </a:extLst>
            </p:cNvPr>
            <p:cNvSpPr/>
            <p:nvPr/>
          </p:nvSpPr>
          <p:spPr>
            <a:xfrm>
              <a:off x="6150860" y="2152302"/>
              <a:ext cx="47011" cy="52662"/>
            </a:xfrm>
            <a:custGeom>
              <a:avLst/>
              <a:gdLst>
                <a:gd name="connsiteX0" fmla="*/ 13726 w 47011"/>
                <a:gd name="connsiteY0" fmla="*/ 52662 h 52662"/>
                <a:gd name="connsiteX1" fmla="*/ 6504 w 47011"/>
                <a:gd name="connsiteY1" fmla="*/ 46618 h 52662"/>
                <a:gd name="connsiteX2" fmla="*/ 139 w 47011"/>
                <a:gd name="connsiteY2" fmla="*/ 14670 h 52662"/>
                <a:gd name="connsiteX3" fmla="*/ 1363 w 47011"/>
                <a:gd name="connsiteY3" fmla="*/ 8996 h 52662"/>
                <a:gd name="connsiteX4" fmla="*/ 6137 w 47011"/>
                <a:gd name="connsiteY4" fmla="*/ 5665 h 52662"/>
                <a:gd name="connsiteX5" fmla="*/ 38329 w 47011"/>
                <a:gd name="connsiteY5" fmla="*/ 115 h 52662"/>
                <a:gd name="connsiteX6" fmla="*/ 46898 w 47011"/>
                <a:gd name="connsiteY6" fmla="*/ 6159 h 52662"/>
                <a:gd name="connsiteX7" fmla="*/ 40900 w 47011"/>
                <a:gd name="connsiteY7" fmla="*/ 14793 h 52662"/>
                <a:gd name="connsiteX8" fmla="*/ 16419 w 47011"/>
                <a:gd name="connsiteY8" fmla="*/ 19111 h 52662"/>
                <a:gd name="connsiteX9" fmla="*/ 21315 w 47011"/>
                <a:gd name="connsiteY9" fmla="*/ 43781 h 52662"/>
                <a:gd name="connsiteX10" fmla="*/ 15440 w 47011"/>
                <a:gd name="connsiteY10" fmla="*/ 52539 h 5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11" h="52662">
                  <a:moveTo>
                    <a:pt x="13726" y="52662"/>
                  </a:moveTo>
                  <a:cubicBezTo>
                    <a:pt x="10205" y="52615"/>
                    <a:pt x="7196" y="50097"/>
                    <a:pt x="6504" y="46618"/>
                  </a:cubicBezTo>
                  <a:lnTo>
                    <a:pt x="139" y="14670"/>
                  </a:lnTo>
                  <a:cubicBezTo>
                    <a:pt x="-252" y="12690"/>
                    <a:pt x="191" y="10634"/>
                    <a:pt x="1363" y="8996"/>
                  </a:cubicBezTo>
                  <a:cubicBezTo>
                    <a:pt x="2443" y="7282"/>
                    <a:pt x="4165" y="6081"/>
                    <a:pt x="6137" y="5665"/>
                  </a:cubicBezTo>
                  <a:lnTo>
                    <a:pt x="38329" y="115"/>
                  </a:lnTo>
                  <a:cubicBezTo>
                    <a:pt x="42352" y="-601"/>
                    <a:pt x="46188" y="2105"/>
                    <a:pt x="46898" y="6159"/>
                  </a:cubicBezTo>
                  <a:cubicBezTo>
                    <a:pt x="47608" y="10212"/>
                    <a:pt x="44922" y="14078"/>
                    <a:pt x="40900" y="14793"/>
                  </a:cubicBezTo>
                  <a:lnTo>
                    <a:pt x="16419" y="19111"/>
                  </a:lnTo>
                  <a:lnTo>
                    <a:pt x="21315" y="43781"/>
                  </a:lnTo>
                  <a:cubicBezTo>
                    <a:pt x="22064" y="47829"/>
                    <a:pt x="19446" y="51731"/>
                    <a:pt x="15440" y="5253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48678E9-D449-614D-AA8E-90FCF1172720}"/>
                </a:ext>
              </a:extLst>
            </p:cNvPr>
            <p:cNvSpPr/>
            <p:nvPr/>
          </p:nvSpPr>
          <p:spPr>
            <a:xfrm>
              <a:off x="5958551" y="2413648"/>
              <a:ext cx="47421" cy="52724"/>
            </a:xfrm>
            <a:custGeom>
              <a:avLst/>
              <a:gdLst>
                <a:gd name="connsiteX0" fmla="*/ 7982 w 47421"/>
                <a:gd name="connsiteY0" fmla="*/ 52698 h 52724"/>
                <a:gd name="connsiteX1" fmla="*/ 26 w 47421"/>
                <a:gd name="connsiteY1" fmla="*/ 45914 h 52724"/>
                <a:gd name="connsiteX2" fmla="*/ 6758 w 47421"/>
                <a:gd name="connsiteY2" fmla="*/ 37896 h 52724"/>
                <a:gd name="connsiteX3" fmla="*/ 31239 w 47421"/>
                <a:gd name="connsiteY3" fmla="*/ 33579 h 52724"/>
                <a:gd name="connsiteX4" fmla="*/ 26343 w 47421"/>
                <a:gd name="connsiteY4" fmla="*/ 8908 h 52724"/>
                <a:gd name="connsiteX5" fmla="*/ 32219 w 47421"/>
                <a:gd name="connsiteY5" fmla="*/ 150 h 52724"/>
                <a:gd name="connsiteX6" fmla="*/ 40881 w 47421"/>
                <a:gd name="connsiteY6" fmla="*/ 5925 h 52724"/>
                <a:gd name="connsiteX7" fmla="*/ 40910 w 47421"/>
                <a:gd name="connsiteY7" fmla="*/ 6071 h 52724"/>
                <a:gd name="connsiteX8" fmla="*/ 47275 w 47421"/>
                <a:gd name="connsiteY8" fmla="*/ 37896 h 52724"/>
                <a:gd name="connsiteX9" fmla="*/ 46051 w 47421"/>
                <a:gd name="connsiteY9" fmla="*/ 43570 h 52724"/>
                <a:gd name="connsiteX10" fmla="*/ 41277 w 47421"/>
                <a:gd name="connsiteY10" fmla="*/ 46777 h 52724"/>
                <a:gd name="connsiteX11" fmla="*/ 9329 w 47421"/>
                <a:gd name="connsiteY11" fmla="*/ 52698 h 5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421" h="52724">
                  <a:moveTo>
                    <a:pt x="7982" y="52698"/>
                  </a:moveTo>
                  <a:cubicBezTo>
                    <a:pt x="3926" y="53039"/>
                    <a:pt x="364" y="50001"/>
                    <a:pt x="26" y="45914"/>
                  </a:cubicBezTo>
                  <a:cubicBezTo>
                    <a:pt x="-312" y="41826"/>
                    <a:pt x="2702" y="38237"/>
                    <a:pt x="6758" y="37896"/>
                  </a:cubicBezTo>
                  <a:lnTo>
                    <a:pt x="31239" y="33579"/>
                  </a:lnTo>
                  <a:lnTo>
                    <a:pt x="26343" y="8908"/>
                  </a:lnTo>
                  <a:cubicBezTo>
                    <a:pt x="25594" y="4861"/>
                    <a:pt x="28212" y="958"/>
                    <a:pt x="32219" y="150"/>
                  </a:cubicBezTo>
                  <a:cubicBezTo>
                    <a:pt x="36193" y="-666"/>
                    <a:pt x="40072" y="1920"/>
                    <a:pt x="40881" y="5925"/>
                  </a:cubicBezTo>
                  <a:cubicBezTo>
                    <a:pt x="40891" y="5974"/>
                    <a:pt x="40901" y="6022"/>
                    <a:pt x="40910" y="6071"/>
                  </a:cubicBezTo>
                  <a:lnTo>
                    <a:pt x="47275" y="37896"/>
                  </a:lnTo>
                  <a:cubicBezTo>
                    <a:pt x="47681" y="39877"/>
                    <a:pt x="47236" y="41938"/>
                    <a:pt x="46051" y="43570"/>
                  </a:cubicBezTo>
                  <a:cubicBezTo>
                    <a:pt x="44967" y="45258"/>
                    <a:pt x="43239" y="46418"/>
                    <a:pt x="41277" y="46777"/>
                  </a:cubicBezTo>
                  <a:lnTo>
                    <a:pt x="9329" y="52698"/>
                  </a:ln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3" name="Graphic 56">
            <a:extLst>
              <a:ext uri="{FF2B5EF4-FFF2-40B4-BE49-F238E27FC236}">
                <a16:creationId xmlns:a16="http://schemas.microsoft.com/office/drawing/2014/main" id="{FF1BE2EE-1CF9-AF47-A98F-8544AA2530ED}"/>
              </a:ext>
            </a:extLst>
          </p:cNvPr>
          <p:cNvGrpSpPr>
            <a:grpSpLocks noChangeAspect="1"/>
          </p:cNvGrpSpPr>
          <p:nvPr/>
        </p:nvGrpSpPr>
        <p:grpSpPr>
          <a:xfrm>
            <a:off x="5883524" y="2096977"/>
            <a:ext cx="410914" cy="410877"/>
            <a:chOff x="5883524" y="2096977"/>
            <a:chExt cx="410914" cy="410877"/>
          </a:xfrm>
          <a:solidFill>
            <a:srgbClr val="FFFFFF"/>
          </a:solidFill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B72B1B2-4465-6243-9171-DE224821FD83}"/>
                </a:ext>
              </a:extLst>
            </p:cNvPr>
            <p:cNvSpPr/>
            <p:nvPr/>
          </p:nvSpPr>
          <p:spPr>
            <a:xfrm>
              <a:off x="6081450" y="2096978"/>
              <a:ext cx="212926" cy="212925"/>
            </a:xfrm>
            <a:custGeom>
              <a:avLst/>
              <a:gdLst>
                <a:gd name="connsiteX0" fmla="*/ 58396 w 212926"/>
                <a:gd name="connsiteY0" fmla="*/ 212925 h 212925"/>
                <a:gd name="connsiteX1" fmla="*/ 7501 w 212926"/>
                <a:gd name="connsiteY1" fmla="*/ 212925 h 212925"/>
                <a:gd name="connsiteX2" fmla="*/ 2 w 212926"/>
                <a:gd name="connsiteY2" fmla="*/ 205426 h 212925"/>
                <a:gd name="connsiteX3" fmla="*/ 2 w 212926"/>
                <a:gd name="connsiteY3" fmla="*/ 135230 h 212925"/>
                <a:gd name="connsiteX4" fmla="*/ 7132 w 212926"/>
                <a:gd name="connsiteY4" fmla="*/ 122936 h 212925"/>
                <a:gd name="connsiteX5" fmla="*/ 22130 w 212926"/>
                <a:gd name="connsiteY5" fmla="*/ 122198 h 212925"/>
                <a:gd name="connsiteX6" fmla="*/ 63182 w 212926"/>
                <a:gd name="connsiteY6" fmla="*/ 107920 h 212925"/>
                <a:gd name="connsiteX7" fmla="*/ 65527 w 212926"/>
                <a:gd name="connsiteY7" fmla="*/ 87899 h 212925"/>
                <a:gd name="connsiteX8" fmla="*/ 29185 w 212926"/>
                <a:gd name="connsiteY8" fmla="*/ 64375 h 212925"/>
                <a:gd name="connsiteX9" fmla="*/ 22007 w 212926"/>
                <a:gd name="connsiteY9" fmla="*/ 66877 h 212925"/>
                <a:gd name="connsiteX10" fmla="*/ 1582 w 212926"/>
                <a:gd name="connsiteY10" fmla="*/ 59979 h 212925"/>
                <a:gd name="connsiteX11" fmla="*/ 2 w 212926"/>
                <a:gd name="connsiteY11" fmla="*/ 52985 h 212925"/>
                <a:gd name="connsiteX12" fmla="*/ 2 w 212926"/>
                <a:gd name="connsiteY12" fmla="*/ 7499 h 212925"/>
                <a:gd name="connsiteX13" fmla="*/ 7501 w 212926"/>
                <a:gd name="connsiteY13" fmla="*/ 0 h 212925"/>
                <a:gd name="connsiteX14" fmla="*/ 182070 w 212926"/>
                <a:gd name="connsiteY14" fmla="*/ 0 h 212925"/>
                <a:gd name="connsiteX15" fmla="*/ 212927 w 212926"/>
                <a:gd name="connsiteY15" fmla="*/ 30857 h 212925"/>
                <a:gd name="connsiteX16" fmla="*/ 212927 w 212926"/>
                <a:gd name="connsiteY16" fmla="*/ 56182 h 212925"/>
                <a:gd name="connsiteX17" fmla="*/ 204531 w 212926"/>
                <a:gd name="connsiteY17" fmla="*/ 62661 h 212925"/>
                <a:gd name="connsiteX18" fmla="*/ 198052 w 212926"/>
                <a:gd name="connsiteY18" fmla="*/ 56182 h 212925"/>
                <a:gd name="connsiteX19" fmla="*/ 198052 w 212926"/>
                <a:gd name="connsiteY19" fmla="*/ 30857 h 212925"/>
                <a:gd name="connsiteX20" fmla="*/ 182070 w 212926"/>
                <a:gd name="connsiteY20" fmla="*/ 14875 h 212925"/>
                <a:gd name="connsiteX21" fmla="*/ 15000 w 212926"/>
                <a:gd name="connsiteY21" fmla="*/ 14875 h 212925"/>
                <a:gd name="connsiteX22" fmla="*/ 15000 w 212926"/>
                <a:gd name="connsiteY22" fmla="*/ 52985 h 212925"/>
                <a:gd name="connsiteX23" fmla="*/ 45242 w 212926"/>
                <a:gd name="connsiteY23" fmla="*/ 49174 h 212925"/>
                <a:gd name="connsiteX24" fmla="*/ 80156 w 212926"/>
                <a:gd name="connsiteY24" fmla="*/ 84088 h 212925"/>
                <a:gd name="connsiteX25" fmla="*/ 70936 w 212926"/>
                <a:gd name="connsiteY25" fmla="*/ 122936 h 212925"/>
                <a:gd name="connsiteX26" fmla="*/ 35653 w 212926"/>
                <a:gd name="connsiteY26" fmla="*/ 139901 h 212925"/>
                <a:gd name="connsiteX27" fmla="*/ 15615 w 212926"/>
                <a:gd name="connsiteY27" fmla="*/ 135230 h 212925"/>
                <a:gd name="connsiteX28" fmla="*/ 15000 w 212926"/>
                <a:gd name="connsiteY28" fmla="*/ 197804 h 212925"/>
                <a:gd name="connsiteX29" fmla="*/ 58396 w 212926"/>
                <a:gd name="connsiteY29" fmla="*/ 197804 h 212925"/>
                <a:gd name="connsiteX30" fmla="*/ 65895 w 212926"/>
                <a:gd name="connsiteY30" fmla="*/ 205303 h 212925"/>
                <a:gd name="connsiteX31" fmla="*/ 58396 w 212926"/>
                <a:gd name="connsiteY31" fmla="*/ 212802 h 21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2926" h="212925">
                  <a:moveTo>
                    <a:pt x="58396" y="212925"/>
                  </a:moveTo>
                  <a:lnTo>
                    <a:pt x="7501" y="212925"/>
                  </a:lnTo>
                  <a:cubicBezTo>
                    <a:pt x="3359" y="212925"/>
                    <a:pt x="2" y="209568"/>
                    <a:pt x="2" y="205426"/>
                  </a:cubicBezTo>
                  <a:lnTo>
                    <a:pt x="2" y="135230"/>
                  </a:lnTo>
                  <a:cubicBezTo>
                    <a:pt x="206" y="130207"/>
                    <a:pt x="2874" y="125608"/>
                    <a:pt x="7132" y="122936"/>
                  </a:cubicBezTo>
                  <a:cubicBezTo>
                    <a:pt x="11670" y="120121"/>
                    <a:pt x="17338" y="119843"/>
                    <a:pt x="22130" y="122198"/>
                  </a:cubicBezTo>
                  <a:cubicBezTo>
                    <a:pt x="37409" y="129592"/>
                    <a:pt x="55789" y="123199"/>
                    <a:pt x="63182" y="107920"/>
                  </a:cubicBezTo>
                  <a:cubicBezTo>
                    <a:pt x="66192" y="101700"/>
                    <a:pt x="67018" y="94647"/>
                    <a:pt x="65527" y="87899"/>
                  </a:cubicBezTo>
                  <a:cubicBezTo>
                    <a:pt x="61987" y="71368"/>
                    <a:pt x="45717" y="60836"/>
                    <a:pt x="29185" y="64375"/>
                  </a:cubicBezTo>
                  <a:cubicBezTo>
                    <a:pt x="26698" y="64908"/>
                    <a:pt x="24287" y="65748"/>
                    <a:pt x="22007" y="66877"/>
                  </a:cubicBezTo>
                  <a:cubicBezTo>
                    <a:pt x="14462" y="70612"/>
                    <a:pt x="5318" y="67524"/>
                    <a:pt x="1582" y="59979"/>
                  </a:cubicBezTo>
                  <a:cubicBezTo>
                    <a:pt x="507" y="57807"/>
                    <a:pt x="-35" y="55409"/>
                    <a:pt x="2" y="52985"/>
                  </a:cubicBezTo>
                  <a:lnTo>
                    <a:pt x="2" y="7499"/>
                  </a:lnTo>
                  <a:cubicBezTo>
                    <a:pt x="2" y="3357"/>
                    <a:pt x="3359" y="0"/>
                    <a:pt x="7501" y="0"/>
                  </a:cubicBezTo>
                  <a:lnTo>
                    <a:pt x="182070" y="0"/>
                  </a:lnTo>
                  <a:cubicBezTo>
                    <a:pt x="199084" y="67"/>
                    <a:pt x="212860" y="13843"/>
                    <a:pt x="212927" y="30857"/>
                  </a:cubicBezTo>
                  <a:lnTo>
                    <a:pt x="212927" y="56182"/>
                  </a:lnTo>
                  <a:cubicBezTo>
                    <a:pt x="212398" y="60289"/>
                    <a:pt x="208639" y="63190"/>
                    <a:pt x="204531" y="62661"/>
                  </a:cubicBezTo>
                  <a:cubicBezTo>
                    <a:pt x="201150" y="62226"/>
                    <a:pt x="198487" y="59563"/>
                    <a:pt x="198052" y="56182"/>
                  </a:cubicBezTo>
                  <a:lnTo>
                    <a:pt x="198052" y="30857"/>
                  </a:lnTo>
                  <a:cubicBezTo>
                    <a:pt x="197985" y="22058"/>
                    <a:pt x="190869" y="14942"/>
                    <a:pt x="182070" y="14875"/>
                  </a:cubicBezTo>
                  <a:lnTo>
                    <a:pt x="15000" y="14875"/>
                  </a:lnTo>
                  <a:lnTo>
                    <a:pt x="15000" y="52985"/>
                  </a:lnTo>
                  <a:cubicBezTo>
                    <a:pt x="24408" y="48494"/>
                    <a:pt x="35014" y="47157"/>
                    <a:pt x="45242" y="49174"/>
                  </a:cubicBezTo>
                  <a:cubicBezTo>
                    <a:pt x="62718" y="52962"/>
                    <a:pt x="76368" y="66612"/>
                    <a:pt x="80156" y="84088"/>
                  </a:cubicBezTo>
                  <a:cubicBezTo>
                    <a:pt x="83104" y="97765"/>
                    <a:pt x="79715" y="112042"/>
                    <a:pt x="70936" y="122936"/>
                  </a:cubicBezTo>
                  <a:cubicBezTo>
                    <a:pt x="62301" y="133580"/>
                    <a:pt x="49358" y="139803"/>
                    <a:pt x="35653" y="139901"/>
                  </a:cubicBezTo>
                  <a:cubicBezTo>
                    <a:pt x="28699" y="139945"/>
                    <a:pt x="21833" y="138344"/>
                    <a:pt x="15615" y="135230"/>
                  </a:cubicBezTo>
                  <a:lnTo>
                    <a:pt x="15000" y="197804"/>
                  </a:lnTo>
                  <a:lnTo>
                    <a:pt x="58396" y="197804"/>
                  </a:lnTo>
                  <a:cubicBezTo>
                    <a:pt x="62538" y="197804"/>
                    <a:pt x="65895" y="201162"/>
                    <a:pt x="65895" y="205303"/>
                  </a:cubicBezTo>
                  <a:cubicBezTo>
                    <a:pt x="65895" y="209445"/>
                    <a:pt x="62538" y="212802"/>
                    <a:pt x="58396" y="21280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525D3875-4DED-4548-80EC-E2E7BBDDA844}"/>
                </a:ext>
              </a:extLst>
            </p:cNvPr>
            <p:cNvSpPr/>
            <p:nvPr/>
          </p:nvSpPr>
          <p:spPr>
            <a:xfrm>
              <a:off x="6279439" y="2237764"/>
              <a:ext cx="14999" cy="42019"/>
            </a:xfrm>
            <a:custGeom>
              <a:avLst/>
              <a:gdLst>
                <a:gd name="connsiteX0" fmla="*/ 7438 w 14999"/>
                <a:gd name="connsiteY0" fmla="*/ 42020 h 42019"/>
                <a:gd name="connsiteX1" fmla="*/ 61 w 14999"/>
                <a:gd name="connsiteY1" fmla="*/ 34645 h 42019"/>
                <a:gd name="connsiteX2" fmla="*/ 62 w 14999"/>
                <a:gd name="connsiteY2" fmla="*/ 34521 h 42019"/>
                <a:gd name="connsiteX3" fmla="*/ 62 w 14999"/>
                <a:gd name="connsiteY3" fmla="*/ 8458 h 42019"/>
                <a:gd name="connsiteX4" fmla="*/ 6542 w 14999"/>
                <a:gd name="connsiteY4" fmla="*/ 62 h 42019"/>
                <a:gd name="connsiteX5" fmla="*/ 14938 w 14999"/>
                <a:gd name="connsiteY5" fmla="*/ 6542 h 42019"/>
                <a:gd name="connsiteX6" fmla="*/ 14938 w 14999"/>
                <a:gd name="connsiteY6" fmla="*/ 8458 h 42019"/>
                <a:gd name="connsiteX7" fmla="*/ 14938 w 14999"/>
                <a:gd name="connsiteY7" fmla="*/ 34521 h 42019"/>
                <a:gd name="connsiteX8" fmla="*/ 7438 w 14999"/>
                <a:gd name="connsiteY8" fmla="*/ 42020 h 4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42019">
                  <a:moveTo>
                    <a:pt x="7438" y="42020"/>
                  </a:moveTo>
                  <a:cubicBezTo>
                    <a:pt x="3365" y="42020"/>
                    <a:pt x="62" y="38718"/>
                    <a:pt x="61" y="34645"/>
                  </a:cubicBezTo>
                  <a:cubicBezTo>
                    <a:pt x="61" y="34603"/>
                    <a:pt x="62" y="34562"/>
                    <a:pt x="62" y="34521"/>
                  </a:cubicBezTo>
                  <a:lnTo>
                    <a:pt x="62" y="8458"/>
                  </a:lnTo>
                  <a:cubicBezTo>
                    <a:pt x="-467" y="4350"/>
                    <a:pt x="2434" y="591"/>
                    <a:pt x="6542" y="62"/>
                  </a:cubicBezTo>
                  <a:cubicBezTo>
                    <a:pt x="10649" y="-467"/>
                    <a:pt x="14408" y="2434"/>
                    <a:pt x="14938" y="6542"/>
                  </a:cubicBezTo>
                  <a:cubicBezTo>
                    <a:pt x="15020" y="7178"/>
                    <a:pt x="15020" y="7822"/>
                    <a:pt x="14938" y="8458"/>
                  </a:cubicBezTo>
                  <a:lnTo>
                    <a:pt x="14938" y="34521"/>
                  </a:lnTo>
                  <a:cubicBezTo>
                    <a:pt x="14938" y="38662"/>
                    <a:pt x="11580" y="42020"/>
                    <a:pt x="7438" y="4202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1FA83BD-7A28-724A-ADF2-BB473870AB9F}"/>
                </a:ext>
              </a:extLst>
            </p:cNvPr>
            <p:cNvSpPr/>
            <p:nvPr/>
          </p:nvSpPr>
          <p:spPr>
            <a:xfrm>
              <a:off x="6279439" y="2144701"/>
              <a:ext cx="14999" cy="41897"/>
            </a:xfrm>
            <a:custGeom>
              <a:avLst/>
              <a:gdLst>
                <a:gd name="connsiteX0" fmla="*/ 7438 w 14999"/>
                <a:gd name="connsiteY0" fmla="*/ 41897 h 41897"/>
                <a:gd name="connsiteX1" fmla="*/ 62 w 14999"/>
                <a:gd name="connsiteY1" fmla="*/ 34521 h 41897"/>
                <a:gd name="connsiteX2" fmla="*/ 62 w 14999"/>
                <a:gd name="connsiteY2" fmla="*/ 8458 h 41897"/>
                <a:gd name="connsiteX3" fmla="*/ 6542 w 14999"/>
                <a:gd name="connsiteY3" fmla="*/ 62 h 41897"/>
                <a:gd name="connsiteX4" fmla="*/ 14938 w 14999"/>
                <a:gd name="connsiteY4" fmla="*/ 6542 h 41897"/>
                <a:gd name="connsiteX5" fmla="*/ 14938 w 14999"/>
                <a:gd name="connsiteY5" fmla="*/ 8458 h 41897"/>
                <a:gd name="connsiteX6" fmla="*/ 14938 w 14999"/>
                <a:gd name="connsiteY6" fmla="*/ 34521 h 41897"/>
                <a:gd name="connsiteX7" fmla="*/ 7562 w 14999"/>
                <a:gd name="connsiteY7" fmla="*/ 41898 h 41897"/>
                <a:gd name="connsiteX8" fmla="*/ 7438 w 14999"/>
                <a:gd name="connsiteY8" fmla="*/ 41897 h 4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41897">
                  <a:moveTo>
                    <a:pt x="7438" y="41897"/>
                  </a:moveTo>
                  <a:cubicBezTo>
                    <a:pt x="3365" y="41897"/>
                    <a:pt x="62" y="38594"/>
                    <a:pt x="62" y="34521"/>
                  </a:cubicBezTo>
                  <a:lnTo>
                    <a:pt x="62" y="8458"/>
                  </a:lnTo>
                  <a:cubicBezTo>
                    <a:pt x="-467" y="4350"/>
                    <a:pt x="2434" y="591"/>
                    <a:pt x="6542" y="62"/>
                  </a:cubicBezTo>
                  <a:cubicBezTo>
                    <a:pt x="10649" y="-467"/>
                    <a:pt x="14408" y="2434"/>
                    <a:pt x="14938" y="6542"/>
                  </a:cubicBezTo>
                  <a:cubicBezTo>
                    <a:pt x="15020" y="7178"/>
                    <a:pt x="15020" y="7822"/>
                    <a:pt x="14938" y="8458"/>
                  </a:cubicBezTo>
                  <a:lnTo>
                    <a:pt x="14938" y="34521"/>
                  </a:lnTo>
                  <a:cubicBezTo>
                    <a:pt x="14938" y="38594"/>
                    <a:pt x="11636" y="41897"/>
                    <a:pt x="7562" y="41898"/>
                  </a:cubicBezTo>
                  <a:cubicBezTo>
                    <a:pt x="7521" y="41898"/>
                    <a:pt x="7480" y="41897"/>
                    <a:pt x="7438" y="4189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93A68370-A129-AE49-90CC-74019FF0982A}"/>
                </a:ext>
              </a:extLst>
            </p:cNvPr>
            <p:cNvSpPr/>
            <p:nvPr/>
          </p:nvSpPr>
          <p:spPr>
            <a:xfrm>
              <a:off x="6237826" y="2265743"/>
              <a:ext cx="56550" cy="44160"/>
            </a:xfrm>
            <a:custGeom>
              <a:avLst/>
              <a:gdLst>
                <a:gd name="connsiteX0" fmla="*/ 49052 w 56550"/>
                <a:gd name="connsiteY0" fmla="*/ 44160 h 44160"/>
                <a:gd name="connsiteX1" fmla="*/ 7499 w 56550"/>
                <a:gd name="connsiteY1" fmla="*/ 44160 h 44160"/>
                <a:gd name="connsiteX2" fmla="*/ 0 w 56550"/>
                <a:gd name="connsiteY2" fmla="*/ 36661 h 44160"/>
                <a:gd name="connsiteX3" fmla="*/ 7499 w 56550"/>
                <a:gd name="connsiteY3" fmla="*/ 29162 h 44160"/>
                <a:gd name="connsiteX4" fmla="*/ 41675 w 56550"/>
                <a:gd name="connsiteY4" fmla="*/ 29162 h 44160"/>
                <a:gd name="connsiteX5" fmla="*/ 41675 w 56550"/>
                <a:gd name="connsiteY5" fmla="*/ 6542 h 44160"/>
                <a:gd name="connsiteX6" fmla="*/ 50071 w 56550"/>
                <a:gd name="connsiteY6" fmla="*/ 62 h 44160"/>
                <a:gd name="connsiteX7" fmla="*/ 56551 w 56550"/>
                <a:gd name="connsiteY7" fmla="*/ 6542 h 44160"/>
                <a:gd name="connsiteX8" fmla="*/ 56551 w 56550"/>
                <a:gd name="connsiteY8" fmla="*/ 36661 h 44160"/>
                <a:gd name="connsiteX9" fmla="*/ 49051 w 56550"/>
                <a:gd name="connsiteY9" fmla="*/ 44160 h 4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550" h="44160">
                  <a:moveTo>
                    <a:pt x="49052" y="44160"/>
                  </a:moveTo>
                  <a:lnTo>
                    <a:pt x="7499" y="44160"/>
                  </a:lnTo>
                  <a:cubicBezTo>
                    <a:pt x="3357" y="44160"/>
                    <a:pt x="0" y="40803"/>
                    <a:pt x="0" y="36661"/>
                  </a:cubicBezTo>
                  <a:cubicBezTo>
                    <a:pt x="0" y="32519"/>
                    <a:pt x="3357" y="29162"/>
                    <a:pt x="7499" y="29162"/>
                  </a:cubicBezTo>
                  <a:lnTo>
                    <a:pt x="41675" y="29162"/>
                  </a:lnTo>
                  <a:lnTo>
                    <a:pt x="41675" y="6542"/>
                  </a:lnTo>
                  <a:cubicBezTo>
                    <a:pt x="42204" y="2434"/>
                    <a:pt x="45963" y="-467"/>
                    <a:pt x="50071" y="62"/>
                  </a:cubicBezTo>
                  <a:cubicBezTo>
                    <a:pt x="53453" y="498"/>
                    <a:pt x="56115" y="3160"/>
                    <a:pt x="56551" y="6542"/>
                  </a:cubicBezTo>
                  <a:lnTo>
                    <a:pt x="56551" y="36661"/>
                  </a:lnTo>
                  <a:cubicBezTo>
                    <a:pt x="56551" y="40803"/>
                    <a:pt x="53193" y="44160"/>
                    <a:pt x="49051" y="4416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C341075-D4CE-A54A-9A15-3B6D2EC237DD}"/>
                </a:ext>
              </a:extLst>
            </p:cNvPr>
            <p:cNvSpPr/>
            <p:nvPr/>
          </p:nvSpPr>
          <p:spPr>
            <a:xfrm>
              <a:off x="6081452" y="2294657"/>
              <a:ext cx="212802" cy="213172"/>
            </a:xfrm>
            <a:custGeom>
              <a:avLst/>
              <a:gdLst>
                <a:gd name="connsiteX0" fmla="*/ 182068 w 212802"/>
                <a:gd name="connsiteY0" fmla="*/ 213172 h 213172"/>
                <a:gd name="connsiteX1" fmla="*/ 7499 w 212802"/>
                <a:gd name="connsiteY1" fmla="*/ 213172 h 213172"/>
                <a:gd name="connsiteX2" fmla="*/ 0 w 212802"/>
                <a:gd name="connsiteY2" fmla="*/ 205673 h 213172"/>
                <a:gd name="connsiteX3" fmla="*/ 0 w 212802"/>
                <a:gd name="connsiteY3" fmla="*/ 155516 h 213172"/>
                <a:gd name="connsiteX4" fmla="*/ 7375 w 212802"/>
                <a:gd name="connsiteY4" fmla="*/ 148138 h 213172"/>
                <a:gd name="connsiteX5" fmla="*/ 7499 w 212802"/>
                <a:gd name="connsiteY5" fmla="*/ 148139 h 213172"/>
                <a:gd name="connsiteX6" fmla="*/ 14998 w 212802"/>
                <a:gd name="connsiteY6" fmla="*/ 155516 h 213172"/>
                <a:gd name="connsiteX7" fmla="*/ 14998 w 212802"/>
                <a:gd name="connsiteY7" fmla="*/ 198297 h 213172"/>
                <a:gd name="connsiteX8" fmla="*/ 182068 w 212802"/>
                <a:gd name="connsiteY8" fmla="*/ 198297 h 213172"/>
                <a:gd name="connsiteX9" fmla="*/ 198050 w 212802"/>
                <a:gd name="connsiteY9" fmla="*/ 182316 h 213172"/>
                <a:gd name="connsiteX10" fmla="*/ 198050 w 212802"/>
                <a:gd name="connsiteY10" fmla="*/ 15245 h 213172"/>
                <a:gd name="connsiteX11" fmla="*/ 156129 w 212802"/>
                <a:gd name="connsiteY11" fmla="*/ 15245 h 213172"/>
                <a:gd name="connsiteX12" fmla="*/ 159817 w 212802"/>
                <a:gd name="connsiteY12" fmla="*/ 45734 h 213172"/>
                <a:gd name="connsiteX13" fmla="*/ 105642 w 212802"/>
                <a:gd name="connsiteY13" fmla="*/ 81060 h 213172"/>
                <a:gd name="connsiteX14" fmla="*/ 69336 w 212802"/>
                <a:gd name="connsiteY14" fmla="*/ 35899 h 213172"/>
                <a:gd name="connsiteX15" fmla="*/ 74253 w 212802"/>
                <a:gd name="connsiteY15" fmla="*/ 15614 h 213172"/>
                <a:gd name="connsiteX16" fmla="*/ 14998 w 212802"/>
                <a:gd name="connsiteY16" fmla="*/ 15000 h 213172"/>
                <a:gd name="connsiteX17" fmla="*/ 14998 w 212802"/>
                <a:gd name="connsiteY17" fmla="*/ 57044 h 213172"/>
                <a:gd name="connsiteX18" fmla="*/ 7499 w 212802"/>
                <a:gd name="connsiteY18" fmla="*/ 64420 h 213172"/>
                <a:gd name="connsiteX19" fmla="*/ 1 w 212802"/>
                <a:gd name="connsiteY19" fmla="*/ 57168 h 213172"/>
                <a:gd name="connsiteX20" fmla="*/ 0 w 212802"/>
                <a:gd name="connsiteY20" fmla="*/ 57044 h 213172"/>
                <a:gd name="connsiteX21" fmla="*/ 0 w 212802"/>
                <a:gd name="connsiteY21" fmla="*/ 7869 h 213172"/>
                <a:gd name="connsiteX22" fmla="*/ 7499 w 212802"/>
                <a:gd name="connsiteY22" fmla="*/ 370 h 213172"/>
                <a:gd name="connsiteX23" fmla="*/ 74008 w 212802"/>
                <a:gd name="connsiteY23" fmla="*/ 370 h 213172"/>
                <a:gd name="connsiteX24" fmla="*/ 86916 w 212802"/>
                <a:gd name="connsiteY24" fmla="*/ 7623 h 213172"/>
                <a:gd name="connsiteX25" fmla="*/ 86916 w 212802"/>
                <a:gd name="connsiteY25" fmla="*/ 22622 h 213172"/>
                <a:gd name="connsiteX26" fmla="*/ 84826 w 212802"/>
                <a:gd name="connsiteY26" fmla="*/ 35899 h 213172"/>
                <a:gd name="connsiteX27" fmla="*/ 115826 w 212802"/>
                <a:gd name="connsiteY27" fmla="*/ 66611 h 213172"/>
                <a:gd name="connsiteX28" fmla="*/ 121707 w 212802"/>
                <a:gd name="connsiteY28" fmla="*/ 66018 h 213172"/>
                <a:gd name="connsiteX29" fmla="*/ 145136 w 212802"/>
                <a:gd name="connsiteY29" fmla="*/ 29409 h 213172"/>
                <a:gd name="connsiteX30" fmla="*/ 142606 w 212802"/>
                <a:gd name="connsiteY30" fmla="*/ 22253 h 213172"/>
                <a:gd name="connsiteX31" fmla="*/ 143221 w 212802"/>
                <a:gd name="connsiteY31" fmla="*/ 7255 h 213172"/>
                <a:gd name="connsiteX32" fmla="*/ 156129 w 212802"/>
                <a:gd name="connsiteY32" fmla="*/ 1 h 213172"/>
                <a:gd name="connsiteX33" fmla="*/ 205303 w 212802"/>
                <a:gd name="connsiteY33" fmla="*/ 1 h 213172"/>
                <a:gd name="connsiteX34" fmla="*/ 212802 w 212802"/>
                <a:gd name="connsiteY34" fmla="*/ 7500 h 213172"/>
                <a:gd name="connsiteX35" fmla="*/ 212802 w 212802"/>
                <a:gd name="connsiteY35" fmla="*/ 182070 h 213172"/>
                <a:gd name="connsiteX36" fmla="*/ 182068 w 212802"/>
                <a:gd name="connsiteY36" fmla="*/ 213172 h 21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2802" h="213172">
                  <a:moveTo>
                    <a:pt x="182068" y="213172"/>
                  </a:moveTo>
                  <a:lnTo>
                    <a:pt x="7499" y="213172"/>
                  </a:lnTo>
                  <a:cubicBezTo>
                    <a:pt x="3357" y="213172"/>
                    <a:pt x="0" y="209815"/>
                    <a:pt x="0" y="205673"/>
                  </a:cubicBezTo>
                  <a:lnTo>
                    <a:pt x="0" y="155516"/>
                  </a:lnTo>
                  <a:cubicBezTo>
                    <a:pt x="-1" y="151442"/>
                    <a:pt x="3301" y="148139"/>
                    <a:pt x="7375" y="148138"/>
                  </a:cubicBezTo>
                  <a:cubicBezTo>
                    <a:pt x="7416" y="148138"/>
                    <a:pt x="7458" y="148139"/>
                    <a:pt x="7499" y="148139"/>
                  </a:cubicBezTo>
                  <a:cubicBezTo>
                    <a:pt x="11593" y="148139"/>
                    <a:pt x="14931" y="151422"/>
                    <a:pt x="14998" y="155516"/>
                  </a:cubicBezTo>
                  <a:lnTo>
                    <a:pt x="14998" y="198297"/>
                  </a:lnTo>
                  <a:lnTo>
                    <a:pt x="182068" y="198297"/>
                  </a:lnTo>
                  <a:cubicBezTo>
                    <a:pt x="190867" y="198230"/>
                    <a:pt x="197983" y="191114"/>
                    <a:pt x="198050" y="182316"/>
                  </a:cubicBezTo>
                  <a:lnTo>
                    <a:pt x="198050" y="15245"/>
                  </a:lnTo>
                  <a:lnTo>
                    <a:pt x="156129" y="15245"/>
                  </a:lnTo>
                  <a:cubicBezTo>
                    <a:pt x="160581" y="24754"/>
                    <a:pt x="161874" y="35438"/>
                    <a:pt x="159817" y="45734"/>
                  </a:cubicBezTo>
                  <a:cubicBezTo>
                    <a:pt x="154612" y="70449"/>
                    <a:pt x="130357" y="86265"/>
                    <a:pt x="105642" y="81060"/>
                  </a:cubicBezTo>
                  <a:cubicBezTo>
                    <a:pt x="84330" y="76571"/>
                    <a:pt x="69141" y="57677"/>
                    <a:pt x="69336" y="35899"/>
                  </a:cubicBezTo>
                  <a:cubicBezTo>
                    <a:pt x="69344" y="28843"/>
                    <a:pt x="71029" y="21890"/>
                    <a:pt x="74253" y="15614"/>
                  </a:cubicBezTo>
                  <a:lnTo>
                    <a:pt x="14998" y="15000"/>
                  </a:lnTo>
                  <a:lnTo>
                    <a:pt x="14998" y="57044"/>
                  </a:lnTo>
                  <a:cubicBezTo>
                    <a:pt x="14931" y="61137"/>
                    <a:pt x="11593" y="64420"/>
                    <a:pt x="7499" y="64420"/>
                  </a:cubicBezTo>
                  <a:cubicBezTo>
                    <a:pt x="3426" y="64488"/>
                    <a:pt x="69" y="61241"/>
                    <a:pt x="1" y="57168"/>
                  </a:cubicBezTo>
                  <a:cubicBezTo>
                    <a:pt x="0" y="57126"/>
                    <a:pt x="0" y="57085"/>
                    <a:pt x="0" y="57044"/>
                  </a:cubicBezTo>
                  <a:lnTo>
                    <a:pt x="0" y="7869"/>
                  </a:lnTo>
                  <a:cubicBezTo>
                    <a:pt x="0" y="3728"/>
                    <a:pt x="3357" y="370"/>
                    <a:pt x="7499" y="370"/>
                  </a:cubicBezTo>
                  <a:lnTo>
                    <a:pt x="74008" y="370"/>
                  </a:lnTo>
                  <a:cubicBezTo>
                    <a:pt x="79287" y="348"/>
                    <a:pt x="84190" y="3102"/>
                    <a:pt x="86916" y="7623"/>
                  </a:cubicBezTo>
                  <a:cubicBezTo>
                    <a:pt x="89545" y="12277"/>
                    <a:pt x="89545" y="17968"/>
                    <a:pt x="86916" y="22622"/>
                  </a:cubicBezTo>
                  <a:cubicBezTo>
                    <a:pt x="85198" y="26825"/>
                    <a:pt x="84483" y="31371"/>
                    <a:pt x="84826" y="35899"/>
                  </a:cubicBezTo>
                  <a:cubicBezTo>
                    <a:pt x="84905" y="52940"/>
                    <a:pt x="98785" y="66691"/>
                    <a:pt x="115826" y="66611"/>
                  </a:cubicBezTo>
                  <a:cubicBezTo>
                    <a:pt x="117801" y="66602"/>
                    <a:pt x="119770" y="66404"/>
                    <a:pt x="121707" y="66018"/>
                  </a:cubicBezTo>
                  <a:cubicBezTo>
                    <a:pt x="138286" y="62379"/>
                    <a:pt x="148776" y="45988"/>
                    <a:pt x="145136" y="29409"/>
                  </a:cubicBezTo>
                  <a:cubicBezTo>
                    <a:pt x="144592" y="26928"/>
                    <a:pt x="143742" y="24525"/>
                    <a:pt x="142606" y="22253"/>
                  </a:cubicBezTo>
                  <a:cubicBezTo>
                    <a:pt x="140165" y="17492"/>
                    <a:pt x="140398" y="11800"/>
                    <a:pt x="143221" y="7255"/>
                  </a:cubicBezTo>
                  <a:cubicBezTo>
                    <a:pt x="145911" y="2696"/>
                    <a:pt x="150836" y="-72"/>
                    <a:pt x="156129" y="1"/>
                  </a:cubicBezTo>
                  <a:lnTo>
                    <a:pt x="205303" y="1"/>
                  </a:lnTo>
                  <a:cubicBezTo>
                    <a:pt x="209445" y="1"/>
                    <a:pt x="212802" y="3359"/>
                    <a:pt x="212802" y="7500"/>
                  </a:cubicBezTo>
                  <a:lnTo>
                    <a:pt x="212802" y="182070"/>
                  </a:lnTo>
                  <a:cubicBezTo>
                    <a:pt x="212871" y="199132"/>
                    <a:pt x="199130" y="213037"/>
                    <a:pt x="182068" y="21317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0FE0CE3-3082-B848-95E9-09CF89415326}"/>
                </a:ext>
              </a:extLst>
            </p:cNvPr>
            <p:cNvSpPr/>
            <p:nvPr/>
          </p:nvSpPr>
          <p:spPr>
            <a:xfrm>
              <a:off x="5883524" y="2294905"/>
              <a:ext cx="213544" cy="212950"/>
            </a:xfrm>
            <a:custGeom>
              <a:avLst/>
              <a:gdLst>
                <a:gd name="connsiteX0" fmla="*/ 205426 w 213544"/>
                <a:gd name="connsiteY0" fmla="*/ 212925 h 212950"/>
                <a:gd name="connsiteX1" fmla="*/ 30857 w 213544"/>
                <a:gd name="connsiteY1" fmla="*/ 212925 h 212950"/>
                <a:gd name="connsiteX2" fmla="*/ 0 w 213544"/>
                <a:gd name="connsiteY2" fmla="*/ 182068 h 212950"/>
                <a:gd name="connsiteX3" fmla="*/ 0 w 213544"/>
                <a:gd name="connsiteY3" fmla="*/ 7499 h 212950"/>
                <a:gd name="connsiteX4" fmla="*/ 7499 w 213544"/>
                <a:gd name="connsiteY4" fmla="*/ 0 h 212950"/>
                <a:gd name="connsiteX5" fmla="*/ 37864 w 213544"/>
                <a:gd name="connsiteY5" fmla="*/ 0 h 212950"/>
                <a:gd name="connsiteX6" fmla="*/ 45363 w 213544"/>
                <a:gd name="connsiteY6" fmla="*/ 7499 h 212950"/>
                <a:gd name="connsiteX7" fmla="*/ 37864 w 213544"/>
                <a:gd name="connsiteY7" fmla="*/ 14998 h 212950"/>
                <a:gd name="connsiteX8" fmla="*/ 14875 w 213544"/>
                <a:gd name="connsiteY8" fmla="*/ 14998 h 212950"/>
                <a:gd name="connsiteX9" fmla="*/ 14875 w 213544"/>
                <a:gd name="connsiteY9" fmla="*/ 182068 h 212950"/>
                <a:gd name="connsiteX10" fmla="*/ 30857 w 213544"/>
                <a:gd name="connsiteY10" fmla="*/ 198050 h 212950"/>
                <a:gd name="connsiteX11" fmla="*/ 197927 w 213544"/>
                <a:gd name="connsiteY11" fmla="*/ 198050 h 212950"/>
                <a:gd name="connsiteX12" fmla="*/ 197927 w 213544"/>
                <a:gd name="connsiteY12" fmla="*/ 144327 h 212950"/>
                <a:gd name="connsiteX13" fmla="*/ 162890 w 213544"/>
                <a:gd name="connsiteY13" fmla="*/ 151334 h 212950"/>
                <a:gd name="connsiteX14" fmla="*/ 126870 w 213544"/>
                <a:gd name="connsiteY14" fmla="*/ 116298 h 212950"/>
                <a:gd name="connsiteX15" fmla="*/ 136090 w 213544"/>
                <a:gd name="connsiteY15" fmla="*/ 77696 h 212950"/>
                <a:gd name="connsiteX16" fmla="*/ 172110 w 213544"/>
                <a:gd name="connsiteY16" fmla="*/ 60853 h 212950"/>
                <a:gd name="connsiteX17" fmla="*/ 197927 w 213544"/>
                <a:gd name="connsiteY17" fmla="*/ 68844 h 212950"/>
                <a:gd name="connsiteX18" fmla="*/ 198542 w 213544"/>
                <a:gd name="connsiteY18" fmla="*/ 14998 h 212950"/>
                <a:gd name="connsiteX19" fmla="*/ 140147 w 213544"/>
                <a:gd name="connsiteY19" fmla="*/ 14998 h 212950"/>
                <a:gd name="connsiteX20" fmla="*/ 132648 w 213544"/>
                <a:gd name="connsiteY20" fmla="*/ 7499 h 212950"/>
                <a:gd name="connsiteX21" fmla="*/ 140147 w 213544"/>
                <a:gd name="connsiteY21" fmla="*/ 0 h 212950"/>
                <a:gd name="connsiteX22" fmla="*/ 205426 w 213544"/>
                <a:gd name="connsiteY22" fmla="*/ 0 h 212950"/>
                <a:gd name="connsiteX23" fmla="*/ 212925 w 213544"/>
                <a:gd name="connsiteY23" fmla="*/ 7499 h 212950"/>
                <a:gd name="connsiteX24" fmla="*/ 212925 w 213544"/>
                <a:gd name="connsiteY24" fmla="*/ 68967 h 212950"/>
                <a:gd name="connsiteX25" fmla="*/ 197558 w 213544"/>
                <a:gd name="connsiteY25" fmla="*/ 84334 h 212950"/>
                <a:gd name="connsiteX26" fmla="*/ 188338 w 213544"/>
                <a:gd name="connsiteY26" fmla="*/ 81261 h 212950"/>
                <a:gd name="connsiteX27" fmla="*/ 172110 w 213544"/>
                <a:gd name="connsiteY27" fmla="*/ 75729 h 212950"/>
                <a:gd name="connsiteX28" fmla="*/ 141493 w 213544"/>
                <a:gd name="connsiteY28" fmla="*/ 106579 h 212950"/>
                <a:gd name="connsiteX29" fmla="*/ 142114 w 213544"/>
                <a:gd name="connsiteY29" fmla="*/ 112609 h 212950"/>
                <a:gd name="connsiteX30" fmla="*/ 178601 w 213544"/>
                <a:gd name="connsiteY30" fmla="*/ 135907 h 212950"/>
                <a:gd name="connsiteX31" fmla="*/ 189444 w 213544"/>
                <a:gd name="connsiteY31" fmla="*/ 131173 h 212950"/>
                <a:gd name="connsiteX32" fmla="*/ 205303 w 213544"/>
                <a:gd name="connsiteY32" fmla="*/ 130189 h 212950"/>
                <a:gd name="connsiteX33" fmla="*/ 213540 w 213544"/>
                <a:gd name="connsiteY33" fmla="*/ 143712 h 212950"/>
                <a:gd name="connsiteX34" fmla="*/ 213540 w 213544"/>
                <a:gd name="connsiteY34" fmla="*/ 205180 h 212950"/>
                <a:gd name="connsiteX35" fmla="*/ 206317 w 213544"/>
                <a:gd name="connsiteY35" fmla="*/ 212946 h 212950"/>
                <a:gd name="connsiteX36" fmla="*/ 205426 w 213544"/>
                <a:gd name="connsiteY36" fmla="*/ 212925 h 21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3544" h="212950">
                  <a:moveTo>
                    <a:pt x="205426" y="212925"/>
                  </a:moveTo>
                  <a:lnTo>
                    <a:pt x="30857" y="212925"/>
                  </a:lnTo>
                  <a:cubicBezTo>
                    <a:pt x="13843" y="212858"/>
                    <a:pt x="67" y="199082"/>
                    <a:pt x="0" y="182068"/>
                  </a:cubicBezTo>
                  <a:lnTo>
                    <a:pt x="0" y="7499"/>
                  </a:lnTo>
                  <a:cubicBezTo>
                    <a:pt x="0" y="3357"/>
                    <a:pt x="3357" y="0"/>
                    <a:pt x="7499" y="0"/>
                  </a:cubicBezTo>
                  <a:lnTo>
                    <a:pt x="37864" y="0"/>
                  </a:lnTo>
                  <a:cubicBezTo>
                    <a:pt x="42006" y="0"/>
                    <a:pt x="45363" y="3357"/>
                    <a:pt x="45363" y="7499"/>
                  </a:cubicBezTo>
                  <a:cubicBezTo>
                    <a:pt x="45363" y="11641"/>
                    <a:pt x="42006" y="14998"/>
                    <a:pt x="37864" y="14998"/>
                  </a:cubicBezTo>
                  <a:lnTo>
                    <a:pt x="14875" y="14998"/>
                  </a:lnTo>
                  <a:lnTo>
                    <a:pt x="14875" y="182068"/>
                  </a:lnTo>
                  <a:cubicBezTo>
                    <a:pt x="14875" y="190895"/>
                    <a:pt x="22031" y="198050"/>
                    <a:pt x="30857" y="198050"/>
                  </a:cubicBezTo>
                  <a:lnTo>
                    <a:pt x="197927" y="198050"/>
                  </a:lnTo>
                  <a:lnTo>
                    <a:pt x="197927" y="144327"/>
                  </a:lnTo>
                  <a:cubicBezTo>
                    <a:pt x="187597" y="151114"/>
                    <a:pt x="175036" y="153626"/>
                    <a:pt x="162890" y="151334"/>
                  </a:cubicBezTo>
                  <a:cubicBezTo>
                    <a:pt x="144937" y="147949"/>
                    <a:pt x="130751" y="134151"/>
                    <a:pt x="126870" y="116298"/>
                  </a:cubicBezTo>
                  <a:cubicBezTo>
                    <a:pt x="123964" y="102698"/>
                    <a:pt x="127352" y="88514"/>
                    <a:pt x="136090" y="77696"/>
                  </a:cubicBezTo>
                  <a:cubicBezTo>
                    <a:pt x="144889" y="66868"/>
                    <a:pt x="158160" y="60663"/>
                    <a:pt x="172110" y="60853"/>
                  </a:cubicBezTo>
                  <a:cubicBezTo>
                    <a:pt x="181336" y="60776"/>
                    <a:pt x="190358" y="63569"/>
                    <a:pt x="197927" y="68844"/>
                  </a:cubicBezTo>
                  <a:lnTo>
                    <a:pt x="198542" y="14998"/>
                  </a:lnTo>
                  <a:lnTo>
                    <a:pt x="140147" y="14998"/>
                  </a:lnTo>
                  <a:cubicBezTo>
                    <a:pt x="136005" y="14998"/>
                    <a:pt x="132648" y="11641"/>
                    <a:pt x="132648" y="7499"/>
                  </a:cubicBezTo>
                  <a:cubicBezTo>
                    <a:pt x="132648" y="3357"/>
                    <a:pt x="136005" y="0"/>
                    <a:pt x="140147" y="0"/>
                  </a:cubicBezTo>
                  <a:lnTo>
                    <a:pt x="205426" y="0"/>
                  </a:lnTo>
                  <a:cubicBezTo>
                    <a:pt x="209540" y="66"/>
                    <a:pt x="212859" y="3385"/>
                    <a:pt x="212925" y="7499"/>
                  </a:cubicBezTo>
                  <a:lnTo>
                    <a:pt x="212925" y="68967"/>
                  </a:lnTo>
                  <a:cubicBezTo>
                    <a:pt x="212925" y="77454"/>
                    <a:pt x="206045" y="84334"/>
                    <a:pt x="197558" y="84334"/>
                  </a:cubicBezTo>
                  <a:cubicBezTo>
                    <a:pt x="194233" y="84334"/>
                    <a:pt x="190998" y="83256"/>
                    <a:pt x="188338" y="81261"/>
                  </a:cubicBezTo>
                  <a:cubicBezTo>
                    <a:pt x="183586" y="77871"/>
                    <a:pt x="177944" y="75948"/>
                    <a:pt x="172110" y="75729"/>
                  </a:cubicBezTo>
                  <a:cubicBezTo>
                    <a:pt x="155137" y="75793"/>
                    <a:pt x="141429" y="89605"/>
                    <a:pt x="141493" y="106579"/>
                  </a:cubicBezTo>
                  <a:cubicBezTo>
                    <a:pt x="141501" y="108605"/>
                    <a:pt x="141709" y="110625"/>
                    <a:pt x="142114" y="112609"/>
                  </a:cubicBezTo>
                  <a:cubicBezTo>
                    <a:pt x="145756" y="129118"/>
                    <a:pt x="162092" y="139549"/>
                    <a:pt x="178601" y="135907"/>
                  </a:cubicBezTo>
                  <a:cubicBezTo>
                    <a:pt x="182489" y="135049"/>
                    <a:pt x="186172" y="133441"/>
                    <a:pt x="189444" y="131173"/>
                  </a:cubicBezTo>
                  <a:cubicBezTo>
                    <a:pt x="194138" y="127925"/>
                    <a:pt x="200245" y="127547"/>
                    <a:pt x="205303" y="130189"/>
                  </a:cubicBezTo>
                  <a:cubicBezTo>
                    <a:pt x="210378" y="132784"/>
                    <a:pt x="213563" y="138012"/>
                    <a:pt x="213540" y="143712"/>
                  </a:cubicBezTo>
                  <a:lnTo>
                    <a:pt x="213540" y="205180"/>
                  </a:lnTo>
                  <a:cubicBezTo>
                    <a:pt x="213690" y="209319"/>
                    <a:pt x="210456" y="212796"/>
                    <a:pt x="206317" y="212946"/>
                  </a:cubicBezTo>
                  <a:cubicBezTo>
                    <a:pt x="206020" y="212957"/>
                    <a:pt x="205723" y="212950"/>
                    <a:pt x="205426" y="21292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0C0A3112-DB37-EC40-97EC-BBDF53051953}"/>
                </a:ext>
              </a:extLst>
            </p:cNvPr>
            <p:cNvSpPr/>
            <p:nvPr/>
          </p:nvSpPr>
          <p:spPr>
            <a:xfrm>
              <a:off x="5883524" y="2096977"/>
              <a:ext cx="212926" cy="212990"/>
            </a:xfrm>
            <a:custGeom>
              <a:avLst/>
              <a:gdLst>
                <a:gd name="connsiteX0" fmla="*/ 205426 w 212926"/>
                <a:gd name="connsiteY0" fmla="*/ 212925 h 212990"/>
                <a:gd name="connsiteX1" fmla="*/ 125395 w 212926"/>
                <a:gd name="connsiteY1" fmla="*/ 212925 h 212990"/>
                <a:gd name="connsiteX2" fmla="*/ 112118 w 212926"/>
                <a:gd name="connsiteY2" fmla="*/ 205180 h 212990"/>
                <a:gd name="connsiteX3" fmla="*/ 112118 w 212926"/>
                <a:gd name="connsiteY3" fmla="*/ 190428 h 212990"/>
                <a:gd name="connsiteX4" fmla="*/ 115929 w 212926"/>
                <a:gd name="connsiteY4" fmla="*/ 175676 h 212990"/>
                <a:gd name="connsiteX5" fmla="*/ 104619 w 212926"/>
                <a:gd name="connsiteY5" fmla="*/ 151826 h 212990"/>
                <a:gd name="connsiteX6" fmla="*/ 61443 w 212926"/>
                <a:gd name="connsiteY6" fmla="*/ 156830 h 212990"/>
                <a:gd name="connsiteX7" fmla="*/ 55444 w 212926"/>
                <a:gd name="connsiteY7" fmla="*/ 169652 h 212990"/>
                <a:gd name="connsiteX8" fmla="*/ 58518 w 212926"/>
                <a:gd name="connsiteY8" fmla="*/ 190182 h 212990"/>
                <a:gd name="connsiteX9" fmla="*/ 58518 w 212926"/>
                <a:gd name="connsiteY9" fmla="*/ 205426 h 212990"/>
                <a:gd name="connsiteX10" fmla="*/ 45364 w 212926"/>
                <a:gd name="connsiteY10" fmla="*/ 212925 h 212990"/>
                <a:gd name="connsiteX11" fmla="*/ 8483 w 212926"/>
                <a:gd name="connsiteY11" fmla="*/ 212925 h 212990"/>
                <a:gd name="connsiteX12" fmla="*/ 65 w 212926"/>
                <a:gd name="connsiteY12" fmla="*/ 206475 h 212990"/>
                <a:gd name="connsiteX13" fmla="*/ 0 w 212926"/>
                <a:gd name="connsiteY13" fmla="*/ 205426 h 212990"/>
                <a:gd name="connsiteX14" fmla="*/ 0 w 212926"/>
                <a:gd name="connsiteY14" fmla="*/ 30857 h 212990"/>
                <a:gd name="connsiteX15" fmla="*/ 30857 w 212926"/>
                <a:gd name="connsiteY15" fmla="*/ 0 h 212990"/>
                <a:gd name="connsiteX16" fmla="*/ 205426 w 212926"/>
                <a:gd name="connsiteY16" fmla="*/ 0 h 212990"/>
                <a:gd name="connsiteX17" fmla="*/ 212926 w 212926"/>
                <a:gd name="connsiteY17" fmla="*/ 7499 h 212990"/>
                <a:gd name="connsiteX18" fmla="*/ 212926 w 212926"/>
                <a:gd name="connsiteY18" fmla="*/ 44380 h 212990"/>
                <a:gd name="connsiteX19" fmla="*/ 205426 w 212926"/>
                <a:gd name="connsiteY19" fmla="*/ 51879 h 212990"/>
                <a:gd name="connsiteX20" fmla="*/ 197927 w 212926"/>
                <a:gd name="connsiteY20" fmla="*/ 44380 h 212990"/>
                <a:gd name="connsiteX21" fmla="*/ 197927 w 212926"/>
                <a:gd name="connsiteY21" fmla="*/ 14875 h 212990"/>
                <a:gd name="connsiteX22" fmla="*/ 30857 w 212926"/>
                <a:gd name="connsiteY22" fmla="*/ 14875 h 212990"/>
                <a:gd name="connsiteX23" fmla="*/ 14876 w 212926"/>
                <a:gd name="connsiteY23" fmla="*/ 30857 h 212990"/>
                <a:gd name="connsiteX24" fmla="*/ 14876 w 212926"/>
                <a:gd name="connsiteY24" fmla="*/ 197927 h 212990"/>
                <a:gd name="connsiteX25" fmla="*/ 44626 w 212926"/>
                <a:gd name="connsiteY25" fmla="*/ 197927 h 212990"/>
                <a:gd name="connsiteX26" fmla="*/ 40200 w 212926"/>
                <a:gd name="connsiteY26" fmla="*/ 166824 h 212990"/>
                <a:gd name="connsiteX27" fmla="*/ 94369 w 212926"/>
                <a:gd name="connsiteY27" fmla="*/ 131489 h 212990"/>
                <a:gd name="connsiteX28" fmla="*/ 130681 w 212926"/>
                <a:gd name="connsiteY28" fmla="*/ 175676 h 212990"/>
                <a:gd name="connsiteX29" fmla="*/ 124903 w 212926"/>
                <a:gd name="connsiteY29" fmla="*/ 197804 h 212990"/>
                <a:gd name="connsiteX30" fmla="*/ 197927 w 212926"/>
                <a:gd name="connsiteY30" fmla="*/ 197804 h 212990"/>
                <a:gd name="connsiteX31" fmla="*/ 197927 w 212926"/>
                <a:gd name="connsiteY31" fmla="*/ 143712 h 212990"/>
                <a:gd name="connsiteX32" fmla="*/ 205426 w 212926"/>
                <a:gd name="connsiteY32" fmla="*/ 136213 h 212990"/>
                <a:gd name="connsiteX33" fmla="*/ 212926 w 212926"/>
                <a:gd name="connsiteY33" fmla="*/ 143712 h 212990"/>
                <a:gd name="connsiteX34" fmla="*/ 212926 w 212926"/>
                <a:gd name="connsiteY34" fmla="*/ 205180 h 212990"/>
                <a:gd name="connsiteX35" fmla="*/ 205428 w 212926"/>
                <a:gd name="connsiteY35" fmla="*/ 212925 h 212990"/>
                <a:gd name="connsiteX36" fmla="*/ 205426 w 212926"/>
                <a:gd name="connsiteY36" fmla="*/ 212925 h 21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2926" h="212990">
                  <a:moveTo>
                    <a:pt x="205426" y="212925"/>
                  </a:moveTo>
                  <a:lnTo>
                    <a:pt x="125395" y="212925"/>
                  </a:lnTo>
                  <a:cubicBezTo>
                    <a:pt x="119910" y="212876"/>
                    <a:pt x="114860" y="209931"/>
                    <a:pt x="112118" y="205180"/>
                  </a:cubicBezTo>
                  <a:cubicBezTo>
                    <a:pt x="109483" y="200616"/>
                    <a:pt x="109483" y="194992"/>
                    <a:pt x="112118" y="190428"/>
                  </a:cubicBezTo>
                  <a:cubicBezTo>
                    <a:pt x="114663" y="185931"/>
                    <a:pt x="115978" y="180843"/>
                    <a:pt x="115929" y="175676"/>
                  </a:cubicBezTo>
                  <a:cubicBezTo>
                    <a:pt x="115904" y="166437"/>
                    <a:pt x="111756" y="157692"/>
                    <a:pt x="104619" y="151826"/>
                  </a:cubicBezTo>
                  <a:cubicBezTo>
                    <a:pt x="91314" y="141285"/>
                    <a:pt x="71984" y="143526"/>
                    <a:pt x="61443" y="156830"/>
                  </a:cubicBezTo>
                  <a:cubicBezTo>
                    <a:pt x="58473" y="160579"/>
                    <a:pt x="56419" y="164969"/>
                    <a:pt x="55444" y="169652"/>
                  </a:cubicBezTo>
                  <a:cubicBezTo>
                    <a:pt x="54088" y="176645"/>
                    <a:pt x="55172" y="183893"/>
                    <a:pt x="58518" y="190182"/>
                  </a:cubicBezTo>
                  <a:cubicBezTo>
                    <a:pt x="61216" y="194905"/>
                    <a:pt x="61216" y="200703"/>
                    <a:pt x="58518" y="205426"/>
                  </a:cubicBezTo>
                  <a:cubicBezTo>
                    <a:pt x="55791" y="210099"/>
                    <a:pt x="50774" y="212959"/>
                    <a:pt x="45364" y="212925"/>
                  </a:cubicBezTo>
                  <a:lnTo>
                    <a:pt x="8483" y="212925"/>
                  </a:lnTo>
                  <a:cubicBezTo>
                    <a:pt x="4377" y="213469"/>
                    <a:pt x="608" y="210581"/>
                    <a:pt x="65" y="206475"/>
                  </a:cubicBezTo>
                  <a:cubicBezTo>
                    <a:pt x="19" y="206127"/>
                    <a:pt x="-3" y="205777"/>
                    <a:pt x="0" y="205426"/>
                  </a:cubicBezTo>
                  <a:lnTo>
                    <a:pt x="0" y="30857"/>
                  </a:lnTo>
                  <a:cubicBezTo>
                    <a:pt x="68" y="13843"/>
                    <a:pt x="13843" y="67"/>
                    <a:pt x="30857" y="0"/>
                  </a:cubicBezTo>
                  <a:lnTo>
                    <a:pt x="205426" y="0"/>
                  </a:lnTo>
                  <a:cubicBezTo>
                    <a:pt x="209568" y="0"/>
                    <a:pt x="212926" y="3357"/>
                    <a:pt x="212926" y="7499"/>
                  </a:cubicBezTo>
                  <a:lnTo>
                    <a:pt x="212926" y="44380"/>
                  </a:lnTo>
                  <a:cubicBezTo>
                    <a:pt x="212926" y="48522"/>
                    <a:pt x="209568" y="51879"/>
                    <a:pt x="205426" y="51879"/>
                  </a:cubicBezTo>
                  <a:cubicBezTo>
                    <a:pt x="201285" y="51879"/>
                    <a:pt x="197927" y="48522"/>
                    <a:pt x="197927" y="44380"/>
                  </a:cubicBezTo>
                  <a:lnTo>
                    <a:pt x="197927" y="14875"/>
                  </a:lnTo>
                  <a:lnTo>
                    <a:pt x="30857" y="14875"/>
                  </a:lnTo>
                  <a:cubicBezTo>
                    <a:pt x="22031" y="14875"/>
                    <a:pt x="14876" y="22031"/>
                    <a:pt x="14876" y="30857"/>
                  </a:cubicBezTo>
                  <a:lnTo>
                    <a:pt x="14876" y="197927"/>
                  </a:lnTo>
                  <a:lnTo>
                    <a:pt x="44626" y="197927"/>
                  </a:lnTo>
                  <a:cubicBezTo>
                    <a:pt x="39790" y="188322"/>
                    <a:pt x="38235" y="177397"/>
                    <a:pt x="40200" y="166824"/>
                  </a:cubicBezTo>
                  <a:cubicBezTo>
                    <a:pt x="45401" y="142108"/>
                    <a:pt x="69653" y="126288"/>
                    <a:pt x="94369" y="131489"/>
                  </a:cubicBezTo>
                  <a:cubicBezTo>
                    <a:pt x="115326" y="135898"/>
                    <a:pt x="130417" y="154261"/>
                    <a:pt x="130681" y="175676"/>
                  </a:cubicBezTo>
                  <a:cubicBezTo>
                    <a:pt x="130693" y="183426"/>
                    <a:pt x="128703" y="191049"/>
                    <a:pt x="124903" y="197804"/>
                  </a:cubicBezTo>
                  <a:lnTo>
                    <a:pt x="197927" y="197804"/>
                  </a:lnTo>
                  <a:lnTo>
                    <a:pt x="197927" y="143712"/>
                  </a:lnTo>
                  <a:cubicBezTo>
                    <a:pt x="197927" y="139571"/>
                    <a:pt x="201285" y="136213"/>
                    <a:pt x="205426" y="136213"/>
                  </a:cubicBezTo>
                  <a:cubicBezTo>
                    <a:pt x="209568" y="136213"/>
                    <a:pt x="212926" y="139571"/>
                    <a:pt x="212926" y="143712"/>
                  </a:cubicBezTo>
                  <a:lnTo>
                    <a:pt x="212926" y="205180"/>
                  </a:lnTo>
                  <a:cubicBezTo>
                    <a:pt x="212994" y="209389"/>
                    <a:pt x="209637" y="212857"/>
                    <a:pt x="205428" y="212925"/>
                  </a:cubicBezTo>
                  <a:cubicBezTo>
                    <a:pt x="205428" y="212925"/>
                    <a:pt x="205427" y="212925"/>
                    <a:pt x="205426" y="21292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871DC565-9D6F-D946-AAB8-47E77D87D121}"/>
              </a:ext>
            </a:extLst>
          </p:cNvPr>
          <p:cNvSpPr txBox="1"/>
          <p:nvPr/>
        </p:nvSpPr>
        <p:spPr>
          <a:xfrm>
            <a:off x="5622888" y="3476677"/>
            <a:ext cx="47202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no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B8558207-73D4-BD4E-93E9-98923EC4D293}"/>
              </a:ext>
            </a:extLst>
          </p:cNvPr>
          <p:cNvSpPr txBox="1"/>
          <p:nvPr/>
        </p:nvSpPr>
        <p:spPr>
          <a:xfrm>
            <a:off x="5622888" y="3828039"/>
            <a:ext cx="47202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no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899C6695-45AD-3F4B-9A1A-CCE5FBC87084}"/>
              </a:ext>
            </a:extLst>
          </p:cNvPr>
          <p:cNvSpPr txBox="1"/>
          <p:nvPr/>
        </p:nvSpPr>
        <p:spPr>
          <a:xfrm>
            <a:off x="6096694" y="3476677"/>
            <a:ext cx="472028" cy="349702"/>
          </a:xfrm>
          <a:prstGeom prst="rect">
            <a:avLst/>
          </a:prstGeom>
          <a:noFill/>
        </p:spPr>
        <p:txBody>
          <a:bodyPr wrap="square" lIns="36000" tIns="36000" rIns="36000" bIns="72000" rtlCol="0">
            <a:no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05E8E926-F91A-7F4D-A6F9-5EF0197E893B}"/>
              </a:ext>
            </a:extLst>
          </p:cNvPr>
          <p:cNvSpPr txBox="1"/>
          <p:nvPr/>
        </p:nvSpPr>
        <p:spPr>
          <a:xfrm>
            <a:off x="6096694" y="3828039"/>
            <a:ext cx="472028" cy="349702"/>
          </a:xfrm>
          <a:prstGeom prst="rect">
            <a:avLst/>
          </a:prstGeom>
          <a:noFill/>
        </p:spPr>
        <p:txBody>
          <a:bodyPr wrap="square" lIns="36000" tIns="36000" rIns="36000" bIns="72000" rtlCol="0">
            <a:no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</p:spTree>
    <p:extLst>
      <p:ext uri="{BB962C8B-B14F-4D97-AF65-F5344CB8AC3E}">
        <p14:creationId xmlns:p14="http://schemas.microsoft.com/office/powerpoint/2010/main" val="1689010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F5A8D17C-F253-EE44-8B37-58A41C0507FD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49200A9-7DB8-8D4B-B1D1-9B7DDFBD23C9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86EECBD-3BAE-9B47-B586-B8F12098EE82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D9DA45FD-FF95-9943-A3EA-802C07CCEE7E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168CBBCA-CBF9-6A4E-9F9E-341DD7C69F3F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456C8F40-36AD-CB42-951E-BF475858337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2" name="Freeform 11">
            <a:extLst>
              <a:ext uri="{FF2B5EF4-FFF2-40B4-BE49-F238E27FC236}">
                <a16:creationId xmlns:a16="http://schemas.microsoft.com/office/drawing/2014/main" id="{B8A7BA64-3DBA-9641-912F-A2616373B5A4}"/>
              </a:ext>
            </a:extLst>
          </p:cNvPr>
          <p:cNvSpPr/>
          <p:nvPr/>
        </p:nvSpPr>
        <p:spPr>
          <a:xfrm>
            <a:off x="4356116" y="2074560"/>
            <a:ext cx="3459493" cy="3454246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6F40F2E6-4BD6-514D-96BF-36A424AE46FB}"/>
              </a:ext>
            </a:extLst>
          </p:cNvPr>
          <p:cNvSpPr/>
          <p:nvPr/>
        </p:nvSpPr>
        <p:spPr>
          <a:xfrm>
            <a:off x="4560392" y="2278060"/>
            <a:ext cx="3035150" cy="303063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D7FCFB0E-4170-D340-8659-E282D64D10E0}"/>
              </a:ext>
            </a:extLst>
          </p:cNvPr>
          <p:cNvSpPr/>
          <p:nvPr/>
        </p:nvSpPr>
        <p:spPr>
          <a:xfrm>
            <a:off x="4275181" y="1995726"/>
            <a:ext cx="1415552" cy="1413403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53F60FF2-FEDD-844F-ABDF-00B6BB647E32}"/>
              </a:ext>
            </a:extLst>
          </p:cNvPr>
          <p:cNvSpPr/>
          <p:nvPr/>
        </p:nvSpPr>
        <p:spPr>
          <a:xfrm>
            <a:off x="4306813" y="2059692"/>
            <a:ext cx="107743" cy="10758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5C0A0558-490C-D449-83FF-6D71BBE10B8F}"/>
              </a:ext>
            </a:extLst>
          </p:cNvPr>
          <p:cNvSpPr/>
          <p:nvPr/>
        </p:nvSpPr>
        <p:spPr>
          <a:xfrm>
            <a:off x="4107213" y="1847479"/>
            <a:ext cx="1236962" cy="1235337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43BEB886-E2A1-0B4B-91F6-EDB522CF47A8}"/>
              </a:ext>
            </a:extLst>
          </p:cNvPr>
          <p:cNvSpPr/>
          <p:nvPr/>
        </p:nvSpPr>
        <p:spPr>
          <a:xfrm>
            <a:off x="5289921" y="1879690"/>
            <a:ext cx="107748" cy="10758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5E007D7E-7B78-E94E-88CB-6F9C14FD4795}"/>
              </a:ext>
            </a:extLst>
          </p:cNvPr>
          <p:cNvSpPr/>
          <p:nvPr/>
        </p:nvSpPr>
        <p:spPr>
          <a:xfrm>
            <a:off x="4130160" y="3028983"/>
            <a:ext cx="107743" cy="107579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99CB9EB0-1B27-3D40-8FF1-84020FDBBBA0}"/>
              </a:ext>
            </a:extLst>
          </p:cNvPr>
          <p:cNvSpPr/>
          <p:nvPr/>
        </p:nvSpPr>
        <p:spPr>
          <a:xfrm rot="18902399">
            <a:off x="4199273" y="1725975"/>
            <a:ext cx="13420" cy="464069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67397BF8-1AAE-7F4D-94B8-C3DA52B98C73}"/>
              </a:ext>
            </a:extLst>
          </p:cNvPr>
          <p:cNvSpPr/>
          <p:nvPr/>
        </p:nvSpPr>
        <p:spPr>
          <a:xfrm>
            <a:off x="3997051" y="1751411"/>
            <a:ext cx="87184" cy="87054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AA90FF78-9AD7-A045-878F-6D533D38E1F1}"/>
              </a:ext>
            </a:extLst>
          </p:cNvPr>
          <p:cNvSpPr/>
          <p:nvPr/>
        </p:nvSpPr>
        <p:spPr>
          <a:xfrm>
            <a:off x="3951160" y="1704625"/>
            <a:ext cx="179850" cy="179621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8ADBA49E-4E84-324D-9C65-339F991909E7}"/>
              </a:ext>
            </a:extLst>
          </p:cNvPr>
          <p:cNvSpPr/>
          <p:nvPr/>
        </p:nvSpPr>
        <p:spPr>
          <a:xfrm>
            <a:off x="4261346" y="4240604"/>
            <a:ext cx="1416099" cy="1413968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8BFEEEDB-F1A8-FF44-B9A8-97342F3BE495}"/>
              </a:ext>
            </a:extLst>
          </p:cNvPr>
          <p:cNvSpPr/>
          <p:nvPr/>
        </p:nvSpPr>
        <p:spPr>
          <a:xfrm>
            <a:off x="6462803" y="4205670"/>
            <a:ext cx="1415874" cy="141378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E2500539-B9DD-D643-A4C9-35F57C13CD4F}"/>
              </a:ext>
            </a:extLst>
          </p:cNvPr>
          <p:cNvSpPr/>
          <p:nvPr/>
        </p:nvSpPr>
        <p:spPr>
          <a:xfrm>
            <a:off x="6535681" y="2013418"/>
            <a:ext cx="1415510" cy="1413403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AA67FFF9-5CC4-A448-B29B-3A654C3C1781}"/>
              </a:ext>
            </a:extLst>
          </p:cNvPr>
          <p:cNvSpPr/>
          <p:nvPr/>
        </p:nvSpPr>
        <p:spPr>
          <a:xfrm>
            <a:off x="4827883" y="2567672"/>
            <a:ext cx="2478782" cy="2475129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EF354692-866D-BE4E-AFEE-DD87B76D9F46}"/>
              </a:ext>
            </a:extLst>
          </p:cNvPr>
          <p:cNvSpPr/>
          <p:nvPr/>
        </p:nvSpPr>
        <p:spPr>
          <a:xfrm>
            <a:off x="7755837" y="5471614"/>
            <a:ext cx="107742" cy="107504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4416BF39-F304-0448-955A-2733B2567123}"/>
              </a:ext>
            </a:extLst>
          </p:cNvPr>
          <p:cNvSpPr/>
          <p:nvPr/>
        </p:nvSpPr>
        <p:spPr>
          <a:xfrm>
            <a:off x="6828597" y="4553813"/>
            <a:ext cx="1226683" cy="1245552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4AAE3800-B00A-0348-8D2A-8EAFB9A0E392}"/>
              </a:ext>
            </a:extLst>
          </p:cNvPr>
          <p:cNvSpPr/>
          <p:nvPr/>
        </p:nvSpPr>
        <p:spPr>
          <a:xfrm>
            <a:off x="6775061" y="5664224"/>
            <a:ext cx="107741" cy="107580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FFEC1EFD-4648-F34B-B69A-413524CE5F7A}"/>
              </a:ext>
            </a:extLst>
          </p:cNvPr>
          <p:cNvSpPr/>
          <p:nvPr/>
        </p:nvSpPr>
        <p:spPr>
          <a:xfrm>
            <a:off x="7919977" y="4500141"/>
            <a:ext cx="107741" cy="107544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DEB47493-C6FD-D146-BBCE-1B3EDD0F37E2}"/>
              </a:ext>
            </a:extLst>
          </p:cNvPr>
          <p:cNvSpPr/>
          <p:nvPr/>
        </p:nvSpPr>
        <p:spPr>
          <a:xfrm rot="18864599">
            <a:off x="7959710" y="5446975"/>
            <a:ext cx="13420" cy="464070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8E31D3C6-17B7-0B41-A491-15AD046408B5}"/>
              </a:ext>
            </a:extLst>
          </p:cNvPr>
          <p:cNvSpPr/>
          <p:nvPr/>
        </p:nvSpPr>
        <p:spPr>
          <a:xfrm>
            <a:off x="8090204" y="5796251"/>
            <a:ext cx="87184" cy="87014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A87F202A-D43D-E04D-9321-8F023A3108EB}"/>
              </a:ext>
            </a:extLst>
          </p:cNvPr>
          <p:cNvSpPr/>
          <p:nvPr/>
        </p:nvSpPr>
        <p:spPr>
          <a:xfrm>
            <a:off x="8043436" y="5750432"/>
            <a:ext cx="179815" cy="179621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99000">
                <a:schemeClr val="accent2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BFF97E30-42D3-894B-A86E-792B86DD7EE9}"/>
              </a:ext>
            </a:extLst>
          </p:cNvPr>
          <p:cNvSpPr/>
          <p:nvPr/>
        </p:nvSpPr>
        <p:spPr>
          <a:xfrm>
            <a:off x="7779201" y="2044718"/>
            <a:ext cx="107739" cy="10758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3C31CFCA-34BD-FD4F-8C8C-E9A263776048}"/>
              </a:ext>
            </a:extLst>
          </p:cNvPr>
          <p:cNvSpPr/>
          <p:nvPr/>
        </p:nvSpPr>
        <p:spPr>
          <a:xfrm>
            <a:off x="6862195" y="1845470"/>
            <a:ext cx="1237580" cy="1235255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F133F4D4-E5C1-F04E-8CA7-3E51D8B15AF1}"/>
              </a:ext>
            </a:extLst>
          </p:cNvPr>
          <p:cNvSpPr/>
          <p:nvPr/>
        </p:nvSpPr>
        <p:spPr>
          <a:xfrm>
            <a:off x="7960042" y="3026552"/>
            <a:ext cx="107739" cy="10758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1D42CF62-7068-7A4C-8972-67681258FCF2}"/>
              </a:ext>
            </a:extLst>
          </p:cNvPr>
          <p:cNvSpPr/>
          <p:nvPr/>
        </p:nvSpPr>
        <p:spPr>
          <a:xfrm>
            <a:off x="6808369" y="1868518"/>
            <a:ext cx="107739" cy="10758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B33E5191-852E-E845-8B65-644F7D17B8CE}"/>
              </a:ext>
            </a:extLst>
          </p:cNvPr>
          <p:cNvSpPr/>
          <p:nvPr/>
        </p:nvSpPr>
        <p:spPr>
          <a:xfrm rot="18902399">
            <a:off x="7756362" y="1937373"/>
            <a:ext cx="464761" cy="13400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76D42FA5-EFF9-C041-AC20-FBCC013DA9A3}"/>
              </a:ext>
            </a:extLst>
          </p:cNvPr>
          <p:cNvSpPr/>
          <p:nvPr/>
        </p:nvSpPr>
        <p:spPr>
          <a:xfrm>
            <a:off x="8108646" y="1735607"/>
            <a:ext cx="87227" cy="87054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0C4AFDD5-4A73-8A40-8917-84848D9D20C6}"/>
              </a:ext>
            </a:extLst>
          </p:cNvPr>
          <p:cNvSpPr/>
          <p:nvPr/>
        </p:nvSpPr>
        <p:spPr>
          <a:xfrm>
            <a:off x="8062836" y="1689958"/>
            <a:ext cx="179890" cy="17950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80B3BBFF-E827-C046-9E70-3FCA12D7EA9D}"/>
              </a:ext>
            </a:extLst>
          </p:cNvPr>
          <p:cNvSpPr/>
          <p:nvPr/>
        </p:nvSpPr>
        <p:spPr>
          <a:xfrm>
            <a:off x="4306676" y="5500577"/>
            <a:ext cx="107742" cy="10758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D9948D7F-F719-CA45-A195-6E74A78DB855}"/>
              </a:ext>
            </a:extLst>
          </p:cNvPr>
          <p:cNvSpPr/>
          <p:nvPr/>
        </p:nvSpPr>
        <p:spPr>
          <a:xfrm>
            <a:off x="4097244" y="4571299"/>
            <a:ext cx="1233415" cy="1239109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95FDCE47-9094-AB41-89E3-6CD3CADC63FD}"/>
              </a:ext>
            </a:extLst>
          </p:cNvPr>
          <p:cNvSpPr/>
          <p:nvPr/>
        </p:nvSpPr>
        <p:spPr>
          <a:xfrm>
            <a:off x="4131404" y="4517841"/>
            <a:ext cx="107743" cy="10758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49A64AF4-29B2-E348-87FC-39BE8DB3F70D}"/>
              </a:ext>
            </a:extLst>
          </p:cNvPr>
          <p:cNvSpPr/>
          <p:nvPr/>
        </p:nvSpPr>
        <p:spPr>
          <a:xfrm>
            <a:off x="5276557" y="5681719"/>
            <a:ext cx="107704" cy="10758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58CE20E6-7258-A045-8C6D-6CF8DB936257}"/>
              </a:ext>
            </a:extLst>
          </p:cNvPr>
          <p:cNvSpPr/>
          <p:nvPr/>
        </p:nvSpPr>
        <p:spPr>
          <a:xfrm rot="18925801">
            <a:off x="3972039" y="5701133"/>
            <a:ext cx="464762" cy="13400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8899904A-C79F-AD4C-97E9-B57D48B339D6}"/>
              </a:ext>
            </a:extLst>
          </p:cNvPr>
          <p:cNvSpPr/>
          <p:nvPr/>
        </p:nvSpPr>
        <p:spPr>
          <a:xfrm>
            <a:off x="3996365" y="5828838"/>
            <a:ext cx="87224" cy="87055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6" name="Freeform 45">
            <a:extLst>
              <a:ext uri="{FF2B5EF4-FFF2-40B4-BE49-F238E27FC236}">
                <a16:creationId xmlns:a16="http://schemas.microsoft.com/office/drawing/2014/main" id="{E292490D-593F-3945-816F-DE663704B56D}"/>
              </a:ext>
            </a:extLst>
          </p:cNvPr>
          <p:cNvSpPr/>
          <p:nvPr/>
        </p:nvSpPr>
        <p:spPr>
          <a:xfrm>
            <a:off x="3949699" y="5781945"/>
            <a:ext cx="179889" cy="179546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5606F77-81B7-274A-A16A-88A7C9AC8C5F}"/>
              </a:ext>
            </a:extLst>
          </p:cNvPr>
          <p:cNvGrpSpPr/>
          <p:nvPr/>
        </p:nvGrpSpPr>
        <p:grpSpPr>
          <a:xfrm>
            <a:off x="8399383" y="1651780"/>
            <a:ext cx="2783072" cy="723275"/>
            <a:chOff x="7825488" y="1404017"/>
            <a:chExt cx="3368029" cy="723275"/>
          </a:xfrm>
        </p:grpSpPr>
        <p:sp>
          <p:nvSpPr>
            <p:cNvPr id="48" name="Inhaltsplatzhalter 4">
              <a:extLst>
                <a:ext uri="{FF2B5EF4-FFF2-40B4-BE49-F238E27FC236}">
                  <a16:creationId xmlns:a16="http://schemas.microsoft.com/office/drawing/2014/main" id="{9564D799-EDF3-2942-BB12-AFADC162F82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E8042769-2D3B-5444-B7AB-935F7F9B316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47BB4B3-DAA7-0B46-92E6-35FEBB56553F}"/>
              </a:ext>
            </a:extLst>
          </p:cNvPr>
          <p:cNvGrpSpPr/>
          <p:nvPr/>
        </p:nvGrpSpPr>
        <p:grpSpPr>
          <a:xfrm>
            <a:off x="8399383" y="5238748"/>
            <a:ext cx="2783072" cy="723275"/>
            <a:chOff x="7825488" y="1404017"/>
            <a:chExt cx="3368029" cy="723275"/>
          </a:xfrm>
        </p:grpSpPr>
        <p:sp>
          <p:nvSpPr>
            <p:cNvPr id="51" name="Inhaltsplatzhalter 4">
              <a:extLst>
                <a:ext uri="{FF2B5EF4-FFF2-40B4-BE49-F238E27FC236}">
                  <a16:creationId xmlns:a16="http://schemas.microsoft.com/office/drawing/2014/main" id="{560FDB22-EDFA-B149-8997-D4DBB7280F8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EA166CB-B140-3147-BDEE-33DC8C2C51A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339CE3C4-9242-0147-A914-66EADECC242B}"/>
              </a:ext>
            </a:extLst>
          </p:cNvPr>
          <p:cNvGrpSpPr/>
          <p:nvPr/>
        </p:nvGrpSpPr>
        <p:grpSpPr>
          <a:xfrm flipH="1">
            <a:off x="978188" y="1682018"/>
            <a:ext cx="2783072" cy="723275"/>
            <a:chOff x="7825488" y="1404017"/>
            <a:chExt cx="3368029" cy="723275"/>
          </a:xfrm>
        </p:grpSpPr>
        <p:sp>
          <p:nvSpPr>
            <p:cNvPr id="54" name="Inhaltsplatzhalter 4">
              <a:extLst>
                <a:ext uri="{FF2B5EF4-FFF2-40B4-BE49-F238E27FC236}">
                  <a16:creationId xmlns:a16="http://schemas.microsoft.com/office/drawing/2014/main" id="{36A70B4F-E1FA-B74B-A875-C5E5D6A79E7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BB59EC39-292F-6942-BB69-45FBE129DC4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7EF4FCB-4F60-804C-92AA-91F9F1FA33C0}"/>
              </a:ext>
            </a:extLst>
          </p:cNvPr>
          <p:cNvGrpSpPr/>
          <p:nvPr/>
        </p:nvGrpSpPr>
        <p:grpSpPr>
          <a:xfrm flipH="1">
            <a:off x="978188" y="5238748"/>
            <a:ext cx="2783072" cy="723275"/>
            <a:chOff x="7825488" y="1404017"/>
            <a:chExt cx="3368029" cy="723275"/>
          </a:xfrm>
        </p:grpSpPr>
        <p:sp>
          <p:nvSpPr>
            <p:cNvPr id="57" name="Inhaltsplatzhalter 4">
              <a:extLst>
                <a:ext uri="{FF2B5EF4-FFF2-40B4-BE49-F238E27FC236}">
                  <a16:creationId xmlns:a16="http://schemas.microsoft.com/office/drawing/2014/main" id="{3619CA57-A1E6-0B46-8BAE-75F55C429F5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E9A1583-DDB0-994D-8F3A-C837CCED45D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Inhaltsplatzhalter 4">
            <a:extLst>
              <a:ext uri="{FF2B5EF4-FFF2-40B4-BE49-F238E27FC236}">
                <a16:creationId xmlns:a16="http://schemas.microsoft.com/office/drawing/2014/main" id="{D67AA79B-5A18-EC47-AC8C-A106A37F4222}"/>
              </a:ext>
            </a:extLst>
          </p:cNvPr>
          <p:cNvSpPr txBox="1">
            <a:spLocks/>
          </p:cNvSpPr>
          <p:nvPr/>
        </p:nvSpPr>
        <p:spPr>
          <a:xfrm>
            <a:off x="2206516" y="3693853"/>
            <a:ext cx="1887818" cy="276999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Aft>
                <a:spcPts val="1200"/>
              </a:spcAft>
              <a:buNone/>
            </a:pPr>
            <a:r>
              <a:rPr lang="en-US" sz="1800" b="1" dirty="0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Title Goes Here</a:t>
            </a:r>
            <a:endParaRPr lang="en-US" sz="1600" dirty="0">
              <a:solidFill>
                <a:schemeClr val="tx2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Inhaltsplatzhalter 4">
            <a:extLst>
              <a:ext uri="{FF2B5EF4-FFF2-40B4-BE49-F238E27FC236}">
                <a16:creationId xmlns:a16="http://schemas.microsoft.com/office/drawing/2014/main" id="{B07C98AB-66E2-E943-8114-EC04BA5C654A}"/>
              </a:ext>
            </a:extLst>
          </p:cNvPr>
          <p:cNvSpPr txBox="1">
            <a:spLocks/>
          </p:cNvSpPr>
          <p:nvPr/>
        </p:nvSpPr>
        <p:spPr>
          <a:xfrm>
            <a:off x="8027718" y="3720373"/>
            <a:ext cx="1887818" cy="276999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Aft>
                <a:spcPts val="1200"/>
              </a:spcAft>
              <a:buNone/>
            </a:pPr>
            <a:r>
              <a:rPr lang="en-US" sz="1800" b="1" dirty="0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Title Goes Here</a:t>
            </a:r>
            <a:endParaRPr lang="en-US" sz="1600" dirty="0">
              <a:solidFill>
                <a:schemeClr val="tx2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F6A5A520-58E8-474A-8925-B0B274DC590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17255" y="2855217"/>
            <a:ext cx="1900038" cy="1900038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7" name="Graphic 65">
            <a:extLst>
              <a:ext uri="{FF2B5EF4-FFF2-40B4-BE49-F238E27FC236}">
                <a16:creationId xmlns:a16="http://schemas.microsoft.com/office/drawing/2014/main" id="{80BB3582-06C1-784B-AE18-63A9416C9310}"/>
              </a:ext>
            </a:extLst>
          </p:cNvPr>
          <p:cNvGrpSpPr>
            <a:grpSpLocks noChangeAspect="1"/>
          </p:cNvGrpSpPr>
          <p:nvPr/>
        </p:nvGrpSpPr>
        <p:grpSpPr>
          <a:xfrm>
            <a:off x="4648928" y="2340799"/>
            <a:ext cx="502040" cy="50204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76544FC1-1EEC-2C41-8A22-22EBFC66F906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62899E54-CC0D-5B41-9E1F-ABDD2ACFD546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2C66DB7D-2D15-B944-8BB7-441A0749575E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C23646C-0236-FD4E-A617-6A6DD25FD1F2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F28B2BE-7335-B942-97A5-85EFD7A43092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F6526271-7A7B-E840-A79B-27F2AAC29B37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4" name="Graphic 67">
            <a:extLst>
              <a:ext uri="{FF2B5EF4-FFF2-40B4-BE49-F238E27FC236}">
                <a16:creationId xmlns:a16="http://schemas.microsoft.com/office/drawing/2014/main" id="{9D03B12D-FFE2-D44E-8840-9BDD14890072}"/>
              </a:ext>
            </a:extLst>
          </p:cNvPr>
          <p:cNvGrpSpPr>
            <a:grpSpLocks noChangeAspect="1"/>
          </p:cNvGrpSpPr>
          <p:nvPr/>
        </p:nvGrpSpPr>
        <p:grpSpPr>
          <a:xfrm>
            <a:off x="4631419" y="4870961"/>
            <a:ext cx="464493" cy="320722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9B437620-7B96-2344-A63A-4498076956B3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9673818A-1BD2-2D4D-B0F2-CF8082AEECC1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BDDE9073-F960-2A4D-BE42-F0F08A3EDDD3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3D09CB4-D5AC-F245-8077-4C1D125E15A4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20DA56AC-A460-1F40-A101-922325F8709F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DA99999A-CFC8-884F-9EFE-4371A7BC3A30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5FAAF825-88E7-8D4B-A7FA-9EF58A284ADC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2" name="Graphic 69">
            <a:extLst>
              <a:ext uri="{FF2B5EF4-FFF2-40B4-BE49-F238E27FC236}">
                <a16:creationId xmlns:a16="http://schemas.microsoft.com/office/drawing/2014/main" id="{BEF15B9E-529C-5248-A653-A184E73EF1A6}"/>
              </a:ext>
            </a:extLst>
          </p:cNvPr>
          <p:cNvGrpSpPr>
            <a:grpSpLocks noChangeAspect="1"/>
          </p:cNvGrpSpPr>
          <p:nvPr/>
        </p:nvGrpSpPr>
        <p:grpSpPr>
          <a:xfrm>
            <a:off x="7087124" y="4773185"/>
            <a:ext cx="500622" cy="463485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903C1166-C501-8944-B97C-912BF2206663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7008BC78-744C-9248-8099-A12459E1CA51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11DAEF8F-802E-1B45-B672-7E380D3DFFCB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CBD686A4-FF1B-4B40-B2AA-2B45A4E5319A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306189B4-8D02-8B4C-BC2E-EF3C7CEEF29E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D0EE21F4-F5C4-B34E-9941-74D86AEE6B05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3BFF7B2B-FB08-4142-BB7F-5EA3FC0B8C32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94CB4BCF-8372-6246-88B9-A47FDB1376BF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66DEB70C-941B-DD4E-95E5-6AAF3F59B03E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27669C7-00CB-0040-8755-FC8058872D1A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3" name="Graphic 71">
            <a:extLst>
              <a:ext uri="{FF2B5EF4-FFF2-40B4-BE49-F238E27FC236}">
                <a16:creationId xmlns:a16="http://schemas.microsoft.com/office/drawing/2014/main" id="{8DD83EDA-FA89-FA40-B0A5-643A552B9EE9}"/>
              </a:ext>
            </a:extLst>
          </p:cNvPr>
          <p:cNvGrpSpPr>
            <a:grpSpLocks noChangeAspect="1"/>
          </p:cNvGrpSpPr>
          <p:nvPr/>
        </p:nvGrpSpPr>
        <p:grpSpPr>
          <a:xfrm>
            <a:off x="2843412" y="3211450"/>
            <a:ext cx="614027" cy="323161"/>
            <a:chOff x="7114096" y="2497064"/>
            <a:chExt cx="507460" cy="267075"/>
          </a:xfrm>
          <a:solidFill>
            <a:schemeClr val="tx2"/>
          </a:solidFill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4C8B2B0-0108-8B4E-B9D4-160E0C301A80}"/>
                </a:ext>
              </a:extLst>
            </p:cNvPr>
            <p:cNvSpPr/>
            <p:nvPr/>
          </p:nvSpPr>
          <p:spPr>
            <a:xfrm>
              <a:off x="7504225" y="2502600"/>
              <a:ext cx="117331" cy="175909"/>
            </a:xfrm>
            <a:custGeom>
              <a:avLst/>
              <a:gdLst>
                <a:gd name="connsiteX0" fmla="*/ 48110 w 117331"/>
                <a:gd name="connsiteY0" fmla="*/ 175910 h 175909"/>
                <a:gd name="connsiteX1" fmla="*/ 40022 w 117331"/>
                <a:gd name="connsiteY1" fmla="*/ 169744 h 175909"/>
                <a:gd name="connsiteX2" fmla="*/ 277 w 117331"/>
                <a:gd name="connsiteY2" fmla="*/ 26570 h 175909"/>
                <a:gd name="connsiteX3" fmla="*/ 1114 w 117331"/>
                <a:gd name="connsiteY3" fmla="*/ 20267 h 175909"/>
                <a:gd name="connsiteX4" fmla="*/ 6273 w 117331"/>
                <a:gd name="connsiteY4" fmla="*/ 16431 h 175909"/>
                <a:gd name="connsiteX5" fmla="*/ 67355 w 117331"/>
                <a:gd name="connsiteY5" fmla="*/ 264 h 175909"/>
                <a:gd name="connsiteX6" fmla="*/ 77675 w 117331"/>
                <a:gd name="connsiteY6" fmla="*/ 6155 h 175909"/>
                <a:gd name="connsiteX7" fmla="*/ 117001 w 117331"/>
                <a:gd name="connsiteY7" fmla="*/ 149604 h 175909"/>
                <a:gd name="connsiteX8" fmla="*/ 116164 w 117331"/>
                <a:gd name="connsiteY8" fmla="*/ 155906 h 175909"/>
                <a:gd name="connsiteX9" fmla="*/ 111005 w 117331"/>
                <a:gd name="connsiteY9" fmla="*/ 159880 h 175909"/>
                <a:gd name="connsiteX10" fmla="*/ 50341 w 117331"/>
                <a:gd name="connsiteY10" fmla="*/ 175636 h 175909"/>
                <a:gd name="connsiteX11" fmla="*/ 18964 w 117331"/>
                <a:gd name="connsiteY11" fmla="*/ 30269 h 175909"/>
                <a:gd name="connsiteX12" fmla="*/ 54107 w 117331"/>
                <a:gd name="connsiteY12" fmla="*/ 157413 h 175909"/>
                <a:gd name="connsiteX13" fmla="*/ 98593 w 117331"/>
                <a:gd name="connsiteY13" fmla="*/ 145631 h 175909"/>
                <a:gd name="connsiteX14" fmla="*/ 63590 w 117331"/>
                <a:gd name="connsiteY14" fmla="*/ 18212 h 17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331" h="175909">
                  <a:moveTo>
                    <a:pt x="48110" y="175910"/>
                  </a:moveTo>
                  <a:cubicBezTo>
                    <a:pt x="44300" y="175904"/>
                    <a:pt x="40974" y="173369"/>
                    <a:pt x="40022" y="169744"/>
                  </a:cubicBezTo>
                  <a:lnTo>
                    <a:pt x="277" y="26570"/>
                  </a:lnTo>
                  <a:cubicBezTo>
                    <a:pt x="-285" y="24442"/>
                    <a:pt x="15" y="22183"/>
                    <a:pt x="1114" y="20267"/>
                  </a:cubicBezTo>
                  <a:cubicBezTo>
                    <a:pt x="2215" y="18339"/>
                    <a:pt x="4085" y="16949"/>
                    <a:pt x="6273" y="16431"/>
                  </a:cubicBezTo>
                  <a:lnTo>
                    <a:pt x="67355" y="264"/>
                  </a:lnTo>
                  <a:cubicBezTo>
                    <a:pt x="71855" y="-870"/>
                    <a:pt x="76450" y="1753"/>
                    <a:pt x="77675" y="6155"/>
                  </a:cubicBezTo>
                  <a:lnTo>
                    <a:pt x="117001" y="149604"/>
                  </a:lnTo>
                  <a:cubicBezTo>
                    <a:pt x="117644" y="151726"/>
                    <a:pt x="117340" y="154017"/>
                    <a:pt x="116164" y="155906"/>
                  </a:cubicBezTo>
                  <a:cubicBezTo>
                    <a:pt x="115020" y="157826"/>
                    <a:pt x="113175" y="159246"/>
                    <a:pt x="111005" y="159880"/>
                  </a:cubicBezTo>
                  <a:lnTo>
                    <a:pt x="50341" y="175636"/>
                  </a:lnTo>
                  <a:close/>
                  <a:moveTo>
                    <a:pt x="18964" y="30269"/>
                  </a:moveTo>
                  <a:lnTo>
                    <a:pt x="54107" y="157413"/>
                  </a:lnTo>
                  <a:lnTo>
                    <a:pt x="98593" y="145631"/>
                  </a:lnTo>
                  <a:lnTo>
                    <a:pt x="63590" y="18212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BD34A4EA-9ED1-9241-8307-79A0045BEFEA}"/>
                </a:ext>
              </a:extLst>
            </p:cNvPr>
            <p:cNvSpPr/>
            <p:nvPr/>
          </p:nvSpPr>
          <p:spPr>
            <a:xfrm>
              <a:off x="7314537" y="2525010"/>
              <a:ext cx="242420" cy="145145"/>
            </a:xfrm>
            <a:custGeom>
              <a:avLst/>
              <a:gdLst>
                <a:gd name="connsiteX0" fmla="*/ 209210 w 242420"/>
                <a:gd name="connsiteY0" fmla="*/ 145142 h 145145"/>
                <a:gd name="connsiteX1" fmla="*/ 180621 w 242420"/>
                <a:gd name="connsiteY1" fmla="*/ 136921 h 145145"/>
                <a:gd name="connsiteX2" fmla="*/ 98621 w 242420"/>
                <a:gd name="connsiteY2" fmla="*/ 83487 h 145145"/>
                <a:gd name="connsiteX3" fmla="*/ 71706 w 242420"/>
                <a:gd name="connsiteY3" fmla="*/ 83487 h 145145"/>
                <a:gd name="connsiteX4" fmla="*/ 40468 w 242420"/>
                <a:gd name="connsiteY4" fmla="*/ 102532 h 145145"/>
                <a:gd name="connsiteX5" fmla="*/ 18992 w 242420"/>
                <a:gd name="connsiteY5" fmla="*/ 105546 h 145145"/>
                <a:gd name="connsiteX6" fmla="*/ 2536 w 242420"/>
                <a:gd name="connsiteY6" fmla="*/ 91845 h 145145"/>
                <a:gd name="connsiteX7" fmla="*/ 8673 w 242420"/>
                <a:gd name="connsiteY7" fmla="*/ 61840 h 145145"/>
                <a:gd name="connsiteX8" fmla="*/ 62363 w 242420"/>
                <a:gd name="connsiteY8" fmla="*/ 13613 h 145145"/>
                <a:gd name="connsiteX9" fmla="*/ 113543 w 242420"/>
                <a:gd name="connsiteY9" fmla="*/ 2241 h 145145"/>
                <a:gd name="connsiteX10" fmla="*/ 154682 w 242420"/>
                <a:gd name="connsiteY10" fmla="*/ 14572 h 145145"/>
                <a:gd name="connsiteX11" fmla="*/ 183271 w 242420"/>
                <a:gd name="connsiteY11" fmla="*/ 14572 h 145145"/>
                <a:gd name="connsiteX12" fmla="*/ 200424 w 242420"/>
                <a:gd name="connsiteY12" fmla="*/ 9914 h 145145"/>
                <a:gd name="connsiteX13" fmla="*/ 206839 w 242420"/>
                <a:gd name="connsiteY13" fmla="*/ 10736 h 145145"/>
                <a:gd name="connsiteX14" fmla="*/ 210744 w 242420"/>
                <a:gd name="connsiteY14" fmla="*/ 15668 h 145145"/>
                <a:gd name="connsiteX15" fmla="*/ 242121 w 242420"/>
                <a:gd name="connsiteY15" fmla="*/ 128974 h 145145"/>
                <a:gd name="connsiteX16" fmla="*/ 236543 w 242420"/>
                <a:gd name="connsiteY16" fmla="*/ 139113 h 145145"/>
                <a:gd name="connsiteX17" fmla="*/ 224968 w 242420"/>
                <a:gd name="connsiteY17" fmla="*/ 142675 h 145145"/>
                <a:gd name="connsiteX18" fmla="*/ 209210 w 242420"/>
                <a:gd name="connsiteY18" fmla="*/ 145142 h 145145"/>
                <a:gd name="connsiteX19" fmla="*/ 84955 w 242420"/>
                <a:gd name="connsiteY19" fmla="*/ 62936 h 145145"/>
                <a:gd name="connsiteX20" fmla="*/ 107965 w 242420"/>
                <a:gd name="connsiteY20" fmla="*/ 69787 h 145145"/>
                <a:gd name="connsiteX21" fmla="*/ 189965 w 242420"/>
                <a:gd name="connsiteY21" fmla="*/ 123220 h 145145"/>
                <a:gd name="connsiteX22" fmla="*/ 219808 w 242420"/>
                <a:gd name="connsiteY22" fmla="*/ 127330 h 145145"/>
                <a:gd name="connsiteX23" fmla="*/ 223713 w 242420"/>
                <a:gd name="connsiteY23" fmla="*/ 126097 h 145145"/>
                <a:gd name="connsiteX24" fmla="*/ 196659 w 242420"/>
                <a:gd name="connsiteY24" fmla="*/ 28136 h 145145"/>
                <a:gd name="connsiteX25" fmla="*/ 187733 w 242420"/>
                <a:gd name="connsiteY25" fmla="*/ 30602 h 145145"/>
                <a:gd name="connsiteX26" fmla="*/ 149802 w 242420"/>
                <a:gd name="connsiteY26" fmla="*/ 30602 h 145145"/>
                <a:gd name="connsiteX27" fmla="*/ 107965 w 242420"/>
                <a:gd name="connsiteY27" fmla="*/ 18271 h 145145"/>
                <a:gd name="connsiteX28" fmla="*/ 73240 w 242420"/>
                <a:gd name="connsiteY28" fmla="*/ 26081 h 145145"/>
                <a:gd name="connsiteX29" fmla="*/ 19968 w 242420"/>
                <a:gd name="connsiteY29" fmla="*/ 74034 h 145145"/>
                <a:gd name="connsiteX30" fmla="*/ 17877 w 242420"/>
                <a:gd name="connsiteY30" fmla="*/ 84584 h 145145"/>
                <a:gd name="connsiteX31" fmla="*/ 23734 w 242420"/>
                <a:gd name="connsiteY31" fmla="*/ 89653 h 145145"/>
                <a:gd name="connsiteX32" fmla="*/ 31404 w 242420"/>
                <a:gd name="connsiteY32" fmla="*/ 88557 h 145145"/>
                <a:gd name="connsiteX33" fmla="*/ 62642 w 242420"/>
                <a:gd name="connsiteY33" fmla="*/ 68416 h 145145"/>
                <a:gd name="connsiteX34" fmla="*/ 84955 w 242420"/>
                <a:gd name="connsiteY34" fmla="*/ 62388 h 14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2420" h="145145">
                  <a:moveTo>
                    <a:pt x="209210" y="145142"/>
                  </a:moveTo>
                  <a:cubicBezTo>
                    <a:pt x="199058" y="145272"/>
                    <a:pt x="189099" y="142408"/>
                    <a:pt x="180621" y="136921"/>
                  </a:cubicBezTo>
                  <a:lnTo>
                    <a:pt x="98621" y="83487"/>
                  </a:lnTo>
                  <a:cubicBezTo>
                    <a:pt x="90428" y="78294"/>
                    <a:pt x="79899" y="78294"/>
                    <a:pt x="71706" y="83487"/>
                  </a:cubicBezTo>
                  <a:lnTo>
                    <a:pt x="40468" y="102532"/>
                  </a:lnTo>
                  <a:cubicBezTo>
                    <a:pt x="34076" y="106502"/>
                    <a:pt x="26261" y="107598"/>
                    <a:pt x="18992" y="105546"/>
                  </a:cubicBezTo>
                  <a:cubicBezTo>
                    <a:pt x="11706" y="103610"/>
                    <a:pt x="5675" y="98589"/>
                    <a:pt x="2536" y="91845"/>
                  </a:cubicBezTo>
                  <a:cubicBezTo>
                    <a:pt x="-2439" y="81616"/>
                    <a:pt x="61" y="69387"/>
                    <a:pt x="8673" y="61840"/>
                  </a:cubicBezTo>
                  <a:lnTo>
                    <a:pt x="62363" y="13613"/>
                  </a:lnTo>
                  <a:cubicBezTo>
                    <a:pt x="76195" y="1233"/>
                    <a:pt x="95635" y="-3086"/>
                    <a:pt x="113543" y="2241"/>
                  </a:cubicBezTo>
                  <a:lnTo>
                    <a:pt x="154682" y="14572"/>
                  </a:lnTo>
                  <a:cubicBezTo>
                    <a:pt x="164008" y="17310"/>
                    <a:pt x="173945" y="17310"/>
                    <a:pt x="183271" y="14572"/>
                  </a:cubicBezTo>
                  <a:lnTo>
                    <a:pt x="200424" y="9914"/>
                  </a:lnTo>
                  <a:cubicBezTo>
                    <a:pt x="202590" y="9362"/>
                    <a:pt x="204889" y="9656"/>
                    <a:pt x="206839" y="10736"/>
                  </a:cubicBezTo>
                  <a:cubicBezTo>
                    <a:pt x="208761" y="11799"/>
                    <a:pt x="210168" y="13576"/>
                    <a:pt x="210744" y="15668"/>
                  </a:cubicBezTo>
                  <a:lnTo>
                    <a:pt x="242121" y="128974"/>
                  </a:lnTo>
                  <a:cubicBezTo>
                    <a:pt x="243310" y="133275"/>
                    <a:pt x="240856" y="137735"/>
                    <a:pt x="236543" y="139113"/>
                  </a:cubicBezTo>
                  <a:lnTo>
                    <a:pt x="224968" y="142675"/>
                  </a:lnTo>
                  <a:cubicBezTo>
                    <a:pt x="219879" y="144304"/>
                    <a:pt x="214562" y="145136"/>
                    <a:pt x="209210" y="145142"/>
                  </a:cubicBezTo>
                  <a:close/>
                  <a:moveTo>
                    <a:pt x="84955" y="62936"/>
                  </a:moveTo>
                  <a:cubicBezTo>
                    <a:pt x="93142" y="62958"/>
                    <a:pt x="101142" y="65340"/>
                    <a:pt x="107965" y="69787"/>
                  </a:cubicBezTo>
                  <a:lnTo>
                    <a:pt x="189965" y="123220"/>
                  </a:lnTo>
                  <a:cubicBezTo>
                    <a:pt x="198765" y="128961"/>
                    <a:pt x="209740" y="130473"/>
                    <a:pt x="219808" y="127330"/>
                  </a:cubicBezTo>
                  <a:lnTo>
                    <a:pt x="223713" y="126097"/>
                  </a:lnTo>
                  <a:lnTo>
                    <a:pt x="196659" y="28136"/>
                  </a:lnTo>
                  <a:lnTo>
                    <a:pt x="187733" y="30602"/>
                  </a:lnTo>
                  <a:cubicBezTo>
                    <a:pt x="175349" y="34164"/>
                    <a:pt x="162186" y="34164"/>
                    <a:pt x="149802" y="30602"/>
                  </a:cubicBezTo>
                  <a:lnTo>
                    <a:pt x="107965" y="18271"/>
                  </a:lnTo>
                  <a:cubicBezTo>
                    <a:pt x="95801" y="14610"/>
                    <a:pt x="82572" y="17585"/>
                    <a:pt x="73240" y="26081"/>
                  </a:cubicBezTo>
                  <a:lnTo>
                    <a:pt x="19968" y="74034"/>
                  </a:lnTo>
                  <a:cubicBezTo>
                    <a:pt x="16902" y="76669"/>
                    <a:pt x="16041" y="81010"/>
                    <a:pt x="17877" y="84584"/>
                  </a:cubicBezTo>
                  <a:cubicBezTo>
                    <a:pt x="18983" y="87032"/>
                    <a:pt x="21122" y="88884"/>
                    <a:pt x="23734" y="89653"/>
                  </a:cubicBezTo>
                  <a:cubicBezTo>
                    <a:pt x="26336" y="90327"/>
                    <a:pt x="29105" y="89931"/>
                    <a:pt x="31404" y="88557"/>
                  </a:cubicBezTo>
                  <a:lnTo>
                    <a:pt x="62642" y="68416"/>
                  </a:lnTo>
                  <a:cubicBezTo>
                    <a:pt x="69355" y="64386"/>
                    <a:pt x="77088" y="62296"/>
                    <a:pt x="84955" y="62388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4DCD1F1-0812-7E4D-9EB5-78839FE93326}"/>
                </a:ext>
              </a:extLst>
            </p:cNvPr>
            <p:cNvSpPr/>
            <p:nvPr/>
          </p:nvSpPr>
          <p:spPr>
            <a:xfrm>
              <a:off x="7183842" y="2517075"/>
              <a:ext cx="218314" cy="161022"/>
            </a:xfrm>
            <a:custGeom>
              <a:avLst/>
              <a:gdLst>
                <a:gd name="connsiteX0" fmla="*/ 46770 w 218314"/>
                <a:gd name="connsiteY0" fmla="*/ 161023 h 161022"/>
                <a:gd name="connsiteX1" fmla="*/ 43283 w 218314"/>
                <a:gd name="connsiteY1" fmla="*/ 160201 h 161022"/>
                <a:gd name="connsiteX2" fmla="*/ 4933 w 218314"/>
                <a:gd name="connsiteY2" fmla="*/ 142664 h 161022"/>
                <a:gd name="connsiteX3" fmla="*/ 610 w 218314"/>
                <a:gd name="connsiteY3" fmla="*/ 131977 h 161022"/>
                <a:gd name="connsiteX4" fmla="*/ 43562 w 218314"/>
                <a:gd name="connsiteY4" fmla="*/ 27165 h 161022"/>
                <a:gd name="connsiteX5" fmla="*/ 52627 w 218314"/>
                <a:gd name="connsiteY5" fmla="*/ 21548 h 161022"/>
                <a:gd name="connsiteX6" fmla="*/ 81773 w 218314"/>
                <a:gd name="connsiteY6" fmla="*/ 25795 h 161022"/>
                <a:gd name="connsiteX7" fmla="*/ 103668 w 218314"/>
                <a:gd name="connsiteY7" fmla="*/ 23603 h 161022"/>
                <a:gd name="connsiteX8" fmla="*/ 164470 w 218314"/>
                <a:gd name="connsiteY8" fmla="*/ 2367 h 161022"/>
                <a:gd name="connsiteX9" fmla="*/ 190409 w 218314"/>
                <a:gd name="connsiteY9" fmla="*/ 2367 h 161022"/>
                <a:gd name="connsiteX10" fmla="*/ 213559 w 218314"/>
                <a:gd name="connsiteY10" fmla="*/ 11546 h 161022"/>
                <a:gd name="connsiteX11" fmla="*/ 217441 w 218314"/>
                <a:gd name="connsiteY11" fmla="*/ 22733 h 161022"/>
                <a:gd name="connsiteX12" fmla="*/ 207283 w 218314"/>
                <a:gd name="connsiteY12" fmla="*/ 27028 h 161022"/>
                <a:gd name="connsiteX13" fmla="*/ 184133 w 218314"/>
                <a:gd name="connsiteY13" fmla="*/ 17849 h 161022"/>
                <a:gd name="connsiteX14" fmla="*/ 170188 w 218314"/>
                <a:gd name="connsiteY14" fmla="*/ 17849 h 161022"/>
                <a:gd name="connsiteX15" fmla="*/ 109385 w 218314"/>
                <a:gd name="connsiteY15" fmla="*/ 39770 h 161022"/>
                <a:gd name="connsiteX16" fmla="*/ 79402 w 218314"/>
                <a:gd name="connsiteY16" fmla="*/ 42784 h 161022"/>
                <a:gd name="connsiteX17" fmla="*/ 56811 w 218314"/>
                <a:gd name="connsiteY17" fmla="*/ 39496 h 161022"/>
                <a:gd name="connsiteX18" fmla="*/ 19297 w 218314"/>
                <a:gd name="connsiteY18" fmla="*/ 131155 h 161022"/>
                <a:gd name="connsiteX19" fmla="*/ 50396 w 218314"/>
                <a:gd name="connsiteY19" fmla="*/ 144856 h 161022"/>
                <a:gd name="connsiteX20" fmla="*/ 54739 w 218314"/>
                <a:gd name="connsiteY20" fmla="*/ 155670 h 161022"/>
                <a:gd name="connsiteX21" fmla="*/ 46770 w 218314"/>
                <a:gd name="connsiteY21" fmla="*/ 160612 h 161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8314" h="161022">
                  <a:moveTo>
                    <a:pt x="46770" y="161023"/>
                  </a:moveTo>
                  <a:cubicBezTo>
                    <a:pt x="45559" y="161013"/>
                    <a:pt x="44367" y="160732"/>
                    <a:pt x="43283" y="160201"/>
                  </a:cubicBezTo>
                  <a:lnTo>
                    <a:pt x="4933" y="142664"/>
                  </a:lnTo>
                  <a:cubicBezTo>
                    <a:pt x="830" y="140796"/>
                    <a:pt x="-1069" y="136102"/>
                    <a:pt x="610" y="131977"/>
                  </a:cubicBezTo>
                  <a:lnTo>
                    <a:pt x="43562" y="27165"/>
                  </a:lnTo>
                  <a:cubicBezTo>
                    <a:pt x="44852" y="23423"/>
                    <a:pt x="48634" y="21080"/>
                    <a:pt x="52627" y="21548"/>
                  </a:cubicBezTo>
                  <a:lnTo>
                    <a:pt x="81773" y="25795"/>
                  </a:lnTo>
                  <a:cubicBezTo>
                    <a:pt x="89143" y="26860"/>
                    <a:pt x="96668" y="26107"/>
                    <a:pt x="103668" y="23603"/>
                  </a:cubicBezTo>
                  <a:lnTo>
                    <a:pt x="164470" y="2367"/>
                  </a:lnTo>
                  <a:cubicBezTo>
                    <a:pt x="172818" y="-789"/>
                    <a:pt x="182061" y="-789"/>
                    <a:pt x="190409" y="2367"/>
                  </a:cubicBezTo>
                  <a:lnTo>
                    <a:pt x="213559" y="11546"/>
                  </a:lnTo>
                  <a:cubicBezTo>
                    <a:pt x="217775" y="13582"/>
                    <a:pt x="219513" y="18591"/>
                    <a:pt x="217441" y="22733"/>
                  </a:cubicBezTo>
                  <a:cubicBezTo>
                    <a:pt x="215593" y="26427"/>
                    <a:pt x="211284" y="28249"/>
                    <a:pt x="207283" y="27028"/>
                  </a:cubicBezTo>
                  <a:lnTo>
                    <a:pt x="184133" y="17849"/>
                  </a:lnTo>
                  <a:cubicBezTo>
                    <a:pt x="179648" y="16136"/>
                    <a:pt x="174673" y="16136"/>
                    <a:pt x="170188" y="17849"/>
                  </a:cubicBezTo>
                  <a:lnTo>
                    <a:pt x="109385" y="39770"/>
                  </a:lnTo>
                  <a:cubicBezTo>
                    <a:pt x="99789" y="43153"/>
                    <a:pt x="89498" y="44187"/>
                    <a:pt x="79402" y="42784"/>
                  </a:cubicBezTo>
                  <a:lnTo>
                    <a:pt x="56811" y="39496"/>
                  </a:lnTo>
                  <a:lnTo>
                    <a:pt x="19297" y="131155"/>
                  </a:lnTo>
                  <a:lnTo>
                    <a:pt x="50396" y="144856"/>
                  </a:lnTo>
                  <a:cubicBezTo>
                    <a:pt x="54634" y="146664"/>
                    <a:pt x="56579" y="151506"/>
                    <a:pt x="54739" y="155670"/>
                  </a:cubicBezTo>
                  <a:cubicBezTo>
                    <a:pt x="53369" y="158770"/>
                    <a:pt x="50207" y="160730"/>
                    <a:pt x="46770" y="160612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AD624700-8F65-6341-90A1-DB5A35A9BA4C}"/>
                </a:ext>
              </a:extLst>
            </p:cNvPr>
            <p:cNvSpPr/>
            <p:nvPr/>
          </p:nvSpPr>
          <p:spPr>
            <a:xfrm>
              <a:off x="7214900" y="2645445"/>
              <a:ext cx="61707" cy="64739"/>
            </a:xfrm>
            <a:custGeom>
              <a:avLst/>
              <a:gdLst>
                <a:gd name="connsiteX0" fmla="*/ 24636 w 61707"/>
                <a:gd name="connsiteY0" fmla="*/ 64713 h 64739"/>
                <a:gd name="connsiteX1" fmla="*/ 10691 w 61707"/>
                <a:gd name="connsiteY1" fmla="*/ 60192 h 64739"/>
                <a:gd name="connsiteX2" fmla="*/ 4619 w 61707"/>
                <a:gd name="connsiteY2" fmla="*/ 25632 h 64739"/>
                <a:gd name="connsiteX3" fmla="*/ 4694 w 61707"/>
                <a:gd name="connsiteY3" fmla="*/ 25529 h 64739"/>
                <a:gd name="connsiteX4" fmla="*/ 15293 w 61707"/>
                <a:gd name="connsiteY4" fmla="*/ 10732 h 64739"/>
                <a:gd name="connsiteX5" fmla="*/ 50784 w 61707"/>
                <a:gd name="connsiteY5" fmla="*/ 4498 h 64739"/>
                <a:gd name="connsiteX6" fmla="*/ 57130 w 61707"/>
                <a:gd name="connsiteY6" fmla="*/ 39367 h 64739"/>
                <a:gd name="connsiteX7" fmla="*/ 46531 w 61707"/>
                <a:gd name="connsiteY7" fmla="*/ 54301 h 64739"/>
                <a:gd name="connsiteX8" fmla="*/ 30075 w 61707"/>
                <a:gd name="connsiteY8" fmla="*/ 64302 h 64739"/>
                <a:gd name="connsiteX9" fmla="*/ 24636 w 61707"/>
                <a:gd name="connsiteY9" fmla="*/ 64713 h 64739"/>
                <a:gd name="connsiteX10" fmla="*/ 35793 w 61707"/>
                <a:gd name="connsiteY10" fmla="*/ 16486 h 64739"/>
                <a:gd name="connsiteX11" fmla="*/ 34398 w 61707"/>
                <a:gd name="connsiteY11" fmla="*/ 16486 h 64739"/>
                <a:gd name="connsiteX12" fmla="*/ 28960 w 61707"/>
                <a:gd name="connsiteY12" fmla="*/ 19774 h 64739"/>
                <a:gd name="connsiteX13" fmla="*/ 18361 w 61707"/>
                <a:gd name="connsiteY13" fmla="*/ 34571 h 64739"/>
                <a:gd name="connsiteX14" fmla="*/ 20313 w 61707"/>
                <a:gd name="connsiteY14" fmla="*/ 46080 h 64739"/>
                <a:gd name="connsiteX15" fmla="*/ 26589 w 61707"/>
                <a:gd name="connsiteY15" fmla="*/ 47450 h 64739"/>
                <a:gd name="connsiteX16" fmla="*/ 32028 w 61707"/>
                <a:gd name="connsiteY16" fmla="*/ 44162 h 64739"/>
                <a:gd name="connsiteX17" fmla="*/ 42626 w 61707"/>
                <a:gd name="connsiteY17" fmla="*/ 30187 h 64739"/>
                <a:gd name="connsiteX18" fmla="*/ 40792 w 61707"/>
                <a:gd name="connsiteY18" fmla="*/ 18898 h 64739"/>
                <a:gd name="connsiteX19" fmla="*/ 40674 w 61707"/>
                <a:gd name="connsiteY19" fmla="*/ 18815 h 64739"/>
                <a:gd name="connsiteX20" fmla="*/ 35793 w 61707"/>
                <a:gd name="connsiteY20" fmla="*/ 16486 h 6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1707" h="64739">
                  <a:moveTo>
                    <a:pt x="24636" y="64713"/>
                  </a:moveTo>
                  <a:cubicBezTo>
                    <a:pt x="19630" y="64622"/>
                    <a:pt x="14769" y="63046"/>
                    <a:pt x="10691" y="60192"/>
                  </a:cubicBezTo>
                  <a:cubicBezTo>
                    <a:pt x="-699" y="52296"/>
                    <a:pt x="-3418" y="36823"/>
                    <a:pt x="4619" y="25632"/>
                  </a:cubicBezTo>
                  <a:cubicBezTo>
                    <a:pt x="4644" y="25598"/>
                    <a:pt x="4669" y="25563"/>
                    <a:pt x="4694" y="25529"/>
                  </a:cubicBezTo>
                  <a:lnTo>
                    <a:pt x="15293" y="10732"/>
                  </a:lnTo>
                  <a:cubicBezTo>
                    <a:pt x="23341" y="-619"/>
                    <a:pt x="39232" y="-3410"/>
                    <a:pt x="50784" y="4498"/>
                  </a:cubicBezTo>
                  <a:cubicBezTo>
                    <a:pt x="62337" y="12405"/>
                    <a:pt x="65178" y="28016"/>
                    <a:pt x="57130" y="39367"/>
                  </a:cubicBezTo>
                  <a:lnTo>
                    <a:pt x="46531" y="54301"/>
                  </a:lnTo>
                  <a:cubicBezTo>
                    <a:pt x="42616" y="59650"/>
                    <a:pt x="36695" y="63248"/>
                    <a:pt x="30075" y="64302"/>
                  </a:cubicBezTo>
                  <a:cubicBezTo>
                    <a:pt x="28287" y="64664"/>
                    <a:pt x="26460" y="64802"/>
                    <a:pt x="24636" y="64713"/>
                  </a:cubicBezTo>
                  <a:close/>
                  <a:moveTo>
                    <a:pt x="35793" y="16486"/>
                  </a:moveTo>
                  <a:lnTo>
                    <a:pt x="34398" y="16486"/>
                  </a:lnTo>
                  <a:cubicBezTo>
                    <a:pt x="32203" y="16803"/>
                    <a:pt x="30237" y="17992"/>
                    <a:pt x="28960" y="19774"/>
                  </a:cubicBezTo>
                  <a:lnTo>
                    <a:pt x="18361" y="34571"/>
                  </a:lnTo>
                  <a:cubicBezTo>
                    <a:pt x="15728" y="38293"/>
                    <a:pt x="16594" y="43399"/>
                    <a:pt x="20313" y="46080"/>
                  </a:cubicBezTo>
                  <a:cubicBezTo>
                    <a:pt x="22136" y="47339"/>
                    <a:pt x="24395" y="47833"/>
                    <a:pt x="26589" y="47450"/>
                  </a:cubicBezTo>
                  <a:cubicBezTo>
                    <a:pt x="28762" y="47076"/>
                    <a:pt x="30708" y="45900"/>
                    <a:pt x="32028" y="44162"/>
                  </a:cubicBezTo>
                  <a:lnTo>
                    <a:pt x="42626" y="30187"/>
                  </a:lnTo>
                  <a:cubicBezTo>
                    <a:pt x="45293" y="26572"/>
                    <a:pt x="44472" y="21518"/>
                    <a:pt x="40792" y="18898"/>
                  </a:cubicBezTo>
                  <a:cubicBezTo>
                    <a:pt x="40753" y="18870"/>
                    <a:pt x="40714" y="18842"/>
                    <a:pt x="40674" y="18815"/>
                  </a:cubicBezTo>
                  <a:cubicBezTo>
                    <a:pt x="39398" y="17470"/>
                    <a:pt x="37658" y="16640"/>
                    <a:pt x="35793" y="16486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B620FB72-2A2B-8F49-A0C4-57CFBEB0A20F}"/>
                </a:ext>
              </a:extLst>
            </p:cNvPr>
            <p:cNvSpPr/>
            <p:nvPr/>
          </p:nvSpPr>
          <p:spPr>
            <a:xfrm>
              <a:off x="7237186" y="2638993"/>
              <a:ext cx="85684" cy="98155"/>
            </a:xfrm>
            <a:custGeom>
              <a:avLst/>
              <a:gdLst>
                <a:gd name="connsiteX0" fmla="*/ 25918 w 85684"/>
                <a:gd name="connsiteY0" fmla="*/ 98156 h 98155"/>
                <a:gd name="connsiteX1" fmla="*/ 10997 w 85684"/>
                <a:gd name="connsiteY1" fmla="*/ 93498 h 98155"/>
                <a:gd name="connsiteX2" fmla="*/ 4721 w 85684"/>
                <a:gd name="connsiteY2" fmla="*/ 58012 h 98155"/>
                <a:gd name="connsiteX3" fmla="*/ 36935 w 85684"/>
                <a:gd name="connsiteY3" fmla="*/ 13347 h 98155"/>
                <a:gd name="connsiteX4" fmla="*/ 72099 w 85684"/>
                <a:gd name="connsiteY4" fmla="*/ 3083 h 98155"/>
                <a:gd name="connsiteX5" fmla="*/ 82547 w 85684"/>
                <a:gd name="connsiteY5" fmla="*/ 37630 h 98155"/>
                <a:gd name="connsiteX6" fmla="*/ 78772 w 85684"/>
                <a:gd name="connsiteY6" fmla="*/ 42804 h 98155"/>
                <a:gd name="connsiteX7" fmla="*/ 46697 w 85684"/>
                <a:gd name="connsiteY7" fmla="*/ 87332 h 98155"/>
                <a:gd name="connsiteX8" fmla="*/ 25918 w 85684"/>
                <a:gd name="connsiteY8" fmla="*/ 98156 h 98155"/>
                <a:gd name="connsiteX9" fmla="*/ 58133 w 85684"/>
                <a:gd name="connsiteY9" fmla="*/ 19239 h 98155"/>
                <a:gd name="connsiteX10" fmla="*/ 50742 w 85684"/>
                <a:gd name="connsiteY10" fmla="*/ 22938 h 98155"/>
                <a:gd name="connsiteX11" fmla="*/ 18527 w 85684"/>
                <a:gd name="connsiteY11" fmla="*/ 67603 h 98155"/>
                <a:gd name="connsiteX12" fmla="*/ 20612 w 85684"/>
                <a:gd name="connsiteY12" fmla="*/ 79833 h 98155"/>
                <a:gd name="connsiteX13" fmla="*/ 20759 w 85684"/>
                <a:gd name="connsiteY13" fmla="*/ 79934 h 98155"/>
                <a:gd name="connsiteX14" fmla="*/ 33225 w 85684"/>
                <a:gd name="connsiteY14" fmla="*/ 77994 h 98155"/>
                <a:gd name="connsiteX15" fmla="*/ 33310 w 85684"/>
                <a:gd name="connsiteY15" fmla="*/ 77879 h 98155"/>
                <a:gd name="connsiteX16" fmla="*/ 65384 w 85684"/>
                <a:gd name="connsiteY16" fmla="*/ 33214 h 98155"/>
                <a:gd name="connsiteX17" fmla="*/ 63410 w 85684"/>
                <a:gd name="connsiteY17" fmla="*/ 20966 h 98155"/>
                <a:gd name="connsiteX18" fmla="*/ 63293 w 85684"/>
                <a:gd name="connsiteY18" fmla="*/ 20883 h 98155"/>
                <a:gd name="connsiteX19" fmla="*/ 58133 w 85684"/>
                <a:gd name="connsiteY19" fmla="*/ 19239 h 9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684" h="98155">
                  <a:moveTo>
                    <a:pt x="25918" y="98156"/>
                  </a:moveTo>
                  <a:cubicBezTo>
                    <a:pt x="20572" y="98168"/>
                    <a:pt x="15355" y="96540"/>
                    <a:pt x="10997" y="93498"/>
                  </a:cubicBezTo>
                  <a:cubicBezTo>
                    <a:pt x="-702" y="85396"/>
                    <a:pt x="-3510" y="69516"/>
                    <a:pt x="4721" y="58012"/>
                  </a:cubicBezTo>
                  <a:lnTo>
                    <a:pt x="36935" y="13347"/>
                  </a:lnTo>
                  <a:cubicBezTo>
                    <a:pt x="43761" y="973"/>
                    <a:pt x="59504" y="-3622"/>
                    <a:pt x="72099" y="3083"/>
                  </a:cubicBezTo>
                  <a:cubicBezTo>
                    <a:pt x="84694" y="9788"/>
                    <a:pt x="89372" y="25256"/>
                    <a:pt x="82547" y="37630"/>
                  </a:cubicBezTo>
                  <a:cubicBezTo>
                    <a:pt x="81514" y="39503"/>
                    <a:pt x="80245" y="41241"/>
                    <a:pt x="78772" y="42804"/>
                  </a:cubicBezTo>
                  <a:lnTo>
                    <a:pt x="46697" y="87332"/>
                  </a:lnTo>
                  <a:cubicBezTo>
                    <a:pt x="41961" y="94030"/>
                    <a:pt x="34219" y="98062"/>
                    <a:pt x="25918" y="98156"/>
                  </a:cubicBezTo>
                  <a:close/>
                  <a:moveTo>
                    <a:pt x="58133" y="19239"/>
                  </a:moveTo>
                  <a:cubicBezTo>
                    <a:pt x="55188" y="19154"/>
                    <a:pt x="52403" y="20548"/>
                    <a:pt x="50742" y="22938"/>
                  </a:cubicBezTo>
                  <a:lnTo>
                    <a:pt x="18527" y="67603"/>
                  </a:lnTo>
                  <a:cubicBezTo>
                    <a:pt x="15665" y="71546"/>
                    <a:pt x="16599" y="77021"/>
                    <a:pt x="20612" y="79833"/>
                  </a:cubicBezTo>
                  <a:cubicBezTo>
                    <a:pt x="20661" y="79867"/>
                    <a:pt x="20709" y="79901"/>
                    <a:pt x="20759" y="79934"/>
                  </a:cubicBezTo>
                  <a:cubicBezTo>
                    <a:pt x="24746" y="82780"/>
                    <a:pt x="30328" y="81912"/>
                    <a:pt x="33225" y="77994"/>
                  </a:cubicBezTo>
                  <a:cubicBezTo>
                    <a:pt x="33254" y="77956"/>
                    <a:pt x="33282" y="77917"/>
                    <a:pt x="33310" y="77879"/>
                  </a:cubicBezTo>
                  <a:lnTo>
                    <a:pt x="65384" y="33214"/>
                  </a:lnTo>
                  <a:cubicBezTo>
                    <a:pt x="68282" y="29296"/>
                    <a:pt x="67398" y="23812"/>
                    <a:pt x="63410" y="20966"/>
                  </a:cubicBezTo>
                  <a:cubicBezTo>
                    <a:pt x="63371" y="20938"/>
                    <a:pt x="63332" y="20910"/>
                    <a:pt x="63293" y="20883"/>
                  </a:cubicBezTo>
                  <a:cubicBezTo>
                    <a:pt x="61784" y="19830"/>
                    <a:pt x="59983" y="19256"/>
                    <a:pt x="58133" y="19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F0F8FD3A-CFA9-9F47-A3CB-55CEAD70AB51}"/>
                </a:ext>
              </a:extLst>
            </p:cNvPr>
            <p:cNvSpPr/>
            <p:nvPr/>
          </p:nvSpPr>
          <p:spPr>
            <a:xfrm>
              <a:off x="7273294" y="2663740"/>
              <a:ext cx="74829" cy="82725"/>
            </a:xfrm>
            <a:custGeom>
              <a:avLst/>
              <a:gdLst>
                <a:gd name="connsiteX0" fmla="*/ 25929 w 74829"/>
                <a:gd name="connsiteY0" fmla="*/ 82726 h 82725"/>
                <a:gd name="connsiteX1" fmla="*/ 11008 w 74829"/>
                <a:gd name="connsiteY1" fmla="*/ 78067 h 82725"/>
                <a:gd name="connsiteX2" fmla="*/ 4732 w 74829"/>
                <a:gd name="connsiteY2" fmla="*/ 42445 h 82725"/>
                <a:gd name="connsiteX3" fmla="*/ 27742 w 74829"/>
                <a:gd name="connsiteY3" fmla="*/ 10659 h 82725"/>
                <a:gd name="connsiteX4" fmla="*/ 63861 w 74829"/>
                <a:gd name="connsiteY4" fmla="*/ 4631 h 82725"/>
                <a:gd name="connsiteX5" fmla="*/ 74460 w 74829"/>
                <a:gd name="connsiteY5" fmla="*/ 21072 h 82725"/>
                <a:gd name="connsiteX6" fmla="*/ 69997 w 74829"/>
                <a:gd name="connsiteY6" fmla="*/ 40116 h 82725"/>
                <a:gd name="connsiteX7" fmla="*/ 47127 w 74829"/>
                <a:gd name="connsiteY7" fmla="*/ 71902 h 82725"/>
                <a:gd name="connsiteX8" fmla="*/ 25929 w 74829"/>
                <a:gd name="connsiteY8" fmla="*/ 82726 h 82725"/>
                <a:gd name="connsiteX9" fmla="*/ 48939 w 74829"/>
                <a:gd name="connsiteY9" fmla="*/ 16550 h 82725"/>
                <a:gd name="connsiteX10" fmla="*/ 47405 w 74829"/>
                <a:gd name="connsiteY10" fmla="*/ 16550 h 82725"/>
                <a:gd name="connsiteX11" fmla="*/ 41548 w 74829"/>
                <a:gd name="connsiteY11" fmla="*/ 20113 h 82725"/>
                <a:gd name="connsiteX12" fmla="*/ 18538 w 74829"/>
                <a:gd name="connsiteY12" fmla="*/ 51899 h 82725"/>
                <a:gd name="connsiteX13" fmla="*/ 20693 w 74829"/>
                <a:gd name="connsiteY13" fmla="*/ 64314 h 82725"/>
                <a:gd name="connsiteX14" fmla="*/ 20769 w 74829"/>
                <a:gd name="connsiteY14" fmla="*/ 64366 h 82725"/>
                <a:gd name="connsiteX15" fmla="*/ 33320 w 74829"/>
                <a:gd name="connsiteY15" fmla="*/ 62174 h 82725"/>
                <a:gd name="connsiteX16" fmla="*/ 56191 w 74829"/>
                <a:gd name="connsiteY16" fmla="*/ 30388 h 82725"/>
                <a:gd name="connsiteX17" fmla="*/ 57725 w 74829"/>
                <a:gd name="connsiteY17" fmla="*/ 23812 h 82725"/>
                <a:gd name="connsiteX18" fmla="*/ 54099 w 74829"/>
                <a:gd name="connsiteY18" fmla="*/ 18057 h 82725"/>
                <a:gd name="connsiteX19" fmla="*/ 48939 w 74829"/>
                <a:gd name="connsiteY19" fmla="*/ 16550 h 8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829" h="82725">
                  <a:moveTo>
                    <a:pt x="25929" y="82726"/>
                  </a:moveTo>
                  <a:cubicBezTo>
                    <a:pt x="20583" y="82738"/>
                    <a:pt x="15366" y="81110"/>
                    <a:pt x="11008" y="78067"/>
                  </a:cubicBezTo>
                  <a:cubicBezTo>
                    <a:pt x="-708" y="69915"/>
                    <a:pt x="-3514" y="53992"/>
                    <a:pt x="4732" y="42445"/>
                  </a:cubicBezTo>
                  <a:lnTo>
                    <a:pt x="27742" y="10659"/>
                  </a:lnTo>
                  <a:cubicBezTo>
                    <a:pt x="36076" y="-720"/>
                    <a:pt x="52170" y="-3406"/>
                    <a:pt x="63861" y="4631"/>
                  </a:cubicBezTo>
                  <a:cubicBezTo>
                    <a:pt x="69515" y="8474"/>
                    <a:pt x="73339" y="14407"/>
                    <a:pt x="74460" y="21072"/>
                  </a:cubicBezTo>
                  <a:cubicBezTo>
                    <a:pt x="75623" y="27751"/>
                    <a:pt x="74016" y="34609"/>
                    <a:pt x="69997" y="40116"/>
                  </a:cubicBezTo>
                  <a:lnTo>
                    <a:pt x="47127" y="71902"/>
                  </a:lnTo>
                  <a:cubicBezTo>
                    <a:pt x="42257" y="78664"/>
                    <a:pt x="34361" y="82696"/>
                    <a:pt x="25929" y="82726"/>
                  </a:cubicBezTo>
                  <a:close/>
                  <a:moveTo>
                    <a:pt x="48939" y="16550"/>
                  </a:moveTo>
                  <a:lnTo>
                    <a:pt x="47405" y="16550"/>
                  </a:lnTo>
                  <a:cubicBezTo>
                    <a:pt x="45052" y="16934"/>
                    <a:pt x="42947" y="18214"/>
                    <a:pt x="41548" y="20113"/>
                  </a:cubicBezTo>
                  <a:lnTo>
                    <a:pt x="18538" y="51899"/>
                  </a:lnTo>
                  <a:cubicBezTo>
                    <a:pt x="15644" y="55912"/>
                    <a:pt x="16608" y="61470"/>
                    <a:pt x="20693" y="64314"/>
                  </a:cubicBezTo>
                  <a:cubicBezTo>
                    <a:pt x="20718" y="64332"/>
                    <a:pt x="20744" y="64349"/>
                    <a:pt x="20769" y="64366"/>
                  </a:cubicBezTo>
                  <a:cubicBezTo>
                    <a:pt x="24858" y="67137"/>
                    <a:pt x="30455" y="66160"/>
                    <a:pt x="33320" y="62174"/>
                  </a:cubicBezTo>
                  <a:lnTo>
                    <a:pt x="56191" y="30388"/>
                  </a:lnTo>
                  <a:cubicBezTo>
                    <a:pt x="57654" y="28521"/>
                    <a:pt x="58214" y="26119"/>
                    <a:pt x="57725" y="23812"/>
                  </a:cubicBezTo>
                  <a:cubicBezTo>
                    <a:pt x="57396" y="21477"/>
                    <a:pt x="56080" y="19388"/>
                    <a:pt x="54099" y="18057"/>
                  </a:cubicBezTo>
                  <a:cubicBezTo>
                    <a:pt x="52582" y="17037"/>
                    <a:pt x="50778" y="16510"/>
                    <a:pt x="48939" y="16550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666B12F-496B-E349-A293-B6295A16A2AA}"/>
                </a:ext>
              </a:extLst>
            </p:cNvPr>
            <p:cNvSpPr/>
            <p:nvPr/>
          </p:nvSpPr>
          <p:spPr>
            <a:xfrm>
              <a:off x="7304233" y="2686797"/>
              <a:ext cx="71247" cy="77342"/>
            </a:xfrm>
            <a:custGeom>
              <a:avLst/>
              <a:gdLst>
                <a:gd name="connsiteX0" fmla="*/ 26508 w 71247"/>
                <a:gd name="connsiteY0" fmla="*/ 77206 h 77342"/>
                <a:gd name="connsiteX1" fmla="*/ 0 w 71247"/>
                <a:gd name="connsiteY1" fmla="*/ 51185 h 77342"/>
                <a:gd name="connsiteX2" fmla="*/ 4892 w 71247"/>
                <a:gd name="connsiteY2" fmla="*/ 36103 h 77342"/>
                <a:gd name="connsiteX3" fmla="*/ 22882 w 71247"/>
                <a:gd name="connsiteY3" fmla="*/ 11030 h 77342"/>
                <a:gd name="connsiteX4" fmla="*/ 60018 w 71247"/>
                <a:gd name="connsiteY4" fmla="*/ 4827 h 77342"/>
                <a:gd name="connsiteX5" fmla="*/ 70855 w 71247"/>
                <a:gd name="connsiteY5" fmla="*/ 21717 h 77342"/>
                <a:gd name="connsiteX6" fmla="*/ 66392 w 71247"/>
                <a:gd name="connsiteY6" fmla="*/ 41309 h 77342"/>
                <a:gd name="connsiteX7" fmla="*/ 48263 w 71247"/>
                <a:gd name="connsiteY7" fmla="*/ 66245 h 77342"/>
                <a:gd name="connsiteX8" fmla="*/ 26508 w 71247"/>
                <a:gd name="connsiteY8" fmla="*/ 77343 h 77342"/>
                <a:gd name="connsiteX9" fmla="*/ 44637 w 71247"/>
                <a:gd name="connsiteY9" fmla="*/ 16237 h 77342"/>
                <a:gd name="connsiteX10" fmla="*/ 42964 w 71247"/>
                <a:gd name="connsiteY10" fmla="*/ 16237 h 77342"/>
                <a:gd name="connsiteX11" fmla="*/ 36688 w 71247"/>
                <a:gd name="connsiteY11" fmla="*/ 20210 h 77342"/>
                <a:gd name="connsiteX12" fmla="*/ 18977 w 71247"/>
                <a:gd name="connsiteY12" fmla="*/ 45557 h 77342"/>
                <a:gd name="connsiteX13" fmla="*/ 20951 w 71247"/>
                <a:gd name="connsiteY13" fmla="*/ 58981 h 77342"/>
                <a:gd name="connsiteX14" fmla="*/ 21348 w 71247"/>
                <a:gd name="connsiteY14" fmla="*/ 59258 h 77342"/>
                <a:gd name="connsiteX15" fmla="*/ 28600 w 71247"/>
                <a:gd name="connsiteY15" fmla="*/ 60902 h 77342"/>
                <a:gd name="connsiteX16" fmla="*/ 35015 w 71247"/>
                <a:gd name="connsiteY16" fmla="*/ 56928 h 77342"/>
                <a:gd name="connsiteX17" fmla="*/ 53004 w 71247"/>
                <a:gd name="connsiteY17" fmla="*/ 31993 h 77342"/>
                <a:gd name="connsiteX18" fmla="*/ 54678 w 71247"/>
                <a:gd name="connsiteY18" fmla="*/ 24731 h 77342"/>
                <a:gd name="connsiteX19" fmla="*/ 50634 w 71247"/>
                <a:gd name="connsiteY19" fmla="*/ 18566 h 77342"/>
                <a:gd name="connsiteX20" fmla="*/ 44637 w 71247"/>
                <a:gd name="connsiteY20" fmla="*/ 16237 h 7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47" h="77342">
                  <a:moveTo>
                    <a:pt x="26508" y="77206"/>
                  </a:moveTo>
                  <a:cubicBezTo>
                    <a:pt x="11874" y="77212"/>
                    <a:pt x="6" y="65562"/>
                    <a:pt x="0" y="51185"/>
                  </a:cubicBezTo>
                  <a:cubicBezTo>
                    <a:pt x="-2" y="45781"/>
                    <a:pt x="1707" y="40510"/>
                    <a:pt x="4892" y="36103"/>
                  </a:cubicBezTo>
                  <a:lnTo>
                    <a:pt x="22882" y="11030"/>
                  </a:lnTo>
                  <a:cubicBezTo>
                    <a:pt x="31393" y="-758"/>
                    <a:pt x="48019" y="-3535"/>
                    <a:pt x="60018" y="4827"/>
                  </a:cubicBezTo>
                  <a:cubicBezTo>
                    <a:pt x="65760" y="8829"/>
                    <a:pt x="69656" y="14901"/>
                    <a:pt x="70855" y="21717"/>
                  </a:cubicBezTo>
                  <a:cubicBezTo>
                    <a:pt x="72062" y="28571"/>
                    <a:pt x="70458" y="35615"/>
                    <a:pt x="66392" y="41309"/>
                  </a:cubicBezTo>
                  <a:lnTo>
                    <a:pt x="48263" y="66245"/>
                  </a:lnTo>
                  <a:cubicBezTo>
                    <a:pt x="43262" y="73180"/>
                    <a:pt x="35158" y="77313"/>
                    <a:pt x="26508" y="77343"/>
                  </a:cubicBezTo>
                  <a:close/>
                  <a:moveTo>
                    <a:pt x="44637" y="16237"/>
                  </a:moveTo>
                  <a:lnTo>
                    <a:pt x="42964" y="16237"/>
                  </a:lnTo>
                  <a:cubicBezTo>
                    <a:pt x="40450" y="16770"/>
                    <a:pt x="38220" y="18182"/>
                    <a:pt x="36688" y="20210"/>
                  </a:cubicBezTo>
                  <a:lnTo>
                    <a:pt x="18977" y="45557"/>
                  </a:lnTo>
                  <a:cubicBezTo>
                    <a:pt x="15749" y="49799"/>
                    <a:pt x="16633" y="55809"/>
                    <a:pt x="20951" y="58981"/>
                  </a:cubicBezTo>
                  <a:cubicBezTo>
                    <a:pt x="21081" y="59076"/>
                    <a:pt x="21213" y="59169"/>
                    <a:pt x="21348" y="59258"/>
                  </a:cubicBezTo>
                  <a:cubicBezTo>
                    <a:pt x="23443" y="60739"/>
                    <a:pt x="26056" y="61331"/>
                    <a:pt x="28600" y="60902"/>
                  </a:cubicBezTo>
                  <a:cubicBezTo>
                    <a:pt x="31213" y="60528"/>
                    <a:pt x="33544" y="59084"/>
                    <a:pt x="35015" y="56928"/>
                  </a:cubicBezTo>
                  <a:lnTo>
                    <a:pt x="53004" y="31993"/>
                  </a:lnTo>
                  <a:cubicBezTo>
                    <a:pt x="54520" y="29886"/>
                    <a:pt x="55122" y="27274"/>
                    <a:pt x="54678" y="24731"/>
                  </a:cubicBezTo>
                  <a:cubicBezTo>
                    <a:pt x="54245" y="22219"/>
                    <a:pt x="52783" y="19991"/>
                    <a:pt x="50634" y="18566"/>
                  </a:cubicBezTo>
                  <a:cubicBezTo>
                    <a:pt x="48944" y="17172"/>
                    <a:pt x="46840" y="16354"/>
                    <a:pt x="44637" y="16237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D423A86A-8294-1747-9116-7379F0DD62F8}"/>
                </a:ext>
              </a:extLst>
            </p:cNvPr>
            <p:cNvSpPr/>
            <p:nvPr/>
          </p:nvSpPr>
          <p:spPr>
            <a:xfrm>
              <a:off x="7352017" y="2704219"/>
              <a:ext cx="73210" cy="50604"/>
            </a:xfrm>
            <a:custGeom>
              <a:avLst/>
              <a:gdLst>
                <a:gd name="connsiteX0" fmla="*/ 53332 w 73210"/>
                <a:gd name="connsiteY0" fmla="*/ 50605 h 50604"/>
                <a:gd name="connsiteX1" fmla="*/ 44825 w 73210"/>
                <a:gd name="connsiteY1" fmla="*/ 48823 h 50604"/>
                <a:gd name="connsiteX2" fmla="*/ 4941 w 73210"/>
                <a:gd name="connsiteY2" fmla="*/ 30875 h 50604"/>
                <a:gd name="connsiteX3" fmla="*/ 757 w 73210"/>
                <a:gd name="connsiteY3" fmla="*/ 19915 h 50604"/>
                <a:gd name="connsiteX4" fmla="*/ 11914 w 73210"/>
                <a:gd name="connsiteY4" fmla="*/ 15804 h 50604"/>
                <a:gd name="connsiteX5" fmla="*/ 51798 w 73210"/>
                <a:gd name="connsiteY5" fmla="*/ 33752 h 50604"/>
                <a:gd name="connsiteX6" fmla="*/ 56261 w 73210"/>
                <a:gd name="connsiteY6" fmla="*/ 32519 h 50604"/>
                <a:gd name="connsiteX7" fmla="*/ 56261 w 73210"/>
                <a:gd name="connsiteY7" fmla="*/ 29642 h 50604"/>
                <a:gd name="connsiteX8" fmla="*/ 54448 w 73210"/>
                <a:gd name="connsiteY8" fmla="*/ 27313 h 50604"/>
                <a:gd name="connsiteX9" fmla="*/ 32274 w 73210"/>
                <a:gd name="connsiteY9" fmla="*/ 15667 h 50604"/>
                <a:gd name="connsiteX10" fmla="*/ 28927 w 73210"/>
                <a:gd name="connsiteY10" fmla="*/ 4433 h 50604"/>
                <a:gd name="connsiteX11" fmla="*/ 40210 w 73210"/>
                <a:gd name="connsiteY11" fmla="*/ 927 h 50604"/>
                <a:gd name="connsiteX12" fmla="*/ 40363 w 73210"/>
                <a:gd name="connsiteY12" fmla="*/ 1007 h 50604"/>
                <a:gd name="connsiteX13" fmla="*/ 62536 w 73210"/>
                <a:gd name="connsiteY13" fmla="*/ 12790 h 50604"/>
                <a:gd name="connsiteX14" fmla="*/ 70697 w 73210"/>
                <a:gd name="connsiteY14" fmla="*/ 40121 h 50604"/>
                <a:gd name="connsiteX15" fmla="*/ 52774 w 73210"/>
                <a:gd name="connsiteY15" fmla="*/ 50605 h 50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210" h="50604">
                  <a:moveTo>
                    <a:pt x="53332" y="50605"/>
                  </a:moveTo>
                  <a:cubicBezTo>
                    <a:pt x="50400" y="50607"/>
                    <a:pt x="47501" y="50000"/>
                    <a:pt x="44825" y="48823"/>
                  </a:cubicBezTo>
                  <a:lnTo>
                    <a:pt x="4941" y="30875"/>
                  </a:lnTo>
                  <a:cubicBezTo>
                    <a:pt x="705" y="28984"/>
                    <a:pt x="-1168" y="24076"/>
                    <a:pt x="757" y="19915"/>
                  </a:cubicBezTo>
                  <a:cubicBezTo>
                    <a:pt x="2683" y="15753"/>
                    <a:pt x="7678" y="13913"/>
                    <a:pt x="11914" y="15804"/>
                  </a:cubicBezTo>
                  <a:lnTo>
                    <a:pt x="51798" y="33752"/>
                  </a:lnTo>
                  <a:cubicBezTo>
                    <a:pt x="53394" y="34451"/>
                    <a:pt x="55270" y="33933"/>
                    <a:pt x="56261" y="32519"/>
                  </a:cubicBezTo>
                  <a:cubicBezTo>
                    <a:pt x="56690" y="31607"/>
                    <a:pt x="56690" y="30555"/>
                    <a:pt x="56261" y="29642"/>
                  </a:cubicBezTo>
                  <a:cubicBezTo>
                    <a:pt x="56009" y="28654"/>
                    <a:pt x="55353" y="27811"/>
                    <a:pt x="54448" y="27313"/>
                  </a:cubicBezTo>
                  <a:lnTo>
                    <a:pt x="32274" y="15667"/>
                  </a:lnTo>
                  <a:cubicBezTo>
                    <a:pt x="28230" y="13443"/>
                    <a:pt x="26741" y="8448"/>
                    <a:pt x="28927" y="4433"/>
                  </a:cubicBezTo>
                  <a:cubicBezTo>
                    <a:pt x="31058" y="404"/>
                    <a:pt x="36109" y="-1166"/>
                    <a:pt x="40210" y="927"/>
                  </a:cubicBezTo>
                  <a:cubicBezTo>
                    <a:pt x="40261" y="953"/>
                    <a:pt x="40312" y="980"/>
                    <a:pt x="40363" y="1007"/>
                  </a:cubicBezTo>
                  <a:lnTo>
                    <a:pt x="62536" y="12790"/>
                  </a:lnTo>
                  <a:cubicBezTo>
                    <a:pt x="72472" y="18123"/>
                    <a:pt x="76125" y="30360"/>
                    <a:pt x="70697" y="40121"/>
                  </a:cubicBezTo>
                  <a:cubicBezTo>
                    <a:pt x="67114" y="46564"/>
                    <a:pt x="60247" y="50580"/>
                    <a:pt x="52774" y="50605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EE78668-1F74-FF4C-B13D-745E888F759E}"/>
                </a:ext>
              </a:extLst>
            </p:cNvPr>
            <p:cNvSpPr/>
            <p:nvPr/>
          </p:nvSpPr>
          <p:spPr>
            <a:xfrm>
              <a:off x="7372142" y="2661461"/>
              <a:ext cx="88586" cy="81853"/>
            </a:xfrm>
            <a:custGeom>
              <a:avLst/>
              <a:gdLst>
                <a:gd name="connsiteX0" fmla="*/ 65003 w 88586"/>
                <a:gd name="connsiteY0" fmla="*/ 81854 h 81853"/>
                <a:gd name="connsiteX1" fmla="*/ 54405 w 88586"/>
                <a:gd name="connsiteY1" fmla="*/ 79388 h 81853"/>
                <a:gd name="connsiteX2" fmla="*/ 32650 w 88586"/>
                <a:gd name="connsiteY2" fmla="*/ 68975 h 81853"/>
                <a:gd name="connsiteX3" fmla="*/ 28671 w 88586"/>
                <a:gd name="connsiteY3" fmla="*/ 58026 h 81853"/>
                <a:gd name="connsiteX4" fmla="*/ 28745 w 88586"/>
                <a:gd name="connsiteY4" fmla="*/ 57877 h 81853"/>
                <a:gd name="connsiteX5" fmla="*/ 40041 w 88586"/>
                <a:gd name="connsiteY5" fmla="*/ 54041 h 81853"/>
                <a:gd name="connsiteX6" fmla="*/ 61935 w 88586"/>
                <a:gd name="connsiteY6" fmla="*/ 64591 h 81853"/>
                <a:gd name="connsiteX7" fmla="*/ 71337 w 88586"/>
                <a:gd name="connsiteY7" fmla="*/ 61078 h 81853"/>
                <a:gd name="connsiteX8" fmla="*/ 71837 w 88586"/>
                <a:gd name="connsiteY8" fmla="*/ 56918 h 81853"/>
                <a:gd name="connsiteX9" fmla="*/ 68490 w 88586"/>
                <a:gd name="connsiteY9" fmla="*/ 52397 h 81853"/>
                <a:gd name="connsiteX10" fmla="*/ 4201 w 88586"/>
                <a:gd name="connsiteY10" fmla="*/ 15542 h 81853"/>
                <a:gd name="connsiteX11" fmla="*/ 1133 w 88586"/>
                <a:gd name="connsiteY11" fmla="*/ 4170 h 81853"/>
                <a:gd name="connsiteX12" fmla="*/ 12316 w 88586"/>
                <a:gd name="connsiteY12" fmla="*/ 1013 h 81853"/>
                <a:gd name="connsiteX13" fmla="*/ 12568 w 88586"/>
                <a:gd name="connsiteY13" fmla="*/ 1156 h 81853"/>
                <a:gd name="connsiteX14" fmla="*/ 76578 w 88586"/>
                <a:gd name="connsiteY14" fmla="*/ 37874 h 81853"/>
                <a:gd name="connsiteX15" fmla="*/ 85375 w 88586"/>
                <a:gd name="connsiteY15" fmla="*/ 70061 h 81853"/>
                <a:gd name="connsiteX16" fmla="*/ 64585 w 88586"/>
                <a:gd name="connsiteY16" fmla="*/ 81854 h 81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586" h="81853">
                  <a:moveTo>
                    <a:pt x="65003" y="81854"/>
                  </a:moveTo>
                  <a:cubicBezTo>
                    <a:pt x="61327" y="81822"/>
                    <a:pt x="57705" y="80979"/>
                    <a:pt x="54405" y="79388"/>
                  </a:cubicBezTo>
                  <a:lnTo>
                    <a:pt x="32650" y="68975"/>
                  </a:lnTo>
                  <a:cubicBezTo>
                    <a:pt x="28474" y="67031"/>
                    <a:pt x="26693" y="62129"/>
                    <a:pt x="28671" y="58026"/>
                  </a:cubicBezTo>
                  <a:cubicBezTo>
                    <a:pt x="28695" y="57976"/>
                    <a:pt x="28720" y="57927"/>
                    <a:pt x="28745" y="57877"/>
                  </a:cubicBezTo>
                  <a:cubicBezTo>
                    <a:pt x="30808" y="53778"/>
                    <a:pt x="35841" y="52068"/>
                    <a:pt x="40041" y="54041"/>
                  </a:cubicBezTo>
                  <a:lnTo>
                    <a:pt x="61935" y="64591"/>
                  </a:lnTo>
                  <a:cubicBezTo>
                    <a:pt x="65519" y="66171"/>
                    <a:pt x="69728" y="64599"/>
                    <a:pt x="71337" y="61078"/>
                  </a:cubicBezTo>
                  <a:cubicBezTo>
                    <a:pt x="71932" y="59774"/>
                    <a:pt x="72107" y="58322"/>
                    <a:pt x="71837" y="56918"/>
                  </a:cubicBezTo>
                  <a:cubicBezTo>
                    <a:pt x="71410" y="55019"/>
                    <a:pt x="70197" y="53381"/>
                    <a:pt x="68490" y="52397"/>
                  </a:cubicBezTo>
                  <a:lnTo>
                    <a:pt x="4201" y="15542"/>
                  </a:lnTo>
                  <a:cubicBezTo>
                    <a:pt x="176" y="13220"/>
                    <a:pt x="-1193" y="8145"/>
                    <a:pt x="1133" y="4170"/>
                  </a:cubicBezTo>
                  <a:cubicBezTo>
                    <a:pt x="3334" y="264"/>
                    <a:pt x="8341" y="-1149"/>
                    <a:pt x="12316" y="1013"/>
                  </a:cubicBezTo>
                  <a:cubicBezTo>
                    <a:pt x="12401" y="1059"/>
                    <a:pt x="12485" y="1107"/>
                    <a:pt x="12568" y="1156"/>
                  </a:cubicBezTo>
                  <a:lnTo>
                    <a:pt x="76578" y="37874"/>
                  </a:lnTo>
                  <a:cubicBezTo>
                    <a:pt x="88054" y="44376"/>
                    <a:pt x="91992" y="58786"/>
                    <a:pt x="85375" y="70061"/>
                  </a:cubicBezTo>
                  <a:cubicBezTo>
                    <a:pt x="81090" y="77361"/>
                    <a:pt x="73163" y="81858"/>
                    <a:pt x="64585" y="8185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EA35A6D1-CB0F-1F43-BB7A-79336722F735}"/>
                </a:ext>
              </a:extLst>
            </p:cNvPr>
            <p:cNvSpPr/>
            <p:nvPr/>
          </p:nvSpPr>
          <p:spPr>
            <a:xfrm>
              <a:off x="7391175" y="2636034"/>
              <a:ext cx="93562" cy="84948"/>
            </a:xfrm>
            <a:custGeom>
              <a:avLst/>
              <a:gdLst>
                <a:gd name="connsiteX0" fmla="*/ 68562 w 93562"/>
                <a:gd name="connsiteY0" fmla="*/ 84948 h 84948"/>
                <a:gd name="connsiteX1" fmla="*/ 56011 w 93562"/>
                <a:gd name="connsiteY1" fmla="*/ 81660 h 84948"/>
                <a:gd name="connsiteX2" fmla="*/ 5667 w 93562"/>
                <a:gd name="connsiteY2" fmla="*/ 53299 h 84948"/>
                <a:gd name="connsiteX3" fmla="*/ 451 w 93562"/>
                <a:gd name="connsiteY3" fmla="*/ 42864 h 84948"/>
                <a:gd name="connsiteX4" fmla="*/ 11072 w 93562"/>
                <a:gd name="connsiteY4" fmla="*/ 37739 h 84948"/>
                <a:gd name="connsiteX5" fmla="*/ 14174 w 93562"/>
                <a:gd name="connsiteY5" fmla="*/ 39598 h 84948"/>
                <a:gd name="connsiteX6" fmla="*/ 64657 w 93562"/>
                <a:gd name="connsiteY6" fmla="*/ 67000 h 84948"/>
                <a:gd name="connsiteX7" fmla="*/ 70793 w 93562"/>
                <a:gd name="connsiteY7" fmla="*/ 67822 h 84948"/>
                <a:gd name="connsiteX8" fmla="*/ 75674 w 93562"/>
                <a:gd name="connsiteY8" fmla="*/ 63986 h 84948"/>
                <a:gd name="connsiteX9" fmla="*/ 72885 w 93562"/>
                <a:gd name="connsiteY9" fmla="*/ 53436 h 84948"/>
                <a:gd name="connsiteX10" fmla="*/ 9712 w 93562"/>
                <a:gd name="connsiteY10" fmla="*/ 15348 h 84948"/>
                <a:gd name="connsiteX11" fmla="*/ 6922 w 93562"/>
                <a:gd name="connsiteY11" fmla="*/ 3976 h 84948"/>
                <a:gd name="connsiteX12" fmla="*/ 18409 w 93562"/>
                <a:gd name="connsiteY12" fmla="*/ 1183 h 84948"/>
                <a:gd name="connsiteX13" fmla="*/ 18497 w 93562"/>
                <a:gd name="connsiteY13" fmla="*/ 1236 h 84948"/>
                <a:gd name="connsiteX14" fmla="*/ 81671 w 93562"/>
                <a:gd name="connsiteY14" fmla="*/ 39598 h 84948"/>
                <a:gd name="connsiteX15" fmla="*/ 89862 w 93562"/>
                <a:gd name="connsiteY15" fmla="*/ 73335 h 84948"/>
                <a:gd name="connsiteX16" fmla="*/ 75256 w 93562"/>
                <a:gd name="connsiteY16" fmla="*/ 84126 h 84948"/>
                <a:gd name="connsiteX17" fmla="*/ 68562 w 93562"/>
                <a:gd name="connsiteY17" fmla="*/ 84948 h 8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3562" h="84948">
                  <a:moveTo>
                    <a:pt x="68562" y="84948"/>
                  </a:moveTo>
                  <a:cubicBezTo>
                    <a:pt x="64158" y="84947"/>
                    <a:pt x="59831" y="83813"/>
                    <a:pt x="56011" y="81660"/>
                  </a:cubicBezTo>
                  <a:lnTo>
                    <a:pt x="5667" y="53299"/>
                  </a:lnTo>
                  <a:cubicBezTo>
                    <a:pt x="1294" y="51833"/>
                    <a:pt x="-1042" y="47161"/>
                    <a:pt x="451" y="42864"/>
                  </a:cubicBezTo>
                  <a:cubicBezTo>
                    <a:pt x="1943" y="38567"/>
                    <a:pt x="6698" y="36273"/>
                    <a:pt x="11072" y="37739"/>
                  </a:cubicBezTo>
                  <a:cubicBezTo>
                    <a:pt x="12232" y="38128"/>
                    <a:pt x="13291" y="38763"/>
                    <a:pt x="14174" y="39598"/>
                  </a:cubicBezTo>
                  <a:lnTo>
                    <a:pt x="64657" y="67000"/>
                  </a:lnTo>
                  <a:cubicBezTo>
                    <a:pt x="66500" y="68093"/>
                    <a:pt x="68720" y="68390"/>
                    <a:pt x="70793" y="67822"/>
                  </a:cubicBezTo>
                  <a:cubicBezTo>
                    <a:pt x="72901" y="67282"/>
                    <a:pt x="74675" y="65887"/>
                    <a:pt x="75674" y="63986"/>
                  </a:cubicBezTo>
                  <a:cubicBezTo>
                    <a:pt x="77732" y="60298"/>
                    <a:pt x="76510" y="55673"/>
                    <a:pt x="72885" y="53436"/>
                  </a:cubicBezTo>
                  <a:lnTo>
                    <a:pt x="9712" y="15348"/>
                  </a:lnTo>
                  <a:cubicBezTo>
                    <a:pt x="5787" y="12934"/>
                    <a:pt x="4547" y="7880"/>
                    <a:pt x="6922" y="3976"/>
                  </a:cubicBezTo>
                  <a:cubicBezTo>
                    <a:pt x="9309" y="88"/>
                    <a:pt x="14452" y="-1162"/>
                    <a:pt x="18409" y="1183"/>
                  </a:cubicBezTo>
                  <a:cubicBezTo>
                    <a:pt x="18439" y="1200"/>
                    <a:pt x="18468" y="1218"/>
                    <a:pt x="18497" y="1236"/>
                  </a:cubicBezTo>
                  <a:lnTo>
                    <a:pt x="81671" y="39598"/>
                  </a:lnTo>
                  <a:cubicBezTo>
                    <a:pt x="93415" y="46692"/>
                    <a:pt x="97082" y="61796"/>
                    <a:pt x="89862" y="73335"/>
                  </a:cubicBezTo>
                  <a:cubicBezTo>
                    <a:pt x="86557" y="78616"/>
                    <a:pt x="81338" y="82472"/>
                    <a:pt x="75256" y="84126"/>
                  </a:cubicBezTo>
                  <a:cubicBezTo>
                    <a:pt x="73066" y="84665"/>
                    <a:pt x="70819" y="84941"/>
                    <a:pt x="68562" y="84948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865A1539-3F7B-E140-A85C-213EC38F3C33}"/>
                </a:ext>
              </a:extLst>
            </p:cNvPr>
            <p:cNvSpPr/>
            <p:nvPr/>
          </p:nvSpPr>
          <p:spPr>
            <a:xfrm>
              <a:off x="7440958" y="2615322"/>
              <a:ext cx="73289" cy="82642"/>
            </a:xfrm>
            <a:custGeom>
              <a:avLst/>
              <a:gdLst>
                <a:gd name="connsiteX0" fmla="*/ 44159 w 73289"/>
                <a:gd name="connsiteY0" fmla="*/ 82643 h 82642"/>
                <a:gd name="connsiteX1" fmla="*/ 28680 w 73289"/>
                <a:gd name="connsiteY1" fmla="*/ 78258 h 82642"/>
                <a:gd name="connsiteX2" fmla="*/ 3857 w 73289"/>
                <a:gd name="connsiteY2" fmla="*/ 62913 h 82642"/>
                <a:gd name="connsiteX3" fmla="*/ 1347 w 73289"/>
                <a:gd name="connsiteY3" fmla="*/ 51405 h 82642"/>
                <a:gd name="connsiteX4" fmla="*/ 12872 w 73289"/>
                <a:gd name="connsiteY4" fmla="*/ 48771 h 82642"/>
                <a:gd name="connsiteX5" fmla="*/ 12921 w 73289"/>
                <a:gd name="connsiteY5" fmla="*/ 48801 h 82642"/>
                <a:gd name="connsiteX6" fmla="*/ 37744 w 73289"/>
                <a:gd name="connsiteY6" fmla="*/ 64146 h 82642"/>
                <a:gd name="connsiteX7" fmla="*/ 47088 w 73289"/>
                <a:gd name="connsiteY7" fmla="*/ 65654 h 82642"/>
                <a:gd name="connsiteX8" fmla="*/ 54758 w 73289"/>
                <a:gd name="connsiteY8" fmla="*/ 60036 h 82642"/>
                <a:gd name="connsiteX9" fmla="*/ 50853 w 73289"/>
                <a:gd name="connsiteY9" fmla="*/ 44143 h 82642"/>
                <a:gd name="connsiteX10" fmla="*/ 6506 w 73289"/>
                <a:gd name="connsiteY10" fmla="*/ 15097 h 82642"/>
                <a:gd name="connsiteX11" fmla="*/ 4205 w 73289"/>
                <a:gd name="connsiteY11" fmla="*/ 3657 h 82642"/>
                <a:gd name="connsiteX12" fmla="*/ 15850 w 73289"/>
                <a:gd name="connsiteY12" fmla="*/ 1396 h 82642"/>
                <a:gd name="connsiteX13" fmla="*/ 60197 w 73289"/>
                <a:gd name="connsiteY13" fmla="*/ 30305 h 82642"/>
                <a:gd name="connsiteX14" fmla="*/ 68529 w 73289"/>
                <a:gd name="connsiteY14" fmla="*/ 69767 h 82642"/>
                <a:gd name="connsiteX15" fmla="*/ 51132 w 73289"/>
                <a:gd name="connsiteY15" fmla="*/ 81821 h 82642"/>
                <a:gd name="connsiteX16" fmla="*/ 44159 w 73289"/>
                <a:gd name="connsiteY16" fmla="*/ 82643 h 8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9" h="82642">
                  <a:moveTo>
                    <a:pt x="44159" y="82643"/>
                  </a:moveTo>
                  <a:cubicBezTo>
                    <a:pt x="38684" y="82632"/>
                    <a:pt x="33321" y="81113"/>
                    <a:pt x="28680" y="78258"/>
                  </a:cubicBezTo>
                  <a:lnTo>
                    <a:pt x="3857" y="62913"/>
                  </a:lnTo>
                  <a:cubicBezTo>
                    <a:pt x="-54" y="60405"/>
                    <a:pt x="-1174" y="55267"/>
                    <a:pt x="1347" y="51405"/>
                  </a:cubicBezTo>
                  <a:cubicBezTo>
                    <a:pt x="3789" y="47550"/>
                    <a:pt x="8949" y="46371"/>
                    <a:pt x="12872" y="48771"/>
                  </a:cubicBezTo>
                  <a:cubicBezTo>
                    <a:pt x="12889" y="48781"/>
                    <a:pt x="12905" y="48791"/>
                    <a:pt x="12921" y="48801"/>
                  </a:cubicBezTo>
                  <a:lnTo>
                    <a:pt x="37744" y="64146"/>
                  </a:lnTo>
                  <a:cubicBezTo>
                    <a:pt x="40498" y="65935"/>
                    <a:pt x="43897" y="66483"/>
                    <a:pt x="47088" y="65654"/>
                  </a:cubicBezTo>
                  <a:cubicBezTo>
                    <a:pt x="50342" y="64939"/>
                    <a:pt x="53132" y="62896"/>
                    <a:pt x="54758" y="60036"/>
                  </a:cubicBezTo>
                  <a:cubicBezTo>
                    <a:pt x="58018" y="54569"/>
                    <a:pt x="56293" y="47548"/>
                    <a:pt x="50853" y="44143"/>
                  </a:cubicBezTo>
                  <a:lnTo>
                    <a:pt x="6506" y="15097"/>
                  </a:lnTo>
                  <a:cubicBezTo>
                    <a:pt x="2655" y="12562"/>
                    <a:pt x="1625" y="7440"/>
                    <a:pt x="4205" y="3657"/>
                  </a:cubicBezTo>
                  <a:cubicBezTo>
                    <a:pt x="6786" y="-126"/>
                    <a:pt x="11999" y="-1139"/>
                    <a:pt x="15850" y="1396"/>
                  </a:cubicBezTo>
                  <a:lnTo>
                    <a:pt x="60197" y="30305"/>
                  </a:lnTo>
                  <a:cubicBezTo>
                    <a:pt x="73589" y="38942"/>
                    <a:pt x="77320" y="56609"/>
                    <a:pt x="68529" y="69767"/>
                  </a:cubicBezTo>
                  <a:cubicBezTo>
                    <a:pt x="64495" y="75806"/>
                    <a:pt x="58277" y="80114"/>
                    <a:pt x="51132" y="81821"/>
                  </a:cubicBezTo>
                  <a:cubicBezTo>
                    <a:pt x="48848" y="82356"/>
                    <a:pt x="46508" y="82632"/>
                    <a:pt x="44159" y="82643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867E31A6-B91C-974E-BC84-005AABB3D3E5}"/>
                </a:ext>
              </a:extLst>
            </p:cNvPr>
            <p:cNvSpPr/>
            <p:nvPr/>
          </p:nvSpPr>
          <p:spPr>
            <a:xfrm>
              <a:off x="7114096" y="2497064"/>
              <a:ext cx="137471" cy="179673"/>
            </a:xfrm>
            <a:custGeom>
              <a:avLst/>
              <a:gdLst>
                <a:gd name="connsiteX0" fmla="*/ 71053 w 137471"/>
                <a:gd name="connsiteY0" fmla="*/ 179527 h 179673"/>
                <a:gd name="connsiteX1" fmla="*/ 68124 w 137471"/>
                <a:gd name="connsiteY1" fmla="*/ 179527 h 179673"/>
                <a:gd name="connsiteX2" fmla="*/ 5369 w 137471"/>
                <a:gd name="connsiteY2" fmla="*/ 155276 h 179673"/>
                <a:gd name="connsiteX3" fmla="*/ 628 w 137471"/>
                <a:gd name="connsiteY3" fmla="*/ 151166 h 179673"/>
                <a:gd name="connsiteX4" fmla="*/ 628 w 137471"/>
                <a:gd name="connsiteY4" fmla="*/ 144864 h 179673"/>
                <a:gd name="connsiteX5" fmla="*/ 54876 w 137471"/>
                <a:gd name="connsiteY5" fmla="*/ 5800 h 179673"/>
                <a:gd name="connsiteX6" fmla="*/ 65338 w 137471"/>
                <a:gd name="connsiteY6" fmla="*/ 367 h 179673"/>
                <a:gd name="connsiteX7" fmla="*/ 65614 w 137471"/>
                <a:gd name="connsiteY7" fmla="*/ 456 h 179673"/>
                <a:gd name="connsiteX8" fmla="*/ 131856 w 137471"/>
                <a:gd name="connsiteY8" fmla="*/ 24159 h 179673"/>
                <a:gd name="connsiteX9" fmla="*/ 136736 w 137471"/>
                <a:gd name="connsiteY9" fmla="*/ 28680 h 179673"/>
                <a:gd name="connsiteX10" fmla="*/ 136736 w 137471"/>
                <a:gd name="connsiteY10" fmla="*/ 35120 h 179673"/>
                <a:gd name="connsiteX11" fmla="*/ 128927 w 137471"/>
                <a:gd name="connsiteY11" fmla="*/ 53479 h 179673"/>
                <a:gd name="connsiteX12" fmla="*/ 85975 w 137471"/>
                <a:gd name="connsiteY12" fmla="*/ 158291 h 179673"/>
                <a:gd name="connsiteX13" fmla="*/ 78862 w 137471"/>
                <a:gd name="connsiteY13" fmla="*/ 174595 h 179673"/>
                <a:gd name="connsiteX14" fmla="*/ 71053 w 137471"/>
                <a:gd name="connsiteY14" fmla="*/ 179527 h 179673"/>
                <a:gd name="connsiteX15" fmla="*/ 19315 w 137471"/>
                <a:gd name="connsiteY15" fmla="*/ 142809 h 179673"/>
                <a:gd name="connsiteX16" fmla="*/ 66590 w 137471"/>
                <a:gd name="connsiteY16" fmla="*/ 160620 h 179673"/>
                <a:gd name="connsiteX17" fmla="*/ 70495 w 137471"/>
                <a:gd name="connsiteY17" fmla="*/ 151851 h 179673"/>
                <a:gd name="connsiteX18" fmla="*/ 113308 w 137471"/>
                <a:gd name="connsiteY18" fmla="*/ 47176 h 179673"/>
                <a:gd name="connsiteX19" fmla="*/ 117771 w 137471"/>
                <a:gd name="connsiteY19" fmla="*/ 36901 h 179673"/>
                <a:gd name="connsiteX20" fmla="*/ 67706 w 137471"/>
                <a:gd name="connsiteY20" fmla="*/ 19364 h 17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7471" h="179673">
                  <a:moveTo>
                    <a:pt x="71053" y="179527"/>
                  </a:moveTo>
                  <a:cubicBezTo>
                    <a:pt x="70087" y="179723"/>
                    <a:pt x="69090" y="179723"/>
                    <a:pt x="68124" y="179527"/>
                  </a:cubicBezTo>
                  <a:lnTo>
                    <a:pt x="5369" y="155276"/>
                  </a:lnTo>
                  <a:cubicBezTo>
                    <a:pt x="3324" y="154532"/>
                    <a:pt x="1634" y="153067"/>
                    <a:pt x="628" y="151166"/>
                  </a:cubicBezTo>
                  <a:cubicBezTo>
                    <a:pt x="-209" y="149146"/>
                    <a:pt x="-209" y="146884"/>
                    <a:pt x="628" y="144864"/>
                  </a:cubicBezTo>
                  <a:lnTo>
                    <a:pt x="54876" y="5800"/>
                  </a:lnTo>
                  <a:cubicBezTo>
                    <a:pt x="56238" y="1461"/>
                    <a:pt x="60922" y="-971"/>
                    <a:pt x="65338" y="367"/>
                  </a:cubicBezTo>
                  <a:cubicBezTo>
                    <a:pt x="65431" y="395"/>
                    <a:pt x="65523" y="425"/>
                    <a:pt x="65614" y="456"/>
                  </a:cubicBezTo>
                  <a:lnTo>
                    <a:pt x="131856" y="24159"/>
                  </a:lnTo>
                  <a:cubicBezTo>
                    <a:pt x="134053" y="24931"/>
                    <a:pt x="135823" y="26570"/>
                    <a:pt x="136736" y="28680"/>
                  </a:cubicBezTo>
                  <a:cubicBezTo>
                    <a:pt x="137717" y="30719"/>
                    <a:pt x="137717" y="33081"/>
                    <a:pt x="136736" y="35120"/>
                  </a:cubicBezTo>
                  <a:lnTo>
                    <a:pt x="128927" y="53479"/>
                  </a:lnTo>
                  <a:lnTo>
                    <a:pt x="85975" y="158291"/>
                  </a:lnTo>
                  <a:lnTo>
                    <a:pt x="78862" y="174595"/>
                  </a:lnTo>
                  <a:cubicBezTo>
                    <a:pt x="77455" y="177589"/>
                    <a:pt x="74410" y="179512"/>
                    <a:pt x="71053" y="179527"/>
                  </a:cubicBezTo>
                  <a:close/>
                  <a:moveTo>
                    <a:pt x="19315" y="142809"/>
                  </a:moveTo>
                  <a:lnTo>
                    <a:pt x="66590" y="160620"/>
                  </a:lnTo>
                  <a:lnTo>
                    <a:pt x="70495" y="151851"/>
                  </a:lnTo>
                  <a:lnTo>
                    <a:pt x="113308" y="47176"/>
                  </a:lnTo>
                  <a:lnTo>
                    <a:pt x="117771" y="36901"/>
                  </a:lnTo>
                  <a:lnTo>
                    <a:pt x="67706" y="1936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6" name="Graphic 73">
            <a:extLst>
              <a:ext uri="{FF2B5EF4-FFF2-40B4-BE49-F238E27FC236}">
                <a16:creationId xmlns:a16="http://schemas.microsoft.com/office/drawing/2014/main" id="{5014F954-0576-C54D-8F5F-499F0ED5B18C}"/>
              </a:ext>
            </a:extLst>
          </p:cNvPr>
          <p:cNvGrpSpPr>
            <a:grpSpLocks noChangeAspect="1"/>
          </p:cNvGrpSpPr>
          <p:nvPr/>
        </p:nvGrpSpPr>
        <p:grpSpPr>
          <a:xfrm>
            <a:off x="7096429" y="2414511"/>
            <a:ext cx="485379" cy="388187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21ED3A2A-7DF2-344C-B7CE-7AEA7C6DA9D4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009B6EF-C965-A940-AB4A-01F2D41FA6CD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5CC9F97-158D-9748-82F2-C91CCCD92497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0A9E5D0A-C613-D445-AB51-C6A276342B47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DFE4DED-4733-7846-894E-26F2A342DA06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031FC70B-F661-DE40-AA80-C5F6074F8714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E0C0DD3B-363F-BA48-B05F-C89A8710A605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3B3F2E91-A088-8D4B-B4C5-6FEB88B8D608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D59C8E97-8689-434F-AD98-D64CA37952B7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CF5030E6-4D33-B547-9971-E76BD468F20B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752F469-CA71-8843-A8ED-1DDDCA6D0620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8" name="Graphic 75">
            <a:extLst>
              <a:ext uri="{FF2B5EF4-FFF2-40B4-BE49-F238E27FC236}">
                <a16:creationId xmlns:a16="http://schemas.microsoft.com/office/drawing/2014/main" id="{9A7DC692-B412-3343-8E8B-1F3536E6C224}"/>
              </a:ext>
            </a:extLst>
          </p:cNvPr>
          <p:cNvGrpSpPr>
            <a:grpSpLocks noChangeAspect="1"/>
          </p:cNvGrpSpPr>
          <p:nvPr/>
        </p:nvGrpSpPr>
        <p:grpSpPr>
          <a:xfrm>
            <a:off x="8679310" y="3187791"/>
            <a:ext cx="584635" cy="482870"/>
            <a:chOff x="7123324" y="2430959"/>
            <a:chExt cx="483169" cy="399066"/>
          </a:xfrm>
          <a:solidFill>
            <a:schemeClr val="tx2"/>
          </a:solidFill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79A7AA93-6506-3540-8C70-9F10E265F2CC}"/>
                </a:ext>
              </a:extLst>
            </p:cNvPr>
            <p:cNvSpPr/>
            <p:nvPr/>
          </p:nvSpPr>
          <p:spPr>
            <a:xfrm>
              <a:off x="7123324" y="2430959"/>
              <a:ext cx="483169" cy="293194"/>
            </a:xfrm>
            <a:custGeom>
              <a:avLst/>
              <a:gdLst>
                <a:gd name="connsiteX0" fmla="*/ 380679 w 483169"/>
                <a:gd name="connsiteY0" fmla="*/ 293126 h 293194"/>
                <a:gd name="connsiteX1" fmla="*/ 304709 w 483169"/>
                <a:gd name="connsiteY1" fmla="*/ 293126 h 293194"/>
                <a:gd name="connsiteX2" fmla="*/ 295276 w 483169"/>
                <a:gd name="connsiteY2" fmla="*/ 286030 h 293194"/>
                <a:gd name="connsiteX3" fmla="*/ 302556 w 483169"/>
                <a:gd name="connsiteY3" fmla="*/ 276834 h 293194"/>
                <a:gd name="connsiteX4" fmla="*/ 304709 w 483169"/>
                <a:gd name="connsiteY4" fmla="*/ 276834 h 293194"/>
                <a:gd name="connsiteX5" fmla="*/ 380679 w 483169"/>
                <a:gd name="connsiteY5" fmla="*/ 276834 h 293194"/>
                <a:gd name="connsiteX6" fmla="*/ 466638 w 483169"/>
                <a:gd name="connsiteY6" fmla="*/ 193396 h 293194"/>
                <a:gd name="connsiteX7" fmla="*/ 381042 w 483169"/>
                <a:gd name="connsiteY7" fmla="*/ 109603 h 293194"/>
                <a:gd name="connsiteX8" fmla="*/ 339241 w 483169"/>
                <a:gd name="connsiteY8" fmla="*/ 120105 h 293194"/>
                <a:gd name="connsiteX9" fmla="*/ 330539 w 483169"/>
                <a:gd name="connsiteY9" fmla="*/ 120105 h 293194"/>
                <a:gd name="connsiteX10" fmla="*/ 326809 w 483169"/>
                <a:gd name="connsiteY10" fmla="*/ 112430 h 293194"/>
                <a:gd name="connsiteX11" fmla="*/ 327638 w 483169"/>
                <a:gd name="connsiteY11" fmla="*/ 101793 h 293194"/>
                <a:gd name="connsiteX12" fmla="*/ 241861 w 483169"/>
                <a:gd name="connsiteY12" fmla="*/ 18177 h 293194"/>
                <a:gd name="connsiteX13" fmla="*/ 156084 w 483169"/>
                <a:gd name="connsiteY13" fmla="*/ 101793 h 293194"/>
                <a:gd name="connsiteX14" fmla="*/ 156775 w 483169"/>
                <a:gd name="connsiteY14" fmla="*/ 112430 h 293194"/>
                <a:gd name="connsiteX15" fmla="*/ 153183 w 483169"/>
                <a:gd name="connsiteY15" fmla="*/ 120105 h 293194"/>
                <a:gd name="connsiteX16" fmla="*/ 144481 w 483169"/>
                <a:gd name="connsiteY16" fmla="*/ 120105 h 293194"/>
                <a:gd name="connsiteX17" fmla="*/ 27858 w 483169"/>
                <a:gd name="connsiteY17" fmla="*/ 152647 h 293194"/>
                <a:gd name="connsiteX18" fmla="*/ 61242 w 483169"/>
                <a:gd name="connsiteY18" fmla="*/ 266332 h 293194"/>
                <a:gd name="connsiteX19" fmla="*/ 103043 w 483169"/>
                <a:gd name="connsiteY19" fmla="*/ 276834 h 293194"/>
                <a:gd name="connsiteX20" fmla="*/ 179013 w 483169"/>
                <a:gd name="connsiteY20" fmla="*/ 276834 h 293194"/>
                <a:gd name="connsiteX21" fmla="*/ 188446 w 483169"/>
                <a:gd name="connsiteY21" fmla="*/ 283931 h 293194"/>
                <a:gd name="connsiteX22" fmla="*/ 181166 w 483169"/>
                <a:gd name="connsiteY22" fmla="*/ 293126 h 293194"/>
                <a:gd name="connsiteX23" fmla="*/ 179013 w 483169"/>
                <a:gd name="connsiteY23" fmla="*/ 293126 h 293194"/>
                <a:gd name="connsiteX24" fmla="*/ 102491 w 483169"/>
                <a:gd name="connsiteY24" fmla="*/ 293126 h 293194"/>
                <a:gd name="connsiteX25" fmla="*/ 0 w 483169"/>
                <a:gd name="connsiteY25" fmla="*/ 193218 h 293194"/>
                <a:gd name="connsiteX26" fmla="*/ 102491 w 483169"/>
                <a:gd name="connsiteY26" fmla="*/ 93310 h 293194"/>
                <a:gd name="connsiteX27" fmla="*/ 139094 w 483169"/>
                <a:gd name="connsiteY27" fmla="*/ 99908 h 293194"/>
                <a:gd name="connsiteX28" fmla="*/ 241585 w 483169"/>
                <a:gd name="connsiteY28" fmla="*/ 0 h 293194"/>
                <a:gd name="connsiteX29" fmla="*/ 344075 w 483169"/>
                <a:gd name="connsiteY29" fmla="*/ 99908 h 293194"/>
                <a:gd name="connsiteX30" fmla="*/ 380679 w 483169"/>
                <a:gd name="connsiteY30" fmla="*/ 93310 h 293194"/>
                <a:gd name="connsiteX31" fmla="*/ 483170 w 483169"/>
                <a:gd name="connsiteY31" fmla="*/ 193218 h 293194"/>
                <a:gd name="connsiteX32" fmla="*/ 380679 w 483169"/>
                <a:gd name="connsiteY32" fmla="*/ 293126 h 29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83169" h="293194">
                  <a:moveTo>
                    <a:pt x="380679" y="293126"/>
                  </a:moveTo>
                  <a:lnTo>
                    <a:pt x="304709" y="293126"/>
                  </a:lnTo>
                  <a:cubicBezTo>
                    <a:pt x="300094" y="293706"/>
                    <a:pt x="295870" y="290529"/>
                    <a:pt x="295276" y="286030"/>
                  </a:cubicBezTo>
                  <a:cubicBezTo>
                    <a:pt x="294681" y="281531"/>
                    <a:pt x="297941" y="277414"/>
                    <a:pt x="302556" y="276834"/>
                  </a:cubicBezTo>
                  <a:cubicBezTo>
                    <a:pt x="303271" y="276744"/>
                    <a:pt x="303994" y="276744"/>
                    <a:pt x="304709" y="276834"/>
                  </a:cubicBezTo>
                  <a:lnTo>
                    <a:pt x="380679" y="276834"/>
                  </a:lnTo>
                  <a:cubicBezTo>
                    <a:pt x="428052" y="276932"/>
                    <a:pt x="466537" y="239575"/>
                    <a:pt x="466638" y="193396"/>
                  </a:cubicBezTo>
                  <a:cubicBezTo>
                    <a:pt x="466738" y="147216"/>
                    <a:pt x="428416" y="109701"/>
                    <a:pt x="381042" y="109603"/>
                  </a:cubicBezTo>
                  <a:cubicBezTo>
                    <a:pt x="366418" y="109573"/>
                    <a:pt x="352029" y="113188"/>
                    <a:pt x="339241" y="120105"/>
                  </a:cubicBezTo>
                  <a:cubicBezTo>
                    <a:pt x="336574" y="121709"/>
                    <a:pt x="333206" y="121709"/>
                    <a:pt x="330539" y="120105"/>
                  </a:cubicBezTo>
                  <a:cubicBezTo>
                    <a:pt x="327930" y="118420"/>
                    <a:pt x="326494" y="115465"/>
                    <a:pt x="326809" y="112430"/>
                  </a:cubicBezTo>
                  <a:cubicBezTo>
                    <a:pt x="327326" y="108906"/>
                    <a:pt x="327603" y="105353"/>
                    <a:pt x="327638" y="101793"/>
                  </a:cubicBezTo>
                  <a:cubicBezTo>
                    <a:pt x="327638" y="55613"/>
                    <a:pt x="289235" y="18177"/>
                    <a:pt x="241861" y="18177"/>
                  </a:cubicBezTo>
                  <a:cubicBezTo>
                    <a:pt x="194488" y="18177"/>
                    <a:pt x="156084" y="55613"/>
                    <a:pt x="156084" y="101793"/>
                  </a:cubicBezTo>
                  <a:cubicBezTo>
                    <a:pt x="156084" y="105025"/>
                    <a:pt x="156084" y="108391"/>
                    <a:pt x="156775" y="112430"/>
                  </a:cubicBezTo>
                  <a:cubicBezTo>
                    <a:pt x="157185" y="115448"/>
                    <a:pt x="155790" y="118429"/>
                    <a:pt x="153183" y="120105"/>
                  </a:cubicBezTo>
                  <a:cubicBezTo>
                    <a:pt x="150516" y="121709"/>
                    <a:pt x="147149" y="121709"/>
                    <a:pt x="144481" y="120105"/>
                  </a:cubicBezTo>
                  <a:cubicBezTo>
                    <a:pt x="103058" y="97698"/>
                    <a:pt x="50844" y="112268"/>
                    <a:pt x="27858" y="152647"/>
                  </a:cubicBezTo>
                  <a:cubicBezTo>
                    <a:pt x="4872" y="193027"/>
                    <a:pt x="19818" y="243925"/>
                    <a:pt x="61242" y="266332"/>
                  </a:cubicBezTo>
                  <a:cubicBezTo>
                    <a:pt x="74029" y="273249"/>
                    <a:pt x="88419" y="276864"/>
                    <a:pt x="103043" y="276834"/>
                  </a:cubicBezTo>
                  <a:lnTo>
                    <a:pt x="179013" y="276834"/>
                  </a:lnTo>
                  <a:cubicBezTo>
                    <a:pt x="183628" y="276254"/>
                    <a:pt x="187852" y="279432"/>
                    <a:pt x="188446" y="283931"/>
                  </a:cubicBezTo>
                  <a:cubicBezTo>
                    <a:pt x="189041" y="288430"/>
                    <a:pt x="185782" y="292547"/>
                    <a:pt x="181166" y="293126"/>
                  </a:cubicBezTo>
                  <a:cubicBezTo>
                    <a:pt x="180452" y="293216"/>
                    <a:pt x="179728" y="293216"/>
                    <a:pt x="179013" y="293126"/>
                  </a:cubicBezTo>
                  <a:lnTo>
                    <a:pt x="102491" y="293126"/>
                  </a:lnTo>
                  <a:cubicBezTo>
                    <a:pt x="45887" y="293126"/>
                    <a:pt x="0" y="248396"/>
                    <a:pt x="0" y="193218"/>
                  </a:cubicBezTo>
                  <a:cubicBezTo>
                    <a:pt x="0" y="138041"/>
                    <a:pt x="45887" y="93310"/>
                    <a:pt x="102491" y="93310"/>
                  </a:cubicBezTo>
                  <a:cubicBezTo>
                    <a:pt x="115008" y="93257"/>
                    <a:pt x="127424" y="95495"/>
                    <a:pt x="139094" y="99908"/>
                  </a:cubicBezTo>
                  <a:cubicBezTo>
                    <a:pt x="139094" y="44730"/>
                    <a:pt x="184981" y="0"/>
                    <a:pt x="241585" y="0"/>
                  </a:cubicBezTo>
                  <a:cubicBezTo>
                    <a:pt x="298189" y="0"/>
                    <a:pt x="344075" y="44730"/>
                    <a:pt x="344075" y="99908"/>
                  </a:cubicBezTo>
                  <a:cubicBezTo>
                    <a:pt x="355746" y="95495"/>
                    <a:pt x="368162" y="93257"/>
                    <a:pt x="380679" y="93310"/>
                  </a:cubicBezTo>
                  <a:cubicBezTo>
                    <a:pt x="437283" y="93310"/>
                    <a:pt x="483170" y="138041"/>
                    <a:pt x="483170" y="193218"/>
                  </a:cubicBezTo>
                  <a:cubicBezTo>
                    <a:pt x="483170" y="248396"/>
                    <a:pt x="437283" y="293126"/>
                    <a:pt x="380679" y="293126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B663F774-CC38-384F-B4E9-80A41B9F26CA}"/>
                </a:ext>
              </a:extLst>
            </p:cNvPr>
            <p:cNvSpPr/>
            <p:nvPr/>
          </p:nvSpPr>
          <p:spPr>
            <a:xfrm>
              <a:off x="7262401" y="2432519"/>
              <a:ext cx="204998" cy="153957"/>
            </a:xfrm>
            <a:custGeom>
              <a:avLst/>
              <a:gdLst>
                <a:gd name="connsiteX0" fmla="*/ 184003 w 204998"/>
                <a:gd name="connsiteY0" fmla="*/ 153957 h 153957"/>
                <a:gd name="connsiteX1" fmla="*/ 179859 w 204998"/>
                <a:gd name="connsiteY1" fmla="*/ 152880 h 153957"/>
                <a:gd name="connsiteX2" fmla="*/ 176820 w 204998"/>
                <a:gd name="connsiteY2" fmla="*/ 141704 h 153957"/>
                <a:gd name="connsiteX3" fmla="*/ 145349 w 204998"/>
                <a:gd name="connsiteY3" fmla="*/ 27503 h 153957"/>
                <a:gd name="connsiteX4" fmla="*/ 28195 w 204998"/>
                <a:gd name="connsiteY4" fmla="*/ 58181 h 153957"/>
                <a:gd name="connsiteX5" fmla="*/ 28195 w 204998"/>
                <a:gd name="connsiteY5" fmla="*/ 141704 h 153957"/>
                <a:gd name="connsiteX6" fmla="*/ 25406 w 204998"/>
                <a:gd name="connsiteY6" fmla="*/ 152605 h 153957"/>
                <a:gd name="connsiteX7" fmla="*/ 25156 w 204998"/>
                <a:gd name="connsiteY7" fmla="*/ 152745 h 153957"/>
                <a:gd name="connsiteX8" fmla="*/ 13692 w 204998"/>
                <a:gd name="connsiteY8" fmla="*/ 149783 h 153957"/>
                <a:gd name="connsiteX9" fmla="*/ 51361 w 204998"/>
                <a:gd name="connsiteY9" fmla="*/ 13347 h 153957"/>
                <a:gd name="connsiteX10" fmla="*/ 191324 w 204998"/>
                <a:gd name="connsiteY10" fmla="*/ 50066 h 153957"/>
                <a:gd name="connsiteX11" fmla="*/ 191324 w 204998"/>
                <a:gd name="connsiteY11" fmla="*/ 149783 h 153957"/>
                <a:gd name="connsiteX12" fmla="*/ 184003 w 204998"/>
                <a:gd name="connsiteY12" fmla="*/ 153957 h 153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4998" h="153957">
                  <a:moveTo>
                    <a:pt x="184003" y="153957"/>
                  </a:moveTo>
                  <a:cubicBezTo>
                    <a:pt x="182554" y="153919"/>
                    <a:pt x="181135" y="153551"/>
                    <a:pt x="179859" y="152880"/>
                  </a:cubicBezTo>
                  <a:cubicBezTo>
                    <a:pt x="175873" y="150598"/>
                    <a:pt x="174517" y="145611"/>
                    <a:pt x="176820" y="141704"/>
                  </a:cubicBezTo>
                  <a:cubicBezTo>
                    <a:pt x="200481" y="101697"/>
                    <a:pt x="186391" y="50567"/>
                    <a:pt x="145349" y="27503"/>
                  </a:cubicBezTo>
                  <a:cubicBezTo>
                    <a:pt x="104307" y="4438"/>
                    <a:pt x="51856" y="18174"/>
                    <a:pt x="28195" y="58181"/>
                  </a:cubicBezTo>
                  <a:cubicBezTo>
                    <a:pt x="12909" y="84028"/>
                    <a:pt x="12909" y="115857"/>
                    <a:pt x="28195" y="141704"/>
                  </a:cubicBezTo>
                  <a:cubicBezTo>
                    <a:pt x="30513" y="145465"/>
                    <a:pt x="29264" y="150346"/>
                    <a:pt x="25406" y="152605"/>
                  </a:cubicBezTo>
                  <a:cubicBezTo>
                    <a:pt x="25324" y="152653"/>
                    <a:pt x="25240" y="152700"/>
                    <a:pt x="25156" y="152745"/>
                  </a:cubicBezTo>
                  <a:cubicBezTo>
                    <a:pt x="21148" y="154991"/>
                    <a:pt x="16033" y="153669"/>
                    <a:pt x="13692" y="149783"/>
                  </a:cubicBezTo>
                  <a:cubicBezTo>
                    <a:pt x="-14556" y="101968"/>
                    <a:pt x="2309" y="40883"/>
                    <a:pt x="51361" y="13347"/>
                  </a:cubicBezTo>
                  <a:cubicBezTo>
                    <a:pt x="100412" y="-14189"/>
                    <a:pt x="163076" y="2251"/>
                    <a:pt x="191324" y="50066"/>
                  </a:cubicBezTo>
                  <a:cubicBezTo>
                    <a:pt x="209557" y="80929"/>
                    <a:pt x="209557" y="118920"/>
                    <a:pt x="191324" y="149783"/>
                  </a:cubicBezTo>
                  <a:cubicBezTo>
                    <a:pt x="189811" y="152337"/>
                    <a:pt x="187028" y="153924"/>
                    <a:pt x="184003" y="15395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D579BEC-C85F-C641-B852-9AAA1B30659A}"/>
                </a:ext>
              </a:extLst>
            </p:cNvPr>
            <p:cNvSpPr/>
            <p:nvPr/>
          </p:nvSpPr>
          <p:spPr>
            <a:xfrm>
              <a:off x="7284872" y="2583187"/>
              <a:ext cx="159749" cy="246839"/>
            </a:xfrm>
            <a:custGeom>
              <a:avLst/>
              <a:gdLst>
                <a:gd name="connsiteX0" fmla="*/ 115811 w 159749"/>
                <a:gd name="connsiteY0" fmla="*/ 245789 h 246839"/>
                <a:gd name="connsiteX1" fmla="*/ 107386 w 159749"/>
                <a:gd name="connsiteY1" fmla="*/ 237575 h 246839"/>
                <a:gd name="connsiteX2" fmla="*/ 107386 w 159749"/>
                <a:gd name="connsiteY2" fmla="*/ 89464 h 246839"/>
                <a:gd name="connsiteX3" fmla="*/ 115672 w 159749"/>
                <a:gd name="connsiteY3" fmla="*/ 81384 h 246839"/>
                <a:gd name="connsiteX4" fmla="*/ 115811 w 159749"/>
                <a:gd name="connsiteY4" fmla="*/ 81385 h 246839"/>
                <a:gd name="connsiteX5" fmla="*/ 133215 w 159749"/>
                <a:gd name="connsiteY5" fmla="*/ 81385 h 246839"/>
                <a:gd name="connsiteX6" fmla="*/ 80036 w 159749"/>
                <a:gd name="connsiteY6" fmla="*/ 21063 h 246839"/>
                <a:gd name="connsiteX7" fmla="*/ 26719 w 159749"/>
                <a:gd name="connsiteY7" fmla="*/ 81385 h 246839"/>
                <a:gd name="connsiteX8" fmla="*/ 44261 w 159749"/>
                <a:gd name="connsiteY8" fmla="*/ 81385 h 246839"/>
                <a:gd name="connsiteX9" fmla="*/ 52686 w 159749"/>
                <a:gd name="connsiteY9" fmla="*/ 89328 h 246839"/>
                <a:gd name="connsiteX10" fmla="*/ 52687 w 159749"/>
                <a:gd name="connsiteY10" fmla="*/ 89464 h 246839"/>
                <a:gd name="connsiteX11" fmla="*/ 52687 w 159749"/>
                <a:gd name="connsiteY11" fmla="*/ 237575 h 246839"/>
                <a:gd name="connsiteX12" fmla="*/ 45407 w 159749"/>
                <a:gd name="connsiteY12" fmla="*/ 246771 h 246839"/>
                <a:gd name="connsiteX13" fmla="*/ 35974 w 159749"/>
                <a:gd name="connsiteY13" fmla="*/ 239674 h 246839"/>
                <a:gd name="connsiteX14" fmla="*/ 35974 w 159749"/>
                <a:gd name="connsiteY14" fmla="*/ 237575 h 246839"/>
                <a:gd name="connsiteX15" fmla="*/ 35974 w 159749"/>
                <a:gd name="connsiteY15" fmla="*/ 97004 h 246839"/>
                <a:gd name="connsiteX16" fmla="*/ 8348 w 159749"/>
                <a:gd name="connsiteY16" fmla="*/ 97004 h 246839"/>
                <a:gd name="connsiteX17" fmla="*/ 751 w 159749"/>
                <a:gd name="connsiteY17" fmla="*/ 92157 h 246839"/>
                <a:gd name="connsiteX18" fmla="*/ 1994 w 159749"/>
                <a:gd name="connsiteY18" fmla="*/ 83539 h 246839"/>
                <a:gd name="connsiteX19" fmla="*/ 73544 w 159749"/>
                <a:gd name="connsiteY19" fmla="*/ 2751 h 246839"/>
                <a:gd name="connsiteX20" fmla="*/ 85640 w 159749"/>
                <a:gd name="connsiteY20" fmla="*/ 2154 h 246839"/>
                <a:gd name="connsiteX21" fmla="*/ 86252 w 159749"/>
                <a:gd name="connsiteY21" fmla="*/ 2751 h 246839"/>
                <a:gd name="connsiteX22" fmla="*/ 157664 w 159749"/>
                <a:gd name="connsiteY22" fmla="*/ 83539 h 246839"/>
                <a:gd name="connsiteX23" fmla="*/ 159045 w 159749"/>
                <a:gd name="connsiteY23" fmla="*/ 92157 h 246839"/>
                <a:gd name="connsiteX24" fmla="*/ 151310 w 159749"/>
                <a:gd name="connsiteY24" fmla="*/ 97004 h 246839"/>
                <a:gd name="connsiteX25" fmla="*/ 123685 w 159749"/>
                <a:gd name="connsiteY25" fmla="*/ 97004 h 246839"/>
                <a:gd name="connsiteX26" fmla="*/ 123685 w 159749"/>
                <a:gd name="connsiteY26" fmla="*/ 237575 h 246839"/>
                <a:gd name="connsiteX27" fmla="*/ 115811 w 159749"/>
                <a:gd name="connsiteY27" fmla="*/ 245789 h 246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9749" h="246839">
                  <a:moveTo>
                    <a:pt x="115811" y="245789"/>
                  </a:moveTo>
                  <a:cubicBezTo>
                    <a:pt x="111158" y="245789"/>
                    <a:pt x="107386" y="242111"/>
                    <a:pt x="107386" y="237575"/>
                  </a:cubicBezTo>
                  <a:lnTo>
                    <a:pt x="107386" y="89464"/>
                  </a:lnTo>
                  <a:cubicBezTo>
                    <a:pt x="107385" y="85002"/>
                    <a:pt x="111095" y="81384"/>
                    <a:pt x="115672" y="81384"/>
                  </a:cubicBezTo>
                  <a:cubicBezTo>
                    <a:pt x="115719" y="81384"/>
                    <a:pt x="115765" y="81384"/>
                    <a:pt x="115811" y="81385"/>
                  </a:cubicBezTo>
                  <a:lnTo>
                    <a:pt x="133215" y="81385"/>
                  </a:lnTo>
                  <a:lnTo>
                    <a:pt x="80036" y="21063"/>
                  </a:lnTo>
                  <a:lnTo>
                    <a:pt x="26719" y="81385"/>
                  </a:lnTo>
                  <a:lnTo>
                    <a:pt x="44261" y="81385"/>
                  </a:lnTo>
                  <a:cubicBezTo>
                    <a:pt x="48838" y="81310"/>
                    <a:pt x="52610" y="84867"/>
                    <a:pt x="52686" y="89328"/>
                  </a:cubicBezTo>
                  <a:cubicBezTo>
                    <a:pt x="52687" y="89373"/>
                    <a:pt x="52687" y="89418"/>
                    <a:pt x="52687" y="89464"/>
                  </a:cubicBezTo>
                  <a:lnTo>
                    <a:pt x="52687" y="237575"/>
                  </a:lnTo>
                  <a:cubicBezTo>
                    <a:pt x="53282" y="242074"/>
                    <a:pt x="50022" y="246191"/>
                    <a:pt x="45407" y="246771"/>
                  </a:cubicBezTo>
                  <a:cubicBezTo>
                    <a:pt x="40792" y="247350"/>
                    <a:pt x="36568" y="244173"/>
                    <a:pt x="35974" y="239674"/>
                  </a:cubicBezTo>
                  <a:cubicBezTo>
                    <a:pt x="35882" y="238977"/>
                    <a:pt x="35882" y="238272"/>
                    <a:pt x="35974" y="237575"/>
                  </a:cubicBezTo>
                  <a:lnTo>
                    <a:pt x="35974" y="97004"/>
                  </a:lnTo>
                  <a:lnTo>
                    <a:pt x="8348" y="97004"/>
                  </a:lnTo>
                  <a:cubicBezTo>
                    <a:pt x="5063" y="96970"/>
                    <a:pt x="2098" y="95078"/>
                    <a:pt x="751" y="92157"/>
                  </a:cubicBezTo>
                  <a:cubicBezTo>
                    <a:pt x="-592" y="89293"/>
                    <a:pt x="-107" y="85930"/>
                    <a:pt x="1994" y="83539"/>
                  </a:cubicBezTo>
                  <a:lnTo>
                    <a:pt x="73544" y="2751"/>
                  </a:lnTo>
                  <a:cubicBezTo>
                    <a:pt x="76716" y="-670"/>
                    <a:pt x="82131" y="-937"/>
                    <a:pt x="85640" y="2154"/>
                  </a:cubicBezTo>
                  <a:cubicBezTo>
                    <a:pt x="85854" y="2343"/>
                    <a:pt x="86059" y="2542"/>
                    <a:pt x="86252" y="2751"/>
                  </a:cubicBezTo>
                  <a:lnTo>
                    <a:pt x="157664" y="83539"/>
                  </a:lnTo>
                  <a:cubicBezTo>
                    <a:pt x="159812" y="85902"/>
                    <a:pt x="160352" y="89268"/>
                    <a:pt x="159045" y="92157"/>
                  </a:cubicBezTo>
                  <a:cubicBezTo>
                    <a:pt x="157651" y="95099"/>
                    <a:pt x="154635" y="96989"/>
                    <a:pt x="151310" y="97004"/>
                  </a:cubicBezTo>
                  <a:lnTo>
                    <a:pt x="123685" y="97004"/>
                  </a:lnTo>
                  <a:lnTo>
                    <a:pt x="123685" y="237575"/>
                  </a:lnTo>
                  <a:cubicBezTo>
                    <a:pt x="123765" y="241936"/>
                    <a:pt x="120280" y="245571"/>
                    <a:pt x="115811" y="245789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B307464B-613A-2549-A000-6D90C87883E0}"/>
              </a:ext>
            </a:extLst>
          </p:cNvPr>
          <p:cNvGrpSpPr/>
          <p:nvPr/>
        </p:nvGrpSpPr>
        <p:grpSpPr>
          <a:xfrm>
            <a:off x="5397839" y="3186227"/>
            <a:ext cx="1338870" cy="1238019"/>
            <a:chOff x="5398240" y="3718434"/>
            <a:chExt cx="1338870" cy="1238019"/>
          </a:xfrm>
        </p:grpSpPr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A38F2DA4-C0C0-194E-A72E-298289BF7A9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34" name="Title 1">
              <a:extLst>
                <a:ext uri="{FF2B5EF4-FFF2-40B4-BE49-F238E27FC236}">
                  <a16:creationId xmlns:a16="http://schemas.microsoft.com/office/drawing/2014/main" id="{DC6011EB-F19A-1641-B183-9B09630A30C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53402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Shape 2865">
            <a:extLst>
              <a:ext uri="{FF2B5EF4-FFF2-40B4-BE49-F238E27FC236}">
                <a16:creationId xmlns:a16="http://schemas.microsoft.com/office/drawing/2014/main" id="{CF3B719A-9041-0A4A-BD55-0A2539313286}"/>
              </a:ext>
            </a:extLst>
          </p:cNvPr>
          <p:cNvSpPr>
            <a:spLocks noChangeAspect="1"/>
          </p:cNvSpPr>
          <p:nvPr/>
        </p:nvSpPr>
        <p:spPr>
          <a:xfrm rot="5400000">
            <a:off x="8020572" y="1750667"/>
            <a:ext cx="800509" cy="799978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776" y="59217"/>
                </a:moveTo>
                <a:lnTo>
                  <a:pt x="119776" y="59217"/>
                </a:lnTo>
                <a:cubicBezTo>
                  <a:pt x="119776" y="93407"/>
                  <a:pt x="92290" y="119776"/>
                  <a:pt x="59217" y="119776"/>
                </a:cubicBezTo>
                <a:cubicBezTo>
                  <a:pt x="26368" y="119776"/>
                  <a:pt x="0" y="93407"/>
                  <a:pt x="0" y="59217"/>
                </a:cubicBezTo>
                <a:cubicBezTo>
                  <a:pt x="0" y="26368"/>
                  <a:pt x="26368" y="0"/>
                  <a:pt x="59217" y="0"/>
                </a:cubicBezTo>
                <a:cubicBezTo>
                  <a:pt x="92290" y="0"/>
                  <a:pt x="119776" y="26368"/>
                  <a:pt x="119776" y="59217"/>
                </a:cubicBezTo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128" name="Shape 2869">
            <a:extLst>
              <a:ext uri="{FF2B5EF4-FFF2-40B4-BE49-F238E27FC236}">
                <a16:creationId xmlns:a16="http://schemas.microsoft.com/office/drawing/2014/main" id="{CB3CBED3-9B09-E24C-8A8C-82D0E7B96ADC}"/>
              </a:ext>
            </a:extLst>
          </p:cNvPr>
          <p:cNvSpPr>
            <a:spLocks noChangeAspect="1"/>
          </p:cNvSpPr>
          <p:nvPr/>
        </p:nvSpPr>
        <p:spPr>
          <a:xfrm rot="5400000">
            <a:off x="3372955" y="5381588"/>
            <a:ext cx="800509" cy="806530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59889"/>
                </a:moveTo>
                <a:lnTo>
                  <a:pt x="0" y="59889"/>
                </a:lnTo>
                <a:cubicBezTo>
                  <a:pt x="0" y="92375"/>
                  <a:pt x="26194" y="119779"/>
                  <a:pt x="59328" y="119779"/>
                </a:cubicBezTo>
                <a:cubicBezTo>
                  <a:pt x="92238" y="119779"/>
                  <a:pt x="119776" y="92375"/>
                  <a:pt x="119776" y="59889"/>
                </a:cubicBezTo>
                <a:cubicBezTo>
                  <a:pt x="119776" y="27403"/>
                  <a:pt x="92238" y="0"/>
                  <a:pt x="59328" y="0"/>
                </a:cubicBezTo>
                <a:cubicBezTo>
                  <a:pt x="26194" y="0"/>
                  <a:pt x="0" y="27403"/>
                  <a:pt x="0" y="59889"/>
                </a:cubicBezTo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129" name="Shape 2877">
            <a:extLst>
              <a:ext uri="{FF2B5EF4-FFF2-40B4-BE49-F238E27FC236}">
                <a16:creationId xmlns:a16="http://schemas.microsoft.com/office/drawing/2014/main" id="{F56D2110-5CF1-154A-861D-DEA08B4C8615}"/>
              </a:ext>
            </a:extLst>
          </p:cNvPr>
          <p:cNvSpPr>
            <a:spLocks noChangeAspect="1"/>
          </p:cNvSpPr>
          <p:nvPr/>
        </p:nvSpPr>
        <p:spPr>
          <a:xfrm rot="5400000">
            <a:off x="3495100" y="1857396"/>
            <a:ext cx="800509" cy="806530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776" y="60000"/>
                </a:moveTo>
                <a:lnTo>
                  <a:pt x="119776" y="60000"/>
                </a:lnTo>
                <a:cubicBezTo>
                  <a:pt x="119776" y="92546"/>
                  <a:pt x="93407" y="119778"/>
                  <a:pt x="60558" y="119778"/>
                </a:cubicBezTo>
                <a:cubicBezTo>
                  <a:pt x="26368" y="119778"/>
                  <a:pt x="0" y="92546"/>
                  <a:pt x="0" y="60000"/>
                </a:cubicBezTo>
                <a:cubicBezTo>
                  <a:pt x="0" y="27232"/>
                  <a:pt x="26368" y="0"/>
                  <a:pt x="60558" y="0"/>
                </a:cubicBezTo>
                <a:cubicBezTo>
                  <a:pt x="93407" y="0"/>
                  <a:pt x="119776" y="27232"/>
                  <a:pt x="119776" y="60000"/>
                </a:cubicBezTo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130" name="Shape 2869">
            <a:extLst>
              <a:ext uri="{FF2B5EF4-FFF2-40B4-BE49-F238E27FC236}">
                <a16:creationId xmlns:a16="http://schemas.microsoft.com/office/drawing/2014/main" id="{A392D6F2-C392-B844-93AE-CC425498BD87}"/>
              </a:ext>
            </a:extLst>
          </p:cNvPr>
          <p:cNvSpPr>
            <a:spLocks noChangeAspect="1"/>
          </p:cNvSpPr>
          <p:nvPr/>
        </p:nvSpPr>
        <p:spPr>
          <a:xfrm rot="16200000" flipH="1">
            <a:off x="7904904" y="5381588"/>
            <a:ext cx="800509" cy="806530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59889"/>
                </a:moveTo>
                <a:lnTo>
                  <a:pt x="0" y="59889"/>
                </a:lnTo>
                <a:cubicBezTo>
                  <a:pt x="0" y="92375"/>
                  <a:pt x="26194" y="119779"/>
                  <a:pt x="59328" y="119779"/>
                </a:cubicBezTo>
                <a:cubicBezTo>
                  <a:pt x="92238" y="119779"/>
                  <a:pt x="119776" y="92375"/>
                  <a:pt x="119776" y="59889"/>
                </a:cubicBezTo>
                <a:cubicBezTo>
                  <a:pt x="119776" y="27403"/>
                  <a:pt x="92238" y="0"/>
                  <a:pt x="59328" y="0"/>
                </a:cubicBezTo>
                <a:cubicBezTo>
                  <a:pt x="26194" y="0"/>
                  <a:pt x="0" y="27403"/>
                  <a:pt x="0" y="59889"/>
                </a:cubicBezTo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5A8D17C-F253-EE44-8B37-58A41C0507FD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49200A9-7DB8-8D4B-B1D1-9B7DDFBD23C9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86EECBD-3BAE-9B47-B586-B8F12098EE82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D9DA45FD-FF95-9943-A3EA-802C07CCEE7E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168CBBCA-CBF9-6A4E-9F9E-341DD7C69F3F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456C8F40-36AD-CB42-951E-BF475858337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0" name="Shape 2863">
            <a:extLst>
              <a:ext uri="{FF2B5EF4-FFF2-40B4-BE49-F238E27FC236}">
                <a16:creationId xmlns:a16="http://schemas.microsoft.com/office/drawing/2014/main" id="{ED2FF49D-BF83-6745-A915-111F4116E8FD}"/>
              </a:ext>
            </a:extLst>
          </p:cNvPr>
          <p:cNvSpPr/>
          <p:nvPr/>
        </p:nvSpPr>
        <p:spPr>
          <a:xfrm rot="5400000">
            <a:off x="6237953" y="1943418"/>
            <a:ext cx="1650055" cy="16489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932" y="41546"/>
                </a:moveTo>
                <a:lnTo>
                  <a:pt x="119932" y="41546"/>
                </a:lnTo>
                <a:cubicBezTo>
                  <a:pt x="119932" y="0"/>
                  <a:pt x="119932" y="0"/>
                  <a:pt x="119932" y="0"/>
                </a:cubicBezTo>
                <a:cubicBezTo>
                  <a:pt x="56201" y="5176"/>
                  <a:pt x="5109" y="56201"/>
                  <a:pt x="0" y="119932"/>
                </a:cubicBezTo>
                <a:cubicBezTo>
                  <a:pt x="40739" y="119932"/>
                  <a:pt x="40739" y="119932"/>
                  <a:pt x="40739" y="119932"/>
                </a:cubicBezTo>
                <a:cubicBezTo>
                  <a:pt x="44705" y="78386"/>
                  <a:pt x="78386" y="45512"/>
                  <a:pt x="119932" y="41546"/>
                </a:cubicBezTo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41" name="Shape 2864">
            <a:extLst>
              <a:ext uri="{FF2B5EF4-FFF2-40B4-BE49-F238E27FC236}">
                <a16:creationId xmlns:a16="http://schemas.microsoft.com/office/drawing/2014/main" id="{E58D2D3B-ECED-3847-96CA-3B596152D0B1}"/>
              </a:ext>
            </a:extLst>
          </p:cNvPr>
          <p:cNvSpPr/>
          <p:nvPr/>
        </p:nvSpPr>
        <p:spPr>
          <a:xfrm rot="5400000">
            <a:off x="7695823" y="2183478"/>
            <a:ext cx="839288" cy="684011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867" y="119838"/>
                </a:moveTo>
                <a:lnTo>
                  <a:pt x="111277" y="119838"/>
                </a:lnTo>
                <a:lnTo>
                  <a:pt x="111277" y="9528"/>
                </a:lnTo>
                <a:lnTo>
                  <a:pt x="0" y="9528"/>
                </a:lnTo>
                <a:lnTo>
                  <a:pt x="0" y="0"/>
                </a:lnTo>
                <a:lnTo>
                  <a:pt x="119867" y="0"/>
                </a:lnTo>
                <a:lnTo>
                  <a:pt x="119867" y="119838"/>
                </a:lnTo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42" name="Shape 2865">
            <a:extLst>
              <a:ext uri="{FF2B5EF4-FFF2-40B4-BE49-F238E27FC236}">
                <a16:creationId xmlns:a16="http://schemas.microsoft.com/office/drawing/2014/main" id="{83B4DD28-59A8-654A-BE06-8A48E456FABE}"/>
              </a:ext>
            </a:extLst>
          </p:cNvPr>
          <p:cNvSpPr>
            <a:spLocks noChangeAspect="1"/>
          </p:cNvSpPr>
          <p:nvPr/>
        </p:nvSpPr>
        <p:spPr>
          <a:xfrm rot="5400000">
            <a:off x="8090038" y="1820087"/>
            <a:ext cx="661577" cy="66113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776" y="59217"/>
                </a:moveTo>
                <a:lnTo>
                  <a:pt x="119776" y="59217"/>
                </a:lnTo>
                <a:cubicBezTo>
                  <a:pt x="119776" y="93407"/>
                  <a:pt x="92290" y="119776"/>
                  <a:pt x="59217" y="119776"/>
                </a:cubicBezTo>
                <a:cubicBezTo>
                  <a:pt x="26368" y="119776"/>
                  <a:pt x="0" y="93407"/>
                  <a:pt x="0" y="59217"/>
                </a:cubicBezTo>
                <a:cubicBezTo>
                  <a:pt x="0" y="26368"/>
                  <a:pt x="26368" y="0"/>
                  <a:pt x="59217" y="0"/>
                </a:cubicBezTo>
                <a:cubicBezTo>
                  <a:pt x="92290" y="0"/>
                  <a:pt x="119776" y="26368"/>
                  <a:pt x="119776" y="59217"/>
                </a:cubicBezTo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7" name="Shape 2867">
            <a:extLst>
              <a:ext uri="{FF2B5EF4-FFF2-40B4-BE49-F238E27FC236}">
                <a16:creationId xmlns:a16="http://schemas.microsoft.com/office/drawing/2014/main" id="{F6687BC7-0067-4D47-B263-83A5502F115A}"/>
              </a:ext>
            </a:extLst>
          </p:cNvPr>
          <p:cNvSpPr/>
          <p:nvPr/>
        </p:nvSpPr>
        <p:spPr>
          <a:xfrm rot="5400000">
            <a:off x="4312134" y="3866447"/>
            <a:ext cx="1650056" cy="1648956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76076"/>
                </a:moveTo>
                <a:lnTo>
                  <a:pt x="0" y="76076"/>
                </a:lnTo>
                <a:cubicBezTo>
                  <a:pt x="0" y="119932"/>
                  <a:pt x="0" y="119932"/>
                  <a:pt x="0" y="119932"/>
                </a:cubicBezTo>
                <a:cubicBezTo>
                  <a:pt x="63731" y="115224"/>
                  <a:pt x="115159" y="64170"/>
                  <a:pt x="119932" y="0"/>
                </a:cubicBezTo>
                <a:cubicBezTo>
                  <a:pt x="74823" y="0"/>
                  <a:pt x="74823" y="0"/>
                  <a:pt x="74823" y="0"/>
                </a:cubicBezTo>
                <a:cubicBezTo>
                  <a:pt x="70050" y="39215"/>
                  <a:pt x="39193" y="70493"/>
                  <a:pt x="0" y="76076"/>
                </a:cubicBezTo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4" name="Shape 2871">
            <a:extLst>
              <a:ext uri="{FF2B5EF4-FFF2-40B4-BE49-F238E27FC236}">
                <a16:creationId xmlns:a16="http://schemas.microsoft.com/office/drawing/2014/main" id="{F1844D4C-E9A7-AD4B-8D82-AA73380C659E}"/>
              </a:ext>
            </a:extLst>
          </p:cNvPr>
          <p:cNvSpPr/>
          <p:nvPr/>
        </p:nvSpPr>
        <p:spPr>
          <a:xfrm rot="5400000">
            <a:off x="6237953" y="3866445"/>
            <a:ext cx="1650057" cy="16489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5226" y="119932"/>
                </a:moveTo>
                <a:lnTo>
                  <a:pt x="75226" y="119932"/>
                </a:lnTo>
                <a:cubicBezTo>
                  <a:pt x="119932" y="119932"/>
                  <a:pt x="119932" y="119932"/>
                  <a:pt x="119932" y="119932"/>
                </a:cubicBezTo>
                <a:cubicBezTo>
                  <a:pt x="115159" y="56201"/>
                  <a:pt x="63731" y="5176"/>
                  <a:pt x="0" y="0"/>
                </a:cubicBezTo>
                <a:cubicBezTo>
                  <a:pt x="0" y="42352"/>
                  <a:pt x="0" y="42352"/>
                  <a:pt x="0" y="42352"/>
                </a:cubicBezTo>
                <a:cubicBezTo>
                  <a:pt x="40000" y="47462"/>
                  <a:pt x="71260" y="79932"/>
                  <a:pt x="75226" y="119932"/>
                </a:cubicBezTo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8" name="Shape 2868">
            <a:extLst>
              <a:ext uri="{FF2B5EF4-FFF2-40B4-BE49-F238E27FC236}">
                <a16:creationId xmlns:a16="http://schemas.microsoft.com/office/drawing/2014/main" id="{063D6C8C-EDB2-B647-8FE6-557F8B9398C8}"/>
              </a:ext>
            </a:extLst>
          </p:cNvPr>
          <p:cNvSpPr/>
          <p:nvPr/>
        </p:nvSpPr>
        <p:spPr>
          <a:xfrm rot="5400000">
            <a:off x="3799407" y="4917349"/>
            <a:ext cx="806693" cy="912017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862" y="119878"/>
                </a:moveTo>
                <a:lnTo>
                  <a:pt x="0" y="119878"/>
                </a:lnTo>
                <a:lnTo>
                  <a:pt x="0" y="0"/>
                </a:lnTo>
                <a:lnTo>
                  <a:pt x="8934" y="0"/>
                </a:lnTo>
                <a:lnTo>
                  <a:pt x="8934" y="112841"/>
                </a:lnTo>
                <a:lnTo>
                  <a:pt x="119862" y="112841"/>
                </a:lnTo>
                <a:lnTo>
                  <a:pt x="119862" y="119878"/>
                </a:lnTo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9" name="Shape 2869">
            <a:extLst>
              <a:ext uri="{FF2B5EF4-FFF2-40B4-BE49-F238E27FC236}">
                <a16:creationId xmlns:a16="http://schemas.microsoft.com/office/drawing/2014/main" id="{94B95679-CF04-CB4D-942D-0C85BF8423DB}"/>
              </a:ext>
            </a:extLst>
          </p:cNvPr>
          <p:cNvSpPr>
            <a:spLocks noChangeAspect="1"/>
          </p:cNvSpPr>
          <p:nvPr/>
        </p:nvSpPr>
        <p:spPr>
          <a:xfrm rot="5400000">
            <a:off x="3442421" y="5451576"/>
            <a:ext cx="661577" cy="666554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59889"/>
                </a:moveTo>
                <a:lnTo>
                  <a:pt x="0" y="59889"/>
                </a:lnTo>
                <a:cubicBezTo>
                  <a:pt x="0" y="92375"/>
                  <a:pt x="26194" y="119779"/>
                  <a:pt x="59328" y="119779"/>
                </a:cubicBezTo>
                <a:cubicBezTo>
                  <a:pt x="92238" y="119779"/>
                  <a:pt x="119776" y="92375"/>
                  <a:pt x="119776" y="59889"/>
                </a:cubicBezTo>
                <a:cubicBezTo>
                  <a:pt x="119776" y="27403"/>
                  <a:pt x="92238" y="0"/>
                  <a:pt x="59328" y="0"/>
                </a:cubicBezTo>
                <a:cubicBezTo>
                  <a:pt x="26194" y="0"/>
                  <a:pt x="0" y="27403"/>
                  <a:pt x="0" y="59889"/>
                </a:cubicBezTo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1" name="Shape 2875">
            <a:extLst>
              <a:ext uri="{FF2B5EF4-FFF2-40B4-BE49-F238E27FC236}">
                <a16:creationId xmlns:a16="http://schemas.microsoft.com/office/drawing/2014/main" id="{77C32E61-854C-FA41-808A-D9A9BBA9ACC1}"/>
              </a:ext>
            </a:extLst>
          </p:cNvPr>
          <p:cNvSpPr/>
          <p:nvPr/>
        </p:nvSpPr>
        <p:spPr>
          <a:xfrm rot="5400000">
            <a:off x="4312133" y="1943420"/>
            <a:ext cx="1650056" cy="1648956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40739" y="0"/>
                </a:moveTo>
                <a:lnTo>
                  <a:pt x="40739" y="0"/>
                </a:lnTo>
                <a:cubicBezTo>
                  <a:pt x="0" y="0"/>
                  <a:pt x="0" y="0"/>
                  <a:pt x="0" y="0"/>
                </a:cubicBezTo>
                <a:cubicBezTo>
                  <a:pt x="5109" y="64170"/>
                  <a:pt x="56201" y="115224"/>
                  <a:pt x="119932" y="119932"/>
                </a:cubicBezTo>
                <a:cubicBezTo>
                  <a:pt x="119932" y="76479"/>
                  <a:pt x="119932" y="76479"/>
                  <a:pt x="119932" y="76479"/>
                </a:cubicBezTo>
                <a:cubicBezTo>
                  <a:pt x="78722" y="72914"/>
                  <a:pt x="45915" y="40829"/>
                  <a:pt x="40739" y="0"/>
                </a:cubicBezTo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2" name="Shape 2876">
            <a:extLst>
              <a:ext uri="{FF2B5EF4-FFF2-40B4-BE49-F238E27FC236}">
                <a16:creationId xmlns:a16="http://schemas.microsoft.com/office/drawing/2014/main" id="{CC127D0B-BBC5-4443-ADFE-FCEFB7CEC562}"/>
              </a:ext>
            </a:extLst>
          </p:cNvPr>
          <p:cNvSpPr/>
          <p:nvPr/>
        </p:nvSpPr>
        <p:spPr>
          <a:xfrm rot="5400000">
            <a:off x="3669106" y="2497106"/>
            <a:ext cx="839288" cy="423436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867" y="119739"/>
                </a:moveTo>
                <a:lnTo>
                  <a:pt x="0" y="119739"/>
                </a:lnTo>
                <a:lnTo>
                  <a:pt x="0" y="102782"/>
                </a:lnTo>
                <a:lnTo>
                  <a:pt x="111277" y="102782"/>
                </a:lnTo>
                <a:lnTo>
                  <a:pt x="111277" y="0"/>
                </a:lnTo>
                <a:lnTo>
                  <a:pt x="119867" y="0"/>
                </a:lnTo>
                <a:lnTo>
                  <a:pt x="119867" y="119739"/>
                </a:lnTo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33" name="Shape 2877">
            <a:extLst>
              <a:ext uri="{FF2B5EF4-FFF2-40B4-BE49-F238E27FC236}">
                <a16:creationId xmlns:a16="http://schemas.microsoft.com/office/drawing/2014/main" id="{8807743A-04AF-3440-9EE7-373E2035E163}"/>
              </a:ext>
            </a:extLst>
          </p:cNvPr>
          <p:cNvSpPr>
            <a:spLocks noChangeAspect="1"/>
          </p:cNvSpPr>
          <p:nvPr/>
        </p:nvSpPr>
        <p:spPr>
          <a:xfrm rot="5400000">
            <a:off x="3564566" y="1927384"/>
            <a:ext cx="661577" cy="666554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776" y="60000"/>
                </a:moveTo>
                <a:lnTo>
                  <a:pt x="119776" y="60000"/>
                </a:lnTo>
                <a:cubicBezTo>
                  <a:pt x="119776" y="92546"/>
                  <a:pt x="93407" y="119778"/>
                  <a:pt x="60558" y="119778"/>
                </a:cubicBezTo>
                <a:cubicBezTo>
                  <a:pt x="26368" y="119778"/>
                  <a:pt x="0" y="92546"/>
                  <a:pt x="0" y="60000"/>
                </a:cubicBezTo>
                <a:cubicBezTo>
                  <a:pt x="0" y="27232"/>
                  <a:pt x="26368" y="0"/>
                  <a:pt x="60558" y="0"/>
                </a:cubicBezTo>
                <a:cubicBezTo>
                  <a:pt x="93407" y="0"/>
                  <a:pt x="119776" y="27232"/>
                  <a:pt x="119776" y="60000"/>
                </a:cubicBezTo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43" name="Inhaltsplatzhalter 4">
            <a:extLst>
              <a:ext uri="{FF2B5EF4-FFF2-40B4-BE49-F238E27FC236}">
                <a16:creationId xmlns:a16="http://schemas.microsoft.com/office/drawing/2014/main" id="{81FC24C2-B22B-5348-97B7-15488EC31A2B}"/>
              </a:ext>
            </a:extLst>
          </p:cNvPr>
          <p:cNvSpPr txBox="1">
            <a:spLocks/>
          </p:cNvSpPr>
          <p:nvPr/>
        </p:nvSpPr>
        <p:spPr>
          <a:xfrm rot="2416792">
            <a:off x="4994190" y="2191000"/>
            <a:ext cx="1061052" cy="1841488"/>
          </a:xfrm>
          <a:prstGeom prst="rect">
            <a:avLst/>
          </a:prstGeom>
        </p:spPr>
        <p:txBody>
          <a:bodyPr wrap="square" lIns="0" tIns="0" rIns="0" bIns="0">
            <a:prstTxWarp prst="textCircle">
              <a:avLst>
                <a:gd name="adj" fmla="val 6981505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1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4" name="Inhaltsplatzhalter 4">
            <a:extLst>
              <a:ext uri="{FF2B5EF4-FFF2-40B4-BE49-F238E27FC236}">
                <a16:creationId xmlns:a16="http://schemas.microsoft.com/office/drawing/2014/main" id="{25B2A6BA-3CB5-6B45-BE05-03072D37A06B}"/>
              </a:ext>
            </a:extLst>
          </p:cNvPr>
          <p:cNvSpPr txBox="1">
            <a:spLocks/>
          </p:cNvSpPr>
          <p:nvPr/>
        </p:nvSpPr>
        <p:spPr>
          <a:xfrm rot="18900000" flipH="1" flipV="1">
            <a:off x="6100416" y="2191000"/>
            <a:ext cx="1061052" cy="1841488"/>
          </a:xfrm>
          <a:prstGeom prst="rect">
            <a:avLst/>
          </a:prstGeom>
        </p:spPr>
        <p:txBody>
          <a:bodyPr wrap="square" lIns="0" tIns="0" rIns="0" bIns="0">
            <a:prstTxWarp prst="textCircle">
              <a:avLst>
                <a:gd name="adj" fmla="val 6981505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1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5" name="Inhaltsplatzhalter 4">
            <a:extLst>
              <a:ext uri="{FF2B5EF4-FFF2-40B4-BE49-F238E27FC236}">
                <a16:creationId xmlns:a16="http://schemas.microsoft.com/office/drawing/2014/main" id="{5D67DE62-466C-C643-A345-E2BFB16211DD}"/>
              </a:ext>
            </a:extLst>
          </p:cNvPr>
          <p:cNvSpPr txBox="1">
            <a:spLocks/>
          </p:cNvSpPr>
          <p:nvPr/>
        </p:nvSpPr>
        <p:spPr>
          <a:xfrm rot="13838682">
            <a:off x="6156442" y="3389342"/>
            <a:ext cx="1061052" cy="1841488"/>
          </a:xfrm>
          <a:prstGeom prst="rect">
            <a:avLst/>
          </a:prstGeom>
        </p:spPr>
        <p:txBody>
          <a:bodyPr wrap="square" lIns="0" tIns="0" rIns="0" bIns="0">
            <a:prstTxWarp prst="textCircle">
              <a:avLst>
                <a:gd name="adj" fmla="val 573540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1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6" name="Inhaltsplatzhalter 4">
            <a:extLst>
              <a:ext uri="{FF2B5EF4-FFF2-40B4-BE49-F238E27FC236}">
                <a16:creationId xmlns:a16="http://schemas.microsoft.com/office/drawing/2014/main" id="{3039FBE9-58C8-C447-B444-9D5859310541}"/>
              </a:ext>
            </a:extLst>
          </p:cNvPr>
          <p:cNvSpPr txBox="1">
            <a:spLocks/>
          </p:cNvSpPr>
          <p:nvPr/>
        </p:nvSpPr>
        <p:spPr>
          <a:xfrm rot="8354321" flipH="1" flipV="1">
            <a:off x="4972776" y="3405509"/>
            <a:ext cx="1061052" cy="1841488"/>
          </a:xfrm>
          <a:prstGeom prst="rect">
            <a:avLst/>
          </a:prstGeom>
        </p:spPr>
        <p:txBody>
          <a:bodyPr wrap="square" lIns="0" tIns="0" rIns="0" bIns="0">
            <a:prstTxWarp prst="textCircle">
              <a:avLst>
                <a:gd name="adj" fmla="val 5944524"/>
              </a:avLst>
            </a:prstTxWarp>
            <a:spAutoFit/>
          </a:bodyPr>
          <a:lstStyle>
            <a:lvl1pPr marL="272967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Char char="§"/>
              <a:defRPr sz="23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7798" indent="-272967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0764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9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256" indent="-177748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335" indent="-179335" algn="l" defTabSz="914127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bg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3847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0910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7972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5034" indent="-228532" algn="l" defTabSz="914127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00"/>
              </a:lnSpc>
              <a:spcAft>
                <a:spcPts val="1200"/>
              </a:spcAft>
              <a:buNone/>
            </a:pPr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title here</a:t>
            </a:r>
            <a:endParaRPr lang="en-US" sz="1100" b="1" dirty="0">
              <a:solidFill>
                <a:srgbClr val="FFFFFF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A4AB91F0-D37C-F645-8DBB-3CB0A1F0FE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44541" y="2748796"/>
            <a:ext cx="1900038" cy="1900038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62AA545A-38C2-F445-9F86-E0431FC53F28}"/>
              </a:ext>
            </a:extLst>
          </p:cNvPr>
          <p:cNvGrpSpPr/>
          <p:nvPr/>
        </p:nvGrpSpPr>
        <p:grpSpPr>
          <a:xfrm>
            <a:off x="8626525" y="2545348"/>
            <a:ext cx="2783072" cy="723275"/>
            <a:chOff x="7825488" y="1404017"/>
            <a:chExt cx="3368029" cy="723275"/>
          </a:xfrm>
        </p:grpSpPr>
        <p:sp>
          <p:nvSpPr>
            <p:cNvPr id="52" name="Inhaltsplatzhalter 4">
              <a:extLst>
                <a:ext uri="{FF2B5EF4-FFF2-40B4-BE49-F238E27FC236}">
                  <a16:creationId xmlns:a16="http://schemas.microsoft.com/office/drawing/2014/main" id="{CFF3166A-96FB-3843-A780-69C2B8E6029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82CD5F3-1510-F847-B6B9-09BCAEB0CA2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28F9E35-ACCF-1E4F-9797-32D647683E7A}"/>
              </a:ext>
            </a:extLst>
          </p:cNvPr>
          <p:cNvGrpSpPr/>
          <p:nvPr/>
        </p:nvGrpSpPr>
        <p:grpSpPr>
          <a:xfrm>
            <a:off x="8485938" y="4646099"/>
            <a:ext cx="2783072" cy="723275"/>
            <a:chOff x="7825488" y="1404017"/>
            <a:chExt cx="3368029" cy="723275"/>
          </a:xfrm>
        </p:grpSpPr>
        <p:sp>
          <p:nvSpPr>
            <p:cNvPr id="55" name="Inhaltsplatzhalter 4">
              <a:extLst>
                <a:ext uri="{FF2B5EF4-FFF2-40B4-BE49-F238E27FC236}">
                  <a16:creationId xmlns:a16="http://schemas.microsoft.com/office/drawing/2014/main" id="{D435F434-6C8E-5D45-82B2-228CAC97C64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F69A388-3C10-4E46-BE05-2AB4BE0D4CE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B0A2F03-714D-E84E-8BD0-ABF132655C2B}"/>
              </a:ext>
            </a:extLst>
          </p:cNvPr>
          <p:cNvGrpSpPr/>
          <p:nvPr/>
        </p:nvGrpSpPr>
        <p:grpSpPr>
          <a:xfrm flipH="1">
            <a:off x="923738" y="2645199"/>
            <a:ext cx="2783072" cy="723275"/>
            <a:chOff x="7825488" y="1404017"/>
            <a:chExt cx="3368029" cy="723275"/>
          </a:xfrm>
        </p:grpSpPr>
        <p:sp>
          <p:nvSpPr>
            <p:cNvPr id="58" name="Inhaltsplatzhalter 4">
              <a:extLst>
                <a:ext uri="{FF2B5EF4-FFF2-40B4-BE49-F238E27FC236}">
                  <a16:creationId xmlns:a16="http://schemas.microsoft.com/office/drawing/2014/main" id="{63D244A5-BAA0-044F-A1BF-762B0ACA65B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716BDEB-6F6D-8745-9E31-74A610D551A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2343F14-8A1F-694C-94BC-EB90B6E3DE35}"/>
              </a:ext>
            </a:extLst>
          </p:cNvPr>
          <p:cNvGrpSpPr/>
          <p:nvPr/>
        </p:nvGrpSpPr>
        <p:grpSpPr>
          <a:xfrm flipH="1">
            <a:off x="811010" y="4646099"/>
            <a:ext cx="2783072" cy="723275"/>
            <a:chOff x="7825488" y="1404017"/>
            <a:chExt cx="3368029" cy="723275"/>
          </a:xfrm>
        </p:grpSpPr>
        <p:sp>
          <p:nvSpPr>
            <p:cNvPr id="61" name="Inhaltsplatzhalter 4">
              <a:extLst>
                <a:ext uri="{FF2B5EF4-FFF2-40B4-BE49-F238E27FC236}">
                  <a16:creationId xmlns:a16="http://schemas.microsoft.com/office/drawing/2014/main" id="{C0A16FC7-A2B8-0F46-A0C2-6E8DE44DDD8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C30D83CC-1498-0B4E-805D-194C6F84EBC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Shape 2868">
            <a:extLst>
              <a:ext uri="{FF2B5EF4-FFF2-40B4-BE49-F238E27FC236}">
                <a16:creationId xmlns:a16="http://schemas.microsoft.com/office/drawing/2014/main" id="{7827CDDF-16EE-2D43-9357-103427448019}"/>
              </a:ext>
            </a:extLst>
          </p:cNvPr>
          <p:cNvSpPr/>
          <p:nvPr/>
        </p:nvSpPr>
        <p:spPr>
          <a:xfrm rot="16200000" flipH="1">
            <a:off x="7472268" y="4917349"/>
            <a:ext cx="806693" cy="912017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9862" y="119878"/>
                </a:moveTo>
                <a:lnTo>
                  <a:pt x="0" y="119878"/>
                </a:lnTo>
                <a:lnTo>
                  <a:pt x="0" y="0"/>
                </a:lnTo>
                <a:lnTo>
                  <a:pt x="8934" y="0"/>
                </a:lnTo>
                <a:lnTo>
                  <a:pt x="8934" y="112841"/>
                </a:lnTo>
                <a:lnTo>
                  <a:pt x="119862" y="112841"/>
                </a:lnTo>
                <a:lnTo>
                  <a:pt x="119862" y="119878"/>
                </a:lnTo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sp>
        <p:nvSpPr>
          <p:cNvPr id="65" name="Shape 2869">
            <a:extLst>
              <a:ext uri="{FF2B5EF4-FFF2-40B4-BE49-F238E27FC236}">
                <a16:creationId xmlns:a16="http://schemas.microsoft.com/office/drawing/2014/main" id="{CD030539-0414-B440-AEAB-BF72F4C576C5}"/>
              </a:ext>
            </a:extLst>
          </p:cNvPr>
          <p:cNvSpPr>
            <a:spLocks noChangeAspect="1"/>
          </p:cNvSpPr>
          <p:nvPr/>
        </p:nvSpPr>
        <p:spPr>
          <a:xfrm rot="16200000" flipH="1">
            <a:off x="7974370" y="5451576"/>
            <a:ext cx="661577" cy="666554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59889"/>
                </a:moveTo>
                <a:lnTo>
                  <a:pt x="0" y="59889"/>
                </a:lnTo>
                <a:cubicBezTo>
                  <a:pt x="0" y="92375"/>
                  <a:pt x="26194" y="119779"/>
                  <a:pt x="59328" y="119779"/>
                </a:cubicBezTo>
                <a:cubicBezTo>
                  <a:pt x="92238" y="119779"/>
                  <a:pt x="119776" y="92375"/>
                  <a:pt x="119776" y="59889"/>
                </a:cubicBezTo>
                <a:cubicBezTo>
                  <a:pt x="119776" y="27403"/>
                  <a:pt x="92238" y="0"/>
                  <a:pt x="59328" y="0"/>
                </a:cubicBezTo>
                <a:cubicBezTo>
                  <a:pt x="26194" y="0"/>
                  <a:pt x="0" y="27403"/>
                  <a:pt x="0" y="59889"/>
                </a:cubicBezTo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lIns="60925" tIns="30450" rIns="60925" bIns="304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buNone/>
            </a:pPr>
            <a:endParaRPr sz="900" b="1">
              <a:solidFill>
                <a:schemeClr val="dk1"/>
              </a:solidFill>
              <a:latin typeface="Open Sans SemiBold" panose="020B0606030504020204" pitchFamily="34" charset="0"/>
              <a:ea typeface="Open Sans SemiBold" panose="020B0606030504020204" pitchFamily="34" charset="0"/>
              <a:cs typeface="Open Sans SemiBold" panose="020B0606030504020204" pitchFamily="34" charset="0"/>
              <a:sym typeface="Calibri"/>
            </a:endParaRPr>
          </a:p>
        </p:txBody>
      </p:sp>
      <p:grpSp>
        <p:nvGrpSpPr>
          <p:cNvPr id="74" name="Graphic 66">
            <a:extLst>
              <a:ext uri="{FF2B5EF4-FFF2-40B4-BE49-F238E27FC236}">
                <a16:creationId xmlns:a16="http://schemas.microsoft.com/office/drawing/2014/main" id="{AFBCE814-B4F6-2649-A77D-24BA672B98AE}"/>
              </a:ext>
            </a:extLst>
          </p:cNvPr>
          <p:cNvGrpSpPr>
            <a:grpSpLocks noChangeAspect="1"/>
          </p:cNvGrpSpPr>
          <p:nvPr/>
        </p:nvGrpSpPr>
        <p:grpSpPr>
          <a:xfrm>
            <a:off x="8130092" y="5653134"/>
            <a:ext cx="350133" cy="263439"/>
            <a:chOff x="3755342" y="2117291"/>
            <a:chExt cx="318303" cy="239490"/>
          </a:xfrm>
          <a:solidFill>
            <a:srgbClr val="FFFFFF"/>
          </a:solidFill>
        </p:grpSpPr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DB4DB51B-D983-8846-A46C-A61010E0047E}"/>
                </a:ext>
              </a:extLst>
            </p:cNvPr>
            <p:cNvSpPr/>
            <p:nvPr/>
          </p:nvSpPr>
          <p:spPr>
            <a:xfrm>
              <a:off x="3755342" y="2345458"/>
              <a:ext cx="318303" cy="11323"/>
            </a:xfrm>
            <a:custGeom>
              <a:avLst/>
              <a:gdLst>
                <a:gd name="connsiteX0" fmla="*/ 311878 w 318303"/>
                <a:gd name="connsiteY0" fmla="*/ 11277 h 11323"/>
                <a:gd name="connsiteX1" fmla="*/ 6425 w 318303"/>
                <a:gd name="connsiteY1" fmla="*/ 11277 h 11323"/>
                <a:gd name="connsiteX2" fmla="*/ 47 w 318303"/>
                <a:gd name="connsiteY2" fmla="*/ 6385 h 11323"/>
                <a:gd name="connsiteX3" fmla="*/ 4969 w 318303"/>
                <a:gd name="connsiteY3" fmla="*/ 47 h 11323"/>
                <a:gd name="connsiteX4" fmla="*/ 6425 w 318303"/>
                <a:gd name="connsiteY4" fmla="*/ 47 h 11323"/>
                <a:gd name="connsiteX5" fmla="*/ 311878 w 318303"/>
                <a:gd name="connsiteY5" fmla="*/ 47 h 11323"/>
                <a:gd name="connsiteX6" fmla="*/ 318256 w 318303"/>
                <a:gd name="connsiteY6" fmla="*/ 4939 h 11323"/>
                <a:gd name="connsiteX7" fmla="*/ 313334 w 318303"/>
                <a:gd name="connsiteY7" fmla="*/ 11277 h 11323"/>
                <a:gd name="connsiteX8" fmla="*/ 311878 w 318303"/>
                <a:gd name="connsiteY8" fmla="*/ 11277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303" h="11323">
                  <a:moveTo>
                    <a:pt x="311878" y="11277"/>
                  </a:moveTo>
                  <a:lnTo>
                    <a:pt x="6425" y="11277"/>
                  </a:lnTo>
                  <a:cubicBezTo>
                    <a:pt x="3305" y="11676"/>
                    <a:pt x="449" y="9486"/>
                    <a:pt x="47" y="6385"/>
                  </a:cubicBezTo>
                  <a:cubicBezTo>
                    <a:pt x="-355" y="3284"/>
                    <a:pt x="1849" y="447"/>
                    <a:pt x="4969" y="47"/>
                  </a:cubicBezTo>
                  <a:cubicBezTo>
                    <a:pt x="5452" y="-15"/>
                    <a:pt x="5942" y="-15"/>
                    <a:pt x="6425" y="47"/>
                  </a:cubicBezTo>
                  <a:lnTo>
                    <a:pt x="311878" y="47"/>
                  </a:lnTo>
                  <a:cubicBezTo>
                    <a:pt x="314999" y="-352"/>
                    <a:pt x="317854" y="1838"/>
                    <a:pt x="318256" y="4939"/>
                  </a:cubicBezTo>
                  <a:cubicBezTo>
                    <a:pt x="318658" y="8040"/>
                    <a:pt x="316454" y="10877"/>
                    <a:pt x="313334" y="11277"/>
                  </a:cubicBezTo>
                  <a:cubicBezTo>
                    <a:pt x="312851" y="11339"/>
                    <a:pt x="312362" y="11339"/>
                    <a:pt x="311878" y="11277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79F412B5-BCC0-B64C-9E43-D9709346B9CE}"/>
                </a:ext>
              </a:extLst>
            </p:cNvPr>
            <p:cNvSpPr/>
            <p:nvPr/>
          </p:nvSpPr>
          <p:spPr>
            <a:xfrm>
              <a:off x="3785719" y="2162301"/>
              <a:ext cx="65134" cy="163231"/>
            </a:xfrm>
            <a:custGeom>
              <a:avLst/>
              <a:gdLst>
                <a:gd name="connsiteX0" fmla="*/ 59438 w 65134"/>
                <a:gd name="connsiteY0" fmla="*/ 162507 h 163231"/>
                <a:gd name="connsiteX1" fmla="*/ 53834 w 65134"/>
                <a:gd name="connsiteY1" fmla="*/ 156939 h 163231"/>
                <a:gd name="connsiteX2" fmla="*/ 53835 w 65134"/>
                <a:gd name="connsiteY2" fmla="*/ 156846 h 163231"/>
                <a:gd name="connsiteX3" fmla="*/ 53835 w 65134"/>
                <a:gd name="connsiteY3" fmla="*/ 11231 h 163231"/>
                <a:gd name="connsiteX4" fmla="*/ 11346 w 65134"/>
                <a:gd name="connsiteY4" fmla="*/ 11231 h 163231"/>
                <a:gd name="connsiteX5" fmla="*/ 11346 w 65134"/>
                <a:gd name="connsiteY5" fmla="*/ 156846 h 163231"/>
                <a:gd name="connsiteX6" fmla="*/ 6424 w 65134"/>
                <a:gd name="connsiteY6" fmla="*/ 163184 h 163231"/>
                <a:gd name="connsiteX7" fmla="*/ 47 w 65134"/>
                <a:gd name="connsiteY7" fmla="*/ 158293 h 163231"/>
                <a:gd name="connsiteX8" fmla="*/ 47 w 65134"/>
                <a:gd name="connsiteY8" fmla="*/ 156846 h 163231"/>
                <a:gd name="connsiteX9" fmla="*/ 47 w 65134"/>
                <a:gd name="connsiteY9" fmla="*/ 5569 h 163231"/>
                <a:gd name="connsiteX10" fmla="*/ 5649 w 65134"/>
                <a:gd name="connsiteY10" fmla="*/ 0 h 163231"/>
                <a:gd name="connsiteX11" fmla="*/ 5743 w 65134"/>
                <a:gd name="connsiteY11" fmla="*/ 1 h 163231"/>
                <a:gd name="connsiteX12" fmla="*/ 59438 w 65134"/>
                <a:gd name="connsiteY12" fmla="*/ 1 h 163231"/>
                <a:gd name="connsiteX13" fmla="*/ 65133 w 65134"/>
                <a:gd name="connsiteY13" fmla="*/ 5476 h 163231"/>
                <a:gd name="connsiteX14" fmla="*/ 65134 w 65134"/>
                <a:gd name="connsiteY14" fmla="*/ 5569 h 163231"/>
                <a:gd name="connsiteX15" fmla="*/ 65134 w 65134"/>
                <a:gd name="connsiteY15" fmla="*/ 156846 h 163231"/>
                <a:gd name="connsiteX16" fmla="*/ 59438 w 65134"/>
                <a:gd name="connsiteY16" fmla="*/ 162507 h 1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134" h="163231">
                  <a:moveTo>
                    <a:pt x="59438" y="162507"/>
                  </a:moveTo>
                  <a:cubicBezTo>
                    <a:pt x="56343" y="162507"/>
                    <a:pt x="53835" y="160015"/>
                    <a:pt x="53834" y="156939"/>
                  </a:cubicBezTo>
                  <a:cubicBezTo>
                    <a:pt x="53834" y="156908"/>
                    <a:pt x="53834" y="156877"/>
                    <a:pt x="53835" y="156846"/>
                  </a:cubicBezTo>
                  <a:lnTo>
                    <a:pt x="53835" y="11231"/>
                  </a:lnTo>
                  <a:lnTo>
                    <a:pt x="11346" y="11231"/>
                  </a:lnTo>
                  <a:lnTo>
                    <a:pt x="11346" y="156846"/>
                  </a:lnTo>
                  <a:cubicBezTo>
                    <a:pt x="11748" y="159947"/>
                    <a:pt x="9544" y="162785"/>
                    <a:pt x="6424" y="163184"/>
                  </a:cubicBezTo>
                  <a:cubicBezTo>
                    <a:pt x="3304" y="163584"/>
                    <a:pt x="449" y="161394"/>
                    <a:pt x="47" y="158293"/>
                  </a:cubicBezTo>
                  <a:cubicBezTo>
                    <a:pt x="-16" y="157812"/>
                    <a:pt x="-16" y="157326"/>
                    <a:pt x="47" y="156846"/>
                  </a:cubicBezTo>
                  <a:lnTo>
                    <a:pt x="47" y="5569"/>
                  </a:lnTo>
                  <a:cubicBezTo>
                    <a:pt x="46" y="2494"/>
                    <a:pt x="2554" y="0"/>
                    <a:pt x="5649" y="0"/>
                  </a:cubicBezTo>
                  <a:cubicBezTo>
                    <a:pt x="5680" y="0"/>
                    <a:pt x="5712" y="0"/>
                    <a:pt x="5743" y="1"/>
                  </a:cubicBezTo>
                  <a:lnTo>
                    <a:pt x="59438" y="1"/>
                  </a:lnTo>
                  <a:cubicBezTo>
                    <a:pt x="62532" y="-50"/>
                    <a:pt x="65082" y="2401"/>
                    <a:pt x="65133" y="5476"/>
                  </a:cubicBezTo>
                  <a:cubicBezTo>
                    <a:pt x="65134" y="5507"/>
                    <a:pt x="65134" y="5538"/>
                    <a:pt x="65134" y="5569"/>
                  </a:cubicBezTo>
                  <a:lnTo>
                    <a:pt x="65134" y="156846"/>
                  </a:lnTo>
                  <a:cubicBezTo>
                    <a:pt x="65134" y="159972"/>
                    <a:pt x="62584" y="162507"/>
                    <a:pt x="59438" y="162507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BA9C3570-D8DF-8E4F-A0CE-8D1FBCDF4BBD}"/>
                </a:ext>
              </a:extLst>
            </p:cNvPr>
            <p:cNvSpPr/>
            <p:nvPr/>
          </p:nvSpPr>
          <p:spPr>
            <a:xfrm>
              <a:off x="3881903" y="2139472"/>
              <a:ext cx="65134" cy="186060"/>
            </a:xfrm>
            <a:custGeom>
              <a:avLst/>
              <a:gdLst>
                <a:gd name="connsiteX0" fmla="*/ 59438 w 65134"/>
                <a:gd name="connsiteY0" fmla="*/ 185337 h 186060"/>
                <a:gd name="connsiteX1" fmla="*/ 53834 w 65134"/>
                <a:gd name="connsiteY1" fmla="*/ 179769 h 186060"/>
                <a:gd name="connsiteX2" fmla="*/ 53835 w 65134"/>
                <a:gd name="connsiteY2" fmla="*/ 179676 h 186060"/>
                <a:gd name="connsiteX3" fmla="*/ 53835 w 65134"/>
                <a:gd name="connsiteY3" fmla="*/ 11508 h 186060"/>
                <a:gd name="connsiteX4" fmla="*/ 11346 w 65134"/>
                <a:gd name="connsiteY4" fmla="*/ 11508 h 186060"/>
                <a:gd name="connsiteX5" fmla="*/ 11346 w 65134"/>
                <a:gd name="connsiteY5" fmla="*/ 179676 h 186060"/>
                <a:gd name="connsiteX6" fmla="*/ 6424 w 65134"/>
                <a:gd name="connsiteY6" fmla="*/ 186014 h 186060"/>
                <a:gd name="connsiteX7" fmla="*/ 47 w 65134"/>
                <a:gd name="connsiteY7" fmla="*/ 181122 h 186060"/>
                <a:gd name="connsiteX8" fmla="*/ 47 w 65134"/>
                <a:gd name="connsiteY8" fmla="*/ 179676 h 186060"/>
                <a:gd name="connsiteX9" fmla="*/ 47 w 65134"/>
                <a:gd name="connsiteY9" fmla="*/ 5661 h 186060"/>
                <a:gd name="connsiteX10" fmla="*/ 5743 w 65134"/>
                <a:gd name="connsiteY10" fmla="*/ 0 h 186060"/>
                <a:gd name="connsiteX11" fmla="*/ 59438 w 65134"/>
                <a:gd name="connsiteY11" fmla="*/ 0 h 186060"/>
                <a:gd name="connsiteX12" fmla="*/ 65134 w 65134"/>
                <a:gd name="connsiteY12" fmla="*/ 5661 h 186060"/>
                <a:gd name="connsiteX13" fmla="*/ 65134 w 65134"/>
                <a:gd name="connsiteY13" fmla="*/ 179676 h 186060"/>
                <a:gd name="connsiteX14" fmla="*/ 59438 w 65134"/>
                <a:gd name="connsiteY14" fmla="*/ 185337 h 1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5134" h="186060">
                  <a:moveTo>
                    <a:pt x="59438" y="185337"/>
                  </a:moveTo>
                  <a:cubicBezTo>
                    <a:pt x="56343" y="185337"/>
                    <a:pt x="53835" y="182845"/>
                    <a:pt x="53834" y="179769"/>
                  </a:cubicBezTo>
                  <a:cubicBezTo>
                    <a:pt x="53834" y="179738"/>
                    <a:pt x="53834" y="179707"/>
                    <a:pt x="53835" y="179676"/>
                  </a:cubicBezTo>
                  <a:lnTo>
                    <a:pt x="53835" y="11508"/>
                  </a:lnTo>
                  <a:lnTo>
                    <a:pt x="11346" y="11508"/>
                  </a:lnTo>
                  <a:lnTo>
                    <a:pt x="11346" y="179676"/>
                  </a:lnTo>
                  <a:cubicBezTo>
                    <a:pt x="11748" y="182777"/>
                    <a:pt x="9544" y="185614"/>
                    <a:pt x="6424" y="186014"/>
                  </a:cubicBezTo>
                  <a:cubicBezTo>
                    <a:pt x="3304" y="186413"/>
                    <a:pt x="449" y="184223"/>
                    <a:pt x="47" y="181122"/>
                  </a:cubicBezTo>
                  <a:cubicBezTo>
                    <a:pt x="-16" y="180642"/>
                    <a:pt x="-16" y="180156"/>
                    <a:pt x="47" y="179676"/>
                  </a:cubicBezTo>
                  <a:lnTo>
                    <a:pt x="47" y="5661"/>
                  </a:lnTo>
                  <a:cubicBezTo>
                    <a:pt x="47" y="2535"/>
                    <a:pt x="2597" y="0"/>
                    <a:pt x="5743" y="0"/>
                  </a:cubicBezTo>
                  <a:lnTo>
                    <a:pt x="59438" y="0"/>
                  </a:lnTo>
                  <a:cubicBezTo>
                    <a:pt x="62584" y="0"/>
                    <a:pt x="65134" y="2535"/>
                    <a:pt x="65134" y="5661"/>
                  </a:cubicBezTo>
                  <a:lnTo>
                    <a:pt x="65134" y="179676"/>
                  </a:lnTo>
                  <a:cubicBezTo>
                    <a:pt x="65134" y="182802"/>
                    <a:pt x="62584" y="185337"/>
                    <a:pt x="59438" y="185337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74809560-FC7A-F14E-9583-7609B20EDF21}"/>
                </a:ext>
              </a:extLst>
            </p:cNvPr>
            <p:cNvSpPr/>
            <p:nvPr/>
          </p:nvSpPr>
          <p:spPr>
            <a:xfrm>
              <a:off x="3978133" y="2117291"/>
              <a:ext cx="65088" cy="207518"/>
            </a:xfrm>
            <a:custGeom>
              <a:avLst/>
              <a:gdLst>
                <a:gd name="connsiteX0" fmla="*/ 5604 w 65088"/>
                <a:gd name="connsiteY0" fmla="*/ 207518 h 207518"/>
                <a:gd name="connsiteX1" fmla="*/ 0 w 65088"/>
                <a:gd name="connsiteY1" fmla="*/ 201950 h 207518"/>
                <a:gd name="connsiteX2" fmla="*/ 1 w 65088"/>
                <a:gd name="connsiteY2" fmla="*/ 201857 h 207518"/>
                <a:gd name="connsiteX3" fmla="*/ 1 w 65088"/>
                <a:gd name="connsiteY3" fmla="*/ 5661 h 207518"/>
                <a:gd name="connsiteX4" fmla="*/ 5510 w 65088"/>
                <a:gd name="connsiteY4" fmla="*/ 1 h 207518"/>
                <a:gd name="connsiteX5" fmla="*/ 5604 w 65088"/>
                <a:gd name="connsiteY5" fmla="*/ 0 h 207518"/>
                <a:gd name="connsiteX6" fmla="*/ 59392 w 65088"/>
                <a:gd name="connsiteY6" fmla="*/ 0 h 207518"/>
                <a:gd name="connsiteX7" fmla="*/ 65088 w 65088"/>
                <a:gd name="connsiteY7" fmla="*/ 5661 h 207518"/>
                <a:gd name="connsiteX8" fmla="*/ 65088 w 65088"/>
                <a:gd name="connsiteY8" fmla="*/ 45476 h 207518"/>
                <a:gd name="connsiteX9" fmla="*/ 59392 w 65088"/>
                <a:gd name="connsiteY9" fmla="*/ 51137 h 207518"/>
                <a:gd name="connsiteX10" fmla="*/ 53696 w 65088"/>
                <a:gd name="connsiteY10" fmla="*/ 45476 h 207518"/>
                <a:gd name="connsiteX11" fmla="*/ 53696 w 65088"/>
                <a:gd name="connsiteY11" fmla="*/ 11230 h 207518"/>
                <a:gd name="connsiteX12" fmla="*/ 11393 w 65088"/>
                <a:gd name="connsiteY12" fmla="*/ 11230 h 207518"/>
                <a:gd name="connsiteX13" fmla="*/ 11393 w 65088"/>
                <a:gd name="connsiteY13" fmla="*/ 201857 h 207518"/>
                <a:gd name="connsiteX14" fmla="*/ 5698 w 65088"/>
                <a:gd name="connsiteY14" fmla="*/ 207519 h 207518"/>
                <a:gd name="connsiteX15" fmla="*/ 5604 w 65088"/>
                <a:gd name="connsiteY15" fmla="*/ 207518 h 20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088" h="207518">
                  <a:moveTo>
                    <a:pt x="5604" y="207518"/>
                  </a:moveTo>
                  <a:cubicBezTo>
                    <a:pt x="2509" y="207518"/>
                    <a:pt x="0" y="205026"/>
                    <a:pt x="0" y="201950"/>
                  </a:cubicBezTo>
                  <a:cubicBezTo>
                    <a:pt x="0" y="201919"/>
                    <a:pt x="0" y="201888"/>
                    <a:pt x="1" y="201857"/>
                  </a:cubicBezTo>
                  <a:lnTo>
                    <a:pt x="1" y="5661"/>
                  </a:lnTo>
                  <a:cubicBezTo>
                    <a:pt x="-51" y="2586"/>
                    <a:pt x="2416" y="52"/>
                    <a:pt x="5510" y="1"/>
                  </a:cubicBezTo>
                  <a:cubicBezTo>
                    <a:pt x="5541" y="0"/>
                    <a:pt x="5572" y="0"/>
                    <a:pt x="5604" y="0"/>
                  </a:cubicBezTo>
                  <a:lnTo>
                    <a:pt x="59392" y="0"/>
                  </a:lnTo>
                  <a:cubicBezTo>
                    <a:pt x="62538" y="0"/>
                    <a:pt x="65088" y="2535"/>
                    <a:pt x="65088" y="5661"/>
                  </a:cubicBezTo>
                  <a:lnTo>
                    <a:pt x="65088" y="45476"/>
                  </a:lnTo>
                  <a:cubicBezTo>
                    <a:pt x="65088" y="48602"/>
                    <a:pt x="62538" y="51137"/>
                    <a:pt x="59392" y="51137"/>
                  </a:cubicBezTo>
                  <a:cubicBezTo>
                    <a:pt x="56246" y="51137"/>
                    <a:pt x="53696" y="48602"/>
                    <a:pt x="53696" y="45476"/>
                  </a:cubicBezTo>
                  <a:lnTo>
                    <a:pt x="53696" y="11230"/>
                  </a:lnTo>
                  <a:lnTo>
                    <a:pt x="11393" y="11230"/>
                  </a:lnTo>
                  <a:lnTo>
                    <a:pt x="11393" y="201857"/>
                  </a:lnTo>
                  <a:cubicBezTo>
                    <a:pt x="11394" y="204983"/>
                    <a:pt x="8844" y="207518"/>
                    <a:pt x="5698" y="207519"/>
                  </a:cubicBezTo>
                  <a:cubicBezTo>
                    <a:pt x="5666" y="207519"/>
                    <a:pt x="5635" y="207519"/>
                    <a:pt x="5604" y="207518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AD638565-0E0B-7848-A4BC-E95D6448E8A1}"/>
                </a:ext>
              </a:extLst>
            </p:cNvPr>
            <p:cNvSpPr/>
            <p:nvPr/>
          </p:nvSpPr>
          <p:spPr>
            <a:xfrm>
              <a:off x="4031829" y="2259008"/>
              <a:ext cx="11392" cy="28120"/>
            </a:xfrm>
            <a:custGeom>
              <a:avLst/>
              <a:gdLst>
                <a:gd name="connsiteX0" fmla="*/ 5696 w 11392"/>
                <a:gd name="connsiteY0" fmla="*/ 28121 h 28120"/>
                <a:gd name="connsiteX1" fmla="*/ 0 w 11392"/>
                <a:gd name="connsiteY1" fmla="*/ 22552 h 28120"/>
                <a:gd name="connsiteX2" fmla="*/ 0 w 11392"/>
                <a:gd name="connsiteY2" fmla="*/ 5661 h 28120"/>
                <a:gd name="connsiteX3" fmla="*/ 5696 w 11392"/>
                <a:gd name="connsiteY3" fmla="*/ 0 h 28120"/>
                <a:gd name="connsiteX4" fmla="*/ 11393 w 11392"/>
                <a:gd name="connsiteY4" fmla="*/ 5661 h 28120"/>
                <a:gd name="connsiteX5" fmla="*/ 11393 w 11392"/>
                <a:gd name="connsiteY5" fmla="*/ 22552 h 28120"/>
                <a:gd name="connsiteX6" fmla="*/ 5696 w 11392"/>
                <a:gd name="connsiteY6" fmla="*/ 28121 h 2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28120">
                  <a:moveTo>
                    <a:pt x="5696" y="28121"/>
                  </a:moveTo>
                  <a:cubicBezTo>
                    <a:pt x="2586" y="28121"/>
                    <a:pt x="51" y="25643"/>
                    <a:pt x="0" y="22552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22552"/>
                  </a:lnTo>
                  <a:cubicBezTo>
                    <a:pt x="11342" y="25643"/>
                    <a:pt x="8806" y="28121"/>
                    <a:pt x="5696" y="28121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FA54E88-6B92-F946-B0E2-E2BBD6D8EDFE}"/>
                </a:ext>
              </a:extLst>
            </p:cNvPr>
            <p:cNvSpPr/>
            <p:nvPr/>
          </p:nvSpPr>
          <p:spPr>
            <a:xfrm>
              <a:off x="4031829" y="2202302"/>
              <a:ext cx="11392" cy="39628"/>
            </a:xfrm>
            <a:custGeom>
              <a:avLst/>
              <a:gdLst>
                <a:gd name="connsiteX0" fmla="*/ 5696 w 11392"/>
                <a:gd name="connsiteY0" fmla="*/ 39629 h 39628"/>
                <a:gd name="connsiteX1" fmla="*/ 0 w 11392"/>
                <a:gd name="connsiteY1" fmla="*/ 33968 h 39628"/>
                <a:gd name="connsiteX2" fmla="*/ 0 w 11392"/>
                <a:gd name="connsiteY2" fmla="*/ 5661 h 39628"/>
                <a:gd name="connsiteX3" fmla="*/ 5696 w 11392"/>
                <a:gd name="connsiteY3" fmla="*/ 0 h 39628"/>
                <a:gd name="connsiteX4" fmla="*/ 11393 w 11392"/>
                <a:gd name="connsiteY4" fmla="*/ 5661 h 39628"/>
                <a:gd name="connsiteX5" fmla="*/ 11393 w 11392"/>
                <a:gd name="connsiteY5" fmla="*/ 33968 h 39628"/>
                <a:gd name="connsiteX6" fmla="*/ 5696 w 11392"/>
                <a:gd name="connsiteY6" fmla="*/ 39629 h 3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39628">
                  <a:moveTo>
                    <a:pt x="5696" y="39629"/>
                  </a:moveTo>
                  <a:cubicBezTo>
                    <a:pt x="2550" y="39629"/>
                    <a:pt x="0" y="37094"/>
                    <a:pt x="0" y="33968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33968"/>
                  </a:lnTo>
                  <a:cubicBezTo>
                    <a:pt x="11393" y="37094"/>
                    <a:pt x="8842" y="39629"/>
                    <a:pt x="5696" y="39629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8ACAE1A0-163E-F141-A7B1-4E201F49D4AB}"/>
                </a:ext>
              </a:extLst>
            </p:cNvPr>
            <p:cNvSpPr/>
            <p:nvPr/>
          </p:nvSpPr>
          <p:spPr>
            <a:xfrm>
              <a:off x="4031829" y="2157105"/>
              <a:ext cx="11392" cy="28120"/>
            </a:xfrm>
            <a:custGeom>
              <a:avLst/>
              <a:gdLst>
                <a:gd name="connsiteX0" fmla="*/ 5696 w 11392"/>
                <a:gd name="connsiteY0" fmla="*/ 28121 h 28120"/>
                <a:gd name="connsiteX1" fmla="*/ 0 w 11392"/>
                <a:gd name="connsiteY1" fmla="*/ 22459 h 28120"/>
                <a:gd name="connsiteX2" fmla="*/ 0 w 11392"/>
                <a:gd name="connsiteY2" fmla="*/ 5661 h 28120"/>
                <a:gd name="connsiteX3" fmla="*/ 5696 w 11392"/>
                <a:gd name="connsiteY3" fmla="*/ 0 h 28120"/>
                <a:gd name="connsiteX4" fmla="*/ 11393 w 11392"/>
                <a:gd name="connsiteY4" fmla="*/ 5661 h 28120"/>
                <a:gd name="connsiteX5" fmla="*/ 11393 w 11392"/>
                <a:gd name="connsiteY5" fmla="*/ 22459 h 28120"/>
                <a:gd name="connsiteX6" fmla="*/ 5696 w 11392"/>
                <a:gd name="connsiteY6" fmla="*/ 28121 h 2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28120">
                  <a:moveTo>
                    <a:pt x="5696" y="28121"/>
                  </a:moveTo>
                  <a:cubicBezTo>
                    <a:pt x="2550" y="28121"/>
                    <a:pt x="0" y="25586"/>
                    <a:pt x="0" y="22459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22459"/>
                  </a:lnTo>
                  <a:cubicBezTo>
                    <a:pt x="11393" y="25586"/>
                    <a:pt x="8842" y="28121"/>
                    <a:pt x="5696" y="28121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14C5D0DD-9D8E-CA4E-84DC-4542D16455DF}"/>
                </a:ext>
              </a:extLst>
            </p:cNvPr>
            <p:cNvSpPr/>
            <p:nvPr/>
          </p:nvSpPr>
          <p:spPr>
            <a:xfrm>
              <a:off x="4031829" y="2275899"/>
              <a:ext cx="11392" cy="48909"/>
            </a:xfrm>
            <a:custGeom>
              <a:avLst/>
              <a:gdLst>
                <a:gd name="connsiteX0" fmla="*/ 5696 w 11392"/>
                <a:gd name="connsiteY0" fmla="*/ 48910 h 48909"/>
                <a:gd name="connsiteX1" fmla="*/ 0 w 11392"/>
                <a:gd name="connsiteY1" fmla="*/ 43248 h 48909"/>
                <a:gd name="connsiteX2" fmla="*/ 0 w 11392"/>
                <a:gd name="connsiteY2" fmla="*/ 5661 h 48909"/>
                <a:gd name="connsiteX3" fmla="*/ 5696 w 11392"/>
                <a:gd name="connsiteY3" fmla="*/ 0 h 48909"/>
                <a:gd name="connsiteX4" fmla="*/ 11393 w 11392"/>
                <a:gd name="connsiteY4" fmla="*/ 5661 h 48909"/>
                <a:gd name="connsiteX5" fmla="*/ 11393 w 11392"/>
                <a:gd name="connsiteY5" fmla="*/ 43248 h 48909"/>
                <a:gd name="connsiteX6" fmla="*/ 5696 w 11392"/>
                <a:gd name="connsiteY6" fmla="*/ 48910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48909">
                  <a:moveTo>
                    <a:pt x="5696" y="48910"/>
                  </a:moveTo>
                  <a:cubicBezTo>
                    <a:pt x="2550" y="48910"/>
                    <a:pt x="0" y="46375"/>
                    <a:pt x="0" y="43248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43248"/>
                  </a:lnTo>
                  <a:cubicBezTo>
                    <a:pt x="11393" y="46375"/>
                    <a:pt x="8842" y="48910"/>
                    <a:pt x="5696" y="48910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3" name="Graphic 68">
            <a:extLst>
              <a:ext uri="{FF2B5EF4-FFF2-40B4-BE49-F238E27FC236}">
                <a16:creationId xmlns:a16="http://schemas.microsoft.com/office/drawing/2014/main" id="{52D8C5A6-690B-FE4B-80B2-AD9D7A06924D}"/>
              </a:ext>
            </a:extLst>
          </p:cNvPr>
          <p:cNvGrpSpPr>
            <a:grpSpLocks noChangeAspect="1"/>
          </p:cNvGrpSpPr>
          <p:nvPr/>
        </p:nvGrpSpPr>
        <p:grpSpPr>
          <a:xfrm>
            <a:off x="3585837" y="5642486"/>
            <a:ext cx="374745" cy="284735"/>
            <a:chOff x="3742648" y="2110747"/>
            <a:chExt cx="340677" cy="258850"/>
          </a:xfrm>
          <a:solidFill>
            <a:srgbClr val="FFFFFF"/>
          </a:solidFill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F7B9E826-D230-424F-BE03-82DFBF4F514A}"/>
                </a:ext>
              </a:extLst>
            </p:cNvPr>
            <p:cNvSpPr/>
            <p:nvPr/>
          </p:nvSpPr>
          <p:spPr>
            <a:xfrm>
              <a:off x="3753147" y="2122512"/>
              <a:ext cx="86050" cy="247039"/>
            </a:xfrm>
            <a:custGeom>
              <a:avLst/>
              <a:gdLst>
                <a:gd name="connsiteX0" fmla="*/ 80489 w 86050"/>
                <a:gd name="connsiteY0" fmla="*/ 247039 h 247039"/>
                <a:gd name="connsiteX1" fmla="*/ 5700 w 86050"/>
                <a:gd name="connsiteY1" fmla="*/ 247039 h 247039"/>
                <a:gd name="connsiteX2" fmla="*/ 48 w 86050"/>
                <a:gd name="connsiteY2" fmla="*/ 241489 h 247039"/>
                <a:gd name="connsiteX3" fmla="*/ 47 w 86050"/>
                <a:gd name="connsiteY3" fmla="*/ 241394 h 247039"/>
                <a:gd name="connsiteX4" fmla="*/ 47 w 86050"/>
                <a:gd name="connsiteY4" fmla="*/ 169804 h 247039"/>
                <a:gd name="connsiteX5" fmla="*/ 4932 w 86050"/>
                <a:gd name="connsiteY5" fmla="*/ 163379 h 247039"/>
                <a:gd name="connsiteX6" fmla="*/ 11261 w 86050"/>
                <a:gd name="connsiteY6" fmla="*/ 168337 h 247039"/>
                <a:gd name="connsiteX7" fmla="*/ 11261 w 86050"/>
                <a:gd name="connsiteY7" fmla="*/ 169804 h 247039"/>
                <a:gd name="connsiteX8" fmla="*/ 11261 w 86050"/>
                <a:gd name="connsiteY8" fmla="*/ 235656 h 247039"/>
                <a:gd name="connsiteX9" fmla="*/ 74836 w 86050"/>
                <a:gd name="connsiteY9" fmla="*/ 235656 h 247039"/>
                <a:gd name="connsiteX10" fmla="*/ 74836 w 86050"/>
                <a:gd name="connsiteY10" fmla="*/ 11477 h 247039"/>
                <a:gd name="connsiteX11" fmla="*/ 11261 w 86050"/>
                <a:gd name="connsiteY11" fmla="*/ 11477 h 247039"/>
                <a:gd name="connsiteX12" fmla="*/ 11261 w 86050"/>
                <a:gd name="connsiteY12" fmla="*/ 59643 h 247039"/>
                <a:gd name="connsiteX13" fmla="*/ 4932 w 86050"/>
                <a:gd name="connsiteY13" fmla="*/ 64601 h 247039"/>
                <a:gd name="connsiteX14" fmla="*/ 47 w 86050"/>
                <a:gd name="connsiteY14" fmla="*/ 59643 h 247039"/>
                <a:gd name="connsiteX15" fmla="*/ 47 w 86050"/>
                <a:gd name="connsiteY15" fmla="*/ 5739 h 247039"/>
                <a:gd name="connsiteX16" fmla="*/ 5700 w 86050"/>
                <a:gd name="connsiteY16" fmla="*/ 0 h 247039"/>
                <a:gd name="connsiteX17" fmla="*/ 80489 w 86050"/>
                <a:gd name="connsiteY17" fmla="*/ 0 h 247039"/>
                <a:gd name="connsiteX18" fmla="*/ 86051 w 86050"/>
                <a:gd name="connsiteY18" fmla="*/ 5644 h 247039"/>
                <a:gd name="connsiteX19" fmla="*/ 86050 w 86050"/>
                <a:gd name="connsiteY19" fmla="*/ 5739 h 247039"/>
                <a:gd name="connsiteX20" fmla="*/ 86050 w 86050"/>
                <a:gd name="connsiteY20" fmla="*/ 241394 h 247039"/>
                <a:gd name="connsiteX21" fmla="*/ 80489 w 86050"/>
                <a:gd name="connsiteY21" fmla="*/ 247039 h 24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6050" h="247039">
                  <a:moveTo>
                    <a:pt x="80489" y="247039"/>
                  </a:moveTo>
                  <a:lnTo>
                    <a:pt x="5700" y="247039"/>
                  </a:lnTo>
                  <a:cubicBezTo>
                    <a:pt x="2630" y="247090"/>
                    <a:pt x="99" y="244606"/>
                    <a:pt x="48" y="241489"/>
                  </a:cubicBezTo>
                  <a:cubicBezTo>
                    <a:pt x="47" y="241457"/>
                    <a:pt x="47" y="241426"/>
                    <a:pt x="47" y="241394"/>
                  </a:cubicBezTo>
                  <a:lnTo>
                    <a:pt x="47" y="169804"/>
                  </a:lnTo>
                  <a:cubicBezTo>
                    <a:pt x="-352" y="166660"/>
                    <a:pt x="1835" y="163784"/>
                    <a:pt x="4932" y="163379"/>
                  </a:cubicBezTo>
                  <a:cubicBezTo>
                    <a:pt x="8028" y="162974"/>
                    <a:pt x="10862" y="165194"/>
                    <a:pt x="11261" y="168337"/>
                  </a:cubicBezTo>
                  <a:cubicBezTo>
                    <a:pt x="11323" y="168824"/>
                    <a:pt x="11323" y="169317"/>
                    <a:pt x="11261" y="169804"/>
                  </a:cubicBezTo>
                  <a:lnTo>
                    <a:pt x="11261" y="235656"/>
                  </a:lnTo>
                  <a:lnTo>
                    <a:pt x="74836" y="235656"/>
                  </a:lnTo>
                  <a:lnTo>
                    <a:pt x="74836" y="11477"/>
                  </a:lnTo>
                  <a:lnTo>
                    <a:pt x="11261" y="11477"/>
                  </a:lnTo>
                  <a:lnTo>
                    <a:pt x="11261" y="59643"/>
                  </a:lnTo>
                  <a:cubicBezTo>
                    <a:pt x="10862" y="62786"/>
                    <a:pt x="8028" y="65006"/>
                    <a:pt x="4932" y="64601"/>
                  </a:cubicBezTo>
                  <a:cubicBezTo>
                    <a:pt x="2382" y="64268"/>
                    <a:pt x="375" y="62231"/>
                    <a:pt x="47" y="59643"/>
                  </a:cubicBezTo>
                  <a:lnTo>
                    <a:pt x="47" y="5739"/>
                  </a:lnTo>
                  <a:cubicBezTo>
                    <a:pt x="47" y="2569"/>
                    <a:pt x="2578" y="0"/>
                    <a:pt x="5700" y="0"/>
                  </a:cubicBezTo>
                  <a:lnTo>
                    <a:pt x="80489" y="0"/>
                  </a:lnTo>
                  <a:cubicBezTo>
                    <a:pt x="83560" y="0"/>
                    <a:pt x="86050" y="2526"/>
                    <a:pt x="86051" y="5644"/>
                  </a:cubicBezTo>
                  <a:cubicBezTo>
                    <a:pt x="86051" y="5675"/>
                    <a:pt x="86051" y="5707"/>
                    <a:pt x="86050" y="5739"/>
                  </a:cubicBezTo>
                  <a:lnTo>
                    <a:pt x="86050" y="241394"/>
                  </a:lnTo>
                  <a:cubicBezTo>
                    <a:pt x="86050" y="244511"/>
                    <a:pt x="83560" y="247039"/>
                    <a:pt x="80489" y="24703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D9FBE52F-EEBC-1A4D-99CC-1297E96E7523}"/>
                </a:ext>
              </a:extLst>
            </p:cNvPr>
            <p:cNvSpPr/>
            <p:nvPr/>
          </p:nvSpPr>
          <p:spPr>
            <a:xfrm>
              <a:off x="3753194" y="2270188"/>
              <a:ext cx="11213" cy="27865"/>
            </a:xfrm>
            <a:custGeom>
              <a:avLst/>
              <a:gdLst>
                <a:gd name="connsiteX0" fmla="*/ 5653 w 11213"/>
                <a:gd name="connsiteY0" fmla="*/ 27866 h 27865"/>
                <a:gd name="connsiteX1" fmla="*/ 0 w 11213"/>
                <a:gd name="connsiteY1" fmla="*/ 22127 h 27865"/>
                <a:gd name="connsiteX2" fmla="*/ 0 w 11213"/>
                <a:gd name="connsiteY2" fmla="*/ 5006 h 27865"/>
                <a:gd name="connsiteX3" fmla="*/ 6329 w 11213"/>
                <a:gd name="connsiteY3" fmla="*/ 48 h 27865"/>
                <a:gd name="connsiteX4" fmla="*/ 11214 w 11213"/>
                <a:gd name="connsiteY4" fmla="*/ 5006 h 27865"/>
                <a:gd name="connsiteX5" fmla="*/ 11214 w 11213"/>
                <a:gd name="connsiteY5" fmla="*/ 22127 h 27865"/>
                <a:gd name="connsiteX6" fmla="*/ 5653 w 11213"/>
                <a:gd name="connsiteY6" fmla="*/ 27866 h 2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13" h="27865">
                  <a:moveTo>
                    <a:pt x="5653" y="27866"/>
                  </a:moveTo>
                  <a:cubicBezTo>
                    <a:pt x="2531" y="27866"/>
                    <a:pt x="0" y="25297"/>
                    <a:pt x="0" y="22127"/>
                  </a:cubicBezTo>
                  <a:lnTo>
                    <a:pt x="0" y="5006"/>
                  </a:lnTo>
                  <a:cubicBezTo>
                    <a:pt x="399" y="1863"/>
                    <a:pt x="3233" y="-357"/>
                    <a:pt x="6329" y="48"/>
                  </a:cubicBezTo>
                  <a:cubicBezTo>
                    <a:pt x="8878" y="381"/>
                    <a:pt x="10885" y="2418"/>
                    <a:pt x="11214" y="5006"/>
                  </a:cubicBezTo>
                  <a:lnTo>
                    <a:pt x="11214" y="22127"/>
                  </a:lnTo>
                  <a:cubicBezTo>
                    <a:pt x="11214" y="25260"/>
                    <a:pt x="8739" y="27815"/>
                    <a:pt x="5653" y="2786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9AD3D12-9FAD-7F4F-BACF-3A9609F097B2}"/>
                </a:ext>
              </a:extLst>
            </p:cNvPr>
            <p:cNvSpPr/>
            <p:nvPr/>
          </p:nvSpPr>
          <p:spPr>
            <a:xfrm>
              <a:off x="3753147" y="2218110"/>
              <a:ext cx="11307" cy="37516"/>
            </a:xfrm>
            <a:custGeom>
              <a:avLst/>
              <a:gdLst>
                <a:gd name="connsiteX0" fmla="*/ 5700 w 11307"/>
                <a:gd name="connsiteY0" fmla="*/ 37517 h 37516"/>
                <a:gd name="connsiteX1" fmla="*/ 47 w 11307"/>
                <a:gd name="connsiteY1" fmla="*/ 31778 h 37516"/>
                <a:gd name="connsiteX2" fmla="*/ 47 w 11307"/>
                <a:gd name="connsiteY2" fmla="*/ 6472 h 37516"/>
                <a:gd name="connsiteX3" fmla="*/ 4932 w 11307"/>
                <a:gd name="connsiteY3" fmla="*/ 48 h 37516"/>
                <a:gd name="connsiteX4" fmla="*/ 11261 w 11307"/>
                <a:gd name="connsiteY4" fmla="*/ 5006 h 37516"/>
                <a:gd name="connsiteX5" fmla="*/ 11261 w 11307"/>
                <a:gd name="connsiteY5" fmla="*/ 6472 h 37516"/>
                <a:gd name="connsiteX6" fmla="*/ 11261 w 11307"/>
                <a:gd name="connsiteY6" fmla="*/ 31778 h 37516"/>
                <a:gd name="connsiteX7" fmla="*/ 5700 w 11307"/>
                <a:gd name="connsiteY7" fmla="*/ 37517 h 3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37516">
                  <a:moveTo>
                    <a:pt x="5700" y="37517"/>
                  </a:moveTo>
                  <a:cubicBezTo>
                    <a:pt x="2578" y="37517"/>
                    <a:pt x="47" y="34948"/>
                    <a:pt x="47" y="31778"/>
                  </a:cubicBezTo>
                  <a:lnTo>
                    <a:pt x="47" y="6472"/>
                  </a:lnTo>
                  <a:cubicBezTo>
                    <a:pt x="-352" y="3329"/>
                    <a:pt x="1835" y="453"/>
                    <a:pt x="4932" y="48"/>
                  </a:cubicBezTo>
                  <a:cubicBezTo>
                    <a:pt x="8028" y="-357"/>
                    <a:pt x="10862" y="1863"/>
                    <a:pt x="11261" y="5006"/>
                  </a:cubicBezTo>
                  <a:cubicBezTo>
                    <a:pt x="11323" y="5493"/>
                    <a:pt x="11323" y="5986"/>
                    <a:pt x="11261" y="6472"/>
                  </a:cubicBezTo>
                  <a:lnTo>
                    <a:pt x="11261" y="31778"/>
                  </a:lnTo>
                  <a:cubicBezTo>
                    <a:pt x="11261" y="34911"/>
                    <a:pt x="8786" y="37465"/>
                    <a:pt x="5700" y="3751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18FC4CE5-07A9-074D-AE89-7750C7CD0C30}"/>
                </a:ext>
              </a:extLst>
            </p:cNvPr>
            <p:cNvSpPr/>
            <p:nvPr/>
          </p:nvSpPr>
          <p:spPr>
            <a:xfrm>
              <a:off x="3753147" y="2175682"/>
              <a:ext cx="11307" cy="29332"/>
            </a:xfrm>
            <a:custGeom>
              <a:avLst/>
              <a:gdLst>
                <a:gd name="connsiteX0" fmla="*/ 5700 w 11307"/>
                <a:gd name="connsiteY0" fmla="*/ 29332 h 29332"/>
                <a:gd name="connsiteX1" fmla="*/ 47 w 11307"/>
                <a:gd name="connsiteY1" fmla="*/ 23594 h 29332"/>
                <a:gd name="connsiteX2" fmla="*/ 47 w 11307"/>
                <a:gd name="connsiteY2" fmla="*/ 6472 h 29332"/>
                <a:gd name="connsiteX3" fmla="*/ 4932 w 11307"/>
                <a:gd name="connsiteY3" fmla="*/ 48 h 29332"/>
                <a:gd name="connsiteX4" fmla="*/ 11261 w 11307"/>
                <a:gd name="connsiteY4" fmla="*/ 5006 h 29332"/>
                <a:gd name="connsiteX5" fmla="*/ 11261 w 11307"/>
                <a:gd name="connsiteY5" fmla="*/ 6472 h 29332"/>
                <a:gd name="connsiteX6" fmla="*/ 11261 w 11307"/>
                <a:gd name="connsiteY6" fmla="*/ 23500 h 29332"/>
                <a:gd name="connsiteX7" fmla="*/ 5889 w 11307"/>
                <a:gd name="connsiteY7" fmla="*/ 29329 h 29332"/>
                <a:gd name="connsiteX8" fmla="*/ 5700 w 11307"/>
                <a:gd name="connsiteY8" fmla="*/ 29332 h 2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29332">
                  <a:moveTo>
                    <a:pt x="5700" y="29332"/>
                  </a:moveTo>
                  <a:cubicBezTo>
                    <a:pt x="2578" y="29332"/>
                    <a:pt x="47" y="26763"/>
                    <a:pt x="47" y="23594"/>
                  </a:cubicBezTo>
                  <a:lnTo>
                    <a:pt x="47" y="6472"/>
                  </a:lnTo>
                  <a:cubicBezTo>
                    <a:pt x="-352" y="3329"/>
                    <a:pt x="1835" y="453"/>
                    <a:pt x="4932" y="48"/>
                  </a:cubicBezTo>
                  <a:cubicBezTo>
                    <a:pt x="8028" y="-357"/>
                    <a:pt x="10862" y="1863"/>
                    <a:pt x="11261" y="5006"/>
                  </a:cubicBezTo>
                  <a:cubicBezTo>
                    <a:pt x="11323" y="5493"/>
                    <a:pt x="11323" y="5986"/>
                    <a:pt x="11261" y="6472"/>
                  </a:cubicBezTo>
                  <a:lnTo>
                    <a:pt x="11261" y="23500"/>
                  </a:lnTo>
                  <a:cubicBezTo>
                    <a:pt x="11363" y="26615"/>
                    <a:pt x="8958" y="29225"/>
                    <a:pt x="5889" y="29329"/>
                  </a:cubicBezTo>
                  <a:cubicBezTo>
                    <a:pt x="5826" y="29331"/>
                    <a:pt x="5763" y="29332"/>
                    <a:pt x="5700" y="29332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5A87DF5-296B-9F49-A79C-46A5B62C058E}"/>
                </a:ext>
              </a:extLst>
            </p:cNvPr>
            <p:cNvSpPr/>
            <p:nvPr/>
          </p:nvSpPr>
          <p:spPr>
            <a:xfrm>
              <a:off x="3770154" y="2144337"/>
              <a:ext cx="52083" cy="52869"/>
            </a:xfrm>
            <a:custGeom>
              <a:avLst/>
              <a:gdLst>
                <a:gd name="connsiteX0" fmla="*/ 26042 w 52083"/>
                <a:gd name="connsiteY0" fmla="*/ 52870 h 52869"/>
                <a:gd name="connsiteX1" fmla="*/ 0 w 52083"/>
                <a:gd name="connsiteY1" fmla="*/ 26435 h 52869"/>
                <a:gd name="connsiteX2" fmla="*/ 26042 w 52083"/>
                <a:gd name="connsiteY2" fmla="*/ 0 h 52869"/>
                <a:gd name="connsiteX3" fmla="*/ 52084 w 52083"/>
                <a:gd name="connsiteY3" fmla="*/ 26435 h 52869"/>
                <a:gd name="connsiteX4" fmla="*/ 26042 w 52083"/>
                <a:gd name="connsiteY4" fmla="*/ 52870 h 52869"/>
                <a:gd name="connsiteX5" fmla="*/ 26042 w 52083"/>
                <a:gd name="connsiteY5" fmla="*/ 11383 h 52869"/>
                <a:gd name="connsiteX6" fmla="*/ 11214 w 52083"/>
                <a:gd name="connsiteY6" fmla="*/ 26435 h 52869"/>
                <a:gd name="connsiteX7" fmla="*/ 26042 w 52083"/>
                <a:gd name="connsiteY7" fmla="*/ 41487 h 52869"/>
                <a:gd name="connsiteX8" fmla="*/ 40870 w 52083"/>
                <a:gd name="connsiteY8" fmla="*/ 26435 h 52869"/>
                <a:gd name="connsiteX9" fmla="*/ 26042 w 52083"/>
                <a:gd name="connsiteY9" fmla="*/ 11383 h 5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83" h="52869">
                  <a:moveTo>
                    <a:pt x="26042" y="52870"/>
                  </a:moveTo>
                  <a:cubicBezTo>
                    <a:pt x="11659" y="52870"/>
                    <a:pt x="0" y="41034"/>
                    <a:pt x="0" y="26435"/>
                  </a:cubicBezTo>
                  <a:cubicBezTo>
                    <a:pt x="0" y="11835"/>
                    <a:pt x="11659" y="0"/>
                    <a:pt x="26042" y="0"/>
                  </a:cubicBezTo>
                  <a:cubicBezTo>
                    <a:pt x="40424" y="0"/>
                    <a:pt x="52084" y="11835"/>
                    <a:pt x="52084" y="26435"/>
                  </a:cubicBezTo>
                  <a:cubicBezTo>
                    <a:pt x="52084" y="41034"/>
                    <a:pt x="40424" y="52870"/>
                    <a:pt x="26042" y="52870"/>
                  </a:cubicBezTo>
                  <a:close/>
                  <a:moveTo>
                    <a:pt x="26042" y="11383"/>
                  </a:moveTo>
                  <a:cubicBezTo>
                    <a:pt x="17853" y="11383"/>
                    <a:pt x="11214" y="18122"/>
                    <a:pt x="11214" y="26435"/>
                  </a:cubicBezTo>
                  <a:cubicBezTo>
                    <a:pt x="11214" y="34748"/>
                    <a:pt x="17853" y="41487"/>
                    <a:pt x="26042" y="41487"/>
                  </a:cubicBezTo>
                  <a:cubicBezTo>
                    <a:pt x="34231" y="41487"/>
                    <a:pt x="40870" y="34748"/>
                    <a:pt x="40870" y="26435"/>
                  </a:cubicBezTo>
                  <a:cubicBezTo>
                    <a:pt x="40870" y="18122"/>
                    <a:pt x="34231" y="11383"/>
                    <a:pt x="26042" y="113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B9BCB2A-B81E-3A4D-AEDC-309CC93D32B9}"/>
                </a:ext>
              </a:extLst>
            </p:cNvPr>
            <p:cNvSpPr/>
            <p:nvPr/>
          </p:nvSpPr>
          <p:spPr>
            <a:xfrm>
              <a:off x="3770431" y="2210565"/>
              <a:ext cx="51621" cy="11477"/>
            </a:xfrm>
            <a:custGeom>
              <a:avLst/>
              <a:gdLst>
                <a:gd name="connsiteX0" fmla="*/ 45968 w 51621"/>
                <a:gd name="connsiteY0" fmla="*/ 11477 h 11477"/>
                <a:gd name="connsiteX1" fmla="*/ 5561 w 51621"/>
                <a:gd name="connsiteY1" fmla="*/ 11477 h 11477"/>
                <a:gd name="connsiteX2" fmla="*/ 0 w 51621"/>
                <a:gd name="connsiteY2" fmla="*/ 5833 h 11477"/>
                <a:gd name="connsiteX3" fmla="*/ 1 w 51621"/>
                <a:gd name="connsiteY3" fmla="*/ 5739 h 11477"/>
                <a:gd name="connsiteX4" fmla="*/ 5561 w 51621"/>
                <a:gd name="connsiteY4" fmla="*/ 0 h 11477"/>
                <a:gd name="connsiteX5" fmla="*/ 45968 w 51621"/>
                <a:gd name="connsiteY5" fmla="*/ 0 h 11477"/>
                <a:gd name="connsiteX6" fmla="*/ 51621 w 51621"/>
                <a:gd name="connsiteY6" fmla="*/ 5739 h 11477"/>
                <a:gd name="connsiteX7" fmla="*/ 45968 w 51621"/>
                <a:gd name="connsiteY7" fmla="*/ 11477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21" h="11477">
                  <a:moveTo>
                    <a:pt x="45968" y="11477"/>
                  </a:moveTo>
                  <a:lnTo>
                    <a:pt x="5561" y="11477"/>
                  </a:lnTo>
                  <a:cubicBezTo>
                    <a:pt x="2490" y="11477"/>
                    <a:pt x="0" y="8951"/>
                    <a:pt x="0" y="5833"/>
                  </a:cubicBezTo>
                  <a:cubicBezTo>
                    <a:pt x="0" y="5802"/>
                    <a:pt x="0" y="5770"/>
                    <a:pt x="1" y="5739"/>
                  </a:cubicBezTo>
                  <a:cubicBezTo>
                    <a:pt x="0" y="2606"/>
                    <a:pt x="2475" y="51"/>
                    <a:pt x="5561" y="0"/>
                  </a:cubicBezTo>
                  <a:lnTo>
                    <a:pt x="45968" y="0"/>
                  </a:lnTo>
                  <a:cubicBezTo>
                    <a:pt x="49090" y="0"/>
                    <a:pt x="51621" y="2569"/>
                    <a:pt x="51621" y="5739"/>
                  </a:cubicBezTo>
                  <a:cubicBezTo>
                    <a:pt x="51621" y="8908"/>
                    <a:pt x="49090" y="11477"/>
                    <a:pt x="45968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2886BEED-0E6D-1D4B-ACD5-107DC5E1F4CC}"/>
                </a:ext>
              </a:extLst>
            </p:cNvPr>
            <p:cNvSpPr/>
            <p:nvPr/>
          </p:nvSpPr>
          <p:spPr>
            <a:xfrm>
              <a:off x="3771061" y="2231214"/>
              <a:ext cx="51714" cy="11477"/>
            </a:xfrm>
            <a:custGeom>
              <a:avLst/>
              <a:gdLst>
                <a:gd name="connsiteX0" fmla="*/ 45338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338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53805014-EC9E-F448-8959-35B5A2FFAF3B}"/>
                </a:ext>
              </a:extLst>
            </p:cNvPr>
            <p:cNvSpPr/>
            <p:nvPr/>
          </p:nvSpPr>
          <p:spPr>
            <a:xfrm>
              <a:off x="3771061" y="2252192"/>
              <a:ext cx="51714" cy="11477"/>
            </a:xfrm>
            <a:custGeom>
              <a:avLst/>
              <a:gdLst>
                <a:gd name="connsiteX0" fmla="*/ 45338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338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241A9C8B-9F85-3D48-B6A1-D0216864DC19}"/>
                </a:ext>
              </a:extLst>
            </p:cNvPr>
            <p:cNvSpPr/>
            <p:nvPr/>
          </p:nvSpPr>
          <p:spPr>
            <a:xfrm>
              <a:off x="3771061" y="2272982"/>
              <a:ext cx="51714" cy="11477"/>
            </a:xfrm>
            <a:custGeom>
              <a:avLst/>
              <a:gdLst>
                <a:gd name="connsiteX0" fmla="*/ 45338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338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68FB4289-19C0-4D4A-9CE2-C3E4E6BC5E61}"/>
                </a:ext>
              </a:extLst>
            </p:cNvPr>
            <p:cNvSpPr/>
            <p:nvPr/>
          </p:nvSpPr>
          <p:spPr>
            <a:xfrm>
              <a:off x="3753194" y="2323360"/>
              <a:ext cx="86003" cy="11477"/>
            </a:xfrm>
            <a:custGeom>
              <a:avLst/>
              <a:gdLst>
                <a:gd name="connsiteX0" fmla="*/ 80442 w 86003"/>
                <a:gd name="connsiteY0" fmla="*/ 11477 h 11477"/>
                <a:gd name="connsiteX1" fmla="*/ 5653 w 86003"/>
                <a:gd name="connsiteY1" fmla="*/ 11477 h 11477"/>
                <a:gd name="connsiteX2" fmla="*/ 0 w 86003"/>
                <a:gd name="connsiteY2" fmla="*/ 5739 h 11477"/>
                <a:gd name="connsiteX3" fmla="*/ 5653 w 86003"/>
                <a:gd name="connsiteY3" fmla="*/ 0 h 11477"/>
                <a:gd name="connsiteX4" fmla="*/ 80442 w 86003"/>
                <a:gd name="connsiteY4" fmla="*/ 0 h 11477"/>
                <a:gd name="connsiteX5" fmla="*/ 86003 w 86003"/>
                <a:gd name="connsiteY5" fmla="*/ 5739 h 11477"/>
                <a:gd name="connsiteX6" fmla="*/ 80536 w 86003"/>
                <a:gd name="connsiteY6" fmla="*/ 11476 h 11477"/>
                <a:gd name="connsiteX7" fmla="*/ 80442 w 86003"/>
                <a:gd name="connsiteY7" fmla="*/ 11477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003" h="11477">
                  <a:moveTo>
                    <a:pt x="80442" y="11477"/>
                  </a:moveTo>
                  <a:lnTo>
                    <a:pt x="5653" y="11477"/>
                  </a:lnTo>
                  <a:cubicBezTo>
                    <a:pt x="2531" y="11477"/>
                    <a:pt x="0" y="8908"/>
                    <a:pt x="0" y="5739"/>
                  </a:cubicBezTo>
                  <a:cubicBezTo>
                    <a:pt x="0" y="2569"/>
                    <a:pt x="2531" y="0"/>
                    <a:pt x="5653" y="0"/>
                  </a:cubicBezTo>
                  <a:lnTo>
                    <a:pt x="80442" y="0"/>
                  </a:lnTo>
                  <a:cubicBezTo>
                    <a:pt x="83528" y="51"/>
                    <a:pt x="86003" y="2606"/>
                    <a:pt x="86003" y="5739"/>
                  </a:cubicBezTo>
                  <a:cubicBezTo>
                    <a:pt x="86054" y="8855"/>
                    <a:pt x="83607" y="11424"/>
                    <a:pt x="80536" y="11476"/>
                  </a:cubicBezTo>
                  <a:cubicBezTo>
                    <a:pt x="80505" y="11477"/>
                    <a:pt x="80474" y="11477"/>
                    <a:pt x="80442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738A7CCB-EBA0-E743-8A15-8505EAA960DA}"/>
                </a:ext>
              </a:extLst>
            </p:cNvPr>
            <p:cNvSpPr/>
            <p:nvPr/>
          </p:nvSpPr>
          <p:spPr>
            <a:xfrm>
              <a:off x="3850040" y="2122982"/>
              <a:ext cx="86003" cy="246568"/>
            </a:xfrm>
            <a:custGeom>
              <a:avLst/>
              <a:gdLst>
                <a:gd name="connsiteX0" fmla="*/ 80442 w 86003"/>
                <a:gd name="connsiteY0" fmla="*/ 246568 h 246568"/>
                <a:gd name="connsiteX1" fmla="*/ 5653 w 86003"/>
                <a:gd name="connsiteY1" fmla="*/ 246568 h 246568"/>
                <a:gd name="connsiteX2" fmla="*/ 0 w 86003"/>
                <a:gd name="connsiteY2" fmla="*/ 240924 h 246568"/>
                <a:gd name="connsiteX3" fmla="*/ 0 w 86003"/>
                <a:gd name="connsiteY3" fmla="*/ 5739 h 246568"/>
                <a:gd name="connsiteX4" fmla="*/ 5653 w 86003"/>
                <a:gd name="connsiteY4" fmla="*/ 0 h 246568"/>
                <a:gd name="connsiteX5" fmla="*/ 80442 w 86003"/>
                <a:gd name="connsiteY5" fmla="*/ 0 h 246568"/>
                <a:gd name="connsiteX6" fmla="*/ 86004 w 86003"/>
                <a:gd name="connsiteY6" fmla="*/ 5644 h 246568"/>
                <a:gd name="connsiteX7" fmla="*/ 86003 w 86003"/>
                <a:gd name="connsiteY7" fmla="*/ 5739 h 246568"/>
                <a:gd name="connsiteX8" fmla="*/ 86003 w 86003"/>
                <a:gd name="connsiteY8" fmla="*/ 240924 h 246568"/>
                <a:gd name="connsiteX9" fmla="*/ 80442 w 86003"/>
                <a:gd name="connsiteY9" fmla="*/ 246568 h 246568"/>
                <a:gd name="connsiteX10" fmla="*/ 11306 w 86003"/>
                <a:gd name="connsiteY10" fmla="*/ 235185 h 246568"/>
                <a:gd name="connsiteX11" fmla="*/ 74789 w 86003"/>
                <a:gd name="connsiteY11" fmla="*/ 235185 h 246568"/>
                <a:gd name="connsiteX12" fmla="*/ 74789 w 86003"/>
                <a:gd name="connsiteY12" fmla="*/ 11007 h 246568"/>
                <a:gd name="connsiteX13" fmla="*/ 11306 w 86003"/>
                <a:gd name="connsiteY13" fmla="*/ 11007 h 24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003" h="246568">
                  <a:moveTo>
                    <a:pt x="80442" y="246568"/>
                  </a:moveTo>
                  <a:lnTo>
                    <a:pt x="5653" y="246568"/>
                  </a:lnTo>
                  <a:cubicBezTo>
                    <a:pt x="2567" y="246569"/>
                    <a:pt x="51" y="244056"/>
                    <a:pt x="0" y="240924"/>
                  </a:cubicBezTo>
                  <a:lnTo>
                    <a:pt x="0" y="5739"/>
                  </a:lnTo>
                  <a:cubicBezTo>
                    <a:pt x="0" y="2569"/>
                    <a:pt x="2531" y="0"/>
                    <a:pt x="5653" y="0"/>
                  </a:cubicBezTo>
                  <a:lnTo>
                    <a:pt x="80442" y="0"/>
                  </a:lnTo>
                  <a:cubicBezTo>
                    <a:pt x="83513" y="0"/>
                    <a:pt x="86003" y="2526"/>
                    <a:pt x="86004" y="5644"/>
                  </a:cubicBezTo>
                  <a:cubicBezTo>
                    <a:pt x="86004" y="5675"/>
                    <a:pt x="86004" y="5707"/>
                    <a:pt x="86003" y="5739"/>
                  </a:cubicBezTo>
                  <a:lnTo>
                    <a:pt x="86003" y="240924"/>
                  </a:lnTo>
                  <a:cubicBezTo>
                    <a:pt x="86003" y="244041"/>
                    <a:pt x="83513" y="246568"/>
                    <a:pt x="80442" y="246568"/>
                  </a:cubicBezTo>
                  <a:close/>
                  <a:moveTo>
                    <a:pt x="11306" y="235185"/>
                  </a:moveTo>
                  <a:lnTo>
                    <a:pt x="74789" y="235185"/>
                  </a:lnTo>
                  <a:lnTo>
                    <a:pt x="74789" y="11007"/>
                  </a:lnTo>
                  <a:lnTo>
                    <a:pt x="11306" y="11007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AF86583-7D46-C04F-B271-AC613EA60A18}"/>
                </a:ext>
              </a:extLst>
            </p:cNvPr>
            <p:cNvSpPr/>
            <p:nvPr/>
          </p:nvSpPr>
          <p:spPr>
            <a:xfrm>
              <a:off x="3867370" y="2144339"/>
              <a:ext cx="52083" cy="52869"/>
            </a:xfrm>
            <a:custGeom>
              <a:avLst/>
              <a:gdLst>
                <a:gd name="connsiteX0" fmla="*/ 25671 w 52083"/>
                <a:gd name="connsiteY0" fmla="*/ 52867 h 52869"/>
                <a:gd name="connsiteX1" fmla="*/ 3 w 52083"/>
                <a:gd name="connsiteY1" fmla="*/ 26059 h 52869"/>
                <a:gd name="connsiteX2" fmla="*/ 26413 w 52083"/>
                <a:gd name="connsiteY2" fmla="*/ 3 h 52869"/>
                <a:gd name="connsiteX3" fmla="*/ 52084 w 52083"/>
                <a:gd name="connsiteY3" fmla="*/ 26432 h 52869"/>
                <a:gd name="connsiteX4" fmla="*/ 26045 w 52083"/>
                <a:gd name="connsiteY4" fmla="*/ 52870 h 52869"/>
                <a:gd name="connsiteX5" fmla="*/ 25671 w 52083"/>
                <a:gd name="connsiteY5" fmla="*/ 52867 h 52869"/>
                <a:gd name="connsiteX6" fmla="*/ 25671 w 52083"/>
                <a:gd name="connsiteY6" fmla="*/ 11380 h 52869"/>
                <a:gd name="connsiteX7" fmla="*/ 10843 w 52083"/>
                <a:gd name="connsiteY7" fmla="*/ 26432 h 52869"/>
                <a:gd name="connsiteX8" fmla="*/ 25671 w 52083"/>
                <a:gd name="connsiteY8" fmla="*/ 41484 h 52869"/>
                <a:gd name="connsiteX9" fmla="*/ 40499 w 52083"/>
                <a:gd name="connsiteY9" fmla="*/ 26432 h 52869"/>
                <a:gd name="connsiteX10" fmla="*/ 25671 w 52083"/>
                <a:gd name="connsiteY10" fmla="*/ 11380 h 5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083" h="52869">
                  <a:moveTo>
                    <a:pt x="25671" y="52867"/>
                  </a:moveTo>
                  <a:cubicBezTo>
                    <a:pt x="11290" y="52659"/>
                    <a:pt x="-202" y="40657"/>
                    <a:pt x="3" y="26059"/>
                  </a:cubicBezTo>
                  <a:cubicBezTo>
                    <a:pt x="207" y="11461"/>
                    <a:pt x="12032" y="-205"/>
                    <a:pt x="26413" y="3"/>
                  </a:cubicBezTo>
                  <a:cubicBezTo>
                    <a:pt x="40648" y="208"/>
                    <a:pt x="52082" y="11980"/>
                    <a:pt x="52084" y="26432"/>
                  </a:cubicBezTo>
                  <a:cubicBezTo>
                    <a:pt x="52085" y="41032"/>
                    <a:pt x="40427" y="52868"/>
                    <a:pt x="26045" y="52870"/>
                  </a:cubicBezTo>
                  <a:cubicBezTo>
                    <a:pt x="25920" y="52870"/>
                    <a:pt x="25796" y="52869"/>
                    <a:pt x="25671" y="52867"/>
                  </a:cubicBezTo>
                  <a:close/>
                  <a:moveTo>
                    <a:pt x="25671" y="11380"/>
                  </a:moveTo>
                  <a:cubicBezTo>
                    <a:pt x="17482" y="11380"/>
                    <a:pt x="10843" y="18119"/>
                    <a:pt x="10843" y="26432"/>
                  </a:cubicBezTo>
                  <a:cubicBezTo>
                    <a:pt x="10843" y="34745"/>
                    <a:pt x="17482" y="41484"/>
                    <a:pt x="25671" y="41484"/>
                  </a:cubicBezTo>
                  <a:cubicBezTo>
                    <a:pt x="33861" y="41484"/>
                    <a:pt x="40499" y="34745"/>
                    <a:pt x="40499" y="26432"/>
                  </a:cubicBezTo>
                  <a:cubicBezTo>
                    <a:pt x="40499" y="18119"/>
                    <a:pt x="33861" y="11380"/>
                    <a:pt x="25671" y="113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414DC0B-7DCA-FC48-A8ED-80A9880635E3}"/>
                </a:ext>
              </a:extLst>
            </p:cNvPr>
            <p:cNvSpPr/>
            <p:nvPr/>
          </p:nvSpPr>
          <p:spPr>
            <a:xfrm>
              <a:off x="3867555" y="2210565"/>
              <a:ext cx="51621" cy="11483"/>
            </a:xfrm>
            <a:custGeom>
              <a:avLst/>
              <a:gdLst>
                <a:gd name="connsiteX0" fmla="*/ 45690 w 51621"/>
                <a:gd name="connsiteY0" fmla="*/ 11477 h 11483"/>
                <a:gd name="connsiteX1" fmla="*/ 5561 w 51621"/>
                <a:gd name="connsiteY1" fmla="*/ 11477 h 11483"/>
                <a:gd name="connsiteX2" fmla="*/ 0 w 51621"/>
                <a:gd name="connsiteY2" fmla="*/ 5833 h 11483"/>
                <a:gd name="connsiteX3" fmla="*/ 1 w 51621"/>
                <a:gd name="connsiteY3" fmla="*/ 5739 h 11483"/>
                <a:gd name="connsiteX4" fmla="*/ 5561 w 51621"/>
                <a:gd name="connsiteY4" fmla="*/ 0 h 11483"/>
                <a:gd name="connsiteX5" fmla="*/ 45968 w 51621"/>
                <a:gd name="connsiteY5" fmla="*/ 0 h 11483"/>
                <a:gd name="connsiteX6" fmla="*/ 51621 w 51621"/>
                <a:gd name="connsiteY6" fmla="*/ 5739 h 11483"/>
                <a:gd name="connsiteX7" fmla="*/ 45975 w 51621"/>
                <a:gd name="connsiteY7" fmla="*/ 11484 h 11483"/>
                <a:gd name="connsiteX8" fmla="*/ 45690 w 51621"/>
                <a:gd name="connsiteY8" fmla="*/ 11477 h 1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21" h="11483">
                  <a:moveTo>
                    <a:pt x="45690" y="11477"/>
                  </a:moveTo>
                  <a:lnTo>
                    <a:pt x="5561" y="11477"/>
                  </a:lnTo>
                  <a:cubicBezTo>
                    <a:pt x="2490" y="11477"/>
                    <a:pt x="0" y="8951"/>
                    <a:pt x="0" y="5833"/>
                  </a:cubicBezTo>
                  <a:cubicBezTo>
                    <a:pt x="0" y="5802"/>
                    <a:pt x="0" y="5770"/>
                    <a:pt x="1" y="5739"/>
                  </a:cubicBezTo>
                  <a:cubicBezTo>
                    <a:pt x="0" y="2606"/>
                    <a:pt x="2475" y="51"/>
                    <a:pt x="5561" y="0"/>
                  </a:cubicBezTo>
                  <a:lnTo>
                    <a:pt x="45968" y="0"/>
                  </a:lnTo>
                  <a:cubicBezTo>
                    <a:pt x="49090" y="0"/>
                    <a:pt x="51621" y="2569"/>
                    <a:pt x="51621" y="5739"/>
                  </a:cubicBezTo>
                  <a:cubicBezTo>
                    <a:pt x="51625" y="8908"/>
                    <a:pt x="49097" y="11480"/>
                    <a:pt x="45975" y="11484"/>
                  </a:cubicBezTo>
                  <a:cubicBezTo>
                    <a:pt x="45880" y="11484"/>
                    <a:pt x="45785" y="11482"/>
                    <a:pt x="45690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4ABC5813-9480-994A-9C15-B1C5897AEED6}"/>
                </a:ext>
              </a:extLst>
            </p:cNvPr>
            <p:cNvSpPr/>
            <p:nvPr/>
          </p:nvSpPr>
          <p:spPr>
            <a:xfrm>
              <a:off x="3868185" y="2231214"/>
              <a:ext cx="51714" cy="11477"/>
            </a:xfrm>
            <a:custGeom>
              <a:avLst/>
              <a:gdLst>
                <a:gd name="connsiteX0" fmla="*/ 45060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060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0D5B81B-4D04-814D-904E-DDC501AB70EF}"/>
                </a:ext>
              </a:extLst>
            </p:cNvPr>
            <p:cNvSpPr/>
            <p:nvPr/>
          </p:nvSpPr>
          <p:spPr>
            <a:xfrm>
              <a:off x="3867417" y="2252004"/>
              <a:ext cx="52482" cy="11618"/>
            </a:xfrm>
            <a:custGeom>
              <a:avLst/>
              <a:gdLst>
                <a:gd name="connsiteX0" fmla="*/ 45828 w 52482"/>
                <a:gd name="connsiteY0" fmla="*/ 11619 h 11618"/>
                <a:gd name="connsiteX1" fmla="*/ 5700 w 52482"/>
                <a:gd name="connsiteY1" fmla="*/ 11619 h 11618"/>
                <a:gd name="connsiteX2" fmla="*/ 0 w 52482"/>
                <a:gd name="connsiteY2" fmla="*/ 5833 h 11618"/>
                <a:gd name="connsiteX3" fmla="*/ 5700 w 52482"/>
                <a:gd name="connsiteY3" fmla="*/ 48 h 11618"/>
                <a:gd name="connsiteX4" fmla="*/ 46106 w 52482"/>
                <a:gd name="connsiteY4" fmla="*/ 48 h 11618"/>
                <a:gd name="connsiteX5" fmla="*/ 52435 w 52482"/>
                <a:gd name="connsiteY5" fmla="*/ 5006 h 11618"/>
                <a:gd name="connsiteX6" fmla="*/ 47551 w 52482"/>
                <a:gd name="connsiteY6" fmla="*/ 11431 h 11618"/>
                <a:gd name="connsiteX7" fmla="*/ 46106 w 52482"/>
                <a:gd name="connsiteY7" fmla="*/ 11431 h 11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482" h="11618">
                  <a:moveTo>
                    <a:pt x="45828" y="11619"/>
                  </a:moveTo>
                  <a:lnTo>
                    <a:pt x="5700" y="11619"/>
                  </a:lnTo>
                  <a:cubicBezTo>
                    <a:pt x="2552" y="11619"/>
                    <a:pt x="0" y="9028"/>
                    <a:pt x="0" y="5833"/>
                  </a:cubicBezTo>
                  <a:cubicBezTo>
                    <a:pt x="0" y="2638"/>
                    <a:pt x="2552" y="48"/>
                    <a:pt x="5700" y="48"/>
                  </a:cubicBezTo>
                  <a:lnTo>
                    <a:pt x="46106" y="48"/>
                  </a:lnTo>
                  <a:cubicBezTo>
                    <a:pt x="49203" y="-357"/>
                    <a:pt x="52036" y="1863"/>
                    <a:pt x="52435" y="5006"/>
                  </a:cubicBezTo>
                  <a:cubicBezTo>
                    <a:pt x="52834" y="8149"/>
                    <a:pt x="50647" y="11026"/>
                    <a:pt x="47551" y="11431"/>
                  </a:cubicBezTo>
                  <a:cubicBezTo>
                    <a:pt x="47071" y="11493"/>
                    <a:pt x="46586" y="11493"/>
                    <a:pt x="46106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C0532759-4848-CF43-B4B4-9C8993800AC7}"/>
                </a:ext>
              </a:extLst>
            </p:cNvPr>
            <p:cNvSpPr/>
            <p:nvPr/>
          </p:nvSpPr>
          <p:spPr>
            <a:xfrm>
              <a:off x="3868185" y="2272982"/>
              <a:ext cx="51714" cy="11477"/>
            </a:xfrm>
            <a:custGeom>
              <a:avLst/>
              <a:gdLst>
                <a:gd name="connsiteX0" fmla="*/ 45060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060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380B5B08-D7A6-9D48-B8E7-7672EF7C6B65}"/>
                </a:ext>
              </a:extLst>
            </p:cNvPr>
            <p:cNvSpPr/>
            <p:nvPr/>
          </p:nvSpPr>
          <p:spPr>
            <a:xfrm>
              <a:off x="3850040" y="2323360"/>
              <a:ext cx="86003" cy="11477"/>
            </a:xfrm>
            <a:custGeom>
              <a:avLst/>
              <a:gdLst>
                <a:gd name="connsiteX0" fmla="*/ 80442 w 86003"/>
                <a:gd name="connsiteY0" fmla="*/ 11477 h 11477"/>
                <a:gd name="connsiteX1" fmla="*/ 5653 w 86003"/>
                <a:gd name="connsiteY1" fmla="*/ 11477 h 11477"/>
                <a:gd name="connsiteX2" fmla="*/ 0 w 86003"/>
                <a:gd name="connsiteY2" fmla="*/ 5739 h 11477"/>
                <a:gd name="connsiteX3" fmla="*/ 5653 w 86003"/>
                <a:gd name="connsiteY3" fmla="*/ 0 h 11477"/>
                <a:gd name="connsiteX4" fmla="*/ 80442 w 86003"/>
                <a:gd name="connsiteY4" fmla="*/ 0 h 11477"/>
                <a:gd name="connsiteX5" fmla="*/ 86003 w 86003"/>
                <a:gd name="connsiteY5" fmla="*/ 5739 h 11477"/>
                <a:gd name="connsiteX6" fmla="*/ 80536 w 86003"/>
                <a:gd name="connsiteY6" fmla="*/ 11476 h 11477"/>
                <a:gd name="connsiteX7" fmla="*/ 80442 w 86003"/>
                <a:gd name="connsiteY7" fmla="*/ 11477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003" h="11477">
                  <a:moveTo>
                    <a:pt x="80442" y="11477"/>
                  </a:moveTo>
                  <a:lnTo>
                    <a:pt x="5653" y="11477"/>
                  </a:lnTo>
                  <a:cubicBezTo>
                    <a:pt x="2531" y="11477"/>
                    <a:pt x="0" y="8908"/>
                    <a:pt x="0" y="5739"/>
                  </a:cubicBezTo>
                  <a:cubicBezTo>
                    <a:pt x="50" y="2590"/>
                    <a:pt x="2552" y="50"/>
                    <a:pt x="5653" y="0"/>
                  </a:cubicBezTo>
                  <a:lnTo>
                    <a:pt x="80442" y="0"/>
                  </a:lnTo>
                  <a:cubicBezTo>
                    <a:pt x="83528" y="51"/>
                    <a:pt x="86003" y="2606"/>
                    <a:pt x="86003" y="5739"/>
                  </a:cubicBezTo>
                  <a:cubicBezTo>
                    <a:pt x="86054" y="8855"/>
                    <a:pt x="83607" y="11424"/>
                    <a:pt x="80536" y="11476"/>
                  </a:cubicBezTo>
                  <a:cubicBezTo>
                    <a:pt x="80505" y="11477"/>
                    <a:pt x="80474" y="11477"/>
                    <a:pt x="80442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4272B1F-E22A-4649-98A5-4448C6A8FBC7}"/>
                </a:ext>
              </a:extLst>
            </p:cNvPr>
            <p:cNvSpPr/>
            <p:nvPr/>
          </p:nvSpPr>
          <p:spPr>
            <a:xfrm>
              <a:off x="3925202" y="2110747"/>
              <a:ext cx="143312" cy="258805"/>
            </a:xfrm>
            <a:custGeom>
              <a:avLst/>
              <a:gdLst>
                <a:gd name="connsiteX0" fmla="*/ 65520 w 143312"/>
                <a:gd name="connsiteY0" fmla="*/ 258803 h 258805"/>
                <a:gd name="connsiteX1" fmla="*/ 62647 w 143312"/>
                <a:gd name="connsiteY1" fmla="*/ 258050 h 258805"/>
                <a:gd name="connsiteX2" fmla="*/ 60052 w 143312"/>
                <a:gd name="connsiteY2" fmla="*/ 254193 h 258805"/>
                <a:gd name="connsiteX3" fmla="*/ 184 w 143312"/>
                <a:gd name="connsiteY3" fmla="*/ 26910 h 258805"/>
                <a:gd name="connsiteX4" fmla="*/ 740 w 143312"/>
                <a:gd name="connsiteY4" fmla="*/ 22583 h 258805"/>
                <a:gd name="connsiteX5" fmla="*/ 4169 w 143312"/>
                <a:gd name="connsiteY5" fmla="*/ 19949 h 258805"/>
                <a:gd name="connsiteX6" fmla="*/ 76363 w 143312"/>
                <a:gd name="connsiteY6" fmla="*/ 193 h 258805"/>
                <a:gd name="connsiteX7" fmla="*/ 80626 w 143312"/>
                <a:gd name="connsiteY7" fmla="*/ 758 h 258805"/>
                <a:gd name="connsiteX8" fmla="*/ 83221 w 143312"/>
                <a:gd name="connsiteY8" fmla="*/ 4239 h 258805"/>
                <a:gd name="connsiteX9" fmla="*/ 143090 w 143312"/>
                <a:gd name="connsiteY9" fmla="*/ 231898 h 258805"/>
                <a:gd name="connsiteX10" fmla="*/ 139381 w 143312"/>
                <a:gd name="connsiteY10" fmla="*/ 238785 h 258805"/>
                <a:gd name="connsiteX11" fmla="*/ 139105 w 143312"/>
                <a:gd name="connsiteY11" fmla="*/ 238859 h 258805"/>
                <a:gd name="connsiteX12" fmla="*/ 66910 w 143312"/>
                <a:gd name="connsiteY12" fmla="*/ 258427 h 258805"/>
                <a:gd name="connsiteX13" fmla="*/ 65520 w 143312"/>
                <a:gd name="connsiteY13" fmla="*/ 258803 h 258805"/>
                <a:gd name="connsiteX14" fmla="*/ 12788 w 143312"/>
                <a:gd name="connsiteY14" fmla="*/ 29545 h 258805"/>
                <a:gd name="connsiteX15" fmla="*/ 69691 w 143312"/>
                <a:gd name="connsiteY15" fmla="*/ 245915 h 258805"/>
                <a:gd name="connsiteX16" fmla="*/ 131135 w 143312"/>
                <a:gd name="connsiteY16" fmla="*/ 229264 h 258805"/>
                <a:gd name="connsiteX17" fmla="*/ 74139 w 143312"/>
                <a:gd name="connsiteY17" fmla="*/ 12893 h 25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12" h="258805">
                  <a:moveTo>
                    <a:pt x="65520" y="258803"/>
                  </a:moveTo>
                  <a:cubicBezTo>
                    <a:pt x="64512" y="258831"/>
                    <a:pt x="63517" y="258570"/>
                    <a:pt x="62647" y="258050"/>
                  </a:cubicBezTo>
                  <a:cubicBezTo>
                    <a:pt x="61257" y="257225"/>
                    <a:pt x="60304" y="255809"/>
                    <a:pt x="60052" y="254193"/>
                  </a:cubicBezTo>
                  <a:lnTo>
                    <a:pt x="184" y="26910"/>
                  </a:lnTo>
                  <a:cubicBezTo>
                    <a:pt x="-189" y="25449"/>
                    <a:pt x="10" y="23898"/>
                    <a:pt x="740" y="22583"/>
                  </a:cubicBezTo>
                  <a:cubicBezTo>
                    <a:pt x="1472" y="21259"/>
                    <a:pt x="2715" y="20304"/>
                    <a:pt x="4169" y="19949"/>
                  </a:cubicBezTo>
                  <a:lnTo>
                    <a:pt x="76363" y="193"/>
                  </a:lnTo>
                  <a:cubicBezTo>
                    <a:pt x="77802" y="-196"/>
                    <a:pt x="79334" y="7"/>
                    <a:pt x="80626" y="758"/>
                  </a:cubicBezTo>
                  <a:cubicBezTo>
                    <a:pt x="81931" y="1501"/>
                    <a:pt x="82871" y="2762"/>
                    <a:pt x="83221" y="4239"/>
                  </a:cubicBezTo>
                  <a:lnTo>
                    <a:pt x="143090" y="231898"/>
                  </a:lnTo>
                  <a:cubicBezTo>
                    <a:pt x="143939" y="234840"/>
                    <a:pt x="142278" y="237923"/>
                    <a:pt x="139381" y="238785"/>
                  </a:cubicBezTo>
                  <a:cubicBezTo>
                    <a:pt x="139289" y="238812"/>
                    <a:pt x="139197" y="238837"/>
                    <a:pt x="139105" y="238859"/>
                  </a:cubicBezTo>
                  <a:lnTo>
                    <a:pt x="66910" y="258427"/>
                  </a:lnTo>
                  <a:cubicBezTo>
                    <a:pt x="66477" y="258645"/>
                    <a:pt x="66004" y="258773"/>
                    <a:pt x="65520" y="258803"/>
                  </a:cubicBezTo>
                  <a:close/>
                  <a:moveTo>
                    <a:pt x="12788" y="29545"/>
                  </a:moveTo>
                  <a:lnTo>
                    <a:pt x="69691" y="245915"/>
                  </a:lnTo>
                  <a:lnTo>
                    <a:pt x="131135" y="229264"/>
                  </a:lnTo>
                  <a:lnTo>
                    <a:pt x="74139" y="12893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2C3F96C-FAF1-3D47-97F9-E758E516F7F8}"/>
                </a:ext>
              </a:extLst>
            </p:cNvPr>
            <p:cNvSpPr/>
            <p:nvPr/>
          </p:nvSpPr>
          <p:spPr>
            <a:xfrm>
              <a:off x="3951698" y="2141068"/>
              <a:ext cx="52138" cy="52939"/>
            </a:xfrm>
            <a:custGeom>
              <a:avLst/>
              <a:gdLst>
                <a:gd name="connsiteX0" fmla="*/ 26049 w 52138"/>
                <a:gd name="connsiteY0" fmla="*/ 52940 h 52939"/>
                <a:gd name="connsiteX1" fmla="*/ 841 w 52138"/>
                <a:gd name="connsiteY1" fmla="*/ 33278 h 52939"/>
                <a:gd name="connsiteX2" fmla="*/ 19376 w 52138"/>
                <a:gd name="connsiteY2" fmla="*/ 917 h 52939"/>
                <a:gd name="connsiteX3" fmla="*/ 51192 w 52138"/>
                <a:gd name="connsiteY3" fmla="*/ 19482 h 52939"/>
                <a:gd name="connsiteX4" fmla="*/ 51257 w 52138"/>
                <a:gd name="connsiteY4" fmla="*/ 19732 h 52939"/>
                <a:gd name="connsiteX5" fmla="*/ 32788 w 52138"/>
                <a:gd name="connsiteY5" fmla="*/ 52075 h 52939"/>
                <a:gd name="connsiteX6" fmla="*/ 32722 w 52138"/>
                <a:gd name="connsiteY6" fmla="*/ 52093 h 52939"/>
                <a:gd name="connsiteX7" fmla="*/ 26049 w 52138"/>
                <a:gd name="connsiteY7" fmla="*/ 52940 h 52939"/>
                <a:gd name="connsiteX8" fmla="*/ 26049 w 52138"/>
                <a:gd name="connsiteY8" fmla="*/ 11359 h 52939"/>
                <a:gd name="connsiteX9" fmla="*/ 22249 w 52138"/>
                <a:gd name="connsiteY9" fmla="*/ 11924 h 52939"/>
                <a:gd name="connsiteX10" fmla="*/ 12982 w 52138"/>
                <a:gd name="connsiteY10" fmla="*/ 18885 h 52939"/>
                <a:gd name="connsiteX11" fmla="*/ 18330 w 52138"/>
                <a:gd name="connsiteY11" fmla="*/ 39468 h 52939"/>
                <a:gd name="connsiteX12" fmla="*/ 29663 w 52138"/>
                <a:gd name="connsiteY12" fmla="*/ 40992 h 52939"/>
                <a:gd name="connsiteX13" fmla="*/ 40166 w 52138"/>
                <a:gd name="connsiteY13" fmla="*/ 22568 h 52939"/>
                <a:gd name="connsiteX14" fmla="*/ 33278 w 52138"/>
                <a:gd name="connsiteY14" fmla="*/ 13429 h 52939"/>
                <a:gd name="connsiteX15" fmla="*/ 26049 w 52138"/>
                <a:gd name="connsiteY15" fmla="*/ 11359 h 5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138" h="52939">
                  <a:moveTo>
                    <a:pt x="26049" y="52940"/>
                  </a:moveTo>
                  <a:cubicBezTo>
                    <a:pt x="14256" y="52859"/>
                    <a:pt x="3955" y="44825"/>
                    <a:pt x="841" y="33278"/>
                  </a:cubicBezTo>
                  <a:cubicBezTo>
                    <a:pt x="-2755" y="19159"/>
                    <a:pt x="5509" y="4730"/>
                    <a:pt x="19376" y="917"/>
                  </a:cubicBezTo>
                  <a:cubicBezTo>
                    <a:pt x="33212" y="-2875"/>
                    <a:pt x="47457" y="5437"/>
                    <a:pt x="51192" y="19482"/>
                  </a:cubicBezTo>
                  <a:cubicBezTo>
                    <a:pt x="51214" y="19565"/>
                    <a:pt x="51235" y="19648"/>
                    <a:pt x="51257" y="19732"/>
                  </a:cubicBezTo>
                  <a:cubicBezTo>
                    <a:pt x="54955" y="33840"/>
                    <a:pt x="46686" y="48321"/>
                    <a:pt x="32788" y="52075"/>
                  </a:cubicBezTo>
                  <a:cubicBezTo>
                    <a:pt x="32766" y="52081"/>
                    <a:pt x="32744" y="52087"/>
                    <a:pt x="32722" y="52093"/>
                  </a:cubicBezTo>
                  <a:cubicBezTo>
                    <a:pt x="30539" y="52648"/>
                    <a:pt x="28299" y="52933"/>
                    <a:pt x="26049" y="52940"/>
                  </a:cubicBezTo>
                  <a:close/>
                  <a:moveTo>
                    <a:pt x="26049" y="11359"/>
                  </a:moveTo>
                  <a:cubicBezTo>
                    <a:pt x="24762" y="11355"/>
                    <a:pt x="23481" y="11545"/>
                    <a:pt x="22249" y="11924"/>
                  </a:cubicBezTo>
                  <a:cubicBezTo>
                    <a:pt x="18357" y="12870"/>
                    <a:pt x="15011" y="15383"/>
                    <a:pt x="12982" y="18885"/>
                  </a:cubicBezTo>
                  <a:cubicBezTo>
                    <a:pt x="8859" y="26068"/>
                    <a:pt x="11254" y="35283"/>
                    <a:pt x="18330" y="39468"/>
                  </a:cubicBezTo>
                  <a:cubicBezTo>
                    <a:pt x="21755" y="41493"/>
                    <a:pt x="25836" y="42042"/>
                    <a:pt x="29663" y="40992"/>
                  </a:cubicBezTo>
                  <a:cubicBezTo>
                    <a:pt x="37576" y="38849"/>
                    <a:pt x="42278" y="30600"/>
                    <a:pt x="40166" y="22568"/>
                  </a:cubicBezTo>
                  <a:cubicBezTo>
                    <a:pt x="39153" y="18716"/>
                    <a:pt x="36676" y="15429"/>
                    <a:pt x="33278" y="13429"/>
                  </a:cubicBezTo>
                  <a:cubicBezTo>
                    <a:pt x="31078" y="12132"/>
                    <a:pt x="28592" y="11420"/>
                    <a:pt x="26049" y="1135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518D3327-77E9-F747-9EE5-B6A4AFFD6849}"/>
                </a:ext>
              </a:extLst>
            </p:cNvPr>
            <p:cNvSpPr/>
            <p:nvPr/>
          </p:nvSpPr>
          <p:spPr>
            <a:xfrm>
              <a:off x="3964375" y="2200525"/>
              <a:ext cx="50065" cy="21987"/>
            </a:xfrm>
            <a:custGeom>
              <a:avLst/>
              <a:gdLst>
                <a:gd name="connsiteX0" fmla="*/ 5402 w 50065"/>
                <a:gd name="connsiteY0" fmla="*/ 21987 h 21987"/>
                <a:gd name="connsiteX1" fmla="*/ 6 w 50065"/>
                <a:gd name="connsiteY1" fmla="*/ 15999 h 21987"/>
                <a:gd name="connsiteX2" fmla="*/ 3919 w 50065"/>
                <a:gd name="connsiteY2" fmla="*/ 10792 h 21987"/>
                <a:gd name="connsiteX3" fmla="*/ 43029 w 50065"/>
                <a:gd name="connsiteY3" fmla="*/ 162 h 21987"/>
                <a:gd name="connsiteX4" fmla="*/ 49887 w 50065"/>
                <a:gd name="connsiteY4" fmla="*/ 4207 h 21987"/>
                <a:gd name="connsiteX5" fmla="*/ 45902 w 50065"/>
                <a:gd name="connsiteY5" fmla="*/ 11169 h 21987"/>
                <a:gd name="connsiteX6" fmla="*/ 6885 w 50065"/>
                <a:gd name="connsiteY6" fmla="*/ 21799 h 2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65" h="21987">
                  <a:moveTo>
                    <a:pt x="5402" y="21987"/>
                  </a:moveTo>
                  <a:cubicBezTo>
                    <a:pt x="2283" y="21846"/>
                    <a:pt x="-133" y="19166"/>
                    <a:pt x="6" y="15999"/>
                  </a:cubicBezTo>
                  <a:cubicBezTo>
                    <a:pt x="111" y="13604"/>
                    <a:pt x="1671" y="11528"/>
                    <a:pt x="3919" y="10792"/>
                  </a:cubicBezTo>
                  <a:lnTo>
                    <a:pt x="43029" y="162"/>
                  </a:lnTo>
                  <a:cubicBezTo>
                    <a:pt x="46012" y="-564"/>
                    <a:pt x="49031" y="1217"/>
                    <a:pt x="49887" y="4207"/>
                  </a:cubicBezTo>
                  <a:cubicBezTo>
                    <a:pt x="50654" y="7243"/>
                    <a:pt x="48880" y="10342"/>
                    <a:pt x="45902" y="11169"/>
                  </a:cubicBezTo>
                  <a:lnTo>
                    <a:pt x="6885" y="21799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4F935A2-F984-684F-9EE2-2CF018B94FFA}"/>
                </a:ext>
              </a:extLst>
            </p:cNvPr>
            <p:cNvSpPr/>
            <p:nvPr/>
          </p:nvSpPr>
          <p:spPr>
            <a:xfrm>
              <a:off x="3969657" y="2220767"/>
              <a:ext cx="49433" cy="21876"/>
            </a:xfrm>
            <a:custGeom>
              <a:avLst/>
              <a:gdLst>
                <a:gd name="connsiteX0" fmla="*/ 5402 w 49433"/>
                <a:gd name="connsiteY0" fmla="*/ 21877 h 21876"/>
                <a:gd name="connsiteX1" fmla="*/ 6 w 49433"/>
                <a:gd name="connsiteY1" fmla="*/ 15889 h 21876"/>
                <a:gd name="connsiteX2" fmla="*/ 3919 w 49433"/>
                <a:gd name="connsiteY2" fmla="*/ 10682 h 21876"/>
                <a:gd name="connsiteX3" fmla="*/ 43029 w 49433"/>
                <a:gd name="connsiteY3" fmla="*/ 52 h 21876"/>
                <a:gd name="connsiteX4" fmla="*/ 49383 w 49433"/>
                <a:gd name="connsiteY4" fmla="*/ 4977 h 21876"/>
                <a:gd name="connsiteX5" fmla="*/ 45902 w 49433"/>
                <a:gd name="connsiteY5" fmla="*/ 11058 h 21876"/>
                <a:gd name="connsiteX6" fmla="*/ 6885 w 49433"/>
                <a:gd name="connsiteY6" fmla="*/ 21877 h 21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33" h="21876">
                  <a:moveTo>
                    <a:pt x="5402" y="21877"/>
                  </a:moveTo>
                  <a:cubicBezTo>
                    <a:pt x="2283" y="21736"/>
                    <a:pt x="-133" y="19055"/>
                    <a:pt x="6" y="15889"/>
                  </a:cubicBezTo>
                  <a:cubicBezTo>
                    <a:pt x="111" y="13494"/>
                    <a:pt x="1671" y="11417"/>
                    <a:pt x="3919" y="10682"/>
                  </a:cubicBezTo>
                  <a:lnTo>
                    <a:pt x="43029" y="52"/>
                  </a:lnTo>
                  <a:cubicBezTo>
                    <a:pt x="46123" y="-370"/>
                    <a:pt x="48968" y="1835"/>
                    <a:pt x="49383" y="4977"/>
                  </a:cubicBezTo>
                  <a:cubicBezTo>
                    <a:pt x="49726" y="7573"/>
                    <a:pt x="48293" y="10075"/>
                    <a:pt x="45902" y="11058"/>
                  </a:cubicBezTo>
                  <a:lnTo>
                    <a:pt x="6885" y="21877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B4289F89-CC8F-CE41-B435-27D4E11B593C}"/>
                </a:ext>
              </a:extLst>
            </p:cNvPr>
            <p:cNvSpPr/>
            <p:nvPr/>
          </p:nvSpPr>
          <p:spPr>
            <a:xfrm>
              <a:off x="3975020" y="2240748"/>
              <a:ext cx="49985" cy="21941"/>
            </a:xfrm>
            <a:custGeom>
              <a:avLst/>
              <a:gdLst>
                <a:gd name="connsiteX0" fmla="*/ 5322 w 49985"/>
                <a:gd name="connsiteY0" fmla="*/ 21934 h 21941"/>
                <a:gd name="connsiteX1" fmla="*/ 10 w 49985"/>
                <a:gd name="connsiteY1" fmla="*/ 15869 h 21941"/>
                <a:gd name="connsiteX2" fmla="*/ 3932 w 49985"/>
                <a:gd name="connsiteY2" fmla="*/ 10739 h 21941"/>
                <a:gd name="connsiteX3" fmla="*/ 42949 w 49985"/>
                <a:gd name="connsiteY3" fmla="*/ 202 h 21941"/>
                <a:gd name="connsiteX4" fmla="*/ 49782 w 49985"/>
                <a:gd name="connsiteY4" fmla="*/ 4153 h 21941"/>
                <a:gd name="connsiteX5" fmla="*/ 49807 w 49985"/>
                <a:gd name="connsiteY5" fmla="*/ 4248 h 21941"/>
                <a:gd name="connsiteX6" fmla="*/ 45822 w 49985"/>
                <a:gd name="connsiteY6" fmla="*/ 11209 h 21941"/>
                <a:gd name="connsiteX7" fmla="*/ 6805 w 49985"/>
                <a:gd name="connsiteY7" fmla="*/ 21745 h 21941"/>
                <a:gd name="connsiteX8" fmla="*/ 5322 w 49985"/>
                <a:gd name="connsiteY8" fmla="*/ 21934 h 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985" h="21941">
                  <a:moveTo>
                    <a:pt x="5322" y="21934"/>
                  </a:moveTo>
                  <a:cubicBezTo>
                    <a:pt x="2206" y="21748"/>
                    <a:pt x="-173" y="19033"/>
                    <a:pt x="10" y="15869"/>
                  </a:cubicBezTo>
                  <a:cubicBezTo>
                    <a:pt x="147" y="13500"/>
                    <a:pt x="1706" y="11461"/>
                    <a:pt x="3932" y="10739"/>
                  </a:cubicBezTo>
                  <a:lnTo>
                    <a:pt x="42949" y="202"/>
                  </a:lnTo>
                  <a:cubicBezTo>
                    <a:pt x="45910" y="-622"/>
                    <a:pt x="48970" y="1147"/>
                    <a:pt x="49782" y="4153"/>
                  </a:cubicBezTo>
                  <a:cubicBezTo>
                    <a:pt x="49791" y="4184"/>
                    <a:pt x="49799" y="4216"/>
                    <a:pt x="49807" y="4248"/>
                  </a:cubicBezTo>
                  <a:cubicBezTo>
                    <a:pt x="50574" y="7283"/>
                    <a:pt x="48800" y="10383"/>
                    <a:pt x="45822" y="11209"/>
                  </a:cubicBezTo>
                  <a:lnTo>
                    <a:pt x="6805" y="21745"/>
                  </a:lnTo>
                  <a:cubicBezTo>
                    <a:pt x="6327" y="21900"/>
                    <a:pt x="5824" y="21964"/>
                    <a:pt x="5322" y="2193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A55E670-B8D6-1146-9B3E-EC39F6417654}"/>
                </a:ext>
              </a:extLst>
            </p:cNvPr>
            <p:cNvSpPr/>
            <p:nvPr/>
          </p:nvSpPr>
          <p:spPr>
            <a:xfrm>
              <a:off x="3980379" y="2261250"/>
              <a:ext cx="49931" cy="21563"/>
            </a:xfrm>
            <a:custGeom>
              <a:avLst/>
              <a:gdLst>
                <a:gd name="connsiteX0" fmla="*/ 5246 w 49931"/>
                <a:gd name="connsiteY0" fmla="*/ 21564 h 21563"/>
                <a:gd name="connsiteX1" fmla="*/ 15 w 49931"/>
                <a:gd name="connsiteY1" fmla="*/ 15426 h 21563"/>
                <a:gd name="connsiteX2" fmla="*/ 3948 w 49931"/>
                <a:gd name="connsiteY2" fmla="*/ 10369 h 21563"/>
                <a:gd name="connsiteX3" fmla="*/ 42872 w 49931"/>
                <a:gd name="connsiteY3" fmla="*/ 209 h 21563"/>
                <a:gd name="connsiteX4" fmla="*/ 49722 w 49931"/>
                <a:gd name="connsiteY4" fmla="*/ 4130 h 21563"/>
                <a:gd name="connsiteX5" fmla="*/ 49730 w 49931"/>
                <a:gd name="connsiteY5" fmla="*/ 4160 h 21563"/>
                <a:gd name="connsiteX6" fmla="*/ 45768 w 49931"/>
                <a:gd name="connsiteY6" fmla="*/ 11209 h 21563"/>
                <a:gd name="connsiteX7" fmla="*/ 45745 w 49931"/>
                <a:gd name="connsiteY7" fmla="*/ 11216 h 21563"/>
                <a:gd name="connsiteX8" fmla="*/ 6729 w 49931"/>
                <a:gd name="connsiteY8" fmla="*/ 21376 h 2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931" h="21563">
                  <a:moveTo>
                    <a:pt x="5246" y="21564"/>
                  </a:moveTo>
                  <a:cubicBezTo>
                    <a:pt x="2132" y="21335"/>
                    <a:pt x="-210" y="18587"/>
                    <a:pt x="15" y="15426"/>
                  </a:cubicBezTo>
                  <a:cubicBezTo>
                    <a:pt x="182" y="13082"/>
                    <a:pt x="1741" y="11078"/>
                    <a:pt x="3948" y="10369"/>
                  </a:cubicBezTo>
                  <a:lnTo>
                    <a:pt x="42872" y="209"/>
                  </a:lnTo>
                  <a:cubicBezTo>
                    <a:pt x="45830" y="-628"/>
                    <a:pt x="48897" y="1127"/>
                    <a:pt x="49722" y="4130"/>
                  </a:cubicBezTo>
                  <a:cubicBezTo>
                    <a:pt x="49725" y="4140"/>
                    <a:pt x="49727" y="4150"/>
                    <a:pt x="49730" y="4160"/>
                  </a:cubicBezTo>
                  <a:cubicBezTo>
                    <a:pt x="50554" y="7217"/>
                    <a:pt x="48780" y="10373"/>
                    <a:pt x="45768" y="11209"/>
                  </a:cubicBezTo>
                  <a:cubicBezTo>
                    <a:pt x="45761" y="11211"/>
                    <a:pt x="45753" y="11213"/>
                    <a:pt x="45745" y="11216"/>
                  </a:cubicBezTo>
                  <a:lnTo>
                    <a:pt x="6729" y="21376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03540229-1E1C-6741-B9DC-418F0CA7EFA9}"/>
                </a:ext>
              </a:extLst>
            </p:cNvPr>
            <p:cNvSpPr/>
            <p:nvPr/>
          </p:nvSpPr>
          <p:spPr>
            <a:xfrm>
              <a:off x="3976503" y="2305152"/>
              <a:ext cx="82531" cy="30813"/>
            </a:xfrm>
            <a:custGeom>
              <a:avLst/>
              <a:gdLst>
                <a:gd name="connsiteX0" fmla="*/ 5322 w 82531"/>
                <a:gd name="connsiteY0" fmla="*/ 30814 h 30813"/>
                <a:gd name="connsiteX1" fmla="*/ 10 w 82531"/>
                <a:gd name="connsiteY1" fmla="*/ 24749 h 30813"/>
                <a:gd name="connsiteX2" fmla="*/ 3932 w 82531"/>
                <a:gd name="connsiteY2" fmla="*/ 19619 h 30813"/>
                <a:gd name="connsiteX3" fmla="*/ 76127 w 82531"/>
                <a:gd name="connsiteY3" fmla="*/ 52 h 30813"/>
                <a:gd name="connsiteX4" fmla="*/ 82481 w 82531"/>
                <a:gd name="connsiteY4" fmla="*/ 4977 h 30813"/>
                <a:gd name="connsiteX5" fmla="*/ 79000 w 82531"/>
                <a:gd name="connsiteY5" fmla="*/ 11058 h 30813"/>
                <a:gd name="connsiteX6" fmla="*/ 6805 w 82531"/>
                <a:gd name="connsiteY6" fmla="*/ 30626 h 3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31" h="30813">
                  <a:moveTo>
                    <a:pt x="5322" y="30814"/>
                  </a:moveTo>
                  <a:cubicBezTo>
                    <a:pt x="2206" y="30628"/>
                    <a:pt x="-173" y="27913"/>
                    <a:pt x="10" y="24749"/>
                  </a:cubicBezTo>
                  <a:cubicBezTo>
                    <a:pt x="147" y="22380"/>
                    <a:pt x="1706" y="20341"/>
                    <a:pt x="3932" y="19619"/>
                  </a:cubicBezTo>
                  <a:lnTo>
                    <a:pt x="76127" y="52"/>
                  </a:lnTo>
                  <a:cubicBezTo>
                    <a:pt x="79221" y="-370"/>
                    <a:pt x="82066" y="1835"/>
                    <a:pt x="82481" y="4977"/>
                  </a:cubicBezTo>
                  <a:cubicBezTo>
                    <a:pt x="82824" y="7573"/>
                    <a:pt x="81392" y="10075"/>
                    <a:pt x="79000" y="11058"/>
                  </a:cubicBezTo>
                  <a:lnTo>
                    <a:pt x="6805" y="30626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661E3255-93B3-674F-A9FE-C30E221FAADF}"/>
                </a:ext>
              </a:extLst>
            </p:cNvPr>
            <p:cNvSpPr/>
            <p:nvPr/>
          </p:nvSpPr>
          <p:spPr>
            <a:xfrm>
              <a:off x="3742648" y="2358120"/>
              <a:ext cx="340677" cy="11477"/>
            </a:xfrm>
            <a:custGeom>
              <a:avLst/>
              <a:gdLst>
                <a:gd name="connsiteX0" fmla="*/ 335746 w 340677"/>
                <a:gd name="connsiteY0" fmla="*/ 11430 h 11477"/>
                <a:gd name="connsiteX1" fmla="*/ 6376 w 340677"/>
                <a:gd name="connsiteY1" fmla="*/ 11430 h 11477"/>
                <a:gd name="connsiteX2" fmla="*/ 47 w 340677"/>
                <a:gd name="connsiteY2" fmla="*/ 6472 h 11477"/>
                <a:gd name="connsiteX3" fmla="*/ 4932 w 340677"/>
                <a:gd name="connsiteY3" fmla="*/ 47 h 11477"/>
                <a:gd name="connsiteX4" fmla="*/ 6376 w 340677"/>
                <a:gd name="connsiteY4" fmla="*/ 47 h 11477"/>
                <a:gd name="connsiteX5" fmla="*/ 335746 w 340677"/>
                <a:gd name="connsiteY5" fmla="*/ 47 h 11477"/>
                <a:gd name="connsiteX6" fmla="*/ 340630 w 340677"/>
                <a:gd name="connsiteY6" fmla="*/ 6472 h 11477"/>
                <a:gd name="connsiteX7" fmla="*/ 335746 w 340677"/>
                <a:gd name="connsiteY7" fmla="*/ 11430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677" h="11477">
                  <a:moveTo>
                    <a:pt x="335746" y="11430"/>
                  </a:moveTo>
                  <a:lnTo>
                    <a:pt x="6376" y="11430"/>
                  </a:lnTo>
                  <a:cubicBezTo>
                    <a:pt x="3280" y="11835"/>
                    <a:pt x="446" y="9615"/>
                    <a:pt x="47" y="6472"/>
                  </a:cubicBezTo>
                  <a:cubicBezTo>
                    <a:pt x="-352" y="3328"/>
                    <a:pt x="1835" y="452"/>
                    <a:pt x="4932" y="47"/>
                  </a:cubicBezTo>
                  <a:cubicBezTo>
                    <a:pt x="5411" y="-16"/>
                    <a:pt x="5897" y="-16"/>
                    <a:pt x="6376" y="47"/>
                  </a:cubicBezTo>
                  <a:lnTo>
                    <a:pt x="335746" y="47"/>
                  </a:lnTo>
                  <a:cubicBezTo>
                    <a:pt x="338842" y="452"/>
                    <a:pt x="341029" y="3328"/>
                    <a:pt x="340630" y="6472"/>
                  </a:cubicBezTo>
                  <a:cubicBezTo>
                    <a:pt x="340302" y="9059"/>
                    <a:pt x="338295" y="11097"/>
                    <a:pt x="335746" y="1143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9" name="Graphic 70">
            <a:extLst>
              <a:ext uri="{FF2B5EF4-FFF2-40B4-BE49-F238E27FC236}">
                <a16:creationId xmlns:a16="http://schemas.microsoft.com/office/drawing/2014/main" id="{9BC9720B-55EB-C440-BE28-4FD0F174F362}"/>
              </a:ext>
            </a:extLst>
          </p:cNvPr>
          <p:cNvGrpSpPr>
            <a:grpSpLocks noChangeAspect="1"/>
          </p:cNvGrpSpPr>
          <p:nvPr/>
        </p:nvGrpSpPr>
        <p:grpSpPr>
          <a:xfrm>
            <a:off x="3748755" y="2070537"/>
            <a:ext cx="293198" cy="380248"/>
            <a:chOff x="3781626" y="2066398"/>
            <a:chExt cx="266544" cy="345680"/>
          </a:xfrm>
          <a:solidFill>
            <a:srgbClr val="FFFFFF"/>
          </a:solidFill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9899C41-4836-D947-B450-1775635AF014}"/>
                </a:ext>
              </a:extLst>
            </p:cNvPr>
            <p:cNvSpPr/>
            <p:nvPr/>
          </p:nvSpPr>
          <p:spPr>
            <a:xfrm>
              <a:off x="3848421" y="2083084"/>
              <a:ext cx="43407" cy="43743"/>
            </a:xfrm>
            <a:custGeom>
              <a:avLst/>
              <a:gdLst>
                <a:gd name="connsiteX0" fmla="*/ 22164 w 43407"/>
                <a:gd name="connsiteY0" fmla="*/ 43738 h 43743"/>
                <a:gd name="connsiteX1" fmla="*/ 5 w 43407"/>
                <a:gd name="connsiteY1" fmla="*/ 22335 h 43743"/>
                <a:gd name="connsiteX2" fmla="*/ 21244 w 43407"/>
                <a:gd name="connsiteY2" fmla="*/ 5 h 43743"/>
                <a:gd name="connsiteX3" fmla="*/ 43403 w 43407"/>
                <a:gd name="connsiteY3" fmla="*/ 21408 h 43743"/>
                <a:gd name="connsiteX4" fmla="*/ 43408 w 43407"/>
                <a:gd name="connsiteY4" fmla="*/ 21867 h 43743"/>
                <a:gd name="connsiteX5" fmla="*/ 22164 w 43407"/>
                <a:gd name="connsiteY5" fmla="*/ 43738 h 43743"/>
                <a:gd name="connsiteX6" fmla="*/ 22164 w 43407"/>
                <a:gd name="connsiteY6" fmla="*/ 11302 h 43743"/>
                <a:gd name="connsiteX7" fmla="*/ 11497 w 43407"/>
                <a:gd name="connsiteY7" fmla="*/ 21867 h 43743"/>
                <a:gd name="connsiteX8" fmla="*/ 21981 w 43407"/>
                <a:gd name="connsiteY8" fmla="*/ 32616 h 43743"/>
                <a:gd name="connsiteX9" fmla="*/ 32648 w 43407"/>
                <a:gd name="connsiteY9" fmla="*/ 22051 h 43743"/>
                <a:gd name="connsiteX10" fmla="*/ 32648 w 43407"/>
                <a:gd name="connsiteY10" fmla="*/ 21867 h 43743"/>
                <a:gd name="connsiteX11" fmla="*/ 22256 w 43407"/>
                <a:gd name="connsiteY11" fmla="*/ 11209 h 43743"/>
                <a:gd name="connsiteX12" fmla="*/ 22164 w 43407"/>
                <a:gd name="connsiteY12" fmla="*/ 11209 h 4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407" h="43743">
                  <a:moveTo>
                    <a:pt x="22164" y="43738"/>
                  </a:moveTo>
                  <a:cubicBezTo>
                    <a:pt x="10180" y="43994"/>
                    <a:pt x="259" y="34411"/>
                    <a:pt x="5" y="22335"/>
                  </a:cubicBezTo>
                  <a:cubicBezTo>
                    <a:pt x="-249" y="10258"/>
                    <a:pt x="9260" y="261"/>
                    <a:pt x="21244" y="5"/>
                  </a:cubicBezTo>
                  <a:cubicBezTo>
                    <a:pt x="33228" y="-251"/>
                    <a:pt x="43149" y="9332"/>
                    <a:pt x="43403" y="21408"/>
                  </a:cubicBezTo>
                  <a:cubicBezTo>
                    <a:pt x="43406" y="21561"/>
                    <a:pt x="43408" y="21714"/>
                    <a:pt x="43408" y="21867"/>
                  </a:cubicBezTo>
                  <a:cubicBezTo>
                    <a:pt x="43410" y="33767"/>
                    <a:pt x="33971" y="43486"/>
                    <a:pt x="22164" y="43738"/>
                  </a:cubicBezTo>
                  <a:close/>
                  <a:moveTo>
                    <a:pt x="22164" y="11302"/>
                  </a:moveTo>
                  <a:cubicBezTo>
                    <a:pt x="16323" y="11251"/>
                    <a:pt x="11547" y="15981"/>
                    <a:pt x="11497" y="21867"/>
                  </a:cubicBezTo>
                  <a:cubicBezTo>
                    <a:pt x="11446" y="27753"/>
                    <a:pt x="16140" y="32565"/>
                    <a:pt x="21981" y="32616"/>
                  </a:cubicBezTo>
                  <a:cubicBezTo>
                    <a:pt x="27821" y="32667"/>
                    <a:pt x="32597" y="27937"/>
                    <a:pt x="32648" y="22051"/>
                  </a:cubicBezTo>
                  <a:cubicBezTo>
                    <a:pt x="32648" y="21990"/>
                    <a:pt x="32648" y="21928"/>
                    <a:pt x="32648" y="21867"/>
                  </a:cubicBezTo>
                  <a:cubicBezTo>
                    <a:pt x="32699" y="16032"/>
                    <a:pt x="28046" y="11261"/>
                    <a:pt x="22256" y="11209"/>
                  </a:cubicBezTo>
                  <a:cubicBezTo>
                    <a:pt x="22225" y="11209"/>
                    <a:pt x="22195" y="11209"/>
                    <a:pt x="22164" y="11209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27307FA-A5E9-CD4D-A612-D06E0F8ECF54}"/>
                </a:ext>
              </a:extLst>
            </p:cNvPr>
            <p:cNvSpPr/>
            <p:nvPr/>
          </p:nvSpPr>
          <p:spPr>
            <a:xfrm>
              <a:off x="3830580" y="2126730"/>
              <a:ext cx="79645" cy="52454"/>
            </a:xfrm>
            <a:custGeom>
              <a:avLst/>
              <a:gdLst>
                <a:gd name="connsiteX0" fmla="*/ 74400 w 79645"/>
                <a:gd name="connsiteY0" fmla="*/ 52454 h 52454"/>
                <a:gd name="connsiteX1" fmla="*/ 68882 w 79645"/>
                <a:gd name="connsiteY1" fmla="*/ 46894 h 52454"/>
                <a:gd name="connsiteX2" fmla="*/ 68882 w 79645"/>
                <a:gd name="connsiteY2" fmla="*/ 23169 h 52454"/>
                <a:gd name="connsiteX3" fmla="*/ 57019 w 79645"/>
                <a:gd name="connsiteY3" fmla="*/ 11214 h 52454"/>
                <a:gd name="connsiteX4" fmla="*/ 22991 w 79645"/>
                <a:gd name="connsiteY4" fmla="*/ 11214 h 52454"/>
                <a:gd name="connsiteX5" fmla="*/ 11128 w 79645"/>
                <a:gd name="connsiteY5" fmla="*/ 23169 h 52454"/>
                <a:gd name="connsiteX6" fmla="*/ 11128 w 79645"/>
                <a:gd name="connsiteY6" fmla="*/ 46709 h 52454"/>
                <a:gd name="connsiteX7" fmla="*/ 4847 w 79645"/>
                <a:gd name="connsiteY7" fmla="*/ 51593 h 52454"/>
                <a:gd name="connsiteX8" fmla="*/ 0 w 79645"/>
                <a:gd name="connsiteY8" fmla="*/ 46709 h 52454"/>
                <a:gd name="connsiteX9" fmla="*/ 0 w 79645"/>
                <a:gd name="connsiteY9" fmla="*/ 23169 h 52454"/>
                <a:gd name="connsiteX10" fmla="*/ 22991 w 79645"/>
                <a:gd name="connsiteY10" fmla="*/ 0 h 52454"/>
                <a:gd name="connsiteX11" fmla="*/ 57019 w 79645"/>
                <a:gd name="connsiteY11" fmla="*/ 0 h 52454"/>
                <a:gd name="connsiteX12" fmla="*/ 79642 w 79645"/>
                <a:gd name="connsiteY12" fmla="*/ 23169 h 52454"/>
                <a:gd name="connsiteX13" fmla="*/ 79642 w 79645"/>
                <a:gd name="connsiteY13" fmla="*/ 46709 h 52454"/>
                <a:gd name="connsiteX14" fmla="*/ 74400 w 79645"/>
                <a:gd name="connsiteY14" fmla="*/ 52454 h 5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645" h="52454">
                  <a:moveTo>
                    <a:pt x="74400" y="52454"/>
                  </a:moveTo>
                  <a:cubicBezTo>
                    <a:pt x="71353" y="52454"/>
                    <a:pt x="68882" y="49965"/>
                    <a:pt x="68882" y="46894"/>
                  </a:cubicBezTo>
                  <a:lnTo>
                    <a:pt x="68882" y="23169"/>
                  </a:lnTo>
                  <a:cubicBezTo>
                    <a:pt x="68882" y="16566"/>
                    <a:pt x="63571" y="11214"/>
                    <a:pt x="57019" y="11214"/>
                  </a:cubicBezTo>
                  <a:lnTo>
                    <a:pt x="22991" y="11214"/>
                  </a:lnTo>
                  <a:cubicBezTo>
                    <a:pt x="16439" y="11214"/>
                    <a:pt x="11128" y="16566"/>
                    <a:pt x="11128" y="23169"/>
                  </a:cubicBezTo>
                  <a:lnTo>
                    <a:pt x="11128" y="46709"/>
                  </a:lnTo>
                  <a:cubicBezTo>
                    <a:pt x="10732" y="49805"/>
                    <a:pt x="7920" y="51992"/>
                    <a:pt x="4847" y="51593"/>
                  </a:cubicBezTo>
                  <a:cubicBezTo>
                    <a:pt x="2317" y="51265"/>
                    <a:pt x="326" y="49258"/>
                    <a:pt x="0" y="46709"/>
                  </a:cubicBezTo>
                  <a:lnTo>
                    <a:pt x="0" y="23169"/>
                  </a:lnTo>
                  <a:cubicBezTo>
                    <a:pt x="0" y="10373"/>
                    <a:pt x="10294" y="0"/>
                    <a:pt x="22991" y="0"/>
                  </a:cubicBezTo>
                  <a:lnTo>
                    <a:pt x="57019" y="0"/>
                  </a:lnTo>
                  <a:cubicBezTo>
                    <a:pt x="69573" y="202"/>
                    <a:pt x="79644" y="10516"/>
                    <a:pt x="79642" y="23169"/>
                  </a:cubicBezTo>
                  <a:lnTo>
                    <a:pt x="79642" y="46709"/>
                  </a:lnTo>
                  <a:cubicBezTo>
                    <a:pt x="79746" y="49746"/>
                    <a:pt x="77412" y="52304"/>
                    <a:pt x="74400" y="52454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38F3E5F8-22CE-AE43-8E33-7D24F08B5C8C}"/>
                </a:ext>
              </a:extLst>
            </p:cNvPr>
            <p:cNvSpPr/>
            <p:nvPr/>
          </p:nvSpPr>
          <p:spPr>
            <a:xfrm>
              <a:off x="3801243" y="2066398"/>
              <a:ext cx="138500" cy="139569"/>
            </a:xfrm>
            <a:custGeom>
              <a:avLst/>
              <a:gdLst>
                <a:gd name="connsiteX0" fmla="*/ 69342 w 138500"/>
                <a:gd name="connsiteY0" fmla="*/ 139570 h 139569"/>
                <a:gd name="connsiteX1" fmla="*/ 0 w 138500"/>
                <a:gd name="connsiteY1" fmla="*/ 69877 h 139569"/>
                <a:gd name="connsiteX2" fmla="*/ 69158 w 138500"/>
                <a:gd name="connsiteY2" fmla="*/ 0 h 139569"/>
                <a:gd name="connsiteX3" fmla="*/ 138500 w 138500"/>
                <a:gd name="connsiteY3" fmla="*/ 69692 h 139569"/>
                <a:gd name="connsiteX4" fmla="*/ 138500 w 138500"/>
                <a:gd name="connsiteY4" fmla="*/ 69785 h 139569"/>
                <a:gd name="connsiteX5" fmla="*/ 69342 w 138500"/>
                <a:gd name="connsiteY5" fmla="*/ 139570 h 139569"/>
                <a:gd name="connsiteX6" fmla="*/ 69342 w 138500"/>
                <a:gd name="connsiteY6" fmla="*/ 11306 h 139569"/>
                <a:gd name="connsiteX7" fmla="*/ 11312 w 138500"/>
                <a:gd name="connsiteY7" fmla="*/ 69785 h 139569"/>
                <a:gd name="connsiteX8" fmla="*/ 69342 w 138500"/>
                <a:gd name="connsiteY8" fmla="*/ 128263 h 139569"/>
                <a:gd name="connsiteX9" fmla="*/ 127372 w 138500"/>
                <a:gd name="connsiteY9" fmla="*/ 69785 h 139569"/>
                <a:gd name="connsiteX10" fmla="*/ 69342 w 138500"/>
                <a:gd name="connsiteY10" fmla="*/ 11306 h 139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500" h="139569">
                  <a:moveTo>
                    <a:pt x="69342" y="139570"/>
                  </a:moveTo>
                  <a:cubicBezTo>
                    <a:pt x="31096" y="139621"/>
                    <a:pt x="51" y="108419"/>
                    <a:pt x="0" y="69877"/>
                  </a:cubicBezTo>
                  <a:cubicBezTo>
                    <a:pt x="-51" y="31336"/>
                    <a:pt x="30912" y="51"/>
                    <a:pt x="69158" y="0"/>
                  </a:cubicBezTo>
                  <a:cubicBezTo>
                    <a:pt x="107404" y="-51"/>
                    <a:pt x="138449" y="31151"/>
                    <a:pt x="138500" y="69692"/>
                  </a:cubicBezTo>
                  <a:cubicBezTo>
                    <a:pt x="138500" y="69723"/>
                    <a:pt x="138500" y="69754"/>
                    <a:pt x="138500" y="69785"/>
                  </a:cubicBezTo>
                  <a:cubicBezTo>
                    <a:pt x="138500" y="108290"/>
                    <a:pt x="107552" y="139518"/>
                    <a:pt x="69342" y="139570"/>
                  </a:cubicBezTo>
                  <a:close/>
                  <a:moveTo>
                    <a:pt x="69342" y="11306"/>
                  </a:moveTo>
                  <a:cubicBezTo>
                    <a:pt x="37293" y="11306"/>
                    <a:pt x="11312" y="37488"/>
                    <a:pt x="11312" y="69785"/>
                  </a:cubicBezTo>
                  <a:cubicBezTo>
                    <a:pt x="11312" y="102081"/>
                    <a:pt x="37293" y="128263"/>
                    <a:pt x="69342" y="128263"/>
                  </a:cubicBezTo>
                  <a:cubicBezTo>
                    <a:pt x="101391" y="128263"/>
                    <a:pt x="127372" y="102081"/>
                    <a:pt x="127372" y="69785"/>
                  </a:cubicBezTo>
                  <a:cubicBezTo>
                    <a:pt x="127322" y="37509"/>
                    <a:pt x="101370" y="11357"/>
                    <a:pt x="69342" y="11306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D234D583-7274-824D-B58B-90253B3AF1B2}"/>
                </a:ext>
              </a:extLst>
            </p:cNvPr>
            <p:cNvSpPr/>
            <p:nvPr/>
          </p:nvSpPr>
          <p:spPr>
            <a:xfrm>
              <a:off x="3957125" y="2289283"/>
              <a:ext cx="43407" cy="43742"/>
            </a:xfrm>
            <a:custGeom>
              <a:avLst/>
              <a:gdLst>
                <a:gd name="connsiteX0" fmla="*/ 21704 w 43407"/>
                <a:gd name="connsiteY0" fmla="*/ 43743 h 43742"/>
                <a:gd name="connsiteX1" fmla="*/ 0 w 43407"/>
                <a:gd name="connsiteY1" fmla="*/ 21871 h 43742"/>
                <a:gd name="connsiteX2" fmla="*/ 21704 w 43407"/>
                <a:gd name="connsiteY2" fmla="*/ 0 h 43742"/>
                <a:gd name="connsiteX3" fmla="*/ 43408 w 43407"/>
                <a:gd name="connsiteY3" fmla="*/ 21871 h 43742"/>
                <a:gd name="connsiteX4" fmla="*/ 21704 w 43407"/>
                <a:gd name="connsiteY4" fmla="*/ 43743 h 43742"/>
                <a:gd name="connsiteX5" fmla="*/ 21704 w 43407"/>
                <a:gd name="connsiteY5" fmla="*/ 11306 h 43742"/>
                <a:gd name="connsiteX6" fmla="*/ 11128 w 43407"/>
                <a:gd name="connsiteY6" fmla="*/ 21965 h 43742"/>
                <a:gd name="connsiteX7" fmla="*/ 21705 w 43407"/>
                <a:gd name="connsiteY7" fmla="*/ 32622 h 43742"/>
                <a:gd name="connsiteX8" fmla="*/ 32280 w 43407"/>
                <a:gd name="connsiteY8" fmla="*/ 21964 h 43742"/>
                <a:gd name="connsiteX9" fmla="*/ 32280 w 43407"/>
                <a:gd name="connsiteY9" fmla="*/ 21871 h 43742"/>
                <a:gd name="connsiteX10" fmla="*/ 21796 w 43407"/>
                <a:gd name="connsiteY10" fmla="*/ 11306 h 43742"/>
                <a:gd name="connsiteX11" fmla="*/ 21704 w 43407"/>
                <a:gd name="connsiteY11" fmla="*/ 11306 h 4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07" h="43742">
                  <a:moveTo>
                    <a:pt x="21704" y="43743"/>
                  </a:moveTo>
                  <a:cubicBezTo>
                    <a:pt x="9717" y="43743"/>
                    <a:pt x="0" y="33951"/>
                    <a:pt x="0" y="21871"/>
                  </a:cubicBezTo>
                  <a:cubicBezTo>
                    <a:pt x="0" y="9792"/>
                    <a:pt x="9717" y="0"/>
                    <a:pt x="21704" y="0"/>
                  </a:cubicBezTo>
                  <a:cubicBezTo>
                    <a:pt x="33691" y="0"/>
                    <a:pt x="43408" y="9792"/>
                    <a:pt x="43408" y="21871"/>
                  </a:cubicBezTo>
                  <a:cubicBezTo>
                    <a:pt x="43408" y="33951"/>
                    <a:pt x="33691" y="43743"/>
                    <a:pt x="21704" y="43743"/>
                  </a:cubicBezTo>
                  <a:close/>
                  <a:moveTo>
                    <a:pt x="21704" y="11306"/>
                  </a:moveTo>
                  <a:cubicBezTo>
                    <a:pt x="15863" y="11307"/>
                    <a:pt x="11128" y="16078"/>
                    <a:pt x="11128" y="21965"/>
                  </a:cubicBezTo>
                  <a:cubicBezTo>
                    <a:pt x="11128" y="27851"/>
                    <a:pt x="15864" y="32622"/>
                    <a:pt x="21705" y="32622"/>
                  </a:cubicBezTo>
                  <a:cubicBezTo>
                    <a:pt x="27546" y="32622"/>
                    <a:pt x="32281" y="27850"/>
                    <a:pt x="32280" y="21964"/>
                  </a:cubicBezTo>
                  <a:cubicBezTo>
                    <a:pt x="32280" y="21933"/>
                    <a:pt x="32280" y="21902"/>
                    <a:pt x="32280" y="21871"/>
                  </a:cubicBezTo>
                  <a:cubicBezTo>
                    <a:pt x="32280" y="16037"/>
                    <a:pt x="27586" y="11306"/>
                    <a:pt x="21796" y="11306"/>
                  </a:cubicBezTo>
                  <a:cubicBezTo>
                    <a:pt x="21765" y="11306"/>
                    <a:pt x="21735" y="11306"/>
                    <a:pt x="21704" y="11306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C0E5870-14EC-CA4B-B3D5-44AC0EAF1A5D}"/>
                </a:ext>
              </a:extLst>
            </p:cNvPr>
            <p:cNvSpPr/>
            <p:nvPr/>
          </p:nvSpPr>
          <p:spPr>
            <a:xfrm>
              <a:off x="3938915" y="2333118"/>
              <a:ext cx="79918" cy="52269"/>
            </a:xfrm>
            <a:custGeom>
              <a:avLst/>
              <a:gdLst>
                <a:gd name="connsiteX0" fmla="*/ 74400 w 79918"/>
                <a:gd name="connsiteY0" fmla="*/ 52269 h 52269"/>
                <a:gd name="connsiteX1" fmla="*/ 68791 w 79918"/>
                <a:gd name="connsiteY1" fmla="*/ 46802 h 52269"/>
                <a:gd name="connsiteX2" fmla="*/ 68790 w 79918"/>
                <a:gd name="connsiteY2" fmla="*/ 46709 h 52269"/>
                <a:gd name="connsiteX3" fmla="*/ 68790 w 79918"/>
                <a:gd name="connsiteY3" fmla="*/ 23169 h 52269"/>
                <a:gd name="connsiteX4" fmla="*/ 56927 w 79918"/>
                <a:gd name="connsiteY4" fmla="*/ 11399 h 52269"/>
                <a:gd name="connsiteX5" fmla="*/ 22991 w 79918"/>
                <a:gd name="connsiteY5" fmla="*/ 11399 h 52269"/>
                <a:gd name="connsiteX6" fmla="*/ 11128 w 79918"/>
                <a:gd name="connsiteY6" fmla="*/ 23354 h 52269"/>
                <a:gd name="connsiteX7" fmla="*/ 11128 w 79918"/>
                <a:gd name="connsiteY7" fmla="*/ 46894 h 52269"/>
                <a:gd name="connsiteX8" fmla="*/ 4847 w 79918"/>
                <a:gd name="connsiteY8" fmla="*/ 51778 h 52269"/>
                <a:gd name="connsiteX9" fmla="*/ 0 w 79918"/>
                <a:gd name="connsiteY9" fmla="*/ 46894 h 52269"/>
                <a:gd name="connsiteX10" fmla="*/ 0 w 79918"/>
                <a:gd name="connsiteY10" fmla="*/ 23169 h 52269"/>
                <a:gd name="connsiteX11" fmla="*/ 22991 w 79918"/>
                <a:gd name="connsiteY11" fmla="*/ 0 h 52269"/>
                <a:gd name="connsiteX12" fmla="*/ 56927 w 79918"/>
                <a:gd name="connsiteY12" fmla="*/ 0 h 52269"/>
                <a:gd name="connsiteX13" fmla="*/ 79918 w 79918"/>
                <a:gd name="connsiteY13" fmla="*/ 23169 h 52269"/>
                <a:gd name="connsiteX14" fmla="*/ 79918 w 79918"/>
                <a:gd name="connsiteY14" fmla="*/ 46709 h 52269"/>
                <a:gd name="connsiteX15" fmla="*/ 74400 w 79918"/>
                <a:gd name="connsiteY15" fmla="*/ 52269 h 52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918" h="52269">
                  <a:moveTo>
                    <a:pt x="74400" y="52269"/>
                  </a:moveTo>
                  <a:cubicBezTo>
                    <a:pt x="71353" y="52320"/>
                    <a:pt x="68842" y="49873"/>
                    <a:pt x="68791" y="46802"/>
                  </a:cubicBezTo>
                  <a:cubicBezTo>
                    <a:pt x="68790" y="46771"/>
                    <a:pt x="68790" y="46740"/>
                    <a:pt x="68790" y="46709"/>
                  </a:cubicBezTo>
                  <a:lnTo>
                    <a:pt x="68790" y="23169"/>
                  </a:lnTo>
                  <a:cubicBezTo>
                    <a:pt x="68690" y="16639"/>
                    <a:pt x="63408" y="11398"/>
                    <a:pt x="56927" y="11399"/>
                  </a:cubicBezTo>
                  <a:lnTo>
                    <a:pt x="22991" y="11399"/>
                  </a:lnTo>
                  <a:cubicBezTo>
                    <a:pt x="16439" y="11399"/>
                    <a:pt x="11128" y="16752"/>
                    <a:pt x="11128" y="23354"/>
                  </a:cubicBezTo>
                  <a:lnTo>
                    <a:pt x="11128" y="46894"/>
                  </a:lnTo>
                  <a:cubicBezTo>
                    <a:pt x="10732" y="49991"/>
                    <a:pt x="7920" y="52177"/>
                    <a:pt x="4847" y="51778"/>
                  </a:cubicBezTo>
                  <a:cubicBezTo>
                    <a:pt x="2317" y="51450"/>
                    <a:pt x="326" y="49443"/>
                    <a:pt x="0" y="46894"/>
                  </a:cubicBezTo>
                  <a:lnTo>
                    <a:pt x="0" y="23169"/>
                  </a:lnTo>
                  <a:cubicBezTo>
                    <a:pt x="0" y="10373"/>
                    <a:pt x="10294" y="0"/>
                    <a:pt x="22991" y="0"/>
                  </a:cubicBezTo>
                  <a:lnTo>
                    <a:pt x="56927" y="0"/>
                  </a:lnTo>
                  <a:cubicBezTo>
                    <a:pt x="69624" y="0"/>
                    <a:pt x="79918" y="10373"/>
                    <a:pt x="79918" y="23169"/>
                  </a:cubicBezTo>
                  <a:lnTo>
                    <a:pt x="79918" y="46709"/>
                  </a:lnTo>
                  <a:cubicBezTo>
                    <a:pt x="79918" y="49780"/>
                    <a:pt x="77448" y="52269"/>
                    <a:pt x="74400" y="52269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BB84C8DC-A38A-4B4B-92EB-84AF2F429CE4}"/>
                </a:ext>
              </a:extLst>
            </p:cNvPr>
            <p:cNvSpPr/>
            <p:nvPr/>
          </p:nvSpPr>
          <p:spPr>
            <a:xfrm>
              <a:off x="3909854" y="2272694"/>
              <a:ext cx="138316" cy="139384"/>
            </a:xfrm>
            <a:custGeom>
              <a:avLst/>
              <a:gdLst>
                <a:gd name="connsiteX0" fmla="*/ 68974 w 138316"/>
                <a:gd name="connsiteY0" fmla="*/ 139384 h 139384"/>
                <a:gd name="connsiteX1" fmla="*/ 0 w 138316"/>
                <a:gd name="connsiteY1" fmla="*/ 69507 h 139384"/>
                <a:gd name="connsiteX2" fmla="*/ 69342 w 138316"/>
                <a:gd name="connsiteY2" fmla="*/ 0 h 139384"/>
                <a:gd name="connsiteX3" fmla="*/ 138316 w 138316"/>
                <a:gd name="connsiteY3" fmla="*/ 69692 h 139384"/>
                <a:gd name="connsiteX4" fmla="*/ 68974 w 138316"/>
                <a:gd name="connsiteY4" fmla="*/ 139384 h 139384"/>
                <a:gd name="connsiteX5" fmla="*/ 68974 w 138316"/>
                <a:gd name="connsiteY5" fmla="*/ 11214 h 139384"/>
                <a:gd name="connsiteX6" fmla="*/ 11036 w 138316"/>
                <a:gd name="connsiteY6" fmla="*/ 69784 h 139384"/>
                <a:gd name="connsiteX7" fmla="*/ 69158 w 138316"/>
                <a:gd name="connsiteY7" fmla="*/ 128170 h 139384"/>
                <a:gd name="connsiteX8" fmla="*/ 127096 w 138316"/>
                <a:gd name="connsiteY8" fmla="*/ 69692 h 139384"/>
                <a:gd name="connsiteX9" fmla="*/ 68974 w 138316"/>
                <a:gd name="connsiteY9" fmla="*/ 11214 h 139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16" h="139384">
                  <a:moveTo>
                    <a:pt x="68974" y="139384"/>
                  </a:moveTo>
                  <a:cubicBezTo>
                    <a:pt x="30779" y="139282"/>
                    <a:pt x="-101" y="107997"/>
                    <a:pt x="0" y="69507"/>
                  </a:cubicBezTo>
                  <a:cubicBezTo>
                    <a:pt x="102" y="31017"/>
                    <a:pt x="31147" y="-102"/>
                    <a:pt x="69342" y="0"/>
                  </a:cubicBezTo>
                  <a:cubicBezTo>
                    <a:pt x="107465" y="102"/>
                    <a:pt x="138316" y="31274"/>
                    <a:pt x="138316" y="69692"/>
                  </a:cubicBezTo>
                  <a:cubicBezTo>
                    <a:pt x="138265" y="108233"/>
                    <a:pt x="107220" y="139435"/>
                    <a:pt x="68974" y="139384"/>
                  </a:cubicBezTo>
                  <a:close/>
                  <a:moveTo>
                    <a:pt x="68974" y="11214"/>
                  </a:moveTo>
                  <a:cubicBezTo>
                    <a:pt x="36925" y="11265"/>
                    <a:pt x="10985" y="37488"/>
                    <a:pt x="11036" y="69784"/>
                  </a:cubicBezTo>
                  <a:cubicBezTo>
                    <a:pt x="11087" y="102081"/>
                    <a:pt x="37109" y="128221"/>
                    <a:pt x="69158" y="128170"/>
                  </a:cubicBezTo>
                  <a:cubicBezTo>
                    <a:pt x="101171" y="128119"/>
                    <a:pt x="127096" y="101952"/>
                    <a:pt x="127096" y="69692"/>
                  </a:cubicBezTo>
                  <a:cubicBezTo>
                    <a:pt x="127046" y="37380"/>
                    <a:pt x="101038" y="11213"/>
                    <a:pt x="68974" y="11214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8FB8BCA-E268-FD4E-A1B2-580B2D9CDA35}"/>
                </a:ext>
              </a:extLst>
            </p:cNvPr>
            <p:cNvSpPr/>
            <p:nvPr/>
          </p:nvSpPr>
          <p:spPr>
            <a:xfrm>
              <a:off x="3781626" y="2117964"/>
              <a:ext cx="254807" cy="254356"/>
            </a:xfrm>
            <a:custGeom>
              <a:avLst/>
              <a:gdLst>
                <a:gd name="connsiteX0" fmla="*/ 127308 w 254807"/>
                <a:gd name="connsiteY0" fmla="*/ 254356 h 254356"/>
                <a:gd name="connsiteX1" fmla="*/ 0 w 254807"/>
                <a:gd name="connsiteY1" fmla="*/ 125751 h 254356"/>
                <a:gd name="connsiteX2" fmla="*/ 28537 w 254807"/>
                <a:gd name="connsiteY2" fmla="*/ 44909 h 254356"/>
                <a:gd name="connsiteX3" fmla="*/ 33412 w 254807"/>
                <a:gd name="connsiteY3" fmla="*/ 42870 h 254356"/>
                <a:gd name="connsiteX4" fmla="*/ 37734 w 254807"/>
                <a:gd name="connsiteY4" fmla="*/ 45836 h 254356"/>
                <a:gd name="connsiteX5" fmla="*/ 116500 w 254807"/>
                <a:gd name="connsiteY5" fmla="*/ 69518 h 254356"/>
                <a:gd name="connsiteX6" fmla="*/ 146989 w 254807"/>
                <a:gd name="connsiteY6" fmla="*/ 18219 h 254356"/>
                <a:gd name="connsiteX7" fmla="*/ 145885 w 254807"/>
                <a:gd name="connsiteY7" fmla="*/ 6727 h 254356"/>
                <a:gd name="connsiteX8" fmla="*/ 149916 w 254807"/>
                <a:gd name="connsiteY8" fmla="*/ 147 h 254356"/>
                <a:gd name="connsiteX9" fmla="*/ 152415 w 254807"/>
                <a:gd name="connsiteY9" fmla="*/ 147 h 254356"/>
                <a:gd name="connsiteX10" fmla="*/ 252288 w 254807"/>
                <a:gd name="connsiteY10" fmla="*/ 151371 h 254356"/>
                <a:gd name="connsiteX11" fmla="*/ 243829 w 254807"/>
                <a:gd name="connsiteY11" fmla="*/ 178177 h 254356"/>
                <a:gd name="connsiteX12" fmla="*/ 239966 w 254807"/>
                <a:gd name="connsiteY12" fmla="*/ 181421 h 254356"/>
                <a:gd name="connsiteX13" fmla="*/ 235092 w 254807"/>
                <a:gd name="connsiteY13" fmla="*/ 180123 h 254356"/>
                <a:gd name="connsiteX14" fmla="*/ 153197 w 254807"/>
                <a:gd name="connsiteY14" fmla="*/ 185475 h 254356"/>
                <a:gd name="connsiteX15" fmla="*/ 143126 w 254807"/>
                <a:gd name="connsiteY15" fmla="*/ 246294 h 254356"/>
                <a:gd name="connsiteX16" fmla="*/ 143126 w 254807"/>
                <a:gd name="connsiteY16" fmla="*/ 251298 h 254356"/>
                <a:gd name="connsiteX17" fmla="*/ 138896 w 254807"/>
                <a:gd name="connsiteY17" fmla="*/ 253986 h 254356"/>
                <a:gd name="connsiteX18" fmla="*/ 127308 w 254807"/>
                <a:gd name="connsiteY18" fmla="*/ 254356 h 254356"/>
                <a:gd name="connsiteX19" fmla="*/ 32400 w 254807"/>
                <a:gd name="connsiteY19" fmla="*/ 58347 h 254356"/>
                <a:gd name="connsiteX20" fmla="*/ 59489 w 254807"/>
                <a:gd name="connsiteY20" fmla="*/ 221879 h 254356"/>
                <a:gd name="connsiteX21" fmla="*/ 127308 w 254807"/>
                <a:gd name="connsiteY21" fmla="*/ 243699 h 254356"/>
                <a:gd name="connsiteX22" fmla="*/ 130619 w 254807"/>
                <a:gd name="connsiteY22" fmla="*/ 243699 h 254356"/>
                <a:gd name="connsiteX23" fmla="*/ 128044 w 254807"/>
                <a:gd name="connsiteY23" fmla="*/ 225163 h 254356"/>
                <a:gd name="connsiteX24" fmla="*/ 197202 w 254807"/>
                <a:gd name="connsiteY24" fmla="*/ 155471 h 254356"/>
                <a:gd name="connsiteX25" fmla="*/ 236288 w 254807"/>
                <a:gd name="connsiteY25" fmla="*/ 167705 h 254356"/>
                <a:gd name="connsiteX26" fmla="*/ 243645 w 254807"/>
                <a:gd name="connsiteY26" fmla="*/ 126835 h 254356"/>
                <a:gd name="connsiteX27" fmla="*/ 157933 w 254807"/>
                <a:gd name="connsiteY27" fmla="*/ 13400 h 254356"/>
                <a:gd name="connsiteX28" fmla="*/ 157933 w 254807"/>
                <a:gd name="connsiteY28" fmla="*/ 18682 h 254356"/>
                <a:gd name="connsiteX29" fmla="*/ 88086 w 254807"/>
                <a:gd name="connsiteY29" fmla="*/ 87673 h 254356"/>
                <a:gd name="connsiteX30" fmla="*/ 32400 w 254807"/>
                <a:gd name="connsiteY30" fmla="*/ 58347 h 25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4807" h="254356">
                  <a:moveTo>
                    <a:pt x="127308" y="254356"/>
                  </a:moveTo>
                  <a:cubicBezTo>
                    <a:pt x="56912" y="254270"/>
                    <a:pt x="-86" y="196691"/>
                    <a:pt x="0" y="125751"/>
                  </a:cubicBezTo>
                  <a:cubicBezTo>
                    <a:pt x="36" y="96304"/>
                    <a:pt x="10111" y="67763"/>
                    <a:pt x="28537" y="44909"/>
                  </a:cubicBezTo>
                  <a:cubicBezTo>
                    <a:pt x="29713" y="43440"/>
                    <a:pt x="31549" y="42672"/>
                    <a:pt x="33412" y="42870"/>
                  </a:cubicBezTo>
                  <a:cubicBezTo>
                    <a:pt x="35261" y="43048"/>
                    <a:pt x="36892" y="44167"/>
                    <a:pt x="37734" y="45836"/>
                  </a:cubicBezTo>
                  <a:cubicBezTo>
                    <a:pt x="52995" y="74294"/>
                    <a:pt x="88260" y="84897"/>
                    <a:pt x="116500" y="69518"/>
                  </a:cubicBezTo>
                  <a:cubicBezTo>
                    <a:pt x="135212" y="59328"/>
                    <a:pt x="146906" y="39652"/>
                    <a:pt x="146989" y="18219"/>
                  </a:cubicBezTo>
                  <a:cubicBezTo>
                    <a:pt x="146987" y="14361"/>
                    <a:pt x="146617" y="10513"/>
                    <a:pt x="145885" y="6727"/>
                  </a:cubicBezTo>
                  <a:cubicBezTo>
                    <a:pt x="145195" y="3788"/>
                    <a:pt x="147000" y="842"/>
                    <a:pt x="149916" y="147"/>
                  </a:cubicBezTo>
                  <a:cubicBezTo>
                    <a:pt x="150738" y="-49"/>
                    <a:pt x="151593" y="-49"/>
                    <a:pt x="152415" y="147"/>
                  </a:cubicBezTo>
                  <a:cubicBezTo>
                    <a:pt x="221434" y="14114"/>
                    <a:pt x="266148" y="81820"/>
                    <a:pt x="252288" y="151371"/>
                  </a:cubicBezTo>
                  <a:cubicBezTo>
                    <a:pt x="250450" y="160592"/>
                    <a:pt x="247614" y="169581"/>
                    <a:pt x="243829" y="178177"/>
                  </a:cubicBezTo>
                  <a:cubicBezTo>
                    <a:pt x="243087" y="179786"/>
                    <a:pt x="241670" y="180976"/>
                    <a:pt x="239966" y="181421"/>
                  </a:cubicBezTo>
                  <a:cubicBezTo>
                    <a:pt x="238229" y="181805"/>
                    <a:pt x="236414" y="181322"/>
                    <a:pt x="235092" y="180123"/>
                  </a:cubicBezTo>
                  <a:cubicBezTo>
                    <a:pt x="211011" y="158812"/>
                    <a:pt x="174345" y="161208"/>
                    <a:pt x="153197" y="185475"/>
                  </a:cubicBezTo>
                  <a:cubicBezTo>
                    <a:pt x="138645" y="202173"/>
                    <a:pt x="134743" y="225739"/>
                    <a:pt x="143126" y="246294"/>
                  </a:cubicBezTo>
                  <a:cubicBezTo>
                    <a:pt x="143960" y="247856"/>
                    <a:pt x="143960" y="249736"/>
                    <a:pt x="143126" y="251298"/>
                  </a:cubicBezTo>
                  <a:cubicBezTo>
                    <a:pt x="142223" y="252823"/>
                    <a:pt x="140651" y="253822"/>
                    <a:pt x="138896" y="253986"/>
                  </a:cubicBezTo>
                  <a:cubicBezTo>
                    <a:pt x="134758" y="254356"/>
                    <a:pt x="130987" y="254356"/>
                    <a:pt x="127308" y="254356"/>
                  </a:cubicBezTo>
                  <a:close/>
                  <a:moveTo>
                    <a:pt x="32400" y="58347"/>
                  </a:moveTo>
                  <a:cubicBezTo>
                    <a:pt x="-4932" y="111044"/>
                    <a:pt x="7197" y="184259"/>
                    <a:pt x="59489" y="221879"/>
                  </a:cubicBezTo>
                  <a:cubicBezTo>
                    <a:pt x="79278" y="236115"/>
                    <a:pt x="102995" y="243746"/>
                    <a:pt x="127308" y="243699"/>
                  </a:cubicBezTo>
                  <a:lnTo>
                    <a:pt x="130619" y="243699"/>
                  </a:lnTo>
                  <a:cubicBezTo>
                    <a:pt x="128958" y="237661"/>
                    <a:pt x="128092" y="231429"/>
                    <a:pt x="128044" y="225163"/>
                  </a:cubicBezTo>
                  <a:cubicBezTo>
                    <a:pt x="128095" y="186695"/>
                    <a:pt x="159028" y="155522"/>
                    <a:pt x="197202" y="155471"/>
                  </a:cubicBezTo>
                  <a:cubicBezTo>
                    <a:pt x="211163" y="155441"/>
                    <a:pt x="224800" y="159709"/>
                    <a:pt x="236288" y="167705"/>
                  </a:cubicBezTo>
                  <a:cubicBezTo>
                    <a:pt x="241167" y="154640"/>
                    <a:pt x="243660" y="140794"/>
                    <a:pt x="243645" y="126835"/>
                  </a:cubicBezTo>
                  <a:cubicBezTo>
                    <a:pt x="243668" y="73892"/>
                    <a:pt x="208584" y="27459"/>
                    <a:pt x="157933" y="13400"/>
                  </a:cubicBezTo>
                  <a:cubicBezTo>
                    <a:pt x="158025" y="15159"/>
                    <a:pt x="158025" y="16922"/>
                    <a:pt x="157933" y="18682"/>
                  </a:cubicBezTo>
                  <a:cubicBezTo>
                    <a:pt x="157550" y="57170"/>
                    <a:pt x="126279" y="88058"/>
                    <a:pt x="88086" y="87673"/>
                  </a:cubicBezTo>
                  <a:cubicBezTo>
                    <a:pt x="65934" y="87449"/>
                    <a:pt x="45230" y="76546"/>
                    <a:pt x="32400" y="58347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AC32D8D-5F73-6140-8468-7E90839C1379}"/>
                </a:ext>
              </a:extLst>
            </p:cNvPr>
            <p:cNvSpPr/>
            <p:nvPr/>
          </p:nvSpPr>
          <p:spPr>
            <a:xfrm>
              <a:off x="3963274" y="2127107"/>
              <a:ext cx="35320" cy="39565"/>
            </a:xfrm>
            <a:custGeom>
              <a:avLst/>
              <a:gdLst>
                <a:gd name="connsiteX0" fmla="*/ 10312 w 35320"/>
                <a:gd name="connsiteY0" fmla="*/ 39566 h 39565"/>
                <a:gd name="connsiteX1" fmla="*/ 4886 w 35320"/>
                <a:gd name="connsiteY1" fmla="*/ 35025 h 39565"/>
                <a:gd name="connsiteX2" fmla="*/ 104 w 35320"/>
                <a:gd name="connsiteY2" fmla="*/ 11022 h 39565"/>
                <a:gd name="connsiteX3" fmla="*/ 1024 w 35320"/>
                <a:gd name="connsiteY3" fmla="*/ 6759 h 39565"/>
                <a:gd name="connsiteX4" fmla="*/ 4611 w 35320"/>
                <a:gd name="connsiteY4" fmla="*/ 4257 h 39565"/>
                <a:gd name="connsiteX5" fmla="*/ 28797 w 35320"/>
                <a:gd name="connsiteY5" fmla="*/ 86 h 39565"/>
                <a:gd name="connsiteX6" fmla="*/ 35235 w 35320"/>
                <a:gd name="connsiteY6" fmla="*/ 4627 h 39565"/>
                <a:gd name="connsiteX7" fmla="*/ 30729 w 35320"/>
                <a:gd name="connsiteY7" fmla="*/ 11115 h 39565"/>
                <a:gd name="connsiteX8" fmla="*/ 12336 w 35320"/>
                <a:gd name="connsiteY8" fmla="*/ 14358 h 39565"/>
                <a:gd name="connsiteX9" fmla="*/ 16014 w 35320"/>
                <a:gd name="connsiteY9" fmla="*/ 32893 h 39565"/>
                <a:gd name="connsiteX10" fmla="*/ 11600 w 35320"/>
                <a:gd name="connsiteY10" fmla="*/ 39473 h 39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320" h="39565">
                  <a:moveTo>
                    <a:pt x="10312" y="39566"/>
                  </a:moveTo>
                  <a:cubicBezTo>
                    <a:pt x="7668" y="39531"/>
                    <a:pt x="5407" y="37638"/>
                    <a:pt x="4886" y="35025"/>
                  </a:cubicBezTo>
                  <a:lnTo>
                    <a:pt x="104" y="11022"/>
                  </a:lnTo>
                  <a:cubicBezTo>
                    <a:pt x="-189" y="9534"/>
                    <a:pt x="144" y="7990"/>
                    <a:pt x="1024" y="6759"/>
                  </a:cubicBezTo>
                  <a:cubicBezTo>
                    <a:pt x="1835" y="5471"/>
                    <a:pt x="3129" y="4569"/>
                    <a:pt x="4611" y="4257"/>
                  </a:cubicBezTo>
                  <a:lnTo>
                    <a:pt x="28797" y="86"/>
                  </a:lnTo>
                  <a:cubicBezTo>
                    <a:pt x="31820" y="-451"/>
                    <a:pt x="34702" y="1582"/>
                    <a:pt x="35235" y="4627"/>
                  </a:cubicBezTo>
                  <a:cubicBezTo>
                    <a:pt x="35768" y="7673"/>
                    <a:pt x="33751" y="10577"/>
                    <a:pt x="30729" y="11115"/>
                  </a:cubicBezTo>
                  <a:lnTo>
                    <a:pt x="12336" y="14358"/>
                  </a:lnTo>
                  <a:lnTo>
                    <a:pt x="16014" y="32893"/>
                  </a:lnTo>
                  <a:cubicBezTo>
                    <a:pt x="16577" y="35934"/>
                    <a:pt x="14610" y="38866"/>
                    <a:pt x="11600" y="39473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39F498FB-B195-0A42-8373-F2BC890281EC}"/>
                </a:ext>
              </a:extLst>
            </p:cNvPr>
            <p:cNvSpPr/>
            <p:nvPr/>
          </p:nvSpPr>
          <p:spPr>
            <a:xfrm>
              <a:off x="3818789" y="2323460"/>
              <a:ext cx="35628" cy="39612"/>
            </a:xfrm>
            <a:custGeom>
              <a:avLst/>
              <a:gdLst>
                <a:gd name="connsiteX0" fmla="*/ 5997 w 35628"/>
                <a:gd name="connsiteY0" fmla="*/ 39593 h 39612"/>
                <a:gd name="connsiteX1" fmla="*/ 19 w 35628"/>
                <a:gd name="connsiteY1" fmla="*/ 34496 h 39612"/>
                <a:gd name="connsiteX2" fmla="*/ 5078 w 35628"/>
                <a:gd name="connsiteY2" fmla="*/ 28472 h 39612"/>
                <a:gd name="connsiteX3" fmla="*/ 23471 w 35628"/>
                <a:gd name="connsiteY3" fmla="*/ 25228 h 39612"/>
                <a:gd name="connsiteX4" fmla="*/ 19792 w 35628"/>
                <a:gd name="connsiteY4" fmla="*/ 6693 h 39612"/>
                <a:gd name="connsiteX5" fmla="*/ 24206 w 35628"/>
                <a:gd name="connsiteY5" fmla="*/ 113 h 39612"/>
                <a:gd name="connsiteX6" fmla="*/ 30715 w 35628"/>
                <a:gd name="connsiteY6" fmla="*/ 4452 h 39612"/>
                <a:gd name="connsiteX7" fmla="*/ 30736 w 35628"/>
                <a:gd name="connsiteY7" fmla="*/ 4561 h 39612"/>
                <a:gd name="connsiteX8" fmla="*/ 35518 w 35628"/>
                <a:gd name="connsiteY8" fmla="*/ 28472 h 39612"/>
                <a:gd name="connsiteX9" fmla="*/ 34598 w 35628"/>
                <a:gd name="connsiteY9" fmla="*/ 32735 h 39612"/>
                <a:gd name="connsiteX10" fmla="*/ 31012 w 35628"/>
                <a:gd name="connsiteY10" fmla="*/ 35144 h 39612"/>
                <a:gd name="connsiteX11" fmla="*/ 7009 w 35628"/>
                <a:gd name="connsiteY11" fmla="*/ 39593 h 3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28" h="39612">
                  <a:moveTo>
                    <a:pt x="5997" y="39593"/>
                  </a:moveTo>
                  <a:cubicBezTo>
                    <a:pt x="2950" y="39849"/>
                    <a:pt x="273" y="37567"/>
                    <a:pt x="19" y="34496"/>
                  </a:cubicBezTo>
                  <a:cubicBezTo>
                    <a:pt x="-235" y="31425"/>
                    <a:pt x="2030" y="28728"/>
                    <a:pt x="5078" y="28472"/>
                  </a:cubicBezTo>
                  <a:lnTo>
                    <a:pt x="23471" y="25228"/>
                  </a:lnTo>
                  <a:lnTo>
                    <a:pt x="19792" y="6693"/>
                  </a:lnTo>
                  <a:cubicBezTo>
                    <a:pt x="19229" y="3652"/>
                    <a:pt x="21196" y="720"/>
                    <a:pt x="24206" y="113"/>
                  </a:cubicBezTo>
                  <a:cubicBezTo>
                    <a:pt x="27192" y="-500"/>
                    <a:pt x="30106" y="1442"/>
                    <a:pt x="30715" y="4452"/>
                  </a:cubicBezTo>
                  <a:cubicBezTo>
                    <a:pt x="30722" y="4488"/>
                    <a:pt x="30729" y="4525"/>
                    <a:pt x="30736" y="4561"/>
                  </a:cubicBezTo>
                  <a:lnTo>
                    <a:pt x="35518" y="28472"/>
                  </a:lnTo>
                  <a:cubicBezTo>
                    <a:pt x="35823" y="29960"/>
                    <a:pt x="35489" y="31509"/>
                    <a:pt x="34598" y="32735"/>
                  </a:cubicBezTo>
                  <a:cubicBezTo>
                    <a:pt x="33784" y="34003"/>
                    <a:pt x="32486" y="34875"/>
                    <a:pt x="31012" y="35144"/>
                  </a:cubicBezTo>
                  <a:lnTo>
                    <a:pt x="7009" y="39593"/>
                  </a:ln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9" name="Graphic 72">
            <a:extLst>
              <a:ext uri="{FF2B5EF4-FFF2-40B4-BE49-F238E27FC236}">
                <a16:creationId xmlns:a16="http://schemas.microsoft.com/office/drawing/2014/main" id="{E828DC65-C34B-4E4F-9F94-1B3A7B8E72C0}"/>
              </a:ext>
            </a:extLst>
          </p:cNvPr>
          <p:cNvGrpSpPr>
            <a:grpSpLocks noChangeAspect="1"/>
          </p:cNvGrpSpPr>
          <p:nvPr/>
        </p:nvGrpSpPr>
        <p:grpSpPr>
          <a:xfrm>
            <a:off x="8251027" y="1980872"/>
            <a:ext cx="339598" cy="339568"/>
            <a:chOff x="3762420" y="2085540"/>
            <a:chExt cx="308725" cy="308698"/>
          </a:xfrm>
          <a:solidFill>
            <a:srgbClr val="FFFFFF"/>
          </a:solidFill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7A37A7A3-62DB-CB44-8326-F08BD37AF8E0}"/>
                </a:ext>
              </a:extLst>
            </p:cNvPr>
            <p:cNvSpPr/>
            <p:nvPr/>
          </p:nvSpPr>
          <p:spPr>
            <a:xfrm>
              <a:off x="3911125" y="2085541"/>
              <a:ext cx="159975" cy="159973"/>
            </a:xfrm>
            <a:custGeom>
              <a:avLst/>
              <a:gdLst>
                <a:gd name="connsiteX0" fmla="*/ 43874 w 159975"/>
                <a:gd name="connsiteY0" fmla="*/ 159974 h 159973"/>
                <a:gd name="connsiteX1" fmla="*/ 5635 w 159975"/>
                <a:gd name="connsiteY1" fmla="*/ 159974 h 159973"/>
                <a:gd name="connsiteX2" fmla="*/ 1 w 159975"/>
                <a:gd name="connsiteY2" fmla="*/ 154340 h 159973"/>
                <a:gd name="connsiteX3" fmla="*/ 1 w 159975"/>
                <a:gd name="connsiteY3" fmla="*/ 101600 h 159973"/>
                <a:gd name="connsiteX4" fmla="*/ 5358 w 159975"/>
                <a:gd name="connsiteY4" fmla="*/ 92364 h 159973"/>
                <a:gd name="connsiteX5" fmla="*/ 16627 w 159975"/>
                <a:gd name="connsiteY5" fmla="*/ 91809 h 159973"/>
                <a:gd name="connsiteX6" fmla="*/ 47470 w 159975"/>
                <a:gd name="connsiteY6" fmla="*/ 81082 h 159973"/>
                <a:gd name="connsiteX7" fmla="*/ 49231 w 159975"/>
                <a:gd name="connsiteY7" fmla="*/ 66040 h 159973"/>
                <a:gd name="connsiteX8" fmla="*/ 21927 w 159975"/>
                <a:gd name="connsiteY8" fmla="*/ 48366 h 159973"/>
                <a:gd name="connsiteX9" fmla="*/ 16534 w 159975"/>
                <a:gd name="connsiteY9" fmla="*/ 50246 h 159973"/>
                <a:gd name="connsiteX10" fmla="*/ 1189 w 159975"/>
                <a:gd name="connsiteY10" fmla="*/ 45063 h 159973"/>
                <a:gd name="connsiteX11" fmla="*/ 1 w 159975"/>
                <a:gd name="connsiteY11" fmla="*/ 39809 h 159973"/>
                <a:gd name="connsiteX12" fmla="*/ 1 w 159975"/>
                <a:gd name="connsiteY12" fmla="*/ 5634 h 159973"/>
                <a:gd name="connsiteX13" fmla="*/ 5635 w 159975"/>
                <a:gd name="connsiteY13" fmla="*/ 0 h 159973"/>
                <a:gd name="connsiteX14" fmla="*/ 136792 w 159975"/>
                <a:gd name="connsiteY14" fmla="*/ 0 h 159973"/>
                <a:gd name="connsiteX15" fmla="*/ 159975 w 159975"/>
                <a:gd name="connsiteY15" fmla="*/ 23183 h 159973"/>
                <a:gd name="connsiteX16" fmla="*/ 159975 w 159975"/>
                <a:gd name="connsiteY16" fmla="*/ 42210 h 159973"/>
                <a:gd name="connsiteX17" fmla="*/ 153667 w 159975"/>
                <a:gd name="connsiteY17" fmla="*/ 47078 h 159973"/>
                <a:gd name="connsiteX18" fmla="*/ 148799 w 159975"/>
                <a:gd name="connsiteY18" fmla="*/ 42210 h 159973"/>
                <a:gd name="connsiteX19" fmla="*/ 148799 w 159975"/>
                <a:gd name="connsiteY19" fmla="*/ 23183 h 159973"/>
                <a:gd name="connsiteX20" fmla="*/ 136792 w 159975"/>
                <a:gd name="connsiteY20" fmla="*/ 11176 h 159973"/>
                <a:gd name="connsiteX21" fmla="*/ 11270 w 159975"/>
                <a:gd name="connsiteY21" fmla="*/ 11176 h 159973"/>
                <a:gd name="connsiteX22" fmla="*/ 11270 w 159975"/>
                <a:gd name="connsiteY22" fmla="*/ 39809 h 159973"/>
                <a:gd name="connsiteX23" fmla="*/ 33991 w 159975"/>
                <a:gd name="connsiteY23" fmla="*/ 36945 h 159973"/>
                <a:gd name="connsiteX24" fmla="*/ 60222 w 159975"/>
                <a:gd name="connsiteY24" fmla="*/ 63177 h 159973"/>
                <a:gd name="connsiteX25" fmla="*/ 53295 w 159975"/>
                <a:gd name="connsiteY25" fmla="*/ 92364 h 159973"/>
                <a:gd name="connsiteX26" fmla="*/ 26787 w 159975"/>
                <a:gd name="connsiteY26" fmla="*/ 105110 h 159973"/>
                <a:gd name="connsiteX27" fmla="*/ 11731 w 159975"/>
                <a:gd name="connsiteY27" fmla="*/ 101600 h 159973"/>
                <a:gd name="connsiteX28" fmla="*/ 11270 w 159975"/>
                <a:gd name="connsiteY28" fmla="*/ 148613 h 159973"/>
                <a:gd name="connsiteX29" fmla="*/ 43874 w 159975"/>
                <a:gd name="connsiteY29" fmla="*/ 148613 h 159973"/>
                <a:gd name="connsiteX30" fmla="*/ 49508 w 159975"/>
                <a:gd name="connsiteY30" fmla="*/ 154247 h 159973"/>
                <a:gd name="connsiteX31" fmla="*/ 43874 w 159975"/>
                <a:gd name="connsiteY31" fmla="*/ 159881 h 159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9975" h="159973">
                  <a:moveTo>
                    <a:pt x="43874" y="159974"/>
                  </a:moveTo>
                  <a:lnTo>
                    <a:pt x="5635" y="159974"/>
                  </a:lnTo>
                  <a:cubicBezTo>
                    <a:pt x="2524" y="159974"/>
                    <a:pt x="1" y="157451"/>
                    <a:pt x="1" y="154340"/>
                  </a:cubicBezTo>
                  <a:lnTo>
                    <a:pt x="1" y="101600"/>
                  </a:lnTo>
                  <a:cubicBezTo>
                    <a:pt x="155" y="97826"/>
                    <a:pt x="2159" y="94371"/>
                    <a:pt x="5358" y="92364"/>
                  </a:cubicBezTo>
                  <a:cubicBezTo>
                    <a:pt x="8768" y="90249"/>
                    <a:pt x="13026" y="90039"/>
                    <a:pt x="16627" y="91809"/>
                  </a:cubicBezTo>
                  <a:cubicBezTo>
                    <a:pt x="28106" y="97364"/>
                    <a:pt x="41915" y="92561"/>
                    <a:pt x="47470" y="81082"/>
                  </a:cubicBezTo>
                  <a:cubicBezTo>
                    <a:pt x="49731" y="76408"/>
                    <a:pt x="50352" y="71109"/>
                    <a:pt x="49231" y="66040"/>
                  </a:cubicBezTo>
                  <a:cubicBezTo>
                    <a:pt x="46572" y="53620"/>
                    <a:pt x="34348" y="45707"/>
                    <a:pt x="21927" y="48366"/>
                  </a:cubicBezTo>
                  <a:cubicBezTo>
                    <a:pt x="20059" y="48766"/>
                    <a:pt x="18247" y="49398"/>
                    <a:pt x="16534" y="50246"/>
                  </a:cubicBezTo>
                  <a:cubicBezTo>
                    <a:pt x="10866" y="53052"/>
                    <a:pt x="3995" y="50732"/>
                    <a:pt x="1189" y="45063"/>
                  </a:cubicBezTo>
                  <a:cubicBezTo>
                    <a:pt x="381" y="43431"/>
                    <a:pt x="-26" y="41630"/>
                    <a:pt x="1" y="39809"/>
                  </a:cubicBezTo>
                  <a:lnTo>
                    <a:pt x="1" y="5634"/>
                  </a:lnTo>
                  <a:cubicBezTo>
                    <a:pt x="1" y="2523"/>
                    <a:pt x="2524" y="0"/>
                    <a:pt x="5635" y="0"/>
                  </a:cubicBezTo>
                  <a:lnTo>
                    <a:pt x="136792" y="0"/>
                  </a:lnTo>
                  <a:cubicBezTo>
                    <a:pt x="149575" y="51"/>
                    <a:pt x="159925" y="10401"/>
                    <a:pt x="159975" y="23183"/>
                  </a:cubicBezTo>
                  <a:lnTo>
                    <a:pt x="159975" y="42210"/>
                  </a:lnTo>
                  <a:cubicBezTo>
                    <a:pt x="159578" y="45296"/>
                    <a:pt x="156753" y="47476"/>
                    <a:pt x="153667" y="47078"/>
                  </a:cubicBezTo>
                  <a:cubicBezTo>
                    <a:pt x="151127" y="46751"/>
                    <a:pt x="149126" y="44751"/>
                    <a:pt x="148799" y="42210"/>
                  </a:cubicBezTo>
                  <a:lnTo>
                    <a:pt x="148799" y="23183"/>
                  </a:lnTo>
                  <a:cubicBezTo>
                    <a:pt x="148749" y="16573"/>
                    <a:pt x="143402" y="11226"/>
                    <a:pt x="136792" y="11176"/>
                  </a:cubicBezTo>
                  <a:lnTo>
                    <a:pt x="11270" y="11176"/>
                  </a:lnTo>
                  <a:lnTo>
                    <a:pt x="11270" y="39809"/>
                  </a:lnTo>
                  <a:cubicBezTo>
                    <a:pt x="18338" y="36434"/>
                    <a:pt x="26307" y="35430"/>
                    <a:pt x="33991" y="36945"/>
                  </a:cubicBezTo>
                  <a:cubicBezTo>
                    <a:pt x="47121" y="39791"/>
                    <a:pt x="57377" y="50047"/>
                    <a:pt x="60222" y="63177"/>
                  </a:cubicBezTo>
                  <a:cubicBezTo>
                    <a:pt x="62437" y="73453"/>
                    <a:pt x="59891" y="84179"/>
                    <a:pt x="53295" y="92364"/>
                  </a:cubicBezTo>
                  <a:cubicBezTo>
                    <a:pt x="46808" y="100360"/>
                    <a:pt x="37084" y="105036"/>
                    <a:pt x="26787" y="105110"/>
                  </a:cubicBezTo>
                  <a:cubicBezTo>
                    <a:pt x="21562" y="105142"/>
                    <a:pt x="16403" y="103940"/>
                    <a:pt x="11731" y="101600"/>
                  </a:cubicBezTo>
                  <a:lnTo>
                    <a:pt x="11270" y="148613"/>
                  </a:lnTo>
                  <a:lnTo>
                    <a:pt x="43874" y="148613"/>
                  </a:lnTo>
                  <a:cubicBezTo>
                    <a:pt x="46986" y="148613"/>
                    <a:pt x="49508" y="151136"/>
                    <a:pt x="49508" y="154247"/>
                  </a:cubicBezTo>
                  <a:cubicBezTo>
                    <a:pt x="49508" y="157359"/>
                    <a:pt x="46986" y="159881"/>
                    <a:pt x="43874" y="15988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722685FF-32F5-4542-BFBA-381D44E88E58}"/>
                </a:ext>
              </a:extLst>
            </p:cNvPr>
            <p:cNvSpPr/>
            <p:nvPr/>
          </p:nvSpPr>
          <p:spPr>
            <a:xfrm>
              <a:off x="4059877" y="2191315"/>
              <a:ext cx="11268" cy="31569"/>
            </a:xfrm>
            <a:custGeom>
              <a:avLst/>
              <a:gdLst>
                <a:gd name="connsiteX0" fmla="*/ 5589 w 11268"/>
                <a:gd name="connsiteY0" fmla="*/ 31570 h 31569"/>
                <a:gd name="connsiteX1" fmla="*/ 46 w 11268"/>
                <a:gd name="connsiteY1" fmla="*/ 26029 h 31569"/>
                <a:gd name="connsiteX2" fmla="*/ 47 w 11268"/>
                <a:gd name="connsiteY2" fmla="*/ 25936 h 31569"/>
                <a:gd name="connsiteX3" fmla="*/ 47 w 11268"/>
                <a:gd name="connsiteY3" fmla="*/ 6355 h 31569"/>
                <a:gd name="connsiteX4" fmla="*/ 4915 w 11268"/>
                <a:gd name="connsiteY4" fmla="*/ 47 h 31569"/>
                <a:gd name="connsiteX5" fmla="*/ 11223 w 11268"/>
                <a:gd name="connsiteY5" fmla="*/ 4915 h 31569"/>
                <a:gd name="connsiteX6" fmla="*/ 11223 w 11268"/>
                <a:gd name="connsiteY6" fmla="*/ 6355 h 31569"/>
                <a:gd name="connsiteX7" fmla="*/ 11223 w 11268"/>
                <a:gd name="connsiteY7" fmla="*/ 25936 h 31569"/>
                <a:gd name="connsiteX8" fmla="*/ 5589 w 11268"/>
                <a:gd name="connsiteY8" fmla="*/ 31570 h 31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68" h="31569">
                  <a:moveTo>
                    <a:pt x="5589" y="31570"/>
                  </a:moveTo>
                  <a:cubicBezTo>
                    <a:pt x="2528" y="31570"/>
                    <a:pt x="46" y="29090"/>
                    <a:pt x="46" y="26029"/>
                  </a:cubicBezTo>
                  <a:cubicBezTo>
                    <a:pt x="46" y="25998"/>
                    <a:pt x="46" y="25967"/>
                    <a:pt x="47" y="25936"/>
                  </a:cubicBezTo>
                  <a:lnTo>
                    <a:pt x="47" y="6355"/>
                  </a:lnTo>
                  <a:cubicBezTo>
                    <a:pt x="-351" y="3269"/>
                    <a:pt x="1829" y="444"/>
                    <a:pt x="4915" y="47"/>
                  </a:cubicBezTo>
                  <a:cubicBezTo>
                    <a:pt x="8001" y="-351"/>
                    <a:pt x="10825" y="1829"/>
                    <a:pt x="11223" y="4915"/>
                  </a:cubicBezTo>
                  <a:cubicBezTo>
                    <a:pt x="11284" y="5393"/>
                    <a:pt x="11284" y="5877"/>
                    <a:pt x="11223" y="6355"/>
                  </a:cubicBezTo>
                  <a:lnTo>
                    <a:pt x="11223" y="25936"/>
                  </a:lnTo>
                  <a:cubicBezTo>
                    <a:pt x="11223" y="29047"/>
                    <a:pt x="8700" y="31570"/>
                    <a:pt x="5589" y="3157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ACA55C1-09E7-6A4F-BF68-582B5D266FEA}"/>
                </a:ext>
              </a:extLst>
            </p:cNvPr>
            <p:cNvSpPr/>
            <p:nvPr/>
          </p:nvSpPr>
          <p:spPr>
            <a:xfrm>
              <a:off x="4059877" y="2121396"/>
              <a:ext cx="11268" cy="31478"/>
            </a:xfrm>
            <a:custGeom>
              <a:avLst/>
              <a:gdLst>
                <a:gd name="connsiteX0" fmla="*/ 5589 w 11268"/>
                <a:gd name="connsiteY0" fmla="*/ 31478 h 31478"/>
                <a:gd name="connsiteX1" fmla="*/ 47 w 11268"/>
                <a:gd name="connsiteY1" fmla="*/ 25936 h 31478"/>
                <a:gd name="connsiteX2" fmla="*/ 47 w 11268"/>
                <a:gd name="connsiteY2" fmla="*/ 6355 h 31478"/>
                <a:gd name="connsiteX3" fmla="*/ 4915 w 11268"/>
                <a:gd name="connsiteY3" fmla="*/ 47 h 31478"/>
                <a:gd name="connsiteX4" fmla="*/ 11223 w 11268"/>
                <a:gd name="connsiteY4" fmla="*/ 4915 h 31478"/>
                <a:gd name="connsiteX5" fmla="*/ 11223 w 11268"/>
                <a:gd name="connsiteY5" fmla="*/ 6355 h 31478"/>
                <a:gd name="connsiteX6" fmla="*/ 11223 w 11268"/>
                <a:gd name="connsiteY6" fmla="*/ 25936 h 31478"/>
                <a:gd name="connsiteX7" fmla="*/ 5682 w 11268"/>
                <a:gd name="connsiteY7" fmla="*/ 31478 h 31478"/>
                <a:gd name="connsiteX8" fmla="*/ 5589 w 11268"/>
                <a:gd name="connsiteY8" fmla="*/ 31478 h 3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68" h="31478">
                  <a:moveTo>
                    <a:pt x="5589" y="31478"/>
                  </a:moveTo>
                  <a:cubicBezTo>
                    <a:pt x="2528" y="31478"/>
                    <a:pt x="47" y="28996"/>
                    <a:pt x="47" y="25936"/>
                  </a:cubicBezTo>
                  <a:lnTo>
                    <a:pt x="47" y="6355"/>
                  </a:lnTo>
                  <a:cubicBezTo>
                    <a:pt x="-351" y="3269"/>
                    <a:pt x="1829" y="444"/>
                    <a:pt x="4915" y="47"/>
                  </a:cubicBezTo>
                  <a:cubicBezTo>
                    <a:pt x="8001" y="-351"/>
                    <a:pt x="10825" y="1829"/>
                    <a:pt x="11223" y="4915"/>
                  </a:cubicBezTo>
                  <a:cubicBezTo>
                    <a:pt x="11284" y="5393"/>
                    <a:pt x="11284" y="5877"/>
                    <a:pt x="11223" y="6355"/>
                  </a:cubicBezTo>
                  <a:lnTo>
                    <a:pt x="11223" y="25936"/>
                  </a:lnTo>
                  <a:cubicBezTo>
                    <a:pt x="11223" y="28996"/>
                    <a:pt x="8742" y="31478"/>
                    <a:pt x="5682" y="31478"/>
                  </a:cubicBezTo>
                  <a:cubicBezTo>
                    <a:pt x="5651" y="31478"/>
                    <a:pt x="5620" y="31478"/>
                    <a:pt x="5589" y="3147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EF7285B8-CC2F-D441-AF2A-6D5314502A36}"/>
                </a:ext>
              </a:extLst>
            </p:cNvPr>
            <p:cNvSpPr/>
            <p:nvPr/>
          </p:nvSpPr>
          <p:spPr>
            <a:xfrm>
              <a:off x="4028612" y="2212336"/>
              <a:ext cx="42487" cy="33178"/>
            </a:xfrm>
            <a:custGeom>
              <a:avLst/>
              <a:gdLst>
                <a:gd name="connsiteX0" fmla="*/ 36853 w 42487"/>
                <a:gd name="connsiteY0" fmla="*/ 33178 h 33178"/>
                <a:gd name="connsiteX1" fmla="*/ 5634 w 42487"/>
                <a:gd name="connsiteY1" fmla="*/ 33178 h 33178"/>
                <a:gd name="connsiteX2" fmla="*/ 0 w 42487"/>
                <a:gd name="connsiteY2" fmla="*/ 27544 h 33178"/>
                <a:gd name="connsiteX3" fmla="*/ 5634 w 42487"/>
                <a:gd name="connsiteY3" fmla="*/ 21910 h 33178"/>
                <a:gd name="connsiteX4" fmla="*/ 31311 w 42487"/>
                <a:gd name="connsiteY4" fmla="*/ 21910 h 33178"/>
                <a:gd name="connsiteX5" fmla="*/ 31311 w 42487"/>
                <a:gd name="connsiteY5" fmla="*/ 4915 h 33178"/>
                <a:gd name="connsiteX6" fmla="*/ 37619 w 42487"/>
                <a:gd name="connsiteY6" fmla="*/ 47 h 33178"/>
                <a:gd name="connsiteX7" fmla="*/ 42487 w 42487"/>
                <a:gd name="connsiteY7" fmla="*/ 4915 h 33178"/>
                <a:gd name="connsiteX8" fmla="*/ 42487 w 42487"/>
                <a:gd name="connsiteY8" fmla="*/ 27544 h 33178"/>
                <a:gd name="connsiteX9" fmla="*/ 36853 w 42487"/>
                <a:gd name="connsiteY9" fmla="*/ 33178 h 3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87" h="33178">
                  <a:moveTo>
                    <a:pt x="36853" y="33178"/>
                  </a:moveTo>
                  <a:lnTo>
                    <a:pt x="5634" y="33178"/>
                  </a:lnTo>
                  <a:cubicBezTo>
                    <a:pt x="2523" y="33178"/>
                    <a:pt x="0" y="30656"/>
                    <a:pt x="0" y="27544"/>
                  </a:cubicBezTo>
                  <a:cubicBezTo>
                    <a:pt x="0" y="24432"/>
                    <a:pt x="2523" y="21910"/>
                    <a:pt x="5634" y="21910"/>
                  </a:cubicBezTo>
                  <a:lnTo>
                    <a:pt x="31311" y="21910"/>
                  </a:lnTo>
                  <a:lnTo>
                    <a:pt x="31311" y="4915"/>
                  </a:lnTo>
                  <a:cubicBezTo>
                    <a:pt x="31709" y="1829"/>
                    <a:pt x="34533" y="-351"/>
                    <a:pt x="37619" y="47"/>
                  </a:cubicBezTo>
                  <a:cubicBezTo>
                    <a:pt x="40160" y="374"/>
                    <a:pt x="42160" y="2374"/>
                    <a:pt x="42487" y="4915"/>
                  </a:cubicBezTo>
                  <a:lnTo>
                    <a:pt x="42487" y="27544"/>
                  </a:lnTo>
                  <a:cubicBezTo>
                    <a:pt x="42487" y="30656"/>
                    <a:pt x="39965" y="33178"/>
                    <a:pt x="36853" y="3317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0481F3F9-F1EF-604F-983B-AB37FEBB4191}"/>
                </a:ext>
              </a:extLst>
            </p:cNvPr>
            <p:cNvSpPr/>
            <p:nvPr/>
          </p:nvSpPr>
          <p:spPr>
            <a:xfrm>
              <a:off x="3911126" y="2234060"/>
              <a:ext cx="159881" cy="160159"/>
            </a:xfrm>
            <a:custGeom>
              <a:avLst/>
              <a:gdLst>
                <a:gd name="connsiteX0" fmla="*/ 136791 w 159881"/>
                <a:gd name="connsiteY0" fmla="*/ 160160 h 160159"/>
                <a:gd name="connsiteX1" fmla="*/ 5634 w 159881"/>
                <a:gd name="connsiteY1" fmla="*/ 160160 h 160159"/>
                <a:gd name="connsiteX2" fmla="*/ 0 w 159881"/>
                <a:gd name="connsiteY2" fmla="*/ 154525 h 160159"/>
                <a:gd name="connsiteX3" fmla="*/ 0 w 159881"/>
                <a:gd name="connsiteY3" fmla="*/ 116841 h 160159"/>
                <a:gd name="connsiteX4" fmla="*/ 5541 w 159881"/>
                <a:gd name="connsiteY4" fmla="*/ 111298 h 160159"/>
                <a:gd name="connsiteX5" fmla="*/ 5634 w 159881"/>
                <a:gd name="connsiteY5" fmla="*/ 111299 h 160159"/>
                <a:gd name="connsiteX6" fmla="*/ 11268 w 159881"/>
                <a:gd name="connsiteY6" fmla="*/ 116841 h 160159"/>
                <a:gd name="connsiteX7" fmla="*/ 11268 w 159881"/>
                <a:gd name="connsiteY7" fmla="*/ 148984 h 160159"/>
                <a:gd name="connsiteX8" fmla="*/ 136791 w 159881"/>
                <a:gd name="connsiteY8" fmla="*/ 148984 h 160159"/>
                <a:gd name="connsiteX9" fmla="*/ 148798 w 159881"/>
                <a:gd name="connsiteY9" fmla="*/ 136976 h 160159"/>
                <a:gd name="connsiteX10" fmla="*/ 148798 w 159881"/>
                <a:gd name="connsiteY10" fmla="*/ 11454 h 160159"/>
                <a:gd name="connsiteX11" fmla="*/ 117302 w 159881"/>
                <a:gd name="connsiteY11" fmla="*/ 11454 h 160159"/>
                <a:gd name="connsiteX12" fmla="*/ 120073 w 159881"/>
                <a:gd name="connsiteY12" fmla="*/ 34360 h 160159"/>
                <a:gd name="connsiteX13" fmla="*/ 79370 w 159881"/>
                <a:gd name="connsiteY13" fmla="*/ 60901 h 160159"/>
                <a:gd name="connsiteX14" fmla="*/ 52093 w 159881"/>
                <a:gd name="connsiteY14" fmla="*/ 26971 h 160159"/>
                <a:gd name="connsiteX15" fmla="*/ 55788 w 159881"/>
                <a:gd name="connsiteY15" fmla="*/ 11731 h 160159"/>
                <a:gd name="connsiteX16" fmla="*/ 11268 w 159881"/>
                <a:gd name="connsiteY16" fmla="*/ 11269 h 160159"/>
                <a:gd name="connsiteX17" fmla="*/ 11268 w 159881"/>
                <a:gd name="connsiteY17" fmla="*/ 42858 h 160159"/>
                <a:gd name="connsiteX18" fmla="*/ 5634 w 159881"/>
                <a:gd name="connsiteY18" fmla="*/ 48400 h 160159"/>
                <a:gd name="connsiteX19" fmla="*/ 1 w 159881"/>
                <a:gd name="connsiteY19" fmla="*/ 42951 h 160159"/>
                <a:gd name="connsiteX20" fmla="*/ 0 w 159881"/>
                <a:gd name="connsiteY20" fmla="*/ 42858 h 160159"/>
                <a:gd name="connsiteX21" fmla="*/ 0 w 159881"/>
                <a:gd name="connsiteY21" fmla="*/ 5912 h 160159"/>
                <a:gd name="connsiteX22" fmla="*/ 5634 w 159881"/>
                <a:gd name="connsiteY22" fmla="*/ 278 h 160159"/>
                <a:gd name="connsiteX23" fmla="*/ 55603 w 159881"/>
                <a:gd name="connsiteY23" fmla="*/ 278 h 160159"/>
                <a:gd name="connsiteX24" fmla="*/ 65301 w 159881"/>
                <a:gd name="connsiteY24" fmla="*/ 5728 h 160159"/>
                <a:gd name="connsiteX25" fmla="*/ 65301 w 159881"/>
                <a:gd name="connsiteY25" fmla="*/ 16996 h 160159"/>
                <a:gd name="connsiteX26" fmla="*/ 63731 w 159881"/>
                <a:gd name="connsiteY26" fmla="*/ 26971 h 160159"/>
                <a:gd name="connsiteX27" fmla="*/ 87022 w 159881"/>
                <a:gd name="connsiteY27" fmla="*/ 50046 h 160159"/>
                <a:gd name="connsiteX28" fmla="*/ 91440 w 159881"/>
                <a:gd name="connsiteY28" fmla="*/ 49600 h 160159"/>
                <a:gd name="connsiteX29" fmla="*/ 109043 w 159881"/>
                <a:gd name="connsiteY29" fmla="*/ 22096 h 160159"/>
                <a:gd name="connsiteX30" fmla="*/ 107142 w 159881"/>
                <a:gd name="connsiteY30" fmla="*/ 16719 h 160159"/>
                <a:gd name="connsiteX31" fmla="*/ 107604 w 159881"/>
                <a:gd name="connsiteY31" fmla="*/ 5451 h 160159"/>
                <a:gd name="connsiteX32" fmla="*/ 117302 w 159881"/>
                <a:gd name="connsiteY32" fmla="*/ 1 h 160159"/>
                <a:gd name="connsiteX33" fmla="*/ 154247 w 159881"/>
                <a:gd name="connsiteY33" fmla="*/ 1 h 160159"/>
                <a:gd name="connsiteX34" fmla="*/ 159881 w 159881"/>
                <a:gd name="connsiteY34" fmla="*/ 5635 h 160159"/>
                <a:gd name="connsiteX35" fmla="*/ 159881 w 159881"/>
                <a:gd name="connsiteY35" fmla="*/ 136792 h 160159"/>
                <a:gd name="connsiteX36" fmla="*/ 136791 w 159881"/>
                <a:gd name="connsiteY36" fmla="*/ 160160 h 16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9881" h="160159">
                  <a:moveTo>
                    <a:pt x="136791" y="160160"/>
                  </a:moveTo>
                  <a:lnTo>
                    <a:pt x="5634" y="160160"/>
                  </a:lnTo>
                  <a:cubicBezTo>
                    <a:pt x="2523" y="160160"/>
                    <a:pt x="0" y="157637"/>
                    <a:pt x="0" y="154525"/>
                  </a:cubicBezTo>
                  <a:lnTo>
                    <a:pt x="0" y="116841"/>
                  </a:lnTo>
                  <a:cubicBezTo>
                    <a:pt x="0" y="113780"/>
                    <a:pt x="2480" y="111299"/>
                    <a:pt x="5541" y="111298"/>
                  </a:cubicBezTo>
                  <a:cubicBezTo>
                    <a:pt x="5572" y="111298"/>
                    <a:pt x="5603" y="111299"/>
                    <a:pt x="5634" y="111299"/>
                  </a:cubicBezTo>
                  <a:cubicBezTo>
                    <a:pt x="8710" y="111299"/>
                    <a:pt x="11218" y="113766"/>
                    <a:pt x="11268" y="116841"/>
                  </a:cubicBezTo>
                  <a:lnTo>
                    <a:pt x="11268" y="148984"/>
                  </a:lnTo>
                  <a:lnTo>
                    <a:pt x="136791" y="148984"/>
                  </a:lnTo>
                  <a:cubicBezTo>
                    <a:pt x="143401" y="148933"/>
                    <a:pt x="148748" y="143587"/>
                    <a:pt x="148798" y="136976"/>
                  </a:cubicBezTo>
                  <a:lnTo>
                    <a:pt x="148798" y="11454"/>
                  </a:lnTo>
                  <a:lnTo>
                    <a:pt x="117302" y="11454"/>
                  </a:lnTo>
                  <a:cubicBezTo>
                    <a:pt x="120647" y="18598"/>
                    <a:pt x="121618" y="26625"/>
                    <a:pt x="120073" y="34360"/>
                  </a:cubicBezTo>
                  <a:cubicBezTo>
                    <a:pt x="116162" y="52929"/>
                    <a:pt x="97939" y="64812"/>
                    <a:pt x="79370" y="60901"/>
                  </a:cubicBezTo>
                  <a:cubicBezTo>
                    <a:pt x="63359" y="57529"/>
                    <a:pt x="51946" y="43333"/>
                    <a:pt x="52093" y="26971"/>
                  </a:cubicBezTo>
                  <a:cubicBezTo>
                    <a:pt x="52099" y="21670"/>
                    <a:pt x="53365" y="16447"/>
                    <a:pt x="55788" y="11731"/>
                  </a:cubicBezTo>
                  <a:lnTo>
                    <a:pt x="11268" y="11269"/>
                  </a:lnTo>
                  <a:lnTo>
                    <a:pt x="11268" y="42858"/>
                  </a:lnTo>
                  <a:cubicBezTo>
                    <a:pt x="11218" y="45933"/>
                    <a:pt x="8710" y="48400"/>
                    <a:pt x="5634" y="48400"/>
                  </a:cubicBezTo>
                  <a:cubicBezTo>
                    <a:pt x="2574" y="48451"/>
                    <a:pt x="52" y="46011"/>
                    <a:pt x="1" y="42951"/>
                  </a:cubicBezTo>
                  <a:cubicBezTo>
                    <a:pt x="0" y="42920"/>
                    <a:pt x="0" y="42889"/>
                    <a:pt x="0" y="42858"/>
                  </a:cubicBezTo>
                  <a:lnTo>
                    <a:pt x="0" y="5912"/>
                  </a:lnTo>
                  <a:cubicBezTo>
                    <a:pt x="0" y="2801"/>
                    <a:pt x="2523" y="278"/>
                    <a:pt x="5634" y="278"/>
                  </a:cubicBezTo>
                  <a:lnTo>
                    <a:pt x="55603" y="278"/>
                  </a:lnTo>
                  <a:cubicBezTo>
                    <a:pt x="59569" y="261"/>
                    <a:pt x="63253" y="2331"/>
                    <a:pt x="65301" y="5728"/>
                  </a:cubicBezTo>
                  <a:cubicBezTo>
                    <a:pt x="67277" y="9224"/>
                    <a:pt x="67277" y="13500"/>
                    <a:pt x="65301" y="16996"/>
                  </a:cubicBezTo>
                  <a:cubicBezTo>
                    <a:pt x="64011" y="20154"/>
                    <a:pt x="63473" y="23569"/>
                    <a:pt x="63731" y="26971"/>
                  </a:cubicBezTo>
                  <a:cubicBezTo>
                    <a:pt x="63791" y="39775"/>
                    <a:pt x="74218" y="50106"/>
                    <a:pt x="87022" y="50046"/>
                  </a:cubicBezTo>
                  <a:cubicBezTo>
                    <a:pt x="88506" y="50039"/>
                    <a:pt x="89985" y="49890"/>
                    <a:pt x="91440" y="49600"/>
                  </a:cubicBezTo>
                  <a:cubicBezTo>
                    <a:pt x="103896" y="46866"/>
                    <a:pt x="111777" y="34552"/>
                    <a:pt x="109043" y="22096"/>
                  </a:cubicBezTo>
                  <a:cubicBezTo>
                    <a:pt x="108634" y="20232"/>
                    <a:pt x="107995" y="18426"/>
                    <a:pt x="107142" y="16719"/>
                  </a:cubicBezTo>
                  <a:cubicBezTo>
                    <a:pt x="105308" y="13142"/>
                    <a:pt x="105483" y="8865"/>
                    <a:pt x="107604" y="5451"/>
                  </a:cubicBezTo>
                  <a:cubicBezTo>
                    <a:pt x="109625" y="2026"/>
                    <a:pt x="113326" y="-54"/>
                    <a:pt x="117302" y="1"/>
                  </a:cubicBezTo>
                  <a:lnTo>
                    <a:pt x="154247" y="1"/>
                  </a:lnTo>
                  <a:cubicBezTo>
                    <a:pt x="157359" y="1"/>
                    <a:pt x="159881" y="2524"/>
                    <a:pt x="159881" y="5635"/>
                  </a:cubicBezTo>
                  <a:lnTo>
                    <a:pt x="159881" y="136792"/>
                  </a:lnTo>
                  <a:cubicBezTo>
                    <a:pt x="159933" y="149611"/>
                    <a:pt x="149609" y="160058"/>
                    <a:pt x="136791" y="16016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76647F6-88FA-654E-8809-CB79748D79F4}"/>
                </a:ext>
              </a:extLst>
            </p:cNvPr>
            <p:cNvSpPr/>
            <p:nvPr/>
          </p:nvSpPr>
          <p:spPr>
            <a:xfrm>
              <a:off x="3762420" y="2234246"/>
              <a:ext cx="160439" cy="159993"/>
            </a:xfrm>
            <a:custGeom>
              <a:avLst/>
              <a:gdLst>
                <a:gd name="connsiteX0" fmla="*/ 154340 w 160439"/>
                <a:gd name="connsiteY0" fmla="*/ 159974 h 159993"/>
                <a:gd name="connsiteX1" fmla="*/ 23183 w 160439"/>
                <a:gd name="connsiteY1" fmla="*/ 159974 h 159993"/>
                <a:gd name="connsiteX2" fmla="*/ 0 w 160439"/>
                <a:gd name="connsiteY2" fmla="*/ 136791 h 159993"/>
                <a:gd name="connsiteX3" fmla="*/ 0 w 160439"/>
                <a:gd name="connsiteY3" fmla="*/ 5634 h 159993"/>
                <a:gd name="connsiteX4" fmla="*/ 5634 w 160439"/>
                <a:gd name="connsiteY4" fmla="*/ 0 h 159993"/>
                <a:gd name="connsiteX5" fmla="*/ 28448 w 160439"/>
                <a:gd name="connsiteY5" fmla="*/ 0 h 159993"/>
                <a:gd name="connsiteX6" fmla="*/ 34082 w 160439"/>
                <a:gd name="connsiteY6" fmla="*/ 5634 h 159993"/>
                <a:gd name="connsiteX7" fmla="*/ 28448 w 160439"/>
                <a:gd name="connsiteY7" fmla="*/ 11268 h 159993"/>
                <a:gd name="connsiteX8" fmla="*/ 11176 w 160439"/>
                <a:gd name="connsiteY8" fmla="*/ 11268 h 159993"/>
                <a:gd name="connsiteX9" fmla="*/ 11176 w 160439"/>
                <a:gd name="connsiteY9" fmla="*/ 136791 h 159993"/>
                <a:gd name="connsiteX10" fmla="*/ 23183 w 160439"/>
                <a:gd name="connsiteY10" fmla="*/ 148798 h 159993"/>
                <a:gd name="connsiteX11" fmla="*/ 148705 w 160439"/>
                <a:gd name="connsiteY11" fmla="*/ 148798 h 159993"/>
                <a:gd name="connsiteX12" fmla="*/ 148705 w 160439"/>
                <a:gd name="connsiteY12" fmla="*/ 108435 h 159993"/>
                <a:gd name="connsiteX13" fmla="*/ 122382 w 160439"/>
                <a:gd name="connsiteY13" fmla="*/ 113700 h 159993"/>
                <a:gd name="connsiteX14" fmla="*/ 95319 w 160439"/>
                <a:gd name="connsiteY14" fmla="*/ 87376 h 159993"/>
                <a:gd name="connsiteX15" fmla="*/ 102247 w 160439"/>
                <a:gd name="connsiteY15" fmla="*/ 58374 h 159993"/>
                <a:gd name="connsiteX16" fmla="*/ 129309 w 160439"/>
                <a:gd name="connsiteY16" fmla="*/ 45720 h 159993"/>
                <a:gd name="connsiteX17" fmla="*/ 148705 w 160439"/>
                <a:gd name="connsiteY17" fmla="*/ 51724 h 159993"/>
                <a:gd name="connsiteX18" fmla="*/ 149167 w 160439"/>
                <a:gd name="connsiteY18" fmla="*/ 11268 h 159993"/>
                <a:gd name="connsiteX19" fmla="*/ 105295 w 160439"/>
                <a:gd name="connsiteY19" fmla="*/ 11268 h 159993"/>
                <a:gd name="connsiteX20" fmla="*/ 99660 w 160439"/>
                <a:gd name="connsiteY20" fmla="*/ 5634 h 159993"/>
                <a:gd name="connsiteX21" fmla="*/ 105295 w 160439"/>
                <a:gd name="connsiteY21" fmla="*/ 0 h 159993"/>
                <a:gd name="connsiteX22" fmla="*/ 154340 w 160439"/>
                <a:gd name="connsiteY22" fmla="*/ 0 h 159993"/>
                <a:gd name="connsiteX23" fmla="*/ 159974 w 160439"/>
                <a:gd name="connsiteY23" fmla="*/ 5634 h 159993"/>
                <a:gd name="connsiteX24" fmla="*/ 159974 w 160439"/>
                <a:gd name="connsiteY24" fmla="*/ 51816 h 159993"/>
                <a:gd name="connsiteX25" fmla="*/ 148428 w 160439"/>
                <a:gd name="connsiteY25" fmla="*/ 63361 h 159993"/>
                <a:gd name="connsiteX26" fmla="*/ 141501 w 160439"/>
                <a:gd name="connsiteY26" fmla="*/ 61052 h 159993"/>
                <a:gd name="connsiteX27" fmla="*/ 129309 w 160439"/>
                <a:gd name="connsiteY27" fmla="*/ 56896 h 159993"/>
                <a:gd name="connsiteX28" fmla="*/ 106306 w 160439"/>
                <a:gd name="connsiteY28" fmla="*/ 80074 h 159993"/>
                <a:gd name="connsiteX29" fmla="*/ 106772 w 160439"/>
                <a:gd name="connsiteY29" fmla="*/ 84605 h 159993"/>
                <a:gd name="connsiteX30" fmla="*/ 134186 w 160439"/>
                <a:gd name="connsiteY30" fmla="*/ 102109 h 159993"/>
                <a:gd name="connsiteX31" fmla="*/ 142332 w 160439"/>
                <a:gd name="connsiteY31" fmla="*/ 98552 h 159993"/>
                <a:gd name="connsiteX32" fmla="*/ 154247 w 160439"/>
                <a:gd name="connsiteY32" fmla="*/ 97813 h 159993"/>
                <a:gd name="connsiteX33" fmla="*/ 160436 w 160439"/>
                <a:gd name="connsiteY33" fmla="*/ 107973 h 159993"/>
                <a:gd name="connsiteX34" fmla="*/ 160436 w 160439"/>
                <a:gd name="connsiteY34" fmla="*/ 154155 h 159993"/>
                <a:gd name="connsiteX35" fmla="*/ 155009 w 160439"/>
                <a:gd name="connsiteY35" fmla="*/ 159989 h 159993"/>
                <a:gd name="connsiteX36" fmla="*/ 154340 w 160439"/>
                <a:gd name="connsiteY36" fmla="*/ 159974 h 15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0439" h="159993">
                  <a:moveTo>
                    <a:pt x="154340" y="159974"/>
                  </a:moveTo>
                  <a:lnTo>
                    <a:pt x="23183" y="159974"/>
                  </a:lnTo>
                  <a:cubicBezTo>
                    <a:pt x="10401" y="159923"/>
                    <a:pt x="51" y="149573"/>
                    <a:pt x="0" y="136791"/>
                  </a:cubicBezTo>
                  <a:lnTo>
                    <a:pt x="0" y="5634"/>
                  </a:lnTo>
                  <a:cubicBezTo>
                    <a:pt x="0" y="2523"/>
                    <a:pt x="2523" y="0"/>
                    <a:pt x="5634" y="0"/>
                  </a:cubicBezTo>
                  <a:lnTo>
                    <a:pt x="28448" y="0"/>
                  </a:lnTo>
                  <a:cubicBezTo>
                    <a:pt x="31560" y="0"/>
                    <a:pt x="34082" y="2523"/>
                    <a:pt x="34082" y="5634"/>
                  </a:cubicBezTo>
                  <a:cubicBezTo>
                    <a:pt x="34082" y="8746"/>
                    <a:pt x="31560" y="11268"/>
                    <a:pt x="28448" y="11268"/>
                  </a:cubicBezTo>
                  <a:lnTo>
                    <a:pt x="11176" y="11268"/>
                  </a:lnTo>
                  <a:lnTo>
                    <a:pt x="11176" y="136791"/>
                  </a:lnTo>
                  <a:cubicBezTo>
                    <a:pt x="11176" y="143422"/>
                    <a:pt x="16552" y="148798"/>
                    <a:pt x="23183" y="148798"/>
                  </a:cubicBezTo>
                  <a:lnTo>
                    <a:pt x="148705" y="148798"/>
                  </a:lnTo>
                  <a:lnTo>
                    <a:pt x="148705" y="108435"/>
                  </a:lnTo>
                  <a:cubicBezTo>
                    <a:pt x="140944" y="113534"/>
                    <a:pt x="131507" y="115422"/>
                    <a:pt x="122382" y="113700"/>
                  </a:cubicBezTo>
                  <a:cubicBezTo>
                    <a:pt x="108893" y="111156"/>
                    <a:pt x="98235" y="100789"/>
                    <a:pt x="95319" y="87376"/>
                  </a:cubicBezTo>
                  <a:cubicBezTo>
                    <a:pt x="93136" y="77159"/>
                    <a:pt x="95681" y="66502"/>
                    <a:pt x="102247" y="58374"/>
                  </a:cubicBezTo>
                  <a:cubicBezTo>
                    <a:pt x="108857" y="50239"/>
                    <a:pt x="118828" y="45577"/>
                    <a:pt x="129309" y="45720"/>
                  </a:cubicBezTo>
                  <a:cubicBezTo>
                    <a:pt x="136241" y="45662"/>
                    <a:pt x="143019" y="47760"/>
                    <a:pt x="148705" y="51724"/>
                  </a:cubicBezTo>
                  <a:lnTo>
                    <a:pt x="149167" y="11268"/>
                  </a:lnTo>
                  <a:lnTo>
                    <a:pt x="105295" y="11268"/>
                  </a:lnTo>
                  <a:cubicBezTo>
                    <a:pt x="102183" y="11268"/>
                    <a:pt x="99660" y="8746"/>
                    <a:pt x="99660" y="5634"/>
                  </a:cubicBezTo>
                  <a:cubicBezTo>
                    <a:pt x="99660" y="2523"/>
                    <a:pt x="102183" y="0"/>
                    <a:pt x="105295" y="0"/>
                  </a:cubicBezTo>
                  <a:lnTo>
                    <a:pt x="154340" y="0"/>
                  </a:lnTo>
                  <a:cubicBezTo>
                    <a:pt x="157431" y="49"/>
                    <a:pt x="159924" y="2543"/>
                    <a:pt x="159974" y="5634"/>
                  </a:cubicBezTo>
                  <a:lnTo>
                    <a:pt x="159974" y="51816"/>
                  </a:lnTo>
                  <a:cubicBezTo>
                    <a:pt x="159974" y="58192"/>
                    <a:pt x="154805" y="63361"/>
                    <a:pt x="148428" y="63361"/>
                  </a:cubicBezTo>
                  <a:cubicBezTo>
                    <a:pt x="145930" y="63361"/>
                    <a:pt x="143500" y="62551"/>
                    <a:pt x="141501" y="61052"/>
                  </a:cubicBezTo>
                  <a:cubicBezTo>
                    <a:pt x="137930" y="58505"/>
                    <a:pt x="133692" y="57060"/>
                    <a:pt x="129309" y="56896"/>
                  </a:cubicBezTo>
                  <a:cubicBezTo>
                    <a:pt x="116556" y="56944"/>
                    <a:pt x="106258" y="67322"/>
                    <a:pt x="106306" y="80074"/>
                  </a:cubicBezTo>
                  <a:cubicBezTo>
                    <a:pt x="106312" y="81596"/>
                    <a:pt x="106468" y="83114"/>
                    <a:pt x="106772" y="84605"/>
                  </a:cubicBezTo>
                  <a:cubicBezTo>
                    <a:pt x="109509" y="97009"/>
                    <a:pt x="121782" y="104845"/>
                    <a:pt x="134186" y="102109"/>
                  </a:cubicBezTo>
                  <a:cubicBezTo>
                    <a:pt x="137107" y="101464"/>
                    <a:pt x="139874" y="100256"/>
                    <a:pt x="142332" y="98552"/>
                  </a:cubicBezTo>
                  <a:cubicBezTo>
                    <a:pt x="145859" y="96112"/>
                    <a:pt x="150447" y="95828"/>
                    <a:pt x="154247" y="97813"/>
                  </a:cubicBezTo>
                  <a:cubicBezTo>
                    <a:pt x="158060" y="99763"/>
                    <a:pt x="160453" y="103691"/>
                    <a:pt x="160436" y="107973"/>
                  </a:cubicBezTo>
                  <a:lnTo>
                    <a:pt x="160436" y="154155"/>
                  </a:lnTo>
                  <a:cubicBezTo>
                    <a:pt x="160548" y="157265"/>
                    <a:pt x="158119" y="159877"/>
                    <a:pt x="155009" y="159989"/>
                  </a:cubicBezTo>
                  <a:cubicBezTo>
                    <a:pt x="154786" y="159998"/>
                    <a:pt x="154562" y="159992"/>
                    <a:pt x="154340" y="15997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953F4090-9FBB-A049-A536-0137739D7953}"/>
                </a:ext>
              </a:extLst>
            </p:cNvPr>
            <p:cNvSpPr/>
            <p:nvPr/>
          </p:nvSpPr>
          <p:spPr>
            <a:xfrm>
              <a:off x="3762420" y="2085540"/>
              <a:ext cx="159974" cy="160023"/>
            </a:xfrm>
            <a:custGeom>
              <a:avLst/>
              <a:gdLst>
                <a:gd name="connsiteX0" fmla="*/ 154340 w 159974"/>
                <a:gd name="connsiteY0" fmla="*/ 159974 h 160023"/>
                <a:gd name="connsiteX1" fmla="*/ 94211 w 159974"/>
                <a:gd name="connsiteY1" fmla="*/ 159974 h 160023"/>
                <a:gd name="connsiteX2" fmla="*/ 84236 w 159974"/>
                <a:gd name="connsiteY2" fmla="*/ 154155 h 160023"/>
                <a:gd name="connsiteX3" fmla="*/ 84236 w 159974"/>
                <a:gd name="connsiteY3" fmla="*/ 143071 h 160023"/>
                <a:gd name="connsiteX4" fmla="*/ 87099 w 159974"/>
                <a:gd name="connsiteY4" fmla="*/ 131988 h 160023"/>
                <a:gd name="connsiteX5" fmla="*/ 78602 w 159974"/>
                <a:gd name="connsiteY5" fmla="*/ 114069 h 160023"/>
                <a:gd name="connsiteX6" fmla="*/ 46163 w 159974"/>
                <a:gd name="connsiteY6" fmla="*/ 117829 h 160023"/>
                <a:gd name="connsiteX7" fmla="*/ 41656 w 159974"/>
                <a:gd name="connsiteY7" fmla="*/ 127462 h 160023"/>
                <a:gd name="connsiteX8" fmla="*/ 43965 w 159974"/>
                <a:gd name="connsiteY8" fmla="*/ 142887 h 160023"/>
                <a:gd name="connsiteX9" fmla="*/ 43965 w 159974"/>
                <a:gd name="connsiteY9" fmla="*/ 154340 h 160023"/>
                <a:gd name="connsiteX10" fmla="*/ 34082 w 159974"/>
                <a:gd name="connsiteY10" fmla="*/ 159974 h 160023"/>
                <a:gd name="connsiteX11" fmla="*/ 6373 w 159974"/>
                <a:gd name="connsiteY11" fmla="*/ 159974 h 160023"/>
                <a:gd name="connsiteX12" fmla="*/ 49 w 159974"/>
                <a:gd name="connsiteY12" fmla="*/ 155127 h 160023"/>
                <a:gd name="connsiteX13" fmla="*/ 0 w 159974"/>
                <a:gd name="connsiteY13" fmla="*/ 154340 h 160023"/>
                <a:gd name="connsiteX14" fmla="*/ 0 w 159974"/>
                <a:gd name="connsiteY14" fmla="*/ 23183 h 160023"/>
                <a:gd name="connsiteX15" fmla="*/ 23183 w 159974"/>
                <a:gd name="connsiteY15" fmla="*/ 0 h 160023"/>
                <a:gd name="connsiteX16" fmla="*/ 154340 w 159974"/>
                <a:gd name="connsiteY16" fmla="*/ 0 h 160023"/>
                <a:gd name="connsiteX17" fmla="*/ 159974 w 159974"/>
                <a:gd name="connsiteY17" fmla="*/ 5634 h 160023"/>
                <a:gd name="connsiteX18" fmla="*/ 159974 w 159974"/>
                <a:gd name="connsiteY18" fmla="*/ 33343 h 160023"/>
                <a:gd name="connsiteX19" fmla="*/ 154340 w 159974"/>
                <a:gd name="connsiteY19" fmla="*/ 38977 h 160023"/>
                <a:gd name="connsiteX20" fmla="*/ 148706 w 159974"/>
                <a:gd name="connsiteY20" fmla="*/ 33343 h 160023"/>
                <a:gd name="connsiteX21" fmla="*/ 148706 w 159974"/>
                <a:gd name="connsiteY21" fmla="*/ 11176 h 160023"/>
                <a:gd name="connsiteX22" fmla="*/ 23183 w 159974"/>
                <a:gd name="connsiteY22" fmla="*/ 11176 h 160023"/>
                <a:gd name="connsiteX23" fmla="*/ 11176 w 159974"/>
                <a:gd name="connsiteY23" fmla="*/ 23183 h 160023"/>
                <a:gd name="connsiteX24" fmla="*/ 11176 w 159974"/>
                <a:gd name="connsiteY24" fmla="*/ 148705 h 160023"/>
                <a:gd name="connsiteX25" fmla="*/ 33528 w 159974"/>
                <a:gd name="connsiteY25" fmla="*/ 148705 h 160023"/>
                <a:gd name="connsiteX26" fmla="*/ 30203 w 159974"/>
                <a:gd name="connsiteY26" fmla="*/ 125337 h 160023"/>
                <a:gd name="connsiteX27" fmla="*/ 70901 w 159974"/>
                <a:gd name="connsiteY27" fmla="*/ 98789 h 160023"/>
                <a:gd name="connsiteX28" fmla="*/ 98183 w 159974"/>
                <a:gd name="connsiteY28" fmla="*/ 131988 h 160023"/>
                <a:gd name="connsiteX29" fmla="*/ 93842 w 159974"/>
                <a:gd name="connsiteY29" fmla="*/ 148613 h 160023"/>
                <a:gd name="connsiteX30" fmla="*/ 148706 w 159974"/>
                <a:gd name="connsiteY30" fmla="*/ 148613 h 160023"/>
                <a:gd name="connsiteX31" fmla="*/ 148706 w 159974"/>
                <a:gd name="connsiteY31" fmla="*/ 107973 h 160023"/>
                <a:gd name="connsiteX32" fmla="*/ 154340 w 159974"/>
                <a:gd name="connsiteY32" fmla="*/ 102339 h 160023"/>
                <a:gd name="connsiteX33" fmla="*/ 159974 w 159974"/>
                <a:gd name="connsiteY33" fmla="*/ 107973 h 160023"/>
                <a:gd name="connsiteX34" fmla="*/ 159974 w 159974"/>
                <a:gd name="connsiteY34" fmla="*/ 154155 h 160023"/>
                <a:gd name="connsiteX35" fmla="*/ 154341 w 159974"/>
                <a:gd name="connsiteY35" fmla="*/ 159974 h 160023"/>
                <a:gd name="connsiteX36" fmla="*/ 154340 w 159974"/>
                <a:gd name="connsiteY36" fmla="*/ 159974 h 16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9974" h="160023">
                  <a:moveTo>
                    <a:pt x="154340" y="159974"/>
                  </a:moveTo>
                  <a:lnTo>
                    <a:pt x="94211" y="159974"/>
                  </a:lnTo>
                  <a:cubicBezTo>
                    <a:pt x="90090" y="159937"/>
                    <a:pt x="86296" y="157724"/>
                    <a:pt x="84236" y="154155"/>
                  </a:cubicBezTo>
                  <a:cubicBezTo>
                    <a:pt x="82256" y="150726"/>
                    <a:pt x="82256" y="146501"/>
                    <a:pt x="84236" y="143071"/>
                  </a:cubicBezTo>
                  <a:cubicBezTo>
                    <a:pt x="86148" y="139693"/>
                    <a:pt x="87136" y="135870"/>
                    <a:pt x="87099" y="131988"/>
                  </a:cubicBezTo>
                  <a:cubicBezTo>
                    <a:pt x="87080" y="125047"/>
                    <a:pt x="83964" y="118476"/>
                    <a:pt x="78602" y="114069"/>
                  </a:cubicBezTo>
                  <a:cubicBezTo>
                    <a:pt x="68606" y="106150"/>
                    <a:pt x="54083" y="107833"/>
                    <a:pt x="46163" y="117829"/>
                  </a:cubicBezTo>
                  <a:cubicBezTo>
                    <a:pt x="43932" y="120645"/>
                    <a:pt x="42389" y="123944"/>
                    <a:pt x="41656" y="127462"/>
                  </a:cubicBezTo>
                  <a:cubicBezTo>
                    <a:pt x="40637" y="132716"/>
                    <a:pt x="41452" y="138161"/>
                    <a:pt x="43965" y="142887"/>
                  </a:cubicBezTo>
                  <a:cubicBezTo>
                    <a:pt x="45992" y="146435"/>
                    <a:pt x="45992" y="150791"/>
                    <a:pt x="43965" y="154340"/>
                  </a:cubicBezTo>
                  <a:cubicBezTo>
                    <a:pt x="41916" y="157851"/>
                    <a:pt x="38147" y="159999"/>
                    <a:pt x="34082" y="159974"/>
                  </a:cubicBezTo>
                  <a:lnTo>
                    <a:pt x="6373" y="159974"/>
                  </a:lnTo>
                  <a:cubicBezTo>
                    <a:pt x="3289" y="160382"/>
                    <a:pt x="457" y="158212"/>
                    <a:pt x="49" y="155127"/>
                  </a:cubicBezTo>
                  <a:cubicBezTo>
                    <a:pt x="14" y="154866"/>
                    <a:pt x="-2" y="154603"/>
                    <a:pt x="0" y="154340"/>
                  </a:cubicBezTo>
                  <a:lnTo>
                    <a:pt x="0" y="23183"/>
                  </a:lnTo>
                  <a:cubicBezTo>
                    <a:pt x="51" y="10401"/>
                    <a:pt x="10401" y="51"/>
                    <a:pt x="23183" y="0"/>
                  </a:cubicBezTo>
                  <a:lnTo>
                    <a:pt x="154340" y="0"/>
                  </a:lnTo>
                  <a:cubicBezTo>
                    <a:pt x="157452" y="0"/>
                    <a:pt x="159974" y="2523"/>
                    <a:pt x="159974" y="5634"/>
                  </a:cubicBezTo>
                  <a:lnTo>
                    <a:pt x="159974" y="33343"/>
                  </a:lnTo>
                  <a:cubicBezTo>
                    <a:pt x="159974" y="36455"/>
                    <a:pt x="157452" y="38977"/>
                    <a:pt x="154340" y="38977"/>
                  </a:cubicBezTo>
                  <a:cubicBezTo>
                    <a:pt x="151228" y="38977"/>
                    <a:pt x="148706" y="36455"/>
                    <a:pt x="148706" y="33343"/>
                  </a:cubicBezTo>
                  <a:lnTo>
                    <a:pt x="148706" y="11176"/>
                  </a:lnTo>
                  <a:lnTo>
                    <a:pt x="23183" y="11176"/>
                  </a:lnTo>
                  <a:cubicBezTo>
                    <a:pt x="16552" y="11176"/>
                    <a:pt x="11176" y="16552"/>
                    <a:pt x="11176" y="23183"/>
                  </a:cubicBezTo>
                  <a:lnTo>
                    <a:pt x="11176" y="148705"/>
                  </a:lnTo>
                  <a:lnTo>
                    <a:pt x="33528" y="148705"/>
                  </a:lnTo>
                  <a:cubicBezTo>
                    <a:pt x="29895" y="141489"/>
                    <a:pt x="28727" y="133281"/>
                    <a:pt x="30203" y="125337"/>
                  </a:cubicBezTo>
                  <a:cubicBezTo>
                    <a:pt x="34110" y="106768"/>
                    <a:pt x="52332" y="94882"/>
                    <a:pt x="70901" y="98789"/>
                  </a:cubicBezTo>
                  <a:cubicBezTo>
                    <a:pt x="86646" y="102102"/>
                    <a:pt x="97984" y="115899"/>
                    <a:pt x="98183" y="131988"/>
                  </a:cubicBezTo>
                  <a:cubicBezTo>
                    <a:pt x="98192" y="137811"/>
                    <a:pt x="96696" y="143538"/>
                    <a:pt x="93842" y="148613"/>
                  </a:cubicBezTo>
                  <a:lnTo>
                    <a:pt x="148706" y="148613"/>
                  </a:lnTo>
                  <a:lnTo>
                    <a:pt x="148706" y="107973"/>
                  </a:lnTo>
                  <a:cubicBezTo>
                    <a:pt x="148706" y="104861"/>
                    <a:pt x="151228" y="102339"/>
                    <a:pt x="154340" y="102339"/>
                  </a:cubicBezTo>
                  <a:cubicBezTo>
                    <a:pt x="157452" y="102339"/>
                    <a:pt x="159974" y="104861"/>
                    <a:pt x="159974" y="107973"/>
                  </a:cubicBezTo>
                  <a:lnTo>
                    <a:pt x="159974" y="154155"/>
                  </a:lnTo>
                  <a:cubicBezTo>
                    <a:pt x="160025" y="157317"/>
                    <a:pt x="157504" y="159922"/>
                    <a:pt x="154341" y="159974"/>
                  </a:cubicBezTo>
                  <a:cubicBezTo>
                    <a:pt x="154341" y="159974"/>
                    <a:pt x="154340" y="159974"/>
                    <a:pt x="154340" y="15997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9C8C0659-D0FE-7247-9606-D9676EAF6034}"/>
              </a:ext>
            </a:extLst>
          </p:cNvPr>
          <p:cNvGrpSpPr/>
          <p:nvPr/>
        </p:nvGrpSpPr>
        <p:grpSpPr>
          <a:xfrm>
            <a:off x="5425125" y="3079806"/>
            <a:ext cx="1338870" cy="1238019"/>
            <a:chOff x="5398240" y="3718434"/>
            <a:chExt cx="1338870" cy="1238019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DC0BD29E-E858-B444-98FA-E281C0172F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33" name="Title 1">
              <a:extLst>
                <a:ext uri="{FF2B5EF4-FFF2-40B4-BE49-F238E27FC236}">
                  <a16:creationId xmlns:a16="http://schemas.microsoft.com/office/drawing/2014/main" id="{3E16D747-0F85-9041-B8C3-7F44431ABF4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225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FFE3C93-C4B0-AE43-BFA7-573BF975A53E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BBD292A-B02E-194D-8704-BE1CBBFDE15C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35CC625-5BBC-CB4F-A6D1-247D03B418FA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F53F69F6-7202-5947-99E1-9FFF161411DA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5F9E558B-C837-984E-88FF-35D3C8341FA9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906CB15D-0B45-7744-A1C2-A6A6A11727B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0EE6F92-CF4C-D148-B9C3-56180CDA55AC}"/>
              </a:ext>
            </a:extLst>
          </p:cNvPr>
          <p:cNvGrpSpPr/>
          <p:nvPr/>
        </p:nvGrpSpPr>
        <p:grpSpPr>
          <a:xfrm rot="1028251">
            <a:off x="4153073" y="1854445"/>
            <a:ext cx="4059672" cy="4119023"/>
            <a:chOff x="4153073" y="1854445"/>
            <a:chExt cx="4059672" cy="4119023"/>
          </a:xfrm>
        </p:grpSpPr>
        <p:sp>
          <p:nvSpPr>
            <p:cNvPr id="9" name="Freeform 36">
              <a:extLst>
                <a:ext uri="{FF2B5EF4-FFF2-40B4-BE49-F238E27FC236}">
                  <a16:creationId xmlns:a16="http://schemas.microsoft.com/office/drawing/2014/main" id="{9048C412-D0F6-0E42-81C3-43EEAB675E3A}"/>
                </a:ext>
              </a:extLst>
            </p:cNvPr>
            <p:cNvSpPr>
              <a:spLocks/>
            </p:cNvSpPr>
            <p:nvPr/>
          </p:nvSpPr>
          <p:spPr bwMode="auto">
            <a:xfrm rot="667847" flipH="1">
              <a:off x="6141857" y="4368114"/>
              <a:ext cx="1704064" cy="1605354"/>
            </a:xfrm>
            <a:custGeom>
              <a:avLst/>
              <a:gdLst/>
              <a:ahLst/>
              <a:cxnLst>
                <a:cxn ang="0">
                  <a:pos x="271" y="184"/>
                </a:cxn>
                <a:cxn ang="0">
                  <a:pos x="108" y="0"/>
                </a:cxn>
                <a:cxn ang="0">
                  <a:pos x="0" y="21"/>
                </a:cxn>
                <a:cxn ang="0">
                  <a:pos x="237" y="289"/>
                </a:cxn>
                <a:cxn ang="0">
                  <a:pos x="307" y="254"/>
                </a:cxn>
                <a:cxn ang="0">
                  <a:pos x="271" y="184"/>
                </a:cxn>
              </a:cxnLst>
              <a:rect l="0" t="0" r="r" b="b"/>
              <a:pathLst>
                <a:path w="307" h="289">
                  <a:moveTo>
                    <a:pt x="271" y="184"/>
                  </a:moveTo>
                  <a:cubicBezTo>
                    <a:pt x="184" y="156"/>
                    <a:pt x="125" y="84"/>
                    <a:pt x="10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4" y="143"/>
                    <a:pt x="111" y="248"/>
                    <a:pt x="237" y="289"/>
                  </a:cubicBezTo>
                  <a:cubicBezTo>
                    <a:pt x="307" y="254"/>
                    <a:pt x="307" y="254"/>
                    <a:pt x="307" y="254"/>
                  </a:cubicBezTo>
                  <a:lnTo>
                    <a:pt x="271" y="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66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37">
              <a:extLst>
                <a:ext uri="{FF2B5EF4-FFF2-40B4-BE49-F238E27FC236}">
                  <a16:creationId xmlns:a16="http://schemas.microsoft.com/office/drawing/2014/main" id="{DD5316D3-2C7C-E646-A190-35C8C4E92543}"/>
                </a:ext>
              </a:extLst>
            </p:cNvPr>
            <p:cNvSpPr>
              <a:spLocks/>
            </p:cNvSpPr>
            <p:nvPr/>
          </p:nvSpPr>
          <p:spPr bwMode="auto">
            <a:xfrm rot="667847" flipH="1">
              <a:off x="4315838" y="4493742"/>
              <a:ext cx="1818359" cy="1304026"/>
            </a:xfrm>
            <a:custGeom>
              <a:avLst/>
              <a:gdLst/>
              <a:ahLst/>
              <a:cxnLst>
                <a:cxn ang="0">
                  <a:pos x="316" y="0"/>
                </a:cxn>
                <a:cxn ang="0">
                  <a:pos x="239" y="12"/>
                </a:cxn>
                <a:cxn ang="0">
                  <a:pos x="14" y="110"/>
                </a:cxn>
                <a:cxn ang="0">
                  <a:pos x="0" y="220"/>
                </a:cxn>
                <a:cxn ang="0">
                  <a:pos x="328" y="77"/>
                </a:cxn>
                <a:cxn ang="0">
                  <a:pos x="316" y="0"/>
                </a:cxn>
              </a:cxnLst>
              <a:rect l="0" t="0" r="r" b="b"/>
              <a:pathLst>
                <a:path w="328" h="235">
                  <a:moveTo>
                    <a:pt x="316" y="0"/>
                  </a:moveTo>
                  <a:cubicBezTo>
                    <a:pt x="239" y="12"/>
                    <a:pt x="239" y="12"/>
                    <a:pt x="239" y="12"/>
                  </a:cubicBezTo>
                  <a:cubicBezTo>
                    <a:pt x="186" y="86"/>
                    <a:pt x="98" y="121"/>
                    <a:pt x="14" y="110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123" y="235"/>
                    <a:pt x="250" y="184"/>
                    <a:pt x="328" y="77"/>
                  </a:cubicBezTo>
                  <a:lnTo>
                    <a:pt x="316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48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38">
              <a:extLst>
                <a:ext uri="{FF2B5EF4-FFF2-40B4-BE49-F238E27FC236}">
                  <a16:creationId xmlns:a16="http://schemas.microsoft.com/office/drawing/2014/main" id="{682AAD5D-2D25-7A4B-AD3D-5B58A8AD5B0F}"/>
                </a:ext>
              </a:extLst>
            </p:cNvPr>
            <p:cNvSpPr>
              <a:spLocks/>
            </p:cNvSpPr>
            <p:nvPr/>
          </p:nvSpPr>
          <p:spPr bwMode="auto">
            <a:xfrm rot="667847" flipH="1">
              <a:off x="4153073" y="2405745"/>
              <a:ext cx="976719" cy="2046954"/>
            </a:xfrm>
            <a:custGeom>
              <a:avLst/>
              <a:gdLst/>
              <a:ahLst/>
              <a:cxnLst>
                <a:cxn ang="0">
                  <a:pos x="89" y="13"/>
                </a:cxn>
                <a:cxn ang="0">
                  <a:pos x="12" y="0"/>
                </a:cxn>
                <a:cxn ang="0">
                  <a:pos x="0" y="77"/>
                </a:cxn>
                <a:cxn ang="0">
                  <a:pos x="24" y="322"/>
                </a:cxn>
                <a:cxn ang="0">
                  <a:pos x="124" y="369"/>
                </a:cxn>
                <a:cxn ang="0">
                  <a:pos x="89" y="13"/>
                </a:cxn>
              </a:cxnLst>
              <a:rect l="0" t="0" r="r" b="b"/>
              <a:pathLst>
                <a:path w="176" h="369">
                  <a:moveTo>
                    <a:pt x="89" y="13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54" y="151"/>
                    <a:pt x="60" y="245"/>
                    <a:pt x="24" y="322"/>
                  </a:cubicBezTo>
                  <a:cubicBezTo>
                    <a:pt x="124" y="369"/>
                    <a:pt x="124" y="369"/>
                    <a:pt x="124" y="369"/>
                  </a:cubicBezTo>
                  <a:cubicBezTo>
                    <a:pt x="176" y="256"/>
                    <a:pt x="167" y="120"/>
                    <a:pt x="89" y="13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48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39">
              <a:extLst>
                <a:ext uri="{FF2B5EF4-FFF2-40B4-BE49-F238E27FC236}">
                  <a16:creationId xmlns:a16="http://schemas.microsoft.com/office/drawing/2014/main" id="{5AF83CD4-1EC1-CD42-BB5D-E227FB993443}"/>
                </a:ext>
              </a:extLst>
            </p:cNvPr>
            <p:cNvSpPr>
              <a:spLocks/>
            </p:cNvSpPr>
            <p:nvPr/>
          </p:nvSpPr>
          <p:spPr bwMode="auto">
            <a:xfrm rot="667847" flipH="1">
              <a:off x="5101558" y="1944195"/>
              <a:ext cx="2135276" cy="976719"/>
            </a:xfrm>
            <a:custGeom>
              <a:avLst/>
              <a:gdLst/>
              <a:ahLst/>
              <a:cxnLst>
                <a:cxn ang="0">
                  <a:pos x="144" y="0"/>
                </a:cxn>
                <a:cxn ang="0">
                  <a:pos x="35" y="17"/>
                </a:cxn>
                <a:cxn ang="0">
                  <a:pos x="0" y="87"/>
                </a:cxn>
                <a:cxn ang="0">
                  <a:pos x="69" y="122"/>
                </a:cxn>
                <a:cxn ang="0">
                  <a:pos x="144" y="110"/>
                </a:cxn>
                <a:cxn ang="0">
                  <a:pos x="309" y="176"/>
                </a:cxn>
                <a:cxn ang="0">
                  <a:pos x="385" y="95"/>
                </a:cxn>
                <a:cxn ang="0">
                  <a:pos x="144" y="0"/>
                </a:cxn>
              </a:cxnLst>
              <a:rect l="0" t="0" r="r" b="b"/>
              <a:pathLst>
                <a:path w="385" h="176">
                  <a:moveTo>
                    <a:pt x="144" y="0"/>
                  </a:moveTo>
                  <a:cubicBezTo>
                    <a:pt x="108" y="0"/>
                    <a:pt x="71" y="6"/>
                    <a:pt x="35" y="1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94" y="114"/>
                    <a:pt x="119" y="110"/>
                    <a:pt x="144" y="110"/>
                  </a:cubicBezTo>
                  <a:cubicBezTo>
                    <a:pt x="206" y="110"/>
                    <a:pt x="265" y="134"/>
                    <a:pt x="309" y="176"/>
                  </a:cubicBezTo>
                  <a:cubicBezTo>
                    <a:pt x="385" y="95"/>
                    <a:pt x="385" y="95"/>
                    <a:pt x="385" y="95"/>
                  </a:cubicBezTo>
                  <a:cubicBezTo>
                    <a:pt x="320" y="35"/>
                    <a:pt x="234" y="0"/>
                    <a:pt x="144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40">
              <a:extLst>
                <a:ext uri="{FF2B5EF4-FFF2-40B4-BE49-F238E27FC236}">
                  <a16:creationId xmlns:a16="http://schemas.microsoft.com/office/drawing/2014/main" id="{7EE64B07-A14C-C749-965B-F14DCC818493}"/>
                </a:ext>
              </a:extLst>
            </p:cNvPr>
            <p:cNvSpPr>
              <a:spLocks/>
            </p:cNvSpPr>
            <p:nvPr/>
          </p:nvSpPr>
          <p:spPr bwMode="auto">
            <a:xfrm rot="667847" flipH="1">
              <a:off x="6908720" y="2476850"/>
              <a:ext cx="1304025" cy="2020978"/>
            </a:xfrm>
            <a:custGeom>
              <a:avLst/>
              <a:gdLst/>
              <a:ahLst/>
              <a:cxnLst>
                <a:cxn ang="0">
                  <a:pos x="0" y="309"/>
                </a:cxn>
                <a:cxn ang="0">
                  <a:pos x="55" y="364"/>
                </a:cxn>
                <a:cxn ang="0">
                  <a:pos x="110" y="309"/>
                </a:cxn>
                <a:cxn ang="0">
                  <a:pos x="235" y="97"/>
                </a:cxn>
                <a:cxn ang="0">
                  <a:pos x="181" y="0"/>
                </a:cxn>
                <a:cxn ang="0">
                  <a:pos x="0" y="309"/>
                </a:cxn>
              </a:cxnLst>
              <a:rect l="0" t="0" r="r" b="b"/>
              <a:pathLst>
                <a:path w="235" h="364">
                  <a:moveTo>
                    <a:pt x="0" y="309"/>
                  </a:moveTo>
                  <a:cubicBezTo>
                    <a:pt x="55" y="364"/>
                    <a:pt x="55" y="364"/>
                    <a:pt x="55" y="364"/>
                  </a:cubicBezTo>
                  <a:cubicBezTo>
                    <a:pt x="110" y="309"/>
                    <a:pt x="110" y="309"/>
                    <a:pt x="110" y="309"/>
                  </a:cubicBezTo>
                  <a:cubicBezTo>
                    <a:pt x="110" y="218"/>
                    <a:pt x="160" y="138"/>
                    <a:pt x="235" y="97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73" y="61"/>
                    <a:pt x="0" y="176"/>
                    <a:pt x="0" y="309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2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AB4F0232-B574-584A-A41A-C7304F88C2D6}"/>
                </a:ext>
              </a:extLst>
            </p:cNvPr>
            <p:cNvSpPr/>
            <p:nvPr/>
          </p:nvSpPr>
          <p:spPr bwMode="auto">
            <a:xfrm rot="667847">
              <a:off x="5749151" y="1854445"/>
              <a:ext cx="818600" cy="818600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 w="31750" cap="rnd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vert="horz" wrap="none" lIns="91440" tIns="45720" rIns="91440" bIns="45720" numCol="1" rtlCol="0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en-US" sz="2000" b="1" dirty="0">
                <a:solidFill>
                  <a:schemeClr val="bg1"/>
                </a:solidFill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4A1A4367-E753-894E-87ED-BE944410F9BA}"/>
                </a:ext>
              </a:extLst>
            </p:cNvPr>
            <p:cNvSpPr/>
            <p:nvPr/>
          </p:nvSpPr>
          <p:spPr bwMode="auto">
            <a:xfrm rot="667847">
              <a:off x="7299122" y="3004460"/>
              <a:ext cx="818600" cy="818600"/>
            </a:xfrm>
            <a:prstGeom prst="ellipse">
              <a:avLst/>
            </a:pr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2400000" scaled="0"/>
            </a:gradFill>
            <a:ln w="31750" cap="rnd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vert="horz" wrap="none" lIns="91440" tIns="45720" rIns="91440" bIns="45720" numCol="1" rtlCol="0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en-US" sz="2000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04639E3F-B6DE-8A41-B1A8-36704F3CA661}"/>
                </a:ext>
              </a:extLst>
            </p:cNvPr>
            <p:cNvSpPr/>
            <p:nvPr/>
          </p:nvSpPr>
          <p:spPr bwMode="auto">
            <a:xfrm rot="667847">
              <a:off x="6722767" y="4839539"/>
              <a:ext cx="818600" cy="818600"/>
            </a:xfrm>
            <a:prstGeom prst="ellipse">
              <a:avLst/>
            </a:pr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6600000" scaled="0"/>
            </a:gradFill>
            <a:ln w="31750" cap="rnd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vert="horz" wrap="none" lIns="91440" tIns="45720" rIns="91440" bIns="45720" numCol="1" rtlCol="0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en-US" sz="2000" b="1" dirty="0">
                <a:solidFill>
                  <a:schemeClr val="bg1"/>
                </a:solidFill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ED3F8CC9-623B-E64B-8E56-CCB15F400514}"/>
                </a:ext>
              </a:extLst>
            </p:cNvPr>
            <p:cNvSpPr/>
            <p:nvPr/>
          </p:nvSpPr>
          <p:spPr bwMode="auto">
            <a:xfrm rot="667847">
              <a:off x="4716413" y="4805419"/>
              <a:ext cx="818600" cy="818600"/>
            </a:xfrm>
            <a:prstGeom prst="ellipse">
              <a:avLst/>
            </a:pr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4800000" scaled="0"/>
            </a:gradFill>
            <a:ln w="31750" cap="rnd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vert="horz" wrap="none" lIns="91440" tIns="45720" rIns="91440" bIns="45720" numCol="1" rtlCol="0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en-US" sz="2000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B937147-9BB6-B745-8771-50B08EC1A2C9}"/>
                </a:ext>
              </a:extLst>
            </p:cNvPr>
            <p:cNvSpPr/>
            <p:nvPr/>
          </p:nvSpPr>
          <p:spPr bwMode="auto">
            <a:xfrm rot="667847">
              <a:off x="4200986" y="2938537"/>
              <a:ext cx="818600" cy="818600"/>
            </a:xfrm>
            <a:prstGeom prst="ellipse">
              <a:avLst/>
            </a:pr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4800000" scaled="0"/>
            </a:gradFill>
            <a:ln w="31750" cap="rnd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vert="horz" wrap="none" lIns="91440" tIns="45720" rIns="91440" bIns="45720" numCol="1" rtlCol="0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Freeform 17">
            <a:extLst>
              <a:ext uri="{FF2B5EF4-FFF2-40B4-BE49-F238E27FC236}">
                <a16:creationId xmlns:a16="http://schemas.microsoft.com/office/drawing/2014/main" id="{9649D29B-DED5-2345-A764-F521E6DE1F95}"/>
              </a:ext>
            </a:extLst>
          </p:cNvPr>
          <p:cNvSpPr>
            <a:spLocks noChangeAspect="1"/>
          </p:cNvSpPr>
          <p:nvPr/>
        </p:nvSpPr>
        <p:spPr bwMode="auto">
          <a:xfrm>
            <a:off x="5107771" y="2857755"/>
            <a:ext cx="2098384" cy="2100435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69B613D-166C-844D-ACA9-6874DAEDAC24}"/>
              </a:ext>
            </a:extLst>
          </p:cNvPr>
          <p:cNvGrpSpPr/>
          <p:nvPr/>
        </p:nvGrpSpPr>
        <p:grpSpPr>
          <a:xfrm flipH="1">
            <a:off x="1451027" y="2132649"/>
            <a:ext cx="2783072" cy="723275"/>
            <a:chOff x="7825488" y="1404017"/>
            <a:chExt cx="3368029" cy="723275"/>
          </a:xfrm>
        </p:grpSpPr>
        <p:sp>
          <p:nvSpPr>
            <p:cNvPr id="26" name="Inhaltsplatzhalter 4">
              <a:extLst>
                <a:ext uri="{FF2B5EF4-FFF2-40B4-BE49-F238E27FC236}">
                  <a16:creationId xmlns:a16="http://schemas.microsoft.com/office/drawing/2014/main" id="{0FCA162C-7F41-F84F-9A84-FBD9CBEC550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EA781B0D-89B9-C642-9957-329953DA4B3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264092B-BB29-0343-8D86-8E30D2F44D94}"/>
              </a:ext>
            </a:extLst>
          </p:cNvPr>
          <p:cNvGrpSpPr/>
          <p:nvPr/>
        </p:nvGrpSpPr>
        <p:grpSpPr>
          <a:xfrm flipH="1">
            <a:off x="1431689" y="4825340"/>
            <a:ext cx="2783072" cy="723275"/>
            <a:chOff x="7825488" y="1404017"/>
            <a:chExt cx="3368029" cy="723275"/>
          </a:xfrm>
        </p:grpSpPr>
        <p:sp>
          <p:nvSpPr>
            <p:cNvPr id="29" name="Inhaltsplatzhalter 4">
              <a:extLst>
                <a:ext uri="{FF2B5EF4-FFF2-40B4-BE49-F238E27FC236}">
                  <a16:creationId xmlns:a16="http://schemas.microsoft.com/office/drawing/2014/main" id="{14A5A196-A57D-0C4D-91D9-204D01B29E1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E50C7B-8466-2B4A-AE86-D4332864567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67B3733-D42F-DD4C-BC0E-4C1DE85EA63C}"/>
              </a:ext>
            </a:extLst>
          </p:cNvPr>
          <p:cNvGrpSpPr/>
          <p:nvPr/>
        </p:nvGrpSpPr>
        <p:grpSpPr>
          <a:xfrm>
            <a:off x="7625267" y="1612912"/>
            <a:ext cx="2783072" cy="723275"/>
            <a:chOff x="7825488" y="1404017"/>
            <a:chExt cx="3368029" cy="723275"/>
          </a:xfrm>
        </p:grpSpPr>
        <p:sp>
          <p:nvSpPr>
            <p:cNvPr id="32" name="Inhaltsplatzhalter 4">
              <a:extLst>
                <a:ext uri="{FF2B5EF4-FFF2-40B4-BE49-F238E27FC236}">
                  <a16:creationId xmlns:a16="http://schemas.microsoft.com/office/drawing/2014/main" id="{2CA0F740-B0FB-1940-A0EA-2C0A7533400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45BD16FA-D030-594A-A938-B5561FDE466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C065787-A736-0640-95E7-C665B76D8D6B}"/>
              </a:ext>
            </a:extLst>
          </p:cNvPr>
          <p:cNvGrpSpPr/>
          <p:nvPr/>
        </p:nvGrpSpPr>
        <p:grpSpPr>
          <a:xfrm>
            <a:off x="8381862" y="3491159"/>
            <a:ext cx="2783072" cy="723275"/>
            <a:chOff x="7825488" y="1404017"/>
            <a:chExt cx="3368029" cy="723275"/>
          </a:xfrm>
        </p:grpSpPr>
        <p:sp>
          <p:nvSpPr>
            <p:cNvPr id="35" name="Inhaltsplatzhalter 4">
              <a:extLst>
                <a:ext uri="{FF2B5EF4-FFF2-40B4-BE49-F238E27FC236}">
                  <a16:creationId xmlns:a16="http://schemas.microsoft.com/office/drawing/2014/main" id="{EAE2B38E-0B1B-B641-AE6B-8DEE1E083FB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34FF635-E3B1-D44D-97FF-E305BBD7DD3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790294F4-90CA-FE40-BDCB-6E282ED242D5}"/>
              </a:ext>
            </a:extLst>
          </p:cNvPr>
          <p:cNvGrpSpPr/>
          <p:nvPr/>
        </p:nvGrpSpPr>
        <p:grpSpPr>
          <a:xfrm>
            <a:off x="7758641" y="5232139"/>
            <a:ext cx="2783072" cy="723275"/>
            <a:chOff x="7825488" y="1404017"/>
            <a:chExt cx="3368029" cy="723275"/>
          </a:xfrm>
        </p:grpSpPr>
        <p:sp>
          <p:nvSpPr>
            <p:cNvPr id="38" name="Inhaltsplatzhalter 4">
              <a:extLst>
                <a:ext uri="{FF2B5EF4-FFF2-40B4-BE49-F238E27FC236}">
                  <a16:creationId xmlns:a16="http://schemas.microsoft.com/office/drawing/2014/main" id="{C712ADEE-DF57-1E4C-AD24-A5556A3489D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61799050-7127-2841-BB7F-B53D8E8C877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Graphic 48">
            <a:extLst>
              <a:ext uri="{FF2B5EF4-FFF2-40B4-BE49-F238E27FC236}">
                <a16:creationId xmlns:a16="http://schemas.microsoft.com/office/drawing/2014/main" id="{EE09F4CF-4DA8-6141-8978-A23E5544F569}"/>
              </a:ext>
            </a:extLst>
          </p:cNvPr>
          <p:cNvGrpSpPr>
            <a:grpSpLocks noChangeAspect="1"/>
          </p:cNvGrpSpPr>
          <p:nvPr/>
        </p:nvGrpSpPr>
        <p:grpSpPr>
          <a:xfrm>
            <a:off x="4694450" y="2708774"/>
            <a:ext cx="296519" cy="381899"/>
            <a:chOff x="6533871" y="2158624"/>
            <a:chExt cx="269563" cy="347181"/>
          </a:xfrm>
          <a:solidFill>
            <a:srgbClr val="FFFFFF"/>
          </a:solidFill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838601C7-2FDD-2140-97A1-5023E8400C26}"/>
                </a:ext>
              </a:extLst>
            </p:cNvPr>
            <p:cNvSpPr/>
            <p:nvPr/>
          </p:nvSpPr>
          <p:spPr>
            <a:xfrm>
              <a:off x="6533914" y="2317700"/>
              <a:ext cx="269003" cy="188103"/>
            </a:xfrm>
            <a:custGeom>
              <a:avLst/>
              <a:gdLst>
                <a:gd name="connsiteX0" fmla="*/ 262878 w 269003"/>
                <a:gd name="connsiteY0" fmla="*/ 188104 h 188103"/>
                <a:gd name="connsiteX1" fmla="*/ 6227 w 269003"/>
                <a:gd name="connsiteY1" fmla="*/ 188104 h 188103"/>
                <a:gd name="connsiteX2" fmla="*/ 0 w 269003"/>
                <a:gd name="connsiteY2" fmla="*/ 181838 h 188103"/>
                <a:gd name="connsiteX3" fmla="*/ 0 w 269003"/>
                <a:gd name="connsiteY3" fmla="*/ 5466 h 188103"/>
                <a:gd name="connsiteX4" fmla="*/ 6972 w 269003"/>
                <a:gd name="connsiteY4" fmla="*/ 52 h 188103"/>
                <a:gd name="connsiteX5" fmla="*/ 12353 w 269003"/>
                <a:gd name="connsiteY5" fmla="*/ 5466 h 188103"/>
                <a:gd name="connsiteX6" fmla="*/ 12353 w 269003"/>
                <a:gd name="connsiteY6" fmla="*/ 175674 h 188103"/>
                <a:gd name="connsiteX7" fmla="*/ 256650 w 269003"/>
                <a:gd name="connsiteY7" fmla="*/ 175674 h 188103"/>
                <a:gd name="connsiteX8" fmla="*/ 256650 w 269003"/>
                <a:gd name="connsiteY8" fmla="*/ 5466 h 188103"/>
                <a:gd name="connsiteX9" fmla="*/ 263622 w 269003"/>
                <a:gd name="connsiteY9" fmla="*/ 52 h 188103"/>
                <a:gd name="connsiteX10" fmla="*/ 269003 w 269003"/>
                <a:gd name="connsiteY10" fmla="*/ 5466 h 188103"/>
                <a:gd name="connsiteX11" fmla="*/ 269003 w 269003"/>
                <a:gd name="connsiteY11" fmla="*/ 181838 h 188103"/>
                <a:gd name="connsiteX12" fmla="*/ 262981 w 269003"/>
                <a:gd name="connsiteY12" fmla="*/ 188103 h 188103"/>
                <a:gd name="connsiteX13" fmla="*/ 262878 w 269003"/>
                <a:gd name="connsiteY13" fmla="*/ 188104 h 18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9003" h="188103">
                  <a:moveTo>
                    <a:pt x="262878" y="188104"/>
                  </a:moveTo>
                  <a:lnTo>
                    <a:pt x="6227" y="188104"/>
                  </a:lnTo>
                  <a:cubicBezTo>
                    <a:pt x="2788" y="188104"/>
                    <a:pt x="0" y="185298"/>
                    <a:pt x="0" y="181838"/>
                  </a:cubicBezTo>
                  <a:lnTo>
                    <a:pt x="0" y="5466"/>
                  </a:lnTo>
                  <a:cubicBezTo>
                    <a:pt x="439" y="2034"/>
                    <a:pt x="3561" y="-390"/>
                    <a:pt x="6972" y="52"/>
                  </a:cubicBezTo>
                  <a:cubicBezTo>
                    <a:pt x="9780" y="417"/>
                    <a:pt x="11991" y="2640"/>
                    <a:pt x="12353" y="5466"/>
                  </a:cubicBezTo>
                  <a:lnTo>
                    <a:pt x="12353" y="175674"/>
                  </a:lnTo>
                  <a:lnTo>
                    <a:pt x="256650" y="175674"/>
                  </a:lnTo>
                  <a:lnTo>
                    <a:pt x="256650" y="5466"/>
                  </a:lnTo>
                  <a:cubicBezTo>
                    <a:pt x="257089" y="2034"/>
                    <a:pt x="260211" y="-390"/>
                    <a:pt x="263622" y="52"/>
                  </a:cubicBezTo>
                  <a:cubicBezTo>
                    <a:pt x="266430" y="417"/>
                    <a:pt x="268642" y="2640"/>
                    <a:pt x="269003" y="5466"/>
                  </a:cubicBezTo>
                  <a:lnTo>
                    <a:pt x="269003" y="181838"/>
                  </a:lnTo>
                  <a:cubicBezTo>
                    <a:pt x="269059" y="185241"/>
                    <a:pt x="266363" y="188046"/>
                    <a:pt x="262981" y="188103"/>
                  </a:cubicBezTo>
                  <a:cubicBezTo>
                    <a:pt x="262946" y="188104"/>
                    <a:pt x="262913" y="188104"/>
                    <a:pt x="262878" y="188104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F7F81A0B-E63C-494B-8ACB-982CE43FD8AE}"/>
                </a:ext>
              </a:extLst>
            </p:cNvPr>
            <p:cNvSpPr/>
            <p:nvPr/>
          </p:nvSpPr>
          <p:spPr>
            <a:xfrm>
              <a:off x="6534458" y="2405183"/>
              <a:ext cx="268976" cy="100623"/>
            </a:xfrm>
            <a:custGeom>
              <a:avLst/>
              <a:gdLst>
                <a:gd name="connsiteX0" fmla="*/ 262333 w 268976"/>
                <a:gd name="connsiteY0" fmla="*/ 100621 h 100623"/>
                <a:gd name="connsiteX1" fmla="*/ 258862 w 268976"/>
                <a:gd name="connsiteY1" fmla="*/ 99491 h 100623"/>
                <a:gd name="connsiteX2" fmla="*/ 134008 w 268976"/>
                <a:gd name="connsiteY2" fmla="*/ 13719 h 100623"/>
                <a:gd name="connsiteX3" fmla="*/ 9665 w 268976"/>
                <a:gd name="connsiteY3" fmla="*/ 99491 h 100623"/>
                <a:gd name="connsiteX4" fmla="*/ 1129 w 268976"/>
                <a:gd name="connsiteY4" fmla="*/ 98007 h 100623"/>
                <a:gd name="connsiteX5" fmla="*/ 1089 w 268976"/>
                <a:gd name="connsiteY5" fmla="*/ 97950 h 100623"/>
                <a:gd name="connsiteX6" fmla="*/ 2620 w 268976"/>
                <a:gd name="connsiteY6" fmla="*/ 89219 h 100623"/>
                <a:gd name="connsiteX7" fmla="*/ 131048 w 268976"/>
                <a:gd name="connsiteY7" fmla="*/ 1085 h 100623"/>
                <a:gd name="connsiteX8" fmla="*/ 137990 w 268976"/>
                <a:gd name="connsiteY8" fmla="*/ 1085 h 100623"/>
                <a:gd name="connsiteX9" fmla="*/ 266315 w 268976"/>
                <a:gd name="connsiteY9" fmla="*/ 89219 h 100623"/>
                <a:gd name="connsiteX10" fmla="*/ 267853 w 268976"/>
                <a:gd name="connsiteY10" fmla="*/ 97944 h 100623"/>
                <a:gd name="connsiteX11" fmla="*/ 262844 w 268976"/>
                <a:gd name="connsiteY11" fmla="*/ 100621 h 10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8976" h="100623">
                  <a:moveTo>
                    <a:pt x="262333" y="100621"/>
                  </a:moveTo>
                  <a:cubicBezTo>
                    <a:pt x="261081" y="100660"/>
                    <a:pt x="259855" y="100260"/>
                    <a:pt x="258862" y="99491"/>
                  </a:cubicBezTo>
                  <a:lnTo>
                    <a:pt x="134008" y="13719"/>
                  </a:lnTo>
                  <a:lnTo>
                    <a:pt x="9665" y="99491"/>
                  </a:lnTo>
                  <a:cubicBezTo>
                    <a:pt x="6900" y="101453"/>
                    <a:pt x="3078" y="100788"/>
                    <a:pt x="1129" y="98007"/>
                  </a:cubicBezTo>
                  <a:cubicBezTo>
                    <a:pt x="1115" y="97988"/>
                    <a:pt x="1102" y="97970"/>
                    <a:pt x="1089" y="97950"/>
                  </a:cubicBezTo>
                  <a:cubicBezTo>
                    <a:pt x="-828" y="95102"/>
                    <a:pt x="-150" y="91235"/>
                    <a:pt x="2620" y="89219"/>
                  </a:cubicBezTo>
                  <a:lnTo>
                    <a:pt x="131048" y="1085"/>
                  </a:lnTo>
                  <a:cubicBezTo>
                    <a:pt x="133138" y="-362"/>
                    <a:pt x="135899" y="-362"/>
                    <a:pt x="137990" y="1085"/>
                  </a:cubicBezTo>
                  <a:lnTo>
                    <a:pt x="266315" y="89219"/>
                  </a:lnTo>
                  <a:cubicBezTo>
                    <a:pt x="269135" y="91200"/>
                    <a:pt x="269824" y="95107"/>
                    <a:pt x="267853" y="97944"/>
                  </a:cubicBezTo>
                  <a:cubicBezTo>
                    <a:pt x="266708" y="99594"/>
                    <a:pt x="264844" y="100590"/>
                    <a:pt x="262844" y="10062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39F1ECB7-6EBE-A949-BD70-0F02FB63D6D1}"/>
                </a:ext>
              </a:extLst>
            </p:cNvPr>
            <p:cNvSpPr/>
            <p:nvPr/>
          </p:nvSpPr>
          <p:spPr>
            <a:xfrm>
              <a:off x="6759078" y="2297420"/>
              <a:ext cx="43868" cy="32012"/>
            </a:xfrm>
            <a:custGeom>
              <a:avLst/>
              <a:gdLst>
                <a:gd name="connsiteX0" fmla="*/ 37713 w 43868"/>
                <a:gd name="connsiteY0" fmla="*/ 32012 h 32012"/>
                <a:gd name="connsiteX1" fmla="*/ 34446 w 43868"/>
                <a:gd name="connsiteY1" fmla="*/ 31088 h 32012"/>
                <a:gd name="connsiteX2" fmla="*/ 3003 w 43868"/>
                <a:gd name="connsiteY2" fmla="*/ 11468 h 32012"/>
                <a:gd name="connsiteX3" fmla="*/ 813 w 43868"/>
                <a:gd name="connsiteY3" fmla="*/ 3185 h 32012"/>
                <a:gd name="connsiteX4" fmla="*/ 961 w 43868"/>
                <a:gd name="connsiteY4" fmla="*/ 2942 h 32012"/>
                <a:gd name="connsiteX5" fmla="*/ 9435 w 43868"/>
                <a:gd name="connsiteY5" fmla="*/ 888 h 32012"/>
                <a:gd name="connsiteX6" fmla="*/ 40980 w 43868"/>
                <a:gd name="connsiteY6" fmla="*/ 20508 h 32012"/>
                <a:gd name="connsiteX7" fmla="*/ 42942 w 43868"/>
                <a:gd name="connsiteY7" fmla="*/ 28997 h 32012"/>
                <a:gd name="connsiteX8" fmla="*/ 42920 w 43868"/>
                <a:gd name="connsiteY8" fmla="*/ 29033 h 32012"/>
                <a:gd name="connsiteX9" fmla="*/ 37713 w 43868"/>
                <a:gd name="connsiteY9" fmla="*/ 32012 h 32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868" h="32012">
                  <a:moveTo>
                    <a:pt x="37713" y="32012"/>
                  </a:moveTo>
                  <a:cubicBezTo>
                    <a:pt x="36561" y="32009"/>
                    <a:pt x="35431" y="31690"/>
                    <a:pt x="34446" y="31088"/>
                  </a:cubicBezTo>
                  <a:lnTo>
                    <a:pt x="3003" y="11468"/>
                  </a:lnTo>
                  <a:cubicBezTo>
                    <a:pt x="125" y="9790"/>
                    <a:pt x="-855" y="6081"/>
                    <a:pt x="813" y="3185"/>
                  </a:cubicBezTo>
                  <a:cubicBezTo>
                    <a:pt x="861" y="3104"/>
                    <a:pt x="910" y="3023"/>
                    <a:pt x="961" y="2942"/>
                  </a:cubicBezTo>
                  <a:cubicBezTo>
                    <a:pt x="2759" y="52"/>
                    <a:pt x="6525" y="-861"/>
                    <a:pt x="9435" y="888"/>
                  </a:cubicBezTo>
                  <a:lnTo>
                    <a:pt x="40980" y="20508"/>
                  </a:lnTo>
                  <a:cubicBezTo>
                    <a:pt x="43852" y="22306"/>
                    <a:pt x="44731" y="26108"/>
                    <a:pt x="42942" y="28997"/>
                  </a:cubicBezTo>
                  <a:cubicBezTo>
                    <a:pt x="42935" y="29009"/>
                    <a:pt x="42927" y="29021"/>
                    <a:pt x="42920" y="29033"/>
                  </a:cubicBezTo>
                  <a:cubicBezTo>
                    <a:pt x="41832" y="30885"/>
                    <a:pt x="39851" y="32020"/>
                    <a:pt x="37713" y="3201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CC091967-1B8D-E24C-ABA9-7B041F50A32A}"/>
                </a:ext>
              </a:extLst>
            </p:cNvPr>
            <p:cNvSpPr/>
            <p:nvPr/>
          </p:nvSpPr>
          <p:spPr>
            <a:xfrm>
              <a:off x="6533871" y="2297456"/>
              <a:ext cx="43875" cy="31976"/>
            </a:xfrm>
            <a:custGeom>
              <a:avLst/>
              <a:gdLst>
                <a:gd name="connsiteX0" fmla="*/ 6270 w 43875"/>
                <a:gd name="connsiteY0" fmla="*/ 31976 h 31976"/>
                <a:gd name="connsiteX1" fmla="*/ 961 w 43875"/>
                <a:gd name="connsiteY1" fmla="*/ 28997 h 31976"/>
                <a:gd name="connsiteX2" fmla="*/ 2761 w 43875"/>
                <a:gd name="connsiteY2" fmla="*/ 20621 h 31976"/>
                <a:gd name="connsiteX3" fmla="*/ 3003 w 43875"/>
                <a:gd name="connsiteY3" fmla="*/ 20472 h 31976"/>
                <a:gd name="connsiteX4" fmla="*/ 34446 w 43875"/>
                <a:gd name="connsiteY4" fmla="*/ 955 h 31976"/>
                <a:gd name="connsiteX5" fmla="*/ 42897 w 43875"/>
                <a:gd name="connsiteY5" fmla="*/ 2871 h 31976"/>
                <a:gd name="connsiteX6" fmla="*/ 42919 w 43875"/>
                <a:gd name="connsiteY6" fmla="*/ 2906 h 31976"/>
                <a:gd name="connsiteX7" fmla="*/ 40980 w 43875"/>
                <a:gd name="connsiteY7" fmla="*/ 11535 h 31976"/>
                <a:gd name="connsiteX8" fmla="*/ 9434 w 43875"/>
                <a:gd name="connsiteY8" fmla="*/ 31052 h 31976"/>
                <a:gd name="connsiteX9" fmla="*/ 6270 w 43875"/>
                <a:gd name="connsiteY9" fmla="*/ 31976 h 31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875" h="31976">
                  <a:moveTo>
                    <a:pt x="6270" y="31976"/>
                  </a:moveTo>
                  <a:cubicBezTo>
                    <a:pt x="4101" y="31999"/>
                    <a:pt x="2081" y="30866"/>
                    <a:pt x="961" y="28997"/>
                  </a:cubicBezTo>
                  <a:cubicBezTo>
                    <a:pt x="-841" y="26184"/>
                    <a:pt x="-35" y="22434"/>
                    <a:pt x="2761" y="20621"/>
                  </a:cubicBezTo>
                  <a:cubicBezTo>
                    <a:pt x="2841" y="20569"/>
                    <a:pt x="2921" y="20519"/>
                    <a:pt x="3003" y="20472"/>
                  </a:cubicBezTo>
                  <a:lnTo>
                    <a:pt x="34446" y="955"/>
                  </a:lnTo>
                  <a:cubicBezTo>
                    <a:pt x="37305" y="-864"/>
                    <a:pt x="41089" y="-7"/>
                    <a:pt x="42897" y="2871"/>
                  </a:cubicBezTo>
                  <a:cubicBezTo>
                    <a:pt x="42904" y="2882"/>
                    <a:pt x="42912" y="2894"/>
                    <a:pt x="42919" y="2906"/>
                  </a:cubicBezTo>
                  <a:cubicBezTo>
                    <a:pt x="44746" y="5829"/>
                    <a:pt x="43878" y="9688"/>
                    <a:pt x="40980" y="11535"/>
                  </a:cubicBezTo>
                  <a:lnTo>
                    <a:pt x="9434" y="31052"/>
                  </a:lnTo>
                  <a:cubicBezTo>
                    <a:pt x="8492" y="31666"/>
                    <a:pt x="7392" y="31988"/>
                    <a:pt x="6270" y="31976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FE4258BE-F049-7246-A14A-5484FC3759E0}"/>
                </a:ext>
              </a:extLst>
            </p:cNvPr>
            <p:cNvSpPr/>
            <p:nvPr/>
          </p:nvSpPr>
          <p:spPr>
            <a:xfrm>
              <a:off x="6533916" y="2316772"/>
              <a:ext cx="269067" cy="100897"/>
            </a:xfrm>
            <a:custGeom>
              <a:avLst/>
              <a:gdLst>
                <a:gd name="connsiteX0" fmla="*/ 134550 w 269067"/>
                <a:gd name="connsiteY0" fmla="*/ 100897 h 100897"/>
                <a:gd name="connsiteX1" fmla="*/ 131079 w 269067"/>
                <a:gd name="connsiteY1" fmla="*/ 99767 h 100897"/>
                <a:gd name="connsiteX2" fmla="*/ 2652 w 269067"/>
                <a:gd name="connsiteY2" fmla="*/ 11530 h 100897"/>
                <a:gd name="connsiteX3" fmla="*/ 1081 w 269067"/>
                <a:gd name="connsiteY3" fmla="*/ 2958 h 100897"/>
                <a:gd name="connsiteX4" fmla="*/ 1120 w 269067"/>
                <a:gd name="connsiteY4" fmla="*/ 2902 h 100897"/>
                <a:gd name="connsiteX5" fmla="*/ 9876 w 269067"/>
                <a:gd name="connsiteY5" fmla="*/ 1027 h 100897"/>
                <a:gd name="connsiteX6" fmla="*/ 10206 w 269067"/>
                <a:gd name="connsiteY6" fmla="*/ 1258 h 100897"/>
                <a:gd name="connsiteX7" fmla="*/ 135061 w 269067"/>
                <a:gd name="connsiteY7" fmla="*/ 87133 h 100897"/>
                <a:gd name="connsiteX8" fmla="*/ 259404 w 269067"/>
                <a:gd name="connsiteY8" fmla="*/ 1258 h 100897"/>
                <a:gd name="connsiteX9" fmla="*/ 267980 w 269067"/>
                <a:gd name="connsiteY9" fmla="*/ 2902 h 100897"/>
                <a:gd name="connsiteX10" fmla="*/ 266425 w 269067"/>
                <a:gd name="connsiteY10" fmla="*/ 11477 h 100897"/>
                <a:gd name="connsiteX11" fmla="*/ 266346 w 269067"/>
                <a:gd name="connsiteY11" fmla="*/ 11530 h 100897"/>
                <a:gd name="connsiteX12" fmla="*/ 138021 w 269067"/>
                <a:gd name="connsiteY12" fmla="*/ 99767 h 100897"/>
                <a:gd name="connsiteX13" fmla="*/ 134550 w 269067"/>
                <a:gd name="connsiteY13" fmla="*/ 100897 h 10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9067" h="100897">
                  <a:moveTo>
                    <a:pt x="134550" y="100897"/>
                  </a:moveTo>
                  <a:cubicBezTo>
                    <a:pt x="133306" y="100884"/>
                    <a:pt x="132095" y="100490"/>
                    <a:pt x="131079" y="99767"/>
                  </a:cubicBezTo>
                  <a:lnTo>
                    <a:pt x="2652" y="11530"/>
                  </a:lnTo>
                  <a:cubicBezTo>
                    <a:pt x="-134" y="9600"/>
                    <a:pt x="-838" y="5763"/>
                    <a:pt x="1081" y="2958"/>
                  </a:cubicBezTo>
                  <a:cubicBezTo>
                    <a:pt x="1094" y="2940"/>
                    <a:pt x="1107" y="2920"/>
                    <a:pt x="1120" y="2902"/>
                  </a:cubicBezTo>
                  <a:cubicBezTo>
                    <a:pt x="3024" y="-48"/>
                    <a:pt x="6943" y="-887"/>
                    <a:pt x="9876" y="1027"/>
                  </a:cubicBezTo>
                  <a:cubicBezTo>
                    <a:pt x="9988" y="1100"/>
                    <a:pt x="10099" y="1178"/>
                    <a:pt x="10206" y="1258"/>
                  </a:cubicBezTo>
                  <a:lnTo>
                    <a:pt x="135061" y="87133"/>
                  </a:lnTo>
                  <a:lnTo>
                    <a:pt x="259404" y="1258"/>
                  </a:lnTo>
                  <a:cubicBezTo>
                    <a:pt x="262241" y="-582"/>
                    <a:pt x="266015" y="141"/>
                    <a:pt x="267980" y="2902"/>
                  </a:cubicBezTo>
                  <a:cubicBezTo>
                    <a:pt x="269904" y="5702"/>
                    <a:pt x="269208" y="9541"/>
                    <a:pt x="266425" y="11477"/>
                  </a:cubicBezTo>
                  <a:cubicBezTo>
                    <a:pt x="266399" y="11494"/>
                    <a:pt x="266373" y="11513"/>
                    <a:pt x="266346" y="11530"/>
                  </a:cubicBezTo>
                  <a:lnTo>
                    <a:pt x="138021" y="99767"/>
                  </a:lnTo>
                  <a:cubicBezTo>
                    <a:pt x="137005" y="100490"/>
                    <a:pt x="135795" y="100884"/>
                    <a:pt x="134550" y="10089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0FFB7C3B-E64C-B94C-B54A-F4E2F96197FE}"/>
                </a:ext>
              </a:extLst>
            </p:cNvPr>
            <p:cNvSpPr/>
            <p:nvPr/>
          </p:nvSpPr>
          <p:spPr>
            <a:xfrm>
              <a:off x="6565357" y="2158785"/>
              <a:ext cx="206627" cy="192220"/>
            </a:xfrm>
            <a:custGeom>
              <a:avLst/>
              <a:gdLst>
                <a:gd name="connsiteX0" fmla="*/ 6227 w 206627"/>
                <a:gd name="connsiteY0" fmla="*/ 192219 h 192220"/>
                <a:gd name="connsiteX1" fmla="*/ 1 w 206627"/>
                <a:gd name="connsiteY1" fmla="*/ 186160 h 192220"/>
                <a:gd name="connsiteX2" fmla="*/ 0 w 206627"/>
                <a:gd name="connsiteY2" fmla="*/ 186056 h 192220"/>
                <a:gd name="connsiteX3" fmla="*/ 0 w 206627"/>
                <a:gd name="connsiteY3" fmla="*/ 6295 h 192220"/>
                <a:gd name="connsiteX4" fmla="*/ 6227 w 206627"/>
                <a:gd name="connsiteY4" fmla="*/ 29 h 192220"/>
                <a:gd name="connsiteX5" fmla="*/ 157727 w 206627"/>
                <a:gd name="connsiteY5" fmla="*/ 29 h 192220"/>
                <a:gd name="connsiteX6" fmla="*/ 162525 w 206627"/>
                <a:gd name="connsiteY6" fmla="*/ 1878 h 192220"/>
                <a:gd name="connsiteX7" fmla="*/ 204789 w 206627"/>
                <a:gd name="connsiteY7" fmla="*/ 44404 h 192220"/>
                <a:gd name="connsiteX8" fmla="*/ 206627 w 206627"/>
                <a:gd name="connsiteY8" fmla="*/ 48821 h 192220"/>
                <a:gd name="connsiteX9" fmla="*/ 206627 w 206627"/>
                <a:gd name="connsiteY9" fmla="*/ 186056 h 192220"/>
                <a:gd name="connsiteX10" fmla="*/ 199655 w 206627"/>
                <a:gd name="connsiteY10" fmla="*/ 191470 h 192220"/>
                <a:gd name="connsiteX11" fmla="*/ 194274 w 206627"/>
                <a:gd name="connsiteY11" fmla="*/ 186056 h 192220"/>
                <a:gd name="connsiteX12" fmla="*/ 194274 w 206627"/>
                <a:gd name="connsiteY12" fmla="*/ 51389 h 192220"/>
                <a:gd name="connsiteX13" fmla="*/ 155072 w 206627"/>
                <a:gd name="connsiteY13" fmla="*/ 12458 h 192220"/>
                <a:gd name="connsiteX14" fmla="*/ 12149 w 206627"/>
                <a:gd name="connsiteY14" fmla="*/ 12458 h 192220"/>
                <a:gd name="connsiteX15" fmla="*/ 12149 w 206627"/>
                <a:gd name="connsiteY15" fmla="*/ 186056 h 192220"/>
                <a:gd name="connsiteX16" fmla="*/ 6227 w 206627"/>
                <a:gd name="connsiteY16" fmla="*/ 192219 h 19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627" h="192220">
                  <a:moveTo>
                    <a:pt x="6227" y="192219"/>
                  </a:moveTo>
                  <a:cubicBezTo>
                    <a:pt x="2845" y="192276"/>
                    <a:pt x="57" y="189563"/>
                    <a:pt x="1" y="186160"/>
                  </a:cubicBezTo>
                  <a:cubicBezTo>
                    <a:pt x="0" y="186125"/>
                    <a:pt x="0" y="186091"/>
                    <a:pt x="0" y="186056"/>
                  </a:cubicBezTo>
                  <a:lnTo>
                    <a:pt x="0" y="6295"/>
                  </a:lnTo>
                  <a:cubicBezTo>
                    <a:pt x="0" y="2834"/>
                    <a:pt x="2788" y="29"/>
                    <a:pt x="6227" y="29"/>
                  </a:cubicBezTo>
                  <a:lnTo>
                    <a:pt x="157727" y="29"/>
                  </a:lnTo>
                  <a:cubicBezTo>
                    <a:pt x="159527" y="-153"/>
                    <a:pt x="161306" y="532"/>
                    <a:pt x="162525" y="1878"/>
                  </a:cubicBezTo>
                  <a:lnTo>
                    <a:pt x="204789" y="44404"/>
                  </a:lnTo>
                  <a:cubicBezTo>
                    <a:pt x="205989" y="45553"/>
                    <a:pt x="206656" y="47155"/>
                    <a:pt x="206627" y="48821"/>
                  </a:cubicBezTo>
                  <a:lnTo>
                    <a:pt x="206627" y="186056"/>
                  </a:lnTo>
                  <a:cubicBezTo>
                    <a:pt x="206188" y="189488"/>
                    <a:pt x="203066" y="191912"/>
                    <a:pt x="199655" y="191470"/>
                  </a:cubicBezTo>
                  <a:cubicBezTo>
                    <a:pt x="196847" y="191106"/>
                    <a:pt x="194636" y="188882"/>
                    <a:pt x="194274" y="186056"/>
                  </a:cubicBezTo>
                  <a:lnTo>
                    <a:pt x="194274" y="51389"/>
                  </a:lnTo>
                  <a:lnTo>
                    <a:pt x="155072" y="12458"/>
                  </a:lnTo>
                  <a:lnTo>
                    <a:pt x="12149" y="12458"/>
                  </a:lnTo>
                  <a:lnTo>
                    <a:pt x="12149" y="186056"/>
                  </a:lnTo>
                  <a:cubicBezTo>
                    <a:pt x="12150" y="189381"/>
                    <a:pt x="9530" y="192108"/>
                    <a:pt x="6227" y="192219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328858B3-4534-0347-A013-83136E2924B5}"/>
                </a:ext>
              </a:extLst>
            </p:cNvPr>
            <p:cNvSpPr/>
            <p:nvPr/>
          </p:nvSpPr>
          <p:spPr>
            <a:xfrm>
              <a:off x="6716856" y="2158624"/>
              <a:ext cx="55175" cy="55159"/>
            </a:xfrm>
            <a:custGeom>
              <a:avLst/>
              <a:gdLst>
                <a:gd name="connsiteX0" fmla="*/ 48492 w 55175"/>
                <a:gd name="connsiteY0" fmla="*/ 55145 h 55159"/>
                <a:gd name="connsiteX1" fmla="*/ 6228 w 55175"/>
                <a:gd name="connsiteY1" fmla="*/ 55145 h 55159"/>
                <a:gd name="connsiteX2" fmla="*/ 1 w 55175"/>
                <a:gd name="connsiteY2" fmla="*/ 49085 h 55159"/>
                <a:gd name="connsiteX3" fmla="*/ 0 w 55175"/>
                <a:gd name="connsiteY3" fmla="*/ 48981 h 55159"/>
                <a:gd name="connsiteX4" fmla="*/ 0 w 55175"/>
                <a:gd name="connsiteY4" fmla="*/ 6455 h 55159"/>
                <a:gd name="connsiteX5" fmla="*/ 3778 w 55175"/>
                <a:gd name="connsiteY5" fmla="*/ 703 h 55159"/>
                <a:gd name="connsiteX6" fmla="*/ 11026 w 55175"/>
                <a:gd name="connsiteY6" fmla="*/ 2038 h 55159"/>
                <a:gd name="connsiteX7" fmla="*/ 53290 w 55175"/>
                <a:gd name="connsiteY7" fmla="*/ 44564 h 55159"/>
                <a:gd name="connsiteX8" fmla="*/ 54720 w 55175"/>
                <a:gd name="connsiteY8" fmla="*/ 51344 h 55159"/>
                <a:gd name="connsiteX9" fmla="*/ 48492 w 55175"/>
                <a:gd name="connsiteY9" fmla="*/ 55145 h 55159"/>
                <a:gd name="connsiteX10" fmla="*/ 12353 w 55175"/>
                <a:gd name="connsiteY10" fmla="*/ 42715 h 55159"/>
                <a:gd name="connsiteX11" fmla="*/ 33485 w 55175"/>
                <a:gd name="connsiteY11" fmla="*/ 42715 h 55159"/>
                <a:gd name="connsiteX12" fmla="*/ 12353 w 55175"/>
                <a:gd name="connsiteY12" fmla="*/ 21452 h 55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175" h="55159">
                  <a:moveTo>
                    <a:pt x="48492" y="55145"/>
                  </a:moveTo>
                  <a:lnTo>
                    <a:pt x="6228" y="55145"/>
                  </a:lnTo>
                  <a:cubicBezTo>
                    <a:pt x="2846" y="55201"/>
                    <a:pt x="57" y="52488"/>
                    <a:pt x="1" y="49085"/>
                  </a:cubicBezTo>
                  <a:cubicBezTo>
                    <a:pt x="0" y="49050"/>
                    <a:pt x="0" y="49016"/>
                    <a:pt x="0" y="48981"/>
                  </a:cubicBezTo>
                  <a:lnTo>
                    <a:pt x="0" y="6455"/>
                  </a:lnTo>
                  <a:cubicBezTo>
                    <a:pt x="-24" y="3942"/>
                    <a:pt x="1470" y="1666"/>
                    <a:pt x="3778" y="703"/>
                  </a:cubicBezTo>
                  <a:cubicBezTo>
                    <a:pt x="6208" y="-603"/>
                    <a:pt x="9213" y="-50"/>
                    <a:pt x="11026" y="2038"/>
                  </a:cubicBezTo>
                  <a:lnTo>
                    <a:pt x="53290" y="44564"/>
                  </a:lnTo>
                  <a:cubicBezTo>
                    <a:pt x="55105" y="46315"/>
                    <a:pt x="55671" y="49003"/>
                    <a:pt x="54720" y="51344"/>
                  </a:cubicBezTo>
                  <a:cubicBezTo>
                    <a:pt x="53649" y="53806"/>
                    <a:pt x="51157" y="55327"/>
                    <a:pt x="48492" y="55145"/>
                  </a:cubicBezTo>
                  <a:close/>
                  <a:moveTo>
                    <a:pt x="12353" y="42715"/>
                  </a:moveTo>
                  <a:lnTo>
                    <a:pt x="33485" y="42715"/>
                  </a:lnTo>
                  <a:lnTo>
                    <a:pt x="12353" y="21452"/>
                  </a:ln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7E8259B8-8D34-4D40-8879-460BB86A0461}"/>
                </a:ext>
              </a:extLst>
            </p:cNvPr>
            <p:cNvSpPr/>
            <p:nvPr/>
          </p:nvSpPr>
          <p:spPr>
            <a:xfrm>
              <a:off x="6601802" y="2319982"/>
              <a:ext cx="133225" cy="12531"/>
            </a:xfrm>
            <a:custGeom>
              <a:avLst/>
              <a:gdLst>
                <a:gd name="connsiteX0" fmla="*/ 126998 w 133225"/>
                <a:gd name="connsiteY0" fmla="*/ 12532 h 12531"/>
                <a:gd name="connsiteX1" fmla="*/ 6227 w 133225"/>
                <a:gd name="connsiteY1" fmla="*/ 12532 h 12531"/>
                <a:gd name="connsiteX2" fmla="*/ 0 w 133225"/>
                <a:gd name="connsiteY2" fmla="*/ 6266 h 12531"/>
                <a:gd name="connsiteX3" fmla="*/ 6227 w 133225"/>
                <a:gd name="connsiteY3" fmla="*/ 0 h 12531"/>
                <a:gd name="connsiteX4" fmla="*/ 126998 w 133225"/>
                <a:gd name="connsiteY4" fmla="*/ 0 h 12531"/>
                <a:gd name="connsiteX5" fmla="*/ 133225 w 133225"/>
                <a:gd name="connsiteY5" fmla="*/ 6266 h 12531"/>
                <a:gd name="connsiteX6" fmla="*/ 126998 w 133225"/>
                <a:gd name="connsiteY6" fmla="*/ 12532 h 1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225" h="12531">
                  <a:moveTo>
                    <a:pt x="126998" y="12532"/>
                  </a:moveTo>
                  <a:lnTo>
                    <a:pt x="6227" y="12532"/>
                  </a:lnTo>
                  <a:cubicBezTo>
                    <a:pt x="2788" y="12532"/>
                    <a:pt x="0" y="9727"/>
                    <a:pt x="0" y="6266"/>
                  </a:cubicBezTo>
                  <a:cubicBezTo>
                    <a:pt x="0" y="2805"/>
                    <a:pt x="2788" y="0"/>
                    <a:pt x="6227" y="0"/>
                  </a:cubicBezTo>
                  <a:lnTo>
                    <a:pt x="126998" y="0"/>
                  </a:lnTo>
                  <a:cubicBezTo>
                    <a:pt x="130437" y="0"/>
                    <a:pt x="133225" y="2805"/>
                    <a:pt x="133225" y="6266"/>
                  </a:cubicBezTo>
                  <a:cubicBezTo>
                    <a:pt x="133225" y="9727"/>
                    <a:pt x="130437" y="12532"/>
                    <a:pt x="126998" y="1253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2E2D176B-40A9-0142-9A1D-2EA3077D1753}"/>
                </a:ext>
              </a:extLst>
            </p:cNvPr>
            <p:cNvSpPr/>
            <p:nvPr/>
          </p:nvSpPr>
          <p:spPr>
            <a:xfrm>
              <a:off x="6601006" y="2278431"/>
              <a:ext cx="134817" cy="12533"/>
            </a:xfrm>
            <a:custGeom>
              <a:avLst/>
              <a:gdLst>
                <a:gd name="connsiteX0" fmla="*/ 127794 w 134817"/>
                <a:gd name="connsiteY0" fmla="*/ 12481 h 12533"/>
                <a:gd name="connsiteX1" fmla="*/ 7024 w 134817"/>
                <a:gd name="connsiteY1" fmla="*/ 12481 h 12533"/>
                <a:gd name="connsiteX2" fmla="*/ 52 w 134817"/>
                <a:gd name="connsiteY2" fmla="*/ 7067 h 12533"/>
                <a:gd name="connsiteX3" fmla="*/ 5432 w 134817"/>
                <a:gd name="connsiteY3" fmla="*/ 52 h 12533"/>
                <a:gd name="connsiteX4" fmla="*/ 7024 w 134817"/>
                <a:gd name="connsiteY4" fmla="*/ 52 h 12533"/>
                <a:gd name="connsiteX5" fmla="*/ 127794 w 134817"/>
                <a:gd name="connsiteY5" fmla="*/ 52 h 12533"/>
                <a:gd name="connsiteX6" fmla="*/ 134766 w 134817"/>
                <a:gd name="connsiteY6" fmla="*/ 5466 h 12533"/>
                <a:gd name="connsiteX7" fmla="*/ 129386 w 134817"/>
                <a:gd name="connsiteY7" fmla="*/ 12481 h 12533"/>
                <a:gd name="connsiteX8" fmla="*/ 127794 w 134817"/>
                <a:gd name="connsiteY8" fmla="*/ 12481 h 12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817" h="12533">
                  <a:moveTo>
                    <a:pt x="127794" y="12481"/>
                  </a:moveTo>
                  <a:lnTo>
                    <a:pt x="7024" y="12481"/>
                  </a:lnTo>
                  <a:cubicBezTo>
                    <a:pt x="3613" y="12923"/>
                    <a:pt x="491" y="10500"/>
                    <a:pt x="52" y="7067"/>
                  </a:cubicBezTo>
                  <a:cubicBezTo>
                    <a:pt x="-388" y="3635"/>
                    <a:pt x="2021" y="494"/>
                    <a:pt x="5432" y="52"/>
                  </a:cubicBezTo>
                  <a:cubicBezTo>
                    <a:pt x="5961" y="-17"/>
                    <a:pt x="6495" y="-17"/>
                    <a:pt x="7024" y="52"/>
                  </a:cubicBezTo>
                  <a:lnTo>
                    <a:pt x="127794" y="52"/>
                  </a:lnTo>
                  <a:cubicBezTo>
                    <a:pt x="131205" y="-390"/>
                    <a:pt x="134327" y="2033"/>
                    <a:pt x="134766" y="5466"/>
                  </a:cubicBezTo>
                  <a:cubicBezTo>
                    <a:pt x="135206" y="8898"/>
                    <a:pt x="132797" y="12039"/>
                    <a:pt x="129386" y="12481"/>
                  </a:cubicBezTo>
                  <a:cubicBezTo>
                    <a:pt x="128857" y="12550"/>
                    <a:pt x="128322" y="12550"/>
                    <a:pt x="127794" y="1248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343D7A81-AA4A-2D46-A69E-BC875DF9DEA0}"/>
                </a:ext>
              </a:extLst>
            </p:cNvPr>
            <p:cNvSpPr/>
            <p:nvPr/>
          </p:nvSpPr>
          <p:spPr>
            <a:xfrm>
              <a:off x="6601006" y="2236932"/>
              <a:ext cx="134817" cy="12533"/>
            </a:xfrm>
            <a:custGeom>
              <a:avLst/>
              <a:gdLst>
                <a:gd name="connsiteX0" fmla="*/ 127794 w 134817"/>
                <a:gd name="connsiteY0" fmla="*/ 12481 h 12533"/>
                <a:gd name="connsiteX1" fmla="*/ 7024 w 134817"/>
                <a:gd name="connsiteY1" fmla="*/ 12481 h 12533"/>
                <a:gd name="connsiteX2" fmla="*/ 52 w 134817"/>
                <a:gd name="connsiteY2" fmla="*/ 7067 h 12533"/>
                <a:gd name="connsiteX3" fmla="*/ 5432 w 134817"/>
                <a:gd name="connsiteY3" fmla="*/ 52 h 12533"/>
                <a:gd name="connsiteX4" fmla="*/ 7024 w 134817"/>
                <a:gd name="connsiteY4" fmla="*/ 52 h 12533"/>
                <a:gd name="connsiteX5" fmla="*/ 127794 w 134817"/>
                <a:gd name="connsiteY5" fmla="*/ 52 h 12533"/>
                <a:gd name="connsiteX6" fmla="*/ 134766 w 134817"/>
                <a:gd name="connsiteY6" fmla="*/ 5466 h 12533"/>
                <a:gd name="connsiteX7" fmla="*/ 129386 w 134817"/>
                <a:gd name="connsiteY7" fmla="*/ 12481 h 12533"/>
                <a:gd name="connsiteX8" fmla="*/ 127794 w 134817"/>
                <a:gd name="connsiteY8" fmla="*/ 12481 h 12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817" h="12533">
                  <a:moveTo>
                    <a:pt x="127794" y="12481"/>
                  </a:moveTo>
                  <a:lnTo>
                    <a:pt x="7024" y="12481"/>
                  </a:lnTo>
                  <a:cubicBezTo>
                    <a:pt x="3613" y="12923"/>
                    <a:pt x="491" y="10499"/>
                    <a:pt x="52" y="7067"/>
                  </a:cubicBezTo>
                  <a:cubicBezTo>
                    <a:pt x="-388" y="3635"/>
                    <a:pt x="2021" y="494"/>
                    <a:pt x="5432" y="52"/>
                  </a:cubicBezTo>
                  <a:cubicBezTo>
                    <a:pt x="5961" y="-16"/>
                    <a:pt x="6495" y="-16"/>
                    <a:pt x="7024" y="52"/>
                  </a:cubicBezTo>
                  <a:lnTo>
                    <a:pt x="127794" y="52"/>
                  </a:lnTo>
                  <a:cubicBezTo>
                    <a:pt x="131205" y="-390"/>
                    <a:pt x="134327" y="2034"/>
                    <a:pt x="134766" y="5466"/>
                  </a:cubicBezTo>
                  <a:cubicBezTo>
                    <a:pt x="135206" y="8898"/>
                    <a:pt x="132797" y="12039"/>
                    <a:pt x="129386" y="12481"/>
                  </a:cubicBezTo>
                  <a:cubicBezTo>
                    <a:pt x="128857" y="12550"/>
                    <a:pt x="128322" y="12550"/>
                    <a:pt x="127794" y="1248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9" name="Graphic 50">
            <a:extLst>
              <a:ext uri="{FF2B5EF4-FFF2-40B4-BE49-F238E27FC236}">
                <a16:creationId xmlns:a16="http://schemas.microsoft.com/office/drawing/2014/main" id="{D4189A16-BC16-C341-9CD1-EEC0F7284616}"/>
              </a:ext>
            </a:extLst>
          </p:cNvPr>
          <p:cNvGrpSpPr>
            <a:grpSpLocks noChangeAspect="1"/>
          </p:cNvGrpSpPr>
          <p:nvPr/>
        </p:nvGrpSpPr>
        <p:grpSpPr>
          <a:xfrm>
            <a:off x="4590237" y="4647558"/>
            <a:ext cx="395318" cy="395775"/>
            <a:chOff x="6485018" y="2151932"/>
            <a:chExt cx="359380" cy="359795"/>
          </a:xfrm>
          <a:solidFill>
            <a:srgbClr val="FFFFFF"/>
          </a:solidFill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6B113F82-2A2A-5A47-AF9B-CE016807A6DB}"/>
                </a:ext>
              </a:extLst>
            </p:cNvPr>
            <p:cNvSpPr/>
            <p:nvPr/>
          </p:nvSpPr>
          <p:spPr>
            <a:xfrm>
              <a:off x="6485018" y="2151932"/>
              <a:ext cx="359380" cy="359795"/>
            </a:xfrm>
            <a:custGeom>
              <a:avLst/>
              <a:gdLst>
                <a:gd name="connsiteX0" fmla="*/ 219489 w 359380"/>
                <a:gd name="connsiteY0" fmla="*/ 359795 h 359795"/>
                <a:gd name="connsiteX1" fmla="*/ 140307 w 359380"/>
                <a:gd name="connsiteY1" fmla="*/ 359795 h 359795"/>
                <a:gd name="connsiteX2" fmla="*/ 134079 w 359380"/>
                <a:gd name="connsiteY2" fmla="*/ 353570 h 359795"/>
                <a:gd name="connsiteX3" fmla="*/ 134080 w 359380"/>
                <a:gd name="connsiteY3" fmla="*/ 353465 h 359795"/>
                <a:gd name="connsiteX4" fmla="*/ 134080 w 359380"/>
                <a:gd name="connsiteY4" fmla="*/ 311954 h 359795"/>
                <a:gd name="connsiteX5" fmla="*/ 119032 w 359380"/>
                <a:gd name="connsiteY5" fmla="*/ 305727 h 359795"/>
                <a:gd name="connsiteX6" fmla="*/ 89560 w 359380"/>
                <a:gd name="connsiteY6" fmla="*/ 335096 h 359795"/>
                <a:gd name="connsiteX7" fmla="*/ 80739 w 359380"/>
                <a:gd name="connsiteY7" fmla="*/ 335096 h 359795"/>
                <a:gd name="connsiteX8" fmla="*/ 24699 w 359380"/>
                <a:gd name="connsiteY8" fmla="*/ 279057 h 359795"/>
                <a:gd name="connsiteX9" fmla="*/ 22831 w 359380"/>
                <a:gd name="connsiteY9" fmla="*/ 274594 h 359795"/>
                <a:gd name="connsiteX10" fmla="*/ 24699 w 359380"/>
                <a:gd name="connsiteY10" fmla="*/ 269717 h 359795"/>
                <a:gd name="connsiteX11" fmla="*/ 54172 w 359380"/>
                <a:gd name="connsiteY11" fmla="*/ 240659 h 359795"/>
                <a:gd name="connsiteX12" fmla="*/ 47945 w 359380"/>
                <a:gd name="connsiteY12" fmla="*/ 225715 h 359795"/>
                <a:gd name="connsiteX13" fmla="*/ 6434 w 359380"/>
                <a:gd name="connsiteY13" fmla="*/ 225715 h 359795"/>
                <a:gd name="connsiteX14" fmla="*/ 1 w 359380"/>
                <a:gd name="connsiteY14" fmla="*/ 219490 h 359795"/>
                <a:gd name="connsiteX15" fmla="*/ 0 w 359380"/>
                <a:gd name="connsiteY15" fmla="*/ 219385 h 359795"/>
                <a:gd name="connsiteX16" fmla="*/ 0 w 359380"/>
                <a:gd name="connsiteY16" fmla="*/ 140203 h 359795"/>
                <a:gd name="connsiteX17" fmla="*/ 6226 w 359380"/>
                <a:gd name="connsiteY17" fmla="*/ 133975 h 359795"/>
                <a:gd name="connsiteX18" fmla="*/ 6330 w 359380"/>
                <a:gd name="connsiteY18" fmla="*/ 133976 h 359795"/>
                <a:gd name="connsiteX19" fmla="*/ 47841 w 359380"/>
                <a:gd name="connsiteY19" fmla="*/ 133976 h 359795"/>
                <a:gd name="connsiteX20" fmla="*/ 54068 w 359380"/>
                <a:gd name="connsiteY20" fmla="*/ 118929 h 359795"/>
                <a:gd name="connsiteX21" fmla="*/ 24699 w 359380"/>
                <a:gd name="connsiteY21" fmla="*/ 89456 h 359795"/>
                <a:gd name="connsiteX22" fmla="*/ 24535 w 359380"/>
                <a:gd name="connsiteY22" fmla="*/ 80798 h 359795"/>
                <a:gd name="connsiteX23" fmla="*/ 24699 w 359380"/>
                <a:gd name="connsiteY23" fmla="*/ 80635 h 359795"/>
                <a:gd name="connsiteX24" fmla="*/ 80739 w 359380"/>
                <a:gd name="connsiteY24" fmla="*/ 24595 h 359795"/>
                <a:gd name="connsiteX25" fmla="*/ 89396 w 359380"/>
                <a:gd name="connsiteY25" fmla="*/ 24432 h 359795"/>
                <a:gd name="connsiteX26" fmla="*/ 89560 w 359380"/>
                <a:gd name="connsiteY26" fmla="*/ 24595 h 359795"/>
                <a:gd name="connsiteX27" fmla="*/ 119032 w 359380"/>
                <a:gd name="connsiteY27" fmla="*/ 54068 h 359795"/>
                <a:gd name="connsiteX28" fmla="*/ 134080 w 359380"/>
                <a:gd name="connsiteY28" fmla="*/ 47841 h 359795"/>
                <a:gd name="connsiteX29" fmla="*/ 134080 w 359380"/>
                <a:gd name="connsiteY29" fmla="*/ 6330 h 359795"/>
                <a:gd name="connsiteX30" fmla="*/ 140202 w 359380"/>
                <a:gd name="connsiteY30" fmla="*/ 1 h 359795"/>
                <a:gd name="connsiteX31" fmla="*/ 140307 w 359380"/>
                <a:gd name="connsiteY31" fmla="*/ 0 h 359795"/>
                <a:gd name="connsiteX32" fmla="*/ 219489 w 359380"/>
                <a:gd name="connsiteY32" fmla="*/ 0 h 359795"/>
                <a:gd name="connsiteX33" fmla="*/ 225819 w 359380"/>
                <a:gd name="connsiteY33" fmla="*/ 6330 h 359795"/>
                <a:gd name="connsiteX34" fmla="*/ 225819 w 359380"/>
                <a:gd name="connsiteY34" fmla="*/ 47841 h 359795"/>
                <a:gd name="connsiteX35" fmla="*/ 240763 w 359380"/>
                <a:gd name="connsiteY35" fmla="*/ 54068 h 359795"/>
                <a:gd name="connsiteX36" fmla="*/ 269821 w 359380"/>
                <a:gd name="connsiteY36" fmla="*/ 24595 h 359795"/>
                <a:gd name="connsiteX37" fmla="*/ 278745 w 359380"/>
                <a:gd name="connsiteY37" fmla="*/ 24595 h 359795"/>
                <a:gd name="connsiteX38" fmla="*/ 334785 w 359380"/>
                <a:gd name="connsiteY38" fmla="*/ 80635 h 359795"/>
                <a:gd name="connsiteX39" fmla="*/ 334785 w 359380"/>
                <a:gd name="connsiteY39" fmla="*/ 89456 h 359795"/>
                <a:gd name="connsiteX40" fmla="*/ 305312 w 359380"/>
                <a:gd name="connsiteY40" fmla="*/ 118929 h 359795"/>
                <a:gd name="connsiteX41" fmla="*/ 311539 w 359380"/>
                <a:gd name="connsiteY41" fmla="*/ 133976 h 359795"/>
                <a:gd name="connsiteX42" fmla="*/ 353050 w 359380"/>
                <a:gd name="connsiteY42" fmla="*/ 133976 h 359795"/>
                <a:gd name="connsiteX43" fmla="*/ 359379 w 359380"/>
                <a:gd name="connsiteY43" fmla="*/ 140098 h 359795"/>
                <a:gd name="connsiteX44" fmla="*/ 359380 w 359380"/>
                <a:gd name="connsiteY44" fmla="*/ 140203 h 359795"/>
                <a:gd name="connsiteX45" fmla="*/ 359380 w 359380"/>
                <a:gd name="connsiteY45" fmla="*/ 219385 h 359795"/>
                <a:gd name="connsiteX46" fmla="*/ 353050 w 359380"/>
                <a:gd name="connsiteY46" fmla="*/ 225715 h 359795"/>
                <a:gd name="connsiteX47" fmla="*/ 311539 w 359380"/>
                <a:gd name="connsiteY47" fmla="*/ 225715 h 359795"/>
                <a:gd name="connsiteX48" fmla="*/ 305312 w 359380"/>
                <a:gd name="connsiteY48" fmla="*/ 240659 h 359795"/>
                <a:gd name="connsiteX49" fmla="*/ 335200 w 359380"/>
                <a:gd name="connsiteY49" fmla="*/ 269717 h 359795"/>
                <a:gd name="connsiteX50" fmla="*/ 336964 w 359380"/>
                <a:gd name="connsiteY50" fmla="*/ 274179 h 359795"/>
                <a:gd name="connsiteX51" fmla="*/ 335200 w 359380"/>
                <a:gd name="connsiteY51" fmla="*/ 278642 h 359795"/>
                <a:gd name="connsiteX52" fmla="*/ 279161 w 359380"/>
                <a:gd name="connsiteY52" fmla="*/ 334681 h 359795"/>
                <a:gd name="connsiteX53" fmla="*/ 270236 w 359380"/>
                <a:gd name="connsiteY53" fmla="*/ 334681 h 359795"/>
                <a:gd name="connsiteX54" fmla="*/ 240763 w 359380"/>
                <a:gd name="connsiteY54" fmla="*/ 305624 h 359795"/>
                <a:gd name="connsiteX55" fmla="*/ 225819 w 359380"/>
                <a:gd name="connsiteY55" fmla="*/ 311850 h 359795"/>
                <a:gd name="connsiteX56" fmla="*/ 225819 w 359380"/>
                <a:gd name="connsiteY56" fmla="*/ 353361 h 359795"/>
                <a:gd name="connsiteX57" fmla="*/ 219593 w 359380"/>
                <a:gd name="connsiteY57" fmla="*/ 359794 h 359795"/>
                <a:gd name="connsiteX58" fmla="*/ 219489 w 359380"/>
                <a:gd name="connsiteY58" fmla="*/ 359795 h 359795"/>
                <a:gd name="connsiteX59" fmla="*/ 146845 w 359380"/>
                <a:gd name="connsiteY59" fmla="*/ 347238 h 359795"/>
                <a:gd name="connsiteX60" fmla="*/ 213470 w 359380"/>
                <a:gd name="connsiteY60" fmla="*/ 347238 h 359795"/>
                <a:gd name="connsiteX61" fmla="*/ 213470 w 359380"/>
                <a:gd name="connsiteY61" fmla="*/ 307284 h 359795"/>
                <a:gd name="connsiteX62" fmla="*/ 217932 w 359380"/>
                <a:gd name="connsiteY62" fmla="*/ 300850 h 359795"/>
                <a:gd name="connsiteX63" fmla="*/ 238687 w 359380"/>
                <a:gd name="connsiteY63" fmla="*/ 292340 h 359795"/>
                <a:gd name="connsiteX64" fmla="*/ 246056 w 359380"/>
                <a:gd name="connsiteY64" fmla="*/ 293482 h 359795"/>
                <a:gd name="connsiteX65" fmla="*/ 274698 w 359380"/>
                <a:gd name="connsiteY65" fmla="*/ 321605 h 359795"/>
                <a:gd name="connsiteX66" fmla="*/ 321709 w 359380"/>
                <a:gd name="connsiteY66" fmla="*/ 274594 h 359795"/>
                <a:gd name="connsiteX67" fmla="*/ 293482 w 359380"/>
                <a:gd name="connsiteY67" fmla="*/ 246367 h 359795"/>
                <a:gd name="connsiteX68" fmla="*/ 292340 w 359380"/>
                <a:gd name="connsiteY68" fmla="*/ 238999 h 359795"/>
                <a:gd name="connsiteX69" fmla="*/ 300954 w 359380"/>
                <a:gd name="connsiteY69" fmla="*/ 217828 h 359795"/>
                <a:gd name="connsiteX70" fmla="*/ 306973 w 359380"/>
                <a:gd name="connsiteY70" fmla="*/ 213470 h 359795"/>
                <a:gd name="connsiteX71" fmla="*/ 346927 w 359380"/>
                <a:gd name="connsiteY71" fmla="*/ 213470 h 359795"/>
                <a:gd name="connsiteX72" fmla="*/ 346927 w 359380"/>
                <a:gd name="connsiteY72" fmla="*/ 146533 h 359795"/>
                <a:gd name="connsiteX73" fmla="*/ 307388 w 359380"/>
                <a:gd name="connsiteY73" fmla="*/ 146533 h 359795"/>
                <a:gd name="connsiteX74" fmla="*/ 300954 w 359380"/>
                <a:gd name="connsiteY74" fmla="*/ 142071 h 359795"/>
                <a:gd name="connsiteX75" fmla="*/ 292029 w 359380"/>
                <a:gd name="connsiteY75" fmla="*/ 120693 h 359795"/>
                <a:gd name="connsiteX76" fmla="*/ 293170 w 359380"/>
                <a:gd name="connsiteY76" fmla="*/ 113325 h 359795"/>
                <a:gd name="connsiteX77" fmla="*/ 321709 w 359380"/>
                <a:gd name="connsiteY77" fmla="*/ 84993 h 359795"/>
                <a:gd name="connsiteX78" fmla="*/ 274698 w 359380"/>
                <a:gd name="connsiteY78" fmla="*/ 37982 h 359795"/>
                <a:gd name="connsiteX79" fmla="*/ 246471 w 359380"/>
                <a:gd name="connsiteY79" fmla="*/ 66210 h 359795"/>
                <a:gd name="connsiteX80" fmla="*/ 238687 w 359380"/>
                <a:gd name="connsiteY80" fmla="*/ 67351 h 359795"/>
                <a:gd name="connsiteX81" fmla="*/ 217932 w 359380"/>
                <a:gd name="connsiteY81" fmla="*/ 58323 h 359795"/>
                <a:gd name="connsiteX82" fmla="*/ 213573 w 359380"/>
                <a:gd name="connsiteY82" fmla="*/ 52304 h 359795"/>
                <a:gd name="connsiteX83" fmla="*/ 213573 w 359380"/>
                <a:gd name="connsiteY83" fmla="*/ 12453 h 359795"/>
                <a:gd name="connsiteX84" fmla="*/ 146637 w 359380"/>
                <a:gd name="connsiteY84" fmla="*/ 12453 h 359795"/>
                <a:gd name="connsiteX85" fmla="*/ 146637 w 359380"/>
                <a:gd name="connsiteY85" fmla="*/ 52304 h 359795"/>
                <a:gd name="connsiteX86" fmla="*/ 142175 w 359380"/>
                <a:gd name="connsiteY86" fmla="*/ 58323 h 359795"/>
                <a:gd name="connsiteX87" fmla="*/ 120797 w 359380"/>
                <a:gd name="connsiteY87" fmla="*/ 67351 h 359795"/>
                <a:gd name="connsiteX88" fmla="*/ 113428 w 359380"/>
                <a:gd name="connsiteY88" fmla="*/ 66210 h 359795"/>
                <a:gd name="connsiteX89" fmla="*/ 85097 w 359380"/>
                <a:gd name="connsiteY89" fmla="*/ 37982 h 359795"/>
                <a:gd name="connsiteX90" fmla="*/ 38086 w 359380"/>
                <a:gd name="connsiteY90" fmla="*/ 84993 h 359795"/>
                <a:gd name="connsiteX91" fmla="*/ 66314 w 359380"/>
                <a:gd name="connsiteY91" fmla="*/ 113325 h 359795"/>
                <a:gd name="connsiteX92" fmla="*/ 67455 w 359380"/>
                <a:gd name="connsiteY92" fmla="*/ 120693 h 359795"/>
                <a:gd name="connsiteX93" fmla="*/ 58427 w 359380"/>
                <a:gd name="connsiteY93" fmla="*/ 142071 h 359795"/>
                <a:gd name="connsiteX94" fmla="*/ 52407 w 359380"/>
                <a:gd name="connsiteY94" fmla="*/ 146533 h 359795"/>
                <a:gd name="connsiteX95" fmla="*/ 12557 w 359380"/>
                <a:gd name="connsiteY95" fmla="*/ 146533 h 359795"/>
                <a:gd name="connsiteX96" fmla="*/ 12557 w 359380"/>
                <a:gd name="connsiteY96" fmla="*/ 213158 h 359795"/>
                <a:gd name="connsiteX97" fmla="*/ 52407 w 359380"/>
                <a:gd name="connsiteY97" fmla="*/ 213158 h 359795"/>
                <a:gd name="connsiteX98" fmla="*/ 58427 w 359380"/>
                <a:gd name="connsiteY98" fmla="*/ 217517 h 359795"/>
                <a:gd name="connsiteX99" fmla="*/ 67455 w 359380"/>
                <a:gd name="connsiteY99" fmla="*/ 238584 h 359795"/>
                <a:gd name="connsiteX100" fmla="*/ 66314 w 359380"/>
                <a:gd name="connsiteY100" fmla="*/ 245952 h 359795"/>
                <a:gd name="connsiteX101" fmla="*/ 38086 w 359380"/>
                <a:gd name="connsiteY101" fmla="*/ 274594 h 359795"/>
                <a:gd name="connsiteX102" fmla="*/ 85097 w 359380"/>
                <a:gd name="connsiteY102" fmla="*/ 321605 h 359795"/>
                <a:gd name="connsiteX103" fmla="*/ 113428 w 359380"/>
                <a:gd name="connsiteY103" fmla="*/ 293378 h 359795"/>
                <a:gd name="connsiteX104" fmla="*/ 120797 w 359380"/>
                <a:gd name="connsiteY104" fmla="*/ 292236 h 359795"/>
                <a:gd name="connsiteX105" fmla="*/ 142175 w 359380"/>
                <a:gd name="connsiteY105" fmla="*/ 300850 h 359795"/>
                <a:gd name="connsiteX106" fmla="*/ 146637 w 359380"/>
                <a:gd name="connsiteY106" fmla="*/ 306869 h 359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59380" h="359795">
                  <a:moveTo>
                    <a:pt x="219489" y="359795"/>
                  </a:moveTo>
                  <a:lnTo>
                    <a:pt x="140307" y="359795"/>
                  </a:lnTo>
                  <a:cubicBezTo>
                    <a:pt x="136868" y="359795"/>
                    <a:pt x="134080" y="357009"/>
                    <a:pt x="134079" y="353570"/>
                  </a:cubicBezTo>
                  <a:cubicBezTo>
                    <a:pt x="134079" y="353534"/>
                    <a:pt x="134079" y="353500"/>
                    <a:pt x="134080" y="353465"/>
                  </a:cubicBezTo>
                  <a:lnTo>
                    <a:pt x="134080" y="311954"/>
                  </a:lnTo>
                  <a:cubicBezTo>
                    <a:pt x="128950" y="310164"/>
                    <a:pt x="123927" y="308085"/>
                    <a:pt x="119032" y="305727"/>
                  </a:cubicBezTo>
                  <a:lnTo>
                    <a:pt x="89560" y="335096"/>
                  </a:lnTo>
                  <a:cubicBezTo>
                    <a:pt x="87103" y="337482"/>
                    <a:pt x="83195" y="337482"/>
                    <a:pt x="80739" y="335096"/>
                  </a:cubicBezTo>
                  <a:lnTo>
                    <a:pt x="24699" y="279057"/>
                  </a:lnTo>
                  <a:cubicBezTo>
                    <a:pt x="23520" y="277869"/>
                    <a:pt x="22849" y="276268"/>
                    <a:pt x="22831" y="274594"/>
                  </a:cubicBezTo>
                  <a:cubicBezTo>
                    <a:pt x="22761" y="272781"/>
                    <a:pt x="23436" y="271019"/>
                    <a:pt x="24699" y="269717"/>
                  </a:cubicBezTo>
                  <a:lnTo>
                    <a:pt x="54172" y="240659"/>
                  </a:lnTo>
                  <a:cubicBezTo>
                    <a:pt x="51814" y="235800"/>
                    <a:pt x="49735" y="230811"/>
                    <a:pt x="47945" y="225715"/>
                  </a:cubicBezTo>
                  <a:lnTo>
                    <a:pt x="6434" y="225715"/>
                  </a:lnTo>
                  <a:cubicBezTo>
                    <a:pt x="2938" y="225772"/>
                    <a:pt x="58" y="222985"/>
                    <a:pt x="1" y="219490"/>
                  </a:cubicBezTo>
                  <a:cubicBezTo>
                    <a:pt x="0" y="219454"/>
                    <a:pt x="0" y="219420"/>
                    <a:pt x="0" y="219385"/>
                  </a:cubicBezTo>
                  <a:lnTo>
                    <a:pt x="0" y="140203"/>
                  </a:lnTo>
                  <a:cubicBezTo>
                    <a:pt x="0" y="136764"/>
                    <a:pt x="2787" y="133976"/>
                    <a:pt x="6226" y="133975"/>
                  </a:cubicBezTo>
                  <a:cubicBezTo>
                    <a:pt x="6261" y="133975"/>
                    <a:pt x="6296" y="133975"/>
                    <a:pt x="6330" y="133976"/>
                  </a:cubicBezTo>
                  <a:lnTo>
                    <a:pt x="47841" y="133976"/>
                  </a:lnTo>
                  <a:cubicBezTo>
                    <a:pt x="49631" y="128847"/>
                    <a:pt x="51710" y="123823"/>
                    <a:pt x="54068" y="118929"/>
                  </a:cubicBezTo>
                  <a:lnTo>
                    <a:pt x="24699" y="89456"/>
                  </a:lnTo>
                  <a:cubicBezTo>
                    <a:pt x="22263" y="87110"/>
                    <a:pt x="22190" y="83234"/>
                    <a:pt x="24535" y="80798"/>
                  </a:cubicBezTo>
                  <a:cubicBezTo>
                    <a:pt x="24589" y="80743"/>
                    <a:pt x="24643" y="80688"/>
                    <a:pt x="24699" y="80635"/>
                  </a:cubicBezTo>
                  <a:lnTo>
                    <a:pt x="80739" y="24595"/>
                  </a:lnTo>
                  <a:cubicBezTo>
                    <a:pt x="83084" y="22159"/>
                    <a:pt x="86960" y="22086"/>
                    <a:pt x="89396" y="24432"/>
                  </a:cubicBezTo>
                  <a:cubicBezTo>
                    <a:pt x="89452" y="24485"/>
                    <a:pt x="89506" y="24540"/>
                    <a:pt x="89560" y="24595"/>
                  </a:cubicBezTo>
                  <a:lnTo>
                    <a:pt x="119032" y="54068"/>
                  </a:lnTo>
                  <a:cubicBezTo>
                    <a:pt x="123927" y="51710"/>
                    <a:pt x="128950" y="49631"/>
                    <a:pt x="134080" y="47841"/>
                  </a:cubicBezTo>
                  <a:lnTo>
                    <a:pt x="134080" y="6330"/>
                  </a:lnTo>
                  <a:cubicBezTo>
                    <a:pt x="134023" y="2892"/>
                    <a:pt x="136764" y="58"/>
                    <a:pt x="140202" y="1"/>
                  </a:cubicBezTo>
                  <a:cubicBezTo>
                    <a:pt x="140237" y="0"/>
                    <a:pt x="140271" y="0"/>
                    <a:pt x="140307" y="0"/>
                  </a:cubicBezTo>
                  <a:lnTo>
                    <a:pt x="219489" y="0"/>
                  </a:lnTo>
                  <a:cubicBezTo>
                    <a:pt x="222985" y="0"/>
                    <a:pt x="225819" y="2834"/>
                    <a:pt x="225819" y="6330"/>
                  </a:cubicBezTo>
                  <a:lnTo>
                    <a:pt x="225819" y="47841"/>
                  </a:lnTo>
                  <a:cubicBezTo>
                    <a:pt x="230915" y="49632"/>
                    <a:pt x="235904" y="51710"/>
                    <a:pt x="240763" y="54068"/>
                  </a:cubicBezTo>
                  <a:lnTo>
                    <a:pt x="269821" y="24595"/>
                  </a:lnTo>
                  <a:cubicBezTo>
                    <a:pt x="272312" y="22197"/>
                    <a:pt x="276254" y="22197"/>
                    <a:pt x="278745" y="24595"/>
                  </a:cubicBezTo>
                  <a:lnTo>
                    <a:pt x="334785" y="80635"/>
                  </a:lnTo>
                  <a:cubicBezTo>
                    <a:pt x="337171" y="83091"/>
                    <a:pt x="337171" y="86999"/>
                    <a:pt x="334785" y="89456"/>
                  </a:cubicBezTo>
                  <a:lnTo>
                    <a:pt x="305312" y="118929"/>
                  </a:lnTo>
                  <a:cubicBezTo>
                    <a:pt x="307670" y="123823"/>
                    <a:pt x="309749" y="128847"/>
                    <a:pt x="311539" y="133976"/>
                  </a:cubicBezTo>
                  <a:lnTo>
                    <a:pt x="353050" y="133976"/>
                  </a:lnTo>
                  <a:cubicBezTo>
                    <a:pt x="356488" y="133919"/>
                    <a:pt x="359322" y="136660"/>
                    <a:pt x="359379" y="140098"/>
                  </a:cubicBezTo>
                  <a:cubicBezTo>
                    <a:pt x="359380" y="140133"/>
                    <a:pt x="359380" y="140168"/>
                    <a:pt x="359380" y="140203"/>
                  </a:cubicBezTo>
                  <a:lnTo>
                    <a:pt x="359380" y="219385"/>
                  </a:lnTo>
                  <a:cubicBezTo>
                    <a:pt x="359380" y="222881"/>
                    <a:pt x="356546" y="225715"/>
                    <a:pt x="353050" y="225715"/>
                  </a:cubicBezTo>
                  <a:lnTo>
                    <a:pt x="311539" y="225715"/>
                  </a:lnTo>
                  <a:cubicBezTo>
                    <a:pt x="309749" y="230811"/>
                    <a:pt x="307670" y="235800"/>
                    <a:pt x="305312" y="240659"/>
                  </a:cubicBezTo>
                  <a:lnTo>
                    <a:pt x="335200" y="269717"/>
                  </a:lnTo>
                  <a:cubicBezTo>
                    <a:pt x="336332" y="270927"/>
                    <a:pt x="336963" y="272522"/>
                    <a:pt x="336964" y="274179"/>
                  </a:cubicBezTo>
                  <a:cubicBezTo>
                    <a:pt x="336985" y="275841"/>
                    <a:pt x="336351" y="277443"/>
                    <a:pt x="335200" y="278642"/>
                  </a:cubicBezTo>
                  <a:lnTo>
                    <a:pt x="279161" y="334681"/>
                  </a:lnTo>
                  <a:cubicBezTo>
                    <a:pt x="276669" y="337080"/>
                    <a:pt x="272727" y="337080"/>
                    <a:pt x="270236" y="334681"/>
                  </a:cubicBezTo>
                  <a:lnTo>
                    <a:pt x="240763" y="305624"/>
                  </a:lnTo>
                  <a:cubicBezTo>
                    <a:pt x="235904" y="307982"/>
                    <a:pt x="230915" y="310060"/>
                    <a:pt x="225819" y="311850"/>
                  </a:cubicBezTo>
                  <a:lnTo>
                    <a:pt x="225819" y="353361"/>
                  </a:lnTo>
                  <a:cubicBezTo>
                    <a:pt x="225876" y="356857"/>
                    <a:pt x="223089" y="359737"/>
                    <a:pt x="219593" y="359794"/>
                  </a:cubicBezTo>
                  <a:cubicBezTo>
                    <a:pt x="219558" y="359795"/>
                    <a:pt x="219524" y="359795"/>
                    <a:pt x="219489" y="359795"/>
                  </a:cubicBezTo>
                  <a:close/>
                  <a:moveTo>
                    <a:pt x="146845" y="347238"/>
                  </a:moveTo>
                  <a:lnTo>
                    <a:pt x="213470" y="347238"/>
                  </a:lnTo>
                  <a:lnTo>
                    <a:pt x="213470" y="307284"/>
                  </a:lnTo>
                  <a:cubicBezTo>
                    <a:pt x="213293" y="304366"/>
                    <a:pt x="215137" y="301707"/>
                    <a:pt x="217932" y="300850"/>
                  </a:cubicBezTo>
                  <a:cubicBezTo>
                    <a:pt x="225097" y="298655"/>
                    <a:pt x="232044" y="295806"/>
                    <a:pt x="238687" y="292340"/>
                  </a:cubicBezTo>
                  <a:cubicBezTo>
                    <a:pt x="241130" y="291080"/>
                    <a:pt x="244108" y="291542"/>
                    <a:pt x="246056" y="293482"/>
                  </a:cubicBezTo>
                  <a:lnTo>
                    <a:pt x="274698" y="321605"/>
                  </a:lnTo>
                  <a:lnTo>
                    <a:pt x="321709" y="274594"/>
                  </a:lnTo>
                  <a:lnTo>
                    <a:pt x="293482" y="246367"/>
                  </a:lnTo>
                  <a:cubicBezTo>
                    <a:pt x="291542" y="244419"/>
                    <a:pt x="291080" y="241442"/>
                    <a:pt x="292340" y="238999"/>
                  </a:cubicBezTo>
                  <a:cubicBezTo>
                    <a:pt x="295866" y="232226"/>
                    <a:pt x="298749" y="225138"/>
                    <a:pt x="300954" y="217828"/>
                  </a:cubicBezTo>
                  <a:cubicBezTo>
                    <a:pt x="301807" y="215227"/>
                    <a:pt x="304235" y="213469"/>
                    <a:pt x="306973" y="213470"/>
                  </a:cubicBezTo>
                  <a:lnTo>
                    <a:pt x="346927" y="213470"/>
                  </a:lnTo>
                  <a:lnTo>
                    <a:pt x="346927" y="146533"/>
                  </a:lnTo>
                  <a:lnTo>
                    <a:pt x="307388" y="146533"/>
                  </a:lnTo>
                  <a:cubicBezTo>
                    <a:pt x="304470" y="146710"/>
                    <a:pt x="301811" y="144866"/>
                    <a:pt x="300954" y="142071"/>
                  </a:cubicBezTo>
                  <a:cubicBezTo>
                    <a:pt x="298666" y="134677"/>
                    <a:pt x="295679" y="127518"/>
                    <a:pt x="292029" y="120693"/>
                  </a:cubicBezTo>
                  <a:cubicBezTo>
                    <a:pt x="290735" y="118255"/>
                    <a:pt x="291199" y="115256"/>
                    <a:pt x="293170" y="113325"/>
                  </a:cubicBezTo>
                  <a:lnTo>
                    <a:pt x="321709" y="84993"/>
                  </a:lnTo>
                  <a:lnTo>
                    <a:pt x="274698" y="37982"/>
                  </a:lnTo>
                  <a:lnTo>
                    <a:pt x="246471" y="66210"/>
                  </a:lnTo>
                  <a:cubicBezTo>
                    <a:pt x="244456" y="68352"/>
                    <a:pt x="241232" y="68825"/>
                    <a:pt x="238687" y="67351"/>
                  </a:cubicBezTo>
                  <a:cubicBezTo>
                    <a:pt x="232050" y="63734"/>
                    <a:pt x="225104" y="60712"/>
                    <a:pt x="217932" y="58323"/>
                  </a:cubicBezTo>
                  <a:cubicBezTo>
                    <a:pt x="215310" y="57498"/>
                    <a:pt x="213538" y="55052"/>
                    <a:pt x="213573" y="52304"/>
                  </a:cubicBezTo>
                  <a:lnTo>
                    <a:pt x="213573" y="12453"/>
                  </a:lnTo>
                  <a:lnTo>
                    <a:pt x="146637" y="12453"/>
                  </a:lnTo>
                  <a:lnTo>
                    <a:pt x="146637" y="52304"/>
                  </a:lnTo>
                  <a:cubicBezTo>
                    <a:pt x="146658" y="55081"/>
                    <a:pt x="144838" y="57536"/>
                    <a:pt x="142175" y="58323"/>
                  </a:cubicBezTo>
                  <a:cubicBezTo>
                    <a:pt x="134795" y="60691"/>
                    <a:pt x="127641" y="63713"/>
                    <a:pt x="120797" y="67351"/>
                  </a:cubicBezTo>
                  <a:cubicBezTo>
                    <a:pt x="118359" y="68646"/>
                    <a:pt x="115360" y="68181"/>
                    <a:pt x="113428" y="66210"/>
                  </a:cubicBezTo>
                  <a:lnTo>
                    <a:pt x="85097" y="37982"/>
                  </a:lnTo>
                  <a:lnTo>
                    <a:pt x="38086" y="84993"/>
                  </a:lnTo>
                  <a:lnTo>
                    <a:pt x="66314" y="113325"/>
                  </a:lnTo>
                  <a:cubicBezTo>
                    <a:pt x="68285" y="115256"/>
                    <a:pt x="68750" y="118255"/>
                    <a:pt x="67455" y="120693"/>
                  </a:cubicBezTo>
                  <a:cubicBezTo>
                    <a:pt x="63817" y="127537"/>
                    <a:pt x="60795" y="134691"/>
                    <a:pt x="58427" y="142071"/>
                  </a:cubicBezTo>
                  <a:cubicBezTo>
                    <a:pt x="57640" y="144734"/>
                    <a:pt x="55184" y="146554"/>
                    <a:pt x="52407" y="146533"/>
                  </a:cubicBezTo>
                  <a:lnTo>
                    <a:pt x="12557" y="146533"/>
                  </a:lnTo>
                  <a:lnTo>
                    <a:pt x="12557" y="213158"/>
                  </a:lnTo>
                  <a:lnTo>
                    <a:pt x="52407" y="213158"/>
                  </a:lnTo>
                  <a:cubicBezTo>
                    <a:pt x="55156" y="213123"/>
                    <a:pt x="57602" y="214894"/>
                    <a:pt x="58427" y="217517"/>
                  </a:cubicBezTo>
                  <a:cubicBezTo>
                    <a:pt x="60817" y="224789"/>
                    <a:pt x="63838" y="231838"/>
                    <a:pt x="67455" y="238584"/>
                  </a:cubicBezTo>
                  <a:cubicBezTo>
                    <a:pt x="68715" y="241027"/>
                    <a:pt x="68254" y="244004"/>
                    <a:pt x="66314" y="245952"/>
                  </a:cubicBezTo>
                  <a:lnTo>
                    <a:pt x="38086" y="274594"/>
                  </a:lnTo>
                  <a:lnTo>
                    <a:pt x="85097" y="321605"/>
                  </a:lnTo>
                  <a:lnTo>
                    <a:pt x="113428" y="293378"/>
                  </a:lnTo>
                  <a:cubicBezTo>
                    <a:pt x="115360" y="291406"/>
                    <a:pt x="118359" y="290942"/>
                    <a:pt x="120797" y="292236"/>
                  </a:cubicBezTo>
                  <a:cubicBezTo>
                    <a:pt x="127633" y="295779"/>
                    <a:pt x="134792" y="298663"/>
                    <a:pt x="142175" y="300850"/>
                  </a:cubicBezTo>
                  <a:cubicBezTo>
                    <a:pt x="144817" y="301666"/>
                    <a:pt x="146625" y="304103"/>
                    <a:pt x="146637" y="306869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5D08211A-BC69-8E4E-BDDB-D055456DA8D1}"/>
                </a:ext>
              </a:extLst>
            </p:cNvPr>
            <p:cNvSpPr/>
            <p:nvPr/>
          </p:nvSpPr>
          <p:spPr>
            <a:xfrm>
              <a:off x="6555173" y="2221983"/>
              <a:ext cx="220422" cy="220422"/>
            </a:xfrm>
            <a:custGeom>
              <a:avLst/>
              <a:gdLst>
                <a:gd name="connsiteX0" fmla="*/ 109795 w 220422"/>
                <a:gd name="connsiteY0" fmla="*/ 220422 h 220422"/>
                <a:gd name="connsiteX1" fmla="*/ 1 w 220422"/>
                <a:gd name="connsiteY1" fmla="*/ 109795 h 220422"/>
                <a:gd name="connsiteX2" fmla="*/ 110628 w 220422"/>
                <a:gd name="connsiteY2" fmla="*/ 1 h 220422"/>
                <a:gd name="connsiteX3" fmla="*/ 220422 w 220422"/>
                <a:gd name="connsiteY3" fmla="*/ 109795 h 220422"/>
                <a:gd name="connsiteX4" fmla="*/ 110419 w 220422"/>
                <a:gd name="connsiteY4" fmla="*/ 220422 h 220422"/>
                <a:gd name="connsiteX5" fmla="*/ 109795 w 220422"/>
                <a:gd name="connsiteY5" fmla="*/ 220422 h 220422"/>
                <a:gd name="connsiteX6" fmla="*/ 109795 w 220422"/>
                <a:gd name="connsiteY6" fmla="*/ 12868 h 220422"/>
                <a:gd name="connsiteX7" fmla="*/ 12141 w 220422"/>
                <a:gd name="connsiteY7" fmla="*/ 110522 h 220422"/>
                <a:gd name="connsiteX8" fmla="*/ 109795 w 220422"/>
                <a:gd name="connsiteY8" fmla="*/ 208176 h 220422"/>
                <a:gd name="connsiteX9" fmla="*/ 207450 w 220422"/>
                <a:gd name="connsiteY9" fmla="*/ 110522 h 220422"/>
                <a:gd name="connsiteX10" fmla="*/ 110316 w 220422"/>
                <a:gd name="connsiteY10" fmla="*/ 12143 h 220422"/>
                <a:gd name="connsiteX11" fmla="*/ 109795 w 220422"/>
                <a:gd name="connsiteY11" fmla="*/ 12141 h 22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0422" h="220422">
                  <a:moveTo>
                    <a:pt x="109795" y="220422"/>
                  </a:moveTo>
                  <a:cubicBezTo>
                    <a:pt x="48928" y="220193"/>
                    <a:pt x="-229" y="170663"/>
                    <a:pt x="1" y="109795"/>
                  </a:cubicBezTo>
                  <a:cubicBezTo>
                    <a:pt x="230" y="48928"/>
                    <a:pt x="49759" y="-229"/>
                    <a:pt x="110628" y="1"/>
                  </a:cubicBezTo>
                  <a:cubicBezTo>
                    <a:pt x="171170" y="229"/>
                    <a:pt x="220194" y="49253"/>
                    <a:pt x="220422" y="109795"/>
                  </a:cubicBezTo>
                  <a:cubicBezTo>
                    <a:pt x="220594" y="170721"/>
                    <a:pt x="171344" y="220250"/>
                    <a:pt x="110419" y="220422"/>
                  </a:cubicBezTo>
                  <a:cubicBezTo>
                    <a:pt x="110212" y="220423"/>
                    <a:pt x="110003" y="220423"/>
                    <a:pt x="109795" y="220422"/>
                  </a:cubicBezTo>
                  <a:close/>
                  <a:moveTo>
                    <a:pt x="109795" y="12868"/>
                  </a:moveTo>
                  <a:cubicBezTo>
                    <a:pt x="55862" y="12868"/>
                    <a:pt x="12141" y="56589"/>
                    <a:pt x="12141" y="110522"/>
                  </a:cubicBezTo>
                  <a:cubicBezTo>
                    <a:pt x="12141" y="164455"/>
                    <a:pt x="55862" y="208176"/>
                    <a:pt x="109795" y="208176"/>
                  </a:cubicBezTo>
                  <a:cubicBezTo>
                    <a:pt x="163728" y="208176"/>
                    <a:pt x="207450" y="164455"/>
                    <a:pt x="207450" y="110522"/>
                  </a:cubicBezTo>
                  <a:cubicBezTo>
                    <a:pt x="207793" y="56533"/>
                    <a:pt x="164305" y="12487"/>
                    <a:pt x="110316" y="12143"/>
                  </a:cubicBezTo>
                  <a:cubicBezTo>
                    <a:pt x="110143" y="12142"/>
                    <a:pt x="109969" y="12141"/>
                    <a:pt x="109795" y="12141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CA5809E4-E08C-B54A-AB93-22BBE2A5A643}"/>
                </a:ext>
              </a:extLst>
            </p:cNvPr>
            <p:cNvSpPr/>
            <p:nvPr/>
          </p:nvSpPr>
          <p:spPr>
            <a:xfrm>
              <a:off x="6624235" y="2261299"/>
              <a:ext cx="81413" cy="140958"/>
            </a:xfrm>
            <a:custGeom>
              <a:avLst/>
              <a:gdLst>
                <a:gd name="connsiteX0" fmla="*/ 40733 w 81413"/>
                <a:gd name="connsiteY0" fmla="*/ 140944 h 140958"/>
                <a:gd name="connsiteX1" fmla="*/ 52 w 81413"/>
                <a:gd name="connsiteY1" fmla="*/ 102546 h 140958"/>
                <a:gd name="connsiteX2" fmla="*/ 5523 w 81413"/>
                <a:gd name="connsiteY2" fmla="*/ 95459 h 140958"/>
                <a:gd name="connsiteX3" fmla="*/ 12610 w 81413"/>
                <a:gd name="connsiteY3" fmla="*/ 100928 h 140958"/>
                <a:gd name="connsiteX4" fmla="*/ 12610 w 81413"/>
                <a:gd name="connsiteY4" fmla="*/ 102546 h 140958"/>
                <a:gd name="connsiteX5" fmla="*/ 40733 w 81413"/>
                <a:gd name="connsiteY5" fmla="*/ 128283 h 140958"/>
                <a:gd name="connsiteX6" fmla="*/ 68857 w 81413"/>
                <a:gd name="connsiteY6" fmla="*/ 102546 h 140958"/>
                <a:gd name="connsiteX7" fmla="*/ 40733 w 81413"/>
                <a:gd name="connsiteY7" fmla="*/ 76706 h 140958"/>
                <a:gd name="connsiteX8" fmla="*/ 52 w 81413"/>
                <a:gd name="connsiteY8" fmla="*/ 38412 h 140958"/>
                <a:gd name="connsiteX9" fmla="*/ 40733 w 81413"/>
                <a:gd name="connsiteY9" fmla="*/ 14 h 140958"/>
                <a:gd name="connsiteX10" fmla="*/ 81414 w 81413"/>
                <a:gd name="connsiteY10" fmla="*/ 38412 h 140958"/>
                <a:gd name="connsiteX11" fmla="*/ 74327 w 81413"/>
                <a:gd name="connsiteY11" fmla="*/ 43882 h 140958"/>
                <a:gd name="connsiteX12" fmla="*/ 68857 w 81413"/>
                <a:gd name="connsiteY12" fmla="*/ 38412 h 140958"/>
                <a:gd name="connsiteX13" fmla="*/ 40733 w 81413"/>
                <a:gd name="connsiteY13" fmla="*/ 12571 h 140958"/>
                <a:gd name="connsiteX14" fmla="*/ 12610 w 81413"/>
                <a:gd name="connsiteY14" fmla="*/ 38412 h 140958"/>
                <a:gd name="connsiteX15" fmla="*/ 40733 w 81413"/>
                <a:gd name="connsiteY15" fmla="*/ 64149 h 140958"/>
                <a:gd name="connsiteX16" fmla="*/ 81414 w 81413"/>
                <a:gd name="connsiteY16" fmla="*/ 102546 h 140958"/>
                <a:gd name="connsiteX17" fmla="*/ 40733 w 81413"/>
                <a:gd name="connsiteY17" fmla="*/ 140944 h 14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413" h="140958">
                  <a:moveTo>
                    <a:pt x="40733" y="140944"/>
                  </a:moveTo>
                  <a:cubicBezTo>
                    <a:pt x="18915" y="141526"/>
                    <a:pt x="730" y="124362"/>
                    <a:pt x="52" y="102546"/>
                  </a:cubicBezTo>
                  <a:cubicBezTo>
                    <a:pt x="-394" y="99079"/>
                    <a:pt x="2054" y="95906"/>
                    <a:pt x="5523" y="95459"/>
                  </a:cubicBezTo>
                  <a:cubicBezTo>
                    <a:pt x="8990" y="95012"/>
                    <a:pt x="12163" y="97461"/>
                    <a:pt x="12610" y="100928"/>
                  </a:cubicBezTo>
                  <a:cubicBezTo>
                    <a:pt x="12679" y="101466"/>
                    <a:pt x="12679" y="102010"/>
                    <a:pt x="12610" y="102546"/>
                  </a:cubicBezTo>
                  <a:cubicBezTo>
                    <a:pt x="13338" y="117386"/>
                    <a:pt x="25886" y="128870"/>
                    <a:pt x="40733" y="128283"/>
                  </a:cubicBezTo>
                  <a:cubicBezTo>
                    <a:pt x="55581" y="128870"/>
                    <a:pt x="68128" y="117386"/>
                    <a:pt x="68857" y="102546"/>
                  </a:cubicBezTo>
                  <a:cubicBezTo>
                    <a:pt x="68183" y="87665"/>
                    <a:pt x="55619" y="76119"/>
                    <a:pt x="40733" y="76706"/>
                  </a:cubicBezTo>
                  <a:cubicBezTo>
                    <a:pt x="18932" y="77346"/>
                    <a:pt x="730" y="60211"/>
                    <a:pt x="52" y="38412"/>
                  </a:cubicBezTo>
                  <a:cubicBezTo>
                    <a:pt x="730" y="16596"/>
                    <a:pt x="18915" y="-568"/>
                    <a:pt x="40733" y="14"/>
                  </a:cubicBezTo>
                  <a:cubicBezTo>
                    <a:pt x="62551" y="-568"/>
                    <a:pt x="80736" y="16596"/>
                    <a:pt x="81414" y="38412"/>
                  </a:cubicBezTo>
                  <a:cubicBezTo>
                    <a:pt x="80968" y="41879"/>
                    <a:pt x="77794" y="44328"/>
                    <a:pt x="74327" y="43882"/>
                  </a:cubicBezTo>
                  <a:cubicBezTo>
                    <a:pt x="71472" y="43514"/>
                    <a:pt x="69224" y="41267"/>
                    <a:pt x="68857" y="38412"/>
                  </a:cubicBezTo>
                  <a:cubicBezTo>
                    <a:pt x="68183" y="23530"/>
                    <a:pt x="55619" y="11985"/>
                    <a:pt x="40733" y="12571"/>
                  </a:cubicBezTo>
                  <a:cubicBezTo>
                    <a:pt x="25847" y="11985"/>
                    <a:pt x="13283" y="23530"/>
                    <a:pt x="12610" y="38412"/>
                  </a:cubicBezTo>
                  <a:cubicBezTo>
                    <a:pt x="13338" y="53252"/>
                    <a:pt x="25887" y="64736"/>
                    <a:pt x="40733" y="64149"/>
                  </a:cubicBezTo>
                  <a:cubicBezTo>
                    <a:pt x="62551" y="63566"/>
                    <a:pt x="80736" y="80730"/>
                    <a:pt x="81414" y="102546"/>
                  </a:cubicBezTo>
                  <a:cubicBezTo>
                    <a:pt x="80736" y="124362"/>
                    <a:pt x="62551" y="141526"/>
                    <a:pt x="40733" y="140944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2A3B09AA-1EBC-BB4F-8FAA-AC5151ACC53B}"/>
                </a:ext>
              </a:extLst>
            </p:cNvPr>
            <p:cNvSpPr/>
            <p:nvPr/>
          </p:nvSpPr>
          <p:spPr>
            <a:xfrm>
              <a:off x="6671195" y="2248341"/>
              <a:ext cx="12660" cy="166873"/>
            </a:xfrm>
            <a:custGeom>
              <a:avLst/>
              <a:gdLst>
                <a:gd name="connsiteX0" fmla="*/ 6330 w 12660"/>
                <a:gd name="connsiteY0" fmla="*/ 166874 h 166873"/>
                <a:gd name="connsiteX1" fmla="*/ 0 w 12660"/>
                <a:gd name="connsiteY1" fmla="*/ 160543 h 166873"/>
                <a:gd name="connsiteX2" fmla="*/ 0 w 12660"/>
                <a:gd name="connsiteY2" fmla="*/ 6330 h 166873"/>
                <a:gd name="connsiteX3" fmla="*/ 6330 w 12660"/>
                <a:gd name="connsiteY3" fmla="*/ 0 h 166873"/>
                <a:gd name="connsiteX4" fmla="*/ 12661 w 12660"/>
                <a:gd name="connsiteY4" fmla="*/ 6330 h 166873"/>
                <a:gd name="connsiteX5" fmla="*/ 12661 w 12660"/>
                <a:gd name="connsiteY5" fmla="*/ 160543 h 166873"/>
                <a:gd name="connsiteX6" fmla="*/ 6330 w 12660"/>
                <a:gd name="connsiteY6" fmla="*/ 166874 h 16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60" h="166873">
                  <a:moveTo>
                    <a:pt x="6330" y="166874"/>
                  </a:moveTo>
                  <a:cubicBezTo>
                    <a:pt x="2834" y="166874"/>
                    <a:pt x="0" y="164039"/>
                    <a:pt x="0" y="160543"/>
                  </a:cubicBezTo>
                  <a:lnTo>
                    <a:pt x="0" y="6330"/>
                  </a:lnTo>
                  <a:cubicBezTo>
                    <a:pt x="0" y="2834"/>
                    <a:pt x="2834" y="0"/>
                    <a:pt x="6330" y="0"/>
                  </a:cubicBezTo>
                  <a:cubicBezTo>
                    <a:pt x="9827" y="0"/>
                    <a:pt x="12661" y="2834"/>
                    <a:pt x="12661" y="6330"/>
                  </a:cubicBezTo>
                  <a:lnTo>
                    <a:pt x="12661" y="160543"/>
                  </a:lnTo>
                  <a:cubicBezTo>
                    <a:pt x="12661" y="164039"/>
                    <a:pt x="9827" y="166874"/>
                    <a:pt x="6330" y="166874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A9FBF3E2-B8FC-5042-9703-046D8EFDE14A}"/>
                </a:ext>
              </a:extLst>
            </p:cNvPr>
            <p:cNvSpPr/>
            <p:nvPr/>
          </p:nvSpPr>
          <p:spPr>
            <a:xfrm>
              <a:off x="6646028" y="2247532"/>
              <a:ext cx="12661" cy="167683"/>
            </a:xfrm>
            <a:custGeom>
              <a:avLst/>
              <a:gdLst>
                <a:gd name="connsiteX0" fmla="*/ 6383 w 12661"/>
                <a:gd name="connsiteY0" fmla="*/ 167683 h 167683"/>
                <a:gd name="connsiteX1" fmla="*/ 52 w 12661"/>
                <a:gd name="connsiteY1" fmla="*/ 161353 h 167683"/>
                <a:gd name="connsiteX2" fmla="*/ 52 w 12661"/>
                <a:gd name="connsiteY2" fmla="*/ 7140 h 167683"/>
                <a:gd name="connsiteX3" fmla="*/ 5523 w 12661"/>
                <a:gd name="connsiteY3" fmla="*/ 53 h 167683"/>
                <a:gd name="connsiteX4" fmla="*/ 12610 w 12661"/>
                <a:gd name="connsiteY4" fmla="*/ 5522 h 167683"/>
                <a:gd name="connsiteX5" fmla="*/ 12610 w 12661"/>
                <a:gd name="connsiteY5" fmla="*/ 7140 h 167683"/>
                <a:gd name="connsiteX6" fmla="*/ 12610 w 12661"/>
                <a:gd name="connsiteY6" fmla="*/ 161353 h 167683"/>
                <a:gd name="connsiteX7" fmla="*/ 6488 w 12661"/>
                <a:gd name="connsiteY7" fmla="*/ 167682 h 167683"/>
                <a:gd name="connsiteX8" fmla="*/ 6383 w 12661"/>
                <a:gd name="connsiteY8" fmla="*/ 167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61" h="167683">
                  <a:moveTo>
                    <a:pt x="6383" y="167683"/>
                  </a:moveTo>
                  <a:cubicBezTo>
                    <a:pt x="2887" y="167683"/>
                    <a:pt x="52" y="164849"/>
                    <a:pt x="52" y="161353"/>
                  </a:cubicBezTo>
                  <a:lnTo>
                    <a:pt x="52" y="7140"/>
                  </a:lnTo>
                  <a:cubicBezTo>
                    <a:pt x="-394" y="3672"/>
                    <a:pt x="2054" y="499"/>
                    <a:pt x="5523" y="53"/>
                  </a:cubicBezTo>
                  <a:cubicBezTo>
                    <a:pt x="8990" y="-394"/>
                    <a:pt x="12163" y="2055"/>
                    <a:pt x="12610" y="5522"/>
                  </a:cubicBezTo>
                  <a:cubicBezTo>
                    <a:pt x="12679" y="6059"/>
                    <a:pt x="12679" y="6603"/>
                    <a:pt x="12610" y="7140"/>
                  </a:cubicBezTo>
                  <a:lnTo>
                    <a:pt x="12610" y="161353"/>
                  </a:lnTo>
                  <a:cubicBezTo>
                    <a:pt x="12667" y="164791"/>
                    <a:pt x="9926" y="167625"/>
                    <a:pt x="6488" y="167682"/>
                  </a:cubicBezTo>
                  <a:cubicBezTo>
                    <a:pt x="6452" y="167683"/>
                    <a:pt x="6418" y="167683"/>
                    <a:pt x="6383" y="167683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5" name="Graphic 52">
            <a:extLst>
              <a:ext uri="{FF2B5EF4-FFF2-40B4-BE49-F238E27FC236}">
                <a16:creationId xmlns:a16="http://schemas.microsoft.com/office/drawing/2014/main" id="{01CA94BD-2AAF-5E40-9CF8-D9A9C79F326B}"/>
              </a:ext>
            </a:extLst>
          </p:cNvPr>
          <p:cNvGrpSpPr>
            <a:grpSpLocks noChangeAspect="1"/>
          </p:cNvGrpSpPr>
          <p:nvPr/>
        </p:nvGrpSpPr>
        <p:grpSpPr>
          <a:xfrm>
            <a:off x="6459821" y="2133430"/>
            <a:ext cx="374117" cy="364794"/>
            <a:chOff x="6498989" y="2164209"/>
            <a:chExt cx="340106" cy="331631"/>
          </a:xfrm>
          <a:solidFill>
            <a:srgbClr val="FFFFFF"/>
          </a:solidFill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267CEBCF-D01A-2C47-888A-481984133545}"/>
                </a:ext>
              </a:extLst>
            </p:cNvPr>
            <p:cNvSpPr/>
            <p:nvPr/>
          </p:nvSpPr>
          <p:spPr>
            <a:xfrm>
              <a:off x="6634878" y="2312202"/>
              <a:ext cx="68276" cy="120668"/>
            </a:xfrm>
            <a:custGeom>
              <a:avLst/>
              <a:gdLst>
                <a:gd name="connsiteX0" fmla="*/ 34189 w 68276"/>
                <a:gd name="connsiteY0" fmla="*/ 119830 h 120668"/>
                <a:gd name="connsiteX1" fmla="*/ 51 w 68276"/>
                <a:gd name="connsiteY1" fmla="*/ 86616 h 120668"/>
                <a:gd name="connsiteX2" fmla="*/ 5407 w 68276"/>
                <a:gd name="connsiteY2" fmla="*/ 79461 h 120668"/>
                <a:gd name="connsiteX3" fmla="*/ 12345 w 68276"/>
                <a:gd name="connsiteY3" fmla="*/ 84983 h 120668"/>
                <a:gd name="connsiteX4" fmla="*/ 12345 w 68276"/>
                <a:gd name="connsiteY4" fmla="*/ 86616 h 120668"/>
                <a:gd name="connsiteX5" fmla="*/ 34060 w 68276"/>
                <a:gd name="connsiteY5" fmla="*/ 107577 h 120668"/>
                <a:gd name="connsiteX6" fmla="*/ 34189 w 68276"/>
                <a:gd name="connsiteY6" fmla="*/ 107571 h 120668"/>
                <a:gd name="connsiteX7" fmla="*/ 58146 w 68276"/>
                <a:gd name="connsiteY7" fmla="*/ 91205 h 120668"/>
                <a:gd name="connsiteX8" fmla="*/ 42276 w 68276"/>
                <a:gd name="connsiteY8" fmla="*/ 66500 h 120668"/>
                <a:gd name="connsiteX9" fmla="*/ 34189 w 68276"/>
                <a:gd name="connsiteY9" fmla="*/ 66500 h 120668"/>
                <a:gd name="connsiteX10" fmla="*/ 51 w 68276"/>
                <a:gd name="connsiteY10" fmla="*/ 33286 h 120668"/>
                <a:gd name="connsiteX11" fmla="*/ 36000 w 68276"/>
                <a:gd name="connsiteY11" fmla="*/ 53 h 120668"/>
                <a:gd name="connsiteX12" fmla="*/ 68225 w 68276"/>
                <a:gd name="connsiteY12" fmla="*/ 33286 h 120668"/>
                <a:gd name="connsiteX13" fmla="*/ 62870 w 68276"/>
                <a:gd name="connsiteY13" fmla="*/ 40441 h 120668"/>
                <a:gd name="connsiteX14" fmla="*/ 55931 w 68276"/>
                <a:gd name="connsiteY14" fmla="*/ 34919 h 120668"/>
                <a:gd name="connsiteX15" fmla="*/ 55931 w 68276"/>
                <a:gd name="connsiteY15" fmla="*/ 33286 h 120668"/>
                <a:gd name="connsiteX16" fmla="*/ 34189 w 68276"/>
                <a:gd name="connsiteY16" fmla="*/ 12855 h 120668"/>
                <a:gd name="connsiteX17" fmla="*/ 12345 w 68276"/>
                <a:gd name="connsiteY17" fmla="*/ 33286 h 120668"/>
                <a:gd name="connsiteX18" fmla="*/ 34060 w 68276"/>
                <a:gd name="connsiteY18" fmla="*/ 54246 h 120668"/>
                <a:gd name="connsiteX19" fmla="*/ 34189 w 68276"/>
                <a:gd name="connsiteY19" fmla="*/ 54241 h 120668"/>
                <a:gd name="connsiteX20" fmla="*/ 66396 w 68276"/>
                <a:gd name="connsiteY20" fmla="*/ 87455 h 120668"/>
                <a:gd name="connsiteX21" fmla="*/ 34189 w 68276"/>
                <a:gd name="connsiteY21" fmla="*/ 120668 h 120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8276" h="120668">
                  <a:moveTo>
                    <a:pt x="34189" y="119830"/>
                  </a:moveTo>
                  <a:cubicBezTo>
                    <a:pt x="15877" y="120358"/>
                    <a:pt x="604" y="105500"/>
                    <a:pt x="51" y="86616"/>
                  </a:cubicBezTo>
                  <a:cubicBezTo>
                    <a:pt x="-385" y="83116"/>
                    <a:pt x="2011" y="79912"/>
                    <a:pt x="5407" y="79461"/>
                  </a:cubicBezTo>
                  <a:cubicBezTo>
                    <a:pt x="8801" y="79010"/>
                    <a:pt x="11908" y="81482"/>
                    <a:pt x="12345" y="84983"/>
                  </a:cubicBezTo>
                  <a:cubicBezTo>
                    <a:pt x="12413" y="85526"/>
                    <a:pt x="12413" y="86075"/>
                    <a:pt x="12345" y="86616"/>
                  </a:cubicBezTo>
                  <a:cubicBezTo>
                    <a:pt x="12729" y="98588"/>
                    <a:pt x="22451" y="107972"/>
                    <a:pt x="34060" y="107577"/>
                  </a:cubicBezTo>
                  <a:cubicBezTo>
                    <a:pt x="34103" y="107574"/>
                    <a:pt x="34146" y="107573"/>
                    <a:pt x="34189" y="107571"/>
                  </a:cubicBezTo>
                  <a:cubicBezTo>
                    <a:pt x="45187" y="109874"/>
                    <a:pt x="55913" y="102547"/>
                    <a:pt x="58146" y="91205"/>
                  </a:cubicBezTo>
                  <a:cubicBezTo>
                    <a:pt x="60379" y="79864"/>
                    <a:pt x="53275" y="68803"/>
                    <a:pt x="42276" y="66500"/>
                  </a:cubicBezTo>
                  <a:cubicBezTo>
                    <a:pt x="39607" y="65941"/>
                    <a:pt x="36858" y="65941"/>
                    <a:pt x="34189" y="66500"/>
                  </a:cubicBezTo>
                  <a:cubicBezTo>
                    <a:pt x="15877" y="67029"/>
                    <a:pt x="604" y="52169"/>
                    <a:pt x="51" y="33286"/>
                  </a:cubicBezTo>
                  <a:cubicBezTo>
                    <a:pt x="1080" y="13872"/>
                    <a:pt x="17174" y="-1007"/>
                    <a:pt x="36000" y="53"/>
                  </a:cubicBezTo>
                  <a:cubicBezTo>
                    <a:pt x="53388" y="1033"/>
                    <a:pt x="67275" y="15354"/>
                    <a:pt x="68225" y="33286"/>
                  </a:cubicBezTo>
                  <a:cubicBezTo>
                    <a:pt x="68662" y="36786"/>
                    <a:pt x="66265" y="39990"/>
                    <a:pt x="62870" y="40441"/>
                  </a:cubicBezTo>
                  <a:cubicBezTo>
                    <a:pt x="59475" y="40893"/>
                    <a:pt x="56368" y="38420"/>
                    <a:pt x="55931" y="34919"/>
                  </a:cubicBezTo>
                  <a:cubicBezTo>
                    <a:pt x="55863" y="34377"/>
                    <a:pt x="55863" y="33828"/>
                    <a:pt x="55931" y="33286"/>
                  </a:cubicBezTo>
                  <a:cubicBezTo>
                    <a:pt x="55383" y="21460"/>
                    <a:pt x="45659" y="12321"/>
                    <a:pt x="34189" y="12855"/>
                  </a:cubicBezTo>
                  <a:cubicBezTo>
                    <a:pt x="22701" y="12320"/>
                    <a:pt x="12947" y="21443"/>
                    <a:pt x="12345" y="33286"/>
                  </a:cubicBezTo>
                  <a:cubicBezTo>
                    <a:pt x="12729" y="45257"/>
                    <a:pt x="22451" y="54641"/>
                    <a:pt x="34060" y="54246"/>
                  </a:cubicBezTo>
                  <a:cubicBezTo>
                    <a:pt x="34103" y="54244"/>
                    <a:pt x="34146" y="54243"/>
                    <a:pt x="34189" y="54241"/>
                  </a:cubicBezTo>
                  <a:cubicBezTo>
                    <a:pt x="51976" y="54241"/>
                    <a:pt x="66396" y="69112"/>
                    <a:pt x="66396" y="87455"/>
                  </a:cubicBezTo>
                  <a:cubicBezTo>
                    <a:pt x="66396" y="105797"/>
                    <a:pt x="51976" y="120668"/>
                    <a:pt x="34189" y="120668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8536999C-643F-A346-AEA5-0D51F725611F}"/>
                </a:ext>
              </a:extLst>
            </p:cNvPr>
            <p:cNvSpPr/>
            <p:nvPr/>
          </p:nvSpPr>
          <p:spPr>
            <a:xfrm>
              <a:off x="6662869" y="2301774"/>
              <a:ext cx="12293" cy="141154"/>
            </a:xfrm>
            <a:custGeom>
              <a:avLst/>
              <a:gdLst>
                <a:gd name="connsiteX0" fmla="*/ 6198 w 12293"/>
                <a:gd name="connsiteY0" fmla="*/ 141155 h 141154"/>
                <a:gd name="connsiteX1" fmla="*/ 0 w 12293"/>
                <a:gd name="connsiteY1" fmla="*/ 134763 h 141154"/>
                <a:gd name="connsiteX2" fmla="*/ 0 w 12293"/>
                <a:gd name="connsiteY2" fmla="*/ 5576 h 141154"/>
                <a:gd name="connsiteX3" fmla="*/ 6938 w 12293"/>
                <a:gd name="connsiteY3" fmla="*/ 53 h 141154"/>
                <a:gd name="connsiteX4" fmla="*/ 12294 w 12293"/>
                <a:gd name="connsiteY4" fmla="*/ 5576 h 141154"/>
                <a:gd name="connsiteX5" fmla="*/ 12294 w 12293"/>
                <a:gd name="connsiteY5" fmla="*/ 134763 h 141154"/>
                <a:gd name="connsiteX6" fmla="*/ 6198 w 12293"/>
                <a:gd name="connsiteY6" fmla="*/ 141155 h 141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93" h="141154">
                  <a:moveTo>
                    <a:pt x="6198" y="141155"/>
                  </a:moveTo>
                  <a:cubicBezTo>
                    <a:pt x="2775" y="141155"/>
                    <a:pt x="0" y="138293"/>
                    <a:pt x="0" y="134763"/>
                  </a:cubicBezTo>
                  <a:lnTo>
                    <a:pt x="0" y="5576"/>
                  </a:lnTo>
                  <a:cubicBezTo>
                    <a:pt x="437" y="2075"/>
                    <a:pt x="3544" y="-398"/>
                    <a:pt x="6938" y="53"/>
                  </a:cubicBezTo>
                  <a:cubicBezTo>
                    <a:pt x="9733" y="425"/>
                    <a:pt x="11934" y="2693"/>
                    <a:pt x="12294" y="5576"/>
                  </a:cubicBezTo>
                  <a:lnTo>
                    <a:pt x="12294" y="134763"/>
                  </a:lnTo>
                  <a:cubicBezTo>
                    <a:pt x="12294" y="138252"/>
                    <a:pt x="9581" y="141097"/>
                    <a:pt x="6198" y="141155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0E8BBACC-F12C-1246-94DC-8D78B7B71855}"/>
                </a:ext>
              </a:extLst>
            </p:cNvPr>
            <p:cNvSpPr/>
            <p:nvPr/>
          </p:nvSpPr>
          <p:spPr>
            <a:xfrm>
              <a:off x="6826699" y="2296684"/>
              <a:ext cx="12396" cy="29420"/>
            </a:xfrm>
            <a:custGeom>
              <a:avLst/>
              <a:gdLst>
                <a:gd name="connsiteX0" fmla="*/ 6249 w 12396"/>
                <a:gd name="connsiteY0" fmla="*/ 29421 h 29420"/>
                <a:gd name="connsiteX1" fmla="*/ 51 w 12396"/>
                <a:gd name="connsiteY1" fmla="*/ 23029 h 29420"/>
                <a:gd name="connsiteX2" fmla="*/ 51 w 12396"/>
                <a:gd name="connsiteY2" fmla="*/ 7208 h 29420"/>
                <a:gd name="connsiteX3" fmla="*/ 5407 w 12396"/>
                <a:gd name="connsiteY3" fmla="*/ 53 h 29420"/>
                <a:gd name="connsiteX4" fmla="*/ 12345 w 12396"/>
                <a:gd name="connsiteY4" fmla="*/ 5575 h 29420"/>
                <a:gd name="connsiteX5" fmla="*/ 12345 w 12396"/>
                <a:gd name="connsiteY5" fmla="*/ 7208 h 29420"/>
                <a:gd name="connsiteX6" fmla="*/ 12345 w 12396"/>
                <a:gd name="connsiteY6" fmla="*/ 23029 h 29420"/>
                <a:gd name="connsiteX7" fmla="*/ 6352 w 12396"/>
                <a:gd name="connsiteY7" fmla="*/ 29420 h 29420"/>
                <a:gd name="connsiteX8" fmla="*/ 6249 w 12396"/>
                <a:gd name="connsiteY8" fmla="*/ 29421 h 2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6" h="29420">
                  <a:moveTo>
                    <a:pt x="6249" y="29421"/>
                  </a:moveTo>
                  <a:cubicBezTo>
                    <a:pt x="2826" y="29421"/>
                    <a:pt x="51" y="26559"/>
                    <a:pt x="51" y="23029"/>
                  </a:cubicBezTo>
                  <a:lnTo>
                    <a:pt x="51" y="7208"/>
                  </a:lnTo>
                  <a:cubicBezTo>
                    <a:pt x="-385" y="3708"/>
                    <a:pt x="2011" y="504"/>
                    <a:pt x="5407" y="53"/>
                  </a:cubicBezTo>
                  <a:cubicBezTo>
                    <a:pt x="8801" y="-398"/>
                    <a:pt x="11908" y="2074"/>
                    <a:pt x="12345" y="5575"/>
                  </a:cubicBezTo>
                  <a:cubicBezTo>
                    <a:pt x="12413" y="6118"/>
                    <a:pt x="12413" y="6667"/>
                    <a:pt x="12345" y="7208"/>
                  </a:cubicBezTo>
                  <a:lnTo>
                    <a:pt x="12345" y="23029"/>
                  </a:lnTo>
                  <a:cubicBezTo>
                    <a:pt x="12401" y="26501"/>
                    <a:pt x="9718" y="29362"/>
                    <a:pt x="6352" y="29420"/>
                  </a:cubicBezTo>
                  <a:cubicBezTo>
                    <a:pt x="6317" y="29421"/>
                    <a:pt x="6284" y="29421"/>
                    <a:pt x="6249" y="2942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A5780814-F681-3B4B-9895-31700EE0CAA6}"/>
                </a:ext>
              </a:extLst>
            </p:cNvPr>
            <p:cNvSpPr/>
            <p:nvPr/>
          </p:nvSpPr>
          <p:spPr>
            <a:xfrm>
              <a:off x="6826750" y="2347770"/>
              <a:ext cx="12294" cy="45599"/>
            </a:xfrm>
            <a:custGeom>
              <a:avLst/>
              <a:gdLst>
                <a:gd name="connsiteX0" fmla="*/ 6198 w 12294"/>
                <a:gd name="connsiteY0" fmla="*/ 45600 h 45599"/>
                <a:gd name="connsiteX1" fmla="*/ 0 w 12294"/>
                <a:gd name="connsiteY1" fmla="*/ 39208 h 45599"/>
                <a:gd name="connsiteX2" fmla="*/ 0 w 12294"/>
                <a:gd name="connsiteY2" fmla="*/ 5576 h 45599"/>
                <a:gd name="connsiteX3" fmla="*/ 6938 w 12294"/>
                <a:gd name="connsiteY3" fmla="*/ 53 h 45599"/>
                <a:gd name="connsiteX4" fmla="*/ 12294 w 12294"/>
                <a:gd name="connsiteY4" fmla="*/ 5576 h 45599"/>
                <a:gd name="connsiteX5" fmla="*/ 12294 w 12294"/>
                <a:gd name="connsiteY5" fmla="*/ 39208 h 45599"/>
                <a:gd name="connsiteX6" fmla="*/ 6300 w 12294"/>
                <a:gd name="connsiteY6" fmla="*/ 45599 h 45599"/>
                <a:gd name="connsiteX7" fmla="*/ 6198 w 12294"/>
                <a:gd name="connsiteY7" fmla="*/ 45600 h 4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94" h="45599">
                  <a:moveTo>
                    <a:pt x="6198" y="45600"/>
                  </a:moveTo>
                  <a:cubicBezTo>
                    <a:pt x="2775" y="45600"/>
                    <a:pt x="0" y="42738"/>
                    <a:pt x="0" y="39208"/>
                  </a:cubicBezTo>
                  <a:lnTo>
                    <a:pt x="0" y="5576"/>
                  </a:lnTo>
                  <a:cubicBezTo>
                    <a:pt x="437" y="2075"/>
                    <a:pt x="3544" y="-398"/>
                    <a:pt x="6938" y="53"/>
                  </a:cubicBezTo>
                  <a:cubicBezTo>
                    <a:pt x="9733" y="425"/>
                    <a:pt x="11934" y="2693"/>
                    <a:pt x="12294" y="5576"/>
                  </a:cubicBezTo>
                  <a:lnTo>
                    <a:pt x="12294" y="39208"/>
                  </a:lnTo>
                  <a:cubicBezTo>
                    <a:pt x="12349" y="42680"/>
                    <a:pt x="9666" y="45541"/>
                    <a:pt x="6300" y="45599"/>
                  </a:cubicBezTo>
                  <a:cubicBezTo>
                    <a:pt x="6266" y="45600"/>
                    <a:pt x="6232" y="45600"/>
                    <a:pt x="6198" y="45600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413CAB48-19F8-7A4B-8895-0798B95DF531}"/>
                </a:ext>
              </a:extLst>
            </p:cNvPr>
            <p:cNvSpPr/>
            <p:nvPr/>
          </p:nvSpPr>
          <p:spPr>
            <a:xfrm>
              <a:off x="6826750" y="2415036"/>
              <a:ext cx="12293" cy="27788"/>
            </a:xfrm>
            <a:custGeom>
              <a:avLst/>
              <a:gdLst>
                <a:gd name="connsiteX0" fmla="*/ 6198 w 12293"/>
                <a:gd name="connsiteY0" fmla="*/ 27788 h 27788"/>
                <a:gd name="connsiteX1" fmla="*/ 1 w 12293"/>
                <a:gd name="connsiteY1" fmla="*/ 21607 h 27788"/>
                <a:gd name="connsiteX2" fmla="*/ 0 w 12293"/>
                <a:gd name="connsiteY2" fmla="*/ 21501 h 27788"/>
                <a:gd name="connsiteX3" fmla="*/ 0 w 12293"/>
                <a:gd name="connsiteY3" fmla="*/ 5576 h 27788"/>
                <a:gd name="connsiteX4" fmla="*/ 6938 w 12293"/>
                <a:gd name="connsiteY4" fmla="*/ 53 h 27788"/>
                <a:gd name="connsiteX5" fmla="*/ 12294 w 12293"/>
                <a:gd name="connsiteY5" fmla="*/ 5576 h 27788"/>
                <a:gd name="connsiteX6" fmla="*/ 12294 w 12293"/>
                <a:gd name="connsiteY6" fmla="*/ 21501 h 27788"/>
                <a:gd name="connsiteX7" fmla="*/ 6198 w 12293"/>
                <a:gd name="connsiteY7" fmla="*/ 27788 h 2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93" h="27788">
                  <a:moveTo>
                    <a:pt x="6198" y="27788"/>
                  </a:moveTo>
                  <a:cubicBezTo>
                    <a:pt x="2832" y="27846"/>
                    <a:pt x="57" y="25078"/>
                    <a:pt x="1" y="21607"/>
                  </a:cubicBezTo>
                  <a:cubicBezTo>
                    <a:pt x="0" y="21572"/>
                    <a:pt x="0" y="21537"/>
                    <a:pt x="0" y="21501"/>
                  </a:cubicBezTo>
                  <a:lnTo>
                    <a:pt x="0" y="5576"/>
                  </a:lnTo>
                  <a:cubicBezTo>
                    <a:pt x="437" y="2075"/>
                    <a:pt x="3544" y="-398"/>
                    <a:pt x="6938" y="53"/>
                  </a:cubicBezTo>
                  <a:cubicBezTo>
                    <a:pt x="9733" y="425"/>
                    <a:pt x="11934" y="2693"/>
                    <a:pt x="12294" y="5576"/>
                  </a:cubicBezTo>
                  <a:lnTo>
                    <a:pt x="12294" y="21501"/>
                  </a:lnTo>
                  <a:cubicBezTo>
                    <a:pt x="12294" y="24974"/>
                    <a:pt x="9565" y="27788"/>
                    <a:pt x="6198" y="27788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D2F61689-1703-484A-881E-484B65E18990}"/>
                </a:ext>
              </a:extLst>
            </p:cNvPr>
            <p:cNvSpPr/>
            <p:nvPr/>
          </p:nvSpPr>
          <p:spPr>
            <a:xfrm>
              <a:off x="6498989" y="2196498"/>
              <a:ext cx="339651" cy="299342"/>
            </a:xfrm>
            <a:custGeom>
              <a:avLst/>
              <a:gdLst>
                <a:gd name="connsiteX0" fmla="*/ 319430 w 339651"/>
                <a:gd name="connsiteY0" fmla="*/ 299342 h 299342"/>
                <a:gd name="connsiteX1" fmla="*/ 20320 w 339651"/>
                <a:gd name="connsiteY1" fmla="*/ 299342 h 299342"/>
                <a:gd name="connsiteX2" fmla="*/ 0 w 339651"/>
                <a:gd name="connsiteY2" fmla="*/ 278387 h 299342"/>
                <a:gd name="connsiteX3" fmla="*/ 0 w 339651"/>
                <a:gd name="connsiteY3" fmla="*/ 20955 h 299342"/>
                <a:gd name="connsiteX4" fmla="*/ 20320 w 339651"/>
                <a:gd name="connsiteY4" fmla="*/ 0 h 299342"/>
                <a:gd name="connsiteX5" fmla="*/ 319024 w 339651"/>
                <a:gd name="connsiteY5" fmla="*/ 0 h 299342"/>
                <a:gd name="connsiteX6" fmla="*/ 339344 w 339651"/>
                <a:gd name="connsiteY6" fmla="*/ 20955 h 299342"/>
                <a:gd name="connsiteX7" fmla="*/ 339344 w 339651"/>
                <a:gd name="connsiteY7" fmla="*/ 107394 h 299342"/>
                <a:gd name="connsiteX8" fmla="*/ 327762 w 339651"/>
                <a:gd name="connsiteY8" fmla="*/ 107394 h 299342"/>
                <a:gd name="connsiteX9" fmla="*/ 327762 w 339651"/>
                <a:gd name="connsiteY9" fmla="*/ 20955 h 299342"/>
                <a:gd name="connsiteX10" fmla="*/ 319430 w 339651"/>
                <a:gd name="connsiteY10" fmla="*/ 12363 h 299342"/>
                <a:gd name="connsiteX11" fmla="*/ 20320 w 339651"/>
                <a:gd name="connsiteY11" fmla="*/ 12363 h 299342"/>
                <a:gd name="connsiteX12" fmla="*/ 11887 w 339651"/>
                <a:gd name="connsiteY12" fmla="*/ 20955 h 299342"/>
                <a:gd name="connsiteX13" fmla="*/ 11887 w 339651"/>
                <a:gd name="connsiteY13" fmla="*/ 278073 h 299342"/>
                <a:gd name="connsiteX14" fmla="*/ 20320 w 339651"/>
                <a:gd name="connsiteY14" fmla="*/ 286664 h 299342"/>
                <a:gd name="connsiteX15" fmla="*/ 319024 w 339651"/>
                <a:gd name="connsiteY15" fmla="*/ 286664 h 299342"/>
                <a:gd name="connsiteX16" fmla="*/ 327355 w 339651"/>
                <a:gd name="connsiteY16" fmla="*/ 278073 h 299342"/>
                <a:gd name="connsiteX17" fmla="*/ 327355 w 339651"/>
                <a:gd name="connsiteY17" fmla="*/ 240040 h 299342"/>
                <a:gd name="connsiteX18" fmla="*/ 339649 w 339651"/>
                <a:gd name="connsiteY18" fmla="*/ 240040 h 299342"/>
                <a:gd name="connsiteX19" fmla="*/ 339649 w 339651"/>
                <a:gd name="connsiteY19" fmla="*/ 278073 h 299342"/>
                <a:gd name="connsiteX20" fmla="*/ 319636 w 339651"/>
                <a:gd name="connsiteY20" fmla="*/ 299340 h 299342"/>
                <a:gd name="connsiteX21" fmla="*/ 319430 w 339651"/>
                <a:gd name="connsiteY21" fmla="*/ 299342 h 2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39651" h="299342">
                  <a:moveTo>
                    <a:pt x="319430" y="299342"/>
                  </a:moveTo>
                  <a:lnTo>
                    <a:pt x="20320" y="299342"/>
                  </a:lnTo>
                  <a:cubicBezTo>
                    <a:pt x="9098" y="299342"/>
                    <a:pt x="0" y="289961"/>
                    <a:pt x="0" y="278387"/>
                  </a:cubicBezTo>
                  <a:lnTo>
                    <a:pt x="0" y="20955"/>
                  </a:lnTo>
                  <a:cubicBezTo>
                    <a:pt x="0" y="9382"/>
                    <a:pt x="9098" y="0"/>
                    <a:pt x="20320" y="0"/>
                  </a:cubicBezTo>
                  <a:lnTo>
                    <a:pt x="319024" y="0"/>
                  </a:lnTo>
                  <a:cubicBezTo>
                    <a:pt x="330247" y="0"/>
                    <a:pt x="339344" y="9382"/>
                    <a:pt x="339344" y="20955"/>
                  </a:cubicBezTo>
                  <a:lnTo>
                    <a:pt x="339344" y="107394"/>
                  </a:lnTo>
                  <a:lnTo>
                    <a:pt x="327762" y="107394"/>
                  </a:lnTo>
                  <a:lnTo>
                    <a:pt x="327762" y="20955"/>
                  </a:lnTo>
                  <a:cubicBezTo>
                    <a:pt x="327762" y="16210"/>
                    <a:pt x="324032" y="12363"/>
                    <a:pt x="319430" y="12363"/>
                  </a:cubicBezTo>
                  <a:lnTo>
                    <a:pt x="20320" y="12363"/>
                  </a:lnTo>
                  <a:cubicBezTo>
                    <a:pt x="15702" y="12363"/>
                    <a:pt x="11943" y="16193"/>
                    <a:pt x="11887" y="20955"/>
                  </a:cubicBezTo>
                  <a:lnTo>
                    <a:pt x="11887" y="278073"/>
                  </a:lnTo>
                  <a:cubicBezTo>
                    <a:pt x="11943" y="282835"/>
                    <a:pt x="15702" y="286664"/>
                    <a:pt x="20320" y="286664"/>
                  </a:cubicBezTo>
                  <a:lnTo>
                    <a:pt x="319024" y="286664"/>
                  </a:lnTo>
                  <a:cubicBezTo>
                    <a:pt x="323625" y="286664"/>
                    <a:pt x="327355" y="282818"/>
                    <a:pt x="327355" y="278073"/>
                  </a:cubicBezTo>
                  <a:lnTo>
                    <a:pt x="327355" y="240040"/>
                  </a:lnTo>
                  <a:lnTo>
                    <a:pt x="339649" y="240040"/>
                  </a:lnTo>
                  <a:lnTo>
                    <a:pt x="339649" y="278073"/>
                  </a:lnTo>
                  <a:cubicBezTo>
                    <a:pt x="339817" y="289644"/>
                    <a:pt x="330857" y="299166"/>
                    <a:pt x="319636" y="299340"/>
                  </a:cubicBezTo>
                  <a:cubicBezTo>
                    <a:pt x="319568" y="299341"/>
                    <a:pt x="319500" y="299342"/>
                    <a:pt x="319430" y="299342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8DD5D84D-57B9-1C42-A06D-DDB4EAF20EDC}"/>
                </a:ext>
              </a:extLst>
            </p:cNvPr>
            <p:cNvSpPr/>
            <p:nvPr/>
          </p:nvSpPr>
          <p:spPr>
            <a:xfrm>
              <a:off x="6505186" y="2249933"/>
              <a:ext cx="327761" cy="12677"/>
            </a:xfrm>
            <a:custGeom>
              <a:avLst/>
              <a:gdLst>
                <a:gd name="connsiteX0" fmla="*/ 0 w 327761"/>
                <a:gd name="connsiteY0" fmla="*/ 0 h 12677"/>
                <a:gd name="connsiteX1" fmla="*/ 327762 w 327761"/>
                <a:gd name="connsiteY1" fmla="*/ 0 h 12677"/>
                <a:gd name="connsiteX2" fmla="*/ 327762 w 327761"/>
                <a:gd name="connsiteY2" fmla="*/ 12678 h 12677"/>
                <a:gd name="connsiteX3" fmla="*/ 0 w 327761"/>
                <a:gd name="connsiteY3" fmla="*/ 12678 h 1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761" h="12677">
                  <a:moveTo>
                    <a:pt x="0" y="0"/>
                  </a:moveTo>
                  <a:lnTo>
                    <a:pt x="327762" y="0"/>
                  </a:lnTo>
                  <a:lnTo>
                    <a:pt x="327762" y="12678"/>
                  </a:lnTo>
                  <a:lnTo>
                    <a:pt x="0" y="12678"/>
                  </a:ln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157D479-F50A-A243-AB96-0082FC93CBDD}"/>
                </a:ext>
              </a:extLst>
            </p:cNvPr>
            <p:cNvSpPr/>
            <p:nvPr/>
          </p:nvSpPr>
          <p:spPr>
            <a:xfrm>
              <a:off x="6557906" y="2164209"/>
              <a:ext cx="12396" cy="67179"/>
            </a:xfrm>
            <a:custGeom>
              <a:avLst/>
              <a:gdLst>
                <a:gd name="connsiteX0" fmla="*/ 6513 w 12396"/>
                <a:gd name="connsiteY0" fmla="*/ 67179 h 67179"/>
                <a:gd name="connsiteX1" fmla="*/ 315 w 12396"/>
                <a:gd name="connsiteY1" fmla="*/ 60788 h 67179"/>
                <a:gd name="connsiteX2" fmla="*/ 315 w 12396"/>
                <a:gd name="connsiteY2" fmla="*/ 8400 h 67179"/>
                <a:gd name="connsiteX3" fmla="*/ 4253 w 12396"/>
                <a:gd name="connsiteY3" fmla="*/ 325 h 67179"/>
                <a:gd name="connsiteX4" fmla="*/ 12083 w 12396"/>
                <a:gd name="connsiteY4" fmla="*/ 4386 h 67179"/>
                <a:gd name="connsiteX5" fmla="*/ 12202 w 12396"/>
                <a:gd name="connsiteY5" fmla="*/ 7981 h 67179"/>
                <a:gd name="connsiteX6" fmla="*/ 12202 w 12396"/>
                <a:gd name="connsiteY6" fmla="*/ 60369 h 67179"/>
                <a:gd name="connsiteX7" fmla="*/ 6649 w 12396"/>
                <a:gd name="connsiteY7" fmla="*/ 67169 h 67179"/>
                <a:gd name="connsiteX8" fmla="*/ 6513 w 12396"/>
                <a:gd name="connsiteY8" fmla="*/ 67179 h 6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6" h="67179">
                  <a:moveTo>
                    <a:pt x="6513" y="67179"/>
                  </a:moveTo>
                  <a:cubicBezTo>
                    <a:pt x="3090" y="67179"/>
                    <a:pt x="315" y="64318"/>
                    <a:pt x="315" y="60788"/>
                  </a:cubicBezTo>
                  <a:lnTo>
                    <a:pt x="315" y="8400"/>
                  </a:lnTo>
                  <a:cubicBezTo>
                    <a:pt x="-760" y="5049"/>
                    <a:pt x="1003" y="1434"/>
                    <a:pt x="4253" y="325"/>
                  </a:cubicBezTo>
                  <a:cubicBezTo>
                    <a:pt x="7502" y="-783"/>
                    <a:pt x="11008" y="1035"/>
                    <a:pt x="12083" y="4386"/>
                  </a:cubicBezTo>
                  <a:cubicBezTo>
                    <a:pt x="12456" y="5548"/>
                    <a:pt x="12497" y="6796"/>
                    <a:pt x="12202" y="7981"/>
                  </a:cubicBezTo>
                  <a:lnTo>
                    <a:pt x="12202" y="60369"/>
                  </a:lnTo>
                  <a:cubicBezTo>
                    <a:pt x="12490" y="63828"/>
                    <a:pt x="10003" y="66872"/>
                    <a:pt x="6649" y="67169"/>
                  </a:cubicBezTo>
                  <a:cubicBezTo>
                    <a:pt x="6604" y="67173"/>
                    <a:pt x="6558" y="67176"/>
                    <a:pt x="6513" y="67179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F65D3DB4-22C2-6F48-8B3A-AE7CF5E18A43}"/>
                </a:ext>
              </a:extLst>
            </p:cNvPr>
            <p:cNvSpPr/>
            <p:nvPr/>
          </p:nvSpPr>
          <p:spPr>
            <a:xfrm>
              <a:off x="6610697" y="2165400"/>
              <a:ext cx="12396" cy="65990"/>
            </a:xfrm>
            <a:custGeom>
              <a:avLst/>
              <a:gdLst>
                <a:gd name="connsiteX0" fmla="*/ 6046 w 12396"/>
                <a:gd name="connsiteY0" fmla="*/ 65987 h 65990"/>
                <a:gd name="connsiteX1" fmla="*/ 51 w 12396"/>
                <a:gd name="connsiteY1" fmla="*/ 59596 h 65990"/>
                <a:gd name="connsiteX2" fmla="*/ 51 w 12396"/>
                <a:gd name="connsiteY2" fmla="*/ 7209 h 65990"/>
                <a:gd name="connsiteX3" fmla="*/ 5407 w 12396"/>
                <a:gd name="connsiteY3" fmla="*/ 53 h 65990"/>
                <a:gd name="connsiteX4" fmla="*/ 12345 w 12396"/>
                <a:gd name="connsiteY4" fmla="*/ 5575 h 65990"/>
                <a:gd name="connsiteX5" fmla="*/ 12345 w 12396"/>
                <a:gd name="connsiteY5" fmla="*/ 7209 h 65990"/>
                <a:gd name="connsiteX6" fmla="*/ 12345 w 12396"/>
                <a:gd name="connsiteY6" fmla="*/ 59596 h 65990"/>
                <a:gd name="connsiteX7" fmla="*/ 6355 w 12396"/>
                <a:gd name="connsiteY7" fmla="*/ 65990 h 65990"/>
                <a:gd name="connsiteX8" fmla="*/ 6046 w 12396"/>
                <a:gd name="connsiteY8" fmla="*/ 65987 h 65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6" h="65990">
                  <a:moveTo>
                    <a:pt x="6046" y="65987"/>
                  </a:moveTo>
                  <a:cubicBezTo>
                    <a:pt x="2702" y="65874"/>
                    <a:pt x="49" y="63046"/>
                    <a:pt x="51" y="59596"/>
                  </a:cubicBezTo>
                  <a:lnTo>
                    <a:pt x="51" y="7209"/>
                  </a:lnTo>
                  <a:cubicBezTo>
                    <a:pt x="-385" y="3708"/>
                    <a:pt x="2011" y="504"/>
                    <a:pt x="5407" y="53"/>
                  </a:cubicBezTo>
                  <a:cubicBezTo>
                    <a:pt x="8801" y="-398"/>
                    <a:pt x="11908" y="2074"/>
                    <a:pt x="12345" y="5575"/>
                  </a:cubicBezTo>
                  <a:cubicBezTo>
                    <a:pt x="12413" y="6118"/>
                    <a:pt x="12413" y="6666"/>
                    <a:pt x="12345" y="7209"/>
                  </a:cubicBezTo>
                  <a:lnTo>
                    <a:pt x="12345" y="59596"/>
                  </a:lnTo>
                  <a:cubicBezTo>
                    <a:pt x="12403" y="63068"/>
                    <a:pt x="9721" y="65930"/>
                    <a:pt x="6355" y="65990"/>
                  </a:cubicBezTo>
                  <a:cubicBezTo>
                    <a:pt x="6252" y="65992"/>
                    <a:pt x="6148" y="65991"/>
                    <a:pt x="6046" y="6598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67A71386-2386-5D4A-AA86-B881D3BF853E}"/>
                </a:ext>
              </a:extLst>
            </p:cNvPr>
            <p:cNvSpPr/>
            <p:nvPr/>
          </p:nvSpPr>
          <p:spPr>
            <a:xfrm>
              <a:off x="6662818" y="2165400"/>
              <a:ext cx="12396" cy="65987"/>
            </a:xfrm>
            <a:custGeom>
              <a:avLst/>
              <a:gdLst>
                <a:gd name="connsiteX0" fmla="*/ 6249 w 12396"/>
                <a:gd name="connsiteY0" fmla="*/ 65987 h 65987"/>
                <a:gd name="connsiteX1" fmla="*/ 51 w 12396"/>
                <a:gd name="connsiteY1" fmla="*/ 59596 h 65987"/>
                <a:gd name="connsiteX2" fmla="*/ 51 w 12396"/>
                <a:gd name="connsiteY2" fmla="*/ 7209 h 65987"/>
                <a:gd name="connsiteX3" fmla="*/ 5407 w 12396"/>
                <a:gd name="connsiteY3" fmla="*/ 53 h 65987"/>
                <a:gd name="connsiteX4" fmla="*/ 12345 w 12396"/>
                <a:gd name="connsiteY4" fmla="*/ 5575 h 65987"/>
                <a:gd name="connsiteX5" fmla="*/ 12345 w 12396"/>
                <a:gd name="connsiteY5" fmla="*/ 7209 h 65987"/>
                <a:gd name="connsiteX6" fmla="*/ 12345 w 12396"/>
                <a:gd name="connsiteY6" fmla="*/ 59596 h 65987"/>
                <a:gd name="connsiteX7" fmla="*/ 6352 w 12396"/>
                <a:gd name="connsiteY7" fmla="*/ 65987 h 65987"/>
                <a:gd name="connsiteX8" fmla="*/ 6249 w 12396"/>
                <a:gd name="connsiteY8" fmla="*/ 65987 h 65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6" h="65987">
                  <a:moveTo>
                    <a:pt x="6249" y="65987"/>
                  </a:moveTo>
                  <a:cubicBezTo>
                    <a:pt x="2826" y="65987"/>
                    <a:pt x="51" y="63126"/>
                    <a:pt x="51" y="59596"/>
                  </a:cubicBezTo>
                  <a:lnTo>
                    <a:pt x="51" y="7209"/>
                  </a:lnTo>
                  <a:cubicBezTo>
                    <a:pt x="-385" y="3708"/>
                    <a:pt x="2011" y="504"/>
                    <a:pt x="5407" y="53"/>
                  </a:cubicBezTo>
                  <a:cubicBezTo>
                    <a:pt x="8801" y="-398"/>
                    <a:pt x="11908" y="2074"/>
                    <a:pt x="12345" y="5575"/>
                  </a:cubicBezTo>
                  <a:cubicBezTo>
                    <a:pt x="12413" y="6118"/>
                    <a:pt x="12413" y="6666"/>
                    <a:pt x="12345" y="7209"/>
                  </a:cubicBezTo>
                  <a:lnTo>
                    <a:pt x="12345" y="59596"/>
                  </a:lnTo>
                  <a:cubicBezTo>
                    <a:pt x="12401" y="63068"/>
                    <a:pt x="9718" y="65929"/>
                    <a:pt x="6352" y="65987"/>
                  </a:cubicBezTo>
                  <a:cubicBezTo>
                    <a:pt x="6317" y="65987"/>
                    <a:pt x="6284" y="65987"/>
                    <a:pt x="6249" y="6598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765B228-7278-4146-9D58-2B30D2BE91D0}"/>
                </a:ext>
              </a:extLst>
            </p:cNvPr>
            <p:cNvSpPr/>
            <p:nvPr/>
          </p:nvSpPr>
          <p:spPr>
            <a:xfrm>
              <a:off x="6715142" y="2165400"/>
              <a:ext cx="12396" cy="65987"/>
            </a:xfrm>
            <a:custGeom>
              <a:avLst/>
              <a:gdLst>
                <a:gd name="connsiteX0" fmla="*/ 6249 w 12396"/>
                <a:gd name="connsiteY0" fmla="*/ 65987 h 65987"/>
                <a:gd name="connsiteX1" fmla="*/ 51 w 12396"/>
                <a:gd name="connsiteY1" fmla="*/ 59596 h 65987"/>
                <a:gd name="connsiteX2" fmla="*/ 51 w 12396"/>
                <a:gd name="connsiteY2" fmla="*/ 7209 h 65987"/>
                <a:gd name="connsiteX3" fmla="*/ 5407 w 12396"/>
                <a:gd name="connsiteY3" fmla="*/ 53 h 65987"/>
                <a:gd name="connsiteX4" fmla="*/ 12345 w 12396"/>
                <a:gd name="connsiteY4" fmla="*/ 5575 h 65987"/>
                <a:gd name="connsiteX5" fmla="*/ 12345 w 12396"/>
                <a:gd name="connsiteY5" fmla="*/ 7209 h 65987"/>
                <a:gd name="connsiteX6" fmla="*/ 12345 w 12396"/>
                <a:gd name="connsiteY6" fmla="*/ 59596 h 65987"/>
                <a:gd name="connsiteX7" fmla="*/ 6352 w 12396"/>
                <a:gd name="connsiteY7" fmla="*/ 65987 h 65987"/>
                <a:gd name="connsiteX8" fmla="*/ 6249 w 12396"/>
                <a:gd name="connsiteY8" fmla="*/ 65987 h 65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6" h="65987">
                  <a:moveTo>
                    <a:pt x="6249" y="65987"/>
                  </a:moveTo>
                  <a:cubicBezTo>
                    <a:pt x="2826" y="65987"/>
                    <a:pt x="51" y="63126"/>
                    <a:pt x="51" y="59596"/>
                  </a:cubicBezTo>
                  <a:lnTo>
                    <a:pt x="51" y="7209"/>
                  </a:lnTo>
                  <a:cubicBezTo>
                    <a:pt x="-385" y="3708"/>
                    <a:pt x="2011" y="504"/>
                    <a:pt x="5407" y="53"/>
                  </a:cubicBezTo>
                  <a:cubicBezTo>
                    <a:pt x="8801" y="-398"/>
                    <a:pt x="11908" y="2074"/>
                    <a:pt x="12345" y="5575"/>
                  </a:cubicBezTo>
                  <a:cubicBezTo>
                    <a:pt x="12413" y="6118"/>
                    <a:pt x="12413" y="6666"/>
                    <a:pt x="12345" y="7209"/>
                  </a:cubicBezTo>
                  <a:lnTo>
                    <a:pt x="12345" y="59596"/>
                  </a:lnTo>
                  <a:cubicBezTo>
                    <a:pt x="12401" y="63068"/>
                    <a:pt x="9718" y="65929"/>
                    <a:pt x="6352" y="65987"/>
                  </a:cubicBezTo>
                  <a:cubicBezTo>
                    <a:pt x="6317" y="65987"/>
                    <a:pt x="6284" y="65987"/>
                    <a:pt x="6249" y="6598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4E9D1C60-2DC5-9E43-8081-A9B0F62B96EB}"/>
                </a:ext>
              </a:extLst>
            </p:cNvPr>
            <p:cNvSpPr/>
            <p:nvPr/>
          </p:nvSpPr>
          <p:spPr>
            <a:xfrm>
              <a:off x="6767161" y="2165400"/>
              <a:ext cx="12396" cy="65987"/>
            </a:xfrm>
            <a:custGeom>
              <a:avLst/>
              <a:gdLst>
                <a:gd name="connsiteX0" fmla="*/ 6147 w 12396"/>
                <a:gd name="connsiteY0" fmla="*/ 65987 h 65987"/>
                <a:gd name="connsiteX1" fmla="*/ 50 w 12396"/>
                <a:gd name="connsiteY1" fmla="*/ 59702 h 65987"/>
                <a:gd name="connsiteX2" fmla="*/ 51 w 12396"/>
                <a:gd name="connsiteY2" fmla="*/ 59596 h 65987"/>
                <a:gd name="connsiteX3" fmla="*/ 51 w 12396"/>
                <a:gd name="connsiteY3" fmla="*/ 7209 h 65987"/>
                <a:gd name="connsiteX4" fmla="*/ 5407 w 12396"/>
                <a:gd name="connsiteY4" fmla="*/ 53 h 65987"/>
                <a:gd name="connsiteX5" fmla="*/ 12345 w 12396"/>
                <a:gd name="connsiteY5" fmla="*/ 5575 h 65987"/>
                <a:gd name="connsiteX6" fmla="*/ 12345 w 12396"/>
                <a:gd name="connsiteY6" fmla="*/ 7209 h 65987"/>
                <a:gd name="connsiteX7" fmla="*/ 12345 w 12396"/>
                <a:gd name="connsiteY7" fmla="*/ 59596 h 65987"/>
                <a:gd name="connsiteX8" fmla="*/ 6147 w 12396"/>
                <a:gd name="connsiteY8" fmla="*/ 65987 h 65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6" h="65987">
                  <a:moveTo>
                    <a:pt x="6147" y="65987"/>
                  </a:moveTo>
                  <a:cubicBezTo>
                    <a:pt x="2780" y="65988"/>
                    <a:pt x="51" y="63174"/>
                    <a:pt x="50" y="59702"/>
                  </a:cubicBezTo>
                  <a:cubicBezTo>
                    <a:pt x="50" y="59667"/>
                    <a:pt x="50" y="59631"/>
                    <a:pt x="51" y="59596"/>
                  </a:cubicBezTo>
                  <a:lnTo>
                    <a:pt x="51" y="7209"/>
                  </a:lnTo>
                  <a:cubicBezTo>
                    <a:pt x="-385" y="3708"/>
                    <a:pt x="2011" y="504"/>
                    <a:pt x="5407" y="53"/>
                  </a:cubicBezTo>
                  <a:cubicBezTo>
                    <a:pt x="8801" y="-398"/>
                    <a:pt x="11908" y="2074"/>
                    <a:pt x="12345" y="5575"/>
                  </a:cubicBezTo>
                  <a:cubicBezTo>
                    <a:pt x="12413" y="6118"/>
                    <a:pt x="12413" y="6666"/>
                    <a:pt x="12345" y="7209"/>
                  </a:cubicBezTo>
                  <a:lnTo>
                    <a:pt x="12345" y="59596"/>
                  </a:lnTo>
                  <a:cubicBezTo>
                    <a:pt x="12345" y="63126"/>
                    <a:pt x="9570" y="65987"/>
                    <a:pt x="6147" y="6598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668B13B-CEB6-FC4A-A7B6-2780A01986E0}"/>
                </a:ext>
              </a:extLst>
            </p:cNvPr>
            <p:cNvSpPr/>
            <p:nvPr/>
          </p:nvSpPr>
          <p:spPr>
            <a:xfrm>
              <a:off x="6583012" y="2283251"/>
              <a:ext cx="171907" cy="177279"/>
            </a:xfrm>
            <a:custGeom>
              <a:avLst/>
              <a:gdLst>
                <a:gd name="connsiteX0" fmla="*/ 86055 w 171907"/>
                <a:gd name="connsiteY0" fmla="*/ 177279 h 177279"/>
                <a:gd name="connsiteX1" fmla="*/ 0 w 171907"/>
                <a:gd name="connsiteY1" fmla="*/ 88744 h 177279"/>
                <a:gd name="connsiteX2" fmla="*/ 85852 w 171907"/>
                <a:gd name="connsiteY2" fmla="*/ 0 h 177279"/>
                <a:gd name="connsiteX3" fmla="*/ 171907 w 171907"/>
                <a:gd name="connsiteY3" fmla="*/ 88535 h 177279"/>
                <a:gd name="connsiteX4" fmla="*/ 171907 w 171907"/>
                <a:gd name="connsiteY4" fmla="*/ 88744 h 177279"/>
                <a:gd name="connsiteX5" fmla="*/ 86055 w 171907"/>
                <a:gd name="connsiteY5" fmla="*/ 177279 h 177279"/>
                <a:gd name="connsiteX6" fmla="*/ 86055 w 171907"/>
                <a:gd name="connsiteY6" fmla="*/ 12783 h 177279"/>
                <a:gd name="connsiteX7" fmla="*/ 12497 w 171907"/>
                <a:gd name="connsiteY7" fmla="*/ 88849 h 177279"/>
                <a:gd name="connsiteX8" fmla="*/ 86258 w 171907"/>
                <a:gd name="connsiteY8" fmla="*/ 164706 h 177279"/>
                <a:gd name="connsiteX9" fmla="*/ 159817 w 171907"/>
                <a:gd name="connsiteY9" fmla="*/ 88744 h 177279"/>
                <a:gd name="connsiteX10" fmla="*/ 86055 w 171907"/>
                <a:gd name="connsiteY10" fmla="*/ 12783 h 17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1907" h="177279">
                  <a:moveTo>
                    <a:pt x="86055" y="177279"/>
                  </a:moveTo>
                  <a:cubicBezTo>
                    <a:pt x="38585" y="177337"/>
                    <a:pt x="56" y="137699"/>
                    <a:pt x="0" y="88744"/>
                  </a:cubicBezTo>
                  <a:cubicBezTo>
                    <a:pt x="-56" y="39790"/>
                    <a:pt x="38381" y="58"/>
                    <a:pt x="85852" y="0"/>
                  </a:cubicBezTo>
                  <a:cubicBezTo>
                    <a:pt x="133323" y="-58"/>
                    <a:pt x="171851" y="39581"/>
                    <a:pt x="171907" y="88535"/>
                  </a:cubicBezTo>
                  <a:cubicBezTo>
                    <a:pt x="171907" y="88605"/>
                    <a:pt x="171907" y="88674"/>
                    <a:pt x="171907" y="88744"/>
                  </a:cubicBezTo>
                  <a:cubicBezTo>
                    <a:pt x="171851" y="137617"/>
                    <a:pt x="133446" y="177222"/>
                    <a:pt x="86055" y="177279"/>
                  </a:cubicBezTo>
                  <a:close/>
                  <a:moveTo>
                    <a:pt x="86055" y="12783"/>
                  </a:moveTo>
                  <a:cubicBezTo>
                    <a:pt x="45374" y="12840"/>
                    <a:pt x="12441" y="46896"/>
                    <a:pt x="12497" y="88849"/>
                  </a:cubicBezTo>
                  <a:cubicBezTo>
                    <a:pt x="12553" y="130802"/>
                    <a:pt x="45577" y="164764"/>
                    <a:pt x="86258" y="164706"/>
                  </a:cubicBezTo>
                  <a:cubicBezTo>
                    <a:pt x="126900" y="164649"/>
                    <a:pt x="159817" y="130657"/>
                    <a:pt x="159817" y="88744"/>
                  </a:cubicBezTo>
                  <a:cubicBezTo>
                    <a:pt x="159761" y="46775"/>
                    <a:pt x="126753" y="12783"/>
                    <a:pt x="86055" y="12783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969D5D17-2337-FD45-87AA-1ABE690E48AA}"/>
                </a:ext>
              </a:extLst>
            </p:cNvPr>
            <p:cNvSpPr/>
            <p:nvPr/>
          </p:nvSpPr>
          <p:spPr>
            <a:xfrm>
              <a:off x="6550601" y="2249828"/>
              <a:ext cx="236727" cy="244125"/>
            </a:xfrm>
            <a:custGeom>
              <a:avLst/>
              <a:gdLst>
                <a:gd name="connsiteX0" fmla="*/ 118466 w 236727"/>
                <a:gd name="connsiteY0" fmla="*/ 244126 h 244125"/>
                <a:gd name="connsiteX1" fmla="*/ 0 w 236727"/>
                <a:gd name="connsiteY1" fmla="*/ 122168 h 244125"/>
                <a:gd name="connsiteX2" fmla="*/ 118262 w 236727"/>
                <a:gd name="connsiteY2" fmla="*/ 0 h 244125"/>
                <a:gd name="connsiteX3" fmla="*/ 236728 w 236727"/>
                <a:gd name="connsiteY3" fmla="*/ 121958 h 244125"/>
                <a:gd name="connsiteX4" fmla="*/ 236728 w 236727"/>
                <a:gd name="connsiteY4" fmla="*/ 122168 h 244125"/>
                <a:gd name="connsiteX5" fmla="*/ 118466 w 236727"/>
                <a:gd name="connsiteY5" fmla="*/ 244126 h 244125"/>
                <a:gd name="connsiteX6" fmla="*/ 118466 w 236727"/>
                <a:gd name="connsiteY6" fmla="*/ 12782 h 244125"/>
                <a:gd name="connsiteX7" fmla="*/ 12294 w 236727"/>
                <a:gd name="connsiteY7" fmla="*/ 122063 h 244125"/>
                <a:gd name="connsiteX8" fmla="*/ 118262 w 236727"/>
                <a:gd name="connsiteY8" fmla="*/ 231553 h 244125"/>
                <a:gd name="connsiteX9" fmla="*/ 224434 w 236727"/>
                <a:gd name="connsiteY9" fmla="*/ 122272 h 244125"/>
                <a:gd name="connsiteX10" fmla="*/ 224434 w 236727"/>
                <a:gd name="connsiteY10" fmla="*/ 122168 h 244125"/>
                <a:gd name="connsiteX11" fmla="*/ 118466 w 236727"/>
                <a:gd name="connsiteY11" fmla="*/ 12782 h 244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727" h="244125">
                  <a:moveTo>
                    <a:pt x="118466" y="244126"/>
                  </a:moveTo>
                  <a:cubicBezTo>
                    <a:pt x="53095" y="244183"/>
                    <a:pt x="56" y="189581"/>
                    <a:pt x="0" y="122168"/>
                  </a:cubicBezTo>
                  <a:cubicBezTo>
                    <a:pt x="-56" y="54754"/>
                    <a:pt x="52892" y="58"/>
                    <a:pt x="118262" y="0"/>
                  </a:cubicBezTo>
                  <a:cubicBezTo>
                    <a:pt x="183633" y="-58"/>
                    <a:pt x="236672" y="54545"/>
                    <a:pt x="236728" y="121958"/>
                  </a:cubicBezTo>
                  <a:cubicBezTo>
                    <a:pt x="236728" y="122028"/>
                    <a:pt x="236728" y="122097"/>
                    <a:pt x="236728" y="122168"/>
                  </a:cubicBezTo>
                  <a:cubicBezTo>
                    <a:pt x="236672" y="189499"/>
                    <a:pt x="183757" y="244068"/>
                    <a:pt x="118466" y="244126"/>
                  </a:cubicBezTo>
                  <a:close/>
                  <a:moveTo>
                    <a:pt x="118466" y="12782"/>
                  </a:moveTo>
                  <a:cubicBezTo>
                    <a:pt x="59884" y="12725"/>
                    <a:pt x="12350" y="61651"/>
                    <a:pt x="12294" y="122063"/>
                  </a:cubicBezTo>
                  <a:cubicBezTo>
                    <a:pt x="12237" y="182474"/>
                    <a:pt x="59682" y="231495"/>
                    <a:pt x="118262" y="231553"/>
                  </a:cubicBezTo>
                  <a:cubicBezTo>
                    <a:pt x="176843" y="231610"/>
                    <a:pt x="224378" y="182684"/>
                    <a:pt x="224434" y="122272"/>
                  </a:cubicBezTo>
                  <a:cubicBezTo>
                    <a:pt x="224434" y="122238"/>
                    <a:pt x="224434" y="122202"/>
                    <a:pt x="224434" y="122168"/>
                  </a:cubicBezTo>
                  <a:cubicBezTo>
                    <a:pt x="224378" y="61820"/>
                    <a:pt x="176984" y="12898"/>
                    <a:pt x="118466" y="12782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0" name="Graphic 54">
            <a:extLst>
              <a:ext uri="{FF2B5EF4-FFF2-40B4-BE49-F238E27FC236}">
                <a16:creationId xmlns:a16="http://schemas.microsoft.com/office/drawing/2014/main" id="{6252B560-3BD9-D645-B3DF-2C99F993EAC7}"/>
              </a:ext>
            </a:extLst>
          </p:cNvPr>
          <p:cNvGrpSpPr>
            <a:grpSpLocks noChangeAspect="1"/>
          </p:cNvGrpSpPr>
          <p:nvPr/>
        </p:nvGrpSpPr>
        <p:grpSpPr>
          <a:xfrm>
            <a:off x="7585912" y="3678473"/>
            <a:ext cx="410413" cy="410874"/>
            <a:chOff x="6478034" y="2144843"/>
            <a:chExt cx="373103" cy="373522"/>
          </a:xfrm>
          <a:solidFill>
            <a:srgbClr val="FFFFFF"/>
          </a:solidFill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6C1ADCB-66FB-D94D-9ED0-677F3A94F5D5}"/>
                </a:ext>
              </a:extLst>
            </p:cNvPr>
            <p:cNvSpPr/>
            <p:nvPr/>
          </p:nvSpPr>
          <p:spPr>
            <a:xfrm>
              <a:off x="6512260" y="2303392"/>
              <a:ext cx="134332" cy="194688"/>
            </a:xfrm>
            <a:custGeom>
              <a:avLst/>
              <a:gdLst>
                <a:gd name="connsiteX0" fmla="*/ 96533 w 134332"/>
                <a:gd name="connsiteY0" fmla="*/ 194648 h 194688"/>
                <a:gd name="connsiteX1" fmla="*/ 90875 w 134332"/>
                <a:gd name="connsiteY1" fmla="*/ 191190 h 194688"/>
                <a:gd name="connsiteX2" fmla="*/ 93383 w 134332"/>
                <a:gd name="connsiteY2" fmla="*/ 182816 h 194688"/>
                <a:gd name="connsiteX3" fmla="*/ 93599 w 134332"/>
                <a:gd name="connsiteY3" fmla="*/ 182704 h 194688"/>
                <a:gd name="connsiteX4" fmla="*/ 109735 w 134332"/>
                <a:gd name="connsiteY4" fmla="*/ 174426 h 194688"/>
                <a:gd name="connsiteX5" fmla="*/ 45822 w 134332"/>
                <a:gd name="connsiteY5" fmla="*/ 136288 h 194688"/>
                <a:gd name="connsiteX6" fmla="*/ 45193 w 134332"/>
                <a:gd name="connsiteY6" fmla="*/ 135660 h 194688"/>
                <a:gd name="connsiteX7" fmla="*/ 44355 w 134332"/>
                <a:gd name="connsiteY7" fmla="*/ 134821 h 194688"/>
                <a:gd name="connsiteX8" fmla="*/ 1712 w 134332"/>
                <a:gd name="connsiteY8" fmla="*/ 5424 h 194688"/>
                <a:gd name="connsiteX9" fmla="*/ 8605 w 134332"/>
                <a:gd name="connsiteY9" fmla="*/ 47 h 194688"/>
                <a:gd name="connsiteX10" fmla="*/ 8836 w 134332"/>
                <a:gd name="connsiteY10" fmla="*/ 81 h 194688"/>
                <a:gd name="connsiteX11" fmla="*/ 14285 w 134332"/>
                <a:gd name="connsiteY11" fmla="*/ 7310 h 194688"/>
                <a:gd name="connsiteX12" fmla="*/ 53366 w 134332"/>
                <a:gd name="connsiteY12" fmla="*/ 126020 h 194688"/>
                <a:gd name="connsiteX13" fmla="*/ 54099 w 134332"/>
                <a:gd name="connsiteY13" fmla="*/ 126649 h 194688"/>
                <a:gd name="connsiteX14" fmla="*/ 54728 w 134332"/>
                <a:gd name="connsiteY14" fmla="*/ 127382 h 194688"/>
                <a:gd name="connsiteX15" fmla="*/ 129013 w 134332"/>
                <a:gd name="connsiteY15" fmla="*/ 166254 h 194688"/>
                <a:gd name="connsiteX16" fmla="*/ 134252 w 134332"/>
                <a:gd name="connsiteY16" fmla="*/ 171493 h 194688"/>
                <a:gd name="connsiteX17" fmla="*/ 130899 w 134332"/>
                <a:gd name="connsiteY17" fmla="*/ 178093 h 194688"/>
                <a:gd name="connsiteX18" fmla="*/ 99467 w 134332"/>
                <a:gd name="connsiteY18" fmla="*/ 194334 h 194688"/>
                <a:gd name="connsiteX19" fmla="*/ 96533 w 134332"/>
                <a:gd name="connsiteY19" fmla="*/ 194648 h 19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4332" h="194688">
                  <a:moveTo>
                    <a:pt x="96533" y="194648"/>
                  </a:moveTo>
                  <a:cubicBezTo>
                    <a:pt x="94143" y="194665"/>
                    <a:pt x="91950" y="193325"/>
                    <a:pt x="90875" y="191190"/>
                  </a:cubicBezTo>
                  <a:cubicBezTo>
                    <a:pt x="89254" y="188185"/>
                    <a:pt x="90378" y="184435"/>
                    <a:pt x="93383" y="182816"/>
                  </a:cubicBezTo>
                  <a:cubicBezTo>
                    <a:pt x="93454" y="182777"/>
                    <a:pt x="93526" y="182739"/>
                    <a:pt x="93599" y="182704"/>
                  </a:cubicBezTo>
                  <a:lnTo>
                    <a:pt x="109735" y="174426"/>
                  </a:lnTo>
                  <a:cubicBezTo>
                    <a:pt x="85560" y="167295"/>
                    <a:pt x="63577" y="154178"/>
                    <a:pt x="45822" y="136288"/>
                  </a:cubicBezTo>
                  <a:lnTo>
                    <a:pt x="45193" y="135660"/>
                  </a:lnTo>
                  <a:lnTo>
                    <a:pt x="44355" y="134821"/>
                  </a:lnTo>
                  <a:cubicBezTo>
                    <a:pt x="10337" y="100947"/>
                    <a:pt x="-5501" y="52887"/>
                    <a:pt x="1712" y="5424"/>
                  </a:cubicBezTo>
                  <a:cubicBezTo>
                    <a:pt x="2131" y="2036"/>
                    <a:pt x="5217" y="-371"/>
                    <a:pt x="8605" y="47"/>
                  </a:cubicBezTo>
                  <a:cubicBezTo>
                    <a:pt x="8683" y="58"/>
                    <a:pt x="8760" y="68"/>
                    <a:pt x="8836" y="81"/>
                  </a:cubicBezTo>
                  <a:cubicBezTo>
                    <a:pt x="12309" y="620"/>
                    <a:pt x="14723" y="3823"/>
                    <a:pt x="14285" y="7310"/>
                  </a:cubicBezTo>
                  <a:cubicBezTo>
                    <a:pt x="7601" y="50852"/>
                    <a:pt x="22124" y="94965"/>
                    <a:pt x="53366" y="126020"/>
                  </a:cubicBezTo>
                  <a:lnTo>
                    <a:pt x="54099" y="126649"/>
                  </a:lnTo>
                  <a:lnTo>
                    <a:pt x="54728" y="127382"/>
                  </a:lnTo>
                  <a:cubicBezTo>
                    <a:pt x="74871" y="147714"/>
                    <a:pt x="100826" y="161295"/>
                    <a:pt x="129013" y="166254"/>
                  </a:cubicBezTo>
                  <a:cubicBezTo>
                    <a:pt x="131697" y="166706"/>
                    <a:pt x="133800" y="168809"/>
                    <a:pt x="134252" y="171493"/>
                  </a:cubicBezTo>
                  <a:cubicBezTo>
                    <a:pt x="134686" y="174187"/>
                    <a:pt x="133331" y="176854"/>
                    <a:pt x="130899" y="178093"/>
                  </a:cubicBezTo>
                  <a:lnTo>
                    <a:pt x="99467" y="194334"/>
                  </a:lnTo>
                  <a:cubicBezTo>
                    <a:pt x="98523" y="194648"/>
                    <a:pt x="97522" y="194756"/>
                    <a:pt x="96533" y="19464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3839FB77-1D84-6545-B0FA-939D0ABF9B70}"/>
                </a:ext>
              </a:extLst>
            </p:cNvPr>
            <p:cNvSpPr/>
            <p:nvPr/>
          </p:nvSpPr>
          <p:spPr>
            <a:xfrm>
              <a:off x="6478034" y="2144843"/>
              <a:ext cx="186289" cy="186290"/>
            </a:xfrm>
            <a:custGeom>
              <a:avLst/>
              <a:gdLst>
                <a:gd name="connsiteX0" fmla="*/ 112947 w 186289"/>
                <a:gd name="connsiteY0" fmla="*/ 186290 h 186290"/>
                <a:gd name="connsiteX1" fmla="*/ 73343 w 186289"/>
                <a:gd name="connsiteY1" fmla="*/ 186290 h 186290"/>
                <a:gd name="connsiteX2" fmla="*/ 66951 w 186289"/>
                <a:gd name="connsiteY2" fmla="*/ 179899 h 186290"/>
                <a:gd name="connsiteX3" fmla="*/ 66951 w 186289"/>
                <a:gd name="connsiteY3" fmla="*/ 161354 h 186290"/>
                <a:gd name="connsiteX4" fmla="*/ 63389 w 186289"/>
                <a:gd name="connsiteY4" fmla="*/ 159887 h 186290"/>
                <a:gd name="connsiteX5" fmla="*/ 50292 w 186289"/>
                <a:gd name="connsiteY5" fmla="*/ 172984 h 186290"/>
                <a:gd name="connsiteX6" fmla="*/ 41281 w 186289"/>
                <a:gd name="connsiteY6" fmla="*/ 172984 h 186290"/>
                <a:gd name="connsiteX7" fmla="*/ 13306 w 186289"/>
                <a:gd name="connsiteY7" fmla="*/ 145009 h 186290"/>
                <a:gd name="connsiteX8" fmla="*/ 13185 w 186289"/>
                <a:gd name="connsiteY8" fmla="*/ 136119 h 186290"/>
                <a:gd name="connsiteX9" fmla="*/ 13306 w 186289"/>
                <a:gd name="connsiteY9" fmla="*/ 135998 h 186290"/>
                <a:gd name="connsiteX10" fmla="*/ 26403 w 186289"/>
                <a:gd name="connsiteY10" fmla="*/ 122901 h 186290"/>
                <a:gd name="connsiteX11" fmla="*/ 24936 w 186289"/>
                <a:gd name="connsiteY11" fmla="*/ 119234 h 186290"/>
                <a:gd name="connsiteX12" fmla="*/ 6391 w 186289"/>
                <a:gd name="connsiteY12" fmla="*/ 119234 h 186290"/>
                <a:gd name="connsiteX13" fmla="*/ 1 w 186289"/>
                <a:gd name="connsiteY13" fmla="*/ 113053 h 186290"/>
                <a:gd name="connsiteX14" fmla="*/ 0 w 186289"/>
                <a:gd name="connsiteY14" fmla="*/ 112947 h 186290"/>
                <a:gd name="connsiteX15" fmla="*/ 0 w 186289"/>
                <a:gd name="connsiteY15" fmla="*/ 73343 h 186290"/>
                <a:gd name="connsiteX16" fmla="*/ 6391 w 186289"/>
                <a:gd name="connsiteY16" fmla="*/ 66951 h 186290"/>
                <a:gd name="connsiteX17" fmla="*/ 24936 w 186289"/>
                <a:gd name="connsiteY17" fmla="*/ 66951 h 186290"/>
                <a:gd name="connsiteX18" fmla="*/ 26403 w 186289"/>
                <a:gd name="connsiteY18" fmla="*/ 63389 h 186290"/>
                <a:gd name="connsiteX19" fmla="*/ 13306 w 186289"/>
                <a:gd name="connsiteY19" fmla="*/ 50292 h 186290"/>
                <a:gd name="connsiteX20" fmla="*/ 11420 w 186289"/>
                <a:gd name="connsiteY20" fmla="*/ 45787 h 186290"/>
                <a:gd name="connsiteX21" fmla="*/ 13306 w 186289"/>
                <a:gd name="connsiteY21" fmla="*/ 41281 h 186290"/>
                <a:gd name="connsiteX22" fmla="*/ 41281 w 186289"/>
                <a:gd name="connsiteY22" fmla="*/ 13306 h 186290"/>
                <a:gd name="connsiteX23" fmla="*/ 50292 w 186289"/>
                <a:gd name="connsiteY23" fmla="*/ 13306 h 186290"/>
                <a:gd name="connsiteX24" fmla="*/ 63389 w 186289"/>
                <a:gd name="connsiteY24" fmla="*/ 26403 h 186290"/>
                <a:gd name="connsiteX25" fmla="*/ 66951 w 186289"/>
                <a:gd name="connsiteY25" fmla="*/ 24936 h 186290"/>
                <a:gd name="connsiteX26" fmla="*/ 66951 w 186289"/>
                <a:gd name="connsiteY26" fmla="*/ 6391 h 186290"/>
                <a:gd name="connsiteX27" fmla="*/ 73343 w 186289"/>
                <a:gd name="connsiteY27" fmla="*/ 0 h 186290"/>
                <a:gd name="connsiteX28" fmla="*/ 112947 w 186289"/>
                <a:gd name="connsiteY28" fmla="*/ 0 h 186290"/>
                <a:gd name="connsiteX29" fmla="*/ 119235 w 186289"/>
                <a:gd name="connsiteY29" fmla="*/ 6286 h 186290"/>
                <a:gd name="connsiteX30" fmla="*/ 119234 w 186289"/>
                <a:gd name="connsiteY30" fmla="*/ 6391 h 186290"/>
                <a:gd name="connsiteX31" fmla="*/ 119234 w 186289"/>
                <a:gd name="connsiteY31" fmla="*/ 24936 h 186290"/>
                <a:gd name="connsiteX32" fmla="*/ 122901 w 186289"/>
                <a:gd name="connsiteY32" fmla="*/ 26403 h 186290"/>
                <a:gd name="connsiteX33" fmla="*/ 136208 w 186289"/>
                <a:gd name="connsiteY33" fmla="*/ 13306 h 186290"/>
                <a:gd name="connsiteX34" fmla="*/ 145218 w 186289"/>
                <a:gd name="connsiteY34" fmla="*/ 13306 h 186290"/>
                <a:gd name="connsiteX35" fmla="*/ 173193 w 186289"/>
                <a:gd name="connsiteY35" fmla="*/ 41281 h 186290"/>
                <a:gd name="connsiteX36" fmla="*/ 175079 w 186289"/>
                <a:gd name="connsiteY36" fmla="*/ 45787 h 186290"/>
                <a:gd name="connsiteX37" fmla="*/ 173193 w 186289"/>
                <a:gd name="connsiteY37" fmla="*/ 50292 h 186290"/>
                <a:gd name="connsiteX38" fmla="*/ 159887 w 186289"/>
                <a:gd name="connsiteY38" fmla="*/ 63389 h 186290"/>
                <a:gd name="connsiteX39" fmla="*/ 161354 w 186289"/>
                <a:gd name="connsiteY39" fmla="*/ 66951 h 186290"/>
                <a:gd name="connsiteX40" fmla="*/ 179899 w 186289"/>
                <a:gd name="connsiteY40" fmla="*/ 66951 h 186290"/>
                <a:gd name="connsiteX41" fmla="*/ 186290 w 186289"/>
                <a:gd name="connsiteY41" fmla="*/ 73343 h 186290"/>
                <a:gd name="connsiteX42" fmla="*/ 186290 w 186289"/>
                <a:gd name="connsiteY42" fmla="*/ 112947 h 186290"/>
                <a:gd name="connsiteX43" fmla="*/ 180005 w 186289"/>
                <a:gd name="connsiteY43" fmla="*/ 119235 h 186290"/>
                <a:gd name="connsiteX44" fmla="*/ 179899 w 186289"/>
                <a:gd name="connsiteY44" fmla="*/ 119234 h 186290"/>
                <a:gd name="connsiteX45" fmla="*/ 161354 w 186289"/>
                <a:gd name="connsiteY45" fmla="*/ 119234 h 186290"/>
                <a:gd name="connsiteX46" fmla="*/ 159887 w 186289"/>
                <a:gd name="connsiteY46" fmla="*/ 122901 h 186290"/>
                <a:gd name="connsiteX47" fmla="*/ 172984 w 186289"/>
                <a:gd name="connsiteY47" fmla="*/ 136208 h 186290"/>
                <a:gd name="connsiteX48" fmla="*/ 173105 w 186289"/>
                <a:gd name="connsiteY48" fmla="*/ 145097 h 186290"/>
                <a:gd name="connsiteX49" fmla="*/ 172984 w 186289"/>
                <a:gd name="connsiteY49" fmla="*/ 145218 h 186290"/>
                <a:gd name="connsiteX50" fmla="*/ 145009 w 186289"/>
                <a:gd name="connsiteY50" fmla="*/ 173193 h 186290"/>
                <a:gd name="connsiteX51" fmla="*/ 140503 w 186289"/>
                <a:gd name="connsiteY51" fmla="*/ 175079 h 186290"/>
                <a:gd name="connsiteX52" fmla="*/ 135998 w 186289"/>
                <a:gd name="connsiteY52" fmla="*/ 173193 h 186290"/>
                <a:gd name="connsiteX53" fmla="*/ 122901 w 186289"/>
                <a:gd name="connsiteY53" fmla="*/ 160096 h 186290"/>
                <a:gd name="connsiteX54" fmla="*/ 119234 w 186289"/>
                <a:gd name="connsiteY54" fmla="*/ 161563 h 186290"/>
                <a:gd name="connsiteX55" fmla="*/ 119234 w 186289"/>
                <a:gd name="connsiteY55" fmla="*/ 180108 h 186290"/>
                <a:gd name="connsiteX56" fmla="*/ 117453 w 186289"/>
                <a:gd name="connsiteY56" fmla="*/ 184614 h 186290"/>
                <a:gd name="connsiteX57" fmla="*/ 112947 w 186289"/>
                <a:gd name="connsiteY57" fmla="*/ 186290 h 186290"/>
                <a:gd name="connsiteX58" fmla="*/ 79734 w 186289"/>
                <a:gd name="connsiteY58" fmla="*/ 173612 h 186290"/>
                <a:gd name="connsiteX59" fmla="*/ 106556 w 186289"/>
                <a:gd name="connsiteY59" fmla="*/ 173612 h 186290"/>
                <a:gd name="connsiteX60" fmla="*/ 106556 w 186289"/>
                <a:gd name="connsiteY60" fmla="*/ 157163 h 186290"/>
                <a:gd name="connsiteX61" fmla="*/ 111062 w 186289"/>
                <a:gd name="connsiteY61" fmla="*/ 151086 h 186290"/>
                <a:gd name="connsiteX62" fmla="*/ 121539 w 186289"/>
                <a:gd name="connsiteY62" fmla="*/ 146895 h 186290"/>
                <a:gd name="connsiteX63" fmla="*/ 128978 w 186289"/>
                <a:gd name="connsiteY63" fmla="*/ 148047 h 186290"/>
                <a:gd name="connsiteX64" fmla="*/ 140818 w 186289"/>
                <a:gd name="connsiteY64" fmla="*/ 159782 h 186290"/>
                <a:gd name="connsiteX65" fmla="*/ 159782 w 186289"/>
                <a:gd name="connsiteY65" fmla="*/ 140818 h 186290"/>
                <a:gd name="connsiteX66" fmla="*/ 147733 w 186289"/>
                <a:gd name="connsiteY66" fmla="*/ 128664 h 186290"/>
                <a:gd name="connsiteX67" fmla="*/ 146580 w 186289"/>
                <a:gd name="connsiteY67" fmla="*/ 121225 h 186290"/>
                <a:gd name="connsiteX68" fmla="*/ 150771 w 186289"/>
                <a:gd name="connsiteY68" fmla="*/ 110747 h 186290"/>
                <a:gd name="connsiteX69" fmla="*/ 156848 w 186289"/>
                <a:gd name="connsiteY69" fmla="*/ 106242 h 186290"/>
                <a:gd name="connsiteX70" fmla="*/ 173612 w 186289"/>
                <a:gd name="connsiteY70" fmla="*/ 106242 h 186290"/>
                <a:gd name="connsiteX71" fmla="*/ 173612 w 186289"/>
                <a:gd name="connsiteY71" fmla="*/ 79734 h 186290"/>
                <a:gd name="connsiteX72" fmla="*/ 157163 w 186289"/>
                <a:gd name="connsiteY72" fmla="*/ 79734 h 186290"/>
                <a:gd name="connsiteX73" fmla="*/ 151086 w 186289"/>
                <a:gd name="connsiteY73" fmla="*/ 75228 h 186290"/>
                <a:gd name="connsiteX74" fmla="*/ 146895 w 186289"/>
                <a:gd name="connsiteY74" fmla="*/ 64751 h 186290"/>
                <a:gd name="connsiteX75" fmla="*/ 148047 w 186289"/>
                <a:gd name="connsiteY75" fmla="*/ 57312 h 186290"/>
                <a:gd name="connsiteX76" fmla="*/ 159782 w 186289"/>
                <a:gd name="connsiteY76" fmla="*/ 45472 h 186290"/>
                <a:gd name="connsiteX77" fmla="*/ 140503 w 186289"/>
                <a:gd name="connsiteY77" fmla="*/ 26718 h 186290"/>
                <a:gd name="connsiteX78" fmla="*/ 128664 w 186289"/>
                <a:gd name="connsiteY78" fmla="*/ 38557 h 186290"/>
                <a:gd name="connsiteX79" fmla="*/ 121225 w 186289"/>
                <a:gd name="connsiteY79" fmla="*/ 39710 h 186290"/>
                <a:gd name="connsiteX80" fmla="*/ 110747 w 186289"/>
                <a:gd name="connsiteY80" fmla="*/ 35519 h 186290"/>
                <a:gd name="connsiteX81" fmla="*/ 106242 w 186289"/>
                <a:gd name="connsiteY81" fmla="*/ 29442 h 186290"/>
                <a:gd name="connsiteX82" fmla="*/ 106242 w 186289"/>
                <a:gd name="connsiteY82" fmla="*/ 12678 h 186290"/>
                <a:gd name="connsiteX83" fmla="*/ 79734 w 186289"/>
                <a:gd name="connsiteY83" fmla="*/ 12678 h 186290"/>
                <a:gd name="connsiteX84" fmla="*/ 79734 w 186289"/>
                <a:gd name="connsiteY84" fmla="*/ 29442 h 186290"/>
                <a:gd name="connsiteX85" fmla="*/ 75228 w 186289"/>
                <a:gd name="connsiteY85" fmla="*/ 35519 h 186290"/>
                <a:gd name="connsiteX86" fmla="*/ 64751 w 186289"/>
                <a:gd name="connsiteY86" fmla="*/ 39710 h 186290"/>
                <a:gd name="connsiteX87" fmla="*/ 57312 w 186289"/>
                <a:gd name="connsiteY87" fmla="*/ 38557 h 186290"/>
                <a:gd name="connsiteX88" fmla="*/ 45787 w 186289"/>
                <a:gd name="connsiteY88" fmla="*/ 26718 h 186290"/>
                <a:gd name="connsiteX89" fmla="*/ 26718 w 186289"/>
                <a:gd name="connsiteY89" fmla="*/ 45787 h 186290"/>
                <a:gd name="connsiteX90" fmla="*/ 38557 w 186289"/>
                <a:gd name="connsiteY90" fmla="*/ 57626 h 186290"/>
                <a:gd name="connsiteX91" fmla="*/ 39710 w 186289"/>
                <a:gd name="connsiteY91" fmla="*/ 65065 h 186290"/>
                <a:gd name="connsiteX92" fmla="*/ 35519 w 186289"/>
                <a:gd name="connsiteY92" fmla="*/ 75543 h 186290"/>
                <a:gd name="connsiteX93" fmla="*/ 29442 w 186289"/>
                <a:gd name="connsiteY93" fmla="*/ 80048 h 186290"/>
                <a:gd name="connsiteX94" fmla="*/ 12678 w 186289"/>
                <a:gd name="connsiteY94" fmla="*/ 80048 h 186290"/>
                <a:gd name="connsiteX95" fmla="*/ 12678 w 186289"/>
                <a:gd name="connsiteY95" fmla="*/ 106871 h 186290"/>
                <a:gd name="connsiteX96" fmla="*/ 29442 w 186289"/>
                <a:gd name="connsiteY96" fmla="*/ 106871 h 186290"/>
                <a:gd name="connsiteX97" fmla="*/ 35519 w 186289"/>
                <a:gd name="connsiteY97" fmla="*/ 111376 h 186290"/>
                <a:gd name="connsiteX98" fmla="*/ 39710 w 186289"/>
                <a:gd name="connsiteY98" fmla="*/ 121853 h 186290"/>
                <a:gd name="connsiteX99" fmla="*/ 38557 w 186289"/>
                <a:gd name="connsiteY99" fmla="*/ 129292 h 186290"/>
                <a:gd name="connsiteX100" fmla="*/ 26718 w 186289"/>
                <a:gd name="connsiteY100" fmla="*/ 140503 h 186290"/>
                <a:gd name="connsiteX101" fmla="*/ 45787 w 186289"/>
                <a:gd name="connsiteY101" fmla="*/ 159468 h 186290"/>
                <a:gd name="connsiteX102" fmla="*/ 57626 w 186289"/>
                <a:gd name="connsiteY102" fmla="*/ 147733 h 186290"/>
                <a:gd name="connsiteX103" fmla="*/ 65065 w 186289"/>
                <a:gd name="connsiteY103" fmla="*/ 146685 h 186290"/>
                <a:gd name="connsiteX104" fmla="*/ 75543 w 186289"/>
                <a:gd name="connsiteY104" fmla="*/ 150876 h 186290"/>
                <a:gd name="connsiteX105" fmla="*/ 80048 w 186289"/>
                <a:gd name="connsiteY105" fmla="*/ 156953 h 18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86289" h="186290">
                  <a:moveTo>
                    <a:pt x="112947" y="186290"/>
                  </a:moveTo>
                  <a:lnTo>
                    <a:pt x="73343" y="186290"/>
                  </a:lnTo>
                  <a:cubicBezTo>
                    <a:pt x="69813" y="186290"/>
                    <a:pt x="66951" y="183429"/>
                    <a:pt x="66951" y="179899"/>
                  </a:cubicBezTo>
                  <a:lnTo>
                    <a:pt x="66951" y="161354"/>
                  </a:lnTo>
                  <a:lnTo>
                    <a:pt x="63389" y="159887"/>
                  </a:lnTo>
                  <a:lnTo>
                    <a:pt x="50292" y="172984"/>
                  </a:lnTo>
                  <a:cubicBezTo>
                    <a:pt x="47777" y="175405"/>
                    <a:pt x="43797" y="175405"/>
                    <a:pt x="41281" y="172984"/>
                  </a:cubicBezTo>
                  <a:lnTo>
                    <a:pt x="13306" y="145009"/>
                  </a:lnTo>
                  <a:cubicBezTo>
                    <a:pt x="10818" y="142587"/>
                    <a:pt x="10764" y="138607"/>
                    <a:pt x="13185" y="136119"/>
                  </a:cubicBezTo>
                  <a:cubicBezTo>
                    <a:pt x="13225" y="136078"/>
                    <a:pt x="13266" y="136038"/>
                    <a:pt x="13306" y="135998"/>
                  </a:cubicBezTo>
                  <a:lnTo>
                    <a:pt x="26403" y="122901"/>
                  </a:lnTo>
                  <a:cubicBezTo>
                    <a:pt x="25852" y="121705"/>
                    <a:pt x="25362" y="120481"/>
                    <a:pt x="24936" y="119234"/>
                  </a:cubicBezTo>
                  <a:lnTo>
                    <a:pt x="6391" y="119234"/>
                  </a:lnTo>
                  <a:cubicBezTo>
                    <a:pt x="2920" y="119292"/>
                    <a:pt x="59" y="116524"/>
                    <a:pt x="1" y="113053"/>
                  </a:cubicBezTo>
                  <a:cubicBezTo>
                    <a:pt x="0" y="113018"/>
                    <a:pt x="0" y="112983"/>
                    <a:pt x="0" y="112947"/>
                  </a:cubicBezTo>
                  <a:lnTo>
                    <a:pt x="0" y="73343"/>
                  </a:lnTo>
                  <a:cubicBezTo>
                    <a:pt x="0" y="69813"/>
                    <a:pt x="2861" y="66951"/>
                    <a:pt x="6391" y="66951"/>
                  </a:cubicBezTo>
                  <a:lnTo>
                    <a:pt x="24936" y="66951"/>
                  </a:lnTo>
                  <a:cubicBezTo>
                    <a:pt x="24936" y="65799"/>
                    <a:pt x="25879" y="64541"/>
                    <a:pt x="26403" y="63389"/>
                  </a:cubicBezTo>
                  <a:lnTo>
                    <a:pt x="13306" y="50292"/>
                  </a:lnTo>
                  <a:cubicBezTo>
                    <a:pt x="12096" y="49106"/>
                    <a:pt x="11416" y="47481"/>
                    <a:pt x="11420" y="45787"/>
                  </a:cubicBezTo>
                  <a:cubicBezTo>
                    <a:pt x="11391" y="44087"/>
                    <a:pt x="12075" y="42453"/>
                    <a:pt x="13306" y="41281"/>
                  </a:cubicBezTo>
                  <a:lnTo>
                    <a:pt x="41281" y="13306"/>
                  </a:lnTo>
                  <a:cubicBezTo>
                    <a:pt x="43797" y="10885"/>
                    <a:pt x="47777" y="10885"/>
                    <a:pt x="50292" y="13306"/>
                  </a:cubicBezTo>
                  <a:lnTo>
                    <a:pt x="63389" y="26403"/>
                  </a:lnTo>
                  <a:lnTo>
                    <a:pt x="66951" y="24936"/>
                  </a:lnTo>
                  <a:lnTo>
                    <a:pt x="66951" y="6391"/>
                  </a:lnTo>
                  <a:cubicBezTo>
                    <a:pt x="66951" y="2861"/>
                    <a:pt x="69813" y="0"/>
                    <a:pt x="73343" y="0"/>
                  </a:cubicBezTo>
                  <a:lnTo>
                    <a:pt x="112947" y="0"/>
                  </a:lnTo>
                  <a:cubicBezTo>
                    <a:pt x="116420" y="0"/>
                    <a:pt x="119234" y="2814"/>
                    <a:pt x="119235" y="6286"/>
                  </a:cubicBezTo>
                  <a:cubicBezTo>
                    <a:pt x="119235" y="6321"/>
                    <a:pt x="119235" y="6356"/>
                    <a:pt x="119234" y="6391"/>
                  </a:cubicBezTo>
                  <a:lnTo>
                    <a:pt x="119234" y="24936"/>
                  </a:lnTo>
                  <a:lnTo>
                    <a:pt x="122901" y="26403"/>
                  </a:lnTo>
                  <a:lnTo>
                    <a:pt x="136208" y="13306"/>
                  </a:lnTo>
                  <a:cubicBezTo>
                    <a:pt x="138723" y="10885"/>
                    <a:pt x="142703" y="10885"/>
                    <a:pt x="145218" y="13306"/>
                  </a:cubicBezTo>
                  <a:lnTo>
                    <a:pt x="173193" y="41281"/>
                  </a:lnTo>
                  <a:cubicBezTo>
                    <a:pt x="174384" y="42481"/>
                    <a:pt x="175060" y="44097"/>
                    <a:pt x="175079" y="45787"/>
                  </a:cubicBezTo>
                  <a:cubicBezTo>
                    <a:pt x="175039" y="47472"/>
                    <a:pt x="174366" y="49081"/>
                    <a:pt x="173193" y="50292"/>
                  </a:cubicBezTo>
                  <a:lnTo>
                    <a:pt x="159887" y="63389"/>
                  </a:lnTo>
                  <a:cubicBezTo>
                    <a:pt x="160411" y="64541"/>
                    <a:pt x="160830" y="65799"/>
                    <a:pt x="161354" y="66951"/>
                  </a:cubicBezTo>
                  <a:lnTo>
                    <a:pt x="179899" y="66951"/>
                  </a:lnTo>
                  <a:cubicBezTo>
                    <a:pt x="183429" y="66951"/>
                    <a:pt x="186290" y="69813"/>
                    <a:pt x="186290" y="73343"/>
                  </a:cubicBezTo>
                  <a:lnTo>
                    <a:pt x="186290" y="112947"/>
                  </a:lnTo>
                  <a:cubicBezTo>
                    <a:pt x="186290" y="116420"/>
                    <a:pt x="183477" y="119234"/>
                    <a:pt x="180005" y="119235"/>
                  </a:cubicBezTo>
                  <a:cubicBezTo>
                    <a:pt x="179969" y="119235"/>
                    <a:pt x="179934" y="119235"/>
                    <a:pt x="179899" y="119234"/>
                  </a:cubicBezTo>
                  <a:lnTo>
                    <a:pt x="161354" y="119234"/>
                  </a:lnTo>
                  <a:cubicBezTo>
                    <a:pt x="160830" y="120491"/>
                    <a:pt x="160411" y="121749"/>
                    <a:pt x="159887" y="122901"/>
                  </a:cubicBezTo>
                  <a:lnTo>
                    <a:pt x="172984" y="136208"/>
                  </a:lnTo>
                  <a:cubicBezTo>
                    <a:pt x="175472" y="138629"/>
                    <a:pt x="175526" y="142609"/>
                    <a:pt x="173105" y="145097"/>
                  </a:cubicBezTo>
                  <a:cubicBezTo>
                    <a:pt x="173065" y="145139"/>
                    <a:pt x="173024" y="145178"/>
                    <a:pt x="172984" y="145218"/>
                  </a:cubicBezTo>
                  <a:lnTo>
                    <a:pt x="145009" y="173193"/>
                  </a:lnTo>
                  <a:cubicBezTo>
                    <a:pt x="143809" y="174384"/>
                    <a:pt x="142193" y="175060"/>
                    <a:pt x="140503" y="175079"/>
                  </a:cubicBezTo>
                  <a:cubicBezTo>
                    <a:pt x="138817" y="175039"/>
                    <a:pt x="137209" y="174366"/>
                    <a:pt x="135998" y="173193"/>
                  </a:cubicBezTo>
                  <a:lnTo>
                    <a:pt x="122901" y="160096"/>
                  </a:lnTo>
                  <a:lnTo>
                    <a:pt x="119234" y="161563"/>
                  </a:lnTo>
                  <a:lnTo>
                    <a:pt x="119234" y="180108"/>
                  </a:lnTo>
                  <a:cubicBezTo>
                    <a:pt x="119255" y="181786"/>
                    <a:pt x="118615" y="183403"/>
                    <a:pt x="117453" y="184614"/>
                  </a:cubicBezTo>
                  <a:cubicBezTo>
                    <a:pt x="116210" y="185710"/>
                    <a:pt x="114605" y="186307"/>
                    <a:pt x="112947" y="186290"/>
                  </a:cubicBezTo>
                  <a:close/>
                  <a:moveTo>
                    <a:pt x="79734" y="173612"/>
                  </a:moveTo>
                  <a:lnTo>
                    <a:pt x="106556" y="173612"/>
                  </a:lnTo>
                  <a:lnTo>
                    <a:pt x="106556" y="157163"/>
                  </a:lnTo>
                  <a:cubicBezTo>
                    <a:pt x="106569" y="154370"/>
                    <a:pt x="108394" y="151909"/>
                    <a:pt x="111062" y="151086"/>
                  </a:cubicBezTo>
                  <a:cubicBezTo>
                    <a:pt x="114673" y="150005"/>
                    <a:pt x="118179" y="148602"/>
                    <a:pt x="121539" y="146895"/>
                  </a:cubicBezTo>
                  <a:cubicBezTo>
                    <a:pt x="124005" y="145623"/>
                    <a:pt x="127011" y="146089"/>
                    <a:pt x="128978" y="148047"/>
                  </a:cubicBezTo>
                  <a:lnTo>
                    <a:pt x="140818" y="159782"/>
                  </a:lnTo>
                  <a:lnTo>
                    <a:pt x="159782" y="140818"/>
                  </a:lnTo>
                  <a:lnTo>
                    <a:pt x="147733" y="128664"/>
                  </a:lnTo>
                  <a:cubicBezTo>
                    <a:pt x="145709" y="126731"/>
                    <a:pt x="145236" y="123680"/>
                    <a:pt x="146580" y="121225"/>
                  </a:cubicBezTo>
                  <a:cubicBezTo>
                    <a:pt x="148288" y="117865"/>
                    <a:pt x="149691" y="114358"/>
                    <a:pt x="150771" y="110747"/>
                  </a:cubicBezTo>
                  <a:cubicBezTo>
                    <a:pt x="151565" y="108059"/>
                    <a:pt x="154044" y="106221"/>
                    <a:pt x="156848" y="106242"/>
                  </a:cubicBezTo>
                  <a:lnTo>
                    <a:pt x="173612" y="106242"/>
                  </a:lnTo>
                  <a:lnTo>
                    <a:pt x="173612" y="79734"/>
                  </a:lnTo>
                  <a:lnTo>
                    <a:pt x="157163" y="79734"/>
                  </a:lnTo>
                  <a:cubicBezTo>
                    <a:pt x="154370" y="79721"/>
                    <a:pt x="151909" y="77897"/>
                    <a:pt x="151086" y="75228"/>
                  </a:cubicBezTo>
                  <a:cubicBezTo>
                    <a:pt x="150026" y="71610"/>
                    <a:pt x="148623" y="68101"/>
                    <a:pt x="146895" y="64751"/>
                  </a:cubicBezTo>
                  <a:cubicBezTo>
                    <a:pt x="145550" y="62296"/>
                    <a:pt x="146023" y="59245"/>
                    <a:pt x="148047" y="57312"/>
                  </a:cubicBezTo>
                  <a:lnTo>
                    <a:pt x="159782" y="45472"/>
                  </a:lnTo>
                  <a:lnTo>
                    <a:pt x="140503" y="26718"/>
                  </a:lnTo>
                  <a:lnTo>
                    <a:pt x="128664" y="38557"/>
                  </a:lnTo>
                  <a:cubicBezTo>
                    <a:pt x="126697" y="40516"/>
                    <a:pt x="123691" y="40981"/>
                    <a:pt x="121225" y="39710"/>
                  </a:cubicBezTo>
                  <a:cubicBezTo>
                    <a:pt x="117874" y="37981"/>
                    <a:pt x="114365" y="36578"/>
                    <a:pt x="110747" y="35519"/>
                  </a:cubicBezTo>
                  <a:cubicBezTo>
                    <a:pt x="108059" y="34724"/>
                    <a:pt x="106221" y="32245"/>
                    <a:pt x="106242" y="29442"/>
                  </a:cubicBezTo>
                  <a:lnTo>
                    <a:pt x="106242" y="12678"/>
                  </a:lnTo>
                  <a:lnTo>
                    <a:pt x="79734" y="12678"/>
                  </a:lnTo>
                  <a:lnTo>
                    <a:pt x="79734" y="29442"/>
                  </a:lnTo>
                  <a:cubicBezTo>
                    <a:pt x="79721" y="32234"/>
                    <a:pt x="77897" y="34695"/>
                    <a:pt x="75228" y="35519"/>
                  </a:cubicBezTo>
                  <a:cubicBezTo>
                    <a:pt x="71610" y="36578"/>
                    <a:pt x="68101" y="37981"/>
                    <a:pt x="64751" y="39710"/>
                  </a:cubicBezTo>
                  <a:cubicBezTo>
                    <a:pt x="62290" y="41017"/>
                    <a:pt x="59262" y="40548"/>
                    <a:pt x="57312" y="38557"/>
                  </a:cubicBezTo>
                  <a:lnTo>
                    <a:pt x="45787" y="26718"/>
                  </a:lnTo>
                  <a:lnTo>
                    <a:pt x="26718" y="45787"/>
                  </a:lnTo>
                  <a:lnTo>
                    <a:pt x="38557" y="57626"/>
                  </a:lnTo>
                  <a:cubicBezTo>
                    <a:pt x="40548" y="59576"/>
                    <a:pt x="41017" y="62604"/>
                    <a:pt x="39710" y="65065"/>
                  </a:cubicBezTo>
                  <a:cubicBezTo>
                    <a:pt x="37981" y="68416"/>
                    <a:pt x="36578" y="71924"/>
                    <a:pt x="35519" y="75543"/>
                  </a:cubicBezTo>
                  <a:cubicBezTo>
                    <a:pt x="34695" y="78211"/>
                    <a:pt x="32234" y="80035"/>
                    <a:pt x="29442" y="80048"/>
                  </a:cubicBezTo>
                  <a:lnTo>
                    <a:pt x="12678" y="80048"/>
                  </a:lnTo>
                  <a:lnTo>
                    <a:pt x="12678" y="106871"/>
                  </a:lnTo>
                  <a:lnTo>
                    <a:pt x="29442" y="106871"/>
                  </a:lnTo>
                  <a:cubicBezTo>
                    <a:pt x="32245" y="106850"/>
                    <a:pt x="34724" y="108687"/>
                    <a:pt x="35519" y="111376"/>
                  </a:cubicBezTo>
                  <a:cubicBezTo>
                    <a:pt x="36599" y="114987"/>
                    <a:pt x="38001" y="118493"/>
                    <a:pt x="39710" y="121853"/>
                  </a:cubicBezTo>
                  <a:cubicBezTo>
                    <a:pt x="40981" y="124320"/>
                    <a:pt x="40516" y="127326"/>
                    <a:pt x="38557" y="129292"/>
                  </a:cubicBezTo>
                  <a:lnTo>
                    <a:pt x="26718" y="140503"/>
                  </a:lnTo>
                  <a:lnTo>
                    <a:pt x="45787" y="159468"/>
                  </a:lnTo>
                  <a:lnTo>
                    <a:pt x="57626" y="147733"/>
                  </a:lnTo>
                  <a:cubicBezTo>
                    <a:pt x="59585" y="145744"/>
                    <a:pt x="62633" y="145315"/>
                    <a:pt x="65065" y="146685"/>
                  </a:cubicBezTo>
                  <a:cubicBezTo>
                    <a:pt x="68416" y="148414"/>
                    <a:pt x="71924" y="149817"/>
                    <a:pt x="75543" y="150876"/>
                  </a:cubicBezTo>
                  <a:cubicBezTo>
                    <a:pt x="78211" y="151700"/>
                    <a:pt x="80035" y="154161"/>
                    <a:pt x="80048" y="15695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7596D29-C8C4-7F40-AAEE-C951348A79B2}"/>
                </a:ext>
              </a:extLst>
            </p:cNvPr>
            <p:cNvSpPr/>
            <p:nvPr/>
          </p:nvSpPr>
          <p:spPr>
            <a:xfrm>
              <a:off x="6519755" y="2186544"/>
              <a:ext cx="103098" cy="103098"/>
            </a:xfrm>
            <a:custGeom>
              <a:avLst/>
              <a:gdLst>
                <a:gd name="connsiteX0" fmla="*/ 51423 w 103098"/>
                <a:gd name="connsiteY0" fmla="*/ 103098 h 103098"/>
                <a:gd name="connsiteX1" fmla="*/ 0 w 103098"/>
                <a:gd name="connsiteY1" fmla="*/ 51423 h 103098"/>
                <a:gd name="connsiteX2" fmla="*/ 51676 w 103098"/>
                <a:gd name="connsiteY2" fmla="*/ 0 h 103098"/>
                <a:gd name="connsiteX3" fmla="*/ 103098 w 103098"/>
                <a:gd name="connsiteY3" fmla="*/ 51676 h 103098"/>
                <a:gd name="connsiteX4" fmla="*/ 87989 w 103098"/>
                <a:gd name="connsiteY4" fmla="*/ 88011 h 103098"/>
                <a:gd name="connsiteX5" fmla="*/ 51423 w 103098"/>
                <a:gd name="connsiteY5" fmla="*/ 103098 h 103098"/>
                <a:gd name="connsiteX6" fmla="*/ 51423 w 103098"/>
                <a:gd name="connsiteY6" fmla="*/ 12468 h 103098"/>
                <a:gd name="connsiteX7" fmla="*/ 12438 w 103098"/>
                <a:gd name="connsiteY7" fmla="*/ 51435 h 103098"/>
                <a:gd name="connsiteX8" fmla="*/ 51405 w 103098"/>
                <a:gd name="connsiteY8" fmla="*/ 90421 h 103098"/>
                <a:gd name="connsiteX9" fmla="*/ 90390 w 103098"/>
                <a:gd name="connsiteY9" fmla="*/ 51453 h 103098"/>
                <a:gd name="connsiteX10" fmla="*/ 78979 w 103098"/>
                <a:gd name="connsiteY10" fmla="*/ 23889 h 103098"/>
                <a:gd name="connsiteX11" fmla="*/ 51423 w 103098"/>
                <a:gd name="connsiteY11" fmla="*/ 12468 h 10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098" h="103098">
                  <a:moveTo>
                    <a:pt x="51423" y="103098"/>
                  </a:moveTo>
                  <a:cubicBezTo>
                    <a:pt x="22953" y="103028"/>
                    <a:pt x="-70" y="79893"/>
                    <a:pt x="0" y="51423"/>
                  </a:cubicBezTo>
                  <a:cubicBezTo>
                    <a:pt x="70" y="22953"/>
                    <a:pt x="23206" y="-70"/>
                    <a:pt x="51676" y="0"/>
                  </a:cubicBezTo>
                  <a:cubicBezTo>
                    <a:pt x="80145" y="70"/>
                    <a:pt x="103168" y="23206"/>
                    <a:pt x="103098" y="51676"/>
                  </a:cubicBezTo>
                  <a:cubicBezTo>
                    <a:pt x="103066" y="65309"/>
                    <a:pt x="97632" y="78374"/>
                    <a:pt x="87989" y="88011"/>
                  </a:cubicBezTo>
                  <a:cubicBezTo>
                    <a:pt x="78285" y="97693"/>
                    <a:pt x="65131" y="103120"/>
                    <a:pt x="51423" y="103098"/>
                  </a:cubicBezTo>
                  <a:close/>
                  <a:moveTo>
                    <a:pt x="51423" y="12468"/>
                  </a:moveTo>
                  <a:cubicBezTo>
                    <a:pt x="29897" y="12463"/>
                    <a:pt x="12443" y="29909"/>
                    <a:pt x="12438" y="51435"/>
                  </a:cubicBezTo>
                  <a:cubicBezTo>
                    <a:pt x="12432" y="72961"/>
                    <a:pt x="29879" y="90415"/>
                    <a:pt x="51405" y="90421"/>
                  </a:cubicBezTo>
                  <a:cubicBezTo>
                    <a:pt x="72931" y="90426"/>
                    <a:pt x="90385" y="72980"/>
                    <a:pt x="90390" y="51453"/>
                  </a:cubicBezTo>
                  <a:cubicBezTo>
                    <a:pt x="90393" y="41115"/>
                    <a:pt x="86288" y="31200"/>
                    <a:pt x="78979" y="23889"/>
                  </a:cubicBezTo>
                  <a:cubicBezTo>
                    <a:pt x="71678" y="16569"/>
                    <a:pt x="61762" y="12459"/>
                    <a:pt x="51423" y="1246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19D9E5FD-C324-E84C-BAA7-F168E90DF306}"/>
                </a:ext>
              </a:extLst>
            </p:cNvPr>
            <p:cNvSpPr/>
            <p:nvPr/>
          </p:nvSpPr>
          <p:spPr>
            <a:xfrm>
              <a:off x="6665266" y="2332076"/>
              <a:ext cx="185870" cy="186289"/>
            </a:xfrm>
            <a:custGeom>
              <a:avLst/>
              <a:gdLst>
                <a:gd name="connsiteX0" fmla="*/ 112947 w 185870"/>
                <a:gd name="connsiteY0" fmla="*/ 186290 h 186289"/>
                <a:gd name="connsiteX1" fmla="*/ 73343 w 185870"/>
                <a:gd name="connsiteY1" fmla="*/ 186290 h 186289"/>
                <a:gd name="connsiteX2" fmla="*/ 67055 w 185870"/>
                <a:gd name="connsiteY2" fmla="*/ 180004 h 186289"/>
                <a:gd name="connsiteX3" fmla="*/ 67056 w 185870"/>
                <a:gd name="connsiteY3" fmla="*/ 179899 h 186289"/>
                <a:gd name="connsiteX4" fmla="*/ 67056 w 185870"/>
                <a:gd name="connsiteY4" fmla="*/ 161354 h 186289"/>
                <a:gd name="connsiteX5" fmla="*/ 63389 w 185870"/>
                <a:gd name="connsiteY5" fmla="*/ 159887 h 186289"/>
                <a:gd name="connsiteX6" fmla="*/ 50292 w 185870"/>
                <a:gd name="connsiteY6" fmla="*/ 172984 h 186289"/>
                <a:gd name="connsiteX7" fmla="*/ 41403 w 185870"/>
                <a:gd name="connsiteY7" fmla="*/ 173105 h 186289"/>
                <a:gd name="connsiteX8" fmla="*/ 41281 w 185870"/>
                <a:gd name="connsiteY8" fmla="*/ 172984 h 186289"/>
                <a:gd name="connsiteX9" fmla="*/ 13306 w 185870"/>
                <a:gd name="connsiteY9" fmla="*/ 145009 h 186289"/>
                <a:gd name="connsiteX10" fmla="*/ 11420 w 185870"/>
                <a:gd name="connsiteY10" fmla="*/ 140503 h 186289"/>
                <a:gd name="connsiteX11" fmla="*/ 13306 w 185870"/>
                <a:gd name="connsiteY11" fmla="*/ 135998 h 186289"/>
                <a:gd name="connsiteX12" fmla="*/ 26403 w 185870"/>
                <a:gd name="connsiteY12" fmla="*/ 122901 h 186289"/>
                <a:gd name="connsiteX13" fmla="*/ 24936 w 185870"/>
                <a:gd name="connsiteY13" fmla="*/ 119339 h 186289"/>
                <a:gd name="connsiteX14" fmla="*/ 6391 w 185870"/>
                <a:gd name="connsiteY14" fmla="*/ 119339 h 186289"/>
                <a:gd name="connsiteX15" fmla="*/ 0 w 185870"/>
                <a:gd name="connsiteY15" fmla="*/ 112947 h 186289"/>
                <a:gd name="connsiteX16" fmla="*/ 0 w 185870"/>
                <a:gd name="connsiteY16" fmla="*/ 73343 h 186289"/>
                <a:gd name="connsiteX17" fmla="*/ 6285 w 185870"/>
                <a:gd name="connsiteY17" fmla="*/ 67055 h 186289"/>
                <a:gd name="connsiteX18" fmla="*/ 6391 w 185870"/>
                <a:gd name="connsiteY18" fmla="*/ 67056 h 186289"/>
                <a:gd name="connsiteX19" fmla="*/ 24936 w 185870"/>
                <a:gd name="connsiteY19" fmla="*/ 67056 h 186289"/>
                <a:gd name="connsiteX20" fmla="*/ 26403 w 185870"/>
                <a:gd name="connsiteY20" fmla="*/ 63389 h 186289"/>
                <a:gd name="connsiteX21" fmla="*/ 13306 w 185870"/>
                <a:gd name="connsiteY21" fmla="*/ 50292 h 186289"/>
                <a:gd name="connsiteX22" fmla="*/ 13185 w 185870"/>
                <a:gd name="connsiteY22" fmla="*/ 41403 h 186289"/>
                <a:gd name="connsiteX23" fmla="*/ 13306 w 185870"/>
                <a:gd name="connsiteY23" fmla="*/ 41281 h 186289"/>
                <a:gd name="connsiteX24" fmla="*/ 41281 w 185870"/>
                <a:gd name="connsiteY24" fmla="*/ 13306 h 186289"/>
                <a:gd name="connsiteX25" fmla="*/ 50292 w 185870"/>
                <a:gd name="connsiteY25" fmla="*/ 13306 h 186289"/>
                <a:gd name="connsiteX26" fmla="*/ 63389 w 185870"/>
                <a:gd name="connsiteY26" fmla="*/ 26403 h 186289"/>
                <a:gd name="connsiteX27" fmla="*/ 67056 w 185870"/>
                <a:gd name="connsiteY27" fmla="*/ 24936 h 186289"/>
                <a:gd name="connsiteX28" fmla="*/ 67056 w 185870"/>
                <a:gd name="connsiteY28" fmla="*/ 6391 h 186289"/>
                <a:gd name="connsiteX29" fmla="*/ 73237 w 185870"/>
                <a:gd name="connsiteY29" fmla="*/ 1 h 186289"/>
                <a:gd name="connsiteX30" fmla="*/ 73343 w 185870"/>
                <a:gd name="connsiteY30" fmla="*/ 0 h 186289"/>
                <a:gd name="connsiteX31" fmla="*/ 112947 w 185870"/>
                <a:gd name="connsiteY31" fmla="*/ 0 h 186289"/>
                <a:gd name="connsiteX32" fmla="*/ 119339 w 185870"/>
                <a:gd name="connsiteY32" fmla="*/ 6391 h 186289"/>
                <a:gd name="connsiteX33" fmla="*/ 119339 w 185870"/>
                <a:gd name="connsiteY33" fmla="*/ 24936 h 186289"/>
                <a:gd name="connsiteX34" fmla="*/ 122901 w 185870"/>
                <a:gd name="connsiteY34" fmla="*/ 26403 h 186289"/>
                <a:gd name="connsiteX35" fmla="*/ 135998 w 185870"/>
                <a:gd name="connsiteY35" fmla="*/ 13306 h 186289"/>
                <a:gd name="connsiteX36" fmla="*/ 145009 w 185870"/>
                <a:gd name="connsiteY36" fmla="*/ 13306 h 186289"/>
                <a:gd name="connsiteX37" fmla="*/ 172984 w 185870"/>
                <a:gd name="connsiteY37" fmla="*/ 41281 h 186289"/>
                <a:gd name="connsiteX38" fmla="*/ 173105 w 185870"/>
                <a:gd name="connsiteY38" fmla="*/ 50170 h 186289"/>
                <a:gd name="connsiteX39" fmla="*/ 172984 w 185870"/>
                <a:gd name="connsiteY39" fmla="*/ 50292 h 186289"/>
                <a:gd name="connsiteX40" fmla="*/ 159887 w 185870"/>
                <a:gd name="connsiteY40" fmla="*/ 63389 h 186289"/>
                <a:gd name="connsiteX41" fmla="*/ 161354 w 185870"/>
                <a:gd name="connsiteY41" fmla="*/ 67056 h 186289"/>
                <a:gd name="connsiteX42" fmla="*/ 179480 w 185870"/>
                <a:gd name="connsiteY42" fmla="*/ 67056 h 186289"/>
                <a:gd name="connsiteX43" fmla="*/ 185870 w 185870"/>
                <a:gd name="connsiteY43" fmla="*/ 73237 h 186289"/>
                <a:gd name="connsiteX44" fmla="*/ 185871 w 185870"/>
                <a:gd name="connsiteY44" fmla="*/ 73343 h 186289"/>
                <a:gd name="connsiteX45" fmla="*/ 185871 w 185870"/>
                <a:gd name="connsiteY45" fmla="*/ 112947 h 186289"/>
                <a:gd name="connsiteX46" fmla="*/ 179480 w 185870"/>
                <a:gd name="connsiteY46" fmla="*/ 119339 h 186289"/>
                <a:gd name="connsiteX47" fmla="*/ 161354 w 185870"/>
                <a:gd name="connsiteY47" fmla="*/ 119339 h 186289"/>
                <a:gd name="connsiteX48" fmla="*/ 159887 w 185870"/>
                <a:gd name="connsiteY48" fmla="*/ 122901 h 186289"/>
                <a:gd name="connsiteX49" fmla="*/ 172984 w 185870"/>
                <a:gd name="connsiteY49" fmla="*/ 135998 h 186289"/>
                <a:gd name="connsiteX50" fmla="*/ 174869 w 185870"/>
                <a:gd name="connsiteY50" fmla="*/ 140503 h 186289"/>
                <a:gd name="connsiteX51" fmla="*/ 172984 w 185870"/>
                <a:gd name="connsiteY51" fmla="*/ 145009 h 186289"/>
                <a:gd name="connsiteX52" fmla="*/ 145009 w 185870"/>
                <a:gd name="connsiteY52" fmla="*/ 172984 h 186289"/>
                <a:gd name="connsiteX53" fmla="*/ 136118 w 185870"/>
                <a:gd name="connsiteY53" fmla="*/ 173105 h 186289"/>
                <a:gd name="connsiteX54" fmla="*/ 135998 w 185870"/>
                <a:gd name="connsiteY54" fmla="*/ 172984 h 186289"/>
                <a:gd name="connsiteX55" fmla="*/ 122901 w 185870"/>
                <a:gd name="connsiteY55" fmla="*/ 159887 h 186289"/>
                <a:gd name="connsiteX56" fmla="*/ 119339 w 185870"/>
                <a:gd name="connsiteY56" fmla="*/ 161354 h 186289"/>
                <a:gd name="connsiteX57" fmla="*/ 119339 w 185870"/>
                <a:gd name="connsiteY57" fmla="*/ 179480 h 186289"/>
                <a:gd name="connsiteX58" fmla="*/ 113380 w 185870"/>
                <a:gd name="connsiteY58" fmla="*/ 186276 h 186289"/>
                <a:gd name="connsiteX59" fmla="*/ 112947 w 185870"/>
                <a:gd name="connsiteY59" fmla="*/ 186290 h 186289"/>
                <a:gd name="connsiteX60" fmla="*/ 79734 w 185870"/>
                <a:gd name="connsiteY60" fmla="*/ 173612 h 186289"/>
                <a:gd name="connsiteX61" fmla="*/ 106137 w 185870"/>
                <a:gd name="connsiteY61" fmla="*/ 173612 h 186289"/>
                <a:gd name="connsiteX62" fmla="*/ 106137 w 185870"/>
                <a:gd name="connsiteY62" fmla="*/ 156848 h 186289"/>
                <a:gd name="connsiteX63" fmla="*/ 110642 w 185870"/>
                <a:gd name="connsiteY63" fmla="*/ 150771 h 186289"/>
                <a:gd name="connsiteX64" fmla="*/ 121120 w 185870"/>
                <a:gd name="connsiteY64" fmla="*/ 146580 h 186289"/>
                <a:gd name="connsiteX65" fmla="*/ 128559 w 185870"/>
                <a:gd name="connsiteY65" fmla="*/ 147733 h 186289"/>
                <a:gd name="connsiteX66" fmla="*/ 140399 w 185870"/>
                <a:gd name="connsiteY66" fmla="*/ 159572 h 186289"/>
                <a:gd name="connsiteX67" fmla="*/ 159468 w 185870"/>
                <a:gd name="connsiteY67" fmla="*/ 140503 h 186289"/>
                <a:gd name="connsiteX68" fmla="*/ 148047 w 185870"/>
                <a:gd name="connsiteY68" fmla="*/ 128664 h 186289"/>
                <a:gd name="connsiteX69" fmla="*/ 146895 w 185870"/>
                <a:gd name="connsiteY69" fmla="*/ 121225 h 186289"/>
                <a:gd name="connsiteX70" fmla="*/ 151086 w 185870"/>
                <a:gd name="connsiteY70" fmla="*/ 110747 h 186289"/>
                <a:gd name="connsiteX71" fmla="*/ 157162 w 185870"/>
                <a:gd name="connsiteY71" fmla="*/ 106242 h 186289"/>
                <a:gd name="connsiteX72" fmla="*/ 173927 w 185870"/>
                <a:gd name="connsiteY72" fmla="*/ 106242 h 186289"/>
                <a:gd name="connsiteX73" fmla="*/ 173927 w 185870"/>
                <a:gd name="connsiteY73" fmla="*/ 79734 h 186289"/>
                <a:gd name="connsiteX74" fmla="*/ 157162 w 185870"/>
                <a:gd name="connsiteY74" fmla="*/ 79734 h 186289"/>
                <a:gd name="connsiteX75" fmla="*/ 151086 w 185870"/>
                <a:gd name="connsiteY75" fmla="*/ 75228 h 186289"/>
                <a:gd name="connsiteX76" fmla="*/ 146895 w 185870"/>
                <a:gd name="connsiteY76" fmla="*/ 64751 h 186289"/>
                <a:gd name="connsiteX77" fmla="*/ 148047 w 185870"/>
                <a:gd name="connsiteY77" fmla="*/ 57312 h 186289"/>
                <a:gd name="connsiteX78" fmla="*/ 159887 w 185870"/>
                <a:gd name="connsiteY78" fmla="*/ 45472 h 186289"/>
                <a:gd name="connsiteX79" fmla="*/ 140818 w 185870"/>
                <a:gd name="connsiteY79" fmla="*/ 26403 h 186289"/>
                <a:gd name="connsiteX80" fmla="*/ 128978 w 185870"/>
                <a:gd name="connsiteY80" fmla="*/ 38243 h 186289"/>
                <a:gd name="connsiteX81" fmla="*/ 121539 w 185870"/>
                <a:gd name="connsiteY81" fmla="*/ 39395 h 186289"/>
                <a:gd name="connsiteX82" fmla="*/ 111061 w 185870"/>
                <a:gd name="connsiteY82" fmla="*/ 35204 h 186289"/>
                <a:gd name="connsiteX83" fmla="*/ 106556 w 185870"/>
                <a:gd name="connsiteY83" fmla="*/ 29127 h 186289"/>
                <a:gd name="connsiteX84" fmla="*/ 106556 w 185870"/>
                <a:gd name="connsiteY84" fmla="*/ 12363 h 186289"/>
                <a:gd name="connsiteX85" fmla="*/ 79734 w 185870"/>
                <a:gd name="connsiteY85" fmla="*/ 12363 h 186289"/>
                <a:gd name="connsiteX86" fmla="*/ 79734 w 185870"/>
                <a:gd name="connsiteY86" fmla="*/ 29127 h 186289"/>
                <a:gd name="connsiteX87" fmla="*/ 75228 w 185870"/>
                <a:gd name="connsiteY87" fmla="*/ 35204 h 186289"/>
                <a:gd name="connsiteX88" fmla="*/ 64751 w 185870"/>
                <a:gd name="connsiteY88" fmla="*/ 39395 h 186289"/>
                <a:gd name="connsiteX89" fmla="*/ 57312 w 185870"/>
                <a:gd name="connsiteY89" fmla="*/ 38243 h 186289"/>
                <a:gd name="connsiteX90" fmla="*/ 45472 w 185870"/>
                <a:gd name="connsiteY90" fmla="*/ 26403 h 186289"/>
                <a:gd name="connsiteX91" fmla="*/ 26403 w 185870"/>
                <a:gd name="connsiteY91" fmla="*/ 45472 h 186289"/>
                <a:gd name="connsiteX92" fmla="*/ 38243 w 185870"/>
                <a:gd name="connsiteY92" fmla="*/ 57312 h 186289"/>
                <a:gd name="connsiteX93" fmla="*/ 39395 w 185870"/>
                <a:gd name="connsiteY93" fmla="*/ 64751 h 186289"/>
                <a:gd name="connsiteX94" fmla="*/ 35204 w 185870"/>
                <a:gd name="connsiteY94" fmla="*/ 75228 h 186289"/>
                <a:gd name="connsiteX95" fmla="*/ 29127 w 185870"/>
                <a:gd name="connsiteY95" fmla="*/ 79734 h 186289"/>
                <a:gd name="connsiteX96" fmla="*/ 12363 w 185870"/>
                <a:gd name="connsiteY96" fmla="*/ 79734 h 186289"/>
                <a:gd name="connsiteX97" fmla="*/ 12363 w 185870"/>
                <a:gd name="connsiteY97" fmla="*/ 106137 h 186289"/>
                <a:gd name="connsiteX98" fmla="*/ 29127 w 185870"/>
                <a:gd name="connsiteY98" fmla="*/ 106137 h 186289"/>
                <a:gd name="connsiteX99" fmla="*/ 35204 w 185870"/>
                <a:gd name="connsiteY99" fmla="*/ 110642 h 186289"/>
                <a:gd name="connsiteX100" fmla="*/ 39395 w 185870"/>
                <a:gd name="connsiteY100" fmla="*/ 121120 h 186289"/>
                <a:gd name="connsiteX101" fmla="*/ 38243 w 185870"/>
                <a:gd name="connsiteY101" fmla="*/ 128559 h 186289"/>
                <a:gd name="connsiteX102" fmla="*/ 26403 w 185870"/>
                <a:gd name="connsiteY102" fmla="*/ 140399 h 186289"/>
                <a:gd name="connsiteX103" fmla="*/ 45472 w 185870"/>
                <a:gd name="connsiteY103" fmla="*/ 159468 h 186289"/>
                <a:gd name="connsiteX104" fmla="*/ 57626 w 185870"/>
                <a:gd name="connsiteY104" fmla="*/ 148047 h 186289"/>
                <a:gd name="connsiteX105" fmla="*/ 65065 w 185870"/>
                <a:gd name="connsiteY105" fmla="*/ 146895 h 186289"/>
                <a:gd name="connsiteX106" fmla="*/ 75543 w 185870"/>
                <a:gd name="connsiteY106" fmla="*/ 151086 h 186289"/>
                <a:gd name="connsiteX107" fmla="*/ 80048 w 185870"/>
                <a:gd name="connsiteY107" fmla="*/ 157162 h 18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85870" h="186289">
                  <a:moveTo>
                    <a:pt x="112947" y="186290"/>
                  </a:moveTo>
                  <a:lnTo>
                    <a:pt x="73343" y="186290"/>
                  </a:lnTo>
                  <a:cubicBezTo>
                    <a:pt x="69870" y="186290"/>
                    <a:pt x="67056" y="183477"/>
                    <a:pt x="67055" y="180004"/>
                  </a:cubicBezTo>
                  <a:cubicBezTo>
                    <a:pt x="67055" y="179969"/>
                    <a:pt x="67055" y="179934"/>
                    <a:pt x="67056" y="179899"/>
                  </a:cubicBezTo>
                  <a:lnTo>
                    <a:pt x="67056" y="161354"/>
                  </a:lnTo>
                  <a:lnTo>
                    <a:pt x="63389" y="159887"/>
                  </a:lnTo>
                  <a:lnTo>
                    <a:pt x="50292" y="172984"/>
                  </a:lnTo>
                  <a:cubicBezTo>
                    <a:pt x="47871" y="175472"/>
                    <a:pt x="43890" y="175526"/>
                    <a:pt x="41403" y="173105"/>
                  </a:cubicBezTo>
                  <a:cubicBezTo>
                    <a:pt x="41361" y="173065"/>
                    <a:pt x="41321" y="173024"/>
                    <a:pt x="41281" y="172984"/>
                  </a:cubicBezTo>
                  <a:lnTo>
                    <a:pt x="13306" y="145009"/>
                  </a:lnTo>
                  <a:cubicBezTo>
                    <a:pt x="12115" y="143809"/>
                    <a:pt x="11439" y="142193"/>
                    <a:pt x="11420" y="140503"/>
                  </a:cubicBezTo>
                  <a:cubicBezTo>
                    <a:pt x="11460" y="138817"/>
                    <a:pt x="12134" y="137209"/>
                    <a:pt x="13306" y="135998"/>
                  </a:cubicBezTo>
                  <a:lnTo>
                    <a:pt x="26403" y="122901"/>
                  </a:lnTo>
                  <a:cubicBezTo>
                    <a:pt x="25879" y="121749"/>
                    <a:pt x="25460" y="120491"/>
                    <a:pt x="24936" y="119339"/>
                  </a:cubicBezTo>
                  <a:lnTo>
                    <a:pt x="6391" y="119339"/>
                  </a:lnTo>
                  <a:cubicBezTo>
                    <a:pt x="2861" y="119339"/>
                    <a:pt x="0" y="116477"/>
                    <a:pt x="0" y="112947"/>
                  </a:cubicBezTo>
                  <a:lnTo>
                    <a:pt x="0" y="73343"/>
                  </a:lnTo>
                  <a:cubicBezTo>
                    <a:pt x="0" y="69870"/>
                    <a:pt x="2813" y="67056"/>
                    <a:pt x="6285" y="67055"/>
                  </a:cubicBezTo>
                  <a:cubicBezTo>
                    <a:pt x="6321" y="67055"/>
                    <a:pt x="6356" y="67055"/>
                    <a:pt x="6391" y="67056"/>
                  </a:cubicBezTo>
                  <a:lnTo>
                    <a:pt x="24936" y="67056"/>
                  </a:lnTo>
                  <a:cubicBezTo>
                    <a:pt x="25460" y="65799"/>
                    <a:pt x="25879" y="64541"/>
                    <a:pt x="26403" y="63389"/>
                  </a:cubicBezTo>
                  <a:lnTo>
                    <a:pt x="13306" y="50292"/>
                  </a:lnTo>
                  <a:cubicBezTo>
                    <a:pt x="10818" y="47871"/>
                    <a:pt x="10764" y="43890"/>
                    <a:pt x="13185" y="41403"/>
                  </a:cubicBezTo>
                  <a:cubicBezTo>
                    <a:pt x="13225" y="41361"/>
                    <a:pt x="13266" y="41321"/>
                    <a:pt x="13306" y="41281"/>
                  </a:cubicBezTo>
                  <a:lnTo>
                    <a:pt x="41281" y="13306"/>
                  </a:lnTo>
                  <a:cubicBezTo>
                    <a:pt x="43797" y="10885"/>
                    <a:pt x="47776" y="10885"/>
                    <a:pt x="50292" y="13306"/>
                  </a:cubicBezTo>
                  <a:lnTo>
                    <a:pt x="63389" y="26403"/>
                  </a:lnTo>
                  <a:lnTo>
                    <a:pt x="67056" y="24936"/>
                  </a:lnTo>
                  <a:lnTo>
                    <a:pt x="67056" y="6391"/>
                  </a:lnTo>
                  <a:cubicBezTo>
                    <a:pt x="66998" y="2920"/>
                    <a:pt x="69765" y="59"/>
                    <a:pt x="73237" y="1"/>
                  </a:cubicBezTo>
                  <a:cubicBezTo>
                    <a:pt x="73272" y="0"/>
                    <a:pt x="73307" y="0"/>
                    <a:pt x="73343" y="0"/>
                  </a:cubicBezTo>
                  <a:lnTo>
                    <a:pt x="112947" y="0"/>
                  </a:lnTo>
                  <a:cubicBezTo>
                    <a:pt x="116477" y="0"/>
                    <a:pt x="119339" y="2861"/>
                    <a:pt x="119339" y="6391"/>
                  </a:cubicBezTo>
                  <a:lnTo>
                    <a:pt x="119339" y="24936"/>
                  </a:lnTo>
                  <a:lnTo>
                    <a:pt x="122901" y="26403"/>
                  </a:lnTo>
                  <a:lnTo>
                    <a:pt x="135998" y="13306"/>
                  </a:lnTo>
                  <a:cubicBezTo>
                    <a:pt x="138514" y="10885"/>
                    <a:pt x="142493" y="10885"/>
                    <a:pt x="145009" y="13306"/>
                  </a:cubicBezTo>
                  <a:lnTo>
                    <a:pt x="172984" y="41281"/>
                  </a:lnTo>
                  <a:cubicBezTo>
                    <a:pt x="175472" y="43703"/>
                    <a:pt x="175526" y="47683"/>
                    <a:pt x="173105" y="50170"/>
                  </a:cubicBezTo>
                  <a:cubicBezTo>
                    <a:pt x="173065" y="50212"/>
                    <a:pt x="173024" y="50252"/>
                    <a:pt x="172984" y="50292"/>
                  </a:cubicBezTo>
                  <a:lnTo>
                    <a:pt x="159887" y="63389"/>
                  </a:lnTo>
                  <a:cubicBezTo>
                    <a:pt x="160439" y="64585"/>
                    <a:pt x="160928" y="65809"/>
                    <a:pt x="161354" y="67056"/>
                  </a:cubicBezTo>
                  <a:lnTo>
                    <a:pt x="179480" y="67056"/>
                  </a:lnTo>
                  <a:cubicBezTo>
                    <a:pt x="182951" y="66998"/>
                    <a:pt x="185812" y="69765"/>
                    <a:pt x="185870" y="73237"/>
                  </a:cubicBezTo>
                  <a:cubicBezTo>
                    <a:pt x="185871" y="73272"/>
                    <a:pt x="185871" y="73307"/>
                    <a:pt x="185871" y="73343"/>
                  </a:cubicBezTo>
                  <a:lnTo>
                    <a:pt x="185871" y="112947"/>
                  </a:lnTo>
                  <a:cubicBezTo>
                    <a:pt x="185871" y="116477"/>
                    <a:pt x="183009" y="119339"/>
                    <a:pt x="179480" y="119339"/>
                  </a:cubicBezTo>
                  <a:lnTo>
                    <a:pt x="161354" y="119339"/>
                  </a:lnTo>
                  <a:cubicBezTo>
                    <a:pt x="161354" y="120491"/>
                    <a:pt x="160411" y="121749"/>
                    <a:pt x="159887" y="122901"/>
                  </a:cubicBezTo>
                  <a:lnTo>
                    <a:pt x="172984" y="135998"/>
                  </a:lnTo>
                  <a:cubicBezTo>
                    <a:pt x="174194" y="137184"/>
                    <a:pt x="174874" y="138809"/>
                    <a:pt x="174869" y="140503"/>
                  </a:cubicBezTo>
                  <a:cubicBezTo>
                    <a:pt x="174899" y="142203"/>
                    <a:pt x="174215" y="143836"/>
                    <a:pt x="172984" y="145009"/>
                  </a:cubicBezTo>
                  <a:lnTo>
                    <a:pt x="145009" y="172984"/>
                  </a:lnTo>
                  <a:cubicBezTo>
                    <a:pt x="142587" y="175472"/>
                    <a:pt x="138607" y="175526"/>
                    <a:pt x="136118" y="173105"/>
                  </a:cubicBezTo>
                  <a:cubicBezTo>
                    <a:pt x="136078" y="173065"/>
                    <a:pt x="136038" y="173024"/>
                    <a:pt x="135998" y="172984"/>
                  </a:cubicBezTo>
                  <a:lnTo>
                    <a:pt x="122901" y="159887"/>
                  </a:lnTo>
                  <a:lnTo>
                    <a:pt x="119339" y="161354"/>
                  </a:lnTo>
                  <a:lnTo>
                    <a:pt x="119339" y="179480"/>
                  </a:lnTo>
                  <a:cubicBezTo>
                    <a:pt x="119570" y="183002"/>
                    <a:pt x="116903" y="186045"/>
                    <a:pt x="113380" y="186276"/>
                  </a:cubicBezTo>
                  <a:cubicBezTo>
                    <a:pt x="113237" y="186286"/>
                    <a:pt x="113092" y="186290"/>
                    <a:pt x="112947" y="186290"/>
                  </a:cubicBezTo>
                  <a:close/>
                  <a:moveTo>
                    <a:pt x="79734" y="173612"/>
                  </a:moveTo>
                  <a:lnTo>
                    <a:pt x="106137" y="173612"/>
                  </a:lnTo>
                  <a:lnTo>
                    <a:pt x="106137" y="156848"/>
                  </a:lnTo>
                  <a:cubicBezTo>
                    <a:pt x="106150" y="154056"/>
                    <a:pt x="107975" y="151595"/>
                    <a:pt x="110642" y="150771"/>
                  </a:cubicBezTo>
                  <a:cubicBezTo>
                    <a:pt x="114261" y="149712"/>
                    <a:pt x="117769" y="148309"/>
                    <a:pt x="121120" y="146580"/>
                  </a:cubicBezTo>
                  <a:cubicBezTo>
                    <a:pt x="123581" y="145274"/>
                    <a:pt x="126609" y="145742"/>
                    <a:pt x="128559" y="147733"/>
                  </a:cubicBezTo>
                  <a:lnTo>
                    <a:pt x="140399" y="159572"/>
                  </a:lnTo>
                  <a:lnTo>
                    <a:pt x="159468" y="140503"/>
                  </a:lnTo>
                  <a:lnTo>
                    <a:pt x="148047" y="128664"/>
                  </a:lnTo>
                  <a:cubicBezTo>
                    <a:pt x="146056" y="126714"/>
                    <a:pt x="145588" y="123686"/>
                    <a:pt x="146895" y="121225"/>
                  </a:cubicBezTo>
                  <a:cubicBezTo>
                    <a:pt x="148623" y="117874"/>
                    <a:pt x="150026" y="114366"/>
                    <a:pt x="151086" y="110747"/>
                  </a:cubicBezTo>
                  <a:cubicBezTo>
                    <a:pt x="151909" y="108080"/>
                    <a:pt x="154370" y="106254"/>
                    <a:pt x="157162" y="106242"/>
                  </a:cubicBezTo>
                  <a:lnTo>
                    <a:pt x="173927" y="106242"/>
                  </a:lnTo>
                  <a:lnTo>
                    <a:pt x="173927" y="79734"/>
                  </a:lnTo>
                  <a:lnTo>
                    <a:pt x="157162" y="79734"/>
                  </a:lnTo>
                  <a:cubicBezTo>
                    <a:pt x="154359" y="79755"/>
                    <a:pt x="151880" y="77917"/>
                    <a:pt x="151086" y="75228"/>
                  </a:cubicBezTo>
                  <a:cubicBezTo>
                    <a:pt x="150005" y="71617"/>
                    <a:pt x="148602" y="68111"/>
                    <a:pt x="146895" y="64751"/>
                  </a:cubicBezTo>
                  <a:cubicBezTo>
                    <a:pt x="145623" y="62285"/>
                    <a:pt x="146089" y="59279"/>
                    <a:pt x="148047" y="57312"/>
                  </a:cubicBezTo>
                  <a:lnTo>
                    <a:pt x="159887" y="45472"/>
                  </a:lnTo>
                  <a:lnTo>
                    <a:pt x="140818" y="26403"/>
                  </a:lnTo>
                  <a:lnTo>
                    <a:pt x="128978" y="38243"/>
                  </a:lnTo>
                  <a:cubicBezTo>
                    <a:pt x="127028" y="40234"/>
                    <a:pt x="124000" y="40702"/>
                    <a:pt x="121539" y="39395"/>
                  </a:cubicBezTo>
                  <a:cubicBezTo>
                    <a:pt x="118188" y="37667"/>
                    <a:pt x="114680" y="36264"/>
                    <a:pt x="111061" y="35204"/>
                  </a:cubicBezTo>
                  <a:cubicBezTo>
                    <a:pt x="108394" y="34381"/>
                    <a:pt x="106569" y="31920"/>
                    <a:pt x="106556" y="29127"/>
                  </a:cubicBezTo>
                  <a:lnTo>
                    <a:pt x="106556" y="12363"/>
                  </a:lnTo>
                  <a:lnTo>
                    <a:pt x="79734" y="12363"/>
                  </a:lnTo>
                  <a:lnTo>
                    <a:pt x="79734" y="29127"/>
                  </a:lnTo>
                  <a:cubicBezTo>
                    <a:pt x="79755" y="31931"/>
                    <a:pt x="77917" y="34410"/>
                    <a:pt x="75228" y="35204"/>
                  </a:cubicBezTo>
                  <a:cubicBezTo>
                    <a:pt x="71610" y="36264"/>
                    <a:pt x="68102" y="37667"/>
                    <a:pt x="64751" y="39395"/>
                  </a:cubicBezTo>
                  <a:cubicBezTo>
                    <a:pt x="62285" y="40667"/>
                    <a:pt x="59279" y="40201"/>
                    <a:pt x="57312" y="38243"/>
                  </a:cubicBezTo>
                  <a:lnTo>
                    <a:pt x="45472" y="26403"/>
                  </a:lnTo>
                  <a:lnTo>
                    <a:pt x="26403" y="45472"/>
                  </a:lnTo>
                  <a:lnTo>
                    <a:pt x="38243" y="57312"/>
                  </a:lnTo>
                  <a:cubicBezTo>
                    <a:pt x="40267" y="59245"/>
                    <a:pt x="40740" y="62296"/>
                    <a:pt x="39395" y="64751"/>
                  </a:cubicBezTo>
                  <a:cubicBezTo>
                    <a:pt x="37688" y="68111"/>
                    <a:pt x="36285" y="71617"/>
                    <a:pt x="35204" y="75228"/>
                  </a:cubicBezTo>
                  <a:cubicBezTo>
                    <a:pt x="34410" y="77917"/>
                    <a:pt x="31931" y="79755"/>
                    <a:pt x="29127" y="79734"/>
                  </a:cubicBezTo>
                  <a:lnTo>
                    <a:pt x="12363" y="79734"/>
                  </a:lnTo>
                  <a:lnTo>
                    <a:pt x="12363" y="106137"/>
                  </a:lnTo>
                  <a:lnTo>
                    <a:pt x="29127" y="106137"/>
                  </a:lnTo>
                  <a:cubicBezTo>
                    <a:pt x="31920" y="106150"/>
                    <a:pt x="34381" y="107975"/>
                    <a:pt x="35204" y="110642"/>
                  </a:cubicBezTo>
                  <a:cubicBezTo>
                    <a:pt x="36264" y="114261"/>
                    <a:pt x="37667" y="117769"/>
                    <a:pt x="39395" y="121120"/>
                  </a:cubicBezTo>
                  <a:cubicBezTo>
                    <a:pt x="40740" y="123575"/>
                    <a:pt x="40267" y="126626"/>
                    <a:pt x="38243" y="128559"/>
                  </a:cubicBezTo>
                  <a:lnTo>
                    <a:pt x="26403" y="140399"/>
                  </a:lnTo>
                  <a:lnTo>
                    <a:pt x="45472" y="159468"/>
                  </a:lnTo>
                  <a:lnTo>
                    <a:pt x="57626" y="148047"/>
                  </a:lnTo>
                  <a:cubicBezTo>
                    <a:pt x="59593" y="146089"/>
                    <a:pt x="62599" y="145623"/>
                    <a:pt x="65065" y="146895"/>
                  </a:cubicBezTo>
                  <a:cubicBezTo>
                    <a:pt x="68425" y="148602"/>
                    <a:pt x="71931" y="150005"/>
                    <a:pt x="75543" y="151086"/>
                  </a:cubicBezTo>
                  <a:cubicBezTo>
                    <a:pt x="78231" y="151880"/>
                    <a:pt x="80069" y="154359"/>
                    <a:pt x="80048" y="157162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6537C2D-670C-EB4D-B1FD-B32A3299A837}"/>
                </a:ext>
              </a:extLst>
            </p:cNvPr>
            <p:cNvSpPr/>
            <p:nvPr/>
          </p:nvSpPr>
          <p:spPr>
            <a:xfrm>
              <a:off x="6706840" y="2373567"/>
              <a:ext cx="103308" cy="103308"/>
            </a:xfrm>
            <a:custGeom>
              <a:avLst/>
              <a:gdLst>
                <a:gd name="connsiteX0" fmla="*/ 51571 w 103308"/>
                <a:gd name="connsiteY0" fmla="*/ 103308 h 103308"/>
                <a:gd name="connsiteX1" fmla="*/ 0 w 103308"/>
                <a:gd name="connsiteY1" fmla="*/ 51571 h 103308"/>
                <a:gd name="connsiteX2" fmla="*/ 51738 w 103308"/>
                <a:gd name="connsiteY2" fmla="*/ 0 h 103308"/>
                <a:gd name="connsiteX3" fmla="*/ 103308 w 103308"/>
                <a:gd name="connsiteY3" fmla="*/ 51737 h 103308"/>
                <a:gd name="connsiteX4" fmla="*/ 88138 w 103308"/>
                <a:gd name="connsiteY4" fmla="*/ 88221 h 103308"/>
                <a:gd name="connsiteX5" fmla="*/ 51571 w 103308"/>
                <a:gd name="connsiteY5" fmla="*/ 103308 h 103308"/>
                <a:gd name="connsiteX6" fmla="*/ 24016 w 103308"/>
                <a:gd name="connsiteY6" fmla="*/ 24098 h 103308"/>
                <a:gd name="connsiteX7" fmla="*/ 24861 w 103308"/>
                <a:gd name="connsiteY7" fmla="*/ 79213 h 103308"/>
                <a:gd name="connsiteX8" fmla="*/ 79976 w 103308"/>
                <a:gd name="connsiteY8" fmla="*/ 78368 h 103308"/>
                <a:gd name="connsiteX9" fmla="*/ 79130 w 103308"/>
                <a:gd name="connsiteY9" fmla="*/ 23253 h 103308"/>
                <a:gd name="connsiteX10" fmla="*/ 51571 w 103308"/>
                <a:gd name="connsiteY10" fmla="*/ 12259 h 103308"/>
                <a:gd name="connsiteX11" fmla="*/ 24016 w 103308"/>
                <a:gd name="connsiteY11" fmla="*/ 23679 h 10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308" h="103308">
                  <a:moveTo>
                    <a:pt x="51571" y="103308"/>
                  </a:moveTo>
                  <a:cubicBezTo>
                    <a:pt x="23043" y="103262"/>
                    <a:pt x="-45" y="80098"/>
                    <a:pt x="0" y="51571"/>
                  </a:cubicBezTo>
                  <a:cubicBezTo>
                    <a:pt x="46" y="23043"/>
                    <a:pt x="23210" y="-46"/>
                    <a:pt x="51738" y="0"/>
                  </a:cubicBezTo>
                  <a:cubicBezTo>
                    <a:pt x="80265" y="46"/>
                    <a:pt x="103354" y="23210"/>
                    <a:pt x="103308" y="51737"/>
                  </a:cubicBezTo>
                  <a:cubicBezTo>
                    <a:pt x="103286" y="65428"/>
                    <a:pt x="97830" y="78551"/>
                    <a:pt x="88138" y="88221"/>
                  </a:cubicBezTo>
                  <a:cubicBezTo>
                    <a:pt x="78421" y="97883"/>
                    <a:pt x="65275" y="103307"/>
                    <a:pt x="51571" y="103308"/>
                  </a:cubicBezTo>
                  <a:close/>
                  <a:moveTo>
                    <a:pt x="24016" y="24098"/>
                  </a:moveTo>
                  <a:cubicBezTo>
                    <a:pt x="9030" y="39552"/>
                    <a:pt x="9408" y="64227"/>
                    <a:pt x="24861" y="79213"/>
                  </a:cubicBezTo>
                  <a:cubicBezTo>
                    <a:pt x="40314" y="94199"/>
                    <a:pt x="64990" y="93820"/>
                    <a:pt x="79976" y="78368"/>
                  </a:cubicBezTo>
                  <a:cubicBezTo>
                    <a:pt x="94961" y="62914"/>
                    <a:pt x="94583" y="38239"/>
                    <a:pt x="79130" y="23253"/>
                  </a:cubicBezTo>
                  <a:cubicBezTo>
                    <a:pt x="71752" y="16099"/>
                    <a:pt x="61848" y="12147"/>
                    <a:pt x="51571" y="12259"/>
                  </a:cubicBezTo>
                  <a:cubicBezTo>
                    <a:pt x="41235" y="12261"/>
                    <a:pt x="31324" y="16369"/>
                    <a:pt x="24016" y="2367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0AF11E99-8B1F-084F-9142-50A32E7E7A15}"/>
                </a:ext>
              </a:extLst>
            </p:cNvPr>
            <p:cNvSpPr/>
            <p:nvPr/>
          </p:nvSpPr>
          <p:spPr>
            <a:xfrm>
              <a:off x="6682998" y="2165116"/>
              <a:ext cx="134332" cy="194726"/>
            </a:xfrm>
            <a:custGeom>
              <a:avLst/>
              <a:gdLst>
                <a:gd name="connsiteX0" fmla="*/ 126334 w 134332"/>
                <a:gd name="connsiteY0" fmla="*/ 194726 h 194726"/>
                <a:gd name="connsiteX1" fmla="*/ 125496 w 134332"/>
                <a:gd name="connsiteY1" fmla="*/ 194726 h 194726"/>
                <a:gd name="connsiteX2" fmla="*/ 120048 w 134332"/>
                <a:gd name="connsiteY2" fmla="*/ 187497 h 194726"/>
                <a:gd name="connsiteX3" fmla="*/ 80967 w 134332"/>
                <a:gd name="connsiteY3" fmla="*/ 68682 h 194726"/>
                <a:gd name="connsiteX4" fmla="*/ 80233 w 134332"/>
                <a:gd name="connsiteY4" fmla="*/ 68053 h 194726"/>
                <a:gd name="connsiteX5" fmla="*/ 79604 w 134332"/>
                <a:gd name="connsiteY5" fmla="*/ 67320 h 194726"/>
                <a:gd name="connsiteX6" fmla="*/ 5319 w 134332"/>
                <a:gd name="connsiteY6" fmla="*/ 28762 h 194726"/>
                <a:gd name="connsiteX7" fmla="*/ 80 w 134332"/>
                <a:gd name="connsiteY7" fmla="*/ 23524 h 194726"/>
                <a:gd name="connsiteX8" fmla="*/ 3433 w 134332"/>
                <a:gd name="connsiteY8" fmla="*/ 16923 h 194726"/>
                <a:gd name="connsiteX9" fmla="*/ 34970 w 134332"/>
                <a:gd name="connsiteY9" fmla="*/ 683 h 194726"/>
                <a:gd name="connsiteX10" fmla="*/ 43421 w 134332"/>
                <a:gd name="connsiteY10" fmla="*/ 3441 h 194726"/>
                <a:gd name="connsiteX11" fmla="*/ 43457 w 134332"/>
                <a:gd name="connsiteY11" fmla="*/ 3512 h 194726"/>
                <a:gd name="connsiteX12" fmla="*/ 40950 w 134332"/>
                <a:gd name="connsiteY12" fmla="*/ 11887 h 194726"/>
                <a:gd name="connsiteX13" fmla="*/ 40733 w 134332"/>
                <a:gd name="connsiteY13" fmla="*/ 11998 h 194726"/>
                <a:gd name="connsiteX14" fmla="*/ 24702 w 134332"/>
                <a:gd name="connsiteY14" fmla="*/ 20276 h 194726"/>
                <a:gd name="connsiteX15" fmla="*/ 88406 w 134332"/>
                <a:gd name="connsiteY15" fmla="*/ 58309 h 194726"/>
                <a:gd name="connsiteX16" fmla="*/ 89139 w 134332"/>
                <a:gd name="connsiteY16" fmla="*/ 59042 h 194726"/>
                <a:gd name="connsiteX17" fmla="*/ 89768 w 134332"/>
                <a:gd name="connsiteY17" fmla="*/ 59671 h 194726"/>
                <a:gd name="connsiteX18" fmla="*/ 132621 w 134332"/>
                <a:gd name="connsiteY18" fmla="*/ 189278 h 194726"/>
                <a:gd name="connsiteX19" fmla="*/ 126334 w 134332"/>
                <a:gd name="connsiteY19" fmla="*/ 194726 h 19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4332" h="194726">
                  <a:moveTo>
                    <a:pt x="126334" y="194726"/>
                  </a:moveTo>
                  <a:lnTo>
                    <a:pt x="125496" y="194726"/>
                  </a:lnTo>
                  <a:cubicBezTo>
                    <a:pt x="122024" y="194186"/>
                    <a:pt x="119610" y="190983"/>
                    <a:pt x="120048" y="187497"/>
                  </a:cubicBezTo>
                  <a:cubicBezTo>
                    <a:pt x="126766" y="143921"/>
                    <a:pt x="112241" y="99760"/>
                    <a:pt x="80967" y="68682"/>
                  </a:cubicBezTo>
                  <a:lnTo>
                    <a:pt x="80233" y="68053"/>
                  </a:lnTo>
                  <a:lnTo>
                    <a:pt x="79604" y="67320"/>
                  </a:lnTo>
                  <a:cubicBezTo>
                    <a:pt x="59435" y="47081"/>
                    <a:pt x="33477" y="33608"/>
                    <a:pt x="5319" y="28762"/>
                  </a:cubicBezTo>
                  <a:cubicBezTo>
                    <a:pt x="2636" y="28310"/>
                    <a:pt x="533" y="26207"/>
                    <a:pt x="80" y="23524"/>
                  </a:cubicBezTo>
                  <a:cubicBezTo>
                    <a:pt x="-354" y="20829"/>
                    <a:pt x="1001" y="18162"/>
                    <a:pt x="3433" y="16923"/>
                  </a:cubicBezTo>
                  <a:lnTo>
                    <a:pt x="34970" y="683"/>
                  </a:lnTo>
                  <a:cubicBezTo>
                    <a:pt x="38066" y="-889"/>
                    <a:pt x="41850" y="346"/>
                    <a:pt x="43421" y="3441"/>
                  </a:cubicBezTo>
                  <a:cubicBezTo>
                    <a:pt x="43434" y="3465"/>
                    <a:pt x="43446" y="3488"/>
                    <a:pt x="43457" y="3512"/>
                  </a:cubicBezTo>
                  <a:cubicBezTo>
                    <a:pt x="45078" y="6517"/>
                    <a:pt x="43955" y="10266"/>
                    <a:pt x="40950" y="11887"/>
                  </a:cubicBezTo>
                  <a:cubicBezTo>
                    <a:pt x="40879" y="11925"/>
                    <a:pt x="40806" y="11963"/>
                    <a:pt x="40733" y="11998"/>
                  </a:cubicBezTo>
                  <a:lnTo>
                    <a:pt x="24702" y="20276"/>
                  </a:lnTo>
                  <a:cubicBezTo>
                    <a:pt x="48771" y="27453"/>
                    <a:pt x="70668" y="40526"/>
                    <a:pt x="88406" y="58309"/>
                  </a:cubicBezTo>
                  <a:cubicBezTo>
                    <a:pt x="88622" y="58579"/>
                    <a:pt x="88869" y="58825"/>
                    <a:pt x="89139" y="59042"/>
                  </a:cubicBezTo>
                  <a:lnTo>
                    <a:pt x="89768" y="59671"/>
                  </a:lnTo>
                  <a:cubicBezTo>
                    <a:pt x="123926" y="93553"/>
                    <a:pt x="139849" y="141711"/>
                    <a:pt x="132621" y="189278"/>
                  </a:cubicBezTo>
                  <a:cubicBezTo>
                    <a:pt x="132198" y="192419"/>
                    <a:pt x="129504" y="194754"/>
                    <a:pt x="126334" y="19472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6F186CDA-C39F-3F4E-82F2-9579E36F25A5}"/>
                </a:ext>
              </a:extLst>
            </p:cNvPr>
            <p:cNvSpPr/>
            <p:nvPr/>
          </p:nvSpPr>
          <p:spPr>
            <a:xfrm>
              <a:off x="6683031" y="2181296"/>
              <a:ext cx="35341" cy="42442"/>
            </a:xfrm>
            <a:custGeom>
              <a:avLst/>
              <a:gdLst>
                <a:gd name="connsiteX0" fmla="*/ 28965 w 35341"/>
                <a:gd name="connsiteY0" fmla="*/ 42443 h 42442"/>
                <a:gd name="connsiteX1" fmla="*/ 23936 w 35341"/>
                <a:gd name="connsiteY1" fmla="*/ 39928 h 42442"/>
                <a:gd name="connsiteX2" fmla="*/ 1305 w 35341"/>
                <a:gd name="connsiteY2" fmla="*/ 10172 h 42442"/>
                <a:gd name="connsiteX3" fmla="*/ 2457 w 35341"/>
                <a:gd name="connsiteY3" fmla="*/ 1266 h 42442"/>
                <a:gd name="connsiteX4" fmla="*/ 11363 w 35341"/>
                <a:gd name="connsiteY4" fmla="*/ 2523 h 42442"/>
                <a:gd name="connsiteX5" fmla="*/ 33994 w 35341"/>
                <a:gd name="connsiteY5" fmla="*/ 32280 h 42442"/>
                <a:gd name="connsiteX6" fmla="*/ 32943 w 35341"/>
                <a:gd name="connsiteY6" fmla="*/ 41108 h 42442"/>
                <a:gd name="connsiteX7" fmla="*/ 32842 w 35341"/>
                <a:gd name="connsiteY7" fmla="*/ 41185 h 42442"/>
                <a:gd name="connsiteX8" fmla="*/ 28965 w 35341"/>
                <a:gd name="connsiteY8" fmla="*/ 42443 h 4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1" h="42442">
                  <a:moveTo>
                    <a:pt x="28965" y="42443"/>
                  </a:moveTo>
                  <a:cubicBezTo>
                    <a:pt x="26986" y="42443"/>
                    <a:pt x="25123" y="41511"/>
                    <a:pt x="23936" y="39928"/>
                  </a:cubicBezTo>
                  <a:lnTo>
                    <a:pt x="1305" y="10172"/>
                  </a:lnTo>
                  <a:cubicBezTo>
                    <a:pt x="-813" y="7388"/>
                    <a:pt x="-299" y="3419"/>
                    <a:pt x="2457" y="1266"/>
                  </a:cubicBezTo>
                  <a:cubicBezTo>
                    <a:pt x="5268" y="-828"/>
                    <a:pt x="9241" y="-267"/>
                    <a:pt x="11363" y="2523"/>
                  </a:cubicBezTo>
                  <a:lnTo>
                    <a:pt x="33994" y="32280"/>
                  </a:lnTo>
                  <a:cubicBezTo>
                    <a:pt x="36142" y="35008"/>
                    <a:pt x="35671" y="38960"/>
                    <a:pt x="32943" y="41108"/>
                  </a:cubicBezTo>
                  <a:cubicBezTo>
                    <a:pt x="32909" y="41134"/>
                    <a:pt x="32875" y="41160"/>
                    <a:pt x="32842" y="41185"/>
                  </a:cubicBezTo>
                  <a:cubicBezTo>
                    <a:pt x="31715" y="42003"/>
                    <a:pt x="30358" y="42443"/>
                    <a:pt x="28965" y="4244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09BF0F8-62BB-764F-B760-26CC95027AB8}"/>
                </a:ext>
              </a:extLst>
            </p:cNvPr>
            <p:cNvSpPr/>
            <p:nvPr/>
          </p:nvSpPr>
          <p:spPr>
            <a:xfrm>
              <a:off x="6611218" y="2439423"/>
              <a:ext cx="35760" cy="42493"/>
            </a:xfrm>
            <a:custGeom>
              <a:avLst/>
              <a:gdLst>
                <a:gd name="connsiteX0" fmla="*/ 29008 w 35760"/>
                <a:gd name="connsiteY0" fmla="*/ 42481 h 42493"/>
                <a:gd name="connsiteX1" fmla="*/ 23978 w 35760"/>
                <a:gd name="connsiteY1" fmla="*/ 39967 h 42493"/>
                <a:gd name="connsiteX2" fmla="*/ 1347 w 35760"/>
                <a:gd name="connsiteY2" fmla="*/ 10211 h 42493"/>
                <a:gd name="connsiteX3" fmla="*/ 2399 w 35760"/>
                <a:gd name="connsiteY3" fmla="*/ 1382 h 42493"/>
                <a:gd name="connsiteX4" fmla="*/ 2500 w 35760"/>
                <a:gd name="connsiteY4" fmla="*/ 1305 h 42493"/>
                <a:gd name="connsiteX5" fmla="*/ 11405 w 35760"/>
                <a:gd name="connsiteY5" fmla="*/ 2457 h 42493"/>
                <a:gd name="connsiteX6" fmla="*/ 34456 w 35760"/>
                <a:gd name="connsiteY6" fmla="*/ 32318 h 42493"/>
                <a:gd name="connsiteX7" fmla="*/ 33303 w 35760"/>
                <a:gd name="connsiteY7" fmla="*/ 41224 h 42493"/>
                <a:gd name="connsiteX8" fmla="*/ 29008 w 35760"/>
                <a:gd name="connsiteY8" fmla="*/ 42481 h 4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760" h="42493">
                  <a:moveTo>
                    <a:pt x="29008" y="42481"/>
                  </a:moveTo>
                  <a:cubicBezTo>
                    <a:pt x="27028" y="42481"/>
                    <a:pt x="25166" y="41550"/>
                    <a:pt x="23978" y="39967"/>
                  </a:cubicBezTo>
                  <a:lnTo>
                    <a:pt x="1347" y="10211"/>
                  </a:lnTo>
                  <a:cubicBezTo>
                    <a:pt x="-801" y="7482"/>
                    <a:pt x="-329" y="3530"/>
                    <a:pt x="2399" y="1382"/>
                  </a:cubicBezTo>
                  <a:cubicBezTo>
                    <a:pt x="2433" y="1356"/>
                    <a:pt x="2466" y="1330"/>
                    <a:pt x="2500" y="1305"/>
                  </a:cubicBezTo>
                  <a:cubicBezTo>
                    <a:pt x="5283" y="-813"/>
                    <a:pt x="9252" y="-299"/>
                    <a:pt x="11405" y="2457"/>
                  </a:cubicBezTo>
                  <a:lnTo>
                    <a:pt x="34456" y="32318"/>
                  </a:lnTo>
                  <a:cubicBezTo>
                    <a:pt x="36573" y="35102"/>
                    <a:pt x="36060" y="39071"/>
                    <a:pt x="33303" y="41224"/>
                  </a:cubicBezTo>
                  <a:cubicBezTo>
                    <a:pt x="32062" y="42130"/>
                    <a:pt x="30543" y="42576"/>
                    <a:pt x="29008" y="4248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9" name="Graphic 56">
            <a:extLst>
              <a:ext uri="{FF2B5EF4-FFF2-40B4-BE49-F238E27FC236}">
                <a16:creationId xmlns:a16="http://schemas.microsoft.com/office/drawing/2014/main" id="{BE318287-61A2-6642-A020-EB6B911B573B}"/>
              </a:ext>
            </a:extLst>
          </p:cNvPr>
          <p:cNvGrpSpPr>
            <a:grpSpLocks noChangeAspect="1"/>
          </p:cNvGrpSpPr>
          <p:nvPr/>
        </p:nvGrpSpPr>
        <p:grpSpPr>
          <a:xfrm>
            <a:off x="6524279" y="5264351"/>
            <a:ext cx="354991" cy="413733"/>
            <a:chOff x="6505165" y="2144026"/>
            <a:chExt cx="322719" cy="376121"/>
          </a:xfrm>
          <a:solidFill>
            <a:srgbClr val="FFFFFF"/>
          </a:solidFill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0C6EB4B-DED9-DD44-AFFD-8E41C1C923DD}"/>
                </a:ext>
              </a:extLst>
            </p:cNvPr>
            <p:cNvSpPr/>
            <p:nvPr/>
          </p:nvSpPr>
          <p:spPr>
            <a:xfrm>
              <a:off x="6571527" y="2209890"/>
              <a:ext cx="190737" cy="232522"/>
            </a:xfrm>
            <a:custGeom>
              <a:avLst/>
              <a:gdLst>
                <a:gd name="connsiteX0" fmla="*/ 130342 w 190737"/>
                <a:gd name="connsiteY0" fmla="*/ 232515 h 232522"/>
                <a:gd name="connsiteX1" fmla="*/ 59654 w 190737"/>
                <a:gd name="connsiteY1" fmla="*/ 232515 h 232522"/>
                <a:gd name="connsiteX2" fmla="*/ 53331 w 190737"/>
                <a:gd name="connsiteY2" fmla="*/ 226123 h 232522"/>
                <a:gd name="connsiteX3" fmla="*/ 53331 w 190737"/>
                <a:gd name="connsiteY3" fmla="*/ 225390 h 232522"/>
                <a:gd name="connsiteX4" fmla="*/ 27730 w 190737"/>
                <a:gd name="connsiteY4" fmla="*/ 163573 h 232522"/>
                <a:gd name="connsiteX5" fmla="*/ 1092 w 190737"/>
                <a:gd name="connsiteY5" fmla="*/ 81639 h 232522"/>
                <a:gd name="connsiteX6" fmla="*/ 84011 w 190737"/>
                <a:gd name="connsiteY6" fmla="*/ 752 h 232522"/>
                <a:gd name="connsiteX7" fmla="*/ 190003 w 190737"/>
                <a:gd name="connsiteY7" fmla="*/ 84072 h 232522"/>
                <a:gd name="connsiteX8" fmla="*/ 162473 w 190737"/>
                <a:gd name="connsiteY8" fmla="*/ 164306 h 232522"/>
                <a:gd name="connsiteX9" fmla="*/ 136872 w 190737"/>
                <a:gd name="connsiteY9" fmla="*/ 224237 h 232522"/>
                <a:gd name="connsiteX10" fmla="*/ 136872 w 190737"/>
                <a:gd name="connsiteY10" fmla="*/ 226123 h 232522"/>
                <a:gd name="connsiteX11" fmla="*/ 130765 w 190737"/>
                <a:gd name="connsiteY11" fmla="*/ 232521 h 232522"/>
                <a:gd name="connsiteX12" fmla="*/ 130342 w 190737"/>
                <a:gd name="connsiteY12" fmla="*/ 232515 h 232522"/>
                <a:gd name="connsiteX13" fmla="*/ 65769 w 190737"/>
                <a:gd name="connsiteY13" fmla="*/ 219837 h 232522"/>
                <a:gd name="connsiteX14" fmla="*/ 124123 w 190737"/>
                <a:gd name="connsiteY14" fmla="*/ 219837 h 232522"/>
                <a:gd name="connsiteX15" fmla="*/ 153248 w 190737"/>
                <a:gd name="connsiteY15" fmla="*/ 154981 h 232522"/>
                <a:gd name="connsiteX16" fmla="*/ 150560 w 190737"/>
                <a:gd name="connsiteY16" fmla="*/ 36473 h 232522"/>
                <a:gd name="connsiteX17" fmla="*/ 85462 w 190737"/>
                <a:gd name="connsiteY17" fmla="*/ 13640 h 232522"/>
                <a:gd name="connsiteX18" fmla="*/ 13549 w 190737"/>
                <a:gd name="connsiteY18" fmla="*/ 107272 h 232522"/>
                <a:gd name="connsiteX19" fmla="*/ 36126 w 190737"/>
                <a:gd name="connsiteY19" fmla="*/ 154981 h 232522"/>
                <a:gd name="connsiteX20" fmla="*/ 65769 w 190737"/>
                <a:gd name="connsiteY20" fmla="*/ 219837 h 23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737" h="232522">
                  <a:moveTo>
                    <a:pt x="130342" y="232515"/>
                  </a:moveTo>
                  <a:lnTo>
                    <a:pt x="59654" y="232515"/>
                  </a:lnTo>
                  <a:cubicBezTo>
                    <a:pt x="56162" y="232515"/>
                    <a:pt x="53331" y="229653"/>
                    <a:pt x="53331" y="226123"/>
                  </a:cubicBezTo>
                  <a:lnTo>
                    <a:pt x="53331" y="225390"/>
                  </a:lnTo>
                  <a:cubicBezTo>
                    <a:pt x="53129" y="202191"/>
                    <a:pt x="43938" y="179998"/>
                    <a:pt x="27730" y="163573"/>
                  </a:cubicBezTo>
                  <a:cubicBezTo>
                    <a:pt x="6426" y="142123"/>
                    <a:pt x="-3471" y="111682"/>
                    <a:pt x="1092" y="81639"/>
                  </a:cubicBezTo>
                  <a:cubicBezTo>
                    <a:pt x="7767" y="38986"/>
                    <a:pt x="41607" y="5976"/>
                    <a:pt x="84011" y="752"/>
                  </a:cubicBezTo>
                  <a:cubicBezTo>
                    <a:pt x="136041" y="-5827"/>
                    <a:pt x="183495" y="31477"/>
                    <a:pt x="190003" y="84072"/>
                  </a:cubicBezTo>
                  <a:cubicBezTo>
                    <a:pt x="193668" y="113689"/>
                    <a:pt x="183493" y="143344"/>
                    <a:pt x="162473" y="164306"/>
                  </a:cubicBezTo>
                  <a:cubicBezTo>
                    <a:pt x="146366" y="180027"/>
                    <a:pt x="137148" y="201606"/>
                    <a:pt x="136872" y="224237"/>
                  </a:cubicBezTo>
                  <a:lnTo>
                    <a:pt x="136872" y="226123"/>
                  </a:lnTo>
                  <a:cubicBezTo>
                    <a:pt x="136933" y="229595"/>
                    <a:pt x="134199" y="232459"/>
                    <a:pt x="130765" y="232521"/>
                  </a:cubicBezTo>
                  <a:cubicBezTo>
                    <a:pt x="130624" y="232524"/>
                    <a:pt x="130483" y="232522"/>
                    <a:pt x="130342" y="232515"/>
                  </a:cubicBezTo>
                  <a:close/>
                  <a:moveTo>
                    <a:pt x="65769" y="219837"/>
                  </a:moveTo>
                  <a:lnTo>
                    <a:pt x="124123" y="219837"/>
                  </a:lnTo>
                  <a:cubicBezTo>
                    <a:pt x="125428" y="195287"/>
                    <a:pt x="135825" y="172134"/>
                    <a:pt x="153248" y="154981"/>
                  </a:cubicBezTo>
                  <a:cubicBezTo>
                    <a:pt x="184879" y="121506"/>
                    <a:pt x="183676" y="68448"/>
                    <a:pt x="150560" y="36473"/>
                  </a:cubicBezTo>
                  <a:cubicBezTo>
                    <a:pt x="133165" y="19676"/>
                    <a:pt x="109411" y="11345"/>
                    <a:pt x="85462" y="13640"/>
                  </a:cubicBezTo>
                  <a:cubicBezTo>
                    <a:pt x="40026" y="19421"/>
                    <a:pt x="7829" y="61342"/>
                    <a:pt x="13549" y="107272"/>
                  </a:cubicBezTo>
                  <a:cubicBezTo>
                    <a:pt x="15784" y="125221"/>
                    <a:pt x="23704" y="141958"/>
                    <a:pt x="36126" y="154981"/>
                  </a:cubicBezTo>
                  <a:cubicBezTo>
                    <a:pt x="53422" y="172277"/>
                    <a:pt x="63950" y="195311"/>
                    <a:pt x="65769" y="219837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D4B3CD8B-6A25-074C-81A0-2F80CE23F045}"/>
                </a:ext>
              </a:extLst>
            </p:cNvPr>
            <p:cNvSpPr/>
            <p:nvPr/>
          </p:nvSpPr>
          <p:spPr>
            <a:xfrm>
              <a:off x="6611329" y="2429673"/>
              <a:ext cx="113082" cy="38138"/>
            </a:xfrm>
            <a:custGeom>
              <a:avLst/>
              <a:gdLst>
                <a:gd name="connsiteX0" fmla="*/ 92820 w 113082"/>
                <a:gd name="connsiteY0" fmla="*/ 38087 h 38138"/>
                <a:gd name="connsiteX1" fmla="*/ 17468 w 113082"/>
                <a:gd name="connsiteY1" fmla="*/ 38087 h 38138"/>
                <a:gd name="connsiteX2" fmla="*/ 53 w 113082"/>
                <a:gd name="connsiteY2" fmla="*/ 17657 h 38138"/>
                <a:gd name="connsiteX3" fmla="*/ 17468 w 113082"/>
                <a:gd name="connsiteY3" fmla="*/ 53 h 38138"/>
                <a:gd name="connsiteX4" fmla="*/ 92820 w 113082"/>
                <a:gd name="connsiteY4" fmla="*/ 53 h 38138"/>
                <a:gd name="connsiteX5" fmla="*/ 113029 w 113082"/>
                <a:gd name="connsiteY5" fmla="*/ 17657 h 38138"/>
                <a:gd name="connsiteX6" fmla="*/ 95615 w 113082"/>
                <a:gd name="connsiteY6" fmla="*/ 38087 h 38138"/>
                <a:gd name="connsiteX7" fmla="*/ 92820 w 113082"/>
                <a:gd name="connsiteY7" fmla="*/ 38087 h 38138"/>
                <a:gd name="connsiteX8" fmla="*/ 17468 w 113082"/>
                <a:gd name="connsiteY8" fmla="*/ 12731 h 38138"/>
                <a:gd name="connsiteX9" fmla="*/ 12005 w 113082"/>
                <a:gd name="connsiteY9" fmla="*/ 19887 h 38138"/>
                <a:gd name="connsiteX10" fmla="*/ 17468 w 113082"/>
                <a:gd name="connsiteY10" fmla="*/ 25409 h 38138"/>
                <a:gd name="connsiteX11" fmla="*/ 92820 w 113082"/>
                <a:gd name="connsiteY11" fmla="*/ 25409 h 38138"/>
                <a:gd name="connsiteX12" fmla="*/ 99899 w 113082"/>
                <a:gd name="connsiteY12" fmla="*/ 19887 h 38138"/>
                <a:gd name="connsiteX13" fmla="*/ 94436 w 113082"/>
                <a:gd name="connsiteY13" fmla="*/ 12731 h 38138"/>
                <a:gd name="connsiteX14" fmla="*/ 92820 w 113082"/>
                <a:gd name="connsiteY14" fmla="*/ 12731 h 3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082" h="38138">
                  <a:moveTo>
                    <a:pt x="92820" y="38087"/>
                  </a:moveTo>
                  <a:lnTo>
                    <a:pt x="17468" y="38087"/>
                  </a:lnTo>
                  <a:cubicBezTo>
                    <a:pt x="7078" y="37306"/>
                    <a:pt x="-719" y="28160"/>
                    <a:pt x="53" y="17657"/>
                  </a:cubicBezTo>
                  <a:cubicBezTo>
                    <a:pt x="745" y="8240"/>
                    <a:pt x="8151" y="753"/>
                    <a:pt x="17468" y="53"/>
                  </a:cubicBezTo>
                  <a:lnTo>
                    <a:pt x="92820" y="53"/>
                  </a:lnTo>
                  <a:cubicBezTo>
                    <a:pt x="103210" y="-727"/>
                    <a:pt x="112258" y="7155"/>
                    <a:pt x="113029" y="17657"/>
                  </a:cubicBezTo>
                  <a:cubicBezTo>
                    <a:pt x="113801" y="28160"/>
                    <a:pt x="106004" y="37306"/>
                    <a:pt x="95615" y="38087"/>
                  </a:cubicBezTo>
                  <a:cubicBezTo>
                    <a:pt x="94684" y="38156"/>
                    <a:pt x="93750" y="38156"/>
                    <a:pt x="92820" y="38087"/>
                  </a:cubicBezTo>
                  <a:close/>
                  <a:moveTo>
                    <a:pt x="17468" y="12731"/>
                  </a:moveTo>
                  <a:cubicBezTo>
                    <a:pt x="14004" y="13182"/>
                    <a:pt x="11559" y="16386"/>
                    <a:pt x="12005" y="19887"/>
                  </a:cubicBezTo>
                  <a:cubicBezTo>
                    <a:pt x="12372" y="22769"/>
                    <a:pt x="14616" y="25037"/>
                    <a:pt x="17468" y="25409"/>
                  </a:cubicBezTo>
                  <a:lnTo>
                    <a:pt x="92820" y="25409"/>
                  </a:lnTo>
                  <a:cubicBezTo>
                    <a:pt x="96283" y="25860"/>
                    <a:pt x="99452" y="23387"/>
                    <a:pt x="99899" y="19887"/>
                  </a:cubicBezTo>
                  <a:cubicBezTo>
                    <a:pt x="100345" y="16386"/>
                    <a:pt x="97899" y="13182"/>
                    <a:pt x="94436" y="12731"/>
                  </a:cubicBezTo>
                  <a:cubicBezTo>
                    <a:pt x="93899" y="12661"/>
                    <a:pt x="93356" y="12661"/>
                    <a:pt x="92820" y="12731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BC56865-75A2-484D-A2F0-6A9639230EDB}"/>
                </a:ext>
              </a:extLst>
            </p:cNvPr>
            <p:cNvSpPr/>
            <p:nvPr/>
          </p:nvSpPr>
          <p:spPr>
            <a:xfrm>
              <a:off x="6609933" y="2482009"/>
              <a:ext cx="113080" cy="38138"/>
            </a:xfrm>
            <a:custGeom>
              <a:avLst/>
              <a:gdLst>
                <a:gd name="connsiteX0" fmla="*/ 94216 w 113080"/>
                <a:gd name="connsiteY0" fmla="*/ 38138 h 38138"/>
                <a:gd name="connsiteX1" fmla="*/ 18864 w 113080"/>
                <a:gd name="connsiteY1" fmla="*/ 38138 h 38138"/>
                <a:gd name="connsiteX2" fmla="*/ 0 w 113080"/>
                <a:gd name="connsiteY2" fmla="*/ 19069 h 38138"/>
                <a:gd name="connsiteX3" fmla="*/ 18864 w 113080"/>
                <a:gd name="connsiteY3" fmla="*/ 0 h 38138"/>
                <a:gd name="connsiteX4" fmla="*/ 94216 w 113080"/>
                <a:gd name="connsiteY4" fmla="*/ 0 h 38138"/>
                <a:gd name="connsiteX5" fmla="*/ 113080 w 113080"/>
                <a:gd name="connsiteY5" fmla="*/ 19069 h 38138"/>
                <a:gd name="connsiteX6" fmla="*/ 94216 w 113080"/>
                <a:gd name="connsiteY6" fmla="*/ 38138 h 38138"/>
                <a:gd name="connsiteX7" fmla="*/ 18864 w 113080"/>
                <a:gd name="connsiteY7" fmla="*/ 12783 h 38138"/>
                <a:gd name="connsiteX8" fmla="*/ 12645 w 113080"/>
                <a:gd name="connsiteY8" fmla="*/ 19069 h 38138"/>
                <a:gd name="connsiteX9" fmla="*/ 18864 w 113080"/>
                <a:gd name="connsiteY9" fmla="*/ 25460 h 38138"/>
                <a:gd name="connsiteX10" fmla="*/ 94216 w 113080"/>
                <a:gd name="connsiteY10" fmla="*/ 25460 h 38138"/>
                <a:gd name="connsiteX11" fmla="*/ 100539 w 113080"/>
                <a:gd name="connsiteY11" fmla="*/ 19069 h 38138"/>
                <a:gd name="connsiteX12" fmla="*/ 94321 w 113080"/>
                <a:gd name="connsiteY12" fmla="*/ 12782 h 38138"/>
                <a:gd name="connsiteX13" fmla="*/ 94216 w 113080"/>
                <a:gd name="connsiteY13" fmla="*/ 12783 h 3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080" h="38138">
                  <a:moveTo>
                    <a:pt x="94216" y="38138"/>
                  </a:moveTo>
                  <a:lnTo>
                    <a:pt x="18864" y="38138"/>
                  </a:lnTo>
                  <a:cubicBezTo>
                    <a:pt x="8446" y="38138"/>
                    <a:pt x="0" y="29601"/>
                    <a:pt x="0" y="19069"/>
                  </a:cubicBezTo>
                  <a:cubicBezTo>
                    <a:pt x="0" y="8538"/>
                    <a:pt x="8446" y="0"/>
                    <a:pt x="18864" y="0"/>
                  </a:cubicBezTo>
                  <a:lnTo>
                    <a:pt x="94216" y="0"/>
                  </a:lnTo>
                  <a:cubicBezTo>
                    <a:pt x="104635" y="0"/>
                    <a:pt x="113080" y="8538"/>
                    <a:pt x="113080" y="19069"/>
                  </a:cubicBezTo>
                  <a:cubicBezTo>
                    <a:pt x="113080" y="29601"/>
                    <a:pt x="104635" y="38138"/>
                    <a:pt x="94216" y="38138"/>
                  </a:cubicBezTo>
                  <a:close/>
                  <a:moveTo>
                    <a:pt x="18864" y="12783"/>
                  </a:moveTo>
                  <a:cubicBezTo>
                    <a:pt x="15429" y="12783"/>
                    <a:pt x="12645" y="15597"/>
                    <a:pt x="12645" y="19069"/>
                  </a:cubicBezTo>
                  <a:cubicBezTo>
                    <a:pt x="12645" y="22558"/>
                    <a:pt x="15413" y="25403"/>
                    <a:pt x="18864" y="25460"/>
                  </a:cubicBezTo>
                  <a:lnTo>
                    <a:pt x="94216" y="25460"/>
                  </a:lnTo>
                  <a:cubicBezTo>
                    <a:pt x="97708" y="25460"/>
                    <a:pt x="100539" y="22599"/>
                    <a:pt x="100539" y="19069"/>
                  </a:cubicBezTo>
                  <a:cubicBezTo>
                    <a:pt x="100539" y="15597"/>
                    <a:pt x="97756" y="12782"/>
                    <a:pt x="94321" y="12782"/>
                  </a:cubicBezTo>
                  <a:cubicBezTo>
                    <a:pt x="94286" y="12782"/>
                    <a:pt x="94251" y="12782"/>
                    <a:pt x="94216" y="12783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066440B-6CB7-D842-9FA4-EBEBBF1CA9EF}"/>
                </a:ext>
              </a:extLst>
            </p:cNvPr>
            <p:cNvSpPr/>
            <p:nvPr/>
          </p:nvSpPr>
          <p:spPr>
            <a:xfrm>
              <a:off x="6624029" y="2455082"/>
              <a:ext cx="85198" cy="39709"/>
            </a:xfrm>
            <a:custGeom>
              <a:avLst/>
              <a:gdLst>
                <a:gd name="connsiteX0" fmla="*/ 78876 w 85198"/>
                <a:gd name="connsiteY0" fmla="*/ 39710 h 39709"/>
                <a:gd name="connsiteX1" fmla="*/ 6323 w 85198"/>
                <a:gd name="connsiteY1" fmla="*/ 39710 h 39709"/>
                <a:gd name="connsiteX2" fmla="*/ 0 w 85198"/>
                <a:gd name="connsiteY2" fmla="*/ 33318 h 39709"/>
                <a:gd name="connsiteX3" fmla="*/ 0 w 85198"/>
                <a:gd name="connsiteY3" fmla="*/ 6391 h 39709"/>
                <a:gd name="connsiteX4" fmla="*/ 6323 w 85198"/>
                <a:gd name="connsiteY4" fmla="*/ 0 h 39709"/>
                <a:gd name="connsiteX5" fmla="*/ 78876 w 85198"/>
                <a:gd name="connsiteY5" fmla="*/ 0 h 39709"/>
                <a:gd name="connsiteX6" fmla="*/ 85199 w 85198"/>
                <a:gd name="connsiteY6" fmla="*/ 6391 h 39709"/>
                <a:gd name="connsiteX7" fmla="*/ 85199 w 85198"/>
                <a:gd name="connsiteY7" fmla="*/ 33318 h 39709"/>
                <a:gd name="connsiteX8" fmla="*/ 78876 w 85198"/>
                <a:gd name="connsiteY8" fmla="*/ 39710 h 39709"/>
                <a:gd name="connsiteX9" fmla="*/ 12127 w 85198"/>
                <a:gd name="connsiteY9" fmla="*/ 26927 h 39709"/>
                <a:gd name="connsiteX10" fmla="*/ 72658 w 85198"/>
                <a:gd name="connsiteY10" fmla="*/ 26927 h 39709"/>
                <a:gd name="connsiteX11" fmla="*/ 72658 w 85198"/>
                <a:gd name="connsiteY11" fmla="*/ 12678 h 39709"/>
                <a:gd name="connsiteX12" fmla="*/ 12231 w 85198"/>
                <a:gd name="connsiteY12" fmla="*/ 12678 h 3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198" h="39709">
                  <a:moveTo>
                    <a:pt x="78876" y="39710"/>
                  </a:moveTo>
                  <a:lnTo>
                    <a:pt x="6323" y="39710"/>
                  </a:lnTo>
                  <a:cubicBezTo>
                    <a:pt x="2831" y="39710"/>
                    <a:pt x="0" y="36848"/>
                    <a:pt x="0" y="33318"/>
                  </a:cubicBezTo>
                  <a:lnTo>
                    <a:pt x="0" y="6391"/>
                  </a:lnTo>
                  <a:cubicBezTo>
                    <a:pt x="0" y="2861"/>
                    <a:pt x="2831" y="0"/>
                    <a:pt x="6323" y="0"/>
                  </a:cubicBezTo>
                  <a:lnTo>
                    <a:pt x="78876" y="0"/>
                  </a:lnTo>
                  <a:cubicBezTo>
                    <a:pt x="82368" y="0"/>
                    <a:pt x="85199" y="2861"/>
                    <a:pt x="85199" y="6391"/>
                  </a:cubicBezTo>
                  <a:lnTo>
                    <a:pt x="85199" y="33318"/>
                  </a:lnTo>
                  <a:cubicBezTo>
                    <a:pt x="85199" y="36848"/>
                    <a:pt x="82368" y="39710"/>
                    <a:pt x="78876" y="39710"/>
                  </a:cubicBezTo>
                  <a:close/>
                  <a:moveTo>
                    <a:pt x="12127" y="26927"/>
                  </a:moveTo>
                  <a:lnTo>
                    <a:pt x="72658" y="26927"/>
                  </a:lnTo>
                  <a:lnTo>
                    <a:pt x="72658" y="12678"/>
                  </a:lnTo>
                  <a:lnTo>
                    <a:pt x="12231" y="12678"/>
                  </a:ln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34B6054-A552-7245-BB97-CF88A968BAA0}"/>
                </a:ext>
              </a:extLst>
            </p:cNvPr>
            <p:cNvSpPr/>
            <p:nvPr/>
          </p:nvSpPr>
          <p:spPr>
            <a:xfrm>
              <a:off x="6660150" y="2144026"/>
              <a:ext cx="12645" cy="51633"/>
            </a:xfrm>
            <a:custGeom>
              <a:avLst/>
              <a:gdLst>
                <a:gd name="connsiteX0" fmla="*/ 6375 w 12645"/>
                <a:gd name="connsiteY0" fmla="*/ 51633 h 51633"/>
                <a:gd name="connsiteX1" fmla="*/ 53 w 12645"/>
                <a:gd name="connsiteY1" fmla="*/ 45242 h 51633"/>
                <a:gd name="connsiteX2" fmla="*/ 53 w 12645"/>
                <a:gd name="connsiteY2" fmla="*/ 7209 h 51633"/>
                <a:gd name="connsiteX3" fmla="*/ 5515 w 12645"/>
                <a:gd name="connsiteY3" fmla="*/ 53 h 51633"/>
                <a:gd name="connsiteX4" fmla="*/ 12594 w 12645"/>
                <a:gd name="connsiteY4" fmla="*/ 5575 h 51633"/>
                <a:gd name="connsiteX5" fmla="*/ 12594 w 12645"/>
                <a:gd name="connsiteY5" fmla="*/ 7209 h 51633"/>
                <a:gd name="connsiteX6" fmla="*/ 12594 w 12645"/>
                <a:gd name="connsiteY6" fmla="*/ 45242 h 51633"/>
                <a:gd name="connsiteX7" fmla="*/ 6480 w 12645"/>
                <a:gd name="connsiteY7" fmla="*/ 51632 h 51633"/>
                <a:gd name="connsiteX8" fmla="*/ 6375 w 12645"/>
                <a:gd name="connsiteY8" fmla="*/ 51633 h 51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45" h="51633">
                  <a:moveTo>
                    <a:pt x="6375" y="51633"/>
                  </a:moveTo>
                  <a:cubicBezTo>
                    <a:pt x="2883" y="51633"/>
                    <a:pt x="53" y="48772"/>
                    <a:pt x="53" y="45242"/>
                  </a:cubicBezTo>
                  <a:lnTo>
                    <a:pt x="53" y="7209"/>
                  </a:lnTo>
                  <a:cubicBezTo>
                    <a:pt x="-394" y="3708"/>
                    <a:pt x="2052" y="504"/>
                    <a:pt x="5515" y="53"/>
                  </a:cubicBezTo>
                  <a:cubicBezTo>
                    <a:pt x="8979" y="-398"/>
                    <a:pt x="12148" y="2074"/>
                    <a:pt x="12594" y="5575"/>
                  </a:cubicBezTo>
                  <a:cubicBezTo>
                    <a:pt x="12663" y="6118"/>
                    <a:pt x="12663" y="6666"/>
                    <a:pt x="12594" y="7209"/>
                  </a:cubicBezTo>
                  <a:lnTo>
                    <a:pt x="12594" y="45242"/>
                  </a:lnTo>
                  <a:cubicBezTo>
                    <a:pt x="12651" y="48713"/>
                    <a:pt x="9914" y="51574"/>
                    <a:pt x="6480" y="51632"/>
                  </a:cubicBezTo>
                  <a:cubicBezTo>
                    <a:pt x="6445" y="51633"/>
                    <a:pt x="6410" y="51633"/>
                    <a:pt x="6375" y="51633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182D55F-121B-C241-A0DE-86325C4237AA}"/>
                </a:ext>
              </a:extLst>
            </p:cNvPr>
            <p:cNvSpPr/>
            <p:nvPr/>
          </p:nvSpPr>
          <p:spPr>
            <a:xfrm>
              <a:off x="6742997" y="2190823"/>
              <a:ext cx="38896" cy="39323"/>
            </a:xfrm>
            <a:custGeom>
              <a:avLst/>
              <a:gdLst>
                <a:gd name="connsiteX0" fmla="*/ 5928 w 38896"/>
                <a:gd name="connsiteY0" fmla="*/ 39307 h 39323"/>
                <a:gd name="connsiteX1" fmla="*/ 13 w 38896"/>
                <a:gd name="connsiteY1" fmla="*/ 32529 h 39323"/>
                <a:gd name="connsiteX2" fmla="*/ 1471 w 38896"/>
                <a:gd name="connsiteY2" fmla="*/ 28829 h 39323"/>
                <a:gd name="connsiteX3" fmla="*/ 28109 w 38896"/>
                <a:gd name="connsiteY3" fmla="*/ 1902 h 39323"/>
                <a:gd name="connsiteX4" fmla="*/ 36903 w 38896"/>
                <a:gd name="connsiteY4" fmla="*/ 1781 h 39323"/>
                <a:gd name="connsiteX5" fmla="*/ 37023 w 38896"/>
                <a:gd name="connsiteY5" fmla="*/ 1902 h 39323"/>
                <a:gd name="connsiteX6" fmla="*/ 37186 w 38896"/>
                <a:gd name="connsiteY6" fmla="*/ 10643 h 39323"/>
                <a:gd name="connsiteX7" fmla="*/ 37023 w 38896"/>
                <a:gd name="connsiteY7" fmla="*/ 10808 h 39323"/>
                <a:gd name="connsiteX8" fmla="*/ 10385 w 38896"/>
                <a:gd name="connsiteY8" fmla="*/ 37840 h 39323"/>
                <a:gd name="connsiteX9" fmla="*/ 5928 w 38896"/>
                <a:gd name="connsiteY9" fmla="*/ 39307 h 3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96" h="39323">
                  <a:moveTo>
                    <a:pt x="5928" y="39307"/>
                  </a:moveTo>
                  <a:cubicBezTo>
                    <a:pt x="2443" y="39087"/>
                    <a:pt x="-205" y="36052"/>
                    <a:pt x="13" y="32529"/>
                  </a:cubicBezTo>
                  <a:cubicBezTo>
                    <a:pt x="97" y="31170"/>
                    <a:pt x="608" y="29874"/>
                    <a:pt x="1471" y="28829"/>
                  </a:cubicBezTo>
                  <a:lnTo>
                    <a:pt x="28109" y="1902"/>
                  </a:lnTo>
                  <a:cubicBezTo>
                    <a:pt x="30504" y="-586"/>
                    <a:pt x="34442" y="-640"/>
                    <a:pt x="36903" y="1781"/>
                  </a:cubicBezTo>
                  <a:cubicBezTo>
                    <a:pt x="36944" y="1821"/>
                    <a:pt x="36984" y="1861"/>
                    <a:pt x="37023" y="1902"/>
                  </a:cubicBezTo>
                  <a:cubicBezTo>
                    <a:pt x="39456" y="4270"/>
                    <a:pt x="39529" y="8184"/>
                    <a:pt x="37186" y="10643"/>
                  </a:cubicBezTo>
                  <a:cubicBezTo>
                    <a:pt x="37133" y="10699"/>
                    <a:pt x="37078" y="10754"/>
                    <a:pt x="37023" y="10808"/>
                  </a:cubicBezTo>
                  <a:lnTo>
                    <a:pt x="10385" y="37840"/>
                  </a:lnTo>
                  <a:cubicBezTo>
                    <a:pt x="9146" y="38898"/>
                    <a:pt x="7546" y="39424"/>
                    <a:pt x="5928" y="39307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FA1BF8C-6844-6842-BC7B-5D25A5C1DCB6}"/>
                </a:ext>
              </a:extLst>
            </p:cNvPr>
            <p:cNvSpPr/>
            <p:nvPr/>
          </p:nvSpPr>
          <p:spPr>
            <a:xfrm>
              <a:off x="6775998" y="2300696"/>
              <a:ext cx="51886" cy="12783"/>
            </a:xfrm>
            <a:custGeom>
              <a:avLst/>
              <a:gdLst>
                <a:gd name="connsiteX0" fmla="*/ 44755 w 51886"/>
                <a:gd name="connsiteY0" fmla="*/ 12731 h 12783"/>
                <a:gd name="connsiteX1" fmla="*/ 7131 w 51886"/>
                <a:gd name="connsiteY1" fmla="*/ 12731 h 12783"/>
                <a:gd name="connsiteX2" fmla="*/ 53 w 51886"/>
                <a:gd name="connsiteY2" fmla="*/ 7209 h 12783"/>
                <a:gd name="connsiteX3" fmla="*/ 5515 w 51886"/>
                <a:gd name="connsiteY3" fmla="*/ 53 h 12783"/>
                <a:gd name="connsiteX4" fmla="*/ 7131 w 51886"/>
                <a:gd name="connsiteY4" fmla="*/ 53 h 12783"/>
                <a:gd name="connsiteX5" fmla="*/ 44755 w 51886"/>
                <a:gd name="connsiteY5" fmla="*/ 53 h 12783"/>
                <a:gd name="connsiteX6" fmla="*/ 51834 w 51886"/>
                <a:gd name="connsiteY6" fmla="*/ 5575 h 12783"/>
                <a:gd name="connsiteX7" fmla="*/ 46371 w 51886"/>
                <a:gd name="connsiteY7" fmla="*/ 12731 h 12783"/>
                <a:gd name="connsiteX8" fmla="*/ 44755 w 51886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86" h="12783">
                  <a:moveTo>
                    <a:pt x="44755" y="12731"/>
                  </a:moveTo>
                  <a:lnTo>
                    <a:pt x="7131" y="12731"/>
                  </a:lnTo>
                  <a:cubicBezTo>
                    <a:pt x="3668" y="13182"/>
                    <a:pt x="499" y="10709"/>
                    <a:pt x="53" y="7209"/>
                  </a:cubicBezTo>
                  <a:cubicBezTo>
                    <a:pt x="-394" y="3708"/>
                    <a:pt x="2052" y="504"/>
                    <a:pt x="5515" y="53"/>
                  </a:cubicBezTo>
                  <a:cubicBezTo>
                    <a:pt x="6052" y="-17"/>
                    <a:pt x="6595" y="-17"/>
                    <a:pt x="7131" y="53"/>
                  </a:cubicBezTo>
                  <a:lnTo>
                    <a:pt x="44755" y="53"/>
                  </a:lnTo>
                  <a:cubicBezTo>
                    <a:pt x="48219" y="-398"/>
                    <a:pt x="51388" y="2074"/>
                    <a:pt x="51834" y="5575"/>
                  </a:cubicBezTo>
                  <a:cubicBezTo>
                    <a:pt x="52280" y="9076"/>
                    <a:pt x="49834" y="12280"/>
                    <a:pt x="46371" y="12731"/>
                  </a:cubicBezTo>
                  <a:cubicBezTo>
                    <a:pt x="45835" y="12801"/>
                    <a:pt x="45292" y="12801"/>
                    <a:pt x="44755" y="12731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94ED16EF-1A2A-BB4E-87F2-B37E11BC4BCA}"/>
                </a:ext>
              </a:extLst>
            </p:cNvPr>
            <p:cNvSpPr/>
            <p:nvPr/>
          </p:nvSpPr>
          <p:spPr>
            <a:xfrm>
              <a:off x="6505165" y="2300696"/>
              <a:ext cx="51886" cy="12783"/>
            </a:xfrm>
            <a:custGeom>
              <a:avLst/>
              <a:gdLst>
                <a:gd name="connsiteX0" fmla="*/ 44755 w 51886"/>
                <a:gd name="connsiteY0" fmla="*/ 12731 h 12783"/>
                <a:gd name="connsiteX1" fmla="*/ 7131 w 51886"/>
                <a:gd name="connsiteY1" fmla="*/ 12731 h 12783"/>
                <a:gd name="connsiteX2" fmla="*/ 53 w 51886"/>
                <a:gd name="connsiteY2" fmla="*/ 7209 h 12783"/>
                <a:gd name="connsiteX3" fmla="*/ 5515 w 51886"/>
                <a:gd name="connsiteY3" fmla="*/ 53 h 12783"/>
                <a:gd name="connsiteX4" fmla="*/ 7131 w 51886"/>
                <a:gd name="connsiteY4" fmla="*/ 53 h 12783"/>
                <a:gd name="connsiteX5" fmla="*/ 44755 w 51886"/>
                <a:gd name="connsiteY5" fmla="*/ 53 h 12783"/>
                <a:gd name="connsiteX6" fmla="*/ 51834 w 51886"/>
                <a:gd name="connsiteY6" fmla="*/ 5575 h 12783"/>
                <a:gd name="connsiteX7" fmla="*/ 46371 w 51886"/>
                <a:gd name="connsiteY7" fmla="*/ 12731 h 12783"/>
                <a:gd name="connsiteX8" fmla="*/ 44755 w 51886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86" h="12783">
                  <a:moveTo>
                    <a:pt x="44755" y="12731"/>
                  </a:moveTo>
                  <a:lnTo>
                    <a:pt x="7131" y="12731"/>
                  </a:lnTo>
                  <a:cubicBezTo>
                    <a:pt x="3668" y="13182"/>
                    <a:pt x="499" y="10709"/>
                    <a:pt x="53" y="7209"/>
                  </a:cubicBezTo>
                  <a:cubicBezTo>
                    <a:pt x="-394" y="3708"/>
                    <a:pt x="2052" y="504"/>
                    <a:pt x="5515" y="53"/>
                  </a:cubicBezTo>
                  <a:cubicBezTo>
                    <a:pt x="6052" y="-17"/>
                    <a:pt x="6595" y="-17"/>
                    <a:pt x="7131" y="53"/>
                  </a:cubicBezTo>
                  <a:lnTo>
                    <a:pt x="44755" y="53"/>
                  </a:lnTo>
                  <a:cubicBezTo>
                    <a:pt x="48219" y="-398"/>
                    <a:pt x="51388" y="2074"/>
                    <a:pt x="51834" y="5575"/>
                  </a:cubicBezTo>
                  <a:cubicBezTo>
                    <a:pt x="52280" y="9076"/>
                    <a:pt x="49834" y="12280"/>
                    <a:pt x="46371" y="12731"/>
                  </a:cubicBezTo>
                  <a:cubicBezTo>
                    <a:pt x="45835" y="12801"/>
                    <a:pt x="45292" y="12801"/>
                    <a:pt x="44755" y="12731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872BD361-6D1E-E84D-9ADF-8E78F8DD6D74}"/>
                </a:ext>
              </a:extLst>
            </p:cNvPr>
            <p:cNvSpPr/>
            <p:nvPr/>
          </p:nvSpPr>
          <p:spPr>
            <a:xfrm>
              <a:off x="6551205" y="2190567"/>
              <a:ext cx="39787" cy="39616"/>
            </a:xfrm>
            <a:custGeom>
              <a:avLst/>
              <a:gdLst>
                <a:gd name="connsiteX0" fmla="*/ 32919 w 39787"/>
                <a:gd name="connsiteY0" fmla="*/ 39563 h 39616"/>
                <a:gd name="connsiteX1" fmla="*/ 28462 w 39787"/>
                <a:gd name="connsiteY1" fmla="*/ 38097 h 39616"/>
                <a:gd name="connsiteX2" fmla="*/ 1825 w 39787"/>
                <a:gd name="connsiteY2" fmla="*/ 10750 h 39616"/>
                <a:gd name="connsiteX3" fmla="*/ 1825 w 39787"/>
                <a:gd name="connsiteY3" fmla="*/ 1844 h 39616"/>
                <a:gd name="connsiteX4" fmla="*/ 10635 w 39787"/>
                <a:gd name="connsiteY4" fmla="*/ 1844 h 39616"/>
                <a:gd name="connsiteX5" fmla="*/ 37687 w 39787"/>
                <a:gd name="connsiteY5" fmla="*/ 28772 h 39616"/>
                <a:gd name="connsiteX6" fmla="*/ 38284 w 39787"/>
                <a:gd name="connsiteY6" fmla="*/ 37493 h 39616"/>
                <a:gd name="connsiteX7" fmla="*/ 37687 w 39787"/>
                <a:gd name="connsiteY7" fmla="*/ 38097 h 39616"/>
                <a:gd name="connsiteX8" fmla="*/ 32919 w 39787"/>
                <a:gd name="connsiteY8" fmla="*/ 39563 h 3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87" h="39616">
                  <a:moveTo>
                    <a:pt x="32919" y="39563"/>
                  </a:moveTo>
                  <a:cubicBezTo>
                    <a:pt x="31301" y="39681"/>
                    <a:pt x="29702" y="39154"/>
                    <a:pt x="28462" y="38097"/>
                  </a:cubicBezTo>
                  <a:lnTo>
                    <a:pt x="1825" y="10750"/>
                  </a:lnTo>
                  <a:cubicBezTo>
                    <a:pt x="-608" y="8291"/>
                    <a:pt x="-608" y="4304"/>
                    <a:pt x="1825" y="1844"/>
                  </a:cubicBezTo>
                  <a:cubicBezTo>
                    <a:pt x="4257" y="-615"/>
                    <a:pt x="8202" y="-615"/>
                    <a:pt x="10635" y="1844"/>
                  </a:cubicBezTo>
                  <a:lnTo>
                    <a:pt x="37687" y="28772"/>
                  </a:lnTo>
                  <a:cubicBezTo>
                    <a:pt x="40234" y="31013"/>
                    <a:pt x="40502" y="34918"/>
                    <a:pt x="38284" y="37493"/>
                  </a:cubicBezTo>
                  <a:cubicBezTo>
                    <a:pt x="38099" y="37708"/>
                    <a:pt x="37900" y="37910"/>
                    <a:pt x="37687" y="38097"/>
                  </a:cubicBezTo>
                  <a:cubicBezTo>
                    <a:pt x="36382" y="39260"/>
                    <a:pt x="34644" y="39795"/>
                    <a:pt x="32919" y="39563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51D6E59-4D04-4945-8649-13B1D97133CA}"/>
                </a:ext>
              </a:extLst>
            </p:cNvPr>
            <p:cNvSpPr/>
            <p:nvPr/>
          </p:nvSpPr>
          <p:spPr>
            <a:xfrm>
              <a:off x="6632955" y="2350531"/>
              <a:ext cx="66098" cy="67670"/>
            </a:xfrm>
            <a:custGeom>
              <a:avLst/>
              <a:gdLst>
                <a:gd name="connsiteX0" fmla="*/ 46941 w 66098"/>
                <a:gd name="connsiteY0" fmla="*/ 67670 h 67670"/>
                <a:gd name="connsiteX1" fmla="*/ 45490 w 66098"/>
                <a:gd name="connsiteY1" fmla="*/ 67670 h 67670"/>
                <a:gd name="connsiteX2" fmla="*/ 40825 w 66098"/>
                <a:gd name="connsiteY2" fmla="*/ 60022 h 67670"/>
                <a:gd name="connsiteX3" fmla="*/ 51190 w 66098"/>
                <a:gd name="connsiteY3" fmla="*/ 16435 h 67670"/>
                <a:gd name="connsiteX4" fmla="*/ 15432 w 66098"/>
                <a:gd name="connsiteY4" fmla="*/ 16435 h 67670"/>
                <a:gd name="connsiteX5" fmla="*/ 25796 w 66098"/>
                <a:gd name="connsiteY5" fmla="*/ 60022 h 67670"/>
                <a:gd name="connsiteX6" fmla="*/ 20500 w 66098"/>
                <a:gd name="connsiteY6" fmla="*/ 67304 h 67670"/>
                <a:gd name="connsiteX7" fmla="*/ 13566 w 66098"/>
                <a:gd name="connsiteY7" fmla="*/ 63060 h 67670"/>
                <a:gd name="connsiteX8" fmla="*/ 195 w 66098"/>
                <a:gd name="connsiteY8" fmla="*/ 7844 h 67670"/>
                <a:gd name="connsiteX9" fmla="*/ 4680 w 66098"/>
                <a:gd name="connsiteY9" fmla="*/ 196 h 67670"/>
                <a:gd name="connsiteX10" fmla="*/ 8902 w 66098"/>
                <a:gd name="connsiteY10" fmla="*/ 614 h 67670"/>
                <a:gd name="connsiteX11" fmla="*/ 57098 w 66098"/>
                <a:gd name="connsiteY11" fmla="*/ 614 h 67670"/>
                <a:gd name="connsiteX12" fmla="*/ 63835 w 66098"/>
                <a:gd name="connsiteY12" fmla="*/ 1453 h 67670"/>
                <a:gd name="connsiteX13" fmla="*/ 65908 w 66098"/>
                <a:gd name="connsiteY13" fmla="*/ 7844 h 67670"/>
                <a:gd name="connsiteX14" fmla="*/ 52538 w 66098"/>
                <a:gd name="connsiteY14" fmla="*/ 63060 h 67670"/>
                <a:gd name="connsiteX15" fmla="*/ 46941 w 66098"/>
                <a:gd name="connsiteY15" fmla="*/ 67670 h 67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98" h="67670">
                  <a:moveTo>
                    <a:pt x="46941" y="67670"/>
                  </a:moveTo>
                  <a:lnTo>
                    <a:pt x="45490" y="67670"/>
                  </a:lnTo>
                  <a:cubicBezTo>
                    <a:pt x="42125" y="66842"/>
                    <a:pt x="40046" y="63432"/>
                    <a:pt x="40825" y="60022"/>
                  </a:cubicBezTo>
                  <a:lnTo>
                    <a:pt x="51190" y="16435"/>
                  </a:lnTo>
                  <a:cubicBezTo>
                    <a:pt x="39474" y="19581"/>
                    <a:pt x="27148" y="19581"/>
                    <a:pt x="15432" y="16435"/>
                  </a:cubicBezTo>
                  <a:lnTo>
                    <a:pt x="25796" y="60022"/>
                  </a:lnTo>
                  <a:cubicBezTo>
                    <a:pt x="26323" y="63511"/>
                    <a:pt x="23952" y="66772"/>
                    <a:pt x="20500" y="67304"/>
                  </a:cubicBezTo>
                  <a:cubicBezTo>
                    <a:pt x="17478" y="67771"/>
                    <a:pt x="14558" y="65984"/>
                    <a:pt x="13566" y="63060"/>
                  </a:cubicBezTo>
                  <a:lnTo>
                    <a:pt x="195" y="7844"/>
                  </a:lnTo>
                  <a:cubicBezTo>
                    <a:pt x="-656" y="4480"/>
                    <a:pt x="1352" y="1056"/>
                    <a:pt x="4680" y="196"/>
                  </a:cubicBezTo>
                  <a:cubicBezTo>
                    <a:pt x="6092" y="-169"/>
                    <a:pt x="7586" y="-21"/>
                    <a:pt x="8902" y="614"/>
                  </a:cubicBezTo>
                  <a:cubicBezTo>
                    <a:pt x="24161" y="7890"/>
                    <a:pt x="41839" y="7890"/>
                    <a:pt x="57098" y="614"/>
                  </a:cubicBezTo>
                  <a:cubicBezTo>
                    <a:pt x="59319" y="-426"/>
                    <a:pt x="61931" y="-101"/>
                    <a:pt x="63835" y="1453"/>
                  </a:cubicBezTo>
                  <a:cubicBezTo>
                    <a:pt x="65691" y="2999"/>
                    <a:pt x="66498" y="5487"/>
                    <a:pt x="65908" y="7844"/>
                  </a:cubicBezTo>
                  <a:lnTo>
                    <a:pt x="52538" y="63060"/>
                  </a:lnTo>
                  <a:cubicBezTo>
                    <a:pt x="51783" y="65611"/>
                    <a:pt x="49565" y="67438"/>
                    <a:pt x="46941" y="67670"/>
                  </a:cubicBezTo>
                  <a:close/>
                </a:path>
              </a:pathLst>
            </a:custGeom>
            <a:grpFill/>
            <a:ln w="101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8A868AD6-A0B1-A94C-BAFF-78E946BA8027}"/>
              </a:ext>
            </a:extLst>
          </p:cNvPr>
          <p:cNvGrpSpPr/>
          <p:nvPr/>
        </p:nvGrpSpPr>
        <p:grpSpPr>
          <a:xfrm>
            <a:off x="5487528" y="3288963"/>
            <a:ext cx="1338870" cy="1238019"/>
            <a:chOff x="5398240" y="3718434"/>
            <a:chExt cx="1338870" cy="1238019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1ADD4C4C-769E-804A-8184-D1A4E0F898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12" name="Title 1">
              <a:extLst>
                <a:ext uri="{FF2B5EF4-FFF2-40B4-BE49-F238E27FC236}">
                  <a16:creationId xmlns:a16="http://schemas.microsoft.com/office/drawing/2014/main" id="{B4EC47EA-04DA-244C-A56F-51E76FB0EC7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290276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FC1BB416-5E31-EF43-B393-29DC42465E65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7AC4FA3-33E3-834B-B192-495DA47F9ECE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E8EE8DA-04E9-8F4A-896F-735A92C72821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FF62EC3A-597E-6049-AA7B-D82618A7C56D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7ABAEEB9-9831-924E-9C11-3DEEC5961286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6BB1553A-EEDA-6E42-B2C2-FE60329A1AA7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AutoShape 28">
            <a:extLst>
              <a:ext uri="{FF2B5EF4-FFF2-40B4-BE49-F238E27FC236}">
                <a16:creationId xmlns:a16="http://schemas.microsoft.com/office/drawing/2014/main" id="{E34F439B-203B-494D-8D0E-56941617074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943649" y="1648567"/>
            <a:ext cx="4306592" cy="4299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32">
            <a:extLst>
              <a:ext uri="{FF2B5EF4-FFF2-40B4-BE49-F238E27FC236}">
                <a16:creationId xmlns:a16="http://schemas.microsoft.com/office/drawing/2014/main" id="{9F0AB623-26BE-A84C-9DE4-A8DF897A2832}"/>
              </a:ext>
            </a:extLst>
          </p:cNvPr>
          <p:cNvSpPr>
            <a:spLocks/>
          </p:cNvSpPr>
          <p:nvPr/>
        </p:nvSpPr>
        <p:spPr bwMode="auto">
          <a:xfrm>
            <a:off x="5048388" y="1918614"/>
            <a:ext cx="1910159" cy="1089632"/>
          </a:xfrm>
          <a:custGeom>
            <a:avLst/>
            <a:gdLst>
              <a:gd name="T0" fmla="*/ 89 w 757"/>
              <a:gd name="T1" fmla="*/ 332 h 432"/>
              <a:gd name="T2" fmla="*/ 122 w 757"/>
              <a:gd name="T3" fmla="*/ 432 h 432"/>
              <a:gd name="T4" fmla="*/ 384 w 757"/>
              <a:gd name="T5" fmla="*/ 344 h 432"/>
              <a:gd name="T6" fmla="*/ 614 w 757"/>
              <a:gd name="T7" fmla="*/ 410 h 432"/>
              <a:gd name="T8" fmla="*/ 699 w 757"/>
              <a:gd name="T9" fmla="*/ 347 h 432"/>
              <a:gd name="T10" fmla="*/ 757 w 757"/>
              <a:gd name="T11" fmla="*/ 68 h 432"/>
              <a:gd name="T12" fmla="*/ 0 w 757"/>
              <a:gd name="T13" fmla="*/ 278 h 432"/>
              <a:gd name="T14" fmla="*/ 89 w 757"/>
              <a:gd name="T15" fmla="*/ 332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7" h="432">
                <a:moveTo>
                  <a:pt x="89" y="332"/>
                </a:moveTo>
                <a:cubicBezTo>
                  <a:pt x="122" y="432"/>
                  <a:pt x="122" y="432"/>
                  <a:pt x="122" y="432"/>
                </a:cubicBezTo>
                <a:cubicBezTo>
                  <a:pt x="195" y="377"/>
                  <a:pt x="286" y="344"/>
                  <a:pt x="384" y="344"/>
                </a:cubicBezTo>
                <a:cubicBezTo>
                  <a:pt x="469" y="344"/>
                  <a:pt x="547" y="368"/>
                  <a:pt x="614" y="410"/>
                </a:cubicBezTo>
                <a:cubicBezTo>
                  <a:pt x="699" y="347"/>
                  <a:pt x="699" y="347"/>
                  <a:pt x="699" y="347"/>
                </a:cubicBezTo>
                <a:cubicBezTo>
                  <a:pt x="757" y="68"/>
                  <a:pt x="757" y="68"/>
                  <a:pt x="757" y="68"/>
                </a:cubicBezTo>
                <a:cubicBezTo>
                  <a:pt x="467" y="0"/>
                  <a:pt x="200" y="105"/>
                  <a:pt x="0" y="278"/>
                </a:cubicBezTo>
                <a:lnTo>
                  <a:pt x="89" y="332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48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Oval 34">
            <a:extLst>
              <a:ext uri="{FF2B5EF4-FFF2-40B4-BE49-F238E27FC236}">
                <a16:creationId xmlns:a16="http://schemas.microsoft.com/office/drawing/2014/main" id="{F3923D6F-192E-E84D-BB9C-EE9BAE3D4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2561" y="1651400"/>
            <a:ext cx="1092464" cy="1092465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480000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Oval 35">
            <a:extLst>
              <a:ext uri="{FF2B5EF4-FFF2-40B4-BE49-F238E27FC236}">
                <a16:creationId xmlns:a16="http://schemas.microsoft.com/office/drawing/2014/main" id="{FBAA10FA-A414-9B4B-BE80-15CF37615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0760" y="1752432"/>
            <a:ext cx="895122" cy="893234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36">
            <a:extLst>
              <a:ext uri="{FF2B5EF4-FFF2-40B4-BE49-F238E27FC236}">
                <a16:creationId xmlns:a16="http://schemas.microsoft.com/office/drawing/2014/main" id="{18BFA50A-B0F2-D544-B652-F39A800CB1BD}"/>
              </a:ext>
            </a:extLst>
          </p:cNvPr>
          <p:cNvSpPr>
            <a:spLocks/>
          </p:cNvSpPr>
          <p:nvPr/>
        </p:nvSpPr>
        <p:spPr bwMode="auto">
          <a:xfrm>
            <a:off x="6647898" y="2572015"/>
            <a:ext cx="1370065" cy="1733590"/>
          </a:xfrm>
          <a:custGeom>
            <a:avLst/>
            <a:gdLst>
              <a:gd name="T0" fmla="*/ 85 w 543"/>
              <a:gd name="T1" fmla="*/ 102 h 687"/>
              <a:gd name="T2" fmla="*/ 0 w 543"/>
              <a:gd name="T3" fmla="*/ 164 h 687"/>
              <a:gd name="T4" fmla="*/ 165 w 543"/>
              <a:gd name="T5" fmla="*/ 387 h 687"/>
              <a:gd name="T6" fmla="*/ 173 w 543"/>
              <a:gd name="T7" fmla="*/ 625 h 687"/>
              <a:gd name="T8" fmla="*/ 259 w 543"/>
              <a:gd name="T9" fmla="*/ 687 h 687"/>
              <a:gd name="T10" fmla="*/ 543 w 543"/>
              <a:gd name="T11" fmla="*/ 655 h 687"/>
              <a:gd name="T12" fmla="*/ 109 w 543"/>
              <a:gd name="T13" fmla="*/ 0 h 687"/>
              <a:gd name="T14" fmla="*/ 85 w 543"/>
              <a:gd name="T15" fmla="*/ 102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3" h="687">
                <a:moveTo>
                  <a:pt x="85" y="102"/>
                </a:moveTo>
                <a:cubicBezTo>
                  <a:pt x="0" y="164"/>
                  <a:pt x="0" y="164"/>
                  <a:pt x="0" y="164"/>
                </a:cubicBezTo>
                <a:cubicBezTo>
                  <a:pt x="75" y="217"/>
                  <a:pt x="134" y="293"/>
                  <a:pt x="165" y="387"/>
                </a:cubicBezTo>
                <a:cubicBezTo>
                  <a:pt x="191" y="467"/>
                  <a:pt x="192" y="549"/>
                  <a:pt x="173" y="625"/>
                </a:cubicBezTo>
                <a:cubicBezTo>
                  <a:pt x="259" y="687"/>
                  <a:pt x="259" y="687"/>
                  <a:pt x="259" y="687"/>
                </a:cubicBezTo>
                <a:cubicBezTo>
                  <a:pt x="543" y="655"/>
                  <a:pt x="543" y="655"/>
                  <a:pt x="543" y="655"/>
                </a:cubicBezTo>
                <a:cubicBezTo>
                  <a:pt x="518" y="358"/>
                  <a:pt x="336" y="137"/>
                  <a:pt x="109" y="0"/>
                </a:cubicBezTo>
                <a:lnTo>
                  <a:pt x="85" y="102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48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38">
            <a:extLst>
              <a:ext uri="{FF2B5EF4-FFF2-40B4-BE49-F238E27FC236}">
                <a16:creationId xmlns:a16="http://schemas.microsoft.com/office/drawing/2014/main" id="{FEFF1D6D-C5DE-7442-AC31-96DFCDF81428}"/>
              </a:ext>
            </a:extLst>
          </p:cNvPr>
          <p:cNvSpPr>
            <a:spLocks/>
          </p:cNvSpPr>
          <p:nvPr/>
        </p:nvSpPr>
        <p:spPr bwMode="auto">
          <a:xfrm>
            <a:off x="7089793" y="2991250"/>
            <a:ext cx="1226543" cy="1226544"/>
          </a:xfrm>
          <a:custGeom>
            <a:avLst/>
            <a:gdLst>
              <a:gd name="T0" fmla="*/ 310 w 486"/>
              <a:gd name="T1" fmla="*/ 449 h 486"/>
              <a:gd name="T2" fmla="*/ 37 w 486"/>
              <a:gd name="T3" fmla="*/ 310 h 486"/>
              <a:gd name="T4" fmla="*/ 176 w 486"/>
              <a:gd name="T5" fmla="*/ 37 h 486"/>
              <a:gd name="T6" fmla="*/ 449 w 486"/>
              <a:gd name="T7" fmla="*/ 176 h 486"/>
              <a:gd name="T8" fmla="*/ 310 w 486"/>
              <a:gd name="T9" fmla="*/ 44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449"/>
                </a:moveTo>
                <a:cubicBezTo>
                  <a:pt x="196" y="486"/>
                  <a:pt x="74" y="423"/>
                  <a:pt x="37" y="310"/>
                </a:cubicBezTo>
                <a:cubicBezTo>
                  <a:pt x="0" y="196"/>
                  <a:pt x="62" y="74"/>
                  <a:pt x="176" y="37"/>
                </a:cubicBezTo>
                <a:cubicBezTo>
                  <a:pt x="290" y="0"/>
                  <a:pt x="412" y="62"/>
                  <a:pt x="449" y="176"/>
                </a:cubicBezTo>
                <a:cubicBezTo>
                  <a:pt x="486" y="290"/>
                  <a:pt x="423" y="412"/>
                  <a:pt x="310" y="449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4800000" scaled="0"/>
          </a:gradFill>
          <a:ln>
            <a:noFill/>
          </a:ln>
          <a:effectLst>
            <a:outerShdw blurRad="127000" dist="38100" dir="10800000" algn="r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39">
            <a:extLst>
              <a:ext uri="{FF2B5EF4-FFF2-40B4-BE49-F238E27FC236}">
                <a16:creationId xmlns:a16="http://schemas.microsoft.com/office/drawing/2014/main" id="{7271E010-3BA5-A94E-92CA-F8578A7E41F3}"/>
              </a:ext>
            </a:extLst>
          </p:cNvPr>
          <p:cNvSpPr>
            <a:spLocks/>
          </p:cNvSpPr>
          <p:nvPr/>
        </p:nvSpPr>
        <p:spPr bwMode="auto">
          <a:xfrm>
            <a:off x="7200267" y="3101723"/>
            <a:ext cx="1001818" cy="1001819"/>
          </a:xfrm>
          <a:custGeom>
            <a:avLst/>
            <a:gdLst>
              <a:gd name="T0" fmla="*/ 30 w 397"/>
              <a:gd name="T1" fmla="*/ 253 h 397"/>
              <a:gd name="T2" fmla="*/ 144 w 397"/>
              <a:gd name="T3" fmla="*/ 30 h 397"/>
              <a:gd name="T4" fmla="*/ 367 w 397"/>
              <a:gd name="T5" fmla="*/ 144 h 397"/>
              <a:gd name="T6" fmla="*/ 253 w 397"/>
              <a:gd name="T7" fmla="*/ 367 h 397"/>
              <a:gd name="T8" fmla="*/ 30 w 397"/>
              <a:gd name="T9" fmla="*/ 253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7">
                <a:moveTo>
                  <a:pt x="30" y="253"/>
                </a:moveTo>
                <a:cubicBezTo>
                  <a:pt x="0" y="161"/>
                  <a:pt x="51" y="60"/>
                  <a:pt x="144" y="30"/>
                </a:cubicBezTo>
                <a:cubicBezTo>
                  <a:pt x="237" y="0"/>
                  <a:pt x="337" y="51"/>
                  <a:pt x="367" y="144"/>
                </a:cubicBezTo>
                <a:cubicBezTo>
                  <a:pt x="397" y="237"/>
                  <a:pt x="346" y="337"/>
                  <a:pt x="253" y="367"/>
                </a:cubicBezTo>
                <a:cubicBezTo>
                  <a:pt x="161" y="397"/>
                  <a:pt x="60" y="346"/>
                  <a:pt x="30" y="2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40">
            <a:extLst>
              <a:ext uri="{FF2B5EF4-FFF2-40B4-BE49-F238E27FC236}">
                <a16:creationId xmlns:a16="http://schemas.microsoft.com/office/drawing/2014/main" id="{B8DF19E6-B10B-C441-A77A-5309430479FE}"/>
              </a:ext>
            </a:extLst>
          </p:cNvPr>
          <p:cNvSpPr>
            <a:spLocks/>
          </p:cNvSpPr>
          <p:nvPr/>
        </p:nvSpPr>
        <p:spPr bwMode="auto">
          <a:xfrm>
            <a:off x="6017158" y="4210240"/>
            <a:ext cx="1531526" cy="1685435"/>
          </a:xfrm>
          <a:custGeom>
            <a:avLst/>
            <a:gdLst>
              <a:gd name="T0" fmla="*/ 503 w 607"/>
              <a:gd name="T1" fmla="*/ 61 h 668"/>
              <a:gd name="T2" fmla="*/ 417 w 607"/>
              <a:gd name="T3" fmla="*/ 0 h 668"/>
              <a:gd name="T4" fmla="*/ 257 w 607"/>
              <a:gd name="T5" fmla="*/ 225 h 668"/>
              <a:gd name="T6" fmla="*/ 32 w 607"/>
              <a:gd name="T7" fmla="*/ 307 h 668"/>
              <a:gd name="T8" fmla="*/ 0 w 607"/>
              <a:gd name="T9" fmla="*/ 408 h 668"/>
              <a:gd name="T10" fmla="*/ 118 w 607"/>
              <a:gd name="T11" fmla="*/ 668 h 668"/>
              <a:gd name="T12" fmla="*/ 607 w 607"/>
              <a:gd name="T13" fmla="*/ 53 h 668"/>
              <a:gd name="T14" fmla="*/ 503 w 607"/>
              <a:gd name="T15" fmla="*/ 6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7" h="668">
                <a:moveTo>
                  <a:pt x="503" y="61"/>
                </a:moveTo>
                <a:cubicBezTo>
                  <a:pt x="417" y="0"/>
                  <a:pt x="417" y="0"/>
                  <a:pt x="417" y="0"/>
                </a:cubicBezTo>
                <a:cubicBezTo>
                  <a:pt x="390" y="87"/>
                  <a:pt x="336" y="167"/>
                  <a:pt x="257" y="225"/>
                </a:cubicBezTo>
                <a:cubicBezTo>
                  <a:pt x="188" y="274"/>
                  <a:pt x="111" y="301"/>
                  <a:pt x="32" y="307"/>
                </a:cubicBezTo>
                <a:cubicBezTo>
                  <a:pt x="0" y="408"/>
                  <a:pt x="0" y="408"/>
                  <a:pt x="0" y="408"/>
                </a:cubicBezTo>
                <a:cubicBezTo>
                  <a:pt x="118" y="668"/>
                  <a:pt x="118" y="668"/>
                  <a:pt x="118" y="668"/>
                </a:cubicBezTo>
                <a:cubicBezTo>
                  <a:pt x="392" y="552"/>
                  <a:pt x="547" y="311"/>
                  <a:pt x="607" y="53"/>
                </a:cubicBezTo>
                <a:lnTo>
                  <a:pt x="503" y="61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3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42">
            <a:extLst>
              <a:ext uri="{FF2B5EF4-FFF2-40B4-BE49-F238E27FC236}">
                <a16:creationId xmlns:a16="http://schemas.microsoft.com/office/drawing/2014/main" id="{B0FD3203-6956-D944-B84C-489CB781A5A0}"/>
              </a:ext>
            </a:extLst>
          </p:cNvPr>
          <p:cNvSpPr>
            <a:spLocks/>
          </p:cNvSpPr>
          <p:nvPr/>
        </p:nvSpPr>
        <p:spPr bwMode="auto">
          <a:xfrm>
            <a:off x="6189006" y="4782438"/>
            <a:ext cx="1238818" cy="1238818"/>
          </a:xfrm>
          <a:custGeom>
            <a:avLst/>
            <a:gdLst>
              <a:gd name="T0" fmla="*/ 70 w 491"/>
              <a:gd name="T1" fmla="*/ 372 h 491"/>
              <a:gd name="T2" fmla="*/ 118 w 491"/>
              <a:gd name="T3" fmla="*/ 70 h 491"/>
              <a:gd name="T4" fmla="*/ 421 w 491"/>
              <a:gd name="T5" fmla="*/ 118 h 491"/>
              <a:gd name="T6" fmla="*/ 373 w 491"/>
              <a:gd name="T7" fmla="*/ 420 h 491"/>
              <a:gd name="T8" fmla="*/ 70 w 491"/>
              <a:gd name="T9" fmla="*/ 372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372"/>
                </a:moveTo>
                <a:cubicBezTo>
                  <a:pt x="0" y="276"/>
                  <a:pt x="21" y="140"/>
                  <a:pt x="118" y="70"/>
                </a:cubicBezTo>
                <a:cubicBezTo>
                  <a:pt x="215" y="0"/>
                  <a:pt x="351" y="21"/>
                  <a:pt x="421" y="118"/>
                </a:cubicBezTo>
                <a:cubicBezTo>
                  <a:pt x="491" y="215"/>
                  <a:pt x="470" y="350"/>
                  <a:pt x="373" y="420"/>
                </a:cubicBezTo>
                <a:cubicBezTo>
                  <a:pt x="276" y="491"/>
                  <a:pt x="141" y="469"/>
                  <a:pt x="70" y="37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3600000" scaled="0"/>
          </a:gradFill>
          <a:ln>
            <a:noFill/>
          </a:ln>
          <a:effectLst>
            <a:outerShdw blurRad="127000" dist="38100" dir="16200000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43">
            <a:extLst>
              <a:ext uri="{FF2B5EF4-FFF2-40B4-BE49-F238E27FC236}">
                <a16:creationId xmlns:a16="http://schemas.microsoft.com/office/drawing/2014/main" id="{02F93787-3921-0546-9D52-A1B44F1455C0}"/>
              </a:ext>
            </a:extLst>
          </p:cNvPr>
          <p:cNvSpPr>
            <a:spLocks/>
          </p:cNvSpPr>
          <p:nvPr/>
        </p:nvSpPr>
        <p:spPr bwMode="auto">
          <a:xfrm>
            <a:off x="6302312" y="4893856"/>
            <a:ext cx="1012205" cy="1014094"/>
          </a:xfrm>
          <a:custGeom>
            <a:avLst/>
            <a:gdLst>
              <a:gd name="T0" fmla="*/ 96 w 401"/>
              <a:gd name="T1" fmla="*/ 58 h 402"/>
              <a:gd name="T2" fmla="*/ 344 w 401"/>
              <a:gd name="T3" fmla="*/ 97 h 402"/>
              <a:gd name="T4" fmla="*/ 305 w 401"/>
              <a:gd name="T5" fmla="*/ 344 h 402"/>
              <a:gd name="T6" fmla="*/ 57 w 401"/>
              <a:gd name="T7" fmla="*/ 305 h 402"/>
              <a:gd name="T8" fmla="*/ 96 w 401"/>
              <a:gd name="T9" fmla="*/ 5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2">
                <a:moveTo>
                  <a:pt x="96" y="58"/>
                </a:moveTo>
                <a:cubicBezTo>
                  <a:pt x="176" y="0"/>
                  <a:pt x="286" y="18"/>
                  <a:pt x="344" y="97"/>
                </a:cubicBezTo>
                <a:cubicBezTo>
                  <a:pt x="401" y="176"/>
                  <a:pt x="384" y="287"/>
                  <a:pt x="305" y="344"/>
                </a:cubicBezTo>
                <a:cubicBezTo>
                  <a:pt x="226" y="402"/>
                  <a:pt x="115" y="384"/>
                  <a:pt x="57" y="305"/>
                </a:cubicBezTo>
                <a:cubicBezTo>
                  <a:pt x="0" y="226"/>
                  <a:pt x="17" y="115"/>
                  <a:pt x="96" y="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44">
            <a:extLst>
              <a:ext uri="{FF2B5EF4-FFF2-40B4-BE49-F238E27FC236}">
                <a16:creationId xmlns:a16="http://schemas.microsoft.com/office/drawing/2014/main" id="{10002887-A3CC-0C42-AF85-9E6CA9C4F374}"/>
              </a:ext>
            </a:extLst>
          </p:cNvPr>
          <p:cNvSpPr>
            <a:spLocks/>
          </p:cNvSpPr>
          <p:nvPr/>
        </p:nvSpPr>
        <p:spPr bwMode="auto">
          <a:xfrm>
            <a:off x="4201421" y="4302773"/>
            <a:ext cx="1856338" cy="1236930"/>
          </a:xfrm>
          <a:custGeom>
            <a:avLst/>
            <a:gdLst>
              <a:gd name="T0" fmla="*/ 696 w 736"/>
              <a:gd name="T1" fmla="*/ 372 h 490"/>
              <a:gd name="T2" fmla="*/ 728 w 736"/>
              <a:gd name="T3" fmla="*/ 271 h 490"/>
              <a:gd name="T4" fmla="*/ 464 w 736"/>
              <a:gd name="T5" fmla="*/ 188 h 490"/>
              <a:gd name="T6" fmla="*/ 317 w 736"/>
              <a:gd name="T7" fmla="*/ 0 h 490"/>
              <a:gd name="T8" fmla="*/ 211 w 736"/>
              <a:gd name="T9" fmla="*/ 1 h 490"/>
              <a:gd name="T10" fmla="*/ 0 w 736"/>
              <a:gd name="T11" fmla="*/ 193 h 490"/>
              <a:gd name="T12" fmla="*/ 736 w 736"/>
              <a:gd name="T13" fmla="*/ 468 h 490"/>
              <a:gd name="T14" fmla="*/ 696 w 736"/>
              <a:gd name="T15" fmla="*/ 372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36" h="490">
                <a:moveTo>
                  <a:pt x="696" y="372"/>
                </a:moveTo>
                <a:cubicBezTo>
                  <a:pt x="728" y="271"/>
                  <a:pt x="728" y="271"/>
                  <a:pt x="728" y="271"/>
                </a:cubicBezTo>
                <a:cubicBezTo>
                  <a:pt x="636" y="272"/>
                  <a:pt x="544" y="246"/>
                  <a:pt x="464" y="188"/>
                </a:cubicBezTo>
                <a:cubicBezTo>
                  <a:pt x="396" y="138"/>
                  <a:pt x="346" y="73"/>
                  <a:pt x="317" y="0"/>
                </a:cubicBezTo>
                <a:cubicBezTo>
                  <a:pt x="211" y="1"/>
                  <a:pt x="211" y="1"/>
                  <a:pt x="211" y="1"/>
                </a:cubicBezTo>
                <a:cubicBezTo>
                  <a:pt x="0" y="193"/>
                  <a:pt x="0" y="193"/>
                  <a:pt x="0" y="193"/>
                </a:cubicBezTo>
                <a:cubicBezTo>
                  <a:pt x="195" y="418"/>
                  <a:pt x="472" y="490"/>
                  <a:pt x="736" y="468"/>
                </a:cubicBezTo>
                <a:lnTo>
                  <a:pt x="696" y="372"/>
                </a:ln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60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46">
            <a:extLst>
              <a:ext uri="{FF2B5EF4-FFF2-40B4-BE49-F238E27FC236}">
                <a16:creationId xmlns:a16="http://schemas.microsoft.com/office/drawing/2014/main" id="{2946DF8D-EB94-9B40-A0DF-F1555969BB99}"/>
              </a:ext>
            </a:extLst>
          </p:cNvPr>
          <p:cNvSpPr>
            <a:spLocks/>
          </p:cNvSpPr>
          <p:nvPr/>
        </p:nvSpPr>
        <p:spPr bwMode="auto">
          <a:xfrm>
            <a:off x="4203310" y="4487841"/>
            <a:ext cx="1238818" cy="1238818"/>
          </a:xfrm>
          <a:custGeom>
            <a:avLst/>
            <a:gdLst>
              <a:gd name="T0" fmla="*/ 70 w 491"/>
              <a:gd name="T1" fmla="*/ 118 h 491"/>
              <a:gd name="T2" fmla="*/ 373 w 491"/>
              <a:gd name="T3" fmla="*/ 70 h 491"/>
              <a:gd name="T4" fmla="*/ 421 w 491"/>
              <a:gd name="T5" fmla="*/ 373 h 491"/>
              <a:gd name="T6" fmla="*/ 118 w 491"/>
              <a:gd name="T7" fmla="*/ 421 h 491"/>
              <a:gd name="T8" fmla="*/ 70 w 491"/>
              <a:gd name="T9" fmla="*/ 118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118"/>
                </a:moveTo>
                <a:cubicBezTo>
                  <a:pt x="141" y="21"/>
                  <a:pt x="276" y="0"/>
                  <a:pt x="373" y="70"/>
                </a:cubicBezTo>
                <a:cubicBezTo>
                  <a:pt x="470" y="141"/>
                  <a:pt x="491" y="276"/>
                  <a:pt x="421" y="373"/>
                </a:cubicBezTo>
                <a:cubicBezTo>
                  <a:pt x="351" y="470"/>
                  <a:pt x="215" y="491"/>
                  <a:pt x="118" y="421"/>
                </a:cubicBezTo>
                <a:cubicBezTo>
                  <a:pt x="21" y="350"/>
                  <a:pt x="0" y="215"/>
                  <a:pt x="70" y="11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6000000" scaled="0"/>
          </a:gradFill>
          <a:ln>
            <a:noFill/>
          </a:ln>
          <a:effectLst>
            <a:outerShdw blurRad="127000" dist="38100" dir="18900000" algn="bl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47">
            <a:extLst>
              <a:ext uri="{FF2B5EF4-FFF2-40B4-BE49-F238E27FC236}">
                <a16:creationId xmlns:a16="http://schemas.microsoft.com/office/drawing/2014/main" id="{8C9EADAD-AB23-7246-B1B1-C7F3478BB0C9}"/>
              </a:ext>
            </a:extLst>
          </p:cNvPr>
          <p:cNvSpPr>
            <a:spLocks/>
          </p:cNvSpPr>
          <p:nvPr/>
        </p:nvSpPr>
        <p:spPr bwMode="auto">
          <a:xfrm>
            <a:off x="4316616" y="4601147"/>
            <a:ext cx="1012205" cy="1012205"/>
          </a:xfrm>
          <a:custGeom>
            <a:avLst/>
            <a:gdLst>
              <a:gd name="T0" fmla="*/ 305 w 401"/>
              <a:gd name="T1" fmla="*/ 57 h 401"/>
              <a:gd name="T2" fmla="*/ 344 w 401"/>
              <a:gd name="T3" fmla="*/ 305 h 401"/>
              <a:gd name="T4" fmla="*/ 96 w 401"/>
              <a:gd name="T5" fmla="*/ 344 h 401"/>
              <a:gd name="T6" fmla="*/ 57 w 401"/>
              <a:gd name="T7" fmla="*/ 96 h 401"/>
              <a:gd name="T8" fmla="*/ 305 w 401"/>
              <a:gd name="T9" fmla="*/ 57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1">
                <a:moveTo>
                  <a:pt x="305" y="57"/>
                </a:moveTo>
                <a:cubicBezTo>
                  <a:pt x="384" y="115"/>
                  <a:pt x="401" y="226"/>
                  <a:pt x="344" y="305"/>
                </a:cubicBezTo>
                <a:cubicBezTo>
                  <a:pt x="286" y="384"/>
                  <a:pt x="175" y="401"/>
                  <a:pt x="96" y="344"/>
                </a:cubicBezTo>
                <a:cubicBezTo>
                  <a:pt x="17" y="286"/>
                  <a:pt x="0" y="175"/>
                  <a:pt x="57" y="96"/>
                </a:cubicBezTo>
                <a:cubicBezTo>
                  <a:pt x="115" y="17"/>
                  <a:pt x="226" y="0"/>
                  <a:pt x="305" y="5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48">
            <a:extLst>
              <a:ext uri="{FF2B5EF4-FFF2-40B4-BE49-F238E27FC236}">
                <a16:creationId xmlns:a16="http://schemas.microsoft.com/office/drawing/2014/main" id="{4A6B1D50-2C57-EE4A-B200-D7EDDD063CA6}"/>
              </a:ext>
            </a:extLst>
          </p:cNvPr>
          <p:cNvSpPr>
            <a:spLocks/>
          </p:cNvSpPr>
          <p:nvPr/>
        </p:nvSpPr>
        <p:spPr bwMode="auto">
          <a:xfrm>
            <a:off x="4210863" y="2437936"/>
            <a:ext cx="1098129" cy="1980976"/>
          </a:xfrm>
          <a:custGeom>
            <a:avLst/>
            <a:gdLst>
              <a:gd name="T0" fmla="*/ 199 w 435"/>
              <a:gd name="T1" fmla="*/ 717 h 785"/>
              <a:gd name="T2" fmla="*/ 304 w 435"/>
              <a:gd name="T3" fmla="*/ 716 h 785"/>
              <a:gd name="T4" fmla="*/ 302 w 435"/>
              <a:gd name="T5" fmla="*/ 440 h 785"/>
              <a:gd name="T6" fmla="*/ 435 w 435"/>
              <a:gd name="T7" fmla="*/ 241 h 785"/>
              <a:gd name="T8" fmla="*/ 402 w 435"/>
              <a:gd name="T9" fmla="*/ 141 h 785"/>
              <a:gd name="T10" fmla="*/ 154 w 435"/>
              <a:gd name="T11" fmla="*/ 0 h 785"/>
              <a:gd name="T12" fmla="*/ 120 w 435"/>
              <a:gd name="T13" fmla="*/ 785 h 785"/>
              <a:gd name="T14" fmla="*/ 199 w 435"/>
              <a:gd name="T15" fmla="*/ 717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5" h="785">
                <a:moveTo>
                  <a:pt x="199" y="717"/>
                </a:moveTo>
                <a:cubicBezTo>
                  <a:pt x="304" y="716"/>
                  <a:pt x="304" y="716"/>
                  <a:pt x="304" y="716"/>
                </a:cubicBezTo>
                <a:cubicBezTo>
                  <a:pt x="275" y="629"/>
                  <a:pt x="271" y="533"/>
                  <a:pt x="302" y="440"/>
                </a:cubicBezTo>
                <a:cubicBezTo>
                  <a:pt x="328" y="359"/>
                  <a:pt x="375" y="292"/>
                  <a:pt x="435" y="241"/>
                </a:cubicBezTo>
                <a:cubicBezTo>
                  <a:pt x="402" y="141"/>
                  <a:pt x="402" y="141"/>
                  <a:pt x="402" y="141"/>
                </a:cubicBezTo>
                <a:cubicBezTo>
                  <a:pt x="154" y="0"/>
                  <a:pt x="154" y="0"/>
                  <a:pt x="154" y="0"/>
                </a:cubicBezTo>
                <a:cubicBezTo>
                  <a:pt x="0" y="255"/>
                  <a:pt x="17" y="541"/>
                  <a:pt x="120" y="785"/>
                </a:cubicBezTo>
                <a:lnTo>
                  <a:pt x="199" y="717"/>
                </a:ln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8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50">
            <a:extLst>
              <a:ext uri="{FF2B5EF4-FFF2-40B4-BE49-F238E27FC236}">
                <a16:creationId xmlns:a16="http://schemas.microsoft.com/office/drawing/2014/main" id="{13F0862C-0BA3-644C-BD92-0675AE4DF08D}"/>
              </a:ext>
            </a:extLst>
          </p:cNvPr>
          <p:cNvSpPr>
            <a:spLocks/>
          </p:cNvSpPr>
          <p:nvPr/>
        </p:nvSpPr>
        <p:spPr bwMode="auto">
          <a:xfrm>
            <a:off x="3875665" y="2514418"/>
            <a:ext cx="1225599" cy="1225599"/>
          </a:xfrm>
          <a:custGeom>
            <a:avLst/>
            <a:gdLst>
              <a:gd name="T0" fmla="*/ 310 w 486"/>
              <a:gd name="T1" fmla="*/ 37 h 486"/>
              <a:gd name="T2" fmla="*/ 449 w 486"/>
              <a:gd name="T3" fmla="*/ 310 h 486"/>
              <a:gd name="T4" fmla="*/ 176 w 486"/>
              <a:gd name="T5" fmla="*/ 449 h 486"/>
              <a:gd name="T6" fmla="*/ 37 w 486"/>
              <a:gd name="T7" fmla="*/ 176 h 486"/>
              <a:gd name="T8" fmla="*/ 310 w 486"/>
              <a:gd name="T9" fmla="*/ 3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37"/>
                </a:moveTo>
                <a:cubicBezTo>
                  <a:pt x="424" y="74"/>
                  <a:pt x="486" y="196"/>
                  <a:pt x="449" y="310"/>
                </a:cubicBezTo>
                <a:cubicBezTo>
                  <a:pt x="412" y="424"/>
                  <a:pt x="290" y="486"/>
                  <a:pt x="176" y="449"/>
                </a:cubicBezTo>
                <a:cubicBezTo>
                  <a:pt x="63" y="412"/>
                  <a:pt x="0" y="290"/>
                  <a:pt x="37" y="176"/>
                </a:cubicBezTo>
                <a:cubicBezTo>
                  <a:pt x="74" y="62"/>
                  <a:pt x="196" y="0"/>
                  <a:pt x="310" y="37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800000" scaled="0"/>
          </a:gradFill>
          <a:ln>
            <a:noFill/>
          </a:ln>
          <a:effectLst>
            <a:outerShdw blurRad="127000" dist="38100" dir="2700000" algn="tl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51">
            <a:extLst>
              <a:ext uri="{FF2B5EF4-FFF2-40B4-BE49-F238E27FC236}">
                <a16:creationId xmlns:a16="http://schemas.microsoft.com/office/drawing/2014/main" id="{8EEA768E-500E-C442-8F62-C275899847DB}"/>
              </a:ext>
            </a:extLst>
          </p:cNvPr>
          <p:cNvSpPr>
            <a:spLocks/>
          </p:cNvSpPr>
          <p:nvPr/>
        </p:nvSpPr>
        <p:spPr bwMode="auto">
          <a:xfrm>
            <a:off x="3988971" y="2624892"/>
            <a:ext cx="1001818" cy="1004652"/>
          </a:xfrm>
          <a:custGeom>
            <a:avLst/>
            <a:gdLst>
              <a:gd name="T0" fmla="*/ 367 w 397"/>
              <a:gd name="T1" fmla="*/ 254 h 398"/>
              <a:gd name="T2" fmla="*/ 144 w 397"/>
              <a:gd name="T3" fmla="*/ 367 h 398"/>
              <a:gd name="T4" fmla="*/ 30 w 397"/>
              <a:gd name="T5" fmla="*/ 144 h 398"/>
              <a:gd name="T6" fmla="*/ 253 w 397"/>
              <a:gd name="T7" fmla="*/ 31 h 398"/>
              <a:gd name="T8" fmla="*/ 367 w 397"/>
              <a:gd name="T9" fmla="*/ 254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8">
                <a:moveTo>
                  <a:pt x="367" y="254"/>
                </a:moveTo>
                <a:cubicBezTo>
                  <a:pt x="337" y="347"/>
                  <a:pt x="236" y="398"/>
                  <a:pt x="144" y="367"/>
                </a:cubicBezTo>
                <a:cubicBezTo>
                  <a:pt x="51" y="337"/>
                  <a:pt x="0" y="237"/>
                  <a:pt x="30" y="144"/>
                </a:cubicBezTo>
                <a:cubicBezTo>
                  <a:pt x="60" y="51"/>
                  <a:pt x="160" y="0"/>
                  <a:pt x="253" y="31"/>
                </a:cubicBezTo>
                <a:cubicBezTo>
                  <a:pt x="346" y="61"/>
                  <a:pt x="397" y="161"/>
                  <a:pt x="367" y="2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8081C6CA-F0BF-2642-B200-3B7CCE2B465A}"/>
              </a:ext>
            </a:extLst>
          </p:cNvPr>
          <p:cNvSpPr/>
          <p:nvPr/>
        </p:nvSpPr>
        <p:spPr>
          <a:xfrm>
            <a:off x="4142439" y="2779777"/>
            <a:ext cx="694882" cy="694882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800000" scaled="0"/>
          </a:gra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D9E6585A-72C4-C341-8E95-4D53B6512EF0}"/>
              </a:ext>
            </a:extLst>
          </p:cNvPr>
          <p:cNvSpPr/>
          <p:nvPr/>
        </p:nvSpPr>
        <p:spPr>
          <a:xfrm>
            <a:off x="5920880" y="1851608"/>
            <a:ext cx="694882" cy="694882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4800000" scaled="0"/>
          </a:gra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1111484E-470B-8E46-B4CD-2B3CCBFA0E9F}"/>
              </a:ext>
            </a:extLst>
          </p:cNvPr>
          <p:cNvSpPr/>
          <p:nvPr/>
        </p:nvSpPr>
        <p:spPr>
          <a:xfrm>
            <a:off x="7353735" y="3255191"/>
            <a:ext cx="694882" cy="694882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4800000" scaled="0"/>
          </a:gra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8DD59215-9918-C740-9B7D-99B20DA6BB4C}"/>
              </a:ext>
            </a:extLst>
          </p:cNvPr>
          <p:cNvSpPr/>
          <p:nvPr/>
        </p:nvSpPr>
        <p:spPr>
          <a:xfrm>
            <a:off x="6460973" y="5053462"/>
            <a:ext cx="694882" cy="694882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3600000" scaled="0"/>
          </a:gra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EA71A646-89C1-4445-8416-07750D72B8C4}"/>
              </a:ext>
            </a:extLst>
          </p:cNvPr>
          <p:cNvSpPr/>
          <p:nvPr/>
        </p:nvSpPr>
        <p:spPr>
          <a:xfrm>
            <a:off x="4475277" y="4759808"/>
            <a:ext cx="694882" cy="694882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6000000" scaled="0"/>
          </a:gra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 17">
            <a:extLst>
              <a:ext uri="{FF2B5EF4-FFF2-40B4-BE49-F238E27FC236}">
                <a16:creationId xmlns:a16="http://schemas.microsoft.com/office/drawing/2014/main" id="{8B169788-F993-B345-BC99-101822FEED6C}"/>
              </a:ext>
            </a:extLst>
          </p:cNvPr>
          <p:cNvSpPr>
            <a:spLocks noChangeAspect="1"/>
          </p:cNvSpPr>
          <p:nvPr/>
        </p:nvSpPr>
        <p:spPr bwMode="auto">
          <a:xfrm>
            <a:off x="4977409" y="2850563"/>
            <a:ext cx="2098384" cy="2100435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33ACFC5-45E2-C040-8FAD-AD1357544EDF}"/>
              </a:ext>
            </a:extLst>
          </p:cNvPr>
          <p:cNvGrpSpPr/>
          <p:nvPr/>
        </p:nvGrpSpPr>
        <p:grpSpPr>
          <a:xfrm flipH="1">
            <a:off x="922034" y="2745042"/>
            <a:ext cx="2783072" cy="723275"/>
            <a:chOff x="7825488" y="1404017"/>
            <a:chExt cx="3368029" cy="723275"/>
          </a:xfrm>
        </p:grpSpPr>
        <p:sp>
          <p:nvSpPr>
            <p:cNvPr id="64" name="Inhaltsplatzhalter 4">
              <a:extLst>
                <a:ext uri="{FF2B5EF4-FFF2-40B4-BE49-F238E27FC236}">
                  <a16:creationId xmlns:a16="http://schemas.microsoft.com/office/drawing/2014/main" id="{FF37B526-271B-214A-9540-F1ED727C582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2F6C4D25-DFC2-9143-94BA-D236C075DE7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BFF8A7-F834-4049-A45D-E62D911F7F53}"/>
              </a:ext>
            </a:extLst>
          </p:cNvPr>
          <p:cNvGrpSpPr/>
          <p:nvPr/>
        </p:nvGrpSpPr>
        <p:grpSpPr>
          <a:xfrm flipH="1">
            <a:off x="1126585" y="4890000"/>
            <a:ext cx="2783072" cy="723275"/>
            <a:chOff x="7825488" y="1404017"/>
            <a:chExt cx="3368029" cy="723275"/>
          </a:xfrm>
        </p:grpSpPr>
        <p:sp>
          <p:nvSpPr>
            <p:cNvPr id="67" name="Inhaltsplatzhalter 4">
              <a:extLst>
                <a:ext uri="{FF2B5EF4-FFF2-40B4-BE49-F238E27FC236}">
                  <a16:creationId xmlns:a16="http://schemas.microsoft.com/office/drawing/2014/main" id="{BBC487D8-A67A-F449-BEEC-450F212FF16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D03C5A32-84A3-224A-93C5-245AA40CADC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3FB07D7-972A-D945-AA2C-21F67619BFB1}"/>
              </a:ext>
            </a:extLst>
          </p:cNvPr>
          <p:cNvGrpSpPr/>
          <p:nvPr/>
        </p:nvGrpSpPr>
        <p:grpSpPr>
          <a:xfrm>
            <a:off x="7314517" y="1836465"/>
            <a:ext cx="2783072" cy="723275"/>
            <a:chOff x="7825488" y="1404017"/>
            <a:chExt cx="3368029" cy="723275"/>
          </a:xfrm>
        </p:grpSpPr>
        <p:sp>
          <p:nvSpPr>
            <p:cNvPr id="70" name="Inhaltsplatzhalter 4">
              <a:extLst>
                <a:ext uri="{FF2B5EF4-FFF2-40B4-BE49-F238E27FC236}">
                  <a16:creationId xmlns:a16="http://schemas.microsoft.com/office/drawing/2014/main" id="{15C6F812-78AB-3C4D-ADBC-EA08BC7B147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A70EBD2B-1B09-7B4E-A224-65A0F81B813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9C0494E-2F82-4648-9924-795AE70D29FF}"/>
              </a:ext>
            </a:extLst>
          </p:cNvPr>
          <p:cNvGrpSpPr/>
          <p:nvPr/>
        </p:nvGrpSpPr>
        <p:grpSpPr>
          <a:xfrm>
            <a:off x="8517455" y="3539142"/>
            <a:ext cx="2783072" cy="723275"/>
            <a:chOff x="7825488" y="1404017"/>
            <a:chExt cx="3368029" cy="723275"/>
          </a:xfrm>
        </p:grpSpPr>
        <p:sp>
          <p:nvSpPr>
            <p:cNvPr id="73" name="Inhaltsplatzhalter 4">
              <a:extLst>
                <a:ext uri="{FF2B5EF4-FFF2-40B4-BE49-F238E27FC236}">
                  <a16:creationId xmlns:a16="http://schemas.microsoft.com/office/drawing/2014/main" id="{CAC91F70-EA8D-1E41-99E7-F0DB64002CA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91CFD211-B26D-634D-83EA-B14695FEAC4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05FA5FE4-A7F9-A046-9956-B49FFA0A546F}"/>
              </a:ext>
            </a:extLst>
          </p:cNvPr>
          <p:cNvGrpSpPr/>
          <p:nvPr/>
        </p:nvGrpSpPr>
        <p:grpSpPr>
          <a:xfrm>
            <a:off x="7668301" y="5045082"/>
            <a:ext cx="2783072" cy="723275"/>
            <a:chOff x="7825488" y="1404017"/>
            <a:chExt cx="3368029" cy="723275"/>
          </a:xfrm>
        </p:grpSpPr>
        <p:sp>
          <p:nvSpPr>
            <p:cNvPr id="76" name="Inhaltsplatzhalter 4">
              <a:extLst>
                <a:ext uri="{FF2B5EF4-FFF2-40B4-BE49-F238E27FC236}">
                  <a16:creationId xmlns:a16="http://schemas.microsoft.com/office/drawing/2014/main" id="{96A9D665-7B06-4D49-8B72-775E6A96A70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315E4F7E-B2F7-9144-A258-73D398718CD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aphic 78">
            <a:extLst>
              <a:ext uri="{FF2B5EF4-FFF2-40B4-BE49-F238E27FC236}">
                <a16:creationId xmlns:a16="http://schemas.microsoft.com/office/drawing/2014/main" id="{7DA0B9E8-4441-5049-AA0E-C5E09378E31F}"/>
              </a:ext>
            </a:extLst>
          </p:cNvPr>
          <p:cNvGrpSpPr>
            <a:grpSpLocks noChangeAspect="1"/>
          </p:cNvGrpSpPr>
          <p:nvPr/>
        </p:nvGrpSpPr>
        <p:grpSpPr>
          <a:xfrm>
            <a:off x="6083359" y="2051320"/>
            <a:ext cx="390337" cy="266196"/>
            <a:chOff x="6093139" y="2051320"/>
            <a:chExt cx="390337" cy="266196"/>
          </a:xfrm>
          <a:solidFill>
            <a:srgbClr val="FFFFFF"/>
          </a:solidFill>
        </p:grpSpPr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25157CF0-2805-6841-B0F7-2BEAB67628DA}"/>
                </a:ext>
              </a:extLst>
            </p:cNvPr>
            <p:cNvSpPr/>
            <p:nvPr/>
          </p:nvSpPr>
          <p:spPr>
            <a:xfrm>
              <a:off x="6140830" y="2253883"/>
              <a:ext cx="12558" cy="63581"/>
            </a:xfrm>
            <a:custGeom>
              <a:avLst/>
              <a:gdLst>
                <a:gd name="connsiteX0" fmla="*/ 6331 w 12558"/>
                <a:gd name="connsiteY0" fmla="*/ 63581 h 63581"/>
                <a:gd name="connsiteX1" fmla="*/ 53 w 12558"/>
                <a:gd name="connsiteY1" fmla="*/ 57558 h 63581"/>
                <a:gd name="connsiteX2" fmla="*/ 52 w 12558"/>
                <a:gd name="connsiteY2" fmla="*/ 57455 h 63581"/>
                <a:gd name="connsiteX3" fmla="*/ 52 w 12558"/>
                <a:gd name="connsiteY3" fmla="*/ 7024 h 63581"/>
                <a:gd name="connsiteX4" fmla="*/ 5478 w 12558"/>
                <a:gd name="connsiteY4" fmla="*/ 52 h 63581"/>
                <a:gd name="connsiteX5" fmla="*/ 12508 w 12558"/>
                <a:gd name="connsiteY5" fmla="*/ 5432 h 63581"/>
                <a:gd name="connsiteX6" fmla="*/ 12508 w 12558"/>
                <a:gd name="connsiteY6" fmla="*/ 7024 h 63581"/>
                <a:gd name="connsiteX7" fmla="*/ 12508 w 12558"/>
                <a:gd name="connsiteY7" fmla="*/ 57455 h 63581"/>
                <a:gd name="connsiteX8" fmla="*/ 6331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331" y="63581"/>
                  </a:moveTo>
                  <a:cubicBezTo>
                    <a:pt x="2921" y="63637"/>
                    <a:pt x="110" y="60941"/>
                    <a:pt x="53" y="57558"/>
                  </a:cubicBezTo>
                  <a:cubicBezTo>
                    <a:pt x="52" y="57524"/>
                    <a:pt x="52" y="57490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2" y="63581"/>
                    <a:pt x="6331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DC859B3-E88B-DC45-8B56-A47DD67BCD32}"/>
                </a:ext>
              </a:extLst>
            </p:cNvPr>
            <p:cNvSpPr/>
            <p:nvPr/>
          </p:nvSpPr>
          <p:spPr>
            <a:xfrm>
              <a:off x="6223694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C907100-254B-944F-AF86-80037895B18A}"/>
                </a:ext>
              </a:extLst>
            </p:cNvPr>
            <p:cNvSpPr/>
            <p:nvPr/>
          </p:nvSpPr>
          <p:spPr>
            <a:xfrm>
              <a:off x="6117927" y="2212313"/>
              <a:ext cx="140715" cy="105150"/>
            </a:xfrm>
            <a:custGeom>
              <a:avLst/>
              <a:gdLst>
                <a:gd name="connsiteX0" fmla="*/ 135053 w 140715"/>
                <a:gd name="connsiteY0" fmla="*/ 105151 h 105150"/>
                <a:gd name="connsiteX1" fmla="*/ 6279 w 140715"/>
                <a:gd name="connsiteY1" fmla="*/ 105151 h 105150"/>
                <a:gd name="connsiteX2" fmla="*/ 0 w 140715"/>
                <a:gd name="connsiteY2" fmla="*/ 98924 h 105150"/>
                <a:gd name="connsiteX3" fmla="*/ 0 w 140715"/>
                <a:gd name="connsiteY3" fmla="*/ 32056 h 105150"/>
                <a:gd name="connsiteX4" fmla="*/ 0 w 140715"/>
                <a:gd name="connsiteY4" fmla="*/ 31443 h 105150"/>
                <a:gd name="connsiteX5" fmla="*/ 25837 w 140715"/>
                <a:gd name="connsiteY5" fmla="*/ 4185 h 105150"/>
                <a:gd name="connsiteX6" fmla="*/ 50645 w 140715"/>
                <a:gd name="connsiteY6" fmla="*/ 102 h 105150"/>
                <a:gd name="connsiteX7" fmla="*/ 57835 w 140715"/>
                <a:gd name="connsiteY7" fmla="*/ 5020 h 105150"/>
                <a:gd name="connsiteX8" fmla="*/ 57851 w 140715"/>
                <a:gd name="connsiteY8" fmla="*/ 5104 h 105150"/>
                <a:gd name="connsiteX9" fmla="*/ 52873 w 140715"/>
                <a:gd name="connsiteY9" fmla="*/ 12222 h 105150"/>
                <a:gd name="connsiteX10" fmla="*/ 52704 w 140715"/>
                <a:gd name="connsiteY10" fmla="*/ 12250 h 105150"/>
                <a:gd name="connsiteX11" fmla="*/ 27896 w 140715"/>
                <a:gd name="connsiteY11" fmla="*/ 16436 h 105150"/>
                <a:gd name="connsiteX12" fmla="*/ 12558 w 140715"/>
                <a:gd name="connsiteY12" fmla="*/ 32974 h 105150"/>
                <a:gd name="connsiteX13" fmla="*/ 12558 w 140715"/>
                <a:gd name="connsiteY13" fmla="*/ 93309 h 105150"/>
                <a:gd name="connsiteX14" fmla="*/ 128877 w 140715"/>
                <a:gd name="connsiteY14" fmla="*/ 93309 h 105150"/>
                <a:gd name="connsiteX15" fmla="*/ 128877 w 140715"/>
                <a:gd name="connsiteY15" fmla="*/ 32974 h 105150"/>
                <a:gd name="connsiteX16" fmla="*/ 113436 w 140715"/>
                <a:gd name="connsiteY16" fmla="*/ 16946 h 105150"/>
                <a:gd name="connsiteX17" fmla="*/ 88320 w 140715"/>
                <a:gd name="connsiteY17" fmla="*/ 12557 h 105150"/>
                <a:gd name="connsiteX18" fmla="*/ 83276 w 140715"/>
                <a:gd name="connsiteY18" fmla="*/ 5410 h 105150"/>
                <a:gd name="connsiteX19" fmla="*/ 90481 w 140715"/>
                <a:gd name="connsiteY19" fmla="*/ 408 h 105150"/>
                <a:gd name="connsiteX20" fmla="*/ 115289 w 140715"/>
                <a:gd name="connsiteY20" fmla="*/ 4492 h 105150"/>
                <a:gd name="connsiteX21" fmla="*/ 140715 w 140715"/>
                <a:gd name="connsiteY21" fmla="*/ 31443 h 105150"/>
                <a:gd name="connsiteX22" fmla="*/ 140715 w 140715"/>
                <a:gd name="connsiteY22" fmla="*/ 98924 h 105150"/>
                <a:gd name="connsiteX23" fmla="*/ 134642 w 140715"/>
                <a:gd name="connsiteY23" fmla="*/ 105150 h 105150"/>
                <a:gd name="connsiteX24" fmla="*/ 134538 w 140715"/>
                <a:gd name="connsiteY24" fmla="*/ 105151 h 10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715" h="105150">
                  <a:moveTo>
                    <a:pt x="135053" y="105151"/>
                  </a:moveTo>
                  <a:lnTo>
                    <a:pt x="6279" y="105151"/>
                  </a:lnTo>
                  <a:cubicBezTo>
                    <a:pt x="2811" y="105151"/>
                    <a:pt x="0" y="102363"/>
                    <a:pt x="0" y="98924"/>
                  </a:cubicBezTo>
                  <a:lnTo>
                    <a:pt x="0" y="32056"/>
                  </a:lnTo>
                  <a:cubicBezTo>
                    <a:pt x="0" y="32056"/>
                    <a:pt x="0" y="32056"/>
                    <a:pt x="0" y="31443"/>
                  </a:cubicBezTo>
                  <a:cubicBezTo>
                    <a:pt x="1366" y="17590"/>
                    <a:pt x="11980" y="6393"/>
                    <a:pt x="25837" y="4185"/>
                  </a:cubicBezTo>
                  <a:lnTo>
                    <a:pt x="50645" y="102"/>
                  </a:lnTo>
                  <a:cubicBezTo>
                    <a:pt x="54000" y="-509"/>
                    <a:pt x="57219" y="1692"/>
                    <a:pt x="57835" y="5020"/>
                  </a:cubicBezTo>
                  <a:cubicBezTo>
                    <a:pt x="57841" y="5048"/>
                    <a:pt x="57846" y="5076"/>
                    <a:pt x="57851" y="5104"/>
                  </a:cubicBezTo>
                  <a:cubicBezTo>
                    <a:pt x="58458" y="8433"/>
                    <a:pt x="56229" y="11620"/>
                    <a:pt x="52873" y="12222"/>
                  </a:cubicBezTo>
                  <a:cubicBezTo>
                    <a:pt x="52817" y="12233"/>
                    <a:pt x="52760" y="12242"/>
                    <a:pt x="52704" y="12250"/>
                  </a:cubicBezTo>
                  <a:lnTo>
                    <a:pt x="27896" y="16436"/>
                  </a:lnTo>
                  <a:cubicBezTo>
                    <a:pt x="19585" y="17845"/>
                    <a:pt x="13281" y="24643"/>
                    <a:pt x="12558" y="32974"/>
                  </a:cubicBezTo>
                  <a:lnTo>
                    <a:pt x="12558" y="93309"/>
                  </a:lnTo>
                  <a:lnTo>
                    <a:pt x="128877" y="93309"/>
                  </a:lnTo>
                  <a:lnTo>
                    <a:pt x="128877" y="32974"/>
                  </a:lnTo>
                  <a:cubicBezTo>
                    <a:pt x="127925" y="24808"/>
                    <a:pt x="121619" y="18262"/>
                    <a:pt x="113436" y="16946"/>
                  </a:cubicBezTo>
                  <a:lnTo>
                    <a:pt x="88320" y="12557"/>
                  </a:lnTo>
                  <a:cubicBezTo>
                    <a:pt x="84937" y="11965"/>
                    <a:pt x="82679" y="8765"/>
                    <a:pt x="83276" y="5410"/>
                  </a:cubicBezTo>
                  <a:cubicBezTo>
                    <a:pt x="83873" y="2056"/>
                    <a:pt x="87099" y="-184"/>
                    <a:pt x="90481" y="408"/>
                  </a:cubicBezTo>
                  <a:lnTo>
                    <a:pt x="115289" y="4492"/>
                  </a:lnTo>
                  <a:cubicBezTo>
                    <a:pt x="128884" y="6833"/>
                    <a:pt x="139262" y="17835"/>
                    <a:pt x="140715" y="31443"/>
                  </a:cubicBezTo>
                  <a:lnTo>
                    <a:pt x="140715" y="98924"/>
                  </a:lnTo>
                  <a:cubicBezTo>
                    <a:pt x="140772" y="102306"/>
                    <a:pt x="138053" y="105094"/>
                    <a:pt x="134642" y="105150"/>
                  </a:cubicBezTo>
                  <a:cubicBezTo>
                    <a:pt x="134608" y="105151"/>
                    <a:pt x="134573" y="105151"/>
                    <a:pt x="134538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54030727-7038-924C-9750-F118B9CA1610}"/>
                </a:ext>
              </a:extLst>
            </p:cNvPr>
            <p:cNvSpPr/>
            <p:nvPr/>
          </p:nvSpPr>
          <p:spPr>
            <a:xfrm>
              <a:off x="6332086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AD2202B-DDD5-834C-AF04-72D4EC6713FE}"/>
                </a:ext>
              </a:extLst>
            </p:cNvPr>
            <p:cNvSpPr/>
            <p:nvPr/>
          </p:nvSpPr>
          <p:spPr>
            <a:xfrm>
              <a:off x="6414950" y="2253883"/>
              <a:ext cx="12559" cy="63581"/>
            </a:xfrm>
            <a:custGeom>
              <a:avLst/>
              <a:gdLst>
                <a:gd name="connsiteX0" fmla="*/ 6228 w 12559"/>
                <a:gd name="connsiteY0" fmla="*/ 63581 h 63581"/>
                <a:gd name="connsiteX1" fmla="*/ 52 w 12559"/>
                <a:gd name="connsiteY1" fmla="*/ 57455 h 63581"/>
                <a:gd name="connsiteX2" fmla="*/ 52 w 12559"/>
                <a:gd name="connsiteY2" fmla="*/ 7024 h 63581"/>
                <a:gd name="connsiteX3" fmla="*/ 5478 w 12559"/>
                <a:gd name="connsiteY3" fmla="*/ 52 h 63581"/>
                <a:gd name="connsiteX4" fmla="*/ 12508 w 12559"/>
                <a:gd name="connsiteY4" fmla="*/ 5432 h 63581"/>
                <a:gd name="connsiteX5" fmla="*/ 12508 w 12559"/>
                <a:gd name="connsiteY5" fmla="*/ 7024 h 63581"/>
                <a:gd name="connsiteX6" fmla="*/ 12508 w 12559"/>
                <a:gd name="connsiteY6" fmla="*/ 57455 h 63581"/>
                <a:gd name="connsiteX7" fmla="*/ 6332 w 12559"/>
                <a:gd name="connsiteY7" fmla="*/ 63582 h 63581"/>
                <a:gd name="connsiteX8" fmla="*/ 6228 w 12559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9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D76298F-E85B-154F-AD52-28E54AFEEA11}"/>
                </a:ext>
              </a:extLst>
            </p:cNvPr>
            <p:cNvSpPr/>
            <p:nvPr/>
          </p:nvSpPr>
          <p:spPr>
            <a:xfrm>
              <a:off x="6309147" y="2212313"/>
              <a:ext cx="141164" cy="105171"/>
            </a:xfrm>
            <a:custGeom>
              <a:avLst/>
              <a:gdLst>
                <a:gd name="connsiteX0" fmla="*/ 134780 w 141164"/>
                <a:gd name="connsiteY0" fmla="*/ 105151 h 105171"/>
                <a:gd name="connsiteX1" fmla="*/ 6212 w 141164"/>
                <a:gd name="connsiteY1" fmla="*/ 105151 h 105171"/>
                <a:gd name="connsiteX2" fmla="*/ 35 w 141164"/>
                <a:gd name="connsiteY2" fmla="*/ 99026 h 105171"/>
                <a:gd name="connsiteX3" fmla="*/ 36 w 141164"/>
                <a:gd name="connsiteY3" fmla="*/ 98924 h 105171"/>
                <a:gd name="connsiteX4" fmla="*/ 36 w 141164"/>
                <a:gd name="connsiteY4" fmla="*/ 32056 h 105171"/>
                <a:gd name="connsiteX5" fmla="*/ 36 w 141164"/>
                <a:gd name="connsiteY5" fmla="*/ 31443 h 105171"/>
                <a:gd name="connsiteX6" fmla="*/ 25770 w 141164"/>
                <a:gd name="connsiteY6" fmla="*/ 4185 h 105171"/>
                <a:gd name="connsiteX7" fmla="*/ 50681 w 141164"/>
                <a:gd name="connsiteY7" fmla="*/ 102 h 105171"/>
                <a:gd name="connsiteX8" fmla="*/ 57872 w 141164"/>
                <a:gd name="connsiteY8" fmla="*/ 5020 h 105171"/>
                <a:gd name="connsiteX9" fmla="*/ 57887 w 141164"/>
                <a:gd name="connsiteY9" fmla="*/ 5104 h 105171"/>
                <a:gd name="connsiteX10" fmla="*/ 52740 w 141164"/>
                <a:gd name="connsiteY10" fmla="*/ 12250 h 105171"/>
                <a:gd name="connsiteX11" fmla="*/ 27829 w 141164"/>
                <a:gd name="connsiteY11" fmla="*/ 16436 h 105171"/>
                <a:gd name="connsiteX12" fmla="*/ 12491 w 141164"/>
                <a:gd name="connsiteY12" fmla="*/ 32974 h 105171"/>
                <a:gd name="connsiteX13" fmla="*/ 12491 w 141164"/>
                <a:gd name="connsiteY13" fmla="*/ 93309 h 105171"/>
                <a:gd name="connsiteX14" fmla="*/ 128810 w 141164"/>
                <a:gd name="connsiteY14" fmla="*/ 93309 h 105171"/>
                <a:gd name="connsiteX15" fmla="*/ 128810 w 141164"/>
                <a:gd name="connsiteY15" fmla="*/ 32974 h 105171"/>
                <a:gd name="connsiteX16" fmla="*/ 113370 w 141164"/>
                <a:gd name="connsiteY16" fmla="*/ 16946 h 105171"/>
                <a:gd name="connsiteX17" fmla="*/ 88356 w 141164"/>
                <a:gd name="connsiteY17" fmla="*/ 12557 h 105171"/>
                <a:gd name="connsiteX18" fmla="*/ 83297 w 141164"/>
                <a:gd name="connsiteY18" fmla="*/ 5495 h 105171"/>
                <a:gd name="connsiteX19" fmla="*/ 83312 w 141164"/>
                <a:gd name="connsiteY19" fmla="*/ 5410 h 105171"/>
                <a:gd name="connsiteX20" fmla="*/ 90243 w 141164"/>
                <a:gd name="connsiteY20" fmla="*/ 379 h 105171"/>
                <a:gd name="connsiteX21" fmla="*/ 90415 w 141164"/>
                <a:gd name="connsiteY21" fmla="*/ 408 h 105171"/>
                <a:gd name="connsiteX22" fmla="*/ 115325 w 141164"/>
                <a:gd name="connsiteY22" fmla="*/ 4492 h 105171"/>
                <a:gd name="connsiteX23" fmla="*/ 141163 w 141164"/>
                <a:gd name="connsiteY23" fmla="*/ 31749 h 105171"/>
                <a:gd name="connsiteX24" fmla="*/ 141163 w 141164"/>
                <a:gd name="connsiteY24" fmla="*/ 99230 h 105171"/>
                <a:gd name="connsiteX25" fmla="*/ 139310 w 141164"/>
                <a:gd name="connsiteY25" fmla="*/ 103620 h 105171"/>
                <a:gd name="connsiteX26" fmla="*/ 134780 w 141164"/>
                <a:gd name="connsiteY26" fmla="*/ 105151 h 1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1164" h="105171">
                  <a:moveTo>
                    <a:pt x="134780" y="105151"/>
                  </a:moveTo>
                  <a:lnTo>
                    <a:pt x="6212" y="105151"/>
                  </a:lnTo>
                  <a:cubicBezTo>
                    <a:pt x="2801" y="105151"/>
                    <a:pt x="36" y="102409"/>
                    <a:pt x="35" y="99026"/>
                  </a:cubicBezTo>
                  <a:cubicBezTo>
                    <a:pt x="35" y="98992"/>
                    <a:pt x="36" y="98958"/>
                    <a:pt x="36" y="98924"/>
                  </a:cubicBezTo>
                  <a:lnTo>
                    <a:pt x="36" y="32056"/>
                  </a:lnTo>
                  <a:cubicBezTo>
                    <a:pt x="-12" y="31854"/>
                    <a:pt x="-12" y="31644"/>
                    <a:pt x="36" y="31443"/>
                  </a:cubicBezTo>
                  <a:cubicBezTo>
                    <a:pt x="1391" y="17622"/>
                    <a:pt x="11953" y="6435"/>
                    <a:pt x="25770" y="4185"/>
                  </a:cubicBezTo>
                  <a:lnTo>
                    <a:pt x="50681" y="102"/>
                  </a:lnTo>
                  <a:cubicBezTo>
                    <a:pt x="54036" y="-509"/>
                    <a:pt x="57255" y="1692"/>
                    <a:pt x="57872" y="5020"/>
                  </a:cubicBezTo>
                  <a:cubicBezTo>
                    <a:pt x="57877" y="5048"/>
                    <a:pt x="57882" y="5076"/>
                    <a:pt x="57887" y="5104"/>
                  </a:cubicBezTo>
                  <a:cubicBezTo>
                    <a:pt x="58445" y="8485"/>
                    <a:pt x="56145" y="11678"/>
                    <a:pt x="52740" y="12250"/>
                  </a:cubicBezTo>
                  <a:lnTo>
                    <a:pt x="27829" y="16436"/>
                  </a:lnTo>
                  <a:cubicBezTo>
                    <a:pt x="19536" y="17879"/>
                    <a:pt x="13249" y="24658"/>
                    <a:pt x="12491" y="32974"/>
                  </a:cubicBezTo>
                  <a:lnTo>
                    <a:pt x="12491" y="93309"/>
                  </a:lnTo>
                  <a:lnTo>
                    <a:pt x="128810" y="93309"/>
                  </a:lnTo>
                  <a:lnTo>
                    <a:pt x="128810" y="32974"/>
                  </a:lnTo>
                  <a:cubicBezTo>
                    <a:pt x="127825" y="24823"/>
                    <a:pt x="121535" y="18294"/>
                    <a:pt x="113370" y="16946"/>
                  </a:cubicBezTo>
                  <a:lnTo>
                    <a:pt x="88356" y="12557"/>
                  </a:lnTo>
                  <a:cubicBezTo>
                    <a:pt x="84993" y="11992"/>
                    <a:pt x="82728" y="8831"/>
                    <a:pt x="83297" y="5495"/>
                  </a:cubicBezTo>
                  <a:cubicBezTo>
                    <a:pt x="83302" y="5467"/>
                    <a:pt x="83307" y="5439"/>
                    <a:pt x="83312" y="5410"/>
                  </a:cubicBezTo>
                  <a:cubicBezTo>
                    <a:pt x="83825" y="2123"/>
                    <a:pt x="86928" y="-129"/>
                    <a:pt x="90243" y="379"/>
                  </a:cubicBezTo>
                  <a:cubicBezTo>
                    <a:pt x="90300" y="388"/>
                    <a:pt x="90357" y="398"/>
                    <a:pt x="90415" y="408"/>
                  </a:cubicBezTo>
                  <a:lnTo>
                    <a:pt x="115325" y="4492"/>
                  </a:lnTo>
                  <a:cubicBezTo>
                    <a:pt x="129183" y="6699"/>
                    <a:pt x="139796" y="17896"/>
                    <a:pt x="141163" y="31749"/>
                  </a:cubicBezTo>
                  <a:lnTo>
                    <a:pt x="141163" y="99230"/>
                  </a:lnTo>
                  <a:cubicBezTo>
                    <a:pt x="141204" y="100888"/>
                    <a:pt x="140530" y="102485"/>
                    <a:pt x="139310" y="103620"/>
                  </a:cubicBezTo>
                  <a:cubicBezTo>
                    <a:pt x="138081" y="104734"/>
                    <a:pt x="136439" y="105289"/>
                    <a:pt x="134780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FF47F801-46D7-5941-9F70-FB6737DB08C3}"/>
                </a:ext>
              </a:extLst>
            </p:cNvPr>
            <p:cNvSpPr/>
            <p:nvPr/>
          </p:nvSpPr>
          <p:spPr>
            <a:xfrm>
              <a:off x="6163255" y="2212478"/>
              <a:ext cx="50169" cy="32819"/>
            </a:xfrm>
            <a:custGeom>
              <a:avLst/>
              <a:gdLst>
                <a:gd name="connsiteX0" fmla="*/ 24669 w 50169"/>
                <a:gd name="connsiteY0" fmla="*/ 32809 h 32819"/>
                <a:gd name="connsiteX1" fmla="*/ 20036 w 50169"/>
                <a:gd name="connsiteY1" fmla="*/ 30665 h 32819"/>
                <a:gd name="connsiteX2" fmla="*/ 1817 w 50169"/>
                <a:gd name="connsiteY2" fmla="*/ 10248 h 32819"/>
                <a:gd name="connsiteX3" fmla="*/ 1801 w 50169"/>
                <a:gd name="connsiteY3" fmla="*/ 1585 h 32819"/>
                <a:gd name="connsiteX4" fmla="*/ 1817 w 50169"/>
                <a:gd name="connsiteY4" fmla="*/ 1570 h 32819"/>
                <a:gd name="connsiteX5" fmla="*/ 10669 w 50169"/>
                <a:gd name="connsiteY5" fmla="*/ 2080 h 32819"/>
                <a:gd name="connsiteX6" fmla="*/ 24360 w 50169"/>
                <a:gd name="connsiteY6" fmla="*/ 17598 h 32819"/>
                <a:gd name="connsiteX7" fmla="*/ 39491 w 50169"/>
                <a:gd name="connsiteY7" fmla="*/ 2183 h 32819"/>
                <a:gd name="connsiteX8" fmla="*/ 48225 w 50169"/>
                <a:gd name="connsiteY8" fmla="*/ 2065 h 32819"/>
                <a:gd name="connsiteX9" fmla="*/ 48344 w 50169"/>
                <a:gd name="connsiteY9" fmla="*/ 2183 h 32819"/>
                <a:gd name="connsiteX10" fmla="*/ 48344 w 50169"/>
                <a:gd name="connsiteY10" fmla="*/ 10962 h 32819"/>
                <a:gd name="connsiteX11" fmla="*/ 28889 w 50169"/>
                <a:gd name="connsiteY11" fmla="*/ 31380 h 32819"/>
                <a:gd name="connsiteX12" fmla="*/ 24669 w 50169"/>
                <a:gd name="connsiteY12" fmla="*/ 3280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69" h="32819">
                  <a:moveTo>
                    <a:pt x="24669" y="32809"/>
                  </a:moveTo>
                  <a:cubicBezTo>
                    <a:pt x="22891" y="32766"/>
                    <a:pt x="21212" y="31989"/>
                    <a:pt x="20036" y="30665"/>
                  </a:cubicBezTo>
                  <a:lnTo>
                    <a:pt x="1817" y="10248"/>
                  </a:lnTo>
                  <a:cubicBezTo>
                    <a:pt x="-600" y="7860"/>
                    <a:pt x="-606" y="3981"/>
                    <a:pt x="1801" y="1585"/>
                  </a:cubicBezTo>
                  <a:cubicBezTo>
                    <a:pt x="1806" y="1580"/>
                    <a:pt x="1811" y="1575"/>
                    <a:pt x="1817" y="1570"/>
                  </a:cubicBezTo>
                  <a:cubicBezTo>
                    <a:pt x="4405" y="-708"/>
                    <a:pt x="8364" y="-480"/>
                    <a:pt x="10669" y="2080"/>
                  </a:cubicBezTo>
                  <a:lnTo>
                    <a:pt x="24360" y="17598"/>
                  </a:lnTo>
                  <a:lnTo>
                    <a:pt x="39491" y="2183"/>
                  </a:lnTo>
                  <a:cubicBezTo>
                    <a:pt x="41870" y="-242"/>
                    <a:pt x="45781" y="-295"/>
                    <a:pt x="48225" y="2065"/>
                  </a:cubicBezTo>
                  <a:cubicBezTo>
                    <a:pt x="48265" y="2103"/>
                    <a:pt x="48305" y="2143"/>
                    <a:pt x="48344" y="2183"/>
                  </a:cubicBezTo>
                  <a:cubicBezTo>
                    <a:pt x="50778" y="4611"/>
                    <a:pt x="50778" y="8533"/>
                    <a:pt x="48344" y="10962"/>
                  </a:cubicBezTo>
                  <a:lnTo>
                    <a:pt x="28889" y="31380"/>
                  </a:lnTo>
                  <a:cubicBezTo>
                    <a:pt x="27727" y="32389"/>
                    <a:pt x="26210" y="32902"/>
                    <a:pt x="24669" y="32809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86AE89A2-091B-C146-8ECA-828C04B10710}"/>
                </a:ext>
              </a:extLst>
            </p:cNvPr>
            <p:cNvSpPr/>
            <p:nvPr/>
          </p:nvSpPr>
          <p:spPr>
            <a:xfrm>
              <a:off x="6354736" y="2211923"/>
              <a:ext cx="50476" cy="30913"/>
            </a:xfrm>
            <a:custGeom>
              <a:avLst/>
              <a:gdLst>
                <a:gd name="connsiteX0" fmla="*/ 25062 w 50476"/>
                <a:gd name="connsiteY0" fmla="*/ 30914 h 30913"/>
                <a:gd name="connsiteX1" fmla="*/ 20738 w 50476"/>
                <a:gd name="connsiteY1" fmla="*/ 29178 h 30913"/>
                <a:gd name="connsiteX2" fmla="*/ 1901 w 50476"/>
                <a:gd name="connsiteY2" fmla="*/ 11007 h 30913"/>
                <a:gd name="connsiteX3" fmla="*/ 1747 w 50476"/>
                <a:gd name="connsiteY3" fmla="*/ 2278 h 30913"/>
                <a:gd name="connsiteX4" fmla="*/ 10548 w 50476"/>
                <a:gd name="connsiteY4" fmla="*/ 2125 h 30913"/>
                <a:gd name="connsiteX5" fmla="*/ 25062 w 50476"/>
                <a:gd name="connsiteY5" fmla="*/ 16111 h 30913"/>
                <a:gd name="connsiteX6" fmla="*/ 39473 w 50476"/>
                <a:gd name="connsiteY6" fmla="*/ 2125 h 30913"/>
                <a:gd name="connsiteX7" fmla="*/ 48333 w 50476"/>
                <a:gd name="connsiteY7" fmla="*/ 1542 h 30913"/>
                <a:gd name="connsiteX8" fmla="*/ 48921 w 50476"/>
                <a:gd name="connsiteY8" fmla="*/ 10330 h 30913"/>
                <a:gd name="connsiteX9" fmla="*/ 48223 w 50476"/>
                <a:gd name="connsiteY9" fmla="*/ 11007 h 30913"/>
                <a:gd name="connsiteX10" fmla="*/ 29385 w 50476"/>
                <a:gd name="connsiteY10" fmla="*/ 29178 h 30913"/>
                <a:gd name="connsiteX11" fmla="*/ 25062 w 50476"/>
                <a:gd name="connsiteY11" fmla="*/ 30914 h 3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76" h="30913">
                  <a:moveTo>
                    <a:pt x="25062" y="30914"/>
                  </a:moveTo>
                  <a:cubicBezTo>
                    <a:pt x="23449" y="30907"/>
                    <a:pt x="21901" y="30286"/>
                    <a:pt x="20738" y="29178"/>
                  </a:cubicBezTo>
                  <a:lnTo>
                    <a:pt x="1901" y="11007"/>
                  </a:lnTo>
                  <a:cubicBezTo>
                    <a:pt x="-572" y="8639"/>
                    <a:pt x="-641" y="4731"/>
                    <a:pt x="1747" y="2278"/>
                  </a:cubicBezTo>
                  <a:cubicBezTo>
                    <a:pt x="4134" y="-174"/>
                    <a:pt x="8075" y="-243"/>
                    <a:pt x="10548" y="2125"/>
                  </a:cubicBezTo>
                  <a:lnTo>
                    <a:pt x="25062" y="16111"/>
                  </a:lnTo>
                  <a:lnTo>
                    <a:pt x="39473" y="2125"/>
                  </a:lnTo>
                  <a:cubicBezTo>
                    <a:pt x="41757" y="-462"/>
                    <a:pt x="45724" y="-723"/>
                    <a:pt x="48333" y="1542"/>
                  </a:cubicBezTo>
                  <a:cubicBezTo>
                    <a:pt x="50943" y="3808"/>
                    <a:pt x="51206" y="7742"/>
                    <a:pt x="48921" y="10330"/>
                  </a:cubicBezTo>
                  <a:cubicBezTo>
                    <a:pt x="48706" y="10573"/>
                    <a:pt x="48473" y="10799"/>
                    <a:pt x="48223" y="11007"/>
                  </a:cubicBezTo>
                  <a:lnTo>
                    <a:pt x="29385" y="29178"/>
                  </a:lnTo>
                  <a:cubicBezTo>
                    <a:pt x="28211" y="30269"/>
                    <a:pt x="26670" y="30887"/>
                    <a:pt x="25062" y="3091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AAA18817-E0A0-8C4E-9BCB-6F0EA299F204}"/>
                </a:ext>
              </a:extLst>
            </p:cNvPr>
            <p:cNvSpPr/>
            <p:nvPr/>
          </p:nvSpPr>
          <p:spPr>
            <a:xfrm>
              <a:off x="6093139" y="2305060"/>
              <a:ext cx="390337" cy="12455"/>
            </a:xfrm>
            <a:custGeom>
              <a:avLst/>
              <a:gdLst>
                <a:gd name="connsiteX0" fmla="*/ 384860 w 390337"/>
                <a:gd name="connsiteY0" fmla="*/ 12404 h 12455"/>
                <a:gd name="connsiteX1" fmla="*/ 7082 w 390337"/>
                <a:gd name="connsiteY1" fmla="*/ 12404 h 12455"/>
                <a:gd name="connsiteX2" fmla="*/ 52 w 390337"/>
                <a:gd name="connsiteY2" fmla="*/ 7023 h 12455"/>
                <a:gd name="connsiteX3" fmla="*/ 5478 w 390337"/>
                <a:gd name="connsiteY3" fmla="*/ 51 h 12455"/>
                <a:gd name="connsiteX4" fmla="*/ 7082 w 390337"/>
                <a:gd name="connsiteY4" fmla="*/ 51 h 12455"/>
                <a:gd name="connsiteX5" fmla="*/ 384860 w 390337"/>
                <a:gd name="connsiteY5" fmla="*/ 51 h 12455"/>
                <a:gd name="connsiteX6" fmla="*/ 390286 w 390337"/>
                <a:gd name="connsiteY6" fmla="*/ 7023 h 12455"/>
                <a:gd name="connsiteX7" fmla="*/ 384860 w 390337"/>
                <a:gd name="connsiteY7" fmla="*/ 12404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337" h="12455">
                  <a:moveTo>
                    <a:pt x="384860" y="12404"/>
                  </a:moveTo>
                  <a:lnTo>
                    <a:pt x="7082" y="12404"/>
                  </a:lnTo>
                  <a:cubicBezTo>
                    <a:pt x="3643" y="12843"/>
                    <a:pt x="495" y="10434"/>
                    <a:pt x="52" y="7023"/>
                  </a:cubicBezTo>
                  <a:cubicBezTo>
                    <a:pt x="-391" y="3612"/>
                    <a:pt x="2038" y="490"/>
                    <a:pt x="5478" y="51"/>
                  </a:cubicBezTo>
                  <a:cubicBezTo>
                    <a:pt x="6010" y="-17"/>
                    <a:pt x="6549" y="-17"/>
                    <a:pt x="7082" y="51"/>
                  </a:cubicBezTo>
                  <a:lnTo>
                    <a:pt x="384860" y="51"/>
                  </a:lnTo>
                  <a:cubicBezTo>
                    <a:pt x="388300" y="491"/>
                    <a:pt x="390729" y="3612"/>
                    <a:pt x="390286" y="7023"/>
                  </a:cubicBezTo>
                  <a:cubicBezTo>
                    <a:pt x="389921" y="9831"/>
                    <a:pt x="387692" y="12042"/>
                    <a:pt x="384860" y="1240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4368977B-D84E-F846-BD9F-8A0FAD1C7147}"/>
                </a:ext>
              </a:extLst>
            </p:cNvPr>
            <p:cNvSpPr/>
            <p:nvPr/>
          </p:nvSpPr>
          <p:spPr>
            <a:xfrm>
              <a:off x="6152616" y="2131459"/>
              <a:ext cx="71849" cy="71257"/>
            </a:xfrm>
            <a:custGeom>
              <a:avLst/>
              <a:gdLst>
                <a:gd name="connsiteX0" fmla="*/ 35925 w 71849"/>
                <a:gd name="connsiteY0" fmla="*/ 71258 h 71257"/>
                <a:gd name="connsiteX1" fmla="*/ 0 w 71849"/>
                <a:gd name="connsiteY1" fmla="*/ 35629 h 71257"/>
                <a:gd name="connsiteX2" fmla="*/ 35925 w 71849"/>
                <a:gd name="connsiteY2" fmla="*/ 0 h 71257"/>
                <a:gd name="connsiteX3" fmla="*/ 71850 w 71849"/>
                <a:gd name="connsiteY3" fmla="*/ 35629 h 71257"/>
                <a:gd name="connsiteX4" fmla="*/ 35925 w 71849"/>
                <a:gd name="connsiteY4" fmla="*/ 71258 h 71257"/>
                <a:gd name="connsiteX5" fmla="*/ 35925 w 71849"/>
                <a:gd name="connsiteY5" fmla="*/ 12353 h 71257"/>
                <a:gd name="connsiteX6" fmla="*/ 12455 w 71849"/>
                <a:gd name="connsiteY6" fmla="*/ 35629 h 71257"/>
                <a:gd name="connsiteX7" fmla="*/ 35925 w 71849"/>
                <a:gd name="connsiteY7" fmla="*/ 58905 h 71257"/>
                <a:gd name="connsiteX8" fmla="*/ 59395 w 71849"/>
                <a:gd name="connsiteY8" fmla="*/ 35629 h 71257"/>
                <a:gd name="connsiteX9" fmla="*/ 35925 w 71849"/>
                <a:gd name="connsiteY9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9" h="71257">
                  <a:moveTo>
                    <a:pt x="35925" y="71258"/>
                  </a:moveTo>
                  <a:cubicBezTo>
                    <a:pt x="16084" y="71258"/>
                    <a:pt x="0" y="55306"/>
                    <a:pt x="0" y="35629"/>
                  </a:cubicBezTo>
                  <a:cubicBezTo>
                    <a:pt x="0" y="15952"/>
                    <a:pt x="16084" y="0"/>
                    <a:pt x="35925" y="0"/>
                  </a:cubicBezTo>
                  <a:cubicBezTo>
                    <a:pt x="55766" y="0"/>
                    <a:pt x="71850" y="15952"/>
                    <a:pt x="71850" y="35629"/>
                  </a:cubicBezTo>
                  <a:cubicBezTo>
                    <a:pt x="71793" y="55283"/>
                    <a:pt x="55742" y="71202"/>
                    <a:pt x="35925" y="71258"/>
                  </a:cubicBezTo>
                  <a:close/>
                  <a:moveTo>
                    <a:pt x="35925" y="12353"/>
                  </a:moveTo>
                  <a:cubicBezTo>
                    <a:pt x="22963" y="12353"/>
                    <a:pt x="12455" y="22774"/>
                    <a:pt x="12455" y="35629"/>
                  </a:cubicBezTo>
                  <a:cubicBezTo>
                    <a:pt x="12455" y="48484"/>
                    <a:pt x="22963" y="58905"/>
                    <a:pt x="35925" y="58905"/>
                  </a:cubicBezTo>
                  <a:cubicBezTo>
                    <a:pt x="48887" y="58905"/>
                    <a:pt x="59395" y="48484"/>
                    <a:pt x="59395" y="35629"/>
                  </a:cubicBezTo>
                  <a:cubicBezTo>
                    <a:pt x="59395" y="22774"/>
                    <a:pt x="48887" y="12353"/>
                    <a:pt x="35925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EDB7239-536C-BD4E-ABFE-F8A0828490D4}"/>
                </a:ext>
              </a:extLst>
            </p:cNvPr>
            <p:cNvSpPr/>
            <p:nvPr/>
          </p:nvSpPr>
          <p:spPr>
            <a:xfrm>
              <a:off x="6343770" y="2131459"/>
              <a:ext cx="71849" cy="71257"/>
            </a:xfrm>
            <a:custGeom>
              <a:avLst/>
              <a:gdLst>
                <a:gd name="connsiteX0" fmla="*/ 36028 w 71849"/>
                <a:gd name="connsiteY0" fmla="*/ 71258 h 71257"/>
                <a:gd name="connsiteX1" fmla="*/ 0 w 71849"/>
                <a:gd name="connsiteY1" fmla="*/ 35731 h 71257"/>
                <a:gd name="connsiteX2" fmla="*/ 35822 w 71849"/>
                <a:gd name="connsiteY2" fmla="*/ 0 h 71257"/>
                <a:gd name="connsiteX3" fmla="*/ 71850 w 71849"/>
                <a:gd name="connsiteY3" fmla="*/ 35527 h 71257"/>
                <a:gd name="connsiteX4" fmla="*/ 71850 w 71849"/>
                <a:gd name="connsiteY4" fmla="*/ 35629 h 71257"/>
                <a:gd name="connsiteX5" fmla="*/ 36028 w 71849"/>
                <a:gd name="connsiteY5" fmla="*/ 71258 h 71257"/>
                <a:gd name="connsiteX6" fmla="*/ 36028 w 71849"/>
                <a:gd name="connsiteY6" fmla="*/ 12353 h 71257"/>
                <a:gd name="connsiteX7" fmla="*/ 12049 w 71849"/>
                <a:gd name="connsiteY7" fmla="*/ 35113 h 71257"/>
                <a:gd name="connsiteX8" fmla="*/ 34999 w 71849"/>
                <a:gd name="connsiteY8" fmla="*/ 58894 h 71257"/>
                <a:gd name="connsiteX9" fmla="*/ 58977 w 71849"/>
                <a:gd name="connsiteY9" fmla="*/ 36134 h 71257"/>
                <a:gd name="connsiteX10" fmla="*/ 58983 w 71849"/>
                <a:gd name="connsiteY10" fmla="*/ 35629 h 71257"/>
                <a:gd name="connsiteX11" fmla="*/ 36028 w 71849"/>
                <a:gd name="connsiteY11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49" h="71257">
                  <a:moveTo>
                    <a:pt x="36028" y="71258"/>
                  </a:moveTo>
                  <a:cubicBezTo>
                    <a:pt x="16187" y="71314"/>
                    <a:pt x="57" y="55408"/>
                    <a:pt x="0" y="35731"/>
                  </a:cubicBezTo>
                  <a:cubicBezTo>
                    <a:pt x="-57" y="16054"/>
                    <a:pt x="15981" y="57"/>
                    <a:pt x="35822" y="0"/>
                  </a:cubicBezTo>
                  <a:cubicBezTo>
                    <a:pt x="55663" y="-56"/>
                    <a:pt x="71793" y="15850"/>
                    <a:pt x="71850" y="35527"/>
                  </a:cubicBezTo>
                  <a:cubicBezTo>
                    <a:pt x="71850" y="35561"/>
                    <a:pt x="71850" y="35595"/>
                    <a:pt x="71850" y="35629"/>
                  </a:cubicBezTo>
                  <a:cubicBezTo>
                    <a:pt x="71850" y="55266"/>
                    <a:pt x="55828" y="71201"/>
                    <a:pt x="36028" y="71258"/>
                  </a:cubicBezTo>
                  <a:close/>
                  <a:moveTo>
                    <a:pt x="36028" y="12353"/>
                  </a:moveTo>
                  <a:cubicBezTo>
                    <a:pt x="23069" y="12071"/>
                    <a:pt x="12333" y="22261"/>
                    <a:pt x="12049" y="35113"/>
                  </a:cubicBezTo>
                  <a:cubicBezTo>
                    <a:pt x="11765" y="47965"/>
                    <a:pt x="22040" y="58612"/>
                    <a:pt x="34999" y="58894"/>
                  </a:cubicBezTo>
                  <a:cubicBezTo>
                    <a:pt x="47957" y="59176"/>
                    <a:pt x="58693" y="48986"/>
                    <a:pt x="58977" y="36134"/>
                  </a:cubicBezTo>
                  <a:cubicBezTo>
                    <a:pt x="58981" y="35965"/>
                    <a:pt x="58983" y="35797"/>
                    <a:pt x="58983" y="35629"/>
                  </a:cubicBezTo>
                  <a:cubicBezTo>
                    <a:pt x="58986" y="22970"/>
                    <a:pt x="48788" y="12630"/>
                    <a:pt x="36028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81DCF3C5-74DD-C84C-B4E8-EB2A92E375A8}"/>
                </a:ext>
              </a:extLst>
            </p:cNvPr>
            <p:cNvSpPr/>
            <p:nvPr/>
          </p:nvSpPr>
          <p:spPr>
            <a:xfrm>
              <a:off x="6218599" y="2078475"/>
              <a:ext cx="99540" cy="70543"/>
            </a:xfrm>
            <a:custGeom>
              <a:avLst/>
              <a:gdLst>
                <a:gd name="connsiteX0" fmla="*/ 16470 w 99540"/>
                <a:gd name="connsiteY0" fmla="*/ 70543 h 70543"/>
                <a:gd name="connsiteX1" fmla="*/ 13691 w 99540"/>
                <a:gd name="connsiteY1" fmla="*/ 69931 h 70543"/>
                <a:gd name="connsiteX2" fmla="*/ 10294 w 99540"/>
                <a:gd name="connsiteY2" fmla="*/ 64724 h 70543"/>
                <a:gd name="connsiteX3" fmla="*/ 10294 w 99540"/>
                <a:gd name="connsiteY3" fmla="*/ 48492 h 70543"/>
                <a:gd name="connsiteX4" fmla="*/ 0 w 99540"/>
                <a:gd name="connsiteY4" fmla="*/ 33485 h 70543"/>
                <a:gd name="connsiteX5" fmla="*/ 0 w 99540"/>
                <a:gd name="connsiteY5" fmla="*/ 16232 h 70543"/>
                <a:gd name="connsiteX6" fmla="*/ 16367 w 99540"/>
                <a:gd name="connsiteY6" fmla="*/ 0 h 70543"/>
                <a:gd name="connsiteX7" fmla="*/ 83276 w 99540"/>
                <a:gd name="connsiteY7" fmla="*/ 0 h 70543"/>
                <a:gd name="connsiteX8" fmla="*/ 99540 w 99540"/>
                <a:gd name="connsiteY8" fmla="*/ 16232 h 70543"/>
                <a:gd name="connsiteX9" fmla="*/ 99540 w 99540"/>
                <a:gd name="connsiteY9" fmla="*/ 33485 h 70543"/>
                <a:gd name="connsiteX10" fmla="*/ 83276 w 99540"/>
                <a:gd name="connsiteY10" fmla="*/ 49615 h 70543"/>
                <a:gd name="connsiteX11" fmla="*/ 45704 w 99540"/>
                <a:gd name="connsiteY11" fmla="*/ 49615 h 70543"/>
                <a:gd name="connsiteX12" fmla="*/ 20279 w 99540"/>
                <a:gd name="connsiteY12" fmla="*/ 69216 h 70543"/>
                <a:gd name="connsiteX13" fmla="*/ 16470 w 99540"/>
                <a:gd name="connsiteY13" fmla="*/ 70543 h 70543"/>
                <a:gd name="connsiteX14" fmla="*/ 16470 w 99540"/>
                <a:gd name="connsiteY14" fmla="*/ 12353 h 70543"/>
                <a:gd name="connsiteX15" fmla="*/ 12660 w 99540"/>
                <a:gd name="connsiteY15" fmla="*/ 16129 h 70543"/>
                <a:gd name="connsiteX16" fmla="*/ 12661 w 99540"/>
                <a:gd name="connsiteY16" fmla="*/ 16232 h 70543"/>
                <a:gd name="connsiteX17" fmla="*/ 12661 w 99540"/>
                <a:gd name="connsiteY17" fmla="*/ 33485 h 70543"/>
                <a:gd name="connsiteX18" fmla="*/ 16470 w 99540"/>
                <a:gd name="connsiteY18" fmla="*/ 37262 h 70543"/>
                <a:gd name="connsiteX19" fmla="*/ 23161 w 99540"/>
                <a:gd name="connsiteY19" fmla="*/ 43490 h 70543"/>
                <a:gd name="connsiteX20" fmla="*/ 23161 w 99540"/>
                <a:gd name="connsiteY20" fmla="*/ 51657 h 70543"/>
                <a:gd name="connsiteX21" fmla="*/ 40043 w 99540"/>
                <a:gd name="connsiteY21" fmla="*/ 38589 h 70543"/>
                <a:gd name="connsiteX22" fmla="*/ 43851 w 99540"/>
                <a:gd name="connsiteY22" fmla="*/ 37262 h 70543"/>
                <a:gd name="connsiteX23" fmla="*/ 83276 w 99540"/>
                <a:gd name="connsiteY23" fmla="*/ 37262 h 70543"/>
                <a:gd name="connsiteX24" fmla="*/ 87085 w 99540"/>
                <a:gd name="connsiteY24" fmla="*/ 33485 h 70543"/>
                <a:gd name="connsiteX25" fmla="*/ 87085 w 99540"/>
                <a:gd name="connsiteY25" fmla="*/ 16232 h 70543"/>
                <a:gd name="connsiteX26" fmla="*/ 83276 w 99540"/>
                <a:gd name="connsiteY26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9540" h="70543">
                  <a:moveTo>
                    <a:pt x="16470" y="70543"/>
                  </a:moveTo>
                  <a:cubicBezTo>
                    <a:pt x="15510" y="70536"/>
                    <a:pt x="14563" y="70327"/>
                    <a:pt x="13691" y="69931"/>
                  </a:cubicBezTo>
                  <a:cubicBezTo>
                    <a:pt x="11734" y="68887"/>
                    <a:pt x="10452" y="66922"/>
                    <a:pt x="10294" y="64724"/>
                  </a:cubicBezTo>
                  <a:lnTo>
                    <a:pt x="10294" y="48492"/>
                  </a:lnTo>
                  <a:cubicBezTo>
                    <a:pt x="4062" y="46084"/>
                    <a:pt x="-30" y="40118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276" y="0"/>
                  </a:lnTo>
                  <a:cubicBezTo>
                    <a:pt x="92275" y="56"/>
                    <a:pt x="99540" y="7307"/>
                    <a:pt x="99540" y="16232"/>
                  </a:cubicBezTo>
                  <a:lnTo>
                    <a:pt x="99540" y="33485"/>
                  </a:lnTo>
                  <a:cubicBezTo>
                    <a:pt x="99540" y="42393"/>
                    <a:pt x="92258" y="49615"/>
                    <a:pt x="83276" y="49615"/>
                  </a:cubicBezTo>
                  <a:lnTo>
                    <a:pt x="45704" y="49615"/>
                  </a:lnTo>
                  <a:lnTo>
                    <a:pt x="20279" y="69216"/>
                  </a:lnTo>
                  <a:cubicBezTo>
                    <a:pt x="19180" y="70043"/>
                    <a:pt x="17848" y="70507"/>
                    <a:pt x="16470" y="70543"/>
                  </a:cubicBezTo>
                  <a:close/>
                  <a:moveTo>
                    <a:pt x="16470" y="12353"/>
                  </a:moveTo>
                  <a:cubicBezTo>
                    <a:pt x="14367" y="12352"/>
                    <a:pt x="12661" y="14042"/>
                    <a:pt x="12660" y="16129"/>
                  </a:cubicBezTo>
                  <a:cubicBezTo>
                    <a:pt x="12660" y="16163"/>
                    <a:pt x="12660" y="16198"/>
                    <a:pt x="12661" y="16232"/>
                  </a:cubicBezTo>
                  <a:lnTo>
                    <a:pt x="12661" y="33485"/>
                  </a:lnTo>
                  <a:cubicBezTo>
                    <a:pt x="12661" y="35571"/>
                    <a:pt x="14367" y="37262"/>
                    <a:pt x="16470" y="37262"/>
                  </a:cubicBezTo>
                  <a:cubicBezTo>
                    <a:pt x="20031" y="37203"/>
                    <a:pt x="22995" y="39961"/>
                    <a:pt x="23161" y="43490"/>
                  </a:cubicBezTo>
                  <a:lnTo>
                    <a:pt x="23161" y="51657"/>
                  </a:lnTo>
                  <a:lnTo>
                    <a:pt x="40043" y="38589"/>
                  </a:lnTo>
                  <a:cubicBezTo>
                    <a:pt x="41122" y="37729"/>
                    <a:pt x="42466" y="37261"/>
                    <a:pt x="43851" y="37262"/>
                  </a:cubicBezTo>
                  <a:lnTo>
                    <a:pt x="83276" y="37262"/>
                  </a:lnTo>
                  <a:cubicBezTo>
                    <a:pt x="85357" y="37209"/>
                    <a:pt x="87031" y="35549"/>
                    <a:pt x="87085" y="33485"/>
                  </a:cubicBezTo>
                  <a:lnTo>
                    <a:pt x="87085" y="16232"/>
                  </a:lnTo>
                  <a:cubicBezTo>
                    <a:pt x="87085" y="14129"/>
                    <a:pt x="85396" y="12408"/>
                    <a:pt x="83276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FDC74B2-9B3B-5E48-AD1F-84F6A5E6EED1}"/>
                </a:ext>
              </a:extLst>
            </p:cNvPr>
            <p:cNvSpPr/>
            <p:nvPr/>
          </p:nvSpPr>
          <p:spPr>
            <a:xfrm>
              <a:off x="6247524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DC37689-35C7-7040-B8BD-175D59EE477D}"/>
                </a:ext>
              </a:extLst>
            </p:cNvPr>
            <p:cNvSpPr/>
            <p:nvPr/>
          </p:nvSpPr>
          <p:spPr>
            <a:xfrm>
              <a:off x="6263171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F32967A-0C48-0348-A715-62FEF18BCEF9}"/>
                </a:ext>
              </a:extLst>
            </p:cNvPr>
            <p:cNvSpPr/>
            <p:nvPr/>
          </p:nvSpPr>
          <p:spPr>
            <a:xfrm>
              <a:off x="6279230" y="2099300"/>
              <a:ext cx="10293" cy="10208"/>
            </a:xfrm>
            <a:custGeom>
              <a:avLst/>
              <a:gdLst>
                <a:gd name="connsiteX0" fmla="*/ 10293 w 10293"/>
                <a:gd name="connsiteY0" fmla="*/ 5003 h 10208"/>
                <a:gd name="connsiteX1" fmla="*/ 5249 w 10293"/>
                <a:gd name="connsiteY1" fmla="*/ 10208 h 10208"/>
                <a:gd name="connsiteX2" fmla="*/ 1 w 10293"/>
                <a:gd name="connsiteY2" fmla="*/ 5206 h 10208"/>
                <a:gd name="connsiteX3" fmla="*/ 5045 w 10293"/>
                <a:gd name="connsiteY3" fmla="*/ 1 h 10208"/>
                <a:gd name="connsiteX4" fmla="*/ 5249 w 10293"/>
                <a:gd name="connsiteY4" fmla="*/ 1 h 10208"/>
                <a:gd name="connsiteX5" fmla="*/ 10293 w 10293"/>
                <a:gd name="connsiteY5" fmla="*/ 5003 h 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3" h="10208">
                  <a:moveTo>
                    <a:pt x="10293" y="5003"/>
                  </a:moveTo>
                  <a:cubicBezTo>
                    <a:pt x="10349" y="7822"/>
                    <a:pt x="8091" y="10152"/>
                    <a:pt x="5249" y="10208"/>
                  </a:cubicBezTo>
                  <a:cubicBezTo>
                    <a:pt x="2407" y="10264"/>
                    <a:pt x="57" y="8024"/>
                    <a:pt x="1" y="5206"/>
                  </a:cubicBezTo>
                  <a:cubicBezTo>
                    <a:pt x="-55" y="2387"/>
                    <a:pt x="2203" y="57"/>
                    <a:pt x="5045" y="1"/>
                  </a:cubicBezTo>
                  <a:cubicBezTo>
                    <a:pt x="5113" y="0"/>
                    <a:pt x="5181" y="0"/>
                    <a:pt x="5249" y="1"/>
                  </a:cubicBezTo>
                  <a:cubicBezTo>
                    <a:pt x="8034" y="1"/>
                    <a:pt x="10293" y="2241"/>
                    <a:pt x="10293" y="500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D9C75C9-03AC-3E4A-977D-6D0A7E122F7C}"/>
                </a:ext>
              </a:extLst>
            </p:cNvPr>
            <p:cNvSpPr/>
            <p:nvPr/>
          </p:nvSpPr>
          <p:spPr>
            <a:xfrm>
              <a:off x="6329874" y="2051320"/>
              <a:ext cx="99539" cy="70543"/>
            </a:xfrm>
            <a:custGeom>
              <a:avLst/>
              <a:gdLst>
                <a:gd name="connsiteX0" fmla="*/ 83173 w 99539"/>
                <a:gd name="connsiteY0" fmla="*/ 70543 h 70543"/>
                <a:gd name="connsiteX1" fmla="*/ 79364 w 99539"/>
                <a:gd name="connsiteY1" fmla="*/ 69216 h 70543"/>
                <a:gd name="connsiteX2" fmla="*/ 53836 w 99539"/>
                <a:gd name="connsiteY2" fmla="*/ 49717 h 70543"/>
                <a:gd name="connsiteX3" fmla="*/ 16367 w 99539"/>
                <a:gd name="connsiteY3" fmla="*/ 49717 h 70543"/>
                <a:gd name="connsiteX4" fmla="*/ 0 w 99539"/>
                <a:gd name="connsiteY4" fmla="*/ 33485 h 70543"/>
                <a:gd name="connsiteX5" fmla="*/ 0 w 99539"/>
                <a:gd name="connsiteY5" fmla="*/ 16232 h 70543"/>
                <a:gd name="connsiteX6" fmla="*/ 16367 w 99539"/>
                <a:gd name="connsiteY6" fmla="*/ 0 h 70543"/>
                <a:gd name="connsiteX7" fmla="*/ 83173 w 99539"/>
                <a:gd name="connsiteY7" fmla="*/ 0 h 70543"/>
                <a:gd name="connsiteX8" fmla="*/ 99540 w 99539"/>
                <a:gd name="connsiteY8" fmla="*/ 16232 h 70543"/>
                <a:gd name="connsiteX9" fmla="*/ 99540 w 99539"/>
                <a:gd name="connsiteY9" fmla="*/ 33485 h 70543"/>
                <a:gd name="connsiteX10" fmla="*/ 89246 w 99539"/>
                <a:gd name="connsiteY10" fmla="*/ 48594 h 70543"/>
                <a:gd name="connsiteX11" fmla="*/ 89246 w 99539"/>
                <a:gd name="connsiteY11" fmla="*/ 64316 h 70543"/>
                <a:gd name="connsiteX12" fmla="*/ 85746 w 99539"/>
                <a:gd name="connsiteY12" fmla="*/ 69931 h 70543"/>
                <a:gd name="connsiteX13" fmla="*/ 83173 w 99539"/>
                <a:gd name="connsiteY13" fmla="*/ 70543 h 70543"/>
                <a:gd name="connsiteX14" fmla="*/ 16470 w 99539"/>
                <a:gd name="connsiteY14" fmla="*/ 12353 h 70543"/>
                <a:gd name="connsiteX15" fmla="*/ 12558 w 99539"/>
                <a:gd name="connsiteY15" fmla="*/ 16232 h 70543"/>
                <a:gd name="connsiteX16" fmla="*/ 12558 w 99539"/>
                <a:gd name="connsiteY16" fmla="*/ 33485 h 70543"/>
                <a:gd name="connsiteX17" fmla="*/ 16470 w 99539"/>
                <a:gd name="connsiteY17" fmla="*/ 37364 h 70543"/>
                <a:gd name="connsiteX18" fmla="*/ 56101 w 99539"/>
                <a:gd name="connsiteY18" fmla="*/ 37364 h 70543"/>
                <a:gd name="connsiteX19" fmla="*/ 59909 w 99539"/>
                <a:gd name="connsiteY19" fmla="*/ 38589 h 70543"/>
                <a:gd name="connsiteX20" fmla="*/ 76894 w 99539"/>
                <a:gd name="connsiteY20" fmla="*/ 51759 h 70543"/>
                <a:gd name="connsiteX21" fmla="*/ 76894 w 99539"/>
                <a:gd name="connsiteY21" fmla="*/ 43490 h 70543"/>
                <a:gd name="connsiteX22" fmla="*/ 83069 w 99539"/>
                <a:gd name="connsiteY22" fmla="*/ 37364 h 70543"/>
                <a:gd name="connsiteX23" fmla="*/ 83173 w 99539"/>
                <a:gd name="connsiteY23" fmla="*/ 37364 h 70543"/>
                <a:gd name="connsiteX24" fmla="*/ 87485 w 99539"/>
                <a:gd name="connsiteY24" fmla="*/ 33702 h 70543"/>
                <a:gd name="connsiteX25" fmla="*/ 87496 w 99539"/>
                <a:gd name="connsiteY25" fmla="*/ 33485 h 70543"/>
                <a:gd name="connsiteX26" fmla="*/ 87496 w 99539"/>
                <a:gd name="connsiteY26" fmla="*/ 16232 h 70543"/>
                <a:gd name="connsiteX27" fmla="*/ 83607 w 99539"/>
                <a:gd name="connsiteY27" fmla="*/ 12331 h 70543"/>
                <a:gd name="connsiteX28" fmla="*/ 83173 w 99539"/>
                <a:gd name="connsiteY28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539" h="70543">
                  <a:moveTo>
                    <a:pt x="83173" y="70543"/>
                  </a:moveTo>
                  <a:cubicBezTo>
                    <a:pt x="81787" y="70553"/>
                    <a:pt x="80440" y="70084"/>
                    <a:pt x="79364" y="69216"/>
                  </a:cubicBezTo>
                  <a:lnTo>
                    <a:pt x="53836" y="49717"/>
                  </a:lnTo>
                  <a:lnTo>
                    <a:pt x="16367" y="49717"/>
                  </a:lnTo>
                  <a:cubicBezTo>
                    <a:pt x="7328" y="49717"/>
                    <a:pt x="0" y="42450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173" y="0"/>
                  </a:lnTo>
                  <a:cubicBezTo>
                    <a:pt x="92212" y="0"/>
                    <a:pt x="99540" y="7267"/>
                    <a:pt x="99540" y="16232"/>
                  </a:cubicBezTo>
                  <a:lnTo>
                    <a:pt x="99540" y="33485"/>
                  </a:lnTo>
                  <a:cubicBezTo>
                    <a:pt x="99526" y="40129"/>
                    <a:pt x="95456" y="46103"/>
                    <a:pt x="89246" y="48594"/>
                  </a:cubicBezTo>
                  <a:lnTo>
                    <a:pt x="89246" y="64316"/>
                  </a:lnTo>
                  <a:cubicBezTo>
                    <a:pt x="89234" y="66690"/>
                    <a:pt x="87883" y="68858"/>
                    <a:pt x="85746" y="69931"/>
                  </a:cubicBezTo>
                  <a:cubicBezTo>
                    <a:pt x="84937" y="70300"/>
                    <a:pt x="84063" y="70508"/>
                    <a:pt x="83173" y="70543"/>
                  </a:cubicBezTo>
                  <a:close/>
                  <a:moveTo>
                    <a:pt x="16470" y="12353"/>
                  </a:moveTo>
                  <a:cubicBezTo>
                    <a:pt x="14310" y="12353"/>
                    <a:pt x="12558" y="14090"/>
                    <a:pt x="12558" y="16232"/>
                  </a:cubicBezTo>
                  <a:lnTo>
                    <a:pt x="12558" y="33485"/>
                  </a:lnTo>
                  <a:cubicBezTo>
                    <a:pt x="12558" y="35628"/>
                    <a:pt x="14310" y="37364"/>
                    <a:pt x="16470" y="37364"/>
                  </a:cubicBezTo>
                  <a:lnTo>
                    <a:pt x="56101" y="37364"/>
                  </a:lnTo>
                  <a:cubicBezTo>
                    <a:pt x="57473" y="37334"/>
                    <a:pt x="58816" y="37766"/>
                    <a:pt x="59909" y="38589"/>
                  </a:cubicBezTo>
                  <a:lnTo>
                    <a:pt x="76894" y="51759"/>
                  </a:lnTo>
                  <a:lnTo>
                    <a:pt x="76894" y="43490"/>
                  </a:lnTo>
                  <a:cubicBezTo>
                    <a:pt x="76893" y="40107"/>
                    <a:pt x="79658" y="37364"/>
                    <a:pt x="83069" y="37364"/>
                  </a:cubicBezTo>
                  <a:cubicBezTo>
                    <a:pt x="83104" y="37364"/>
                    <a:pt x="83138" y="37364"/>
                    <a:pt x="83173" y="37364"/>
                  </a:cubicBezTo>
                  <a:cubicBezTo>
                    <a:pt x="85384" y="37534"/>
                    <a:pt x="87314" y="35894"/>
                    <a:pt x="87485" y="33702"/>
                  </a:cubicBezTo>
                  <a:cubicBezTo>
                    <a:pt x="87491" y="33630"/>
                    <a:pt x="87495" y="33557"/>
                    <a:pt x="87496" y="33485"/>
                  </a:cubicBezTo>
                  <a:lnTo>
                    <a:pt x="87496" y="16232"/>
                  </a:lnTo>
                  <a:cubicBezTo>
                    <a:pt x="87508" y="14090"/>
                    <a:pt x="85767" y="12343"/>
                    <a:pt x="83607" y="12331"/>
                  </a:cubicBezTo>
                  <a:cubicBezTo>
                    <a:pt x="83462" y="12330"/>
                    <a:pt x="83317" y="12338"/>
                    <a:pt x="83173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C3BCF9C-C362-934C-AD98-7955AC44967C}"/>
                </a:ext>
              </a:extLst>
            </p:cNvPr>
            <p:cNvSpPr/>
            <p:nvPr/>
          </p:nvSpPr>
          <p:spPr>
            <a:xfrm>
              <a:off x="6390401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4E3E2509-A8E0-D94B-92FB-82759D44BE33}"/>
                </a:ext>
              </a:extLst>
            </p:cNvPr>
            <p:cNvSpPr/>
            <p:nvPr/>
          </p:nvSpPr>
          <p:spPr>
            <a:xfrm>
              <a:off x="6374737" y="2071737"/>
              <a:ext cx="10088" cy="10004"/>
            </a:xfrm>
            <a:custGeom>
              <a:avLst/>
              <a:gdLst>
                <a:gd name="connsiteX0" fmla="*/ 17 w 10088"/>
                <a:gd name="connsiteY0" fmla="*/ 5411 h 10004"/>
                <a:gd name="connsiteX1" fmla="*/ 5456 w 10088"/>
                <a:gd name="connsiteY1" fmla="*/ 9988 h 10004"/>
                <a:gd name="connsiteX2" fmla="*/ 10071 w 10088"/>
                <a:gd name="connsiteY2" fmla="*/ 4594 h 10004"/>
                <a:gd name="connsiteX3" fmla="*/ 5061 w 10088"/>
                <a:gd name="connsiteY3" fmla="*/ 0 h 10004"/>
                <a:gd name="connsiteX4" fmla="*/ 0 w 10088"/>
                <a:gd name="connsiteY4" fmla="*/ 4986 h 10004"/>
                <a:gd name="connsiteX5" fmla="*/ 17 w 10088"/>
                <a:gd name="connsiteY5" fmla="*/ 5411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88" h="10004">
                  <a:moveTo>
                    <a:pt x="17" y="5411"/>
                  </a:moveTo>
                  <a:cubicBezTo>
                    <a:pt x="244" y="8164"/>
                    <a:pt x="2679" y="10214"/>
                    <a:pt x="5456" y="9988"/>
                  </a:cubicBezTo>
                  <a:cubicBezTo>
                    <a:pt x="8232" y="9762"/>
                    <a:pt x="10298" y="7347"/>
                    <a:pt x="10071" y="4594"/>
                  </a:cubicBezTo>
                  <a:cubicBezTo>
                    <a:pt x="9857" y="2005"/>
                    <a:pt x="7680" y="9"/>
                    <a:pt x="5061" y="0"/>
                  </a:cubicBezTo>
                  <a:cubicBezTo>
                    <a:pt x="2275" y="-9"/>
                    <a:pt x="9" y="2223"/>
                    <a:pt x="0" y="4986"/>
                  </a:cubicBezTo>
                  <a:cubicBezTo>
                    <a:pt x="0" y="5128"/>
                    <a:pt x="5" y="5269"/>
                    <a:pt x="17" y="541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0D041E57-492B-BE4D-913D-B08CFD8A9ECC}"/>
                </a:ext>
              </a:extLst>
            </p:cNvPr>
            <p:cNvSpPr/>
            <p:nvPr/>
          </p:nvSpPr>
          <p:spPr>
            <a:xfrm>
              <a:off x="6359005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8" name="Graphic 80">
            <a:extLst>
              <a:ext uri="{FF2B5EF4-FFF2-40B4-BE49-F238E27FC236}">
                <a16:creationId xmlns:a16="http://schemas.microsoft.com/office/drawing/2014/main" id="{FE956C40-8277-2743-9B07-240E648E5499}"/>
              </a:ext>
            </a:extLst>
          </p:cNvPr>
          <p:cNvGrpSpPr>
            <a:grpSpLocks noChangeAspect="1"/>
          </p:cNvGrpSpPr>
          <p:nvPr/>
        </p:nvGrpSpPr>
        <p:grpSpPr>
          <a:xfrm>
            <a:off x="7578944" y="3397431"/>
            <a:ext cx="249147" cy="372348"/>
            <a:chOff x="6163008" y="1995439"/>
            <a:chExt cx="249147" cy="372348"/>
          </a:xfrm>
          <a:solidFill>
            <a:srgbClr val="FFFFFF"/>
          </a:solidFill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47A7C131-6962-6748-BBA0-68E5B0813EC7}"/>
                </a:ext>
              </a:extLst>
            </p:cNvPr>
            <p:cNvSpPr/>
            <p:nvPr/>
          </p:nvSpPr>
          <p:spPr>
            <a:xfrm>
              <a:off x="6195357" y="1995439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80BE3436-590D-D049-84BB-1384A03D47B0}"/>
                </a:ext>
              </a:extLst>
            </p:cNvPr>
            <p:cNvSpPr/>
            <p:nvPr/>
          </p:nvSpPr>
          <p:spPr>
            <a:xfrm>
              <a:off x="6195357" y="2322983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897BA56-8BE7-F24A-9384-778C6D874C1F}"/>
                </a:ext>
              </a:extLst>
            </p:cNvPr>
            <p:cNvSpPr/>
            <p:nvPr/>
          </p:nvSpPr>
          <p:spPr>
            <a:xfrm>
              <a:off x="6209959" y="2027857"/>
              <a:ext cx="155906" cy="307460"/>
            </a:xfrm>
            <a:custGeom>
              <a:avLst/>
              <a:gdLst>
                <a:gd name="connsiteX0" fmla="*/ 149872 w 155906"/>
                <a:gd name="connsiteY0" fmla="*/ 307461 h 307460"/>
                <a:gd name="connsiteX1" fmla="*/ 6037 w 155906"/>
                <a:gd name="connsiteY1" fmla="*/ 307461 h 307460"/>
                <a:gd name="connsiteX2" fmla="*/ 2 w 155906"/>
                <a:gd name="connsiteY2" fmla="*/ 301344 h 307460"/>
                <a:gd name="connsiteX3" fmla="*/ 2 w 155906"/>
                <a:gd name="connsiteY3" fmla="*/ 261586 h 307460"/>
                <a:gd name="connsiteX4" fmla="*/ 20823 w 155906"/>
                <a:gd name="connsiteY4" fmla="*/ 191857 h 307460"/>
                <a:gd name="connsiteX5" fmla="*/ 36514 w 155906"/>
                <a:gd name="connsiteY5" fmla="*/ 168104 h 307460"/>
                <a:gd name="connsiteX6" fmla="*/ 36514 w 155906"/>
                <a:gd name="connsiteY6" fmla="*/ 138541 h 307460"/>
                <a:gd name="connsiteX7" fmla="*/ 20823 w 155906"/>
                <a:gd name="connsiteY7" fmla="*/ 115094 h 307460"/>
                <a:gd name="connsiteX8" fmla="*/ 2 w 155906"/>
                <a:gd name="connsiteY8" fmla="*/ 45874 h 307460"/>
                <a:gd name="connsiteX9" fmla="*/ 2 w 155906"/>
                <a:gd name="connsiteY9" fmla="*/ 6117 h 307460"/>
                <a:gd name="connsiteX10" fmla="*/ 6037 w 155906"/>
                <a:gd name="connsiteY10" fmla="*/ 0 h 307460"/>
                <a:gd name="connsiteX11" fmla="*/ 149872 w 155906"/>
                <a:gd name="connsiteY11" fmla="*/ 0 h 307460"/>
                <a:gd name="connsiteX12" fmla="*/ 155907 w 155906"/>
                <a:gd name="connsiteY12" fmla="*/ 6117 h 307460"/>
                <a:gd name="connsiteX13" fmla="*/ 155907 w 155906"/>
                <a:gd name="connsiteY13" fmla="*/ 45874 h 307460"/>
                <a:gd name="connsiteX14" fmla="*/ 134885 w 155906"/>
                <a:gd name="connsiteY14" fmla="*/ 115094 h 307460"/>
                <a:gd name="connsiteX15" fmla="*/ 119093 w 155906"/>
                <a:gd name="connsiteY15" fmla="*/ 138949 h 307460"/>
                <a:gd name="connsiteX16" fmla="*/ 119093 w 155906"/>
                <a:gd name="connsiteY16" fmla="*/ 168512 h 307460"/>
                <a:gd name="connsiteX17" fmla="*/ 134885 w 155906"/>
                <a:gd name="connsiteY17" fmla="*/ 191857 h 307460"/>
                <a:gd name="connsiteX18" fmla="*/ 155605 w 155906"/>
                <a:gd name="connsiteY18" fmla="*/ 261179 h 307460"/>
                <a:gd name="connsiteX19" fmla="*/ 155605 w 155906"/>
                <a:gd name="connsiteY19" fmla="*/ 300936 h 307460"/>
                <a:gd name="connsiteX20" fmla="*/ 149993 w 155906"/>
                <a:gd name="connsiteY20" fmla="*/ 307454 h 307460"/>
                <a:gd name="connsiteX21" fmla="*/ 149872 w 155906"/>
                <a:gd name="connsiteY21" fmla="*/ 307461 h 307460"/>
                <a:gd name="connsiteX22" fmla="*/ 12172 w 155906"/>
                <a:gd name="connsiteY22" fmla="*/ 295126 h 307460"/>
                <a:gd name="connsiteX23" fmla="*/ 143736 w 155906"/>
                <a:gd name="connsiteY23" fmla="*/ 295126 h 307460"/>
                <a:gd name="connsiteX24" fmla="*/ 143736 w 155906"/>
                <a:gd name="connsiteY24" fmla="*/ 261586 h 307460"/>
                <a:gd name="connsiteX25" fmla="*/ 124827 w 155906"/>
                <a:gd name="connsiteY25" fmla="*/ 199197 h 307460"/>
                <a:gd name="connsiteX26" fmla="*/ 109035 w 155906"/>
                <a:gd name="connsiteY26" fmla="*/ 175342 h 307460"/>
                <a:gd name="connsiteX27" fmla="*/ 109035 w 155906"/>
                <a:gd name="connsiteY27" fmla="*/ 132118 h 307460"/>
                <a:gd name="connsiteX28" fmla="*/ 124827 w 155906"/>
                <a:gd name="connsiteY28" fmla="*/ 108264 h 307460"/>
                <a:gd name="connsiteX29" fmla="*/ 143535 w 155906"/>
                <a:gd name="connsiteY29" fmla="*/ 45874 h 307460"/>
                <a:gd name="connsiteX30" fmla="*/ 143535 w 155906"/>
                <a:gd name="connsiteY30" fmla="*/ 12335 h 307460"/>
                <a:gd name="connsiteX31" fmla="*/ 12172 w 155906"/>
                <a:gd name="connsiteY31" fmla="*/ 12335 h 307460"/>
                <a:gd name="connsiteX32" fmla="*/ 12172 w 155906"/>
                <a:gd name="connsiteY32" fmla="*/ 45874 h 307460"/>
                <a:gd name="connsiteX33" fmla="*/ 30881 w 155906"/>
                <a:gd name="connsiteY33" fmla="*/ 108264 h 307460"/>
                <a:gd name="connsiteX34" fmla="*/ 46673 w 155906"/>
                <a:gd name="connsiteY34" fmla="*/ 132118 h 307460"/>
                <a:gd name="connsiteX35" fmla="*/ 46673 w 155906"/>
                <a:gd name="connsiteY35" fmla="*/ 175342 h 307460"/>
                <a:gd name="connsiteX36" fmla="*/ 30881 w 155906"/>
                <a:gd name="connsiteY36" fmla="*/ 199197 h 307460"/>
                <a:gd name="connsiteX37" fmla="*/ 12172 w 155906"/>
                <a:gd name="connsiteY37" fmla="*/ 261586 h 30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5906" h="307460">
                  <a:moveTo>
                    <a:pt x="149872" y="307461"/>
                  </a:moveTo>
                  <a:lnTo>
                    <a:pt x="6037" y="307461"/>
                  </a:lnTo>
                  <a:cubicBezTo>
                    <a:pt x="2704" y="307461"/>
                    <a:pt x="2" y="304722"/>
                    <a:pt x="2" y="301344"/>
                  </a:cubicBezTo>
                  <a:lnTo>
                    <a:pt x="2" y="261586"/>
                  </a:lnTo>
                  <a:cubicBezTo>
                    <a:pt x="-130" y="236751"/>
                    <a:pt x="7125" y="212451"/>
                    <a:pt x="20823" y="191857"/>
                  </a:cubicBezTo>
                  <a:lnTo>
                    <a:pt x="36514" y="168104"/>
                  </a:lnTo>
                  <a:cubicBezTo>
                    <a:pt x="42413" y="159157"/>
                    <a:pt x="42413" y="147489"/>
                    <a:pt x="36514" y="138541"/>
                  </a:cubicBezTo>
                  <a:lnTo>
                    <a:pt x="20823" y="115094"/>
                  </a:lnTo>
                  <a:cubicBezTo>
                    <a:pt x="7194" y="94658"/>
                    <a:pt x="-60" y="70541"/>
                    <a:pt x="2" y="45874"/>
                  </a:cubicBezTo>
                  <a:lnTo>
                    <a:pt x="2" y="6117"/>
                  </a:lnTo>
                  <a:cubicBezTo>
                    <a:pt x="2" y="2738"/>
                    <a:pt x="2704" y="0"/>
                    <a:pt x="6037" y="0"/>
                  </a:cubicBezTo>
                  <a:lnTo>
                    <a:pt x="149872" y="0"/>
                  </a:lnTo>
                  <a:cubicBezTo>
                    <a:pt x="153205" y="0"/>
                    <a:pt x="155907" y="2738"/>
                    <a:pt x="155907" y="6117"/>
                  </a:cubicBezTo>
                  <a:lnTo>
                    <a:pt x="155907" y="45874"/>
                  </a:lnTo>
                  <a:cubicBezTo>
                    <a:pt x="155867" y="70556"/>
                    <a:pt x="148546" y="94662"/>
                    <a:pt x="134885" y="115094"/>
                  </a:cubicBezTo>
                  <a:lnTo>
                    <a:pt x="119093" y="138949"/>
                  </a:lnTo>
                  <a:cubicBezTo>
                    <a:pt x="113194" y="147896"/>
                    <a:pt x="113194" y="159564"/>
                    <a:pt x="119093" y="168512"/>
                  </a:cubicBezTo>
                  <a:lnTo>
                    <a:pt x="134885" y="191857"/>
                  </a:lnTo>
                  <a:cubicBezTo>
                    <a:pt x="148430" y="212366"/>
                    <a:pt x="155644" y="236499"/>
                    <a:pt x="155605" y="261179"/>
                  </a:cubicBezTo>
                  <a:lnTo>
                    <a:pt x="155605" y="300936"/>
                  </a:lnTo>
                  <a:cubicBezTo>
                    <a:pt x="155831" y="304307"/>
                    <a:pt x="153319" y="307225"/>
                    <a:pt x="149993" y="307454"/>
                  </a:cubicBezTo>
                  <a:cubicBezTo>
                    <a:pt x="149953" y="307457"/>
                    <a:pt x="149912" y="307459"/>
                    <a:pt x="149872" y="307461"/>
                  </a:cubicBezTo>
                  <a:close/>
                  <a:moveTo>
                    <a:pt x="12172" y="295126"/>
                  </a:moveTo>
                  <a:lnTo>
                    <a:pt x="143736" y="295126"/>
                  </a:lnTo>
                  <a:lnTo>
                    <a:pt x="143736" y="261586"/>
                  </a:lnTo>
                  <a:cubicBezTo>
                    <a:pt x="143712" y="239344"/>
                    <a:pt x="137127" y="217617"/>
                    <a:pt x="124827" y="199197"/>
                  </a:cubicBezTo>
                  <a:lnTo>
                    <a:pt x="109035" y="175342"/>
                  </a:lnTo>
                  <a:cubicBezTo>
                    <a:pt x="100448" y="162249"/>
                    <a:pt x="100448" y="145212"/>
                    <a:pt x="109035" y="132118"/>
                  </a:cubicBezTo>
                  <a:lnTo>
                    <a:pt x="124827" y="108264"/>
                  </a:lnTo>
                  <a:cubicBezTo>
                    <a:pt x="137056" y="89821"/>
                    <a:pt x="143571" y="68095"/>
                    <a:pt x="143535" y="45874"/>
                  </a:cubicBezTo>
                  <a:lnTo>
                    <a:pt x="143535" y="12335"/>
                  </a:lnTo>
                  <a:lnTo>
                    <a:pt x="12172" y="12335"/>
                  </a:lnTo>
                  <a:lnTo>
                    <a:pt x="12172" y="45874"/>
                  </a:lnTo>
                  <a:cubicBezTo>
                    <a:pt x="12137" y="68095"/>
                    <a:pt x="18652" y="89821"/>
                    <a:pt x="30881" y="108264"/>
                  </a:cubicBezTo>
                  <a:lnTo>
                    <a:pt x="46673" y="132118"/>
                  </a:lnTo>
                  <a:cubicBezTo>
                    <a:pt x="55259" y="145212"/>
                    <a:pt x="55259" y="162249"/>
                    <a:pt x="46673" y="175342"/>
                  </a:cubicBezTo>
                  <a:lnTo>
                    <a:pt x="30881" y="199197"/>
                  </a:lnTo>
                  <a:cubicBezTo>
                    <a:pt x="18635" y="217632"/>
                    <a:pt x="12118" y="239363"/>
                    <a:pt x="12172" y="2615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BAFED9AB-D6F8-C74A-A01B-9D0C6732EFF4}"/>
                </a:ext>
              </a:extLst>
            </p:cNvPr>
            <p:cNvSpPr/>
            <p:nvPr/>
          </p:nvSpPr>
          <p:spPr>
            <a:xfrm>
              <a:off x="6210281" y="2060593"/>
              <a:ext cx="155612" cy="27736"/>
            </a:xfrm>
            <a:custGeom>
              <a:avLst/>
              <a:gdLst>
                <a:gd name="connsiteX0" fmla="*/ 6117 w 155612"/>
                <a:gd name="connsiteY0" fmla="*/ 27717 h 27736"/>
                <a:gd name="connsiteX1" fmla="*/ 0 w 155612"/>
                <a:gd name="connsiteY1" fmla="*/ 21480 h 27736"/>
                <a:gd name="connsiteX2" fmla="*/ 1993 w 155612"/>
                <a:gd name="connsiteY2" fmla="*/ 16911 h 27736"/>
                <a:gd name="connsiteX3" fmla="*/ 71497 w 155612"/>
                <a:gd name="connsiteY3" fmla="*/ 3964 h 27736"/>
                <a:gd name="connsiteX4" fmla="*/ 147740 w 155612"/>
                <a:gd name="connsiteY4" fmla="*/ 3964 h 27736"/>
                <a:gd name="connsiteX5" fmla="*/ 155334 w 155612"/>
                <a:gd name="connsiteY5" fmla="*/ 7991 h 27736"/>
                <a:gd name="connsiteX6" fmla="*/ 151361 w 155612"/>
                <a:gd name="connsiteY6" fmla="*/ 15688 h 27736"/>
                <a:gd name="connsiteX7" fmla="*/ 67574 w 155612"/>
                <a:gd name="connsiteY7" fmla="*/ 15688 h 27736"/>
                <a:gd name="connsiteX8" fmla="*/ 10141 w 155612"/>
                <a:gd name="connsiteY8" fmla="*/ 26596 h 27736"/>
                <a:gd name="connsiteX9" fmla="*/ 6117 w 155612"/>
                <a:gd name="connsiteY9" fmla="*/ 27717 h 2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2" h="27736">
                  <a:moveTo>
                    <a:pt x="6117" y="27717"/>
                  </a:moveTo>
                  <a:cubicBezTo>
                    <a:pt x="2729" y="27707"/>
                    <a:pt x="-10" y="24914"/>
                    <a:pt x="0" y="21480"/>
                  </a:cubicBezTo>
                  <a:cubicBezTo>
                    <a:pt x="5" y="19741"/>
                    <a:pt x="728" y="18085"/>
                    <a:pt x="1993" y="16911"/>
                  </a:cubicBezTo>
                  <a:cubicBezTo>
                    <a:pt x="21336" y="580"/>
                    <a:pt x="47689" y="-4329"/>
                    <a:pt x="71497" y="3964"/>
                  </a:cubicBezTo>
                  <a:cubicBezTo>
                    <a:pt x="96251" y="12269"/>
                    <a:pt x="122986" y="12269"/>
                    <a:pt x="147740" y="3964"/>
                  </a:cubicBezTo>
                  <a:cubicBezTo>
                    <a:pt x="150934" y="2951"/>
                    <a:pt x="154334" y="4754"/>
                    <a:pt x="155334" y="7991"/>
                  </a:cubicBezTo>
                  <a:cubicBezTo>
                    <a:pt x="156334" y="11228"/>
                    <a:pt x="154555" y="14674"/>
                    <a:pt x="151361" y="15688"/>
                  </a:cubicBezTo>
                  <a:cubicBezTo>
                    <a:pt x="124156" y="24802"/>
                    <a:pt x="94779" y="24802"/>
                    <a:pt x="67574" y="15688"/>
                  </a:cubicBezTo>
                  <a:cubicBezTo>
                    <a:pt x="47853" y="9062"/>
                    <a:pt x="26156" y="13182"/>
                    <a:pt x="10141" y="26596"/>
                  </a:cubicBezTo>
                  <a:cubicBezTo>
                    <a:pt x="8970" y="27434"/>
                    <a:pt x="7546" y="27831"/>
                    <a:pt x="6117" y="277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7A42084-B23A-0244-9224-A5E64768709E}"/>
                </a:ext>
              </a:extLst>
            </p:cNvPr>
            <p:cNvSpPr/>
            <p:nvPr/>
          </p:nvSpPr>
          <p:spPr>
            <a:xfrm>
              <a:off x="6211001" y="2257738"/>
              <a:ext cx="151016" cy="21832"/>
            </a:xfrm>
            <a:custGeom>
              <a:avLst/>
              <a:gdLst>
                <a:gd name="connsiteX0" fmla="*/ 107490 w 151016"/>
                <a:gd name="connsiteY0" fmla="*/ 21817 h 21832"/>
                <a:gd name="connsiteX1" fmla="*/ 75303 w 151016"/>
                <a:gd name="connsiteY1" fmla="*/ 17128 h 21832"/>
                <a:gd name="connsiteX2" fmla="*/ 9220 w 151016"/>
                <a:gd name="connsiteY2" fmla="*/ 20288 h 21832"/>
                <a:gd name="connsiteX3" fmla="*/ 821 w 151016"/>
                <a:gd name="connsiteY3" fmla="*/ 17994 h 21832"/>
                <a:gd name="connsiteX4" fmla="*/ 3084 w 151016"/>
                <a:gd name="connsiteY4" fmla="*/ 9482 h 21832"/>
                <a:gd name="connsiteX5" fmla="*/ 78421 w 151016"/>
                <a:gd name="connsiteY5" fmla="*/ 5201 h 21832"/>
                <a:gd name="connsiteX6" fmla="*/ 142694 w 151016"/>
                <a:gd name="connsiteY6" fmla="*/ 1327 h 21832"/>
                <a:gd name="connsiteX7" fmla="*/ 150614 w 151016"/>
                <a:gd name="connsiteY7" fmla="*/ 4921 h 21832"/>
                <a:gd name="connsiteX8" fmla="*/ 149232 w 151016"/>
                <a:gd name="connsiteY8" fmla="*/ 11521 h 21832"/>
                <a:gd name="connsiteX9" fmla="*/ 107490 w 151016"/>
                <a:gd name="connsiteY9" fmla="*/ 21817 h 2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16" h="21832">
                  <a:moveTo>
                    <a:pt x="107490" y="21817"/>
                  </a:moveTo>
                  <a:cubicBezTo>
                    <a:pt x="96602" y="21733"/>
                    <a:pt x="85774" y="20155"/>
                    <a:pt x="75303" y="17128"/>
                  </a:cubicBezTo>
                  <a:cubicBezTo>
                    <a:pt x="53646" y="9873"/>
                    <a:pt x="30106" y="10998"/>
                    <a:pt x="9220" y="20288"/>
                  </a:cubicBezTo>
                  <a:cubicBezTo>
                    <a:pt x="6275" y="22005"/>
                    <a:pt x="2515" y="20978"/>
                    <a:pt x="821" y="17994"/>
                  </a:cubicBezTo>
                  <a:cubicBezTo>
                    <a:pt x="-874" y="15010"/>
                    <a:pt x="140" y="11199"/>
                    <a:pt x="3084" y="9482"/>
                  </a:cubicBezTo>
                  <a:cubicBezTo>
                    <a:pt x="26780" y="-1463"/>
                    <a:pt x="53667" y="-2991"/>
                    <a:pt x="78421" y="5201"/>
                  </a:cubicBezTo>
                  <a:cubicBezTo>
                    <a:pt x="99528" y="12426"/>
                    <a:pt x="122581" y="11036"/>
                    <a:pt x="142694" y="1327"/>
                  </a:cubicBezTo>
                  <a:cubicBezTo>
                    <a:pt x="145861" y="103"/>
                    <a:pt x="149406" y="1712"/>
                    <a:pt x="150614" y="4921"/>
                  </a:cubicBezTo>
                  <a:cubicBezTo>
                    <a:pt x="151473" y="7205"/>
                    <a:pt x="150933" y="9787"/>
                    <a:pt x="149232" y="11521"/>
                  </a:cubicBezTo>
                  <a:cubicBezTo>
                    <a:pt x="136429" y="18550"/>
                    <a:pt x="122048" y="22097"/>
                    <a:pt x="107490" y="218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1502B29E-BAF9-974C-AEB9-AA81B874B4E7}"/>
                </a:ext>
              </a:extLst>
            </p:cNvPr>
            <p:cNvSpPr/>
            <p:nvPr/>
          </p:nvSpPr>
          <p:spPr>
            <a:xfrm>
              <a:off x="6269958" y="2138792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757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61" y="23015"/>
                    <a:pt x="9405" y="2557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117ED64E-2BB7-8841-976B-933427F38392}"/>
                </a:ext>
              </a:extLst>
            </p:cNvPr>
            <p:cNvSpPr/>
            <p:nvPr/>
          </p:nvSpPr>
          <p:spPr>
            <a:xfrm>
              <a:off x="6269958" y="2166215"/>
              <a:ext cx="12271" cy="28319"/>
            </a:xfrm>
            <a:custGeom>
              <a:avLst/>
              <a:gdLst>
                <a:gd name="connsiteX0" fmla="*/ 6187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187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187" y="28320"/>
                  </a:moveTo>
                  <a:cubicBezTo>
                    <a:pt x="2798" y="28320"/>
                    <a:pt x="51" y="2553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496"/>
                    <a:pt x="9536" y="28264"/>
                    <a:pt x="6187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29C44232-5C76-844F-A849-74C0C0665AEA}"/>
                </a:ext>
              </a:extLst>
            </p:cNvPr>
            <p:cNvSpPr/>
            <p:nvPr/>
          </p:nvSpPr>
          <p:spPr>
            <a:xfrm>
              <a:off x="6269958" y="2196390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44"/>
                    <a:pt x="9536" y="2551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E924B24-D6F9-0044-8444-0A8EC35DB11C}"/>
                </a:ext>
              </a:extLst>
            </p:cNvPr>
            <p:cNvSpPr/>
            <p:nvPr/>
          </p:nvSpPr>
          <p:spPr>
            <a:xfrm>
              <a:off x="6294501" y="2138792"/>
              <a:ext cx="12271" cy="25581"/>
            </a:xfrm>
            <a:custGeom>
              <a:avLst/>
              <a:gdLst>
                <a:gd name="connsiteX0" fmla="*/ 5684 w 12271"/>
                <a:gd name="connsiteY0" fmla="*/ 25567 h 25581"/>
                <a:gd name="connsiteX1" fmla="*/ 51 w 12271"/>
                <a:gd name="connsiteY1" fmla="*/ 19757 h 25581"/>
                <a:gd name="connsiteX2" fmla="*/ 51 w 12271"/>
                <a:gd name="connsiteY2" fmla="*/ 7014 h 25581"/>
                <a:gd name="connsiteX3" fmla="*/ 5352 w 12271"/>
                <a:gd name="connsiteY3" fmla="*/ 52 h 25581"/>
                <a:gd name="connsiteX4" fmla="*/ 12222 w 12271"/>
                <a:gd name="connsiteY4" fmla="*/ 5425 h 25581"/>
                <a:gd name="connsiteX5" fmla="*/ 12222 w 12271"/>
                <a:gd name="connsiteY5" fmla="*/ 7014 h 25581"/>
                <a:gd name="connsiteX6" fmla="*/ 12222 w 12271"/>
                <a:gd name="connsiteY6" fmla="*/ 19757 h 25581"/>
                <a:gd name="connsiteX7" fmla="*/ 5710 w 12271"/>
                <a:gd name="connsiteY7" fmla="*/ 25569 h 25581"/>
                <a:gd name="connsiteX8" fmla="*/ 5684 w 12271"/>
                <a:gd name="connsiteY8" fmla="*/ 25567 h 2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71" h="25581">
                  <a:moveTo>
                    <a:pt x="5684" y="25567"/>
                  </a:moveTo>
                  <a:cubicBezTo>
                    <a:pt x="2622" y="25364"/>
                    <a:pt x="198" y="22863"/>
                    <a:pt x="51" y="19757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07" y="23184"/>
                    <a:pt x="9092" y="25787"/>
                    <a:pt x="5710" y="25569"/>
                  </a:cubicBezTo>
                  <a:cubicBezTo>
                    <a:pt x="5701" y="25569"/>
                    <a:pt x="5692" y="25568"/>
                    <a:pt x="5684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6E675B83-676E-E94C-AE3E-DF366E2F77FC}"/>
                </a:ext>
              </a:extLst>
            </p:cNvPr>
            <p:cNvSpPr/>
            <p:nvPr/>
          </p:nvSpPr>
          <p:spPr>
            <a:xfrm>
              <a:off x="6294098" y="2166215"/>
              <a:ext cx="12271" cy="28319"/>
            </a:xfrm>
            <a:custGeom>
              <a:avLst/>
              <a:gdLst>
                <a:gd name="connsiteX0" fmla="*/ 6086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086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086" y="28320"/>
                  </a:moveTo>
                  <a:cubicBezTo>
                    <a:pt x="2737" y="28264"/>
                    <a:pt x="51" y="2549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536"/>
                    <a:pt x="9475" y="28320"/>
                    <a:pt x="6086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1FB6A3E-03CC-D94F-8353-E1EAF7FB1124}"/>
                </a:ext>
              </a:extLst>
            </p:cNvPr>
            <p:cNvSpPr/>
            <p:nvPr/>
          </p:nvSpPr>
          <p:spPr>
            <a:xfrm>
              <a:off x="6294098" y="2196390"/>
              <a:ext cx="12271" cy="25567"/>
            </a:xfrm>
            <a:custGeom>
              <a:avLst/>
              <a:gdLst>
                <a:gd name="connsiteX0" fmla="*/ 6086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086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086" y="25567"/>
                  </a:moveTo>
                  <a:cubicBezTo>
                    <a:pt x="2737" y="25512"/>
                    <a:pt x="51" y="22744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83"/>
                    <a:pt x="9475" y="25567"/>
                    <a:pt x="6086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957E4998-F18E-D94D-8B3D-2C6FAA55837A}"/>
                </a:ext>
              </a:extLst>
            </p:cNvPr>
            <p:cNvSpPr/>
            <p:nvPr/>
          </p:nvSpPr>
          <p:spPr>
            <a:xfrm>
              <a:off x="6163008" y="2355350"/>
              <a:ext cx="249147" cy="12437"/>
            </a:xfrm>
            <a:custGeom>
              <a:avLst/>
              <a:gdLst>
                <a:gd name="connsiteX0" fmla="*/ 243796 w 249147"/>
                <a:gd name="connsiteY0" fmla="*/ 12386 h 12437"/>
                <a:gd name="connsiteX1" fmla="*/ 6920 w 249147"/>
                <a:gd name="connsiteY1" fmla="*/ 12386 h 12437"/>
                <a:gd name="connsiteX2" fmla="*/ 51 w 249147"/>
                <a:gd name="connsiteY2" fmla="*/ 7013 h 12437"/>
                <a:gd name="connsiteX3" fmla="*/ 5352 w 249147"/>
                <a:gd name="connsiteY3" fmla="*/ 51 h 12437"/>
                <a:gd name="connsiteX4" fmla="*/ 6920 w 249147"/>
                <a:gd name="connsiteY4" fmla="*/ 51 h 12437"/>
                <a:gd name="connsiteX5" fmla="*/ 243796 w 249147"/>
                <a:gd name="connsiteY5" fmla="*/ 51 h 12437"/>
                <a:gd name="connsiteX6" fmla="*/ 249097 w 249147"/>
                <a:gd name="connsiteY6" fmla="*/ 7013 h 12437"/>
                <a:gd name="connsiteX7" fmla="*/ 243796 w 249147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147" h="12437">
                  <a:moveTo>
                    <a:pt x="243796" y="12386"/>
                  </a:moveTo>
                  <a:lnTo>
                    <a:pt x="6920" y="12386"/>
                  </a:lnTo>
                  <a:cubicBezTo>
                    <a:pt x="3559" y="12825"/>
                    <a:pt x="484" y="10419"/>
                    <a:pt x="51" y="7013"/>
                  </a:cubicBezTo>
                  <a:cubicBezTo>
                    <a:pt x="-382" y="3607"/>
                    <a:pt x="1991" y="490"/>
                    <a:pt x="5352" y="51"/>
                  </a:cubicBezTo>
                  <a:cubicBezTo>
                    <a:pt x="5873" y="-17"/>
                    <a:pt x="6400" y="-17"/>
                    <a:pt x="6920" y="51"/>
                  </a:cubicBezTo>
                  <a:lnTo>
                    <a:pt x="243796" y="51"/>
                  </a:lnTo>
                  <a:cubicBezTo>
                    <a:pt x="247156" y="490"/>
                    <a:pt x="249530" y="3607"/>
                    <a:pt x="249097" y="7013"/>
                  </a:cubicBezTo>
                  <a:cubicBezTo>
                    <a:pt x="248741" y="9817"/>
                    <a:pt x="246562" y="12025"/>
                    <a:pt x="243796" y="123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1" name="Graphic 82">
            <a:extLst>
              <a:ext uri="{FF2B5EF4-FFF2-40B4-BE49-F238E27FC236}">
                <a16:creationId xmlns:a16="http://schemas.microsoft.com/office/drawing/2014/main" id="{160FA846-CB77-9B47-AD85-614A55F357D2}"/>
              </a:ext>
            </a:extLst>
          </p:cNvPr>
          <p:cNvGrpSpPr>
            <a:grpSpLocks noChangeAspect="1"/>
          </p:cNvGrpSpPr>
          <p:nvPr/>
        </p:nvGrpSpPr>
        <p:grpSpPr>
          <a:xfrm>
            <a:off x="4358258" y="2946770"/>
            <a:ext cx="262572" cy="372213"/>
            <a:chOff x="6156807" y="1995439"/>
            <a:chExt cx="262572" cy="372213"/>
          </a:xfrm>
          <a:solidFill>
            <a:srgbClr val="FFFFFF"/>
          </a:solidFill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05AD1FB-6BEA-8B46-A387-9AB7D4663F88}"/>
                </a:ext>
              </a:extLst>
            </p:cNvPr>
            <p:cNvSpPr/>
            <p:nvPr/>
          </p:nvSpPr>
          <p:spPr>
            <a:xfrm>
              <a:off x="6184800" y="2295725"/>
              <a:ext cx="225799" cy="71928"/>
            </a:xfrm>
            <a:custGeom>
              <a:avLst/>
              <a:gdLst>
                <a:gd name="connsiteX0" fmla="*/ 187925 w 225799"/>
                <a:gd name="connsiteY0" fmla="*/ 71876 h 71928"/>
                <a:gd name="connsiteX1" fmla="*/ 7024 w 225799"/>
                <a:gd name="connsiteY1" fmla="*/ 71876 h 71928"/>
                <a:gd name="connsiteX2" fmla="*/ 52 w 225799"/>
                <a:gd name="connsiteY2" fmla="*/ 66353 h 71928"/>
                <a:gd name="connsiteX3" fmla="*/ 5432 w 225799"/>
                <a:gd name="connsiteY3" fmla="*/ 59198 h 71928"/>
                <a:gd name="connsiteX4" fmla="*/ 7024 w 225799"/>
                <a:gd name="connsiteY4" fmla="*/ 59198 h 71928"/>
                <a:gd name="connsiteX5" fmla="*/ 29585 w 225799"/>
                <a:gd name="connsiteY5" fmla="*/ 35938 h 71928"/>
                <a:gd name="connsiteX6" fmla="*/ 29585 w 225799"/>
                <a:gd name="connsiteY6" fmla="*/ 6391 h 71928"/>
                <a:gd name="connsiteX7" fmla="*/ 35813 w 225799"/>
                <a:gd name="connsiteY7" fmla="*/ 0 h 71928"/>
                <a:gd name="connsiteX8" fmla="*/ 219572 w 225799"/>
                <a:gd name="connsiteY8" fmla="*/ 0 h 71928"/>
                <a:gd name="connsiteX9" fmla="*/ 225799 w 225799"/>
                <a:gd name="connsiteY9" fmla="*/ 6391 h 71928"/>
                <a:gd name="connsiteX10" fmla="*/ 225799 w 225799"/>
                <a:gd name="connsiteY10" fmla="*/ 32690 h 71928"/>
                <a:gd name="connsiteX11" fmla="*/ 187925 w 225799"/>
                <a:gd name="connsiteY11" fmla="*/ 71876 h 71928"/>
                <a:gd name="connsiteX12" fmla="*/ 33261 w 225799"/>
                <a:gd name="connsiteY12" fmla="*/ 59198 h 71928"/>
                <a:gd name="connsiteX13" fmla="*/ 187925 w 225799"/>
                <a:gd name="connsiteY13" fmla="*/ 59198 h 71928"/>
                <a:gd name="connsiteX14" fmla="*/ 213855 w 225799"/>
                <a:gd name="connsiteY14" fmla="*/ 32690 h 71928"/>
                <a:gd name="connsiteX15" fmla="*/ 213855 w 225799"/>
                <a:gd name="connsiteY15" fmla="*/ 12678 h 71928"/>
                <a:gd name="connsiteX16" fmla="*/ 42040 w 225799"/>
                <a:gd name="connsiteY16" fmla="*/ 12678 h 71928"/>
                <a:gd name="connsiteX17" fmla="*/ 42040 w 225799"/>
                <a:gd name="connsiteY17" fmla="*/ 35938 h 71928"/>
                <a:gd name="connsiteX18" fmla="*/ 33261 w 225799"/>
                <a:gd name="connsiteY18" fmla="*/ 59198 h 7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5799" h="71928">
                  <a:moveTo>
                    <a:pt x="187925" y="71876"/>
                  </a:moveTo>
                  <a:lnTo>
                    <a:pt x="7024" y="71876"/>
                  </a:lnTo>
                  <a:cubicBezTo>
                    <a:pt x="3613" y="72327"/>
                    <a:pt x="491" y="69854"/>
                    <a:pt x="52" y="66353"/>
                  </a:cubicBezTo>
                  <a:cubicBezTo>
                    <a:pt x="-388" y="62853"/>
                    <a:pt x="2021" y="59649"/>
                    <a:pt x="5432" y="59198"/>
                  </a:cubicBezTo>
                  <a:cubicBezTo>
                    <a:pt x="5961" y="59128"/>
                    <a:pt x="6495" y="59128"/>
                    <a:pt x="7024" y="59198"/>
                  </a:cubicBezTo>
                  <a:cubicBezTo>
                    <a:pt x="19501" y="59140"/>
                    <a:pt x="29585" y="48743"/>
                    <a:pt x="29585" y="35938"/>
                  </a:cubicBezTo>
                  <a:lnTo>
                    <a:pt x="29585" y="6391"/>
                  </a:lnTo>
                  <a:cubicBezTo>
                    <a:pt x="29585" y="2861"/>
                    <a:pt x="32373" y="0"/>
                    <a:pt x="35813" y="0"/>
                  </a:cubicBezTo>
                  <a:lnTo>
                    <a:pt x="219572" y="0"/>
                  </a:lnTo>
                  <a:cubicBezTo>
                    <a:pt x="223011" y="0"/>
                    <a:pt x="225799" y="2861"/>
                    <a:pt x="225799" y="6391"/>
                  </a:cubicBezTo>
                  <a:lnTo>
                    <a:pt x="225799" y="32690"/>
                  </a:lnTo>
                  <a:cubicBezTo>
                    <a:pt x="225745" y="54186"/>
                    <a:pt x="208868" y="71646"/>
                    <a:pt x="187925" y="71876"/>
                  </a:cubicBezTo>
                  <a:close/>
                  <a:moveTo>
                    <a:pt x="33261" y="59198"/>
                  </a:moveTo>
                  <a:lnTo>
                    <a:pt x="187925" y="59198"/>
                  </a:lnTo>
                  <a:cubicBezTo>
                    <a:pt x="202206" y="59198"/>
                    <a:pt x="213799" y="47347"/>
                    <a:pt x="213855" y="32690"/>
                  </a:cubicBezTo>
                  <a:lnTo>
                    <a:pt x="213855" y="12678"/>
                  </a:lnTo>
                  <a:lnTo>
                    <a:pt x="42040" y="12678"/>
                  </a:lnTo>
                  <a:lnTo>
                    <a:pt x="42040" y="35938"/>
                  </a:lnTo>
                  <a:cubicBezTo>
                    <a:pt x="41931" y="44522"/>
                    <a:pt x="38815" y="52779"/>
                    <a:pt x="33261" y="5919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B4941107-22FF-CE4D-9218-CD21B74A67B3}"/>
                </a:ext>
              </a:extLst>
            </p:cNvPr>
            <p:cNvSpPr/>
            <p:nvPr/>
          </p:nvSpPr>
          <p:spPr>
            <a:xfrm>
              <a:off x="6156807" y="2068782"/>
              <a:ext cx="204330" cy="298818"/>
            </a:xfrm>
            <a:custGeom>
              <a:avLst/>
              <a:gdLst>
                <a:gd name="connsiteX0" fmla="*/ 35017 w 204330"/>
                <a:gd name="connsiteY0" fmla="*/ 298818 h 298818"/>
                <a:gd name="connsiteX1" fmla="*/ 1 w 204330"/>
                <a:gd name="connsiteY1" fmla="*/ 262880 h 298818"/>
                <a:gd name="connsiteX2" fmla="*/ 1 w 204330"/>
                <a:gd name="connsiteY2" fmla="*/ 6496 h 298818"/>
                <a:gd name="connsiteX3" fmla="*/ 6125 w 204330"/>
                <a:gd name="connsiteY3" fmla="*/ 1 h 298818"/>
                <a:gd name="connsiteX4" fmla="*/ 6228 w 204330"/>
                <a:gd name="connsiteY4" fmla="*/ 0 h 298818"/>
                <a:gd name="connsiteX5" fmla="*/ 79732 w 204330"/>
                <a:gd name="connsiteY5" fmla="*/ 0 h 298818"/>
                <a:gd name="connsiteX6" fmla="*/ 85858 w 204330"/>
                <a:gd name="connsiteY6" fmla="*/ 6286 h 298818"/>
                <a:gd name="connsiteX7" fmla="*/ 85857 w 204330"/>
                <a:gd name="connsiteY7" fmla="*/ 6391 h 298818"/>
                <a:gd name="connsiteX8" fmla="*/ 79732 w 204330"/>
                <a:gd name="connsiteY8" fmla="*/ 12783 h 298818"/>
                <a:gd name="connsiteX9" fmla="*/ 12354 w 204330"/>
                <a:gd name="connsiteY9" fmla="*/ 12783 h 298818"/>
                <a:gd name="connsiteX10" fmla="*/ 12354 w 204330"/>
                <a:gd name="connsiteY10" fmla="*/ 262880 h 298818"/>
                <a:gd name="connsiteX11" fmla="*/ 33446 w 204330"/>
                <a:gd name="connsiteY11" fmla="*/ 287648 h 298818"/>
                <a:gd name="connsiteX12" fmla="*/ 57579 w 204330"/>
                <a:gd name="connsiteY12" fmla="*/ 266001 h 298818"/>
                <a:gd name="connsiteX13" fmla="*/ 57579 w 204330"/>
                <a:gd name="connsiteY13" fmla="*/ 262881 h 298818"/>
                <a:gd name="connsiteX14" fmla="*/ 57579 w 204330"/>
                <a:gd name="connsiteY14" fmla="*/ 233334 h 298818"/>
                <a:gd name="connsiteX15" fmla="*/ 63806 w 204330"/>
                <a:gd name="connsiteY15" fmla="*/ 226943 h 298818"/>
                <a:gd name="connsiteX16" fmla="*/ 191927 w 204330"/>
                <a:gd name="connsiteY16" fmla="*/ 226943 h 298818"/>
                <a:gd name="connsiteX17" fmla="*/ 191927 w 204330"/>
                <a:gd name="connsiteY17" fmla="*/ 194567 h 298818"/>
                <a:gd name="connsiteX18" fmla="*/ 197308 w 204330"/>
                <a:gd name="connsiteY18" fmla="*/ 187412 h 298818"/>
                <a:gd name="connsiteX19" fmla="*/ 204280 w 204330"/>
                <a:gd name="connsiteY19" fmla="*/ 192934 h 298818"/>
                <a:gd name="connsiteX20" fmla="*/ 204280 w 204330"/>
                <a:gd name="connsiteY20" fmla="*/ 194567 h 298818"/>
                <a:gd name="connsiteX21" fmla="*/ 204280 w 204330"/>
                <a:gd name="connsiteY21" fmla="*/ 233334 h 298818"/>
                <a:gd name="connsiteX22" fmla="*/ 198155 w 204330"/>
                <a:gd name="connsiteY22" fmla="*/ 239620 h 298818"/>
                <a:gd name="connsiteX23" fmla="*/ 70034 w 204330"/>
                <a:gd name="connsiteY23" fmla="*/ 239620 h 298818"/>
                <a:gd name="connsiteX24" fmla="*/ 70034 w 204330"/>
                <a:gd name="connsiteY24" fmla="*/ 262880 h 298818"/>
                <a:gd name="connsiteX25" fmla="*/ 35017 w 204330"/>
                <a:gd name="connsiteY25" fmla="*/ 298818 h 29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4330" h="298818">
                  <a:moveTo>
                    <a:pt x="35017" y="298818"/>
                  </a:moveTo>
                  <a:cubicBezTo>
                    <a:pt x="15701" y="298761"/>
                    <a:pt x="57" y="282705"/>
                    <a:pt x="1" y="262880"/>
                  </a:cubicBezTo>
                  <a:lnTo>
                    <a:pt x="1" y="6496"/>
                  </a:lnTo>
                  <a:cubicBezTo>
                    <a:pt x="-56" y="2967"/>
                    <a:pt x="2686" y="59"/>
                    <a:pt x="6125" y="1"/>
                  </a:cubicBezTo>
                  <a:cubicBezTo>
                    <a:pt x="6160" y="0"/>
                    <a:pt x="6194" y="0"/>
                    <a:pt x="6228" y="0"/>
                  </a:cubicBezTo>
                  <a:lnTo>
                    <a:pt x="79732" y="0"/>
                  </a:lnTo>
                  <a:cubicBezTo>
                    <a:pt x="83115" y="0"/>
                    <a:pt x="85858" y="2814"/>
                    <a:pt x="85858" y="6286"/>
                  </a:cubicBezTo>
                  <a:cubicBezTo>
                    <a:pt x="85858" y="6321"/>
                    <a:pt x="85858" y="6356"/>
                    <a:pt x="85857" y="6391"/>
                  </a:cubicBezTo>
                  <a:cubicBezTo>
                    <a:pt x="85858" y="9881"/>
                    <a:pt x="83131" y="12725"/>
                    <a:pt x="79732" y="12783"/>
                  </a:cubicBezTo>
                  <a:lnTo>
                    <a:pt x="12354" y="12783"/>
                  </a:lnTo>
                  <a:lnTo>
                    <a:pt x="12354" y="262880"/>
                  </a:lnTo>
                  <a:cubicBezTo>
                    <a:pt x="11514" y="275698"/>
                    <a:pt x="20957" y="286787"/>
                    <a:pt x="33446" y="287648"/>
                  </a:cubicBezTo>
                  <a:cubicBezTo>
                    <a:pt x="45935" y="288510"/>
                    <a:pt x="56739" y="278818"/>
                    <a:pt x="57579" y="266001"/>
                  </a:cubicBezTo>
                  <a:cubicBezTo>
                    <a:pt x="57647" y="264962"/>
                    <a:pt x="57647" y="263920"/>
                    <a:pt x="57579" y="262881"/>
                  </a:cubicBezTo>
                  <a:lnTo>
                    <a:pt x="57579" y="233334"/>
                  </a:lnTo>
                  <a:cubicBezTo>
                    <a:pt x="57579" y="229804"/>
                    <a:pt x="60367" y="226943"/>
                    <a:pt x="63806" y="226943"/>
                  </a:cubicBezTo>
                  <a:lnTo>
                    <a:pt x="191927" y="226943"/>
                  </a:lnTo>
                  <a:lnTo>
                    <a:pt x="191927" y="194567"/>
                  </a:lnTo>
                  <a:cubicBezTo>
                    <a:pt x="191488" y="191066"/>
                    <a:pt x="193897" y="187863"/>
                    <a:pt x="197308" y="187412"/>
                  </a:cubicBezTo>
                  <a:cubicBezTo>
                    <a:pt x="200719" y="186961"/>
                    <a:pt x="203840" y="189433"/>
                    <a:pt x="204280" y="192934"/>
                  </a:cubicBezTo>
                  <a:cubicBezTo>
                    <a:pt x="204348" y="193476"/>
                    <a:pt x="204348" y="194025"/>
                    <a:pt x="204280" y="194567"/>
                  </a:cubicBezTo>
                  <a:lnTo>
                    <a:pt x="204280" y="233334"/>
                  </a:lnTo>
                  <a:cubicBezTo>
                    <a:pt x="204280" y="236806"/>
                    <a:pt x="201537" y="239620"/>
                    <a:pt x="198155" y="239620"/>
                  </a:cubicBezTo>
                  <a:lnTo>
                    <a:pt x="70034" y="239620"/>
                  </a:lnTo>
                  <a:lnTo>
                    <a:pt x="70034" y="262880"/>
                  </a:lnTo>
                  <a:cubicBezTo>
                    <a:pt x="69977" y="282705"/>
                    <a:pt x="54333" y="298761"/>
                    <a:pt x="35017" y="29881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2145B235-F817-2947-9445-E5DFA423974F}"/>
                </a:ext>
              </a:extLst>
            </p:cNvPr>
            <p:cNvSpPr/>
            <p:nvPr/>
          </p:nvSpPr>
          <p:spPr>
            <a:xfrm>
              <a:off x="6252669" y="2058304"/>
              <a:ext cx="119647" cy="211435"/>
            </a:xfrm>
            <a:custGeom>
              <a:avLst/>
              <a:gdLst>
                <a:gd name="connsiteX0" fmla="*/ 90961 w 119647"/>
                <a:gd name="connsiteY0" fmla="*/ 211436 h 211435"/>
                <a:gd name="connsiteX1" fmla="*/ 28891 w 119647"/>
                <a:gd name="connsiteY1" fmla="*/ 211436 h 211435"/>
                <a:gd name="connsiteX2" fmla="*/ 22664 w 119647"/>
                <a:gd name="connsiteY2" fmla="*/ 205045 h 211435"/>
                <a:gd name="connsiteX3" fmla="*/ 22664 w 119647"/>
                <a:gd name="connsiteY3" fmla="*/ 112319 h 211435"/>
                <a:gd name="connsiteX4" fmla="*/ 6227 w 119647"/>
                <a:gd name="connsiteY4" fmla="*/ 112319 h 211435"/>
                <a:gd name="connsiteX5" fmla="*/ 1 w 119647"/>
                <a:gd name="connsiteY5" fmla="*/ 106138 h 211435"/>
                <a:gd name="connsiteX6" fmla="*/ 0 w 119647"/>
                <a:gd name="connsiteY6" fmla="*/ 106032 h 211435"/>
                <a:gd name="connsiteX7" fmla="*/ 0 w 119647"/>
                <a:gd name="connsiteY7" fmla="*/ 36252 h 211435"/>
                <a:gd name="connsiteX8" fmla="*/ 35323 w 119647"/>
                <a:gd name="connsiteY8" fmla="*/ 0 h 211435"/>
                <a:gd name="connsiteX9" fmla="*/ 84427 w 119647"/>
                <a:gd name="connsiteY9" fmla="*/ 0 h 211435"/>
                <a:gd name="connsiteX10" fmla="*/ 119648 w 119647"/>
                <a:gd name="connsiteY10" fmla="*/ 36147 h 211435"/>
                <a:gd name="connsiteX11" fmla="*/ 119648 w 119647"/>
                <a:gd name="connsiteY11" fmla="*/ 36252 h 211435"/>
                <a:gd name="connsiteX12" fmla="*/ 119648 w 119647"/>
                <a:gd name="connsiteY12" fmla="*/ 106032 h 211435"/>
                <a:gd name="connsiteX13" fmla="*/ 113522 w 119647"/>
                <a:gd name="connsiteY13" fmla="*/ 112319 h 211435"/>
                <a:gd name="connsiteX14" fmla="*/ 97086 w 119647"/>
                <a:gd name="connsiteY14" fmla="*/ 112319 h 211435"/>
                <a:gd name="connsiteX15" fmla="*/ 97086 w 119647"/>
                <a:gd name="connsiteY15" fmla="*/ 205045 h 211435"/>
                <a:gd name="connsiteX16" fmla="*/ 91064 w 119647"/>
                <a:gd name="connsiteY16" fmla="*/ 211435 h 211435"/>
                <a:gd name="connsiteX17" fmla="*/ 90961 w 119647"/>
                <a:gd name="connsiteY17" fmla="*/ 211436 h 211435"/>
                <a:gd name="connsiteX18" fmla="*/ 35016 w 119647"/>
                <a:gd name="connsiteY18" fmla="*/ 199073 h 211435"/>
                <a:gd name="connsiteX19" fmla="*/ 84733 w 119647"/>
                <a:gd name="connsiteY19" fmla="*/ 199073 h 211435"/>
                <a:gd name="connsiteX20" fmla="*/ 84733 w 119647"/>
                <a:gd name="connsiteY20" fmla="*/ 106032 h 211435"/>
                <a:gd name="connsiteX21" fmla="*/ 90961 w 119647"/>
                <a:gd name="connsiteY21" fmla="*/ 99641 h 211435"/>
                <a:gd name="connsiteX22" fmla="*/ 107295 w 119647"/>
                <a:gd name="connsiteY22" fmla="*/ 99641 h 211435"/>
                <a:gd name="connsiteX23" fmla="*/ 107295 w 119647"/>
                <a:gd name="connsiteY23" fmla="*/ 36776 h 211435"/>
                <a:gd name="connsiteX24" fmla="*/ 84427 w 119647"/>
                <a:gd name="connsiteY24" fmla="*/ 13306 h 211435"/>
                <a:gd name="connsiteX25" fmla="*/ 35323 w 119647"/>
                <a:gd name="connsiteY25" fmla="*/ 13306 h 211435"/>
                <a:gd name="connsiteX26" fmla="*/ 12455 w 119647"/>
                <a:gd name="connsiteY26" fmla="*/ 36776 h 211435"/>
                <a:gd name="connsiteX27" fmla="*/ 12455 w 119647"/>
                <a:gd name="connsiteY27" fmla="*/ 99641 h 211435"/>
                <a:gd name="connsiteX28" fmla="*/ 28891 w 119647"/>
                <a:gd name="connsiteY28" fmla="*/ 99641 h 211435"/>
                <a:gd name="connsiteX29" fmla="*/ 35017 w 119647"/>
                <a:gd name="connsiteY29" fmla="*/ 105927 h 211435"/>
                <a:gd name="connsiteX30" fmla="*/ 35016 w 119647"/>
                <a:gd name="connsiteY30" fmla="*/ 106032 h 2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47" h="211435">
                  <a:moveTo>
                    <a:pt x="90961" y="211436"/>
                  </a:moveTo>
                  <a:lnTo>
                    <a:pt x="28891" y="211436"/>
                  </a:lnTo>
                  <a:cubicBezTo>
                    <a:pt x="25452" y="211436"/>
                    <a:pt x="22664" y="208574"/>
                    <a:pt x="22664" y="205045"/>
                  </a:cubicBezTo>
                  <a:lnTo>
                    <a:pt x="22664" y="112319"/>
                  </a:lnTo>
                  <a:lnTo>
                    <a:pt x="6227" y="112319"/>
                  </a:lnTo>
                  <a:cubicBezTo>
                    <a:pt x="2845" y="112377"/>
                    <a:pt x="57" y="109609"/>
                    <a:pt x="1" y="106138"/>
                  </a:cubicBezTo>
                  <a:cubicBezTo>
                    <a:pt x="0" y="106103"/>
                    <a:pt x="0" y="106068"/>
                    <a:pt x="0" y="106032"/>
                  </a:cubicBezTo>
                  <a:lnTo>
                    <a:pt x="0" y="36252"/>
                  </a:lnTo>
                  <a:cubicBezTo>
                    <a:pt x="0" y="16231"/>
                    <a:pt x="15814" y="0"/>
                    <a:pt x="35323" y="0"/>
                  </a:cubicBezTo>
                  <a:lnTo>
                    <a:pt x="84427" y="0"/>
                  </a:lnTo>
                  <a:cubicBezTo>
                    <a:pt x="103879" y="0"/>
                    <a:pt x="119648" y="16184"/>
                    <a:pt x="119648" y="36147"/>
                  </a:cubicBezTo>
                  <a:cubicBezTo>
                    <a:pt x="119648" y="36182"/>
                    <a:pt x="119648" y="36217"/>
                    <a:pt x="119648" y="36252"/>
                  </a:cubicBezTo>
                  <a:lnTo>
                    <a:pt x="119648" y="106032"/>
                  </a:lnTo>
                  <a:cubicBezTo>
                    <a:pt x="119648" y="109504"/>
                    <a:pt x="116905" y="112319"/>
                    <a:pt x="113522" y="112319"/>
                  </a:cubicBezTo>
                  <a:lnTo>
                    <a:pt x="97086" y="112319"/>
                  </a:lnTo>
                  <a:lnTo>
                    <a:pt x="97086" y="205045"/>
                  </a:lnTo>
                  <a:cubicBezTo>
                    <a:pt x="97143" y="208516"/>
                    <a:pt x="94446" y="211377"/>
                    <a:pt x="91064" y="211435"/>
                  </a:cubicBezTo>
                  <a:cubicBezTo>
                    <a:pt x="91029" y="211436"/>
                    <a:pt x="90995" y="211436"/>
                    <a:pt x="90961" y="211436"/>
                  </a:cubicBezTo>
                  <a:close/>
                  <a:moveTo>
                    <a:pt x="35016" y="199073"/>
                  </a:moveTo>
                  <a:lnTo>
                    <a:pt x="84733" y="199073"/>
                  </a:lnTo>
                  <a:lnTo>
                    <a:pt x="84733" y="106032"/>
                  </a:lnTo>
                  <a:cubicBezTo>
                    <a:pt x="84733" y="102503"/>
                    <a:pt x="87522" y="99641"/>
                    <a:pt x="90961" y="99641"/>
                  </a:cubicBezTo>
                  <a:lnTo>
                    <a:pt x="107295" y="99641"/>
                  </a:lnTo>
                  <a:lnTo>
                    <a:pt x="107295" y="36776"/>
                  </a:lnTo>
                  <a:cubicBezTo>
                    <a:pt x="107295" y="23814"/>
                    <a:pt x="97057" y="13306"/>
                    <a:pt x="84427" y="13306"/>
                  </a:cubicBezTo>
                  <a:lnTo>
                    <a:pt x="35323" y="13306"/>
                  </a:lnTo>
                  <a:cubicBezTo>
                    <a:pt x="22693" y="13306"/>
                    <a:pt x="12455" y="23814"/>
                    <a:pt x="12455" y="36776"/>
                  </a:cubicBezTo>
                  <a:lnTo>
                    <a:pt x="12455" y="99641"/>
                  </a:lnTo>
                  <a:lnTo>
                    <a:pt x="28891" y="99641"/>
                  </a:lnTo>
                  <a:cubicBezTo>
                    <a:pt x="32274" y="99641"/>
                    <a:pt x="35017" y="102455"/>
                    <a:pt x="35017" y="105927"/>
                  </a:cubicBezTo>
                  <a:cubicBezTo>
                    <a:pt x="35017" y="105962"/>
                    <a:pt x="35017" y="105997"/>
                    <a:pt x="35016" y="10603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724FCB32-42B4-4748-A300-78A3AA2D1E8B}"/>
                </a:ext>
              </a:extLst>
            </p:cNvPr>
            <p:cNvSpPr/>
            <p:nvPr/>
          </p:nvSpPr>
          <p:spPr>
            <a:xfrm>
              <a:off x="6306367" y="2173954"/>
              <a:ext cx="12353" cy="95786"/>
            </a:xfrm>
            <a:custGeom>
              <a:avLst/>
              <a:gdLst>
                <a:gd name="connsiteX0" fmla="*/ 6227 w 12353"/>
                <a:gd name="connsiteY0" fmla="*/ 95787 h 95786"/>
                <a:gd name="connsiteX1" fmla="*/ 0 w 12353"/>
                <a:gd name="connsiteY1" fmla="*/ 89395 h 95786"/>
                <a:gd name="connsiteX2" fmla="*/ 0 w 12353"/>
                <a:gd name="connsiteY2" fmla="*/ 5575 h 95786"/>
                <a:gd name="connsiteX3" fmla="*/ 6972 w 12353"/>
                <a:gd name="connsiteY3" fmla="*/ 53 h 95786"/>
                <a:gd name="connsiteX4" fmla="*/ 12353 w 12353"/>
                <a:gd name="connsiteY4" fmla="*/ 5575 h 95786"/>
                <a:gd name="connsiteX5" fmla="*/ 12353 w 12353"/>
                <a:gd name="connsiteY5" fmla="*/ 89395 h 95786"/>
                <a:gd name="connsiteX6" fmla="*/ 6330 w 12353"/>
                <a:gd name="connsiteY6" fmla="*/ 95786 h 95786"/>
                <a:gd name="connsiteX7" fmla="*/ 6227 w 12353"/>
                <a:gd name="connsiteY7" fmla="*/ 95787 h 9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53" h="95786">
                  <a:moveTo>
                    <a:pt x="6227" y="95787"/>
                  </a:moveTo>
                  <a:cubicBezTo>
                    <a:pt x="2788" y="95787"/>
                    <a:pt x="0" y="92925"/>
                    <a:pt x="0" y="89395"/>
                  </a:cubicBezTo>
                  <a:lnTo>
                    <a:pt x="0" y="5575"/>
                  </a:lnTo>
                  <a:cubicBezTo>
                    <a:pt x="439" y="2074"/>
                    <a:pt x="3561" y="-398"/>
                    <a:pt x="6972" y="53"/>
                  </a:cubicBezTo>
                  <a:cubicBezTo>
                    <a:pt x="9780" y="424"/>
                    <a:pt x="11991" y="2693"/>
                    <a:pt x="12353" y="5575"/>
                  </a:cubicBezTo>
                  <a:lnTo>
                    <a:pt x="12353" y="89395"/>
                  </a:lnTo>
                  <a:cubicBezTo>
                    <a:pt x="12409" y="92867"/>
                    <a:pt x="9713" y="95728"/>
                    <a:pt x="6330" y="95786"/>
                  </a:cubicBezTo>
                  <a:cubicBezTo>
                    <a:pt x="6296" y="95786"/>
                    <a:pt x="6262" y="95787"/>
                    <a:pt x="6227" y="9578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A5B96C35-2AA6-EF42-8B82-F09DFDED1E49}"/>
                </a:ext>
              </a:extLst>
            </p:cNvPr>
            <p:cNvSpPr/>
            <p:nvPr/>
          </p:nvSpPr>
          <p:spPr>
            <a:xfrm>
              <a:off x="627528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8BD96B02-652C-0E44-B0F2-AD987E3841A3}"/>
                </a:ext>
              </a:extLst>
            </p:cNvPr>
            <p:cNvSpPr/>
            <p:nvPr/>
          </p:nvSpPr>
          <p:spPr>
            <a:xfrm>
              <a:off x="633735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152734D-BC1F-E748-850D-8A21610A8996}"/>
                </a:ext>
              </a:extLst>
            </p:cNvPr>
            <p:cNvSpPr/>
            <p:nvPr/>
          </p:nvSpPr>
          <p:spPr>
            <a:xfrm>
              <a:off x="6286763" y="1995439"/>
              <a:ext cx="54417" cy="60664"/>
            </a:xfrm>
            <a:custGeom>
              <a:avLst/>
              <a:gdLst>
                <a:gd name="connsiteX0" fmla="*/ 26444 w 54417"/>
                <a:gd name="connsiteY0" fmla="*/ 60665 h 60664"/>
                <a:gd name="connsiteX1" fmla="*/ 5210 w 54417"/>
                <a:gd name="connsiteY1" fmla="*/ 44948 h 60664"/>
                <a:gd name="connsiteX2" fmla="*/ 4 w 54417"/>
                <a:gd name="connsiteY2" fmla="*/ 22527 h 60664"/>
                <a:gd name="connsiteX3" fmla="*/ 4 w 54417"/>
                <a:gd name="connsiteY3" fmla="*/ 15611 h 60664"/>
                <a:gd name="connsiteX4" fmla="*/ 922 w 54417"/>
                <a:gd name="connsiteY4" fmla="*/ 12259 h 60664"/>
                <a:gd name="connsiteX5" fmla="*/ 27057 w 54417"/>
                <a:gd name="connsiteY5" fmla="*/ 0 h 60664"/>
                <a:gd name="connsiteX6" fmla="*/ 54417 w 54417"/>
                <a:gd name="connsiteY6" fmla="*/ 16240 h 60664"/>
                <a:gd name="connsiteX7" fmla="*/ 54417 w 54417"/>
                <a:gd name="connsiteY7" fmla="*/ 22527 h 60664"/>
                <a:gd name="connsiteX8" fmla="*/ 49210 w 54417"/>
                <a:gd name="connsiteY8" fmla="*/ 44948 h 60664"/>
                <a:gd name="connsiteX9" fmla="*/ 27057 w 54417"/>
                <a:gd name="connsiteY9" fmla="*/ 60665 h 60664"/>
                <a:gd name="connsiteX10" fmla="*/ 12356 w 54417"/>
                <a:gd name="connsiteY10" fmla="*/ 18126 h 60664"/>
                <a:gd name="connsiteX11" fmla="*/ 12356 w 54417"/>
                <a:gd name="connsiteY11" fmla="*/ 22527 h 60664"/>
                <a:gd name="connsiteX12" fmla="*/ 16134 w 54417"/>
                <a:gd name="connsiteY12" fmla="*/ 38976 h 60664"/>
                <a:gd name="connsiteX13" fmla="*/ 27057 w 54417"/>
                <a:gd name="connsiteY13" fmla="*/ 47987 h 60664"/>
                <a:gd name="connsiteX14" fmla="*/ 38287 w 54417"/>
                <a:gd name="connsiteY14" fmla="*/ 38976 h 60664"/>
                <a:gd name="connsiteX15" fmla="*/ 42064 w 54417"/>
                <a:gd name="connsiteY15" fmla="*/ 22527 h 60664"/>
                <a:gd name="connsiteX16" fmla="*/ 42064 w 54417"/>
                <a:gd name="connsiteY16" fmla="*/ 17917 h 60664"/>
                <a:gd name="connsiteX17" fmla="*/ 12356 w 54417"/>
                <a:gd name="connsiteY17" fmla="*/ 17917 h 6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417" h="60664">
                  <a:moveTo>
                    <a:pt x="26444" y="60665"/>
                  </a:moveTo>
                  <a:cubicBezTo>
                    <a:pt x="16960" y="60201"/>
                    <a:pt x="8634" y="54039"/>
                    <a:pt x="5210" y="44948"/>
                  </a:cubicBezTo>
                  <a:cubicBezTo>
                    <a:pt x="1698" y="38030"/>
                    <a:pt x="-91" y="30327"/>
                    <a:pt x="4" y="22527"/>
                  </a:cubicBezTo>
                  <a:lnTo>
                    <a:pt x="4" y="15611"/>
                  </a:lnTo>
                  <a:cubicBezTo>
                    <a:pt x="7" y="14429"/>
                    <a:pt x="324" y="13270"/>
                    <a:pt x="922" y="12259"/>
                  </a:cubicBezTo>
                  <a:cubicBezTo>
                    <a:pt x="7483" y="4467"/>
                    <a:pt x="17023" y="-8"/>
                    <a:pt x="27057" y="0"/>
                  </a:cubicBezTo>
                  <a:cubicBezTo>
                    <a:pt x="40329" y="0"/>
                    <a:pt x="54417" y="8382"/>
                    <a:pt x="54417" y="16240"/>
                  </a:cubicBezTo>
                  <a:lnTo>
                    <a:pt x="54417" y="22527"/>
                  </a:lnTo>
                  <a:cubicBezTo>
                    <a:pt x="54462" y="30321"/>
                    <a:pt x="52676" y="38012"/>
                    <a:pt x="49210" y="44948"/>
                  </a:cubicBezTo>
                  <a:cubicBezTo>
                    <a:pt x="45634" y="54329"/>
                    <a:pt x="36871" y="60546"/>
                    <a:pt x="27057" y="60665"/>
                  </a:cubicBezTo>
                  <a:close/>
                  <a:moveTo>
                    <a:pt x="12356" y="18126"/>
                  </a:moveTo>
                  <a:lnTo>
                    <a:pt x="12356" y="22527"/>
                  </a:lnTo>
                  <a:cubicBezTo>
                    <a:pt x="12287" y="28244"/>
                    <a:pt x="13584" y="33892"/>
                    <a:pt x="16134" y="38976"/>
                  </a:cubicBezTo>
                  <a:cubicBezTo>
                    <a:pt x="19196" y="45053"/>
                    <a:pt x="22973" y="48301"/>
                    <a:pt x="27057" y="47987"/>
                  </a:cubicBezTo>
                  <a:cubicBezTo>
                    <a:pt x="31141" y="47673"/>
                    <a:pt x="35224" y="45053"/>
                    <a:pt x="38287" y="38976"/>
                  </a:cubicBezTo>
                  <a:cubicBezTo>
                    <a:pt x="40836" y="33892"/>
                    <a:pt x="42133" y="28244"/>
                    <a:pt x="42064" y="22527"/>
                  </a:cubicBezTo>
                  <a:lnTo>
                    <a:pt x="42064" y="17917"/>
                  </a:lnTo>
                  <a:cubicBezTo>
                    <a:pt x="33379" y="10790"/>
                    <a:pt x="21042" y="10790"/>
                    <a:pt x="12356" y="1791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6F45285-A7F4-C04C-8E6B-22DA0A8B0191}"/>
                </a:ext>
              </a:extLst>
            </p:cNvPr>
            <p:cNvSpPr/>
            <p:nvPr/>
          </p:nvSpPr>
          <p:spPr>
            <a:xfrm>
              <a:off x="6190088" y="2257377"/>
              <a:ext cx="229290" cy="12363"/>
            </a:xfrm>
            <a:custGeom>
              <a:avLst/>
              <a:gdLst>
                <a:gd name="connsiteX0" fmla="*/ 223063 w 229290"/>
                <a:gd name="connsiteY0" fmla="*/ 12363 h 12363"/>
                <a:gd name="connsiteX1" fmla="*/ 6227 w 229290"/>
                <a:gd name="connsiteY1" fmla="*/ 12363 h 12363"/>
                <a:gd name="connsiteX2" fmla="*/ 0 w 229290"/>
                <a:gd name="connsiteY2" fmla="*/ 5972 h 12363"/>
                <a:gd name="connsiteX3" fmla="*/ 6227 w 229290"/>
                <a:gd name="connsiteY3" fmla="*/ 0 h 12363"/>
                <a:gd name="connsiteX4" fmla="*/ 223063 w 229290"/>
                <a:gd name="connsiteY4" fmla="*/ 0 h 12363"/>
                <a:gd name="connsiteX5" fmla="*/ 229291 w 229290"/>
                <a:gd name="connsiteY5" fmla="*/ 6391 h 12363"/>
                <a:gd name="connsiteX6" fmla="*/ 223063 w 229290"/>
                <a:gd name="connsiteY6" fmla="*/ 12363 h 1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290" h="12363">
                  <a:moveTo>
                    <a:pt x="223063" y="12363"/>
                  </a:moveTo>
                  <a:lnTo>
                    <a:pt x="6227" y="12363"/>
                  </a:lnTo>
                  <a:cubicBezTo>
                    <a:pt x="2788" y="12363"/>
                    <a:pt x="0" y="9502"/>
                    <a:pt x="0" y="5972"/>
                  </a:cubicBezTo>
                  <a:cubicBezTo>
                    <a:pt x="215" y="2607"/>
                    <a:pt x="2941" y="-7"/>
                    <a:pt x="6227" y="0"/>
                  </a:cubicBezTo>
                  <a:lnTo>
                    <a:pt x="223063" y="0"/>
                  </a:lnTo>
                  <a:cubicBezTo>
                    <a:pt x="226480" y="56"/>
                    <a:pt x="229236" y="2885"/>
                    <a:pt x="229291" y="6391"/>
                  </a:cubicBezTo>
                  <a:cubicBezTo>
                    <a:pt x="229075" y="9756"/>
                    <a:pt x="226349" y="12371"/>
                    <a:pt x="223063" y="12363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AD1C803D-A870-084A-8087-5F504ABC7577}"/>
                </a:ext>
              </a:extLst>
            </p:cNvPr>
            <p:cNvSpPr/>
            <p:nvPr/>
          </p:nvSpPr>
          <p:spPr>
            <a:xfrm>
              <a:off x="6376928" y="2095727"/>
              <a:ext cx="34920" cy="31309"/>
            </a:xfrm>
            <a:custGeom>
              <a:avLst/>
              <a:gdLst>
                <a:gd name="connsiteX0" fmla="*/ 6108 w 34920"/>
                <a:gd name="connsiteY0" fmla="*/ 31310 h 31309"/>
                <a:gd name="connsiteX1" fmla="*/ 1310 w 34920"/>
                <a:gd name="connsiteY1" fmla="*/ 28795 h 31309"/>
                <a:gd name="connsiteX2" fmla="*/ 2331 w 34920"/>
                <a:gd name="connsiteY2" fmla="*/ 19889 h 31309"/>
                <a:gd name="connsiteX3" fmla="*/ 24892 w 34920"/>
                <a:gd name="connsiteY3" fmla="*/ 1344 h 31309"/>
                <a:gd name="connsiteX4" fmla="*/ 33570 w 34920"/>
                <a:gd name="connsiteY4" fmla="*/ 2392 h 31309"/>
                <a:gd name="connsiteX5" fmla="*/ 32632 w 34920"/>
                <a:gd name="connsiteY5" fmla="*/ 11230 h 31309"/>
                <a:gd name="connsiteX6" fmla="*/ 32549 w 34920"/>
                <a:gd name="connsiteY6" fmla="*/ 11298 h 31309"/>
                <a:gd name="connsiteX7" fmla="*/ 9681 w 34920"/>
                <a:gd name="connsiteY7" fmla="*/ 29843 h 31309"/>
                <a:gd name="connsiteX8" fmla="*/ 6108 w 34920"/>
                <a:gd name="connsiteY8" fmla="*/ 31310 h 31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20" h="31309">
                  <a:moveTo>
                    <a:pt x="6108" y="31310"/>
                  </a:moveTo>
                  <a:cubicBezTo>
                    <a:pt x="4212" y="31293"/>
                    <a:pt x="2434" y="30362"/>
                    <a:pt x="1310" y="28795"/>
                  </a:cubicBezTo>
                  <a:cubicBezTo>
                    <a:pt x="-777" y="26039"/>
                    <a:pt x="-322" y="22074"/>
                    <a:pt x="2331" y="19889"/>
                  </a:cubicBezTo>
                  <a:lnTo>
                    <a:pt x="24892" y="1344"/>
                  </a:lnTo>
                  <a:cubicBezTo>
                    <a:pt x="27578" y="-797"/>
                    <a:pt x="31441" y="-331"/>
                    <a:pt x="33570" y="2392"/>
                  </a:cubicBezTo>
                  <a:cubicBezTo>
                    <a:pt x="35689" y="5098"/>
                    <a:pt x="35269" y="9055"/>
                    <a:pt x="32632" y="11230"/>
                  </a:cubicBezTo>
                  <a:cubicBezTo>
                    <a:pt x="32605" y="11253"/>
                    <a:pt x="32577" y="11275"/>
                    <a:pt x="32549" y="11298"/>
                  </a:cubicBezTo>
                  <a:lnTo>
                    <a:pt x="9681" y="29843"/>
                  </a:lnTo>
                  <a:cubicBezTo>
                    <a:pt x="8678" y="30720"/>
                    <a:pt x="7423" y="31235"/>
                    <a:pt x="6108" y="31310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B869A7A9-B11C-674D-9990-57178FAB95BC}"/>
                </a:ext>
              </a:extLst>
            </p:cNvPr>
            <p:cNvSpPr/>
            <p:nvPr/>
          </p:nvSpPr>
          <p:spPr>
            <a:xfrm>
              <a:off x="6212974" y="2095758"/>
              <a:ext cx="35287" cy="31279"/>
            </a:xfrm>
            <a:custGeom>
              <a:avLst/>
              <a:gdLst>
                <a:gd name="connsiteX0" fmla="*/ 29078 w 35287"/>
                <a:gd name="connsiteY0" fmla="*/ 31279 h 31279"/>
                <a:gd name="connsiteX1" fmla="*/ 25505 w 35287"/>
                <a:gd name="connsiteY1" fmla="*/ 29812 h 31279"/>
                <a:gd name="connsiteX2" fmla="*/ 2331 w 35287"/>
                <a:gd name="connsiteY2" fmla="*/ 11267 h 31279"/>
                <a:gd name="connsiteX3" fmla="*/ 1310 w 35287"/>
                <a:gd name="connsiteY3" fmla="*/ 2361 h 31279"/>
                <a:gd name="connsiteX4" fmla="*/ 10089 w 35287"/>
                <a:gd name="connsiteY4" fmla="*/ 1314 h 31279"/>
                <a:gd name="connsiteX5" fmla="*/ 32957 w 35287"/>
                <a:gd name="connsiteY5" fmla="*/ 19859 h 31279"/>
                <a:gd name="connsiteX6" fmla="*/ 33978 w 35287"/>
                <a:gd name="connsiteY6" fmla="*/ 28765 h 31279"/>
                <a:gd name="connsiteX7" fmla="*/ 29078 w 35287"/>
                <a:gd name="connsiteY7" fmla="*/ 31279 h 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87" h="31279">
                  <a:moveTo>
                    <a:pt x="29078" y="31279"/>
                  </a:moveTo>
                  <a:cubicBezTo>
                    <a:pt x="27770" y="31170"/>
                    <a:pt x="26525" y="30658"/>
                    <a:pt x="25505" y="29812"/>
                  </a:cubicBezTo>
                  <a:lnTo>
                    <a:pt x="2331" y="11267"/>
                  </a:lnTo>
                  <a:cubicBezTo>
                    <a:pt x="-322" y="9083"/>
                    <a:pt x="-777" y="5118"/>
                    <a:pt x="1310" y="2361"/>
                  </a:cubicBezTo>
                  <a:cubicBezTo>
                    <a:pt x="3502" y="-323"/>
                    <a:pt x="7355" y="-783"/>
                    <a:pt x="10089" y="1314"/>
                  </a:cubicBezTo>
                  <a:lnTo>
                    <a:pt x="32957" y="19859"/>
                  </a:lnTo>
                  <a:cubicBezTo>
                    <a:pt x="35610" y="22043"/>
                    <a:pt x="36064" y="26008"/>
                    <a:pt x="33978" y="28765"/>
                  </a:cubicBezTo>
                  <a:cubicBezTo>
                    <a:pt x="32821" y="30348"/>
                    <a:pt x="31006" y="31279"/>
                    <a:pt x="29078" y="31279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DE597002-1A09-F34B-9625-E77B9153538A}"/>
                </a:ext>
              </a:extLst>
            </p:cNvPr>
            <p:cNvSpPr/>
            <p:nvPr/>
          </p:nvSpPr>
          <p:spPr>
            <a:xfrm>
              <a:off x="6189292" y="2220548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10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B515622E-2952-F047-9919-514D5F923ED6}"/>
                </a:ext>
              </a:extLst>
            </p:cNvPr>
            <p:cNvSpPr/>
            <p:nvPr/>
          </p:nvSpPr>
          <p:spPr>
            <a:xfrm>
              <a:off x="6189292" y="2185972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09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4" name="Graphic 84">
            <a:extLst>
              <a:ext uri="{FF2B5EF4-FFF2-40B4-BE49-F238E27FC236}">
                <a16:creationId xmlns:a16="http://schemas.microsoft.com/office/drawing/2014/main" id="{7B8C18B1-0C9F-5245-9841-AF750AE30DC4}"/>
              </a:ext>
            </a:extLst>
          </p:cNvPr>
          <p:cNvGrpSpPr>
            <a:grpSpLocks noChangeAspect="1"/>
          </p:cNvGrpSpPr>
          <p:nvPr/>
        </p:nvGrpSpPr>
        <p:grpSpPr>
          <a:xfrm>
            <a:off x="4677469" y="4929189"/>
            <a:ext cx="295725" cy="361051"/>
            <a:chOff x="6142837" y="2002517"/>
            <a:chExt cx="295725" cy="361051"/>
          </a:xfrm>
          <a:solidFill>
            <a:srgbClr val="FFFFFF"/>
          </a:solidFill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36F01D9E-8F5A-FC43-BE41-A850381C4B72}"/>
                </a:ext>
              </a:extLst>
            </p:cNvPr>
            <p:cNvSpPr/>
            <p:nvPr/>
          </p:nvSpPr>
          <p:spPr>
            <a:xfrm>
              <a:off x="6251450" y="2002517"/>
              <a:ext cx="187112" cy="361051"/>
            </a:xfrm>
            <a:custGeom>
              <a:avLst/>
              <a:gdLst>
                <a:gd name="connsiteX0" fmla="*/ 74896 w 187112"/>
                <a:gd name="connsiteY0" fmla="*/ 361052 h 361051"/>
                <a:gd name="connsiteX1" fmla="*/ 28968 w 187112"/>
                <a:gd name="connsiteY1" fmla="*/ 361052 h 361051"/>
                <a:gd name="connsiteX2" fmla="*/ 22797 w 187112"/>
                <a:gd name="connsiteY2" fmla="*/ 354721 h 361051"/>
                <a:gd name="connsiteX3" fmla="*/ 28968 w 187112"/>
                <a:gd name="connsiteY3" fmla="*/ 348391 h 361051"/>
                <a:gd name="connsiteX4" fmla="*/ 68725 w 187112"/>
                <a:gd name="connsiteY4" fmla="*/ 348391 h 361051"/>
                <a:gd name="connsiteX5" fmla="*/ 68725 w 187112"/>
                <a:gd name="connsiteY5" fmla="*/ 292351 h 361051"/>
                <a:gd name="connsiteX6" fmla="*/ 74794 w 187112"/>
                <a:gd name="connsiteY6" fmla="*/ 286124 h 361051"/>
                <a:gd name="connsiteX7" fmla="*/ 74896 w 187112"/>
                <a:gd name="connsiteY7" fmla="*/ 286124 h 361051"/>
                <a:gd name="connsiteX8" fmla="*/ 115361 w 187112"/>
                <a:gd name="connsiteY8" fmla="*/ 286124 h 361051"/>
                <a:gd name="connsiteX9" fmla="*/ 147227 w 187112"/>
                <a:gd name="connsiteY9" fmla="*/ 253331 h 361051"/>
                <a:gd name="connsiteX10" fmla="*/ 147227 w 187112"/>
                <a:gd name="connsiteY10" fmla="*/ 248972 h 361051"/>
                <a:gd name="connsiteX11" fmla="*/ 142270 w 187112"/>
                <a:gd name="connsiteY11" fmla="*/ 245132 h 361051"/>
                <a:gd name="connsiteX12" fmla="*/ 140651 w 187112"/>
                <a:gd name="connsiteY12" fmla="*/ 243161 h 361051"/>
                <a:gd name="connsiteX13" fmla="*/ 145810 w 187112"/>
                <a:gd name="connsiteY13" fmla="*/ 223028 h 361051"/>
                <a:gd name="connsiteX14" fmla="*/ 155927 w 187112"/>
                <a:gd name="connsiteY14" fmla="*/ 216490 h 361051"/>
                <a:gd name="connsiteX15" fmla="*/ 155927 w 187112"/>
                <a:gd name="connsiteY15" fmla="*/ 203725 h 361051"/>
                <a:gd name="connsiteX16" fmla="*/ 166852 w 187112"/>
                <a:gd name="connsiteY16" fmla="*/ 192310 h 361051"/>
                <a:gd name="connsiteX17" fmla="*/ 166953 w 187112"/>
                <a:gd name="connsiteY17" fmla="*/ 192310 h 361051"/>
                <a:gd name="connsiteX18" fmla="*/ 171202 w 187112"/>
                <a:gd name="connsiteY18" fmla="*/ 192310 h 361051"/>
                <a:gd name="connsiteX19" fmla="*/ 173731 w 187112"/>
                <a:gd name="connsiteY19" fmla="*/ 190753 h 361051"/>
                <a:gd name="connsiteX20" fmla="*/ 173731 w 187112"/>
                <a:gd name="connsiteY20" fmla="*/ 187744 h 361051"/>
                <a:gd name="connsiteX21" fmla="*/ 153499 w 187112"/>
                <a:gd name="connsiteY21" fmla="*/ 156611 h 361051"/>
                <a:gd name="connsiteX22" fmla="*/ 149756 w 187112"/>
                <a:gd name="connsiteY22" fmla="*/ 140525 h 361051"/>
                <a:gd name="connsiteX23" fmla="*/ 150666 w 187112"/>
                <a:gd name="connsiteY23" fmla="*/ 127242 h 361051"/>
                <a:gd name="connsiteX24" fmla="*/ 115057 w 187112"/>
                <a:gd name="connsiteY24" fmla="*/ 43286 h 361051"/>
                <a:gd name="connsiteX25" fmla="*/ 7927 w 187112"/>
                <a:gd name="connsiteY25" fmla="*/ 17134 h 361051"/>
                <a:gd name="connsiteX26" fmla="*/ 238 w 187112"/>
                <a:gd name="connsiteY26" fmla="*/ 12983 h 361051"/>
                <a:gd name="connsiteX27" fmla="*/ 4386 w 187112"/>
                <a:gd name="connsiteY27" fmla="*/ 5096 h 361051"/>
                <a:gd name="connsiteX28" fmla="*/ 124061 w 187112"/>
                <a:gd name="connsiteY28" fmla="*/ 34154 h 361051"/>
                <a:gd name="connsiteX29" fmla="*/ 163514 w 187112"/>
                <a:gd name="connsiteY29" fmla="*/ 127553 h 361051"/>
                <a:gd name="connsiteX30" fmla="*/ 162502 w 187112"/>
                <a:gd name="connsiteY30" fmla="*/ 142393 h 361051"/>
                <a:gd name="connsiteX31" fmla="*/ 164323 w 187112"/>
                <a:gd name="connsiteY31" fmla="*/ 149969 h 361051"/>
                <a:gd name="connsiteX32" fmla="*/ 184556 w 187112"/>
                <a:gd name="connsiteY32" fmla="*/ 181102 h 361051"/>
                <a:gd name="connsiteX33" fmla="*/ 180435 w 187112"/>
                <a:gd name="connsiteY33" fmla="*/ 202557 h 361051"/>
                <a:gd name="connsiteX34" fmla="*/ 171910 w 187112"/>
                <a:gd name="connsiteY34" fmla="*/ 205178 h 361051"/>
                <a:gd name="connsiteX35" fmla="*/ 168875 w 187112"/>
                <a:gd name="connsiteY35" fmla="*/ 205178 h 361051"/>
                <a:gd name="connsiteX36" fmla="*/ 168875 w 187112"/>
                <a:gd name="connsiteY36" fmla="*/ 219915 h 361051"/>
                <a:gd name="connsiteX37" fmla="*/ 165942 w 187112"/>
                <a:gd name="connsiteY37" fmla="*/ 225207 h 361051"/>
                <a:gd name="connsiteX38" fmla="*/ 152487 w 187112"/>
                <a:gd name="connsiteY38" fmla="*/ 233717 h 361051"/>
                <a:gd name="connsiteX39" fmla="*/ 151374 w 187112"/>
                <a:gd name="connsiteY39" fmla="*/ 236000 h 361051"/>
                <a:gd name="connsiteX40" fmla="*/ 157343 w 187112"/>
                <a:gd name="connsiteY40" fmla="*/ 240670 h 361051"/>
                <a:gd name="connsiteX41" fmla="*/ 159771 w 187112"/>
                <a:gd name="connsiteY41" fmla="*/ 245755 h 361051"/>
                <a:gd name="connsiteX42" fmla="*/ 159771 w 187112"/>
                <a:gd name="connsiteY42" fmla="*/ 253331 h 361051"/>
                <a:gd name="connsiteX43" fmla="*/ 115664 w 187112"/>
                <a:gd name="connsiteY43" fmla="*/ 298681 h 361051"/>
                <a:gd name="connsiteX44" fmla="*/ 80966 w 187112"/>
                <a:gd name="connsiteY44" fmla="*/ 298681 h 361051"/>
                <a:gd name="connsiteX45" fmla="*/ 80966 w 187112"/>
                <a:gd name="connsiteY45" fmla="*/ 354721 h 361051"/>
                <a:gd name="connsiteX46" fmla="*/ 74896 w 187112"/>
                <a:gd name="connsiteY46" fmla="*/ 361052 h 36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87112" h="361051">
                  <a:moveTo>
                    <a:pt x="74896" y="361052"/>
                  </a:moveTo>
                  <a:lnTo>
                    <a:pt x="28968" y="361052"/>
                  </a:lnTo>
                  <a:cubicBezTo>
                    <a:pt x="25560" y="361052"/>
                    <a:pt x="22797" y="358217"/>
                    <a:pt x="22797" y="354721"/>
                  </a:cubicBezTo>
                  <a:cubicBezTo>
                    <a:pt x="22797" y="351225"/>
                    <a:pt x="25560" y="348391"/>
                    <a:pt x="28968" y="348391"/>
                  </a:cubicBezTo>
                  <a:lnTo>
                    <a:pt x="68725" y="348391"/>
                  </a:lnTo>
                  <a:lnTo>
                    <a:pt x="68725" y="292351"/>
                  </a:lnTo>
                  <a:cubicBezTo>
                    <a:pt x="68725" y="288912"/>
                    <a:pt x="71442" y="286124"/>
                    <a:pt x="74794" y="286124"/>
                  </a:cubicBezTo>
                  <a:cubicBezTo>
                    <a:pt x="74828" y="286124"/>
                    <a:pt x="74862" y="286124"/>
                    <a:pt x="74896" y="286124"/>
                  </a:cubicBezTo>
                  <a:lnTo>
                    <a:pt x="115361" y="286124"/>
                  </a:lnTo>
                  <a:cubicBezTo>
                    <a:pt x="132976" y="286067"/>
                    <a:pt x="147227" y="271402"/>
                    <a:pt x="147227" y="253331"/>
                  </a:cubicBezTo>
                  <a:lnTo>
                    <a:pt x="147227" y="248972"/>
                  </a:lnTo>
                  <a:lnTo>
                    <a:pt x="142270" y="245132"/>
                  </a:lnTo>
                  <a:cubicBezTo>
                    <a:pt x="141626" y="244573"/>
                    <a:pt x="141079" y="243907"/>
                    <a:pt x="140651" y="243161"/>
                  </a:cubicBezTo>
                  <a:cubicBezTo>
                    <a:pt x="136783" y="236122"/>
                    <a:pt x="139068" y="227204"/>
                    <a:pt x="145810" y="223028"/>
                  </a:cubicBezTo>
                  <a:lnTo>
                    <a:pt x="155927" y="216490"/>
                  </a:lnTo>
                  <a:lnTo>
                    <a:pt x="155927" y="203725"/>
                  </a:lnTo>
                  <a:cubicBezTo>
                    <a:pt x="155871" y="197478"/>
                    <a:pt x="160762" y="192368"/>
                    <a:pt x="166852" y="192310"/>
                  </a:cubicBezTo>
                  <a:cubicBezTo>
                    <a:pt x="166886" y="192310"/>
                    <a:pt x="166919" y="192310"/>
                    <a:pt x="166953" y="192310"/>
                  </a:cubicBezTo>
                  <a:lnTo>
                    <a:pt x="171202" y="192310"/>
                  </a:lnTo>
                  <a:cubicBezTo>
                    <a:pt x="172263" y="192318"/>
                    <a:pt x="173239" y="191717"/>
                    <a:pt x="173731" y="190753"/>
                  </a:cubicBezTo>
                  <a:cubicBezTo>
                    <a:pt x="174255" y="189822"/>
                    <a:pt x="174255" y="188675"/>
                    <a:pt x="173731" y="187744"/>
                  </a:cubicBezTo>
                  <a:lnTo>
                    <a:pt x="153499" y="156611"/>
                  </a:lnTo>
                  <a:cubicBezTo>
                    <a:pt x="150380" y="151897"/>
                    <a:pt x="149049" y="146176"/>
                    <a:pt x="149756" y="140525"/>
                  </a:cubicBezTo>
                  <a:cubicBezTo>
                    <a:pt x="150347" y="136123"/>
                    <a:pt x="150651" y="131685"/>
                    <a:pt x="150666" y="127242"/>
                  </a:cubicBezTo>
                  <a:cubicBezTo>
                    <a:pt x="150565" y="95422"/>
                    <a:pt x="137684" y="65051"/>
                    <a:pt x="115057" y="43286"/>
                  </a:cubicBezTo>
                  <a:cubicBezTo>
                    <a:pt x="86232" y="16008"/>
                    <a:pt x="45639" y="6099"/>
                    <a:pt x="7927" y="17134"/>
                  </a:cubicBezTo>
                  <a:cubicBezTo>
                    <a:pt x="4688" y="18149"/>
                    <a:pt x="1256" y="16297"/>
                    <a:pt x="238" y="12983"/>
                  </a:cubicBezTo>
                  <a:cubicBezTo>
                    <a:pt x="-685" y="9636"/>
                    <a:pt x="1152" y="6143"/>
                    <a:pt x="4386" y="5096"/>
                  </a:cubicBezTo>
                  <a:cubicBezTo>
                    <a:pt x="46483" y="-7467"/>
                    <a:pt x="91919" y="3565"/>
                    <a:pt x="124061" y="34154"/>
                  </a:cubicBezTo>
                  <a:cubicBezTo>
                    <a:pt x="149226" y="58357"/>
                    <a:pt x="163507" y="92165"/>
                    <a:pt x="163514" y="127553"/>
                  </a:cubicBezTo>
                  <a:cubicBezTo>
                    <a:pt x="163516" y="132518"/>
                    <a:pt x="163178" y="137477"/>
                    <a:pt x="162502" y="142393"/>
                  </a:cubicBezTo>
                  <a:cubicBezTo>
                    <a:pt x="162196" y="145061"/>
                    <a:pt x="162843" y="147753"/>
                    <a:pt x="164323" y="149969"/>
                  </a:cubicBezTo>
                  <a:lnTo>
                    <a:pt x="184556" y="181102"/>
                  </a:lnTo>
                  <a:cubicBezTo>
                    <a:pt x="189193" y="188194"/>
                    <a:pt x="187348" y="197800"/>
                    <a:pt x="180435" y="202557"/>
                  </a:cubicBezTo>
                  <a:cubicBezTo>
                    <a:pt x="177915" y="204291"/>
                    <a:pt x="174944" y="205205"/>
                    <a:pt x="171910" y="205178"/>
                  </a:cubicBezTo>
                  <a:lnTo>
                    <a:pt x="168875" y="205178"/>
                  </a:lnTo>
                  <a:lnTo>
                    <a:pt x="168875" y="219915"/>
                  </a:lnTo>
                  <a:cubicBezTo>
                    <a:pt x="168862" y="222082"/>
                    <a:pt x="167751" y="224087"/>
                    <a:pt x="165942" y="225207"/>
                  </a:cubicBezTo>
                  <a:lnTo>
                    <a:pt x="152487" y="233717"/>
                  </a:lnTo>
                  <a:cubicBezTo>
                    <a:pt x="151717" y="234194"/>
                    <a:pt x="151284" y="235082"/>
                    <a:pt x="151374" y="236000"/>
                  </a:cubicBezTo>
                  <a:lnTo>
                    <a:pt x="157343" y="240670"/>
                  </a:lnTo>
                  <a:cubicBezTo>
                    <a:pt x="158900" y="241868"/>
                    <a:pt x="159803" y="243759"/>
                    <a:pt x="159771" y="245755"/>
                  </a:cubicBezTo>
                  <a:lnTo>
                    <a:pt x="159771" y="253331"/>
                  </a:lnTo>
                  <a:cubicBezTo>
                    <a:pt x="159771" y="278337"/>
                    <a:pt x="140040" y="298624"/>
                    <a:pt x="115664" y="298681"/>
                  </a:cubicBezTo>
                  <a:lnTo>
                    <a:pt x="80966" y="298681"/>
                  </a:lnTo>
                  <a:lnTo>
                    <a:pt x="80966" y="354721"/>
                  </a:lnTo>
                  <a:cubicBezTo>
                    <a:pt x="80966" y="358177"/>
                    <a:pt x="78264" y="360995"/>
                    <a:pt x="74896" y="36105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C37C39E4-0691-D841-B426-12454D7079F9}"/>
                </a:ext>
              </a:extLst>
            </p:cNvPr>
            <p:cNvSpPr/>
            <p:nvPr/>
          </p:nvSpPr>
          <p:spPr>
            <a:xfrm>
              <a:off x="6163980" y="2052238"/>
              <a:ext cx="151338" cy="155250"/>
            </a:xfrm>
            <a:custGeom>
              <a:avLst/>
              <a:gdLst>
                <a:gd name="connsiteX0" fmla="*/ 75669 w 151338"/>
                <a:gd name="connsiteY0" fmla="*/ 155251 h 155250"/>
                <a:gd name="connsiteX1" fmla="*/ 0 w 151338"/>
                <a:gd name="connsiteY1" fmla="*/ 77625 h 155250"/>
                <a:gd name="connsiteX2" fmla="*/ 75669 w 151338"/>
                <a:gd name="connsiteY2" fmla="*/ 0 h 155250"/>
                <a:gd name="connsiteX3" fmla="*/ 151338 w 151338"/>
                <a:gd name="connsiteY3" fmla="*/ 77625 h 155250"/>
                <a:gd name="connsiteX4" fmla="*/ 75669 w 151338"/>
                <a:gd name="connsiteY4" fmla="*/ 155251 h 155250"/>
                <a:gd name="connsiteX5" fmla="*/ 75669 w 151338"/>
                <a:gd name="connsiteY5" fmla="*/ 12453 h 155250"/>
                <a:gd name="connsiteX6" fmla="*/ 12241 w 151338"/>
                <a:gd name="connsiteY6" fmla="*/ 77522 h 155250"/>
                <a:gd name="connsiteX7" fmla="*/ 75669 w 151338"/>
                <a:gd name="connsiteY7" fmla="*/ 142590 h 155250"/>
                <a:gd name="connsiteX8" fmla="*/ 139098 w 151338"/>
                <a:gd name="connsiteY8" fmla="*/ 77522 h 155250"/>
                <a:gd name="connsiteX9" fmla="*/ 75669 w 151338"/>
                <a:gd name="connsiteY9" fmla="*/ 12453 h 15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38" h="155250">
                  <a:moveTo>
                    <a:pt x="75669" y="155251"/>
                  </a:moveTo>
                  <a:cubicBezTo>
                    <a:pt x="33878" y="155251"/>
                    <a:pt x="0" y="120497"/>
                    <a:pt x="0" y="77625"/>
                  </a:cubicBezTo>
                  <a:cubicBezTo>
                    <a:pt x="0" y="34754"/>
                    <a:pt x="33878" y="0"/>
                    <a:pt x="75669" y="0"/>
                  </a:cubicBezTo>
                  <a:cubicBezTo>
                    <a:pt x="117460" y="0"/>
                    <a:pt x="151338" y="34754"/>
                    <a:pt x="151338" y="77625"/>
                  </a:cubicBezTo>
                  <a:cubicBezTo>
                    <a:pt x="151283" y="120473"/>
                    <a:pt x="117437" y="155193"/>
                    <a:pt x="75669" y="155251"/>
                  </a:cubicBezTo>
                  <a:close/>
                  <a:moveTo>
                    <a:pt x="75669" y="12453"/>
                  </a:moveTo>
                  <a:cubicBezTo>
                    <a:pt x="40639" y="12453"/>
                    <a:pt x="12241" y="41585"/>
                    <a:pt x="12241" y="77522"/>
                  </a:cubicBezTo>
                  <a:cubicBezTo>
                    <a:pt x="12241" y="113458"/>
                    <a:pt x="40639" y="142590"/>
                    <a:pt x="75669" y="142590"/>
                  </a:cubicBezTo>
                  <a:cubicBezTo>
                    <a:pt x="110700" y="142590"/>
                    <a:pt x="139098" y="113458"/>
                    <a:pt x="139098" y="77522"/>
                  </a:cubicBezTo>
                  <a:cubicBezTo>
                    <a:pt x="139042" y="41609"/>
                    <a:pt x="110677" y="12510"/>
                    <a:pt x="75669" y="12453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C67E5E67-9D5A-214E-ACF1-1B88E874982F}"/>
                </a:ext>
              </a:extLst>
            </p:cNvPr>
            <p:cNvSpPr/>
            <p:nvPr/>
          </p:nvSpPr>
          <p:spPr>
            <a:xfrm>
              <a:off x="6142837" y="2030548"/>
              <a:ext cx="193625" cy="228414"/>
            </a:xfrm>
            <a:custGeom>
              <a:avLst/>
              <a:gdLst>
                <a:gd name="connsiteX0" fmla="*/ 138593 w 193625"/>
                <a:gd name="connsiteY0" fmla="*/ 228413 h 228414"/>
                <a:gd name="connsiteX1" fmla="*/ 55033 w 193625"/>
                <a:gd name="connsiteY1" fmla="*/ 228413 h 228414"/>
                <a:gd name="connsiteX2" fmla="*/ 49064 w 193625"/>
                <a:gd name="connsiteY2" fmla="*/ 223847 h 228414"/>
                <a:gd name="connsiteX3" fmla="*/ 36824 w 193625"/>
                <a:gd name="connsiteY3" fmla="*/ 177148 h 228414"/>
                <a:gd name="connsiteX4" fmla="*/ 1 w 193625"/>
                <a:gd name="connsiteY4" fmla="*/ 99315 h 228414"/>
                <a:gd name="connsiteX5" fmla="*/ 96813 w 193625"/>
                <a:gd name="connsiteY5" fmla="*/ 0 h 228414"/>
                <a:gd name="connsiteX6" fmla="*/ 193625 w 193625"/>
                <a:gd name="connsiteY6" fmla="*/ 99315 h 228414"/>
                <a:gd name="connsiteX7" fmla="*/ 156802 w 193625"/>
                <a:gd name="connsiteY7" fmla="*/ 177148 h 228414"/>
                <a:gd name="connsiteX8" fmla="*/ 144561 w 193625"/>
                <a:gd name="connsiteY8" fmla="*/ 223847 h 228414"/>
                <a:gd name="connsiteX9" fmla="*/ 138593 w 193625"/>
                <a:gd name="connsiteY9" fmla="*/ 228414 h 228414"/>
                <a:gd name="connsiteX10" fmla="*/ 59686 w 193625"/>
                <a:gd name="connsiteY10" fmla="*/ 215856 h 228414"/>
                <a:gd name="connsiteX11" fmla="*/ 133939 w 193625"/>
                <a:gd name="connsiteY11" fmla="*/ 215856 h 228414"/>
                <a:gd name="connsiteX12" fmla="*/ 145472 w 193625"/>
                <a:gd name="connsiteY12" fmla="*/ 171855 h 228414"/>
                <a:gd name="connsiteX13" fmla="*/ 147697 w 193625"/>
                <a:gd name="connsiteY13" fmla="*/ 168430 h 228414"/>
                <a:gd name="connsiteX14" fmla="*/ 181384 w 193625"/>
                <a:gd name="connsiteY14" fmla="*/ 99315 h 228414"/>
                <a:gd name="connsiteX15" fmla="*/ 96813 w 193625"/>
                <a:gd name="connsiteY15" fmla="*/ 12557 h 228414"/>
                <a:gd name="connsiteX16" fmla="*/ 12241 w 193625"/>
                <a:gd name="connsiteY16" fmla="*/ 99315 h 228414"/>
                <a:gd name="connsiteX17" fmla="*/ 45928 w 193625"/>
                <a:gd name="connsiteY17" fmla="*/ 168430 h 228414"/>
                <a:gd name="connsiteX18" fmla="*/ 48154 w 193625"/>
                <a:gd name="connsiteY18" fmla="*/ 171855 h 22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625" h="228414">
                  <a:moveTo>
                    <a:pt x="138593" y="228413"/>
                  </a:moveTo>
                  <a:lnTo>
                    <a:pt x="55033" y="228413"/>
                  </a:lnTo>
                  <a:cubicBezTo>
                    <a:pt x="52282" y="228398"/>
                    <a:pt x="49863" y="226547"/>
                    <a:pt x="49064" y="223847"/>
                  </a:cubicBezTo>
                  <a:lnTo>
                    <a:pt x="36824" y="177148"/>
                  </a:lnTo>
                  <a:cubicBezTo>
                    <a:pt x="13491" y="158429"/>
                    <a:pt x="-101" y="129700"/>
                    <a:pt x="1" y="99315"/>
                  </a:cubicBezTo>
                  <a:cubicBezTo>
                    <a:pt x="1" y="44465"/>
                    <a:pt x="43345" y="0"/>
                    <a:pt x="96813" y="0"/>
                  </a:cubicBezTo>
                  <a:cubicBezTo>
                    <a:pt x="150281" y="0"/>
                    <a:pt x="193625" y="44465"/>
                    <a:pt x="193625" y="99315"/>
                  </a:cubicBezTo>
                  <a:cubicBezTo>
                    <a:pt x="193726" y="129700"/>
                    <a:pt x="180134" y="158429"/>
                    <a:pt x="156802" y="177148"/>
                  </a:cubicBezTo>
                  <a:lnTo>
                    <a:pt x="144561" y="223847"/>
                  </a:lnTo>
                  <a:cubicBezTo>
                    <a:pt x="143822" y="226589"/>
                    <a:pt x="141365" y="228469"/>
                    <a:pt x="138593" y="228414"/>
                  </a:cubicBezTo>
                  <a:close/>
                  <a:moveTo>
                    <a:pt x="59686" y="215856"/>
                  </a:moveTo>
                  <a:lnTo>
                    <a:pt x="133939" y="215856"/>
                  </a:lnTo>
                  <a:lnTo>
                    <a:pt x="145472" y="171855"/>
                  </a:lnTo>
                  <a:cubicBezTo>
                    <a:pt x="145896" y="170527"/>
                    <a:pt x="146665" y="169343"/>
                    <a:pt x="147697" y="168430"/>
                  </a:cubicBezTo>
                  <a:cubicBezTo>
                    <a:pt x="168973" y="152174"/>
                    <a:pt x="181472" y="126529"/>
                    <a:pt x="181384" y="99315"/>
                  </a:cubicBezTo>
                  <a:cubicBezTo>
                    <a:pt x="181384" y="51400"/>
                    <a:pt x="143520" y="12557"/>
                    <a:pt x="96813" y="12557"/>
                  </a:cubicBezTo>
                  <a:cubicBezTo>
                    <a:pt x="50105" y="12557"/>
                    <a:pt x="12241" y="51400"/>
                    <a:pt x="12241" y="99315"/>
                  </a:cubicBezTo>
                  <a:cubicBezTo>
                    <a:pt x="12153" y="126529"/>
                    <a:pt x="24652" y="152174"/>
                    <a:pt x="45928" y="168430"/>
                  </a:cubicBezTo>
                  <a:cubicBezTo>
                    <a:pt x="46990" y="169315"/>
                    <a:pt x="47766" y="170509"/>
                    <a:pt x="48154" y="171855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D823EA5C-D752-1B4D-956D-C3BFE1616292}"/>
                </a:ext>
              </a:extLst>
            </p:cNvPr>
            <p:cNvSpPr/>
            <p:nvPr/>
          </p:nvSpPr>
          <p:spPr>
            <a:xfrm>
              <a:off x="6214579" y="2192166"/>
              <a:ext cx="92518" cy="37011"/>
            </a:xfrm>
            <a:custGeom>
              <a:avLst/>
              <a:gdLst>
                <a:gd name="connsiteX0" fmla="*/ 25070 w 92518"/>
                <a:gd name="connsiteY0" fmla="*/ 37012 h 37011"/>
                <a:gd name="connsiteX1" fmla="*/ 4838 w 92518"/>
                <a:gd name="connsiteY1" fmla="*/ 34833 h 37011"/>
                <a:gd name="connsiteX2" fmla="*/ 134 w 92518"/>
                <a:gd name="connsiteY2" fmla="*/ 27412 h 37011"/>
                <a:gd name="connsiteX3" fmla="*/ 7367 w 92518"/>
                <a:gd name="connsiteY3" fmla="*/ 22587 h 37011"/>
                <a:gd name="connsiteX4" fmla="*/ 82126 w 92518"/>
                <a:gd name="connsiteY4" fmla="*/ 1831 h 37011"/>
                <a:gd name="connsiteX5" fmla="*/ 90709 w 92518"/>
                <a:gd name="connsiteY5" fmla="*/ 1816 h 37011"/>
                <a:gd name="connsiteX6" fmla="*/ 90724 w 92518"/>
                <a:gd name="connsiteY6" fmla="*/ 1831 h 37011"/>
                <a:gd name="connsiteX7" fmla="*/ 90724 w 92518"/>
                <a:gd name="connsiteY7" fmla="*/ 10756 h 37011"/>
                <a:gd name="connsiteX8" fmla="*/ 25070 w 92518"/>
                <a:gd name="connsiteY8" fmla="*/ 37012 h 3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18" h="37011">
                  <a:moveTo>
                    <a:pt x="25070" y="37012"/>
                  </a:moveTo>
                  <a:cubicBezTo>
                    <a:pt x="18270" y="37024"/>
                    <a:pt x="11487" y="36294"/>
                    <a:pt x="4838" y="34833"/>
                  </a:cubicBezTo>
                  <a:cubicBezTo>
                    <a:pt x="1541" y="34116"/>
                    <a:pt x="-565" y="30794"/>
                    <a:pt x="134" y="27412"/>
                  </a:cubicBezTo>
                  <a:cubicBezTo>
                    <a:pt x="832" y="24031"/>
                    <a:pt x="4070" y="21870"/>
                    <a:pt x="7367" y="22587"/>
                  </a:cubicBezTo>
                  <a:cubicBezTo>
                    <a:pt x="34089" y="28380"/>
                    <a:pt x="61898" y="20659"/>
                    <a:pt x="82126" y="1831"/>
                  </a:cubicBezTo>
                  <a:cubicBezTo>
                    <a:pt x="84492" y="-604"/>
                    <a:pt x="88335" y="-611"/>
                    <a:pt x="90709" y="1816"/>
                  </a:cubicBezTo>
                  <a:cubicBezTo>
                    <a:pt x="90714" y="1821"/>
                    <a:pt x="90719" y="1826"/>
                    <a:pt x="90724" y="1831"/>
                  </a:cubicBezTo>
                  <a:cubicBezTo>
                    <a:pt x="93116" y="4300"/>
                    <a:pt x="93116" y="8287"/>
                    <a:pt x="90724" y="10756"/>
                  </a:cubicBezTo>
                  <a:cubicBezTo>
                    <a:pt x="72837" y="27667"/>
                    <a:pt x="49395" y="37041"/>
                    <a:pt x="25070" y="3701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802D2F11-CDF6-B748-AE64-5D8062D4503D}"/>
                </a:ext>
              </a:extLst>
            </p:cNvPr>
            <p:cNvSpPr/>
            <p:nvPr/>
          </p:nvSpPr>
          <p:spPr>
            <a:xfrm>
              <a:off x="6200095" y="2246405"/>
              <a:ext cx="79109" cy="29992"/>
            </a:xfrm>
            <a:custGeom>
              <a:avLst/>
              <a:gdLst>
                <a:gd name="connsiteX0" fmla="*/ 73039 w 79109"/>
                <a:gd name="connsiteY0" fmla="*/ 29992 h 29992"/>
                <a:gd name="connsiteX1" fmla="*/ 6171 w 79109"/>
                <a:gd name="connsiteY1" fmla="*/ 29992 h 29992"/>
                <a:gd name="connsiteX2" fmla="*/ 1 w 79109"/>
                <a:gd name="connsiteY2" fmla="*/ 23870 h 29992"/>
                <a:gd name="connsiteX3" fmla="*/ 0 w 79109"/>
                <a:gd name="connsiteY3" fmla="*/ 23765 h 29992"/>
                <a:gd name="connsiteX4" fmla="*/ 0 w 79109"/>
                <a:gd name="connsiteY4" fmla="*/ 6330 h 29992"/>
                <a:gd name="connsiteX5" fmla="*/ 6171 w 79109"/>
                <a:gd name="connsiteY5" fmla="*/ 0 h 29992"/>
                <a:gd name="connsiteX6" fmla="*/ 73039 w 79109"/>
                <a:gd name="connsiteY6" fmla="*/ 0 h 29992"/>
                <a:gd name="connsiteX7" fmla="*/ 79110 w 79109"/>
                <a:gd name="connsiteY7" fmla="*/ 6226 h 29992"/>
                <a:gd name="connsiteX8" fmla="*/ 79109 w 79109"/>
                <a:gd name="connsiteY8" fmla="*/ 6330 h 29992"/>
                <a:gd name="connsiteX9" fmla="*/ 79109 w 79109"/>
                <a:gd name="connsiteY9" fmla="*/ 23765 h 29992"/>
                <a:gd name="connsiteX10" fmla="*/ 73039 w 79109"/>
                <a:gd name="connsiteY10" fmla="*/ 29992 h 29992"/>
                <a:gd name="connsiteX11" fmla="*/ 12342 w 79109"/>
                <a:gd name="connsiteY11" fmla="*/ 17435 h 29992"/>
                <a:gd name="connsiteX12" fmla="*/ 66969 w 79109"/>
                <a:gd name="connsiteY12" fmla="*/ 17435 h 29992"/>
                <a:gd name="connsiteX13" fmla="*/ 66969 w 79109"/>
                <a:gd name="connsiteY13" fmla="*/ 12557 h 29992"/>
                <a:gd name="connsiteX14" fmla="*/ 12241 w 79109"/>
                <a:gd name="connsiteY14" fmla="*/ 12557 h 2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109" h="29992">
                  <a:moveTo>
                    <a:pt x="73039" y="29992"/>
                  </a:moveTo>
                  <a:lnTo>
                    <a:pt x="6171" y="29992"/>
                  </a:lnTo>
                  <a:cubicBezTo>
                    <a:pt x="2819" y="30049"/>
                    <a:pt x="57" y="27308"/>
                    <a:pt x="1" y="23870"/>
                  </a:cubicBezTo>
                  <a:cubicBezTo>
                    <a:pt x="0" y="23835"/>
                    <a:pt x="0" y="23800"/>
                    <a:pt x="0" y="23765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73039" y="0"/>
                  </a:lnTo>
                  <a:cubicBezTo>
                    <a:pt x="76391" y="0"/>
                    <a:pt x="79109" y="2787"/>
                    <a:pt x="79110" y="6226"/>
                  </a:cubicBezTo>
                  <a:cubicBezTo>
                    <a:pt x="79110" y="6261"/>
                    <a:pt x="79109" y="6296"/>
                    <a:pt x="79109" y="6330"/>
                  </a:cubicBezTo>
                  <a:lnTo>
                    <a:pt x="79109" y="23765"/>
                  </a:lnTo>
                  <a:cubicBezTo>
                    <a:pt x="79109" y="27204"/>
                    <a:pt x="76391" y="29992"/>
                    <a:pt x="73039" y="29992"/>
                  </a:cubicBezTo>
                  <a:close/>
                  <a:moveTo>
                    <a:pt x="12342" y="17435"/>
                  </a:moveTo>
                  <a:lnTo>
                    <a:pt x="66969" y="17435"/>
                  </a:lnTo>
                  <a:lnTo>
                    <a:pt x="66969" y="12557"/>
                  </a:lnTo>
                  <a:lnTo>
                    <a:pt x="12241" y="12557"/>
                  </a:ln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D2077BE-9367-F845-860B-07190946EBF2}"/>
                </a:ext>
              </a:extLst>
            </p:cNvPr>
            <p:cNvSpPr/>
            <p:nvPr/>
          </p:nvSpPr>
          <p:spPr>
            <a:xfrm>
              <a:off x="6185831" y="2263424"/>
              <a:ext cx="107737" cy="80427"/>
            </a:xfrm>
            <a:custGeom>
              <a:avLst/>
              <a:gdLst>
                <a:gd name="connsiteX0" fmla="*/ 93879 w 107737"/>
                <a:gd name="connsiteY0" fmla="*/ 80427 h 80427"/>
                <a:gd name="connsiteX1" fmla="*/ 13860 w 107737"/>
                <a:gd name="connsiteY1" fmla="*/ 80427 h 80427"/>
                <a:gd name="connsiteX2" fmla="*/ 0 w 107737"/>
                <a:gd name="connsiteY2" fmla="*/ 66210 h 80427"/>
                <a:gd name="connsiteX3" fmla="*/ 0 w 107737"/>
                <a:gd name="connsiteY3" fmla="*/ 66106 h 80427"/>
                <a:gd name="connsiteX4" fmla="*/ 0 w 107737"/>
                <a:gd name="connsiteY4" fmla="*/ 14217 h 80427"/>
                <a:gd name="connsiteX5" fmla="*/ 13860 w 107737"/>
                <a:gd name="connsiteY5" fmla="*/ 0 h 80427"/>
                <a:gd name="connsiteX6" fmla="*/ 93879 w 107737"/>
                <a:gd name="connsiteY6" fmla="*/ 0 h 80427"/>
                <a:gd name="connsiteX7" fmla="*/ 107738 w 107737"/>
                <a:gd name="connsiteY7" fmla="*/ 14217 h 80427"/>
                <a:gd name="connsiteX8" fmla="*/ 107738 w 107737"/>
                <a:gd name="connsiteY8" fmla="*/ 66106 h 80427"/>
                <a:gd name="connsiteX9" fmla="*/ 93879 w 107737"/>
                <a:gd name="connsiteY9" fmla="*/ 80427 h 80427"/>
                <a:gd name="connsiteX10" fmla="*/ 13860 w 107737"/>
                <a:gd name="connsiteY10" fmla="*/ 12972 h 80427"/>
                <a:gd name="connsiteX11" fmla="*/ 12241 w 107737"/>
                <a:gd name="connsiteY11" fmla="*/ 14633 h 80427"/>
                <a:gd name="connsiteX12" fmla="*/ 12241 w 107737"/>
                <a:gd name="connsiteY12" fmla="*/ 66521 h 80427"/>
                <a:gd name="connsiteX13" fmla="*/ 13860 w 107737"/>
                <a:gd name="connsiteY13" fmla="*/ 68182 h 80427"/>
                <a:gd name="connsiteX14" fmla="*/ 93879 w 107737"/>
                <a:gd name="connsiteY14" fmla="*/ 68182 h 80427"/>
                <a:gd name="connsiteX15" fmla="*/ 95497 w 107737"/>
                <a:gd name="connsiteY15" fmla="*/ 66521 h 80427"/>
                <a:gd name="connsiteX16" fmla="*/ 95497 w 107737"/>
                <a:gd name="connsiteY16" fmla="*/ 14633 h 80427"/>
                <a:gd name="connsiteX17" fmla="*/ 93879 w 107737"/>
                <a:gd name="connsiteY17" fmla="*/ 12972 h 8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737" h="80427">
                  <a:moveTo>
                    <a:pt x="93879" y="80427"/>
                  </a:moveTo>
                  <a:lnTo>
                    <a:pt x="13860" y="80427"/>
                  </a:lnTo>
                  <a:cubicBezTo>
                    <a:pt x="6205" y="80428"/>
                    <a:pt x="0" y="74062"/>
                    <a:pt x="0" y="66210"/>
                  </a:cubicBezTo>
                  <a:cubicBezTo>
                    <a:pt x="0" y="66176"/>
                    <a:pt x="0" y="66141"/>
                    <a:pt x="0" y="66106"/>
                  </a:cubicBezTo>
                  <a:lnTo>
                    <a:pt x="0" y="14217"/>
                  </a:lnTo>
                  <a:cubicBezTo>
                    <a:pt x="0" y="6365"/>
                    <a:pt x="6205" y="0"/>
                    <a:pt x="13860" y="0"/>
                  </a:cubicBezTo>
                  <a:lnTo>
                    <a:pt x="93879" y="0"/>
                  </a:lnTo>
                  <a:cubicBezTo>
                    <a:pt x="101510" y="57"/>
                    <a:pt x="107683" y="6389"/>
                    <a:pt x="107738" y="14217"/>
                  </a:cubicBezTo>
                  <a:lnTo>
                    <a:pt x="107738" y="66106"/>
                  </a:lnTo>
                  <a:cubicBezTo>
                    <a:pt x="107738" y="73975"/>
                    <a:pt x="101549" y="80370"/>
                    <a:pt x="93879" y="80427"/>
                  </a:cubicBezTo>
                  <a:close/>
                  <a:moveTo>
                    <a:pt x="13860" y="12972"/>
                  </a:moveTo>
                  <a:cubicBezTo>
                    <a:pt x="12966" y="12972"/>
                    <a:pt x="12241" y="13716"/>
                    <a:pt x="12241" y="14633"/>
                  </a:cubicBezTo>
                  <a:lnTo>
                    <a:pt x="12241" y="66521"/>
                  </a:lnTo>
                  <a:cubicBezTo>
                    <a:pt x="12241" y="67438"/>
                    <a:pt x="12966" y="68182"/>
                    <a:pt x="13860" y="68182"/>
                  </a:cubicBezTo>
                  <a:lnTo>
                    <a:pt x="93879" y="68182"/>
                  </a:lnTo>
                  <a:cubicBezTo>
                    <a:pt x="94773" y="68182"/>
                    <a:pt x="95497" y="67438"/>
                    <a:pt x="95497" y="66521"/>
                  </a:cubicBezTo>
                  <a:lnTo>
                    <a:pt x="95497" y="14633"/>
                  </a:lnTo>
                  <a:cubicBezTo>
                    <a:pt x="95497" y="13716"/>
                    <a:pt x="94773" y="12972"/>
                    <a:pt x="93879" y="1297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0B69559D-2968-5F4A-8E74-2B23D0872A87}"/>
                </a:ext>
              </a:extLst>
            </p:cNvPr>
            <p:cNvSpPr/>
            <p:nvPr/>
          </p:nvSpPr>
          <p:spPr>
            <a:xfrm>
              <a:off x="6186518" y="2284957"/>
              <a:ext cx="79615" cy="12661"/>
            </a:xfrm>
            <a:custGeom>
              <a:avLst/>
              <a:gdLst>
                <a:gd name="connsiteX0" fmla="*/ 72656 w 79615"/>
                <a:gd name="connsiteY0" fmla="*/ 12610 h 12661"/>
                <a:gd name="connsiteX1" fmla="*/ 5383 w 79615"/>
                <a:gd name="connsiteY1" fmla="*/ 12610 h 12661"/>
                <a:gd name="connsiteX2" fmla="*/ 51 w 79615"/>
                <a:gd name="connsiteY2" fmla="*/ 5522 h 12661"/>
                <a:gd name="connsiteX3" fmla="*/ 5383 w 79615"/>
                <a:gd name="connsiteY3" fmla="*/ 53 h 12661"/>
                <a:gd name="connsiteX4" fmla="*/ 72656 w 79615"/>
                <a:gd name="connsiteY4" fmla="*/ 53 h 12661"/>
                <a:gd name="connsiteX5" fmla="*/ 79565 w 79615"/>
                <a:gd name="connsiteY5" fmla="*/ 5522 h 12661"/>
                <a:gd name="connsiteX6" fmla="*/ 74233 w 79615"/>
                <a:gd name="connsiteY6" fmla="*/ 12610 h 12661"/>
                <a:gd name="connsiteX7" fmla="*/ 72656 w 79615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15" h="12661">
                  <a:moveTo>
                    <a:pt x="72656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72656" y="53"/>
                  </a:lnTo>
                  <a:cubicBezTo>
                    <a:pt x="76036" y="-394"/>
                    <a:pt x="79129" y="2055"/>
                    <a:pt x="79565" y="5522"/>
                  </a:cubicBezTo>
                  <a:cubicBezTo>
                    <a:pt x="80000" y="8990"/>
                    <a:pt x="77613" y="12163"/>
                    <a:pt x="74233" y="12610"/>
                  </a:cubicBezTo>
                  <a:cubicBezTo>
                    <a:pt x="73709" y="12679"/>
                    <a:pt x="73179" y="12679"/>
                    <a:pt x="72656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DDB776CD-7581-1843-86F4-0518AF9F0104}"/>
                </a:ext>
              </a:extLst>
            </p:cNvPr>
            <p:cNvSpPr/>
            <p:nvPr/>
          </p:nvSpPr>
          <p:spPr>
            <a:xfrm>
              <a:off x="6186518" y="2309345"/>
              <a:ext cx="89023" cy="12661"/>
            </a:xfrm>
            <a:custGeom>
              <a:avLst/>
              <a:gdLst>
                <a:gd name="connsiteX0" fmla="*/ 82064 w 89023"/>
                <a:gd name="connsiteY0" fmla="*/ 12610 h 12661"/>
                <a:gd name="connsiteX1" fmla="*/ 5383 w 89023"/>
                <a:gd name="connsiteY1" fmla="*/ 12610 h 12661"/>
                <a:gd name="connsiteX2" fmla="*/ 51 w 89023"/>
                <a:gd name="connsiteY2" fmla="*/ 5522 h 12661"/>
                <a:gd name="connsiteX3" fmla="*/ 5383 w 89023"/>
                <a:gd name="connsiteY3" fmla="*/ 53 h 12661"/>
                <a:gd name="connsiteX4" fmla="*/ 82064 w 89023"/>
                <a:gd name="connsiteY4" fmla="*/ 53 h 12661"/>
                <a:gd name="connsiteX5" fmla="*/ 88973 w 89023"/>
                <a:gd name="connsiteY5" fmla="*/ 5522 h 12661"/>
                <a:gd name="connsiteX6" fmla="*/ 83641 w 89023"/>
                <a:gd name="connsiteY6" fmla="*/ 12610 h 12661"/>
                <a:gd name="connsiteX7" fmla="*/ 82064 w 89023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023" h="12661">
                  <a:moveTo>
                    <a:pt x="82064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82064" y="53"/>
                  </a:lnTo>
                  <a:cubicBezTo>
                    <a:pt x="85444" y="-394"/>
                    <a:pt x="88537" y="2055"/>
                    <a:pt x="88973" y="5522"/>
                  </a:cubicBezTo>
                  <a:cubicBezTo>
                    <a:pt x="89408" y="8990"/>
                    <a:pt x="87021" y="12163"/>
                    <a:pt x="83641" y="12610"/>
                  </a:cubicBezTo>
                  <a:cubicBezTo>
                    <a:pt x="83117" y="12679"/>
                    <a:pt x="82587" y="12679"/>
                    <a:pt x="82064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67754DEB-58C2-4F42-AA0D-1AB4435D059B}"/>
                </a:ext>
              </a:extLst>
            </p:cNvPr>
            <p:cNvSpPr/>
            <p:nvPr/>
          </p:nvSpPr>
          <p:spPr>
            <a:xfrm>
              <a:off x="6215573" y="2331190"/>
              <a:ext cx="48153" cy="32378"/>
            </a:xfrm>
            <a:custGeom>
              <a:avLst/>
              <a:gdLst>
                <a:gd name="connsiteX0" fmla="*/ 24077 w 48153"/>
                <a:gd name="connsiteY0" fmla="*/ 32378 h 32378"/>
                <a:gd name="connsiteX1" fmla="*/ 0 w 48153"/>
                <a:gd name="connsiteY1" fmla="*/ 7679 h 32378"/>
                <a:gd name="connsiteX2" fmla="*/ 0 w 48153"/>
                <a:gd name="connsiteY2" fmla="*/ 6330 h 32378"/>
                <a:gd name="connsiteX3" fmla="*/ 6171 w 48153"/>
                <a:gd name="connsiteY3" fmla="*/ 0 h 32378"/>
                <a:gd name="connsiteX4" fmla="*/ 41982 w 48153"/>
                <a:gd name="connsiteY4" fmla="*/ 0 h 32378"/>
                <a:gd name="connsiteX5" fmla="*/ 48153 w 48153"/>
                <a:gd name="connsiteY5" fmla="*/ 6330 h 32378"/>
                <a:gd name="connsiteX6" fmla="*/ 48153 w 48153"/>
                <a:gd name="connsiteY6" fmla="*/ 7679 h 32378"/>
                <a:gd name="connsiteX7" fmla="*/ 24077 w 48153"/>
                <a:gd name="connsiteY7" fmla="*/ 32378 h 32378"/>
                <a:gd name="connsiteX8" fmla="*/ 13353 w 48153"/>
                <a:gd name="connsiteY8" fmla="*/ 12661 h 32378"/>
                <a:gd name="connsiteX9" fmla="*/ 24077 w 48153"/>
                <a:gd name="connsiteY9" fmla="*/ 19718 h 32378"/>
                <a:gd name="connsiteX10" fmla="*/ 34901 w 48153"/>
                <a:gd name="connsiteY10" fmla="*/ 12661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53" h="32378">
                  <a:moveTo>
                    <a:pt x="24077" y="32378"/>
                  </a:moveTo>
                  <a:cubicBezTo>
                    <a:pt x="10802" y="32322"/>
                    <a:pt x="55" y="21297"/>
                    <a:pt x="0" y="7679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41982" y="0"/>
                  </a:lnTo>
                  <a:cubicBezTo>
                    <a:pt x="45390" y="0"/>
                    <a:pt x="48153" y="2834"/>
                    <a:pt x="48153" y="6330"/>
                  </a:cubicBezTo>
                  <a:lnTo>
                    <a:pt x="48153" y="7679"/>
                  </a:lnTo>
                  <a:cubicBezTo>
                    <a:pt x="48098" y="21297"/>
                    <a:pt x="37351" y="32322"/>
                    <a:pt x="24077" y="32378"/>
                  </a:cubicBezTo>
                  <a:close/>
                  <a:moveTo>
                    <a:pt x="13353" y="12661"/>
                  </a:moveTo>
                  <a:cubicBezTo>
                    <a:pt x="15264" y="16972"/>
                    <a:pt x="19460" y="19734"/>
                    <a:pt x="24077" y="19718"/>
                  </a:cubicBezTo>
                  <a:cubicBezTo>
                    <a:pt x="28707" y="19697"/>
                    <a:pt x="32916" y="16953"/>
                    <a:pt x="34901" y="12661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4" name="Graphic 86">
            <a:extLst>
              <a:ext uri="{FF2B5EF4-FFF2-40B4-BE49-F238E27FC236}">
                <a16:creationId xmlns:a16="http://schemas.microsoft.com/office/drawing/2014/main" id="{FA2C85F5-055C-AC46-90AF-3D393EEF4E8D}"/>
              </a:ext>
            </a:extLst>
          </p:cNvPr>
          <p:cNvGrpSpPr>
            <a:grpSpLocks noChangeAspect="1"/>
          </p:cNvGrpSpPr>
          <p:nvPr/>
        </p:nvGrpSpPr>
        <p:grpSpPr>
          <a:xfrm>
            <a:off x="6623891" y="5239273"/>
            <a:ext cx="374553" cy="293527"/>
            <a:chOff x="6100826" y="2037245"/>
            <a:chExt cx="374553" cy="293527"/>
          </a:xfrm>
          <a:solidFill>
            <a:srgbClr val="FFFFFF"/>
          </a:solidFill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EB494102-C076-894A-8AB0-3CF7AD5896BC}"/>
                </a:ext>
              </a:extLst>
            </p:cNvPr>
            <p:cNvSpPr/>
            <p:nvPr/>
          </p:nvSpPr>
          <p:spPr>
            <a:xfrm>
              <a:off x="6234065" y="2279169"/>
              <a:ext cx="12450" cy="51551"/>
            </a:xfrm>
            <a:custGeom>
              <a:avLst/>
              <a:gdLst>
                <a:gd name="connsiteX0" fmla="*/ 6219 w 12450"/>
                <a:gd name="connsiteY0" fmla="*/ 51550 h 51551"/>
                <a:gd name="connsiteX1" fmla="*/ 0 w 12450"/>
                <a:gd name="connsiteY1" fmla="*/ 45264 h 51551"/>
                <a:gd name="connsiteX2" fmla="*/ 0 w 12450"/>
                <a:gd name="connsiteY2" fmla="*/ 6287 h 51551"/>
                <a:gd name="connsiteX3" fmla="*/ 6219 w 12450"/>
                <a:gd name="connsiteY3" fmla="*/ 1 h 51551"/>
                <a:gd name="connsiteX4" fmla="*/ 12436 w 12450"/>
                <a:gd name="connsiteY4" fmla="*/ 6182 h 51551"/>
                <a:gd name="connsiteX5" fmla="*/ 12437 w 12450"/>
                <a:gd name="connsiteY5" fmla="*/ 6287 h 51551"/>
                <a:gd name="connsiteX6" fmla="*/ 12437 w 12450"/>
                <a:gd name="connsiteY6" fmla="*/ 44845 h 51551"/>
                <a:gd name="connsiteX7" fmla="*/ 6743 w 12450"/>
                <a:gd name="connsiteY7" fmla="*/ 51537 h 51551"/>
                <a:gd name="connsiteX8" fmla="*/ 6219 w 12450"/>
                <a:gd name="connsiteY8" fmla="*/ 51550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0" h="51551">
                  <a:moveTo>
                    <a:pt x="6219" y="51550"/>
                  </a:moveTo>
                  <a:cubicBezTo>
                    <a:pt x="2824" y="51551"/>
                    <a:pt x="56" y="48753"/>
                    <a:pt x="0" y="45264"/>
                  </a:cubicBezTo>
                  <a:lnTo>
                    <a:pt x="0" y="6287"/>
                  </a:lnTo>
                  <a:cubicBezTo>
                    <a:pt x="56" y="2799"/>
                    <a:pt x="2824" y="0"/>
                    <a:pt x="6219" y="1"/>
                  </a:cubicBezTo>
                  <a:cubicBezTo>
                    <a:pt x="9596" y="-57"/>
                    <a:pt x="12380" y="2710"/>
                    <a:pt x="12436" y="6182"/>
                  </a:cubicBezTo>
                  <a:cubicBezTo>
                    <a:pt x="12437" y="6217"/>
                    <a:pt x="12437" y="6252"/>
                    <a:pt x="12437" y="6287"/>
                  </a:cubicBezTo>
                  <a:lnTo>
                    <a:pt x="12437" y="44845"/>
                  </a:lnTo>
                  <a:cubicBezTo>
                    <a:pt x="12663" y="48309"/>
                    <a:pt x="10114" y="51305"/>
                    <a:pt x="6743" y="51537"/>
                  </a:cubicBezTo>
                  <a:cubicBezTo>
                    <a:pt x="6568" y="51549"/>
                    <a:pt x="6393" y="51554"/>
                    <a:pt x="6219" y="5155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F618CFAE-AD8E-134A-88C5-2D495805F45E}"/>
                </a:ext>
              </a:extLst>
            </p:cNvPr>
            <p:cNvSpPr/>
            <p:nvPr/>
          </p:nvSpPr>
          <p:spPr>
            <a:xfrm>
              <a:off x="6325712" y="2279881"/>
              <a:ext cx="12348" cy="50839"/>
            </a:xfrm>
            <a:custGeom>
              <a:avLst/>
              <a:gdLst>
                <a:gd name="connsiteX0" fmla="*/ 6219 w 12348"/>
                <a:gd name="connsiteY0" fmla="*/ 50838 h 50839"/>
                <a:gd name="connsiteX1" fmla="*/ 1 w 12348"/>
                <a:gd name="connsiteY1" fmla="*/ 44657 h 50839"/>
                <a:gd name="connsiteX2" fmla="*/ 0 w 12348"/>
                <a:gd name="connsiteY2" fmla="*/ 44552 h 50839"/>
                <a:gd name="connsiteX3" fmla="*/ 0 w 12348"/>
                <a:gd name="connsiteY3" fmla="*/ 5575 h 50839"/>
                <a:gd name="connsiteX4" fmla="*/ 6962 w 12348"/>
                <a:gd name="connsiteY4" fmla="*/ 53 h 50839"/>
                <a:gd name="connsiteX5" fmla="*/ 12335 w 12348"/>
                <a:gd name="connsiteY5" fmla="*/ 5575 h 50839"/>
                <a:gd name="connsiteX6" fmla="*/ 12335 w 12348"/>
                <a:gd name="connsiteY6" fmla="*/ 44133 h 50839"/>
                <a:gd name="connsiteX7" fmla="*/ 6640 w 12348"/>
                <a:gd name="connsiteY7" fmla="*/ 50824 h 50839"/>
                <a:gd name="connsiteX8" fmla="*/ 6219 w 12348"/>
                <a:gd name="connsiteY8" fmla="*/ 50838 h 5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50839">
                  <a:moveTo>
                    <a:pt x="6219" y="50838"/>
                  </a:moveTo>
                  <a:cubicBezTo>
                    <a:pt x="2841" y="50896"/>
                    <a:pt x="57" y="48129"/>
                    <a:pt x="1" y="44657"/>
                  </a:cubicBezTo>
                  <a:cubicBezTo>
                    <a:pt x="0" y="44622"/>
                    <a:pt x="0" y="44587"/>
                    <a:pt x="0" y="44552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44133"/>
                  </a:lnTo>
                  <a:cubicBezTo>
                    <a:pt x="12560" y="47597"/>
                    <a:pt x="10011" y="50593"/>
                    <a:pt x="6640" y="50824"/>
                  </a:cubicBezTo>
                  <a:cubicBezTo>
                    <a:pt x="6500" y="50834"/>
                    <a:pt x="6359" y="50838"/>
                    <a:pt x="6219" y="5083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4F97254E-A17E-194A-AFA1-69DB07EDB32E}"/>
                </a:ext>
              </a:extLst>
            </p:cNvPr>
            <p:cNvSpPr/>
            <p:nvPr/>
          </p:nvSpPr>
          <p:spPr>
            <a:xfrm>
              <a:off x="6245276" y="2130075"/>
              <a:ext cx="85741" cy="96497"/>
            </a:xfrm>
            <a:custGeom>
              <a:avLst/>
              <a:gdLst>
                <a:gd name="connsiteX0" fmla="*/ 41800 w 85741"/>
                <a:gd name="connsiteY0" fmla="*/ 96498 h 96497"/>
                <a:gd name="connsiteX1" fmla="*/ 8567 w 85741"/>
                <a:gd name="connsiteY1" fmla="*/ 71666 h 96497"/>
                <a:gd name="connsiteX2" fmla="*/ 3 w 85741"/>
                <a:gd name="connsiteY2" fmla="*/ 34576 h 96497"/>
                <a:gd name="connsiteX3" fmla="*/ 3 w 85741"/>
                <a:gd name="connsiteY3" fmla="*/ 22527 h 96497"/>
                <a:gd name="connsiteX4" fmla="*/ 921 w 85741"/>
                <a:gd name="connsiteY4" fmla="*/ 19174 h 96497"/>
                <a:gd name="connsiteX5" fmla="*/ 42718 w 85741"/>
                <a:gd name="connsiteY5" fmla="*/ 0 h 96497"/>
                <a:gd name="connsiteX6" fmla="*/ 85738 w 85741"/>
                <a:gd name="connsiteY6" fmla="*/ 23574 h 96497"/>
                <a:gd name="connsiteX7" fmla="*/ 85738 w 85741"/>
                <a:gd name="connsiteY7" fmla="*/ 34052 h 96497"/>
                <a:gd name="connsiteX8" fmla="*/ 77174 w 85741"/>
                <a:gd name="connsiteY8" fmla="*/ 71142 h 96497"/>
                <a:gd name="connsiteX9" fmla="*/ 42718 w 85741"/>
                <a:gd name="connsiteY9" fmla="*/ 95974 h 96497"/>
                <a:gd name="connsiteX10" fmla="*/ 12339 w 85741"/>
                <a:gd name="connsiteY10" fmla="*/ 24832 h 96497"/>
                <a:gd name="connsiteX11" fmla="*/ 12339 w 85741"/>
                <a:gd name="connsiteY11" fmla="*/ 34576 h 96497"/>
                <a:gd name="connsiteX12" fmla="*/ 19475 w 85741"/>
                <a:gd name="connsiteY12" fmla="*/ 66008 h 96497"/>
                <a:gd name="connsiteX13" fmla="*/ 42718 w 85741"/>
                <a:gd name="connsiteY13" fmla="*/ 84030 h 96497"/>
                <a:gd name="connsiteX14" fmla="*/ 66267 w 85741"/>
                <a:gd name="connsiteY14" fmla="*/ 66008 h 96497"/>
                <a:gd name="connsiteX15" fmla="*/ 73403 w 85741"/>
                <a:gd name="connsiteY15" fmla="*/ 34576 h 96497"/>
                <a:gd name="connsiteX16" fmla="*/ 73403 w 85741"/>
                <a:gd name="connsiteY16" fmla="*/ 24727 h 96497"/>
                <a:gd name="connsiteX17" fmla="*/ 42820 w 85741"/>
                <a:gd name="connsiteY17" fmla="*/ 12783 h 96497"/>
                <a:gd name="connsiteX18" fmla="*/ 12339 w 85741"/>
                <a:gd name="connsiteY18" fmla="*/ 24832 h 9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41" h="96497">
                  <a:moveTo>
                    <a:pt x="41800" y="96498"/>
                  </a:moveTo>
                  <a:cubicBezTo>
                    <a:pt x="26986" y="95512"/>
                    <a:pt x="14048" y="85845"/>
                    <a:pt x="8567" y="71666"/>
                  </a:cubicBezTo>
                  <a:cubicBezTo>
                    <a:pt x="2825" y="60200"/>
                    <a:pt x="-114" y="47470"/>
                    <a:pt x="3" y="34576"/>
                  </a:cubicBezTo>
                  <a:lnTo>
                    <a:pt x="3" y="22527"/>
                  </a:lnTo>
                  <a:cubicBezTo>
                    <a:pt x="-10" y="21342"/>
                    <a:pt x="309" y="20178"/>
                    <a:pt x="921" y="19174"/>
                  </a:cubicBezTo>
                  <a:cubicBezTo>
                    <a:pt x="11596" y="7006"/>
                    <a:pt x="26777" y="42"/>
                    <a:pt x="42718" y="0"/>
                  </a:cubicBezTo>
                  <a:cubicBezTo>
                    <a:pt x="64432" y="0"/>
                    <a:pt x="85738" y="13411"/>
                    <a:pt x="85738" y="23574"/>
                  </a:cubicBezTo>
                  <a:lnTo>
                    <a:pt x="85738" y="34052"/>
                  </a:lnTo>
                  <a:cubicBezTo>
                    <a:pt x="85855" y="46946"/>
                    <a:pt x="82916" y="59677"/>
                    <a:pt x="77174" y="71142"/>
                  </a:cubicBezTo>
                  <a:cubicBezTo>
                    <a:pt x="71510" y="85721"/>
                    <a:pt x="57984" y="95469"/>
                    <a:pt x="42718" y="95974"/>
                  </a:cubicBezTo>
                  <a:close/>
                  <a:moveTo>
                    <a:pt x="12339" y="24832"/>
                  </a:moveTo>
                  <a:lnTo>
                    <a:pt x="12339" y="34576"/>
                  </a:lnTo>
                  <a:cubicBezTo>
                    <a:pt x="12145" y="45499"/>
                    <a:pt x="14598" y="56301"/>
                    <a:pt x="19475" y="66008"/>
                  </a:cubicBezTo>
                  <a:cubicBezTo>
                    <a:pt x="25795" y="78267"/>
                    <a:pt x="33339" y="84239"/>
                    <a:pt x="42718" y="84030"/>
                  </a:cubicBezTo>
                  <a:cubicBezTo>
                    <a:pt x="52096" y="83820"/>
                    <a:pt x="59946" y="78267"/>
                    <a:pt x="66267" y="66008"/>
                  </a:cubicBezTo>
                  <a:cubicBezTo>
                    <a:pt x="71131" y="56296"/>
                    <a:pt x="73583" y="45498"/>
                    <a:pt x="73403" y="34576"/>
                  </a:cubicBezTo>
                  <a:lnTo>
                    <a:pt x="73403" y="24727"/>
                  </a:lnTo>
                  <a:cubicBezTo>
                    <a:pt x="64993" y="17000"/>
                    <a:pt x="54099" y="12746"/>
                    <a:pt x="42820" y="12783"/>
                  </a:cubicBezTo>
                  <a:cubicBezTo>
                    <a:pt x="31610" y="13059"/>
                    <a:pt x="20839" y="17316"/>
                    <a:pt x="12339" y="2483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33433D82-DE6D-D54A-8ADC-BD898A538AD7}"/>
                </a:ext>
              </a:extLst>
            </p:cNvPr>
            <p:cNvSpPr/>
            <p:nvPr/>
          </p:nvSpPr>
          <p:spPr>
            <a:xfrm>
              <a:off x="6267705" y="2209953"/>
              <a:ext cx="39901" cy="43652"/>
            </a:xfrm>
            <a:custGeom>
              <a:avLst/>
              <a:gdLst>
                <a:gd name="connsiteX0" fmla="*/ 20390 w 39901"/>
                <a:gd name="connsiteY0" fmla="*/ 43652 h 43652"/>
                <a:gd name="connsiteX1" fmla="*/ 1 w 39901"/>
                <a:gd name="connsiteY1" fmla="*/ 28041 h 43652"/>
                <a:gd name="connsiteX2" fmla="*/ 1 w 39901"/>
                <a:gd name="connsiteY2" fmla="*/ 6352 h 43652"/>
                <a:gd name="connsiteX3" fmla="*/ 3060 w 39901"/>
                <a:gd name="connsiteY3" fmla="*/ 904 h 43652"/>
                <a:gd name="connsiteX4" fmla="*/ 9380 w 39901"/>
                <a:gd name="connsiteY4" fmla="*/ 904 h 43652"/>
                <a:gd name="connsiteX5" fmla="*/ 19574 w 39901"/>
                <a:gd name="connsiteY5" fmla="*/ 3733 h 43652"/>
                <a:gd name="connsiteX6" fmla="*/ 30482 w 39901"/>
                <a:gd name="connsiteY6" fmla="*/ 904 h 43652"/>
                <a:gd name="connsiteX7" fmla="*/ 38999 w 39901"/>
                <a:gd name="connsiteY7" fmla="*/ 3157 h 43652"/>
                <a:gd name="connsiteX8" fmla="*/ 39861 w 39901"/>
                <a:gd name="connsiteY8" fmla="*/ 6248 h 43652"/>
                <a:gd name="connsiteX9" fmla="*/ 39861 w 39901"/>
                <a:gd name="connsiteY9" fmla="*/ 27936 h 43652"/>
                <a:gd name="connsiteX10" fmla="*/ 20390 w 39901"/>
                <a:gd name="connsiteY10" fmla="*/ 43652 h 43652"/>
                <a:gd name="connsiteX11" fmla="*/ 12642 w 39901"/>
                <a:gd name="connsiteY11" fmla="*/ 15992 h 43652"/>
                <a:gd name="connsiteX12" fmla="*/ 12642 w 39901"/>
                <a:gd name="connsiteY12" fmla="*/ 28250 h 43652"/>
                <a:gd name="connsiteX13" fmla="*/ 20390 w 39901"/>
                <a:gd name="connsiteY13" fmla="*/ 31184 h 43652"/>
                <a:gd name="connsiteX14" fmla="*/ 28240 w 39901"/>
                <a:gd name="connsiteY14" fmla="*/ 28250 h 43652"/>
                <a:gd name="connsiteX15" fmla="*/ 28240 w 39901"/>
                <a:gd name="connsiteY15" fmla="*/ 15992 h 43652"/>
                <a:gd name="connsiteX16" fmla="*/ 12642 w 39901"/>
                <a:gd name="connsiteY16" fmla="*/ 15992 h 4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901" h="43652">
                  <a:moveTo>
                    <a:pt x="20390" y="43652"/>
                  </a:moveTo>
                  <a:cubicBezTo>
                    <a:pt x="9074" y="43652"/>
                    <a:pt x="1" y="36842"/>
                    <a:pt x="1" y="28041"/>
                  </a:cubicBezTo>
                  <a:lnTo>
                    <a:pt x="1" y="6352"/>
                  </a:lnTo>
                  <a:cubicBezTo>
                    <a:pt x="-44" y="4093"/>
                    <a:pt x="1134" y="1995"/>
                    <a:pt x="3060" y="904"/>
                  </a:cubicBezTo>
                  <a:cubicBezTo>
                    <a:pt x="5003" y="-301"/>
                    <a:pt x="7436" y="-301"/>
                    <a:pt x="9380" y="904"/>
                  </a:cubicBezTo>
                  <a:cubicBezTo>
                    <a:pt x="12435" y="2853"/>
                    <a:pt x="15980" y="3837"/>
                    <a:pt x="19574" y="3733"/>
                  </a:cubicBezTo>
                  <a:cubicBezTo>
                    <a:pt x="23405" y="3946"/>
                    <a:pt x="27208" y="2959"/>
                    <a:pt x="30482" y="904"/>
                  </a:cubicBezTo>
                  <a:cubicBezTo>
                    <a:pt x="33440" y="-891"/>
                    <a:pt x="37253" y="118"/>
                    <a:pt x="38999" y="3157"/>
                  </a:cubicBezTo>
                  <a:cubicBezTo>
                    <a:pt x="39538" y="4095"/>
                    <a:pt x="39835" y="5159"/>
                    <a:pt x="39861" y="6248"/>
                  </a:cubicBezTo>
                  <a:lnTo>
                    <a:pt x="39861" y="27936"/>
                  </a:lnTo>
                  <a:cubicBezTo>
                    <a:pt x="40575" y="36947"/>
                    <a:pt x="31706" y="43652"/>
                    <a:pt x="20390" y="43652"/>
                  </a:cubicBezTo>
                  <a:close/>
                  <a:moveTo>
                    <a:pt x="12642" y="15992"/>
                  </a:moveTo>
                  <a:lnTo>
                    <a:pt x="12642" y="28250"/>
                  </a:lnTo>
                  <a:cubicBezTo>
                    <a:pt x="14636" y="30421"/>
                    <a:pt x="17503" y="31506"/>
                    <a:pt x="20390" y="31184"/>
                  </a:cubicBezTo>
                  <a:cubicBezTo>
                    <a:pt x="23305" y="31491"/>
                    <a:pt x="26197" y="30410"/>
                    <a:pt x="28240" y="28250"/>
                  </a:cubicBezTo>
                  <a:lnTo>
                    <a:pt x="28240" y="15992"/>
                  </a:lnTo>
                  <a:cubicBezTo>
                    <a:pt x="23097" y="17109"/>
                    <a:pt x="17785" y="17109"/>
                    <a:pt x="12642" y="159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417C41F0-24AC-1B44-8F17-8D8B8B9F8756}"/>
                </a:ext>
              </a:extLst>
            </p:cNvPr>
            <p:cNvSpPr/>
            <p:nvPr/>
          </p:nvSpPr>
          <p:spPr>
            <a:xfrm>
              <a:off x="6200832" y="2223849"/>
              <a:ext cx="170871" cy="106885"/>
            </a:xfrm>
            <a:custGeom>
              <a:avLst/>
              <a:gdLst>
                <a:gd name="connsiteX0" fmla="*/ 164333 w 170871"/>
                <a:gd name="connsiteY0" fmla="*/ 106871 h 106885"/>
                <a:gd name="connsiteX1" fmla="*/ 6117 w 170871"/>
                <a:gd name="connsiteY1" fmla="*/ 106871 h 106885"/>
                <a:gd name="connsiteX2" fmla="*/ 0 w 170871"/>
                <a:gd name="connsiteY2" fmla="*/ 100584 h 106885"/>
                <a:gd name="connsiteX3" fmla="*/ 0 w 170871"/>
                <a:gd name="connsiteY3" fmla="*/ 50397 h 106885"/>
                <a:gd name="connsiteX4" fmla="*/ 49035 w 170871"/>
                <a:gd name="connsiteY4" fmla="*/ 0 h 106885"/>
                <a:gd name="connsiteX5" fmla="*/ 73399 w 170871"/>
                <a:gd name="connsiteY5" fmla="*/ 0 h 106885"/>
                <a:gd name="connsiteX6" fmla="*/ 79618 w 170871"/>
                <a:gd name="connsiteY6" fmla="*/ 6391 h 106885"/>
                <a:gd name="connsiteX7" fmla="*/ 79618 w 170871"/>
                <a:gd name="connsiteY7" fmla="*/ 14145 h 106885"/>
                <a:gd name="connsiteX8" fmla="*/ 87365 w 170871"/>
                <a:gd name="connsiteY8" fmla="*/ 17078 h 106885"/>
                <a:gd name="connsiteX9" fmla="*/ 95215 w 170871"/>
                <a:gd name="connsiteY9" fmla="*/ 14145 h 106885"/>
                <a:gd name="connsiteX10" fmla="*/ 95215 w 170871"/>
                <a:gd name="connsiteY10" fmla="*/ 6391 h 106885"/>
                <a:gd name="connsiteX11" fmla="*/ 101434 w 170871"/>
                <a:gd name="connsiteY11" fmla="*/ 0 h 106885"/>
                <a:gd name="connsiteX12" fmla="*/ 121822 w 170871"/>
                <a:gd name="connsiteY12" fmla="*/ 0 h 106885"/>
                <a:gd name="connsiteX13" fmla="*/ 170857 w 170871"/>
                <a:gd name="connsiteY13" fmla="*/ 50397 h 106885"/>
                <a:gd name="connsiteX14" fmla="*/ 170857 w 170871"/>
                <a:gd name="connsiteY14" fmla="*/ 100165 h 106885"/>
                <a:gd name="connsiteX15" fmla="*/ 165177 w 170871"/>
                <a:gd name="connsiteY15" fmla="*/ 106871 h 106885"/>
                <a:gd name="connsiteX16" fmla="*/ 164333 w 170871"/>
                <a:gd name="connsiteY16" fmla="*/ 106871 h 106885"/>
                <a:gd name="connsiteX17" fmla="*/ 12233 w 170871"/>
                <a:gd name="connsiteY17" fmla="*/ 93774 h 106885"/>
                <a:gd name="connsiteX18" fmla="*/ 158216 w 170871"/>
                <a:gd name="connsiteY18" fmla="*/ 93774 h 106885"/>
                <a:gd name="connsiteX19" fmla="*/ 158216 w 170871"/>
                <a:gd name="connsiteY19" fmla="*/ 50397 h 106885"/>
                <a:gd name="connsiteX20" fmla="*/ 121516 w 170871"/>
                <a:gd name="connsiteY20" fmla="*/ 12678 h 106885"/>
                <a:gd name="connsiteX21" fmla="*/ 107448 w 170871"/>
                <a:gd name="connsiteY21" fmla="*/ 12678 h 106885"/>
                <a:gd name="connsiteX22" fmla="*/ 107448 w 170871"/>
                <a:gd name="connsiteY22" fmla="*/ 14145 h 106885"/>
                <a:gd name="connsiteX23" fmla="*/ 87060 w 170871"/>
                <a:gd name="connsiteY23" fmla="*/ 29756 h 106885"/>
                <a:gd name="connsiteX24" fmla="*/ 66671 w 170871"/>
                <a:gd name="connsiteY24" fmla="*/ 14145 h 106885"/>
                <a:gd name="connsiteX25" fmla="*/ 66671 w 170871"/>
                <a:gd name="connsiteY25" fmla="*/ 12573 h 106885"/>
                <a:gd name="connsiteX26" fmla="*/ 49035 w 170871"/>
                <a:gd name="connsiteY26" fmla="*/ 12573 h 106885"/>
                <a:gd name="connsiteX27" fmla="*/ 12335 w 170871"/>
                <a:gd name="connsiteY27" fmla="*/ 50292 h 10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0871" h="106885">
                  <a:moveTo>
                    <a:pt x="164333" y="106871"/>
                  </a:moveTo>
                  <a:lnTo>
                    <a:pt x="6117" y="106871"/>
                  </a:lnTo>
                  <a:cubicBezTo>
                    <a:pt x="2738" y="106871"/>
                    <a:pt x="0" y="104056"/>
                    <a:pt x="0" y="100584"/>
                  </a:cubicBezTo>
                  <a:lnTo>
                    <a:pt x="0" y="50397"/>
                  </a:lnTo>
                  <a:cubicBezTo>
                    <a:pt x="56" y="22587"/>
                    <a:pt x="21977" y="58"/>
                    <a:pt x="49035" y="0"/>
                  </a:cubicBezTo>
                  <a:lnTo>
                    <a:pt x="73399" y="0"/>
                  </a:lnTo>
                  <a:cubicBezTo>
                    <a:pt x="76834" y="0"/>
                    <a:pt x="79618" y="2861"/>
                    <a:pt x="79618" y="6391"/>
                  </a:cubicBezTo>
                  <a:lnTo>
                    <a:pt x="79618" y="14145"/>
                  </a:lnTo>
                  <a:cubicBezTo>
                    <a:pt x="81611" y="16315"/>
                    <a:pt x="84478" y="17401"/>
                    <a:pt x="87365" y="17078"/>
                  </a:cubicBezTo>
                  <a:cubicBezTo>
                    <a:pt x="90281" y="17386"/>
                    <a:pt x="93173" y="16305"/>
                    <a:pt x="95215" y="14145"/>
                  </a:cubicBezTo>
                  <a:lnTo>
                    <a:pt x="95215" y="6391"/>
                  </a:lnTo>
                  <a:cubicBezTo>
                    <a:pt x="95215" y="2861"/>
                    <a:pt x="97999" y="0"/>
                    <a:pt x="101434" y="0"/>
                  </a:cubicBezTo>
                  <a:lnTo>
                    <a:pt x="121822" y="0"/>
                  </a:lnTo>
                  <a:cubicBezTo>
                    <a:pt x="148880" y="58"/>
                    <a:pt x="170801" y="22587"/>
                    <a:pt x="170857" y="50397"/>
                  </a:cubicBezTo>
                  <a:lnTo>
                    <a:pt x="170857" y="100165"/>
                  </a:lnTo>
                  <a:cubicBezTo>
                    <a:pt x="171090" y="103629"/>
                    <a:pt x="168547" y="106631"/>
                    <a:pt x="165177" y="106871"/>
                  </a:cubicBezTo>
                  <a:cubicBezTo>
                    <a:pt x="164896" y="106891"/>
                    <a:pt x="164614" y="106891"/>
                    <a:pt x="164333" y="106871"/>
                  </a:cubicBezTo>
                  <a:close/>
                  <a:moveTo>
                    <a:pt x="12233" y="93774"/>
                  </a:moveTo>
                  <a:lnTo>
                    <a:pt x="158216" y="93774"/>
                  </a:lnTo>
                  <a:lnTo>
                    <a:pt x="158216" y="50397"/>
                  </a:lnTo>
                  <a:cubicBezTo>
                    <a:pt x="158160" y="29589"/>
                    <a:pt x="141762" y="12735"/>
                    <a:pt x="121516" y="12678"/>
                  </a:cubicBezTo>
                  <a:lnTo>
                    <a:pt x="107448" y="12678"/>
                  </a:lnTo>
                  <a:lnTo>
                    <a:pt x="107448" y="14145"/>
                  </a:lnTo>
                  <a:cubicBezTo>
                    <a:pt x="107448" y="22946"/>
                    <a:pt x="98579" y="29756"/>
                    <a:pt x="87060" y="29756"/>
                  </a:cubicBezTo>
                  <a:cubicBezTo>
                    <a:pt x="75540" y="29756"/>
                    <a:pt x="66671" y="22946"/>
                    <a:pt x="66671" y="14145"/>
                  </a:cubicBezTo>
                  <a:lnTo>
                    <a:pt x="66671" y="12573"/>
                  </a:lnTo>
                  <a:lnTo>
                    <a:pt x="49035" y="12573"/>
                  </a:lnTo>
                  <a:cubicBezTo>
                    <a:pt x="28766" y="12573"/>
                    <a:pt x="12335" y="29460"/>
                    <a:pt x="12335" y="50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85514A4C-B7EF-9D43-A021-3D9A00AB7587}"/>
                </a:ext>
              </a:extLst>
            </p:cNvPr>
            <p:cNvSpPr/>
            <p:nvPr/>
          </p:nvSpPr>
          <p:spPr>
            <a:xfrm>
              <a:off x="6436729" y="2287949"/>
              <a:ext cx="12349" cy="42771"/>
            </a:xfrm>
            <a:custGeom>
              <a:avLst/>
              <a:gdLst>
                <a:gd name="connsiteX0" fmla="*/ 6117 w 12349"/>
                <a:gd name="connsiteY0" fmla="*/ 42770 h 42771"/>
                <a:gd name="connsiteX1" fmla="*/ 0 w 12349"/>
                <a:gd name="connsiteY1" fmla="*/ 36484 h 42771"/>
                <a:gd name="connsiteX2" fmla="*/ 0 w 12349"/>
                <a:gd name="connsiteY2" fmla="*/ 5575 h 42771"/>
                <a:gd name="connsiteX3" fmla="*/ 6962 w 12349"/>
                <a:gd name="connsiteY3" fmla="*/ 53 h 42771"/>
                <a:gd name="connsiteX4" fmla="*/ 12335 w 12349"/>
                <a:gd name="connsiteY4" fmla="*/ 5575 h 42771"/>
                <a:gd name="connsiteX5" fmla="*/ 12335 w 12349"/>
                <a:gd name="connsiteY5" fmla="*/ 36065 h 42771"/>
                <a:gd name="connsiteX6" fmla="*/ 6641 w 12349"/>
                <a:gd name="connsiteY6" fmla="*/ 42758 h 42771"/>
                <a:gd name="connsiteX7" fmla="*/ 6117 w 12349"/>
                <a:gd name="connsiteY7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49" h="42771">
                  <a:moveTo>
                    <a:pt x="6117" y="42770"/>
                  </a:moveTo>
                  <a:cubicBezTo>
                    <a:pt x="2739" y="42770"/>
                    <a:pt x="0" y="39956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1" y="39529"/>
                    <a:pt x="10012" y="42525"/>
                    <a:pt x="6641" y="42758"/>
                  </a:cubicBezTo>
                  <a:cubicBezTo>
                    <a:pt x="6467" y="42770"/>
                    <a:pt x="6292" y="42774"/>
                    <a:pt x="6117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83E1D56F-935C-8344-B3FC-670BF9542122}"/>
                </a:ext>
              </a:extLst>
            </p:cNvPr>
            <p:cNvSpPr/>
            <p:nvPr/>
          </p:nvSpPr>
          <p:spPr>
            <a:xfrm>
              <a:off x="6373214" y="2169576"/>
              <a:ext cx="70246" cy="78790"/>
            </a:xfrm>
            <a:custGeom>
              <a:avLst/>
              <a:gdLst>
                <a:gd name="connsiteX0" fmla="*/ 35684 w 70246"/>
                <a:gd name="connsiteY0" fmla="*/ 78791 h 78790"/>
                <a:gd name="connsiteX1" fmla="*/ 34970 w 70246"/>
                <a:gd name="connsiteY1" fmla="*/ 78791 h 78790"/>
                <a:gd name="connsiteX2" fmla="*/ 6834 w 70246"/>
                <a:gd name="connsiteY2" fmla="*/ 58464 h 78790"/>
                <a:gd name="connsiteX3" fmla="*/ 4 w 70246"/>
                <a:gd name="connsiteY3" fmla="*/ 28604 h 78790"/>
                <a:gd name="connsiteX4" fmla="*/ 4 w 70246"/>
                <a:gd name="connsiteY4" fmla="*/ 19174 h 78790"/>
                <a:gd name="connsiteX5" fmla="*/ 921 w 70246"/>
                <a:gd name="connsiteY5" fmla="*/ 15821 h 78790"/>
                <a:gd name="connsiteX6" fmla="*/ 34970 w 70246"/>
                <a:gd name="connsiteY6" fmla="*/ 0 h 78790"/>
                <a:gd name="connsiteX7" fmla="*/ 70243 w 70246"/>
                <a:gd name="connsiteY7" fmla="*/ 20012 h 78790"/>
                <a:gd name="connsiteX8" fmla="*/ 70243 w 70246"/>
                <a:gd name="connsiteY8" fmla="*/ 28604 h 78790"/>
                <a:gd name="connsiteX9" fmla="*/ 63413 w 70246"/>
                <a:gd name="connsiteY9" fmla="*/ 58464 h 78790"/>
                <a:gd name="connsiteX10" fmla="*/ 35684 w 70246"/>
                <a:gd name="connsiteY10" fmla="*/ 78791 h 78790"/>
                <a:gd name="connsiteX11" fmla="*/ 34970 w 70246"/>
                <a:gd name="connsiteY11" fmla="*/ 66113 h 78790"/>
                <a:gd name="connsiteX12" fmla="*/ 52505 w 70246"/>
                <a:gd name="connsiteY12" fmla="*/ 52492 h 78790"/>
                <a:gd name="connsiteX13" fmla="*/ 57908 w 70246"/>
                <a:gd name="connsiteY13" fmla="*/ 28604 h 78790"/>
                <a:gd name="connsiteX14" fmla="*/ 57908 w 70246"/>
                <a:gd name="connsiteY14" fmla="*/ 21269 h 78790"/>
                <a:gd name="connsiteX15" fmla="*/ 34970 w 70246"/>
                <a:gd name="connsiteY15" fmla="*/ 12678 h 78790"/>
                <a:gd name="connsiteX16" fmla="*/ 12339 w 70246"/>
                <a:gd name="connsiteY16" fmla="*/ 21479 h 78790"/>
                <a:gd name="connsiteX17" fmla="*/ 12339 w 70246"/>
                <a:gd name="connsiteY17" fmla="*/ 28604 h 78790"/>
                <a:gd name="connsiteX18" fmla="*/ 17742 w 70246"/>
                <a:gd name="connsiteY18" fmla="*/ 52492 h 78790"/>
                <a:gd name="connsiteX19" fmla="*/ 34970 w 70246"/>
                <a:gd name="connsiteY19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246" h="78790">
                  <a:moveTo>
                    <a:pt x="35684" y="78791"/>
                  </a:moveTo>
                  <a:lnTo>
                    <a:pt x="34970" y="78791"/>
                  </a:lnTo>
                  <a:cubicBezTo>
                    <a:pt x="22422" y="78590"/>
                    <a:pt x="11267" y="70531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19174"/>
                  </a:lnTo>
                  <a:cubicBezTo>
                    <a:pt x="-9" y="17989"/>
                    <a:pt x="309" y="16825"/>
                    <a:pt x="921" y="15821"/>
                  </a:cubicBezTo>
                  <a:cubicBezTo>
                    <a:pt x="9564" y="5809"/>
                    <a:pt x="21948" y="55"/>
                    <a:pt x="34970" y="0"/>
                  </a:cubicBezTo>
                  <a:cubicBezTo>
                    <a:pt x="51485" y="0"/>
                    <a:pt x="70243" y="10478"/>
                    <a:pt x="70243" y="20012"/>
                  </a:cubicBezTo>
                  <a:lnTo>
                    <a:pt x="70243" y="28604"/>
                  </a:lnTo>
                  <a:cubicBezTo>
                    <a:pt x="70354" y="38979"/>
                    <a:pt x="68010" y="49227"/>
                    <a:pt x="63413" y="58464"/>
                  </a:cubicBezTo>
                  <a:cubicBezTo>
                    <a:pt x="58902" y="70286"/>
                    <a:pt x="48028" y="78257"/>
                    <a:pt x="35684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505" y="52492"/>
                  </a:cubicBezTo>
                  <a:cubicBezTo>
                    <a:pt x="56119" y="45081"/>
                    <a:pt x="57971" y="36894"/>
                    <a:pt x="57908" y="28604"/>
                  </a:cubicBezTo>
                  <a:lnTo>
                    <a:pt x="57908" y="21269"/>
                  </a:lnTo>
                  <a:cubicBezTo>
                    <a:pt x="51514" y="15666"/>
                    <a:pt x="43372" y="12616"/>
                    <a:pt x="34970" y="12678"/>
                  </a:cubicBezTo>
                  <a:cubicBezTo>
                    <a:pt x="26679" y="12914"/>
                    <a:pt x="18706" y="16014"/>
                    <a:pt x="12339" y="21479"/>
                  </a:cubicBezTo>
                  <a:lnTo>
                    <a:pt x="12339" y="28604"/>
                  </a:lnTo>
                  <a:cubicBezTo>
                    <a:pt x="12275" y="36894"/>
                    <a:pt x="14127" y="45081"/>
                    <a:pt x="17742" y="52492"/>
                  </a:cubicBezTo>
                  <a:cubicBezTo>
                    <a:pt x="22533" y="61712"/>
                    <a:pt x="28344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27FC84CD-42E0-EB4A-BA60-435C3BCD4BCB}"/>
                </a:ext>
              </a:extLst>
            </p:cNvPr>
            <p:cNvSpPr/>
            <p:nvPr/>
          </p:nvSpPr>
          <p:spPr>
            <a:xfrm>
              <a:off x="6391160" y="2232584"/>
              <a:ext cx="34355" cy="37274"/>
            </a:xfrm>
            <a:custGeom>
              <a:avLst/>
              <a:gdLst>
                <a:gd name="connsiteX0" fmla="*/ 17229 w 34355"/>
                <a:gd name="connsiteY0" fmla="*/ 37156 h 37274"/>
                <a:gd name="connsiteX1" fmla="*/ 0 w 34355"/>
                <a:gd name="connsiteY1" fmla="*/ 23535 h 37274"/>
                <a:gd name="connsiteX2" fmla="*/ 0 w 34355"/>
                <a:gd name="connsiteY2" fmla="*/ 6352 h 37274"/>
                <a:gd name="connsiteX3" fmla="*/ 3059 w 34355"/>
                <a:gd name="connsiteY3" fmla="*/ 904 h 37274"/>
                <a:gd name="connsiteX4" fmla="*/ 9379 w 34355"/>
                <a:gd name="connsiteY4" fmla="*/ 904 h 37274"/>
                <a:gd name="connsiteX5" fmla="*/ 17025 w 34355"/>
                <a:gd name="connsiteY5" fmla="*/ 3000 h 37274"/>
                <a:gd name="connsiteX6" fmla="*/ 24976 w 34355"/>
                <a:gd name="connsiteY6" fmla="*/ 904 h 37274"/>
                <a:gd name="connsiteX7" fmla="*/ 31297 w 34355"/>
                <a:gd name="connsiteY7" fmla="*/ 904 h 37274"/>
                <a:gd name="connsiteX8" fmla="*/ 34355 w 34355"/>
                <a:gd name="connsiteY8" fmla="*/ 6352 h 37274"/>
                <a:gd name="connsiteX9" fmla="*/ 34355 w 34355"/>
                <a:gd name="connsiteY9" fmla="*/ 23535 h 37274"/>
                <a:gd name="connsiteX10" fmla="*/ 17229 w 34355"/>
                <a:gd name="connsiteY10" fmla="*/ 37156 h 37274"/>
                <a:gd name="connsiteX11" fmla="*/ 12335 w 34355"/>
                <a:gd name="connsiteY11" fmla="*/ 23012 h 37274"/>
                <a:gd name="connsiteX12" fmla="*/ 17229 w 34355"/>
                <a:gd name="connsiteY12" fmla="*/ 24478 h 37274"/>
                <a:gd name="connsiteX13" fmla="*/ 22020 w 34355"/>
                <a:gd name="connsiteY13" fmla="*/ 23012 h 37274"/>
                <a:gd name="connsiteX14" fmla="*/ 22020 w 34355"/>
                <a:gd name="connsiteY14" fmla="*/ 15468 h 37274"/>
                <a:gd name="connsiteX15" fmla="*/ 17229 w 34355"/>
                <a:gd name="connsiteY15" fmla="*/ 15468 h 37274"/>
                <a:gd name="connsiteX16" fmla="*/ 12335 w 34355"/>
                <a:gd name="connsiteY16" fmla="*/ 15468 h 37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355" h="37274">
                  <a:moveTo>
                    <a:pt x="17229" y="37156"/>
                  </a:moveTo>
                  <a:cubicBezTo>
                    <a:pt x="7544" y="37156"/>
                    <a:pt x="0" y="31184"/>
                    <a:pt x="0" y="23535"/>
                  </a:cubicBezTo>
                  <a:lnTo>
                    <a:pt x="0" y="6352"/>
                  </a:lnTo>
                  <a:cubicBezTo>
                    <a:pt x="-23" y="4099"/>
                    <a:pt x="1149" y="2012"/>
                    <a:pt x="3059" y="904"/>
                  </a:cubicBezTo>
                  <a:cubicBezTo>
                    <a:pt x="5002" y="-301"/>
                    <a:pt x="7436" y="-301"/>
                    <a:pt x="9379" y="904"/>
                  </a:cubicBezTo>
                  <a:cubicBezTo>
                    <a:pt x="11680" y="2340"/>
                    <a:pt x="14334" y="3067"/>
                    <a:pt x="17025" y="3000"/>
                  </a:cubicBezTo>
                  <a:cubicBezTo>
                    <a:pt x="19815" y="3092"/>
                    <a:pt x="22574" y="2366"/>
                    <a:pt x="24976" y="904"/>
                  </a:cubicBezTo>
                  <a:cubicBezTo>
                    <a:pt x="26920" y="-301"/>
                    <a:pt x="29353" y="-301"/>
                    <a:pt x="31297" y="904"/>
                  </a:cubicBezTo>
                  <a:cubicBezTo>
                    <a:pt x="33206" y="2012"/>
                    <a:pt x="34378" y="4099"/>
                    <a:pt x="34355" y="6352"/>
                  </a:cubicBezTo>
                  <a:lnTo>
                    <a:pt x="34355" y="23535"/>
                  </a:lnTo>
                  <a:cubicBezTo>
                    <a:pt x="33244" y="32133"/>
                    <a:pt x="25605" y="38208"/>
                    <a:pt x="17229" y="37156"/>
                  </a:cubicBezTo>
                  <a:close/>
                  <a:moveTo>
                    <a:pt x="12335" y="23012"/>
                  </a:moveTo>
                  <a:cubicBezTo>
                    <a:pt x="13744" y="24086"/>
                    <a:pt x="15480" y="24606"/>
                    <a:pt x="17229" y="24478"/>
                  </a:cubicBezTo>
                  <a:cubicBezTo>
                    <a:pt x="18945" y="24590"/>
                    <a:pt x="20643" y="24070"/>
                    <a:pt x="22020" y="23012"/>
                  </a:cubicBezTo>
                  <a:lnTo>
                    <a:pt x="22020" y="15468"/>
                  </a:lnTo>
                  <a:cubicBezTo>
                    <a:pt x="20425" y="15575"/>
                    <a:pt x="18824" y="15575"/>
                    <a:pt x="17229" y="15468"/>
                  </a:cubicBezTo>
                  <a:cubicBezTo>
                    <a:pt x="15599" y="15578"/>
                    <a:pt x="13965" y="15578"/>
                    <a:pt x="12335" y="154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96A157A6-30F6-E34D-AB97-3E22ECA272BC}"/>
                </a:ext>
              </a:extLst>
            </p:cNvPr>
            <p:cNvSpPr/>
            <p:nvPr/>
          </p:nvSpPr>
          <p:spPr>
            <a:xfrm>
              <a:off x="6371893" y="2243547"/>
              <a:ext cx="103486" cy="87225"/>
            </a:xfrm>
            <a:custGeom>
              <a:avLst/>
              <a:gdLst>
                <a:gd name="connsiteX0" fmla="*/ 97254 w 103486"/>
                <a:gd name="connsiteY0" fmla="*/ 87173 h 87225"/>
                <a:gd name="connsiteX1" fmla="*/ 15699 w 103486"/>
                <a:gd name="connsiteY1" fmla="*/ 87173 h 87225"/>
                <a:gd name="connsiteX2" fmla="*/ 8737 w 103486"/>
                <a:gd name="connsiteY2" fmla="*/ 81651 h 87225"/>
                <a:gd name="connsiteX3" fmla="*/ 14110 w 103486"/>
                <a:gd name="connsiteY3" fmla="*/ 74495 h 87225"/>
                <a:gd name="connsiteX4" fmla="*/ 15699 w 103486"/>
                <a:gd name="connsiteY4" fmla="*/ 74495 h 87225"/>
                <a:gd name="connsiteX5" fmla="*/ 91035 w 103486"/>
                <a:gd name="connsiteY5" fmla="*/ 74495 h 87225"/>
                <a:gd name="connsiteX6" fmla="*/ 91035 w 103486"/>
                <a:gd name="connsiteY6" fmla="*/ 41177 h 87225"/>
                <a:gd name="connsiteX7" fmla="*/ 63409 w 103486"/>
                <a:gd name="connsiteY7" fmla="*/ 12783 h 87225"/>
                <a:gd name="connsiteX8" fmla="*/ 53214 w 103486"/>
                <a:gd name="connsiteY8" fmla="*/ 12783 h 87225"/>
                <a:gd name="connsiteX9" fmla="*/ 36088 w 103486"/>
                <a:gd name="connsiteY9" fmla="*/ 26194 h 87225"/>
                <a:gd name="connsiteX10" fmla="*/ 18860 w 103486"/>
                <a:gd name="connsiteY10" fmla="*/ 12783 h 87225"/>
                <a:gd name="connsiteX11" fmla="*/ 6219 w 103486"/>
                <a:gd name="connsiteY11" fmla="*/ 12783 h 87225"/>
                <a:gd name="connsiteX12" fmla="*/ 0 w 103486"/>
                <a:gd name="connsiteY12" fmla="*/ 6391 h 87225"/>
                <a:gd name="connsiteX13" fmla="*/ 6219 w 103486"/>
                <a:gd name="connsiteY13" fmla="*/ 0 h 87225"/>
                <a:gd name="connsiteX14" fmla="*/ 25384 w 103486"/>
                <a:gd name="connsiteY14" fmla="*/ 0 h 87225"/>
                <a:gd name="connsiteX15" fmla="*/ 31602 w 103486"/>
                <a:gd name="connsiteY15" fmla="*/ 6391 h 87225"/>
                <a:gd name="connsiteX16" fmla="*/ 31602 w 103486"/>
                <a:gd name="connsiteY16" fmla="*/ 12049 h 87225"/>
                <a:gd name="connsiteX17" fmla="*/ 36496 w 103486"/>
                <a:gd name="connsiteY17" fmla="*/ 13516 h 87225"/>
                <a:gd name="connsiteX18" fmla="*/ 41287 w 103486"/>
                <a:gd name="connsiteY18" fmla="*/ 12049 h 87225"/>
                <a:gd name="connsiteX19" fmla="*/ 41287 w 103486"/>
                <a:gd name="connsiteY19" fmla="*/ 6391 h 87225"/>
                <a:gd name="connsiteX20" fmla="*/ 47506 w 103486"/>
                <a:gd name="connsiteY20" fmla="*/ 0 h 87225"/>
                <a:gd name="connsiteX21" fmla="*/ 63409 w 103486"/>
                <a:gd name="connsiteY21" fmla="*/ 0 h 87225"/>
                <a:gd name="connsiteX22" fmla="*/ 103472 w 103486"/>
                <a:gd name="connsiteY22" fmla="*/ 41177 h 87225"/>
                <a:gd name="connsiteX23" fmla="*/ 103472 w 103486"/>
                <a:gd name="connsiteY23" fmla="*/ 80467 h 87225"/>
                <a:gd name="connsiteX24" fmla="*/ 97778 w 103486"/>
                <a:gd name="connsiteY24" fmla="*/ 87160 h 87225"/>
                <a:gd name="connsiteX25" fmla="*/ 97254 w 103486"/>
                <a:gd name="connsiteY25" fmla="*/ 87173 h 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486" h="87225">
                  <a:moveTo>
                    <a:pt x="97254" y="87173"/>
                  </a:moveTo>
                  <a:lnTo>
                    <a:pt x="15699" y="87173"/>
                  </a:lnTo>
                  <a:cubicBezTo>
                    <a:pt x="12293" y="87624"/>
                    <a:pt x="9176" y="85151"/>
                    <a:pt x="8737" y="81651"/>
                  </a:cubicBezTo>
                  <a:cubicBezTo>
                    <a:pt x="8298" y="78150"/>
                    <a:pt x="10704" y="74946"/>
                    <a:pt x="14110" y="74495"/>
                  </a:cubicBezTo>
                  <a:cubicBezTo>
                    <a:pt x="14638" y="74425"/>
                    <a:pt x="15172" y="74425"/>
                    <a:pt x="15699" y="74495"/>
                  </a:cubicBezTo>
                  <a:lnTo>
                    <a:pt x="91035" y="74495"/>
                  </a:lnTo>
                  <a:lnTo>
                    <a:pt x="91035" y="41177"/>
                  </a:lnTo>
                  <a:cubicBezTo>
                    <a:pt x="91035" y="25495"/>
                    <a:pt x="78666" y="12783"/>
                    <a:pt x="63409" y="12783"/>
                  </a:cubicBezTo>
                  <a:lnTo>
                    <a:pt x="53214" y="12783"/>
                  </a:lnTo>
                  <a:cubicBezTo>
                    <a:pt x="52003" y="21295"/>
                    <a:pt x="44395" y="27253"/>
                    <a:pt x="36088" y="26194"/>
                  </a:cubicBezTo>
                  <a:cubicBezTo>
                    <a:pt x="26505" y="26194"/>
                    <a:pt x="18961" y="20326"/>
                    <a:pt x="18860" y="12783"/>
                  </a:cubicBezTo>
                  <a:lnTo>
                    <a:pt x="6219" y="12783"/>
                  </a:lnTo>
                  <a:cubicBezTo>
                    <a:pt x="2784" y="12783"/>
                    <a:pt x="0" y="9921"/>
                    <a:pt x="0" y="6391"/>
                  </a:cubicBezTo>
                  <a:cubicBezTo>
                    <a:pt x="0" y="2861"/>
                    <a:pt x="2784" y="0"/>
                    <a:pt x="6219" y="0"/>
                  </a:cubicBezTo>
                  <a:lnTo>
                    <a:pt x="25384" y="0"/>
                  </a:lnTo>
                  <a:cubicBezTo>
                    <a:pt x="28818" y="0"/>
                    <a:pt x="31602" y="2861"/>
                    <a:pt x="31602" y="6391"/>
                  </a:cubicBezTo>
                  <a:lnTo>
                    <a:pt x="31602" y="12049"/>
                  </a:lnTo>
                  <a:cubicBezTo>
                    <a:pt x="33011" y="13123"/>
                    <a:pt x="34746" y="13644"/>
                    <a:pt x="36496" y="13516"/>
                  </a:cubicBezTo>
                  <a:cubicBezTo>
                    <a:pt x="38212" y="13627"/>
                    <a:pt x="39910" y="13107"/>
                    <a:pt x="41287" y="12049"/>
                  </a:cubicBezTo>
                  <a:lnTo>
                    <a:pt x="41287" y="6391"/>
                  </a:lnTo>
                  <a:cubicBezTo>
                    <a:pt x="41287" y="2862"/>
                    <a:pt x="44071" y="0"/>
                    <a:pt x="47506" y="0"/>
                  </a:cubicBezTo>
                  <a:lnTo>
                    <a:pt x="63409" y="0"/>
                  </a:lnTo>
                  <a:cubicBezTo>
                    <a:pt x="85512" y="58"/>
                    <a:pt x="103416" y="18459"/>
                    <a:pt x="103472" y="41177"/>
                  </a:cubicBezTo>
                  <a:lnTo>
                    <a:pt x="103472" y="80467"/>
                  </a:lnTo>
                  <a:cubicBezTo>
                    <a:pt x="103698" y="83931"/>
                    <a:pt x="101149" y="86928"/>
                    <a:pt x="97778" y="87160"/>
                  </a:cubicBezTo>
                  <a:cubicBezTo>
                    <a:pt x="97604" y="87172"/>
                    <a:pt x="97429" y="87176"/>
                    <a:pt x="97254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AE50F371-C3F5-824B-A27D-30E65A578BE5}"/>
                </a:ext>
              </a:extLst>
            </p:cNvPr>
            <p:cNvSpPr/>
            <p:nvPr/>
          </p:nvSpPr>
          <p:spPr>
            <a:xfrm>
              <a:off x="6127229" y="2287949"/>
              <a:ext cx="12348" cy="42771"/>
            </a:xfrm>
            <a:custGeom>
              <a:avLst/>
              <a:gdLst>
                <a:gd name="connsiteX0" fmla="*/ 6219 w 12348"/>
                <a:gd name="connsiteY0" fmla="*/ 42770 h 42771"/>
                <a:gd name="connsiteX1" fmla="*/ 1 w 12348"/>
                <a:gd name="connsiteY1" fmla="*/ 36590 h 42771"/>
                <a:gd name="connsiteX2" fmla="*/ 0 w 12348"/>
                <a:gd name="connsiteY2" fmla="*/ 36484 h 42771"/>
                <a:gd name="connsiteX3" fmla="*/ 0 w 12348"/>
                <a:gd name="connsiteY3" fmla="*/ 5575 h 42771"/>
                <a:gd name="connsiteX4" fmla="*/ 6962 w 12348"/>
                <a:gd name="connsiteY4" fmla="*/ 53 h 42771"/>
                <a:gd name="connsiteX5" fmla="*/ 12335 w 12348"/>
                <a:gd name="connsiteY5" fmla="*/ 5575 h 42771"/>
                <a:gd name="connsiteX6" fmla="*/ 12335 w 12348"/>
                <a:gd name="connsiteY6" fmla="*/ 36065 h 42771"/>
                <a:gd name="connsiteX7" fmla="*/ 6640 w 12348"/>
                <a:gd name="connsiteY7" fmla="*/ 42756 h 42771"/>
                <a:gd name="connsiteX8" fmla="*/ 6219 w 12348"/>
                <a:gd name="connsiteY8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42771">
                  <a:moveTo>
                    <a:pt x="6219" y="42770"/>
                  </a:moveTo>
                  <a:cubicBezTo>
                    <a:pt x="2841" y="42828"/>
                    <a:pt x="57" y="40061"/>
                    <a:pt x="1" y="36590"/>
                  </a:cubicBezTo>
                  <a:cubicBezTo>
                    <a:pt x="0" y="36554"/>
                    <a:pt x="0" y="36519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0" y="39529"/>
                    <a:pt x="10011" y="42525"/>
                    <a:pt x="6640" y="42756"/>
                  </a:cubicBezTo>
                  <a:cubicBezTo>
                    <a:pt x="6500" y="42766"/>
                    <a:pt x="6359" y="42771"/>
                    <a:pt x="6219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D6C5BFFA-26EB-AE46-A17A-0B6B89D65824}"/>
                </a:ext>
              </a:extLst>
            </p:cNvPr>
            <p:cNvSpPr/>
            <p:nvPr/>
          </p:nvSpPr>
          <p:spPr>
            <a:xfrm>
              <a:off x="6132832" y="2169576"/>
              <a:ext cx="70247" cy="78790"/>
            </a:xfrm>
            <a:custGeom>
              <a:avLst/>
              <a:gdLst>
                <a:gd name="connsiteX0" fmla="*/ 34155 w 70247"/>
                <a:gd name="connsiteY0" fmla="*/ 78791 h 78790"/>
                <a:gd name="connsiteX1" fmla="*/ 6834 w 70247"/>
                <a:gd name="connsiteY1" fmla="*/ 58464 h 78790"/>
                <a:gd name="connsiteX2" fmla="*/ 4 w 70247"/>
                <a:gd name="connsiteY2" fmla="*/ 28604 h 78790"/>
                <a:gd name="connsiteX3" fmla="*/ 4 w 70247"/>
                <a:gd name="connsiteY3" fmla="*/ 20012 h 78790"/>
                <a:gd name="connsiteX4" fmla="*/ 35276 w 70247"/>
                <a:gd name="connsiteY4" fmla="*/ 0 h 78790"/>
                <a:gd name="connsiteX5" fmla="*/ 69325 w 70247"/>
                <a:gd name="connsiteY5" fmla="*/ 15821 h 78790"/>
                <a:gd name="connsiteX6" fmla="*/ 70243 w 70247"/>
                <a:gd name="connsiteY6" fmla="*/ 19174 h 78790"/>
                <a:gd name="connsiteX7" fmla="*/ 70243 w 70247"/>
                <a:gd name="connsiteY7" fmla="*/ 28604 h 78790"/>
                <a:gd name="connsiteX8" fmla="*/ 63311 w 70247"/>
                <a:gd name="connsiteY8" fmla="*/ 58464 h 78790"/>
                <a:gd name="connsiteX9" fmla="*/ 34970 w 70247"/>
                <a:gd name="connsiteY9" fmla="*/ 78791 h 78790"/>
                <a:gd name="connsiteX10" fmla="*/ 34970 w 70247"/>
                <a:gd name="connsiteY10" fmla="*/ 66113 h 78790"/>
                <a:gd name="connsiteX11" fmla="*/ 52403 w 70247"/>
                <a:gd name="connsiteY11" fmla="*/ 52492 h 78790"/>
                <a:gd name="connsiteX12" fmla="*/ 57908 w 70247"/>
                <a:gd name="connsiteY12" fmla="*/ 28604 h 78790"/>
                <a:gd name="connsiteX13" fmla="*/ 57908 w 70247"/>
                <a:gd name="connsiteY13" fmla="*/ 21479 h 78790"/>
                <a:gd name="connsiteX14" fmla="*/ 35276 w 70247"/>
                <a:gd name="connsiteY14" fmla="*/ 12678 h 78790"/>
                <a:gd name="connsiteX15" fmla="*/ 12339 w 70247"/>
                <a:gd name="connsiteY15" fmla="*/ 21269 h 78790"/>
                <a:gd name="connsiteX16" fmla="*/ 12339 w 70247"/>
                <a:gd name="connsiteY16" fmla="*/ 28604 h 78790"/>
                <a:gd name="connsiteX17" fmla="*/ 17742 w 70247"/>
                <a:gd name="connsiteY17" fmla="*/ 52492 h 78790"/>
                <a:gd name="connsiteX18" fmla="*/ 34970 w 70247"/>
                <a:gd name="connsiteY18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247" h="78790">
                  <a:moveTo>
                    <a:pt x="34155" y="78791"/>
                  </a:moveTo>
                  <a:cubicBezTo>
                    <a:pt x="21962" y="78096"/>
                    <a:pt x="11285" y="70152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20012"/>
                  </a:lnTo>
                  <a:cubicBezTo>
                    <a:pt x="4" y="10687"/>
                    <a:pt x="18761" y="0"/>
                    <a:pt x="35276" y="0"/>
                  </a:cubicBezTo>
                  <a:cubicBezTo>
                    <a:pt x="48299" y="55"/>
                    <a:pt x="60682" y="5809"/>
                    <a:pt x="69325" y="15821"/>
                  </a:cubicBezTo>
                  <a:cubicBezTo>
                    <a:pt x="69922" y="16832"/>
                    <a:pt x="70240" y="17991"/>
                    <a:pt x="70243" y="19174"/>
                  </a:cubicBezTo>
                  <a:lnTo>
                    <a:pt x="70243" y="28604"/>
                  </a:lnTo>
                  <a:cubicBezTo>
                    <a:pt x="70368" y="38993"/>
                    <a:pt x="67987" y="49253"/>
                    <a:pt x="63311" y="58464"/>
                  </a:cubicBezTo>
                  <a:cubicBezTo>
                    <a:pt x="58851" y="70602"/>
                    <a:pt x="47593" y="78676"/>
                    <a:pt x="34970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403" y="52492"/>
                  </a:cubicBezTo>
                  <a:cubicBezTo>
                    <a:pt x="56106" y="45110"/>
                    <a:pt x="57996" y="36909"/>
                    <a:pt x="57908" y="28604"/>
                  </a:cubicBezTo>
                  <a:lnTo>
                    <a:pt x="57908" y="21479"/>
                  </a:lnTo>
                  <a:cubicBezTo>
                    <a:pt x="51513" y="16064"/>
                    <a:pt x="43557" y="12970"/>
                    <a:pt x="35276" y="12678"/>
                  </a:cubicBezTo>
                  <a:cubicBezTo>
                    <a:pt x="26874" y="12616"/>
                    <a:pt x="18732" y="15666"/>
                    <a:pt x="12339" y="21269"/>
                  </a:cubicBezTo>
                  <a:lnTo>
                    <a:pt x="12339" y="28604"/>
                  </a:lnTo>
                  <a:cubicBezTo>
                    <a:pt x="12215" y="36900"/>
                    <a:pt x="14070" y="45102"/>
                    <a:pt x="17742" y="52492"/>
                  </a:cubicBezTo>
                  <a:cubicBezTo>
                    <a:pt x="22533" y="61712"/>
                    <a:pt x="28446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D1549EEF-75CE-B743-8741-336DA62FB6CE}"/>
                </a:ext>
              </a:extLst>
            </p:cNvPr>
            <p:cNvSpPr/>
            <p:nvPr/>
          </p:nvSpPr>
          <p:spPr>
            <a:xfrm>
              <a:off x="6150676" y="2232580"/>
              <a:ext cx="34456" cy="37279"/>
            </a:xfrm>
            <a:custGeom>
              <a:avLst/>
              <a:gdLst>
                <a:gd name="connsiteX0" fmla="*/ 17228 w 34456"/>
                <a:gd name="connsiteY0" fmla="*/ 37160 h 37279"/>
                <a:gd name="connsiteX1" fmla="*/ 0 w 34456"/>
                <a:gd name="connsiteY1" fmla="*/ 23539 h 37279"/>
                <a:gd name="connsiteX2" fmla="*/ 0 w 34456"/>
                <a:gd name="connsiteY2" fmla="*/ 6356 h 37279"/>
                <a:gd name="connsiteX3" fmla="*/ 3160 w 34456"/>
                <a:gd name="connsiteY3" fmla="*/ 908 h 37279"/>
                <a:gd name="connsiteX4" fmla="*/ 9379 w 34456"/>
                <a:gd name="connsiteY4" fmla="*/ 908 h 37279"/>
                <a:gd name="connsiteX5" fmla="*/ 17126 w 34456"/>
                <a:gd name="connsiteY5" fmla="*/ 3004 h 37279"/>
                <a:gd name="connsiteX6" fmla="*/ 25078 w 34456"/>
                <a:gd name="connsiteY6" fmla="*/ 908 h 37279"/>
                <a:gd name="connsiteX7" fmla="*/ 33595 w 34456"/>
                <a:gd name="connsiteY7" fmla="*/ 3161 h 37279"/>
                <a:gd name="connsiteX8" fmla="*/ 34457 w 34456"/>
                <a:gd name="connsiteY8" fmla="*/ 6252 h 37279"/>
                <a:gd name="connsiteX9" fmla="*/ 34457 w 34456"/>
                <a:gd name="connsiteY9" fmla="*/ 23435 h 37279"/>
                <a:gd name="connsiteX10" fmla="*/ 17228 w 34456"/>
                <a:gd name="connsiteY10" fmla="*/ 37160 h 37279"/>
                <a:gd name="connsiteX11" fmla="*/ 12437 w 34456"/>
                <a:gd name="connsiteY11" fmla="*/ 23016 h 37279"/>
                <a:gd name="connsiteX12" fmla="*/ 17228 w 34456"/>
                <a:gd name="connsiteY12" fmla="*/ 24482 h 37279"/>
                <a:gd name="connsiteX13" fmla="*/ 22122 w 34456"/>
                <a:gd name="connsiteY13" fmla="*/ 23016 h 37279"/>
                <a:gd name="connsiteX14" fmla="*/ 22122 w 34456"/>
                <a:gd name="connsiteY14" fmla="*/ 15472 h 37279"/>
                <a:gd name="connsiteX15" fmla="*/ 17228 w 34456"/>
                <a:gd name="connsiteY15" fmla="*/ 15472 h 37279"/>
                <a:gd name="connsiteX16" fmla="*/ 12437 w 34456"/>
                <a:gd name="connsiteY16" fmla="*/ 15472 h 3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456" h="37279">
                  <a:moveTo>
                    <a:pt x="17228" y="37160"/>
                  </a:moveTo>
                  <a:cubicBezTo>
                    <a:pt x="8831" y="38215"/>
                    <a:pt x="1162" y="32152"/>
                    <a:pt x="0" y="23539"/>
                  </a:cubicBezTo>
                  <a:lnTo>
                    <a:pt x="0" y="6356"/>
                  </a:lnTo>
                  <a:cubicBezTo>
                    <a:pt x="19" y="4087"/>
                    <a:pt x="1227" y="2005"/>
                    <a:pt x="3160" y="908"/>
                  </a:cubicBezTo>
                  <a:cubicBezTo>
                    <a:pt x="5066" y="-303"/>
                    <a:pt x="7473" y="-303"/>
                    <a:pt x="9379" y="908"/>
                  </a:cubicBezTo>
                  <a:cubicBezTo>
                    <a:pt x="11722" y="2331"/>
                    <a:pt x="14405" y="3057"/>
                    <a:pt x="17126" y="3004"/>
                  </a:cubicBezTo>
                  <a:cubicBezTo>
                    <a:pt x="19918" y="3108"/>
                    <a:pt x="22680" y="2381"/>
                    <a:pt x="25078" y="908"/>
                  </a:cubicBezTo>
                  <a:cubicBezTo>
                    <a:pt x="28035" y="-887"/>
                    <a:pt x="31848" y="122"/>
                    <a:pt x="33595" y="3161"/>
                  </a:cubicBezTo>
                  <a:cubicBezTo>
                    <a:pt x="34134" y="4099"/>
                    <a:pt x="34430" y="5163"/>
                    <a:pt x="34457" y="6252"/>
                  </a:cubicBezTo>
                  <a:lnTo>
                    <a:pt x="34457" y="23435"/>
                  </a:lnTo>
                  <a:cubicBezTo>
                    <a:pt x="34457" y="31188"/>
                    <a:pt x="26913" y="37160"/>
                    <a:pt x="17228" y="37160"/>
                  </a:cubicBezTo>
                  <a:close/>
                  <a:moveTo>
                    <a:pt x="12437" y="23016"/>
                  </a:moveTo>
                  <a:cubicBezTo>
                    <a:pt x="13814" y="24074"/>
                    <a:pt x="15512" y="24594"/>
                    <a:pt x="17228" y="24482"/>
                  </a:cubicBezTo>
                  <a:cubicBezTo>
                    <a:pt x="18978" y="24610"/>
                    <a:pt x="20713" y="24090"/>
                    <a:pt x="22122" y="23016"/>
                  </a:cubicBezTo>
                  <a:lnTo>
                    <a:pt x="22122" y="15472"/>
                  </a:lnTo>
                  <a:cubicBezTo>
                    <a:pt x="20492" y="15576"/>
                    <a:pt x="18858" y="15576"/>
                    <a:pt x="17228" y="15472"/>
                  </a:cubicBezTo>
                  <a:cubicBezTo>
                    <a:pt x="15633" y="15579"/>
                    <a:pt x="14032" y="15579"/>
                    <a:pt x="12437" y="1547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68E92A95-47F2-5B42-998E-4D451D2F4603}"/>
                </a:ext>
              </a:extLst>
            </p:cNvPr>
            <p:cNvSpPr/>
            <p:nvPr/>
          </p:nvSpPr>
          <p:spPr>
            <a:xfrm>
              <a:off x="6100826" y="2243547"/>
              <a:ext cx="103574" cy="87173"/>
            </a:xfrm>
            <a:custGeom>
              <a:avLst/>
              <a:gdLst>
                <a:gd name="connsiteX0" fmla="*/ 87773 w 103574"/>
                <a:gd name="connsiteY0" fmla="*/ 87173 h 87173"/>
                <a:gd name="connsiteX1" fmla="*/ 6219 w 103574"/>
                <a:gd name="connsiteY1" fmla="*/ 87173 h 87173"/>
                <a:gd name="connsiteX2" fmla="*/ 1 w 103574"/>
                <a:gd name="connsiteY2" fmla="*/ 80992 h 87173"/>
                <a:gd name="connsiteX3" fmla="*/ 0 w 103574"/>
                <a:gd name="connsiteY3" fmla="*/ 80886 h 87173"/>
                <a:gd name="connsiteX4" fmla="*/ 0 w 103574"/>
                <a:gd name="connsiteY4" fmla="*/ 41177 h 87173"/>
                <a:gd name="connsiteX5" fmla="*/ 40064 w 103574"/>
                <a:gd name="connsiteY5" fmla="*/ 0 h 87173"/>
                <a:gd name="connsiteX6" fmla="*/ 56069 w 103574"/>
                <a:gd name="connsiteY6" fmla="*/ 0 h 87173"/>
                <a:gd name="connsiteX7" fmla="*/ 62287 w 103574"/>
                <a:gd name="connsiteY7" fmla="*/ 6391 h 87173"/>
                <a:gd name="connsiteX8" fmla="*/ 62287 w 103574"/>
                <a:gd name="connsiteY8" fmla="*/ 12049 h 87173"/>
                <a:gd name="connsiteX9" fmla="*/ 67079 w 103574"/>
                <a:gd name="connsiteY9" fmla="*/ 13516 h 87173"/>
                <a:gd name="connsiteX10" fmla="*/ 71972 w 103574"/>
                <a:gd name="connsiteY10" fmla="*/ 12049 h 87173"/>
                <a:gd name="connsiteX11" fmla="*/ 71972 w 103574"/>
                <a:gd name="connsiteY11" fmla="*/ 6391 h 87173"/>
                <a:gd name="connsiteX12" fmla="*/ 78190 w 103574"/>
                <a:gd name="connsiteY12" fmla="*/ 0 h 87173"/>
                <a:gd name="connsiteX13" fmla="*/ 97356 w 103574"/>
                <a:gd name="connsiteY13" fmla="*/ 0 h 87173"/>
                <a:gd name="connsiteX14" fmla="*/ 103574 w 103574"/>
                <a:gd name="connsiteY14" fmla="*/ 6391 h 87173"/>
                <a:gd name="connsiteX15" fmla="*/ 97356 w 103574"/>
                <a:gd name="connsiteY15" fmla="*/ 12783 h 87173"/>
                <a:gd name="connsiteX16" fmla="*/ 84307 w 103574"/>
                <a:gd name="connsiteY16" fmla="*/ 12783 h 87173"/>
                <a:gd name="connsiteX17" fmla="*/ 67079 w 103574"/>
                <a:gd name="connsiteY17" fmla="*/ 26194 h 87173"/>
                <a:gd name="connsiteX18" fmla="*/ 49850 w 103574"/>
                <a:gd name="connsiteY18" fmla="*/ 12783 h 87173"/>
                <a:gd name="connsiteX19" fmla="*/ 40166 w 103574"/>
                <a:gd name="connsiteY19" fmla="*/ 12783 h 87173"/>
                <a:gd name="connsiteX20" fmla="*/ 12437 w 103574"/>
                <a:gd name="connsiteY20" fmla="*/ 41072 h 87173"/>
                <a:gd name="connsiteX21" fmla="*/ 12437 w 103574"/>
                <a:gd name="connsiteY21" fmla="*/ 41177 h 87173"/>
                <a:gd name="connsiteX22" fmla="*/ 12437 w 103574"/>
                <a:gd name="connsiteY22" fmla="*/ 74076 h 87173"/>
                <a:gd name="connsiteX23" fmla="*/ 87773 w 103574"/>
                <a:gd name="connsiteY23" fmla="*/ 74076 h 87173"/>
                <a:gd name="connsiteX24" fmla="*/ 94145 w 103574"/>
                <a:gd name="connsiteY24" fmla="*/ 80624 h 87173"/>
                <a:gd name="connsiteX25" fmla="*/ 87773 w 103574"/>
                <a:gd name="connsiteY25" fmla="*/ 87173 h 8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574" h="87173">
                  <a:moveTo>
                    <a:pt x="87773" y="87173"/>
                  </a:moveTo>
                  <a:lnTo>
                    <a:pt x="6219" y="87173"/>
                  </a:lnTo>
                  <a:cubicBezTo>
                    <a:pt x="2841" y="87231"/>
                    <a:pt x="57" y="84463"/>
                    <a:pt x="1" y="80992"/>
                  </a:cubicBezTo>
                  <a:cubicBezTo>
                    <a:pt x="0" y="80957"/>
                    <a:pt x="0" y="80922"/>
                    <a:pt x="0" y="80886"/>
                  </a:cubicBezTo>
                  <a:lnTo>
                    <a:pt x="0" y="41177"/>
                  </a:lnTo>
                  <a:cubicBezTo>
                    <a:pt x="56" y="18459"/>
                    <a:pt x="17960" y="58"/>
                    <a:pt x="40064" y="0"/>
                  </a:cubicBezTo>
                  <a:lnTo>
                    <a:pt x="56069" y="0"/>
                  </a:lnTo>
                  <a:cubicBezTo>
                    <a:pt x="59480" y="56"/>
                    <a:pt x="62233" y="2885"/>
                    <a:pt x="62287" y="6391"/>
                  </a:cubicBezTo>
                  <a:lnTo>
                    <a:pt x="62287" y="12049"/>
                  </a:lnTo>
                  <a:cubicBezTo>
                    <a:pt x="63664" y="13107"/>
                    <a:pt x="65363" y="13627"/>
                    <a:pt x="67079" y="13516"/>
                  </a:cubicBezTo>
                  <a:cubicBezTo>
                    <a:pt x="68828" y="13643"/>
                    <a:pt x="70564" y="13123"/>
                    <a:pt x="71972" y="12049"/>
                  </a:cubicBezTo>
                  <a:lnTo>
                    <a:pt x="71972" y="6391"/>
                  </a:lnTo>
                  <a:cubicBezTo>
                    <a:pt x="71972" y="2861"/>
                    <a:pt x="74756" y="0"/>
                    <a:pt x="78190" y="0"/>
                  </a:cubicBezTo>
                  <a:lnTo>
                    <a:pt x="97356" y="0"/>
                  </a:lnTo>
                  <a:cubicBezTo>
                    <a:pt x="100790" y="0"/>
                    <a:pt x="103574" y="2861"/>
                    <a:pt x="103574" y="6391"/>
                  </a:cubicBezTo>
                  <a:cubicBezTo>
                    <a:pt x="103574" y="9921"/>
                    <a:pt x="100790" y="12783"/>
                    <a:pt x="97356" y="12783"/>
                  </a:cubicBezTo>
                  <a:lnTo>
                    <a:pt x="84307" y="12783"/>
                  </a:lnTo>
                  <a:cubicBezTo>
                    <a:pt x="84307" y="20326"/>
                    <a:pt x="76661" y="26194"/>
                    <a:pt x="67079" y="26194"/>
                  </a:cubicBezTo>
                  <a:cubicBezTo>
                    <a:pt x="58765" y="27200"/>
                    <a:pt x="51161" y="21280"/>
                    <a:pt x="49850" y="12783"/>
                  </a:cubicBezTo>
                  <a:lnTo>
                    <a:pt x="40166" y="12783"/>
                  </a:lnTo>
                  <a:cubicBezTo>
                    <a:pt x="24908" y="12725"/>
                    <a:pt x="12494" y="25390"/>
                    <a:pt x="12437" y="41072"/>
                  </a:cubicBezTo>
                  <a:cubicBezTo>
                    <a:pt x="12437" y="41107"/>
                    <a:pt x="12437" y="41142"/>
                    <a:pt x="12437" y="41177"/>
                  </a:cubicBezTo>
                  <a:lnTo>
                    <a:pt x="12437" y="74076"/>
                  </a:lnTo>
                  <a:lnTo>
                    <a:pt x="87773" y="74076"/>
                  </a:lnTo>
                  <a:cubicBezTo>
                    <a:pt x="91292" y="74076"/>
                    <a:pt x="94145" y="77008"/>
                    <a:pt x="94145" y="80624"/>
                  </a:cubicBezTo>
                  <a:cubicBezTo>
                    <a:pt x="94145" y="84241"/>
                    <a:pt x="91292" y="87173"/>
                    <a:pt x="87773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B3E05A2A-8758-014B-8DED-8378BCD71605}"/>
                </a:ext>
              </a:extLst>
            </p:cNvPr>
            <p:cNvSpPr/>
            <p:nvPr/>
          </p:nvSpPr>
          <p:spPr>
            <a:xfrm>
              <a:off x="6281979" y="2087514"/>
              <a:ext cx="12335" cy="35750"/>
            </a:xfrm>
            <a:custGeom>
              <a:avLst/>
              <a:gdLst>
                <a:gd name="connsiteX0" fmla="*/ 6117 w 12335"/>
                <a:gd name="connsiteY0" fmla="*/ 35751 h 35750"/>
                <a:gd name="connsiteX1" fmla="*/ 0 w 12335"/>
                <a:gd name="connsiteY1" fmla="*/ 29359 h 35750"/>
                <a:gd name="connsiteX2" fmla="*/ 0 w 12335"/>
                <a:gd name="connsiteY2" fmla="*/ 5575 h 35750"/>
                <a:gd name="connsiteX3" fmla="*/ 6962 w 12335"/>
                <a:gd name="connsiteY3" fmla="*/ 53 h 35750"/>
                <a:gd name="connsiteX4" fmla="*/ 12335 w 12335"/>
                <a:gd name="connsiteY4" fmla="*/ 5575 h 35750"/>
                <a:gd name="connsiteX5" fmla="*/ 12335 w 12335"/>
                <a:gd name="connsiteY5" fmla="*/ 29359 h 35750"/>
                <a:gd name="connsiteX6" fmla="*/ 6117 w 12335"/>
                <a:gd name="connsiteY6" fmla="*/ 35751 h 3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5" h="35750">
                  <a:moveTo>
                    <a:pt x="6117" y="35751"/>
                  </a:moveTo>
                  <a:cubicBezTo>
                    <a:pt x="2722" y="35693"/>
                    <a:pt x="0" y="32849"/>
                    <a:pt x="0" y="29359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29359"/>
                  </a:lnTo>
                  <a:cubicBezTo>
                    <a:pt x="12335" y="32889"/>
                    <a:pt x="9551" y="35751"/>
                    <a:pt x="6117" y="3575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EF9A49E2-9940-0E43-8F1E-4D048ADBD134}"/>
                </a:ext>
              </a:extLst>
            </p:cNvPr>
            <p:cNvSpPr/>
            <p:nvPr/>
          </p:nvSpPr>
          <p:spPr>
            <a:xfrm>
              <a:off x="6344862" y="2087089"/>
              <a:ext cx="65839" cy="76619"/>
            </a:xfrm>
            <a:custGeom>
              <a:avLst/>
              <a:gdLst>
                <a:gd name="connsiteX0" fmla="*/ 59245 w 65839"/>
                <a:gd name="connsiteY0" fmla="*/ 76619 h 76619"/>
                <a:gd name="connsiteX1" fmla="*/ 53128 w 65839"/>
                <a:gd name="connsiteY1" fmla="*/ 71380 h 76619"/>
                <a:gd name="connsiteX2" fmla="*/ 3176 w 65839"/>
                <a:gd name="connsiteY2" fmla="*/ 12077 h 76619"/>
                <a:gd name="connsiteX3" fmla="*/ 729 w 65839"/>
                <a:gd name="connsiteY3" fmla="*/ 3591 h 76619"/>
                <a:gd name="connsiteX4" fmla="*/ 8712 w 65839"/>
                <a:gd name="connsiteY4" fmla="*/ 571 h 76619"/>
                <a:gd name="connsiteX5" fmla="*/ 8885 w 65839"/>
                <a:gd name="connsiteY5" fmla="*/ 657 h 76619"/>
                <a:gd name="connsiteX6" fmla="*/ 65769 w 65839"/>
                <a:gd name="connsiteY6" fmla="*/ 69180 h 76619"/>
                <a:gd name="connsiteX7" fmla="*/ 60672 w 65839"/>
                <a:gd name="connsiteY7" fmla="*/ 76619 h 7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39" h="76619">
                  <a:moveTo>
                    <a:pt x="59245" y="76619"/>
                  </a:moveTo>
                  <a:cubicBezTo>
                    <a:pt x="56228" y="76662"/>
                    <a:pt x="53631" y="74438"/>
                    <a:pt x="53128" y="71380"/>
                  </a:cubicBezTo>
                  <a:cubicBezTo>
                    <a:pt x="46706" y="34080"/>
                    <a:pt x="3686" y="12287"/>
                    <a:pt x="3176" y="12077"/>
                  </a:cubicBezTo>
                  <a:cubicBezTo>
                    <a:pt x="233" y="10418"/>
                    <a:pt x="-859" y="6630"/>
                    <a:pt x="729" y="3591"/>
                  </a:cubicBezTo>
                  <a:cubicBezTo>
                    <a:pt x="2123" y="491"/>
                    <a:pt x="5697" y="-860"/>
                    <a:pt x="8712" y="571"/>
                  </a:cubicBezTo>
                  <a:cubicBezTo>
                    <a:pt x="8770" y="599"/>
                    <a:pt x="8828" y="627"/>
                    <a:pt x="8885" y="657"/>
                  </a:cubicBezTo>
                  <a:cubicBezTo>
                    <a:pt x="10924" y="1600"/>
                    <a:pt x="58123" y="25070"/>
                    <a:pt x="65769" y="69180"/>
                  </a:cubicBezTo>
                  <a:cubicBezTo>
                    <a:pt x="66270" y="72659"/>
                    <a:pt x="64028" y="75931"/>
                    <a:pt x="60672" y="7661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45FBD240-A193-4246-BF0D-12D45318FB15}"/>
                </a:ext>
              </a:extLst>
            </p:cNvPr>
            <p:cNvSpPr/>
            <p:nvPr/>
          </p:nvSpPr>
          <p:spPr>
            <a:xfrm>
              <a:off x="6165966" y="2087084"/>
              <a:ext cx="66141" cy="76624"/>
            </a:xfrm>
            <a:custGeom>
              <a:avLst/>
              <a:gdLst>
                <a:gd name="connsiteX0" fmla="*/ 6322 w 66141"/>
                <a:gd name="connsiteY0" fmla="*/ 76624 h 76624"/>
                <a:gd name="connsiteX1" fmla="*/ 5098 w 66141"/>
                <a:gd name="connsiteY1" fmla="*/ 76624 h 76624"/>
                <a:gd name="connsiteX2" fmla="*/ 103 w 66141"/>
                <a:gd name="connsiteY2" fmla="*/ 69185 h 76624"/>
                <a:gd name="connsiteX3" fmla="*/ 57293 w 66141"/>
                <a:gd name="connsiteY3" fmla="*/ 662 h 76624"/>
                <a:gd name="connsiteX4" fmla="*/ 65497 w 66141"/>
                <a:gd name="connsiteY4" fmla="*/ 3482 h 76624"/>
                <a:gd name="connsiteX5" fmla="*/ 65551 w 66141"/>
                <a:gd name="connsiteY5" fmla="*/ 3596 h 76624"/>
                <a:gd name="connsiteX6" fmla="*/ 62594 w 66141"/>
                <a:gd name="connsiteY6" fmla="*/ 12083 h 76624"/>
                <a:gd name="connsiteX7" fmla="*/ 12336 w 66141"/>
                <a:gd name="connsiteY7" fmla="*/ 71385 h 76624"/>
                <a:gd name="connsiteX8" fmla="*/ 6322 w 66141"/>
                <a:gd name="connsiteY8" fmla="*/ 76624 h 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141" h="76624">
                  <a:moveTo>
                    <a:pt x="6322" y="76624"/>
                  </a:moveTo>
                  <a:lnTo>
                    <a:pt x="5098" y="76624"/>
                  </a:lnTo>
                  <a:cubicBezTo>
                    <a:pt x="1720" y="75988"/>
                    <a:pt x="-516" y="72657"/>
                    <a:pt x="103" y="69185"/>
                  </a:cubicBezTo>
                  <a:cubicBezTo>
                    <a:pt x="7749" y="25075"/>
                    <a:pt x="54949" y="1605"/>
                    <a:pt x="57293" y="662"/>
                  </a:cubicBezTo>
                  <a:cubicBezTo>
                    <a:pt x="60316" y="-887"/>
                    <a:pt x="63989" y="375"/>
                    <a:pt x="65497" y="3482"/>
                  </a:cubicBezTo>
                  <a:cubicBezTo>
                    <a:pt x="65515" y="3520"/>
                    <a:pt x="65533" y="3558"/>
                    <a:pt x="65551" y="3596"/>
                  </a:cubicBezTo>
                  <a:cubicBezTo>
                    <a:pt x="67004" y="6779"/>
                    <a:pt x="65683" y="10571"/>
                    <a:pt x="62594" y="12083"/>
                  </a:cubicBezTo>
                  <a:cubicBezTo>
                    <a:pt x="62594" y="12083"/>
                    <a:pt x="18759" y="34085"/>
                    <a:pt x="12336" y="71385"/>
                  </a:cubicBezTo>
                  <a:cubicBezTo>
                    <a:pt x="11802" y="74382"/>
                    <a:pt x="9285" y="76574"/>
                    <a:pt x="6322" y="7662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D5E87578-FFAD-E349-A4F4-DBFB8D94E9FC}"/>
                </a:ext>
              </a:extLst>
            </p:cNvPr>
            <p:cNvSpPr/>
            <p:nvPr/>
          </p:nvSpPr>
          <p:spPr>
            <a:xfrm>
              <a:off x="6266687" y="2037245"/>
              <a:ext cx="42816" cy="44005"/>
            </a:xfrm>
            <a:custGeom>
              <a:avLst/>
              <a:gdLst>
                <a:gd name="connsiteX0" fmla="*/ 21408 w 42816"/>
                <a:gd name="connsiteY0" fmla="*/ 44006 h 44005"/>
                <a:gd name="connsiteX1" fmla="*/ 0 w 42816"/>
                <a:gd name="connsiteY1" fmla="*/ 22003 h 44005"/>
                <a:gd name="connsiteX2" fmla="*/ 21408 w 42816"/>
                <a:gd name="connsiteY2" fmla="*/ 0 h 44005"/>
                <a:gd name="connsiteX3" fmla="*/ 42816 w 42816"/>
                <a:gd name="connsiteY3" fmla="*/ 22003 h 44005"/>
                <a:gd name="connsiteX4" fmla="*/ 21408 w 42816"/>
                <a:gd name="connsiteY4" fmla="*/ 44006 h 44005"/>
                <a:gd name="connsiteX5" fmla="*/ 21408 w 42816"/>
                <a:gd name="connsiteY5" fmla="*/ 12573 h 44005"/>
                <a:gd name="connsiteX6" fmla="*/ 12336 w 42816"/>
                <a:gd name="connsiteY6" fmla="*/ 21899 h 44005"/>
                <a:gd name="connsiteX7" fmla="*/ 21409 w 42816"/>
                <a:gd name="connsiteY7" fmla="*/ 31223 h 44005"/>
                <a:gd name="connsiteX8" fmla="*/ 30482 w 42816"/>
                <a:gd name="connsiteY8" fmla="*/ 21897 h 44005"/>
                <a:gd name="connsiteX9" fmla="*/ 30481 w 42816"/>
                <a:gd name="connsiteY9" fmla="*/ 21793 h 44005"/>
                <a:gd name="connsiteX10" fmla="*/ 21408 w 42816"/>
                <a:gd name="connsiteY10" fmla="*/ 12783 h 4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4005">
                  <a:moveTo>
                    <a:pt x="21408" y="44006"/>
                  </a:moveTo>
                  <a:cubicBezTo>
                    <a:pt x="9585" y="44006"/>
                    <a:pt x="0" y="34155"/>
                    <a:pt x="0" y="22003"/>
                  </a:cubicBezTo>
                  <a:cubicBezTo>
                    <a:pt x="0" y="9851"/>
                    <a:pt x="9585" y="0"/>
                    <a:pt x="21408" y="0"/>
                  </a:cubicBezTo>
                  <a:cubicBezTo>
                    <a:pt x="33231" y="0"/>
                    <a:pt x="42816" y="9851"/>
                    <a:pt x="42816" y="22003"/>
                  </a:cubicBezTo>
                  <a:cubicBezTo>
                    <a:pt x="42816" y="34155"/>
                    <a:pt x="33231" y="44006"/>
                    <a:pt x="21408" y="44006"/>
                  </a:cubicBezTo>
                  <a:close/>
                  <a:moveTo>
                    <a:pt x="21408" y="12573"/>
                  </a:moveTo>
                  <a:cubicBezTo>
                    <a:pt x="16397" y="12573"/>
                    <a:pt x="12335" y="16749"/>
                    <a:pt x="12336" y="21899"/>
                  </a:cubicBezTo>
                  <a:cubicBezTo>
                    <a:pt x="12336" y="27049"/>
                    <a:pt x="16398" y="31223"/>
                    <a:pt x="21409" y="31223"/>
                  </a:cubicBezTo>
                  <a:cubicBezTo>
                    <a:pt x="26420" y="31223"/>
                    <a:pt x="30482" y="27047"/>
                    <a:pt x="30482" y="21897"/>
                  </a:cubicBezTo>
                  <a:cubicBezTo>
                    <a:pt x="30482" y="21863"/>
                    <a:pt x="30481" y="21828"/>
                    <a:pt x="30481" y="21793"/>
                  </a:cubicBezTo>
                  <a:cubicBezTo>
                    <a:pt x="30316" y="16766"/>
                    <a:pt x="26302" y="12780"/>
                    <a:pt x="21408" y="1278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27033FE1-76D4-C847-9B30-2395DE92D5CE}"/>
              </a:ext>
            </a:extLst>
          </p:cNvPr>
          <p:cNvSpPr txBox="1"/>
          <p:nvPr/>
        </p:nvSpPr>
        <p:spPr>
          <a:xfrm>
            <a:off x="5560386" y="5064569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337C195E-183D-044A-9B24-3C2CDDA05090}"/>
              </a:ext>
            </a:extLst>
          </p:cNvPr>
          <p:cNvSpPr txBox="1"/>
          <p:nvPr/>
        </p:nvSpPr>
        <p:spPr>
          <a:xfrm>
            <a:off x="4536258" y="3827081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EE58262C-3291-1B42-A713-76E324EB8556}"/>
              </a:ext>
            </a:extLst>
          </p:cNvPr>
          <p:cNvSpPr txBox="1"/>
          <p:nvPr/>
        </p:nvSpPr>
        <p:spPr>
          <a:xfrm>
            <a:off x="5407986" y="2461577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24EB4004-EA28-8F40-A6BB-C3ABFCD36017}"/>
              </a:ext>
            </a:extLst>
          </p:cNvPr>
          <p:cNvSpPr txBox="1"/>
          <p:nvPr/>
        </p:nvSpPr>
        <p:spPr>
          <a:xfrm>
            <a:off x="6968562" y="2882201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EDEACE2F-FDC1-3147-AFCA-5005A39BCA9E}"/>
              </a:ext>
            </a:extLst>
          </p:cNvPr>
          <p:cNvSpPr txBox="1"/>
          <p:nvPr/>
        </p:nvSpPr>
        <p:spPr>
          <a:xfrm>
            <a:off x="7041714" y="4491545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4F395FE4-217B-E04B-B587-225986361F00}"/>
              </a:ext>
            </a:extLst>
          </p:cNvPr>
          <p:cNvGrpSpPr/>
          <p:nvPr/>
        </p:nvGrpSpPr>
        <p:grpSpPr>
          <a:xfrm>
            <a:off x="5357166" y="3281771"/>
            <a:ext cx="1338870" cy="1238019"/>
            <a:chOff x="5398240" y="3718434"/>
            <a:chExt cx="1338870" cy="1238019"/>
          </a:xfrm>
        </p:grpSpPr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7D4BD59B-468B-334A-997D-00306B8945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69" name="Title 1">
              <a:extLst>
                <a:ext uri="{FF2B5EF4-FFF2-40B4-BE49-F238E27FC236}">
                  <a16:creationId xmlns:a16="http://schemas.microsoft.com/office/drawing/2014/main" id="{9789824C-3AD9-6240-8978-2B115F64144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38617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159B883C-C2A4-CD42-8DC4-0225E5AA62A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F3368E7-C670-CB4C-93DC-4742D565C255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EEA8896-497D-954A-A5EE-4B154A702CAF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F474FF26-4ABA-674F-8E90-0C80B4CED4AB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693F6B68-8E4E-3A4E-AA03-E2A0324232EF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3B256360-841D-9D4E-967A-4FD9CA51F608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0E284E3-B528-134D-99B7-FFDF5AEFEAB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876387" y="1553603"/>
            <a:ext cx="4439227" cy="4439227"/>
            <a:chOff x="2302" y="1157"/>
            <a:chExt cx="3076" cy="3076"/>
          </a:xfrm>
        </p:grpSpPr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556910FB-C94F-8B44-9CC7-5A635B0E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852"/>
              <a:ext cx="880" cy="745"/>
            </a:xfrm>
            <a:custGeom>
              <a:avLst/>
              <a:gdLst>
                <a:gd name="T0" fmla="*/ 31 w 447"/>
                <a:gd name="T1" fmla="*/ 181 h 378"/>
                <a:gd name="T2" fmla="*/ 70 w 447"/>
                <a:gd name="T3" fmla="*/ 261 h 378"/>
                <a:gd name="T4" fmla="*/ 165 w 447"/>
                <a:gd name="T5" fmla="*/ 329 h 378"/>
                <a:gd name="T6" fmla="*/ 253 w 447"/>
                <a:gd name="T7" fmla="*/ 342 h 378"/>
                <a:gd name="T8" fmla="*/ 284 w 447"/>
                <a:gd name="T9" fmla="*/ 378 h 378"/>
                <a:gd name="T10" fmla="*/ 447 w 447"/>
                <a:gd name="T11" fmla="*/ 325 h 378"/>
                <a:gd name="T12" fmla="*/ 396 w 447"/>
                <a:gd name="T13" fmla="*/ 293 h 378"/>
                <a:gd name="T14" fmla="*/ 258 w 447"/>
                <a:gd name="T15" fmla="*/ 273 h 378"/>
                <a:gd name="T16" fmla="*/ 110 w 447"/>
                <a:gd name="T17" fmla="*/ 165 h 378"/>
                <a:gd name="T18" fmla="*/ 48 w 447"/>
                <a:gd name="T19" fmla="*/ 40 h 378"/>
                <a:gd name="T20" fmla="*/ 0 w 447"/>
                <a:gd name="T21" fmla="*/ 2 h 378"/>
                <a:gd name="T22" fmla="*/ 0 w 447"/>
                <a:gd name="T23" fmla="*/ 157 h 378"/>
                <a:gd name="T24" fmla="*/ 31 w 447"/>
                <a:gd name="T25" fmla="*/ 181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378">
                  <a:moveTo>
                    <a:pt x="31" y="181"/>
                  </a:moveTo>
                  <a:cubicBezTo>
                    <a:pt x="70" y="261"/>
                    <a:pt x="70" y="261"/>
                    <a:pt x="70" y="261"/>
                  </a:cubicBezTo>
                  <a:cubicBezTo>
                    <a:pt x="86" y="293"/>
                    <a:pt x="129" y="324"/>
                    <a:pt x="165" y="329"/>
                  </a:cubicBezTo>
                  <a:cubicBezTo>
                    <a:pt x="253" y="342"/>
                    <a:pt x="253" y="342"/>
                    <a:pt x="253" y="342"/>
                  </a:cubicBezTo>
                  <a:cubicBezTo>
                    <a:pt x="279" y="346"/>
                    <a:pt x="290" y="360"/>
                    <a:pt x="284" y="378"/>
                  </a:cubicBezTo>
                  <a:cubicBezTo>
                    <a:pt x="447" y="325"/>
                    <a:pt x="447" y="325"/>
                    <a:pt x="447" y="325"/>
                  </a:cubicBezTo>
                  <a:cubicBezTo>
                    <a:pt x="442" y="309"/>
                    <a:pt x="424" y="297"/>
                    <a:pt x="396" y="293"/>
                  </a:cubicBezTo>
                  <a:cubicBezTo>
                    <a:pt x="258" y="273"/>
                    <a:pt x="258" y="273"/>
                    <a:pt x="258" y="273"/>
                  </a:cubicBezTo>
                  <a:cubicBezTo>
                    <a:pt x="202" y="265"/>
                    <a:pt x="135" y="216"/>
                    <a:pt x="110" y="16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35" y="13"/>
                    <a:pt x="17" y="0"/>
                    <a:pt x="0" y="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11" y="156"/>
                    <a:pt x="23" y="164"/>
                    <a:pt x="31" y="18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48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91DDF884-0C17-594F-816B-E4E195B35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157"/>
              <a:ext cx="1436" cy="1276"/>
            </a:xfrm>
            <a:custGeom>
              <a:avLst/>
              <a:gdLst>
                <a:gd name="T0" fmla="*/ 62 w 729"/>
                <a:gd name="T1" fmla="*/ 375 h 648"/>
                <a:gd name="T2" fmla="*/ 124 w 729"/>
                <a:gd name="T3" fmla="*/ 500 h 648"/>
                <a:gd name="T4" fmla="*/ 242 w 729"/>
                <a:gd name="T5" fmla="*/ 585 h 648"/>
                <a:gd name="T6" fmla="*/ 380 w 729"/>
                <a:gd name="T7" fmla="*/ 605 h 648"/>
                <a:gd name="T8" fmla="*/ 455 w 729"/>
                <a:gd name="T9" fmla="*/ 648 h 648"/>
                <a:gd name="T10" fmla="*/ 729 w 729"/>
                <a:gd name="T11" fmla="*/ 559 h 648"/>
                <a:gd name="T12" fmla="*/ 0 w 729"/>
                <a:gd name="T13" fmla="*/ 0 h 648"/>
                <a:gd name="T14" fmla="*/ 0 w 729"/>
                <a:gd name="T15" fmla="*/ 317 h 648"/>
                <a:gd name="T16" fmla="*/ 62 w 729"/>
                <a:gd name="T17" fmla="*/ 375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9" h="648">
                  <a:moveTo>
                    <a:pt x="62" y="375"/>
                  </a:moveTo>
                  <a:cubicBezTo>
                    <a:pt x="124" y="500"/>
                    <a:pt x="124" y="500"/>
                    <a:pt x="124" y="500"/>
                  </a:cubicBezTo>
                  <a:cubicBezTo>
                    <a:pt x="144" y="539"/>
                    <a:pt x="198" y="579"/>
                    <a:pt x="242" y="585"/>
                  </a:cubicBezTo>
                  <a:cubicBezTo>
                    <a:pt x="380" y="605"/>
                    <a:pt x="380" y="605"/>
                    <a:pt x="380" y="605"/>
                  </a:cubicBezTo>
                  <a:cubicBezTo>
                    <a:pt x="415" y="610"/>
                    <a:pt x="441" y="626"/>
                    <a:pt x="455" y="648"/>
                  </a:cubicBezTo>
                  <a:cubicBezTo>
                    <a:pt x="729" y="559"/>
                    <a:pt x="729" y="559"/>
                    <a:pt x="729" y="559"/>
                  </a:cubicBezTo>
                  <a:cubicBezTo>
                    <a:pt x="636" y="242"/>
                    <a:pt x="346" y="9"/>
                    <a:pt x="0" y="0"/>
                  </a:cubicBezTo>
                  <a:cubicBezTo>
                    <a:pt x="0" y="317"/>
                    <a:pt x="0" y="317"/>
                    <a:pt x="0" y="317"/>
                  </a:cubicBezTo>
                  <a:cubicBezTo>
                    <a:pt x="25" y="324"/>
                    <a:pt x="47" y="344"/>
                    <a:pt x="62" y="37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99000">
                  <a:schemeClr val="accent1">
                    <a:lumMod val="75000"/>
                  </a:schemeClr>
                </a:gs>
              </a:gsLst>
              <a:lin ang="5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02AABBAF-26FA-AF48-A1E9-D876532D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92"/>
              <a:ext cx="565" cy="1030"/>
            </a:xfrm>
            <a:custGeom>
              <a:avLst/>
              <a:gdLst>
                <a:gd name="T0" fmla="*/ 282 w 287"/>
                <a:gd name="T1" fmla="*/ 0 h 523"/>
                <a:gd name="T2" fmla="*/ 119 w 287"/>
                <a:gd name="T3" fmla="*/ 53 h 523"/>
                <a:gd name="T4" fmla="*/ 106 w 287"/>
                <a:gd name="T5" fmla="*/ 72 h 523"/>
                <a:gd name="T6" fmla="*/ 42 w 287"/>
                <a:gd name="T7" fmla="*/ 134 h 523"/>
                <a:gd name="T8" fmla="*/ 6 w 287"/>
                <a:gd name="T9" fmla="*/ 245 h 523"/>
                <a:gd name="T10" fmla="*/ 21 w 287"/>
                <a:gd name="T11" fmla="*/ 333 h 523"/>
                <a:gd name="T12" fmla="*/ 2 w 287"/>
                <a:gd name="T13" fmla="*/ 373 h 523"/>
                <a:gd name="T14" fmla="*/ 111 w 287"/>
                <a:gd name="T15" fmla="*/ 523 h 523"/>
                <a:gd name="T16" fmla="*/ 126 w 287"/>
                <a:gd name="T17" fmla="*/ 464 h 523"/>
                <a:gd name="T18" fmla="*/ 103 w 287"/>
                <a:gd name="T19" fmla="*/ 327 h 523"/>
                <a:gd name="T20" fmla="*/ 159 w 287"/>
                <a:gd name="T21" fmla="*/ 152 h 523"/>
                <a:gd name="T22" fmla="*/ 259 w 287"/>
                <a:gd name="T23" fmla="*/ 55 h 523"/>
                <a:gd name="T24" fmla="*/ 282 w 287"/>
                <a:gd name="T25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523">
                  <a:moveTo>
                    <a:pt x="282" y="0"/>
                  </a:moveTo>
                  <a:cubicBezTo>
                    <a:pt x="119" y="53"/>
                    <a:pt x="119" y="53"/>
                    <a:pt x="119" y="53"/>
                  </a:cubicBezTo>
                  <a:cubicBezTo>
                    <a:pt x="117" y="59"/>
                    <a:pt x="112" y="66"/>
                    <a:pt x="106" y="72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16" y="160"/>
                    <a:pt x="0" y="210"/>
                    <a:pt x="6" y="245"/>
                  </a:cubicBezTo>
                  <a:cubicBezTo>
                    <a:pt x="21" y="333"/>
                    <a:pt x="21" y="333"/>
                    <a:pt x="21" y="333"/>
                  </a:cubicBezTo>
                  <a:cubicBezTo>
                    <a:pt x="25" y="356"/>
                    <a:pt x="17" y="371"/>
                    <a:pt x="2" y="373"/>
                  </a:cubicBezTo>
                  <a:cubicBezTo>
                    <a:pt x="111" y="523"/>
                    <a:pt x="111" y="523"/>
                    <a:pt x="111" y="523"/>
                  </a:cubicBezTo>
                  <a:cubicBezTo>
                    <a:pt x="125" y="514"/>
                    <a:pt x="131" y="493"/>
                    <a:pt x="126" y="464"/>
                  </a:cubicBezTo>
                  <a:cubicBezTo>
                    <a:pt x="103" y="327"/>
                    <a:pt x="103" y="327"/>
                    <a:pt x="103" y="327"/>
                  </a:cubicBezTo>
                  <a:cubicBezTo>
                    <a:pt x="93" y="271"/>
                    <a:pt x="119" y="192"/>
                    <a:pt x="159" y="152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80" y="35"/>
                    <a:pt x="287" y="16"/>
                    <a:pt x="282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89060253-2A89-5448-8F24-E0B1C581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337"/>
              <a:ext cx="949" cy="1610"/>
            </a:xfrm>
            <a:custGeom>
              <a:avLst/>
              <a:gdLst>
                <a:gd name="T0" fmla="*/ 188 w 482"/>
                <a:gd name="T1" fmla="*/ 88 h 818"/>
                <a:gd name="T2" fmla="*/ 152 w 482"/>
                <a:gd name="T3" fmla="*/ 163 h 818"/>
                <a:gd name="T4" fmla="*/ 52 w 482"/>
                <a:gd name="T5" fmla="*/ 261 h 818"/>
                <a:gd name="T6" fmla="*/ 7 w 482"/>
                <a:gd name="T7" fmla="*/ 399 h 818"/>
                <a:gd name="T8" fmla="*/ 31 w 482"/>
                <a:gd name="T9" fmla="*/ 537 h 818"/>
                <a:gd name="T10" fmla="*/ 13 w 482"/>
                <a:gd name="T11" fmla="*/ 622 h 818"/>
                <a:gd name="T12" fmla="*/ 12 w 482"/>
                <a:gd name="T13" fmla="*/ 623 h 818"/>
                <a:gd name="T14" fmla="*/ 154 w 482"/>
                <a:gd name="T15" fmla="*/ 818 h 818"/>
                <a:gd name="T16" fmla="*/ 482 w 482"/>
                <a:gd name="T17" fmla="*/ 182 h 818"/>
                <a:gd name="T18" fmla="*/ 461 w 482"/>
                <a:gd name="T19" fmla="*/ 0 h 818"/>
                <a:gd name="T20" fmla="*/ 188 w 482"/>
                <a:gd name="T21" fmla="*/ 88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2" h="818">
                  <a:moveTo>
                    <a:pt x="188" y="88"/>
                  </a:moveTo>
                  <a:cubicBezTo>
                    <a:pt x="188" y="114"/>
                    <a:pt x="176" y="140"/>
                    <a:pt x="152" y="163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21" y="291"/>
                    <a:pt x="0" y="356"/>
                    <a:pt x="7" y="399"/>
                  </a:cubicBezTo>
                  <a:cubicBezTo>
                    <a:pt x="31" y="537"/>
                    <a:pt x="31" y="537"/>
                    <a:pt x="31" y="537"/>
                  </a:cubicBezTo>
                  <a:cubicBezTo>
                    <a:pt x="38" y="581"/>
                    <a:pt x="25" y="608"/>
                    <a:pt x="13" y="622"/>
                  </a:cubicBezTo>
                  <a:cubicBezTo>
                    <a:pt x="13" y="622"/>
                    <a:pt x="12" y="623"/>
                    <a:pt x="12" y="623"/>
                  </a:cubicBezTo>
                  <a:cubicBezTo>
                    <a:pt x="154" y="818"/>
                    <a:pt x="154" y="818"/>
                    <a:pt x="154" y="818"/>
                  </a:cubicBezTo>
                  <a:cubicBezTo>
                    <a:pt x="353" y="677"/>
                    <a:pt x="482" y="444"/>
                    <a:pt x="482" y="182"/>
                  </a:cubicBezTo>
                  <a:cubicBezTo>
                    <a:pt x="482" y="119"/>
                    <a:pt x="475" y="58"/>
                    <a:pt x="461" y="0"/>
                  </a:cubicBezTo>
                  <a:lnTo>
                    <a:pt x="188" y="88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8C76C2A9-9DD0-F44B-B0CA-2506531E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101"/>
              <a:ext cx="1087" cy="441"/>
            </a:xfrm>
            <a:custGeom>
              <a:avLst/>
              <a:gdLst>
                <a:gd name="T0" fmla="*/ 415 w 552"/>
                <a:gd name="T1" fmla="*/ 58 h 224"/>
                <a:gd name="T2" fmla="*/ 336 w 552"/>
                <a:gd name="T3" fmla="*/ 17 h 224"/>
                <a:gd name="T4" fmla="*/ 220 w 552"/>
                <a:gd name="T5" fmla="*/ 17 h 224"/>
                <a:gd name="T6" fmla="*/ 141 w 552"/>
                <a:gd name="T7" fmla="*/ 58 h 224"/>
                <a:gd name="T8" fmla="*/ 108 w 552"/>
                <a:gd name="T9" fmla="*/ 63 h 224"/>
                <a:gd name="T10" fmla="*/ 0 w 552"/>
                <a:gd name="T11" fmla="*/ 211 h 224"/>
                <a:gd name="T12" fmla="*/ 63 w 552"/>
                <a:gd name="T13" fmla="*/ 209 h 224"/>
                <a:gd name="T14" fmla="*/ 186 w 552"/>
                <a:gd name="T15" fmla="*/ 144 h 224"/>
                <a:gd name="T16" fmla="*/ 370 w 552"/>
                <a:gd name="T17" fmla="*/ 144 h 224"/>
                <a:gd name="T18" fmla="*/ 493 w 552"/>
                <a:gd name="T19" fmla="*/ 209 h 224"/>
                <a:gd name="T20" fmla="*/ 552 w 552"/>
                <a:gd name="T21" fmla="*/ 214 h 224"/>
                <a:gd name="T22" fmla="*/ 443 w 552"/>
                <a:gd name="T23" fmla="*/ 64 h 224"/>
                <a:gd name="T24" fmla="*/ 415 w 552"/>
                <a:gd name="T25" fmla="*/ 5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224">
                  <a:moveTo>
                    <a:pt x="415" y="58"/>
                  </a:moveTo>
                  <a:cubicBezTo>
                    <a:pt x="336" y="17"/>
                    <a:pt x="336" y="17"/>
                    <a:pt x="336" y="17"/>
                  </a:cubicBezTo>
                  <a:cubicBezTo>
                    <a:pt x="304" y="0"/>
                    <a:pt x="252" y="0"/>
                    <a:pt x="220" y="17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28" y="65"/>
                    <a:pt x="116" y="66"/>
                    <a:pt x="108" y="63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3" y="223"/>
                    <a:pt x="36" y="224"/>
                    <a:pt x="63" y="209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237" y="118"/>
                    <a:pt x="319" y="118"/>
                    <a:pt x="370" y="144"/>
                  </a:cubicBezTo>
                  <a:cubicBezTo>
                    <a:pt x="493" y="209"/>
                    <a:pt x="493" y="209"/>
                    <a:pt x="493" y="209"/>
                  </a:cubicBezTo>
                  <a:cubicBezTo>
                    <a:pt x="518" y="222"/>
                    <a:pt x="538" y="223"/>
                    <a:pt x="552" y="21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35" y="66"/>
                    <a:pt x="426" y="64"/>
                    <a:pt x="415" y="5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63F3E5A2-4EE5-384A-A3A6-6CD839C7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426"/>
              <a:ext cx="1658" cy="807"/>
            </a:xfrm>
            <a:custGeom>
              <a:avLst/>
              <a:gdLst>
                <a:gd name="T0" fmla="*/ 675 w 842"/>
                <a:gd name="T1" fmla="*/ 96 h 410"/>
                <a:gd name="T2" fmla="*/ 619 w 842"/>
                <a:gd name="T3" fmla="*/ 80 h 410"/>
                <a:gd name="T4" fmla="*/ 496 w 842"/>
                <a:gd name="T5" fmla="*/ 15 h 410"/>
                <a:gd name="T6" fmla="*/ 423 w 842"/>
                <a:gd name="T7" fmla="*/ 0 h 410"/>
                <a:gd name="T8" fmla="*/ 350 w 842"/>
                <a:gd name="T9" fmla="*/ 15 h 410"/>
                <a:gd name="T10" fmla="*/ 227 w 842"/>
                <a:gd name="T11" fmla="*/ 80 h 410"/>
                <a:gd name="T12" fmla="*/ 171 w 842"/>
                <a:gd name="T13" fmla="*/ 96 h 410"/>
                <a:gd name="T14" fmla="*/ 142 w 842"/>
                <a:gd name="T15" fmla="*/ 91 h 410"/>
                <a:gd name="T16" fmla="*/ 0 w 842"/>
                <a:gd name="T17" fmla="*/ 286 h 410"/>
                <a:gd name="T18" fmla="*/ 423 w 842"/>
                <a:gd name="T19" fmla="*/ 410 h 410"/>
                <a:gd name="T20" fmla="*/ 842 w 842"/>
                <a:gd name="T21" fmla="*/ 288 h 410"/>
                <a:gd name="T22" fmla="*/ 700 w 842"/>
                <a:gd name="T23" fmla="*/ 92 h 410"/>
                <a:gd name="T24" fmla="*/ 675 w 842"/>
                <a:gd name="T25" fmla="*/ 96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2" h="410">
                  <a:moveTo>
                    <a:pt x="675" y="96"/>
                  </a:moveTo>
                  <a:cubicBezTo>
                    <a:pt x="658" y="96"/>
                    <a:pt x="639" y="91"/>
                    <a:pt x="619" y="80"/>
                  </a:cubicBezTo>
                  <a:cubicBezTo>
                    <a:pt x="496" y="15"/>
                    <a:pt x="496" y="15"/>
                    <a:pt x="496" y="15"/>
                  </a:cubicBezTo>
                  <a:cubicBezTo>
                    <a:pt x="477" y="6"/>
                    <a:pt x="451" y="0"/>
                    <a:pt x="423" y="0"/>
                  </a:cubicBezTo>
                  <a:cubicBezTo>
                    <a:pt x="395" y="0"/>
                    <a:pt x="369" y="6"/>
                    <a:pt x="350" y="15"/>
                  </a:cubicBezTo>
                  <a:cubicBezTo>
                    <a:pt x="227" y="80"/>
                    <a:pt x="227" y="80"/>
                    <a:pt x="227" y="80"/>
                  </a:cubicBezTo>
                  <a:cubicBezTo>
                    <a:pt x="207" y="91"/>
                    <a:pt x="188" y="96"/>
                    <a:pt x="171" y="96"/>
                  </a:cubicBezTo>
                  <a:cubicBezTo>
                    <a:pt x="160" y="96"/>
                    <a:pt x="151" y="94"/>
                    <a:pt x="142" y="91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122" y="365"/>
                    <a:pt x="267" y="410"/>
                    <a:pt x="423" y="410"/>
                  </a:cubicBezTo>
                  <a:cubicBezTo>
                    <a:pt x="577" y="410"/>
                    <a:pt x="721" y="365"/>
                    <a:pt x="842" y="288"/>
                  </a:cubicBezTo>
                  <a:cubicBezTo>
                    <a:pt x="700" y="92"/>
                    <a:pt x="700" y="92"/>
                    <a:pt x="700" y="92"/>
                  </a:cubicBezTo>
                  <a:cubicBezTo>
                    <a:pt x="692" y="95"/>
                    <a:pt x="684" y="96"/>
                    <a:pt x="675" y="9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EF685749-0D58-FB42-B629-13E864E71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496"/>
              <a:ext cx="563" cy="1020"/>
            </a:xfrm>
            <a:custGeom>
              <a:avLst/>
              <a:gdLst>
                <a:gd name="T0" fmla="*/ 265 w 286"/>
                <a:gd name="T1" fmla="*/ 331 h 518"/>
                <a:gd name="T2" fmla="*/ 280 w 286"/>
                <a:gd name="T3" fmla="*/ 243 h 518"/>
                <a:gd name="T4" fmla="*/ 244 w 286"/>
                <a:gd name="T5" fmla="*/ 132 h 518"/>
                <a:gd name="T6" fmla="*/ 180 w 286"/>
                <a:gd name="T7" fmla="*/ 70 h 518"/>
                <a:gd name="T8" fmla="*/ 168 w 286"/>
                <a:gd name="T9" fmla="*/ 54 h 518"/>
                <a:gd name="T10" fmla="*/ 4 w 286"/>
                <a:gd name="T11" fmla="*/ 0 h 518"/>
                <a:gd name="T12" fmla="*/ 4 w 286"/>
                <a:gd name="T13" fmla="*/ 1 h 518"/>
                <a:gd name="T14" fmla="*/ 27 w 286"/>
                <a:gd name="T15" fmla="*/ 53 h 518"/>
                <a:gd name="T16" fmla="*/ 127 w 286"/>
                <a:gd name="T17" fmla="*/ 150 h 518"/>
                <a:gd name="T18" fmla="*/ 183 w 286"/>
                <a:gd name="T19" fmla="*/ 325 h 518"/>
                <a:gd name="T20" fmla="*/ 160 w 286"/>
                <a:gd name="T21" fmla="*/ 462 h 518"/>
                <a:gd name="T22" fmla="*/ 171 w 286"/>
                <a:gd name="T23" fmla="*/ 518 h 518"/>
                <a:gd name="T24" fmla="*/ 279 w 286"/>
                <a:gd name="T25" fmla="*/ 370 h 518"/>
                <a:gd name="T26" fmla="*/ 265 w 286"/>
                <a:gd name="T27" fmla="*/ 331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6" h="518">
                  <a:moveTo>
                    <a:pt x="265" y="331"/>
                  </a:moveTo>
                  <a:cubicBezTo>
                    <a:pt x="280" y="243"/>
                    <a:pt x="280" y="243"/>
                    <a:pt x="280" y="243"/>
                  </a:cubicBezTo>
                  <a:cubicBezTo>
                    <a:pt x="286" y="208"/>
                    <a:pt x="270" y="158"/>
                    <a:pt x="244" y="132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75" y="65"/>
                    <a:pt x="171" y="59"/>
                    <a:pt x="168" y="5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0" y="16"/>
                    <a:pt x="7" y="34"/>
                    <a:pt x="27" y="53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67" y="190"/>
                    <a:pt x="193" y="269"/>
                    <a:pt x="183" y="32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55" y="488"/>
                    <a:pt x="160" y="507"/>
                    <a:pt x="171" y="518"/>
                  </a:cubicBezTo>
                  <a:cubicBezTo>
                    <a:pt x="279" y="370"/>
                    <a:pt x="279" y="370"/>
                    <a:pt x="279" y="370"/>
                  </a:cubicBezTo>
                  <a:cubicBezTo>
                    <a:pt x="267" y="365"/>
                    <a:pt x="261" y="351"/>
                    <a:pt x="265" y="33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B56E550B-EAC0-EC43-BA10-9C486D20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333"/>
              <a:ext cx="949" cy="1611"/>
            </a:xfrm>
            <a:custGeom>
              <a:avLst/>
              <a:gdLst>
                <a:gd name="T0" fmla="*/ 451 w 482"/>
                <a:gd name="T1" fmla="*/ 539 h 818"/>
                <a:gd name="T2" fmla="*/ 475 w 482"/>
                <a:gd name="T3" fmla="*/ 401 h 818"/>
                <a:gd name="T4" fmla="*/ 430 w 482"/>
                <a:gd name="T5" fmla="*/ 263 h 818"/>
                <a:gd name="T6" fmla="*/ 330 w 482"/>
                <a:gd name="T7" fmla="*/ 165 h 818"/>
                <a:gd name="T8" fmla="*/ 294 w 482"/>
                <a:gd name="T9" fmla="*/ 88 h 818"/>
                <a:gd name="T10" fmla="*/ 22 w 482"/>
                <a:gd name="T11" fmla="*/ 0 h 818"/>
                <a:gd name="T12" fmla="*/ 0 w 482"/>
                <a:gd name="T13" fmla="*/ 184 h 818"/>
                <a:gd name="T14" fmla="*/ 325 w 482"/>
                <a:gd name="T15" fmla="*/ 818 h 818"/>
                <a:gd name="T16" fmla="*/ 467 w 482"/>
                <a:gd name="T17" fmla="*/ 622 h 818"/>
                <a:gd name="T18" fmla="*/ 451 w 482"/>
                <a:gd name="T19" fmla="*/ 539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2" h="818">
                  <a:moveTo>
                    <a:pt x="451" y="539"/>
                  </a:moveTo>
                  <a:cubicBezTo>
                    <a:pt x="475" y="401"/>
                    <a:pt x="475" y="401"/>
                    <a:pt x="475" y="401"/>
                  </a:cubicBezTo>
                  <a:cubicBezTo>
                    <a:pt x="482" y="358"/>
                    <a:pt x="461" y="293"/>
                    <a:pt x="430" y="263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06" y="141"/>
                    <a:pt x="293" y="114"/>
                    <a:pt x="294" y="88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7" y="59"/>
                    <a:pt x="0" y="120"/>
                    <a:pt x="0" y="184"/>
                  </a:cubicBezTo>
                  <a:cubicBezTo>
                    <a:pt x="0" y="445"/>
                    <a:pt x="128" y="676"/>
                    <a:pt x="325" y="818"/>
                  </a:cubicBezTo>
                  <a:cubicBezTo>
                    <a:pt x="467" y="622"/>
                    <a:pt x="467" y="622"/>
                    <a:pt x="467" y="622"/>
                  </a:cubicBezTo>
                  <a:cubicBezTo>
                    <a:pt x="456" y="607"/>
                    <a:pt x="444" y="581"/>
                    <a:pt x="451" y="539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FBBF12F2-EE2E-254B-8ABE-B743429B0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56"/>
              <a:ext cx="872" cy="746"/>
            </a:xfrm>
            <a:custGeom>
              <a:avLst/>
              <a:gdLst>
                <a:gd name="T0" fmla="*/ 194 w 443"/>
                <a:gd name="T1" fmla="*/ 340 h 379"/>
                <a:gd name="T2" fmla="*/ 282 w 443"/>
                <a:gd name="T3" fmla="*/ 327 h 379"/>
                <a:gd name="T4" fmla="*/ 377 w 443"/>
                <a:gd name="T5" fmla="*/ 259 h 379"/>
                <a:gd name="T6" fmla="*/ 416 w 443"/>
                <a:gd name="T7" fmla="*/ 179 h 379"/>
                <a:gd name="T8" fmla="*/ 443 w 443"/>
                <a:gd name="T9" fmla="*/ 155 h 379"/>
                <a:gd name="T10" fmla="*/ 443 w 443"/>
                <a:gd name="T11" fmla="*/ 0 h 379"/>
                <a:gd name="T12" fmla="*/ 399 w 443"/>
                <a:gd name="T13" fmla="*/ 38 h 379"/>
                <a:gd name="T14" fmla="*/ 337 w 443"/>
                <a:gd name="T15" fmla="*/ 163 h 379"/>
                <a:gd name="T16" fmla="*/ 189 w 443"/>
                <a:gd name="T17" fmla="*/ 271 h 379"/>
                <a:gd name="T18" fmla="*/ 51 w 443"/>
                <a:gd name="T19" fmla="*/ 291 h 379"/>
                <a:gd name="T20" fmla="*/ 0 w 443"/>
                <a:gd name="T21" fmla="*/ 325 h 379"/>
                <a:gd name="T22" fmla="*/ 164 w 443"/>
                <a:gd name="T23" fmla="*/ 379 h 379"/>
                <a:gd name="T24" fmla="*/ 194 w 443"/>
                <a:gd name="T25" fmla="*/ 34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3" h="379">
                  <a:moveTo>
                    <a:pt x="194" y="340"/>
                  </a:moveTo>
                  <a:cubicBezTo>
                    <a:pt x="282" y="327"/>
                    <a:pt x="282" y="327"/>
                    <a:pt x="282" y="327"/>
                  </a:cubicBezTo>
                  <a:cubicBezTo>
                    <a:pt x="318" y="322"/>
                    <a:pt x="361" y="291"/>
                    <a:pt x="377" y="259"/>
                  </a:cubicBezTo>
                  <a:cubicBezTo>
                    <a:pt x="416" y="179"/>
                    <a:pt x="416" y="179"/>
                    <a:pt x="416" y="179"/>
                  </a:cubicBezTo>
                  <a:cubicBezTo>
                    <a:pt x="423" y="164"/>
                    <a:pt x="433" y="156"/>
                    <a:pt x="443" y="155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27" y="1"/>
                    <a:pt x="411" y="13"/>
                    <a:pt x="399" y="38"/>
                  </a:cubicBezTo>
                  <a:cubicBezTo>
                    <a:pt x="337" y="163"/>
                    <a:pt x="337" y="163"/>
                    <a:pt x="337" y="163"/>
                  </a:cubicBezTo>
                  <a:cubicBezTo>
                    <a:pt x="312" y="214"/>
                    <a:pt x="245" y="263"/>
                    <a:pt x="189" y="271"/>
                  </a:cubicBezTo>
                  <a:cubicBezTo>
                    <a:pt x="51" y="291"/>
                    <a:pt x="51" y="291"/>
                    <a:pt x="51" y="291"/>
                  </a:cubicBezTo>
                  <a:cubicBezTo>
                    <a:pt x="21" y="295"/>
                    <a:pt x="4" y="308"/>
                    <a:pt x="0" y="325"/>
                  </a:cubicBezTo>
                  <a:cubicBezTo>
                    <a:pt x="164" y="379"/>
                    <a:pt x="164" y="379"/>
                    <a:pt x="164" y="379"/>
                  </a:cubicBezTo>
                  <a:cubicBezTo>
                    <a:pt x="156" y="360"/>
                    <a:pt x="167" y="344"/>
                    <a:pt x="194" y="340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62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91872A4F-4899-6848-AD68-0B9D1D7C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157"/>
              <a:ext cx="1436" cy="1272"/>
            </a:xfrm>
            <a:custGeom>
              <a:avLst/>
              <a:gdLst>
                <a:gd name="T0" fmla="*/ 349 w 729"/>
                <a:gd name="T1" fmla="*/ 605 h 646"/>
                <a:gd name="T2" fmla="*/ 487 w 729"/>
                <a:gd name="T3" fmla="*/ 585 h 646"/>
                <a:gd name="T4" fmla="*/ 605 w 729"/>
                <a:gd name="T5" fmla="*/ 500 h 646"/>
                <a:gd name="T6" fmla="*/ 667 w 729"/>
                <a:gd name="T7" fmla="*/ 375 h 646"/>
                <a:gd name="T8" fmla="*/ 729 w 729"/>
                <a:gd name="T9" fmla="*/ 317 h 646"/>
                <a:gd name="T10" fmla="*/ 729 w 729"/>
                <a:gd name="T11" fmla="*/ 0 h 646"/>
                <a:gd name="T12" fmla="*/ 0 w 729"/>
                <a:gd name="T13" fmla="*/ 557 h 646"/>
                <a:gd name="T14" fmla="*/ 275 w 729"/>
                <a:gd name="T15" fmla="*/ 646 h 646"/>
                <a:gd name="T16" fmla="*/ 349 w 729"/>
                <a:gd name="T17" fmla="*/ 60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9" h="646">
                  <a:moveTo>
                    <a:pt x="349" y="605"/>
                  </a:moveTo>
                  <a:cubicBezTo>
                    <a:pt x="487" y="585"/>
                    <a:pt x="487" y="585"/>
                    <a:pt x="487" y="585"/>
                  </a:cubicBezTo>
                  <a:cubicBezTo>
                    <a:pt x="531" y="579"/>
                    <a:pt x="585" y="539"/>
                    <a:pt x="605" y="500"/>
                  </a:cubicBezTo>
                  <a:cubicBezTo>
                    <a:pt x="667" y="375"/>
                    <a:pt x="667" y="375"/>
                    <a:pt x="667" y="375"/>
                  </a:cubicBezTo>
                  <a:cubicBezTo>
                    <a:pt x="682" y="344"/>
                    <a:pt x="704" y="324"/>
                    <a:pt x="729" y="317"/>
                  </a:cubicBezTo>
                  <a:cubicBezTo>
                    <a:pt x="729" y="0"/>
                    <a:pt x="729" y="0"/>
                    <a:pt x="729" y="0"/>
                  </a:cubicBezTo>
                  <a:cubicBezTo>
                    <a:pt x="384" y="9"/>
                    <a:pt x="94" y="241"/>
                    <a:pt x="0" y="557"/>
                  </a:cubicBezTo>
                  <a:cubicBezTo>
                    <a:pt x="275" y="646"/>
                    <a:pt x="275" y="646"/>
                    <a:pt x="275" y="646"/>
                  </a:cubicBezTo>
                  <a:cubicBezTo>
                    <a:pt x="289" y="625"/>
                    <a:pt x="315" y="610"/>
                    <a:pt x="349" y="605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62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90E67D5-B72E-EB4C-9E40-664C65289DC6}"/>
              </a:ext>
            </a:extLst>
          </p:cNvPr>
          <p:cNvGrpSpPr/>
          <p:nvPr/>
        </p:nvGrpSpPr>
        <p:grpSpPr>
          <a:xfrm>
            <a:off x="5447234" y="3297965"/>
            <a:ext cx="1338870" cy="1100237"/>
            <a:chOff x="5398240" y="3871637"/>
            <a:chExt cx="1338870" cy="1100237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B9717527-79A8-E242-B849-3B0EC74472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17361" y="3871637"/>
              <a:ext cx="500629" cy="443352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23" name="Title 1">
              <a:extLst>
                <a:ext uri="{FF2B5EF4-FFF2-40B4-BE49-F238E27FC236}">
                  <a16:creationId xmlns:a16="http://schemas.microsoft.com/office/drawing/2014/main" id="{24C76C03-C513-D944-9852-492EF92A5A7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80943"/>
              <a:ext cx="1338870" cy="5909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18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18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123DB17E-A379-CD4E-8B02-2FFCED0B22C3}"/>
              </a:ext>
            </a:extLst>
          </p:cNvPr>
          <p:cNvSpPr txBox="1"/>
          <p:nvPr/>
        </p:nvSpPr>
        <p:spPr>
          <a:xfrm>
            <a:off x="4817741" y="4080704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B901B99-AC07-E740-BFFB-7C25A8403195}"/>
              </a:ext>
            </a:extLst>
          </p:cNvPr>
          <p:cNvSpPr txBox="1"/>
          <p:nvPr/>
        </p:nvSpPr>
        <p:spPr>
          <a:xfrm>
            <a:off x="5964554" y="4906425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DAEDE98-66D6-0549-9298-00991F677D40}"/>
              </a:ext>
            </a:extLst>
          </p:cNvPr>
          <p:cNvSpPr txBox="1"/>
          <p:nvPr/>
        </p:nvSpPr>
        <p:spPr>
          <a:xfrm>
            <a:off x="7067558" y="4102093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7318120-7970-0445-AA79-94D6678FFA8D}"/>
              </a:ext>
            </a:extLst>
          </p:cNvPr>
          <p:cNvSpPr txBox="1"/>
          <p:nvPr/>
        </p:nvSpPr>
        <p:spPr>
          <a:xfrm>
            <a:off x="6680785" y="2832063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BD78694-02F7-7543-B093-4B5BFC3C7BA7}"/>
              </a:ext>
            </a:extLst>
          </p:cNvPr>
          <p:cNvSpPr txBox="1"/>
          <p:nvPr/>
        </p:nvSpPr>
        <p:spPr>
          <a:xfrm>
            <a:off x="5286887" y="2816075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grpSp>
        <p:nvGrpSpPr>
          <p:cNvPr id="39" name="Graphic 29">
            <a:extLst>
              <a:ext uri="{FF2B5EF4-FFF2-40B4-BE49-F238E27FC236}">
                <a16:creationId xmlns:a16="http://schemas.microsoft.com/office/drawing/2014/main" id="{CA9DFBFC-A43F-094D-838C-F6451E5BE248}"/>
              </a:ext>
            </a:extLst>
          </p:cNvPr>
          <p:cNvGrpSpPr>
            <a:grpSpLocks noChangeAspect="1"/>
          </p:cNvGrpSpPr>
          <p:nvPr/>
        </p:nvGrpSpPr>
        <p:grpSpPr>
          <a:xfrm>
            <a:off x="6861015" y="2201716"/>
            <a:ext cx="519540" cy="354307"/>
            <a:chOff x="6818814" y="2331294"/>
            <a:chExt cx="472309" cy="322097"/>
          </a:xfrm>
          <a:solidFill>
            <a:srgbClr val="FFFFFF"/>
          </a:solidFill>
        </p:grpSpPr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A64CC39D-CE33-C944-A8B7-DB5371920AB1}"/>
                </a:ext>
              </a:extLst>
            </p:cNvPr>
            <p:cNvSpPr/>
            <p:nvPr/>
          </p:nvSpPr>
          <p:spPr>
            <a:xfrm>
              <a:off x="6876519" y="2576396"/>
              <a:ext cx="15196" cy="76933"/>
            </a:xfrm>
            <a:custGeom>
              <a:avLst/>
              <a:gdLst>
                <a:gd name="connsiteX0" fmla="*/ 7661 w 15196"/>
                <a:gd name="connsiteY0" fmla="*/ 76933 h 76933"/>
                <a:gd name="connsiteX1" fmla="*/ 64 w 15196"/>
                <a:gd name="connsiteY1" fmla="*/ 69646 h 76933"/>
                <a:gd name="connsiteX2" fmla="*/ 63 w 15196"/>
                <a:gd name="connsiteY2" fmla="*/ 69521 h 76933"/>
                <a:gd name="connsiteX3" fmla="*/ 63 w 15196"/>
                <a:gd name="connsiteY3" fmla="*/ 8499 h 76933"/>
                <a:gd name="connsiteX4" fmla="*/ 6628 w 15196"/>
                <a:gd name="connsiteY4" fmla="*/ 63 h 76933"/>
                <a:gd name="connsiteX5" fmla="*/ 15134 w 15196"/>
                <a:gd name="connsiteY5" fmla="*/ 6573 h 76933"/>
                <a:gd name="connsiteX6" fmla="*/ 15134 w 15196"/>
                <a:gd name="connsiteY6" fmla="*/ 8499 h 76933"/>
                <a:gd name="connsiteX7" fmla="*/ 15134 w 15196"/>
                <a:gd name="connsiteY7" fmla="*/ 69521 h 76933"/>
                <a:gd name="connsiteX8" fmla="*/ 7661 w 15196"/>
                <a:gd name="connsiteY8" fmla="*/ 76933 h 7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96" h="76933">
                  <a:moveTo>
                    <a:pt x="7661" y="76933"/>
                  </a:moveTo>
                  <a:cubicBezTo>
                    <a:pt x="3534" y="77001"/>
                    <a:pt x="133" y="73738"/>
                    <a:pt x="64" y="69646"/>
                  </a:cubicBezTo>
                  <a:cubicBezTo>
                    <a:pt x="63" y="69604"/>
                    <a:pt x="63" y="69563"/>
                    <a:pt x="63" y="69521"/>
                  </a:cubicBezTo>
                  <a:lnTo>
                    <a:pt x="63" y="8499"/>
                  </a:lnTo>
                  <a:cubicBezTo>
                    <a:pt x="-473" y="4371"/>
                    <a:pt x="2466" y="594"/>
                    <a:pt x="6628" y="63"/>
                  </a:cubicBezTo>
                  <a:cubicBezTo>
                    <a:pt x="10790" y="-469"/>
                    <a:pt x="14598" y="2446"/>
                    <a:pt x="15134" y="6573"/>
                  </a:cubicBezTo>
                  <a:cubicBezTo>
                    <a:pt x="15217" y="7212"/>
                    <a:pt x="15217" y="7860"/>
                    <a:pt x="15134" y="8499"/>
                  </a:cubicBezTo>
                  <a:lnTo>
                    <a:pt x="15134" y="69521"/>
                  </a:lnTo>
                  <a:cubicBezTo>
                    <a:pt x="15134" y="73614"/>
                    <a:pt x="11788" y="76933"/>
                    <a:pt x="7661" y="7693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FCD8172-B3C5-564B-9EC9-67EB0FD17224}"/>
                </a:ext>
              </a:extLst>
            </p:cNvPr>
            <p:cNvSpPr/>
            <p:nvPr/>
          </p:nvSpPr>
          <p:spPr>
            <a:xfrm>
              <a:off x="6976785" y="2576396"/>
              <a:ext cx="15196" cy="76933"/>
            </a:xfrm>
            <a:custGeom>
              <a:avLst/>
              <a:gdLst>
                <a:gd name="connsiteX0" fmla="*/ 7536 w 15196"/>
                <a:gd name="connsiteY0" fmla="*/ 76933 h 76933"/>
                <a:gd name="connsiteX1" fmla="*/ 63 w 15196"/>
                <a:gd name="connsiteY1" fmla="*/ 69521 h 76933"/>
                <a:gd name="connsiteX2" fmla="*/ 63 w 15196"/>
                <a:gd name="connsiteY2" fmla="*/ 8499 h 76933"/>
                <a:gd name="connsiteX3" fmla="*/ 6628 w 15196"/>
                <a:gd name="connsiteY3" fmla="*/ 63 h 76933"/>
                <a:gd name="connsiteX4" fmla="*/ 15134 w 15196"/>
                <a:gd name="connsiteY4" fmla="*/ 6573 h 76933"/>
                <a:gd name="connsiteX5" fmla="*/ 15134 w 15196"/>
                <a:gd name="connsiteY5" fmla="*/ 8499 h 76933"/>
                <a:gd name="connsiteX6" fmla="*/ 15134 w 15196"/>
                <a:gd name="connsiteY6" fmla="*/ 69521 h 76933"/>
                <a:gd name="connsiteX7" fmla="*/ 7662 w 15196"/>
                <a:gd name="connsiteY7" fmla="*/ 76934 h 76933"/>
                <a:gd name="connsiteX8" fmla="*/ 7536 w 15196"/>
                <a:gd name="connsiteY8" fmla="*/ 76933 h 7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96" h="76933">
                  <a:moveTo>
                    <a:pt x="7536" y="76933"/>
                  </a:moveTo>
                  <a:cubicBezTo>
                    <a:pt x="3409" y="76933"/>
                    <a:pt x="63" y="73614"/>
                    <a:pt x="63" y="69521"/>
                  </a:cubicBezTo>
                  <a:lnTo>
                    <a:pt x="63" y="8499"/>
                  </a:lnTo>
                  <a:cubicBezTo>
                    <a:pt x="-473" y="4371"/>
                    <a:pt x="2466" y="594"/>
                    <a:pt x="6628" y="63"/>
                  </a:cubicBezTo>
                  <a:cubicBezTo>
                    <a:pt x="10790" y="-469"/>
                    <a:pt x="14598" y="2446"/>
                    <a:pt x="15134" y="6573"/>
                  </a:cubicBezTo>
                  <a:cubicBezTo>
                    <a:pt x="15217" y="7212"/>
                    <a:pt x="15217" y="7860"/>
                    <a:pt x="15134" y="8499"/>
                  </a:cubicBezTo>
                  <a:lnTo>
                    <a:pt x="15134" y="69521"/>
                  </a:lnTo>
                  <a:cubicBezTo>
                    <a:pt x="15135" y="73614"/>
                    <a:pt x="11789" y="76933"/>
                    <a:pt x="7662" y="76934"/>
                  </a:cubicBezTo>
                  <a:cubicBezTo>
                    <a:pt x="7620" y="76934"/>
                    <a:pt x="7578" y="76933"/>
                    <a:pt x="7536" y="7693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CB560E38-4E3B-4642-A78F-3530F279C79A}"/>
                </a:ext>
              </a:extLst>
            </p:cNvPr>
            <p:cNvSpPr/>
            <p:nvPr/>
          </p:nvSpPr>
          <p:spPr>
            <a:xfrm>
              <a:off x="6848807" y="2526096"/>
              <a:ext cx="170265" cy="127232"/>
            </a:xfrm>
            <a:custGeom>
              <a:avLst/>
              <a:gdLst>
                <a:gd name="connsiteX0" fmla="*/ 163414 w 170265"/>
                <a:gd name="connsiteY0" fmla="*/ 127232 h 127232"/>
                <a:gd name="connsiteX1" fmla="*/ 7598 w 170265"/>
                <a:gd name="connsiteY1" fmla="*/ 127232 h 127232"/>
                <a:gd name="connsiteX2" fmla="*/ 0 w 170265"/>
                <a:gd name="connsiteY2" fmla="*/ 119697 h 127232"/>
                <a:gd name="connsiteX3" fmla="*/ 0 w 170265"/>
                <a:gd name="connsiteY3" fmla="*/ 38787 h 127232"/>
                <a:gd name="connsiteX4" fmla="*/ 0 w 170265"/>
                <a:gd name="connsiteY4" fmla="*/ 38046 h 127232"/>
                <a:gd name="connsiteX5" fmla="*/ 31263 w 170265"/>
                <a:gd name="connsiteY5" fmla="*/ 5064 h 127232"/>
                <a:gd name="connsiteX6" fmla="*/ 61280 w 170265"/>
                <a:gd name="connsiteY6" fmla="*/ 123 h 127232"/>
                <a:gd name="connsiteX7" fmla="*/ 69981 w 170265"/>
                <a:gd name="connsiteY7" fmla="*/ 6074 h 127232"/>
                <a:gd name="connsiteX8" fmla="*/ 69999 w 170265"/>
                <a:gd name="connsiteY8" fmla="*/ 6176 h 127232"/>
                <a:gd name="connsiteX9" fmla="*/ 63976 w 170265"/>
                <a:gd name="connsiteY9" fmla="*/ 14789 h 127232"/>
                <a:gd name="connsiteX10" fmla="*/ 63771 w 170265"/>
                <a:gd name="connsiteY10" fmla="*/ 14823 h 127232"/>
                <a:gd name="connsiteX11" fmla="*/ 33754 w 170265"/>
                <a:gd name="connsiteY11" fmla="*/ 19888 h 127232"/>
                <a:gd name="connsiteX12" fmla="*/ 15196 w 170265"/>
                <a:gd name="connsiteY12" fmla="*/ 39899 h 127232"/>
                <a:gd name="connsiteX13" fmla="*/ 15196 w 170265"/>
                <a:gd name="connsiteY13" fmla="*/ 112903 h 127232"/>
                <a:gd name="connsiteX14" fmla="*/ 155941 w 170265"/>
                <a:gd name="connsiteY14" fmla="*/ 112903 h 127232"/>
                <a:gd name="connsiteX15" fmla="*/ 155941 w 170265"/>
                <a:gd name="connsiteY15" fmla="*/ 39899 h 127232"/>
                <a:gd name="connsiteX16" fmla="*/ 137258 w 170265"/>
                <a:gd name="connsiteY16" fmla="*/ 20505 h 127232"/>
                <a:gd name="connsiteX17" fmla="*/ 106867 w 170265"/>
                <a:gd name="connsiteY17" fmla="*/ 15194 h 127232"/>
                <a:gd name="connsiteX18" fmla="*/ 100764 w 170265"/>
                <a:gd name="connsiteY18" fmla="*/ 6547 h 127232"/>
                <a:gd name="connsiteX19" fmla="*/ 109483 w 170265"/>
                <a:gd name="connsiteY19" fmla="*/ 494 h 127232"/>
                <a:gd name="connsiteX20" fmla="*/ 139500 w 170265"/>
                <a:gd name="connsiteY20" fmla="*/ 5435 h 127232"/>
                <a:gd name="connsiteX21" fmla="*/ 170265 w 170265"/>
                <a:gd name="connsiteY21" fmla="*/ 38046 h 127232"/>
                <a:gd name="connsiteX22" fmla="*/ 170265 w 170265"/>
                <a:gd name="connsiteY22" fmla="*/ 119697 h 127232"/>
                <a:gd name="connsiteX23" fmla="*/ 162917 w 170265"/>
                <a:gd name="connsiteY23" fmla="*/ 127231 h 127232"/>
                <a:gd name="connsiteX24" fmla="*/ 162792 w 170265"/>
                <a:gd name="connsiteY24" fmla="*/ 127232 h 12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265" h="127232">
                  <a:moveTo>
                    <a:pt x="163414" y="127232"/>
                  </a:moveTo>
                  <a:lnTo>
                    <a:pt x="7598" y="127232"/>
                  </a:lnTo>
                  <a:cubicBezTo>
                    <a:pt x="3402" y="127232"/>
                    <a:pt x="0" y="123859"/>
                    <a:pt x="0" y="119697"/>
                  </a:cubicBezTo>
                  <a:lnTo>
                    <a:pt x="0" y="38787"/>
                  </a:lnTo>
                  <a:cubicBezTo>
                    <a:pt x="0" y="38787"/>
                    <a:pt x="0" y="38787"/>
                    <a:pt x="0" y="38046"/>
                  </a:cubicBezTo>
                  <a:cubicBezTo>
                    <a:pt x="1653" y="21284"/>
                    <a:pt x="14496" y="7735"/>
                    <a:pt x="31263" y="5064"/>
                  </a:cubicBezTo>
                  <a:lnTo>
                    <a:pt x="61280" y="123"/>
                  </a:lnTo>
                  <a:cubicBezTo>
                    <a:pt x="65340" y="-616"/>
                    <a:pt x="69235" y="2048"/>
                    <a:pt x="69981" y="6074"/>
                  </a:cubicBezTo>
                  <a:cubicBezTo>
                    <a:pt x="69987" y="6108"/>
                    <a:pt x="69993" y="6142"/>
                    <a:pt x="69999" y="6176"/>
                  </a:cubicBezTo>
                  <a:cubicBezTo>
                    <a:pt x="70734" y="10204"/>
                    <a:pt x="68038" y="14060"/>
                    <a:pt x="63976" y="14789"/>
                  </a:cubicBezTo>
                  <a:cubicBezTo>
                    <a:pt x="63908" y="14801"/>
                    <a:pt x="63840" y="14813"/>
                    <a:pt x="63771" y="14823"/>
                  </a:cubicBezTo>
                  <a:lnTo>
                    <a:pt x="33754" y="19888"/>
                  </a:lnTo>
                  <a:cubicBezTo>
                    <a:pt x="23697" y="21593"/>
                    <a:pt x="16070" y="29818"/>
                    <a:pt x="15196" y="39899"/>
                  </a:cubicBezTo>
                  <a:lnTo>
                    <a:pt x="15196" y="112903"/>
                  </a:lnTo>
                  <a:lnTo>
                    <a:pt x="155941" y="112903"/>
                  </a:lnTo>
                  <a:lnTo>
                    <a:pt x="155941" y="39899"/>
                  </a:lnTo>
                  <a:cubicBezTo>
                    <a:pt x="154789" y="30017"/>
                    <a:pt x="147159" y="22097"/>
                    <a:pt x="137258" y="20505"/>
                  </a:cubicBezTo>
                  <a:lnTo>
                    <a:pt x="106867" y="15194"/>
                  </a:lnTo>
                  <a:cubicBezTo>
                    <a:pt x="102774" y="14477"/>
                    <a:pt x="100042" y="10606"/>
                    <a:pt x="100764" y="6547"/>
                  </a:cubicBezTo>
                  <a:cubicBezTo>
                    <a:pt x="101486" y="2487"/>
                    <a:pt x="105390" y="-222"/>
                    <a:pt x="109483" y="494"/>
                  </a:cubicBezTo>
                  <a:lnTo>
                    <a:pt x="139500" y="5435"/>
                  </a:lnTo>
                  <a:cubicBezTo>
                    <a:pt x="155950" y="8268"/>
                    <a:pt x="168508" y="21580"/>
                    <a:pt x="170265" y="38046"/>
                  </a:cubicBezTo>
                  <a:lnTo>
                    <a:pt x="170265" y="119697"/>
                  </a:lnTo>
                  <a:cubicBezTo>
                    <a:pt x="170334" y="123790"/>
                    <a:pt x="167044" y="127163"/>
                    <a:pt x="162917" y="127231"/>
                  </a:cubicBezTo>
                  <a:cubicBezTo>
                    <a:pt x="162875" y="127232"/>
                    <a:pt x="162834" y="127232"/>
                    <a:pt x="162792" y="127232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AC78C43-DB72-1847-ABDF-609225F492C9}"/>
                </a:ext>
              </a:extLst>
            </p:cNvPr>
            <p:cNvSpPr/>
            <p:nvPr/>
          </p:nvSpPr>
          <p:spPr>
            <a:xfrm>
              <a:off x="7107940" y="2576396"/>
              <a:ext cx="15196" cy="76933"/>
            </a:xfrm>
            <a:custGeom>
              <a:avLst/>
              <a:gdLst>
                <a:gd name="connsiteX0" fmla="*/ 7536 w 15196"/>
                <a:gd name="connsiteY0" fmla="*/ 76933 h 76933"/>
                <a:gd name="connsiteX1" fmla="*/ 63 w 15196"/>
                <a:gd name="connsiteY1" fmla="*/ 69521 h 76933"/>
                <a:gd name="connsiteX2" fmla="*/ 63 w 15196"/>
                <a:gd name="connsiteY2" fmla="*/ 8499 h 76933"/>
                <a:gd name="connsiteX3" fmla="*/ 6628 w 15196"/>
                <a:gd name="connsiteY3" fmla="*/ 63 h 76933"/>
                <a:gd name="connsiteX4" fmla="*/ 15134 w 15196"/>
                <a:gd name="connsiteY4" fmla="*/ 6573 h 76933"/>
                <a:gd name="connsiteX5" fmla="*/ 15134 w 15196"/>
                <a:gd name="connsiteY5" fmla="*/ 8499 h 76933"/>
                <a:gd name="connsiteX6" fmla="*/ 15134 w 15196"/>
                <a:gd name="connsiteY6" fmla="*/ 69521 h 76933"/>
                <a:gd name="connsiteX7" fmla="*/ 7662 w 15196"/>
                <a:gd name="connsiteY7" fmla="*/ 76934 h 76933"/>
                <a:gd name="connsiteX8" fmla="*/ 7536 w 15196"/>
                <a:gd name="connsiteY8" fmla="*/ 76933 h 7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96" h="76933">
                  <a:moveTo>
                    <a:pt x="7536" y="76933"/>
                  </a:moveTo>
                  <a:cubicBezTo>
                    <a:pt x="3409" y="76933"/>
                    <a:pt x="63" y="73614"/>
                    <a:pt x="63" y="69521"/>
                  </a:cubicBezTo>
                  <a:lnTo>
                    <a:pt x="63" y="8499"/>
                  </a:lnTo>
                  <a:cubicBezTo>
                    <a:pt x="-473" y="4371"/>
                    <a:pt x="2466" y="594"/>
                    <a:pt x="6628" y="63"/>
                  </a:cubicBezTo>
                  <a:cubicBezTo>
                    <a:pt x="10790" y="-469"/>
                    <a:pt x="14598" y="2446"/>
                    <a:pt x="15134" y="6573"/>
                  </a:cubicBezTo>
                  <a:cubicBezTo>
                    <a:pt x="15217" y="7212"/>
                    <a:pt x="15217" y="7860"/>
                    <a:pt x="15134" y="8499"/>
                  </a:cubicBezTo>
                  <a:lnTo>
                    <a:pt x="15134" y="69521"/>
                  </a:lnTo>
                  <a:cubicBezTo>
                    <a:pt x="15135" y="73614"/>
                    <a:pt x="11789" y="76933"/>
                    <a:pt x="7662" y="76934"/>
                  </a:cubicBezTo>
                  <a:cubicBezTo>
                    <a:pt x="7620" y="76934"/>
                    <a:pt x="7578" y="76933"/>
                    <a:pt x="7536" y="7693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75E1B04-E9D7-294C-97A7-ABE76E1B788B}"/>
                </a:ext>
              </a:extLst>
            </p:cNvPr>
            <p:cNvSpPr/>
            <p:nvPr/>
          </p:nvSpPr>
          <p:spPr>
            <a:xfrm>
              <a:off x="7208205" y="2576396"/>
              <a:ext cx="15196" cy="76933"/>
            </a:xfrm>
            <a:custGeom>
              <a:avLst/>
              <a:gdLst>
                <a:gd name="connsiteX0" fmla="*/ 7536 w 15196"/>
                <a:gd name="connsiteY0" fmla="*/ 76933 h 76933"/>
                <a:gd name="connsiteX1" fmla="*/ 63 w 15196"/>
                <a:gd name="connsiteY1" fmla="*/ 69521 h 76933"/>
                <a:gd name="connsiteX2" fmla="*/ 63 w 15196"/>
                <a:gd name="connsiteY2" fmla="*/ 8499 h 76933"/>
                <a:gd name="connsiteX3" fmla="*/ 6628 w 15196"/>
                <a:gd name="connsiteY3" fmla="*/ 63 h 76933"/>
                <a:gd name="connsiteX4" fmla="*/ 15134 w 15196"/>
                <a:gd name="connsiteY4" fmla="*/ 6573 h 76933"/>
                <a:gd name="connsiteX5" fmla="*/ 15134 w 15196"/>
                <a:gd name="connsiteY5" fmla="*/ 8499 h 76933"/>
                <a:gd name="connsiteX6" fmla="*/ 15134 w 15196"/>
                <a:gd name="connsiteY6" fmla="*/ 69521 h 76933"/>
                <a:gd name="connsiteX7" fmla="*/ 7662 w 15196"/>
                <a:gd name="connsiteY7" fmla="*/ 76934 h 76933"/>
                <a:gd name="connsiteX8" fmla="*/ 7536 w 15196"/>
                <a:gd name="connsiteY8" fmla="*/ 76933 h 7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96" h="76933">
                  <a:moveTo>
                    <a:pt x="7536" y="76933"/>
                  </a:moveTo>
                  <a:cubicBezTo>
                    <a:pt x="3409" y="76933"/>
                    <a:pt x="63" y="73614"/>
                    <a:pt x="63" y="69521"/>
                  </a:cubicBezTo>
                  <a:lnTo>
                    <a:pt x="63" y="8499"/>
                  </a:lnTo>
                  <a:cubicBezTo>
                    <a:pt x="-473" y="4371"/>
                    <a:pt x="2466" y="594"/>
                    <a:pt x="6628" y="63"/>
                  </a:cubicBezTo>
                  <a:cubicBezTo>
                    <a:pt x="10790" y="-469"/>
                    <a:pt x="14598" y="2446"/>
                    <a:pt x="15134" y="6573"/>
                  </a:cubicBezTo>
                  <a:cubicBezTo>
                    <a:pt x="15217" y="7212"/>
                    <a:pt x="15217" y="7860"/>
                    <a:pt x="15134" y="8499"/>
                  </a:cubicBezTo>
                  <a:lnTo>
                    <a:pt x="15134" y="69521"/>
                  </a:lnTo>
                  <a:cubicBezTo>
                    <a:pt x="15135" y="73614"/>
                    <a:pt x="11789" y="76933"/>
                    <a:pt x="7662" y="76934"/>
                  </a:cubicBezTo>
                  <a:cubicBezTo>
                    <a:pt x="7620" y="76934"/>
                    <a:pt x="7578" y="76933"/>
                    <a:pt x="7536" y="7693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2D9C556C-5DB0-324D-BE52-82015F28850B}"/>
                </a:ext>
              </a:extLst>
            </p:cNvPr>
            <p:cNvSpPr/>
            <p:nvPr/>
          </p:nvSpPr>
          <p:spPr>
            <a:xfrm>
              <a:off x="7080184" y="2526096"/>
              <a:ext cx="170808" cy="127257"/>
            </a:xfrm>
            <a:custGeom>
              <a:avLst/>
              <a:gdLst>
                <a:gd name="connsiteX0" fmla="*/ 163084 w 170808"/>
                <a:gd name="connsiteY0" fmla="*/ 127232 h 127257"/>
                <a:gd name="connsiteX1" fmla="*/ 7517 w 170808"/>
                <a:gd name="connsiteY1" fmla="*/ 127232 h 127257"/>
                <a:gd name="connsiteX2" fmla="*/ 43 w 170808"/>
                <a:gd name="connsiteY2" fmla="*/ 119822 h 127257"/>
                <a:gd name="connsiteX3" fmla="*/ 44 w 170808"/>
                <a:gd name="connsiteY3" fmla="*/ 119697 h 127257"/>
                <a:gd name="connsiteX4" fmla="*/ 44 w 170808"/>
                <a:gd name="connsiteY4" fmla="*/ 38787 h 127257"/>
                <a:gd name="connsiteX5" fmla="*/ 44 w 170808"/>
                <a:gd name="connsiteY5" fmla="*/ 38046 h 127257"/>
                <a:gd name="connsiteX6" fmla="*/ 31182 w 170808"/>
                <a:gd name="connsiteY6" fmla="*/ 5064 h 127257"/>
                <a:gd name="connsiteX7" fmla="*/ 61324 w 170808"/>
                <a:gd name="connsiteY7" fmla="*/ 123 h 127257"/>
                <a:gd name="connsiteX8" fmla="*/ 70025 w 170808"/>
                <a:gd name="connsiteY8" fmla="*/ 6074 h 127257"/>
                <a:gd name="connsiteX9" fmla="*/ 70043 w 170808"/>
                <a:gd name="connsiteY9" fmla="*/ 6176 h 127257"/>
                <a:gd name="connsiteX10" fmla="*/ 63815 w 170808"/>
                <a:gd name="connsiteY10" fmla="*/ 14823 h 127257"/>
                <a:gd name="connsiteX11" fmla="*/ 33673 w 170808"/>
                <a:gd name="connsiteY11" fmla="*/ 19888 h 127257"/>
                <a:gd name="connsiteX12" fmla="*/ 15115 w 170808"/>
                <a:gd name="connsiteY12" fmla="*/ 39899 h 127257"/>
                <a:gd name="connsiteX13" fmla="*/ 15115 w 170808"/>
                <a:gd name="connsiteY13" fmla="*/ 112903 h 127257"/>
                <a:gd name="connsiteX14" fmla="*/ 155860 w 170808"/>
                <a:gd name="connsiteY14" fmla="*/ 112903 h 127257"/>
                <a:gd name="connsiteX15" fmla="*/ 155860 w 170808"/>
                <a:gd name="connsiteY15" fmla="*/ 39899 h 127257"/>
                <a:gd name="connsiteX16" fmla="*/ 137177 w 170808"/>
                <a:gd name="connsiteY16" fmla="*/ 20505 h 127257"/>
                <a:gd name="connsiteX17" fmla="*/ 106911 w 170808"/>
                <a:gd name="connsiteY17" fmla="*/ 15194 h 127257"/>
                <a:gd name="connsiteX18" fmla="*/ 100789 w 170808"/>
                <a:gd name="connsiteY18" fmla="*/ 6649 h 127257"/>
                <a:gd name="connsiteX19" fmla="*/ 100808 w 170808"/>
                <a:gd name="connsiteY19" fmla="*/ 6547 h 127257"/>
                <a:gd name="connsiteX20" fmla="*/ 109194 w 170808"/>
                <a:gd name="connsiteY20" fmla="*/ 459 h 127257"/>
                <a:gd name="connsiteX21" fmla="*/ 109402 w 170808"/>
                <a:gd name="connsiteY21" fmla="*/ 494 h 127257"/>
                <a:gd name="connsiteX22" fmla="*/ 139544 w 170808"/>
                <a:gd name="connsiteY22" fmla="*/ 5435 h 127257"/>
                <a:gd name="connsiteX23" fmla="*/ 170807 w 170808"/>
                <a:gd name="connsiteY23" fmla="*/ 38417 h 127257"/>
                <a:gd name="connsiteX24" fmla="*/ 170807 w 170808"/>
                <a:gd name="connsiteY24" fmla="*/ 120068 h 127257"/>
                <a:gd name="connsiteX25" fmla="*/ 168565 w 170808"/>
                <a:gd name="connsiteY25" fmla="*/ 125380 h 127257"/>
                <a:gd name="connsiteX26" fmla="*/ 163084 w 170808"/>
                <a:gd name="connsiteY26" fmla="*/ 127232 h 12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0808" h="127257">
                  <a:moveTo>
                    <a:pt x="163084" y="127232"/>
                  </a:moveTo>
                  <a:lnTo>
                    <a:pt x="7517" y="127232"/>
                  </a:lnTo>
                  <a:cubicBezTo>
                    <a:pt x="3390" y="127233"/>
                    <a:pt x="43" y="123915"/>
                    <a:pt x="43" y="119822"/>
                  </a:cubicBezTo>
                  <a:cubicBezTo>
                    <a:pt x="43" y="119780"/>
                    <a:pt x="43" y="119739"/>
                    <a:pt x="44" y="119697"/>
                  </a:cubicBezTo>
                  <a:lnTo>
                    <a:pt x="44" y="38787"/>
                  </a:lnTo>
                  <a:cubicBezTo>
                    <a:pt x="-15" y="38544"/>
                    <a:pt x="-15" y="38290"/>
                    <a:pt x="44" y="38046"/>
                  </a:cubicBezTo>
                  <a:cubicBezTo>
                    <a:pt x="1684" y="21322"/>
                    <a:pt x="14464" y="7786"/>
                    <a:pt x="31182" y="5064"/>
                  </a:cubicBezTo>
                  <a:lnTo>
                    <a:pt x="61324" y="123"/>
                  </a:lnTo>
                  <a:cubicBezTo>
                    <a:pt x="65384" y="-616"/>
                    <a:pt x="69279" y="2048"/>
                    <a:pt x="70025" y="6074"/>
                  </a:cubicBezTo>
                  <a:cubicBezTo>
                    <a:pt x="70031" y="6108"/>
                    <a:pt x="70037" y="6142"/>
                    <a:pt x="70043" y="6176"/>
                  </a:cubicBezTo>
                  <a:cubicBezTo>
                    <a:pt x="70718" y="10267"/>
                    <a:pt x="67936" y="14130"/>
                    <a:pt x="63815" y="14823"/>
                  </a:cubicBezTo>
                  <a:lnTo>
                    <a:pt x="33673" y="19888"/>
                  </a:lnTo>
                  <a:cubicBezTo>
                    <a:pt x="23638" y="21633"/>
                    <a:pt x="16031" y="29836"/>
                    <a:pt x="15115" y="39899"/>
                  </a:cubicBezTo>
                  <a:lnTo>
                    <a:pt x="15115" y="112903"/>
                  </a:lnTo>
                  <a:lnTo>
                    <a:pt x="155860" y="112903"/>
                  </a:lnTo>
                  <a:lnTo>
                    <a:pt x="155860" y="39899"/>
                  </a:lnTo>
                  <a:cubicBezTo>
                    <a:pt x="154668" y="30036"/>
                    <a:pt x="147057" y="22136"/>
                    <a:pt x="137177" y="20505"/>
                  </a:cubicBezTo>
                  <a:lnTo>
                    <a:pt x="106911" y="15194"/>
                  </a:lnTo>
                  <a:cubicBezTo>
                    <a:pt x="102841" y="14511"/>
                    <a:pt x="100101" y="10685"/>
                    <a:pt x="100789" y="6649"/>
                  </a:cubicBezTo>
                  <a:cubicBezTo>
                    <a:pt x="100795" y="6615"/>
                    <a:pt x="100801" y="6581"/>
                    <a:pt x="100808" y="6547"/>
                  </a:cubicBezTo>
                  <a:cubicBezTo>
                    <a:pt x="101428" y="2569"/>
                    <a:pt x="105183" y="-157"/>
                    <a:pt x="109194" y="459"/>
                  </a:cubicBezTo>
                  <a:cubicBezTo>
                    <a:pt x="109263" y="470"/>
                    <a:pt x="109333" y="481"/>
                    <a:pt x="109402" y="494"/>
                  </a:cubicBezTo>
                  <a:lnTo>
                    <a:pt x="139544" y="5435"/>
                  </a:lnTo>
                  <a:cubicBezTo>
                    <a:pt x="156311" y="8106"/>
                    <a:pt x="169154" y="21654"/>
                    <a:pt x="170807" y="38417"/>
                  </a:cubicBezTo>
                  <a:lnTo>
                    <a:pt x="170807" y="120068"/>
                  </a:lnTo>
                  <a:cubicBezTo>
                    <a:pt x="170857" y="122074"/>
                    <a:pt x="170041" y="124007"/>
                    <a:pt x="168565" y="125380"/>
                  </a:cubicBezTo>
                  <a:cubicBezTo>
                    <a:pt x="167078" y="126728"/>
                    <a:pt x="165092" y="127400"/>
                    <a:pt x="163084" y="127232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E6D84C65-9943-F145-A5B6-E03A3AF25D54}"/>
                </a:ext>
              </a:extLst>
            </p:cNvPr>
            <p:cNvSpPr/>
            <p:nvPr/>
          </p:nvSpPr>
          <p:spPr>
            <a:xfrm>
              <a:off x="6903654" y="2526296"/>
              <a:ext cx="60705" cy="39711"/>
            </a:xfrm>
            <a:custGeom>
              <a:avLst/>
              <a:gdLst>
                <a:gd name="connsiteX0" fmla="*/ 29849 w 60705"/>
                <a:gd name="connsiteY0" fmla="*/ 39699 h 39711"/>
                <a:gd name="connsiteX1" fmla="*/ 24244 w 60705"/>
                <a:gd name="connsiteY1" fmla="*/ 37105 h 39711"/>
                <a:gd name="connsiteX2" fmla="*/ 2198 w 60705"/>
                <a:gd name="connsiteY2" fmla="*/ 12400 h 39711"/>
                <a:gd name="connsiteX3" fmla="*/ 2180 w 60705"/>
                <a:gd name="connsiteY3" fmla="*/ 1918 h 39711"/>
                <a:gd name="connsiteX4" fmla="*/ 2198 w 60705"/>
                <a:gd name="connsiteY4" fmla="*/ 1900 h 39711"/>
                <a:gd name="connsiteX5" fmla="*/ 12910 w 60705"/>
                <a:gd name="connsiteY5" fmla="*/ 2517 h 39711"/>
                <a:gd name="connsiteX6" fmla="*/ 29475 w 60705"/>
                <a:gd name="connsiteY6" fmla="*/ 21293 h 39711"/>
                <a:gd name="connsiteX7" fmla="*/ 47785 w 60705"/>
                <a:gd name="connsiteY7" fmla="*/ 2641 h 39711"/>
                <a:gd name="connsiteX8" fmla="*/ 58352 w 60705"/>
                <a:gd name="connsiteY8" fmla="*/ 2498 h 39711"/>
                <a:gd name="connsiteX9" fmla="*/ 58496 w 60705"/>
                <a:gd name="connsiteY9" fmla="*/ 2641 h 39711"/>
                <a:gd name="connsiteX10" fmla="*/ 58496 w 60705"/>
                <a:gd name="connsiteY10" fmla="*/ 13264 h 39711"/>
                <a:gd name="connsiteX11" fmla="*/ 34956 w 60705"/>
                <a:gd name="connsiteY11" fmla="*/ 37970 h 39711"/>
                <a:gd name="connsiteX12" fmla="*/ 29849 w 60705"/>
                <a:gd name="connsiteY12" fmla="*/ 39699 h 3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705" h="39711">
                  <a:moveTo>
                    <a:pt x="29849" y="39699"/>
                  </a:moveTo>
                  <a:cubicBezTo>
                    <a:pt x="27698" y="39647"/>
                    <a:pt x="25666" y="38706"/>
                    <a:pt x="24244" y="37105"/>
                  </a:cubicBezTo>
                  <a:lnTo>
                    <a:pt x="2198" y="12400"/>
                  </a:lnTo>
                  <a:cubicBezTo>
                    <a:pt x="-725" y="9510"/>
                    <a:pt x="-734" y="4817"/>
                    <a:pt x="2180" y="1918"/>
                  </a:cubicBezTo>
                  <a:cubicBezTo>
                    <a:pt x="2186" y="1912"/>
                    <a:pt x="2192" y="1906"/>
                    <a:pt x="2198" y="1900"/>
                  </a:cubicBezTo>
                  <a:cubicBezTo>
                    <a:pt x="5330" y="-857"/>
                    <a:pt x="10121" y="-581"/>
                    <a:pt x="12910" y="2517"/>
                  </a:cubicBezTo>
                  <a:lnTo>
                    <a:pt x="29475" y="21293"/>
                  </a:lnTo>
                  <a:lnTo>
                    <a:pt x="47785" y="2641"/>
                  </a:lnTo>
                  <a:cubicBezTo>
                    <a:pt x="50663" y="-293"/>
                    <a:pt x="55395" y="-357"/>
                    <a:pt x="58352" y="2498"/>
                  </a:cubicBezTo>
                  <a:cubicBezTo>
                    <a:pt x="58401" y="2545"/>
                    <a:pt x="58449" y="2593"/>
                    <a:pt x="58496" y="2641"/>
                  </a:cubicBezTo>
                  <a:cubicBezTo>
                    <a:pt x="61441" y="5580"/>
                    <a:pt x="61441" y="10325"/>
                    <a:pt x="58496" y="13264"/>
                  </a:cubicBezTo>
                  <a:lnTo>
                    <a:pt x="34956" y="37970"/>
                  </a:lnTo>
                  <a:cubicBezTo>
                    <a:pt x="33549" y="39190"/>
                    <a:pt x="31714" y="39812"/>
                    <a:pt x="29849" y="39699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31678B2-0D1B-A94B-A66D-C5BC7D2A131E}"/>
                </a:ext>
              </a:extLst>
            </p:cNvPr>
            <p:cNvSpPr/>
            <p:nvPr/>
          </p:nvSpPr>
          <p:spPr>
            <a:xfrm>
              <a:off x="7135346" y="2525624"/>
              <a:ext cx="61076" cy="37405"/>
            </a:xfrm>
            <a:custGeom>
              <a:avLst/>
              <a:gdLst>
                <a:gd name="connsiteX0" fmla="*/ 30325 w 61076"/>
                <a:gd name="connsiteY0" fmla="*/ 37406 h 37405"/>
                <a:gd name="connsiteX1" fmla="*/ 25093 w 61076"/>
                <a:gd name="connsiteY1" fmla="*/ 35306 h 37405"/>
                <a:gd name="connsiteX2" fmla="*/ 2300 w 61076"/>
                <a:gd name="connsiteY2" fmla="*/ 13318 h 37405"/>
                <a:gd name="connsiteX3" fmla="*/ 2113 w 61076"/>
                <a:gd name="connsiteY3" fmla="*/ 2757 h 37405"/>
                <a:gd name="connsiteX4" fmla="*/ 12763 w 61076"/>
                <a:gd name="connsiteY4" fmla="*/ 2571 h 37405"/>
                <a:gd name="connsiteX5" fmla="*/ 30325 w 61076"/>
                <a:gd name="connsiteY5" fmla="*/ 19494 h 37405"/>
                <a:gd name="connsiteX6" fmla="*/ 47762 w 61076"/>
                <a:gd name="connsiteY6" fmla="*/ 2571 h 37405"/>
                <a:gd name="connsiteX7" fmla="*/ 58484 w 61076"/>
                <a:gd name="connsiteY7" fmla="*/ 1866 h 37405"/>
                <a:gd name="connsiteX8" fmla="*/ 59194 w 61076"/>
                <a:gd name="connsiteY8" fmla="*/ 12499 h 37405"/>
                <a:gd name="connsiteX9" fmla="*/ 58349 w 61076"/>
                <a:gd name="connsiteY9" fmla="*/ 13318 h 37405"/>
                <a:gd name="connsiteX10" fmla="*/ 35556 w 61076"/>
                <a:gd name="connsiteY10" fmla="*/ 35306 h 37405"/>
                <a:gd name="connsiteX11" fmla="*/ 30325 w 61076"/>
                <a:gd name="connsiteY11" fmla="*/ 37406 h 3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076" h="37405">
                  <a:moveTo>
                    <a:pt x="30325" y="37406"/>
                  </a:moveTo>
                  <a:cubicBezTo>
                    <a:pt x="28374" y="37398"/>
                    <a:pt x="26501" y="36646"/>
                    <a:pt x="25093" y="35306"/>
                  </a:cubicBezTo>
                  <a:lnTo>
                    <a:pt x="2300" y="13318"/>
                  </a:lnTo>
                  <a:cubicBezTo>
                    <a:pt x="-692" y="10453"/>
                    <a:pt x="-776" y="5724"/>
                    <a:pt x="2113" y="2757"/>
                  </a:cubicBezTo>
                  <a:cubicBezTo>
                    <a:pt x="5002" y="-211"/>
                    <a:pt x="9770" y="-294"/>
                    <a:pt x="12763" y="2571"/>
                  </a:cubicBezTo>
                  <a:lnTo>
                    <a:pt x="30325" y="19494"/>
                  </a:lnTo>
                  <a:lnTo>
                    <a:pt x="47762" y="2571"/>
                  </a:lnTo>
                  <a:cubicBezTo>
                    <a:pt x="50527" y="-560"/>
                    <a:pt x="55327" y="-875"/>
                    <a:pt x="58484" y="1866"/>
                  </a:cubicBezTo>
                  <a:cubicBezTo>
                    <a:pt x="61641" y="4608"/>
                    <a:pt x="61959" y="9368"/>
                    <a:pt x="59194" y="12499"/>
                  </a:cubicBezTo>
                  <a:cubicBezTo>
                    <a:pt x="58935" y="12794"/>
                    <a:pt x="58652" y="13067"/>
                    <a:pt x="58349" y="13318"/>
                  </a:cubicBezTo>
                  <a:lnTo>
                    <a:pt x="35556" y="35306"/>
                  </a:lnTo>
                  <a:cubicBezTo>
                    <a:pt x="34135" y="36625"/>
                    <a:pt x="32271" y="37374"/>
                    <a:pt x="30325" y="37406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81C8CCD6-33B4-8445-878B-5EF078408689}"/>
                </a:ext>
              </a:extLst>
            </p:cNvPr>
            <p:cNvSpPr/>
            <p:nvPr/>
          </p:nvSpPr>
          <p:spPr>
            <a:xfrm>
              <a:off x="6818814" y="2638320"/>
              <a:ext cx="472309" cy="15071"/>
            </a:xfrm>
            <a:custGeom>
              <a:avLst/>
              <a:gdLst>
                <a:gd name="connsiteX0" fmla="*/ 465681 w 472309"/>
                <a:gd name="connsiteY0" fmla="*/ 15009 h 15071"/>
                <a:gd name="connsiteX1" fmla="*/ 8569 w 472309"/>
                <a:gd name="connsiteY1" fmla="*/ 15009 h 15071"/>
                <a:gd name="connsiteX2" fmla="*/ 63 w 472309"/>
                <a:gd name="connsiteY2" fmla="*/ 8498 h 15071"/>
                <a:gd name="connsiteX3" fmla="*/ 6628 w 472309"/>
                <a:gd name="connsiteY3" fmla="*/ 62 h 15071"/>
                <a:gd name="connsiteX4" fmla="*/ 8569 w 472309"/>
                <a:gd name="connsiteY4" fmla="*/ 62 h 15071"/>
                <a:gd name="connsiteX5" fmla="*/ 465681 w 472309"/>
                <a:gd name="connsiteY5" fmla="*/ 62 h 15071"/>
                <a:gd name="connsiteX6" fmla="*/ 472246 w 472309"/>
                <a:gd name="connsiteY6" fmla="*/ 8498 h 15071"/>
                <a:gd name="connsiteX7" fmla="*/ 465681 w 472309"/>
                <a:gd name="connsiteY7" fmla="*/ 15009 h 1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2309" h="15071">
                  <a:moveTo>
                    <a:pt x="465681" y="15009"/>
                  </a:moveTo>
                  <a:lnTo>
                    <a:pt x="8569" y="15009"/>
                  </a:lnTo>
                  <a:cubicBezTo>
                    <a:pt x="4408" y="15540"/>
                    <a:pt x="599" y="12625"/>
                    <a:pt x="63" y="8498"/>
                  </a:cubicBezTo>
                  <a:cubicBezTo>
                    <a:pt x="-473" y="4370"/>
                    <a:pt x="2466" y="593"/>
                    <a:pt x="6628" y="62"/>
                  </a:cubicBezTo>
                  <a:cubicBezTo>
                    <a:pt x="7272" y="-21"/>
                    <a:pt x="7925" y="-21"/>
                    <a:pt x="8569" y="62"/>
                  </a:cubicBezTo>
                  <a:lnTo>
                    <a:pt x="465681" y="62"/>
                  </a:lnTo>
                  <a:cubicBezTo>
                    <a:pt x="469843" y="594"/>
                    <a:pt x="472782" y="4371"/>
                    <a:pt x="472246" y="8498"/>
                  </a:cubicBezTo>
                  <a:cubicBezTo>
                    <a:pt x="471805" y="11896"/>
                    <a:pt x="469108" y="14571"/>
                    <a:pt x="465681" y="15009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BD0231E8-F36D-5047-80FB-DD243BB214FF}"/>
                </a:ext>
              </a:extLst>
            </p:cNvPr>
            <p:cNvSpPr/>
            <p:nvPr/>
          </p:nvSpPr>
          <p:spPr>
            <a:xfrm>
              <a:off x="6890781" y="2428262"/>
              <a:ext cx="86938" cy="86221"/>
            </a:xfrm>
            <a:custGeom>
              <a:avLst/>
              <a:gdLst>
                <a:gd name="connsiteX0" fmla="*/ 43469 w 86938"/>
                <a:gd name="connsiteY0" fmla="*/ 86222 h 86221"/>
                <a:gd name="connsiteX1" fmla="*/ 0 w 86938"/>
                <a:gd name="connsiteY1" fmla="*/ 43111 h 86221"/>
                <a:gd name="connsiteX2" fmla="*/ 43469 w 86938"/>
                <a:gd name="connsiteY2" fmla="*/ 0 h 86221"/>
                <a:gd name="connsiteX3" fmla="*/ 86938 w 86938"/>
                <a:gd name="connsiteY3" fmla="*/ 43111 h 86221"/>
                <a:gd name="connsiteX4" fmla="*/ 43469 w 86938"/>
                <a:gd name="connsiteY4" fmla="*/ 86222 h 86221"/>
                <a:gd name="connsiteX5" fmla="*/ 43469 w 86938"/>
                <a:gd name="connsiteY5" fmla="*/ 14947 h 86221"/>
                <a:gd name="connsiteX6" fmla="*/ 15071 w 86938"/>
                <a:gd name="connsiteY6" fmla="*/ 43111 h 86221"/>
                <a:gd name="connsiteX7" fmla="*/ 43469 w 86938"/>
                <a:gd name="connsiteY7" fmla="*/ 71275 h 86221"/>
                <a:gd name="connsiteX8" fmla="*/ 71867 w 86938"/>
                <a:gd name="connsiteY8" fmla="*/ 43111 h 86221"/>
                <a:gd name="connsiteX9" fmla="*/ 43469 w 86938"/>
                <a:gd name="connsiteY9" fmla="*/ 14947 h 8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938" h="86221">
                  <a:moveTo>
                    <a:pt x="43469" y="86222"/>
                  </a:moveTo>
                  <a:cubicBezTo>
                    <a:pt x="19462" y="86222"/>
                    <a:pt x="0" y="66920"/>
                    <a:pt x="0" y="43111"/>
                  </a:cubicBezTo>
                  <a:cubicBezTo>
                    <a:pt x="0" y="19301"/>
                    <a:pt x="19462" y="0"/>
                    <a:pt x="43469" y="0"/>
                  </a:cubicBezTo>
                  <a:cubicBezTo>
                    <a:pt x="67477" y="0"/>
                    <a:pt x="86938" y="19301"/>
                    <a:pt x="86938" y="43111"/>
                  </a:cubicBezTo>
                  <a:cubicBezTo>
                    <a:pt x="86870" y="66892"/>
                    <a:pt x="67448" y="86154"/>
                    <a:pt x="43469" y="86222"/>
                  </a:cubicBezTo>
                  <a:close/>
                  <a:moveTo>
                    <a:pt x="43469" y="14947"/>
                  </a:moveTo>
                  <a:cubicBezTo>
                    <a:pt x="27785" y="14947"/>
                    <a:pt x="15071" y="27556"/>
                    <a:pt x="15071" y="43111"/>
                  </a:cubicBezTo>
                  <a:cubicBezTo>
                    <a:pt x="15071" y="58666"/>
                    <a:pt x="27785" y="71275"/>
                    <a:pt x="43469" y="71275"/>
                  </a:cubicBezTo>
                  <a:cubicBezTo>
                    <a:pt x="59153" y="71275"/>
                    <a:pt x="71867" y="58666"/>
                    <a:pt x="71867" y="43111"/>
                  </a:cubicBezTo>
                  <a:cubicBezTo>
                    <a:pt x="71867" y="27556"/>
                    <a:pt x="59153" y="14947"/>
                    <a:pt x="43469" y="14947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1C342538-44B2-154E-884B-7473BD33ADF0}"/>
                </a:ext>
              </a:extLst>
            </p:cNvPr>
            <p:cNvSpPr/>
            <p:nvPr/>
          </p:nvSpPr>
          <p:spPr>
            <a:xfrm>
              <a:off x="7122077" y="2428262"/>
              <a:ext cx="86938" cy="86221"/>
            </a:xfrm>
            <a:custGeom>
              <a:avLst/>
              <a:gdLst>
                <a:gd name="connsiteX0" fmla="*/ 43594 w 86938"/>
                <a:gd name="connsiteY0" fmla="*/ 86222 h 86221"/>
                <a:gd name="connsiteX1" fmla="*/ 0 w 86938"/>
                <a:gd name="connsiteY1" fmla="*/ 43234 h 86221"/>
                <a:gd name="connsiteX2" fmla="*/ 43345 w 86938"/>
                <a:gd name="connsiteY2" fmla="*/ 0 h 86221"/>
                <a:gd name="connsiteX3" fmla="*/ 86938 w 86938"/>
                <a:gd name="connsiteY3" fmla="*/ 42987 h 86221"/>
                <a:gd name="connsiteX4" fmla="*/ 86938 w 86938"/>
                <a:gd name="connsiteY4" fmla="*/ 43111 h 86221"/>
                <a:gd name="connsiteX5" fmla="*/ 43594 w 86938"/>
                <a:gd name="connsiteY5" fmla="*/ 86222 h 86221"/>
                <a:gd name="connsiteX6" fmla="*/ 43594 w 86938"/>
                <a:gd name="connsiteY6" fmla="*/ 14947 h 86221"/>
                <a:gd name="connsiteX7" fmla="*/ 14580 w 86938"/>
                <a:gd name="connsiteY7" fmla="*/ 42486 h 86221"/>
                <a:gd name="connsiteX8" fmla="*/ 42348 w 86938"/>
                <a:gd name="connsiteY8" fmla="*/ 71261 h 86221"/>
                <a:gd name="connsiteX9" fmla="*/ 71362 w 86938"/>
                <a:gd name="connsiteY9" fmla="*/ 43722 h 86221"/>
                <a:gd name="connsiteX10" fmla="*/ 71369 w 86938"/>
                <a:gd name="connsiteY10" fmla="*/ 43111 h 86221"/>
                <a:gd name="connsiteX11" fmla="*/ 43594 w 86938"/>
                <a:gd name="connsiteY11" fmla="*/ 14947 h 8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938" h="86221">
                  <a:moveTo>
                    <a:pt x="43594" y="86222"/>
                  </a:moveTo>
                  <a:cubicBezTo>
                    <a:pt x="19586" y="86290"/>
                    <a:pt x="69" y="67044"/>
                    <a:pt x="0" y="43234"/>
                  </a:cubicBezTo>
                  <a:cubicBezTo>
                    <a:pt x="-69" y="19425"/>
                    <a:pt x="19337" y="68"/>
                    <a:pt x="43345" y="0"/>
                  </a:cubicBezTo>
                  <a:cubicBezTo>
                    <a:pt x="67352" y="-68"/>
                    <a:pt x="86870" y="19178"/>
                    <a:pt x="86938" y="42987"/>
                  </a:cubicBezTo>
                  <a:cubicBezTo>
                    <a:pt x="86938" y="43028"/>
                    <a:pt x="86938" y="43070"/>
                    <a:pt x="86938" y="43111"/>
                  </a:cubicBezTo>
                  <a:cubicBezTo>
                    <a:pt x="86939" y="66872"/>
                    <a:pt x="67553" y="86154"/>
                    <a:pt x="43594" y="86222"/>
                  </a:cubicBezTo>
                  <a:close/>
                  <a:moveTo>
                    <a:pt x="43594" y="14947"/>
                  </a:moveTo>
                  <a:cubicBezTo>
                    <a:pt x="27914" y="14605"/>
                    <a:pt x="14924" y="26935"/>
                    <a:pt x="14580" y="42486"/>
                  </a:cubicBezTo>
                  <a:cubicBezTo>
                    <a:pt x="14236" y="58037"/>
                    <a:pt x="26668" y="70920"/>
                    <a:pt x="42348" y="71261"/>
                  </a:cubicBezTo>
                  <a:cubicBezTo>
                    <a:pt x="58028" y="71602"/>
                    <a:pt x="71018" y="59272"/>
                    <a:pt x="71362" y="43722"/>
                  </a:cubicBezTo>
                  <a:cubicBezTo>
                    <a:pt x="71367" y="43518"/>
                    <a:pt x="71369" y="43314"/>
                    <a:pt x="71369" y="43111"/>
                  </a:cubicBezTo>
                  <a:cubicBezTo>
                    <a:pt x="71373" y="27794"/>
                    <a:pt x="59034" y="15282"/>
                    <a:pt x="43594" y="14947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8DE0BA0-7068-D74A-8CB6-01F7AC7FA22D}"/>
                </a:ext>
              </a:extLst>
            </p:cNvPr>
            <p:cNvSpPr/>
            <p:nvPr/>
          </p:nvSpPr>
          <p:spPr>
            <a:xfrm>
              <a:off x="6970620" y="2364152"/>
              <a:ext cx="120443" cy="85357"/>
            </a:xfrm>
            <a:custGeom>
              <a:avLst/>
              <a:gdLst>
                <a:gd name="connsiteX0" fmla="*/ 19929 w 120443"/>
                <a:gd name="connsiteY0" fmla="*/ 85357 h 85357"/>
                <a:gd name="connsiteX1" fmla="*/ 16566 w 120443"/>
                <a:gd name="connsiteY1" fmla="*/ 84616 h 85357"/>
                <a:gd name="connsiteX2" fmla="*/ 12456 w 120443"/>
                <a:gd name="connsiteY2" fmla="*/ 78316 h 85357"/>
                <a:gd name="connsiteX3" fmla="*/ 12456 w 120443"/>
                <a:gd name="connsiteY3" fmla="*/ 58675 h 85357"/>
                <a:gd name="connsiteX4" fmla="*/ 0 w 120443"/>
                <a:gd name="connsiteY4" fmla="*/ 40517 h 85357"/>
                <a:gd name="connsiteX5" fmla="*/ 0 w 120443"/>
                <a:gd name="connsiteY5" fmla="*/ 19641 h 85357"/>
                <a:gd name="connsiteX6" fmla="*/ 19804 w 120443"/>
                <a:gd name="connsiteY6" fmla="*/ 0 h 85357"/>
                <a:gd name="connsiteX7" fmla="*/ 100764 w 120443"/>
                <a:gd name="connsiteY7" fmla="*/ 0 h 85357"/>
                <a:gd name="connsiteX8" fmla="*/ 120444 w 120443"/>
                <a:gd name="connsiteY8" fmla="*/ 19641 h 85357"/>
                <a:gd name="connsiteX9" fmla="*/ 120444 w 120443"/>
                <a:gd name="connsiteY9" fmla="*/ 40517 h 85357"/>
                <a:gd name="connsiteX10" fmla="*/ 100764 w 120443"/>
                <a:gd name="connsiteY10" fmla="*/ 60034 h 85357"/>
                <a:gd name="connsiteX11" fmla="*/ 55302 w 120443"/>
                <a:gd name="connsiteY11" fmla="*/ 60034 h 85357"/>
                <a:gd name="connsiteX12" fmla="*/ 24537 w 120443"/>
                <a:gd name="connsiteY12" fmla="*/ 83751 h 85357"/>
                <a:gd name="connsiteX13" fmla="*/ 19929 w 120443"/>
                <a:gd name="connsiteY13" fmla="*/ 85357 h 85357"/>
                <a:gd name="connsiteX14" fmla="*/ 19929 w 120443"/>
                <a:gd name="connsiteY14" fmla="*/ 14947 h 85357"/>
                <a:gd name="connsiteX15" fmla="*/ 15319 w 120443"/>
                <a:gd name="connsiteY15" fmla="*/ 19516 h 85357"/>
                <a:gd name="connsiteX16" fmla="*/ 15320 w 120443"/>
                <a:gd name="connsiteY16" fmla="*/ 19641 h 85357"/>
                <a:gd name="connsiteX17" fmla="*/ 15320 w 120443"/>
                <a:gd name="connsiteY17" fmla="*/ 40517 h 85357"/>
                <a:gd name="connsiteX18" fmla="*/ 19929 w 120443"/>
                <a:gd name="connsiteY18" fmla="*/ 45087 h 85357"/>
                <a:gd name="connsiteX19" fmla="*/ 28025 w 120443"/>
                <a:gd name="connsiteY19" fmla="*/ 52622 h 85357"/>
                <a:gd name="connsiteX20" fmla="*/ 28025 w 120443"/>
                <a:gd name="connsiteY20" fmla="*/ 62505 h 85357"/>
                <a:gd name="connsiteX21" fmla="*/ 48452 w 120443"/>
                <a:gd name="connsiteY21" fmla="*/ 46693 h 85357"/>
                <a:gd name="connsiteX22" fmla="*/ 53060 w 120443"/>
                <a:gd name="connsiteY22" fmla="*/ 45087 h 85357"/>
                <a:gd name="connsiteX23" fmla="*/ 100764 w 120443"/>
                <a:gd name="connsiteY23" fmla="*/ 45087 h 85357"/>
                <a:gd name="connsiteX24" fmla="*/ 105373 w 120443"/>
                <a:gd name="connsiteY24" fmla="*/ 40517 h 85357"/>
                <a:gd name="connsiteX25" fmla="*/ 105373 w 120443"/>
                <a:gd name="connsiteY25" fmla="*/ 19641 h 85357"/>
                <a:gd name="connsiteX26" fmla="*/ 100764 w 120443"/>
                <a:gd name="connsiteY26" fmla="*/ 14947 h 8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0443" h="85357">
                  <a:moveTo>
                    <a:pt x="19929" y="85357"/>
                  </a:moveTo>
                  <a:cubicBezTo>
                    <a:pt x="18768" y="85348"/>
                    <a:pt x="17621" y="85096"/>
                    <a:pt x="16566" y="84616"/>
                  </a:cubicBezTo>
                  <a:cubicBezTo>
                    <a:pt x="14198" y="83353"/>
                    <a:pt x="12647" y="80976"/>
                    <a:pt x="12456" y="78316"/>
                  </a:cubicBezTo>
                  <a:lnTo>
                    <a:pt x="12456" y="58675"/>
                  </a:lnTo>
                  <a:cubicBezTo>
                    <a:pt x="4915" y="55762"/>
                    <a:pt x="-37" y="48543"/>
                    <a:pt x="0" y="40517"/>
                  </a:cubicBezTo>
                  <a:lnTo>
                    <a:pt x="0" y="19641"/>
                  </a:lnTo>
                  <a:cubicBezTo>
                    <a:pt x="0" y="8793"/>
                    <a:pt x="8867" y="0"/>
                    <a:pt x="19804" y="0"/>
                  </a:cubicBezTo>
                  <a:lnTo>
                    <a:pt x="100764" y="0"/>
                  </a:lnTo>
                  <a:cubicBezTo>
                    <a:pt x="111653" y="68"/>
                    <a:pt x="120444" y="8842"/>
                    <a:pt x="120444" y="19641"/>
                  </a:cubicBezTo>
                  <a:lnTo>
                    <a:pt x="120444" y="40517"/>
                  </a:lnTo>
                  <a:cubicBezTo>
                    <a:pt x="120444" y="51296"/>
                    <a:pt x="111633" y="60034"/>
                    <a:pt x="100764" y="60034"/>
                  </a:cubicBezTo>
                  <a:lnTo>
                    <a:pt x="55302" y="60034"/>
                  </a:lnTo>
                  <a:lnTo>
                    <a:pt x="24537" y="83751"/>
                  </a:lnTo>
                  <a:cubicBezTo>
                    <a:pt x="23208" y="84752"/>
                    <a:pt x="21597" y="85313"/>
                    <a:pt x="19929" y="85357"/>
                  </a:cubicBezTo>
                  <a:close/>
                  <a:moveTo>
                    <a:pt x="19929" y="14947"/>
                  </a:moveTo>
                  <a:cubicBezTo>
                    <a:pt x="17384" y="14946"/>
                    <a:pt x="15320" y="16991"/>
                    <a:pt x="15319" y="19516"/>
                  </a:cubicBezTo>
                  <a:cubicBezTo>
                    <a:pt x="15319" y="19557"/>
                    <a:pt x="15319" y="19599"/>
                    <a:pt x="15320" y="19641"/>
                  </a:cubicBezTo>
                  <a:lnTo>
                    <a:pt x="15320" y="40517"/>
                  </a:lnTo>
                  <a:cubicBezTo>
                    <a:pt x="15320" y="43041"/>
                    <a:pt x="17384" y="45087"/>
                    <a:pt x="19929" y="45087"/>
                  </a:cubicBezTo>
                  <a:cubicBezTo>
                    <a:pt x="24237" y="45016"/>
                    <a:pt x="27823" y="48353"/>
                    <a:pt x="28025" y="52622"/>
                  </a:cubicBezTo>
                  <a:lnTo>
                    <a:pt x="28025" y="62505"/>
                  </a:lnTo>
                  <a:lnTo>
                    <a:pt x="48452" y="46693"/>
                  </a:lnTo>
                  <a:cubicBezTo>
                    <a:pt x="49758" y="45652"/>
                    <a:pt x="51384" y="45086"/>
                    <a:pt x="53060" y="45087"/>
                  </a:cubicBezTo>
                  <a:lnTo>
                    <a:pt x="100764" y="45087"/>
                  </a:lnTo>
                  <a:cubicBezTo>
                    <a:pt x="103282" y="45022"/>
                    <a:pt x="105307" y="43014"/>
                    <a:pt x="105373" y="40517"/>
                  </a:cubicBezTo>
                  <a:lnTo>
                    <a:pt x="105373" y="19641"/>
                  </a:lnTo>
                  <a:cubicBezTo>
                    <a:pt x="105374" y="17096"/>
                    <a:pt x="103329" y="15014"/>
                    <a:pt x="100764" y="14947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33BB862E-431A-2642-BA93-BACCDF2A8BCF}"/>
                </a:ext>
              </a:extLst>
            </p:cNvPr>
            <p:cNvSpPr/>
            <p:nvPr/>
          </p:nvSpPr>
          <p:spPr>
            <a:xfrm>
              <a:off x="7005620" y="2389351"/>
              <a:ext cx="12206" cy="12105"/>
            </a:xfrm>
            <a:custGeom>
              <a:avLst/>
              <a:gdLst>
                <a:gd name="connsiteX0" fmla="*/ 12206 w 12206"/>
                <a:gd name="connsiteY0" fmla="*/ 6053 h 12105"/>
                <a:gd name="connsiteX1" fmla="*/ 6103 w 12206"/>
                <a:gd name="connsiteY1" fmla="*/ 12106 h 12105"/>
                <a:gd name="connsiteX2" fmla="*/ 0 w 12206"/>
                <a:gd name="connsiteY2" fmla="*/ 6053 h 12105"/>
                <a:gd name="connsiteX3" fmla="*/ 6103 w 12206"/>
                <a:gd name="connsiteY3" fmla="*/ 0 h 12105"/>
                <a:gd name="connsiteX4" fmla="*/ 12206 w 12206"/>
                <a:gd name="connsiteY4" fmla="*/ 6053 h 1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6" h="12105">
                  <a:moveTo>
                    <a:pt x="12206" y="6053"/>
                  </a:moveTo>
                  <a:cubicBezTo>
                    <a:pt x="12206" y="9396"/>
                    <a:pt x="9474" y="12106"/>
                    <a:pt x="6103" y="12106"/>
                  </a:cubicBezTo>
                  <a:cubicBezTo>
                    <a:pt x="2732" y="12106"/>
                    <a:pt x="0" y="9396"/>
                    <a:pt x="0" y="6053"/>
                  </a:cubicBezTo>
                  <a:cubicBezTo>
                    <a:pt x="0" y="2710"/>
                    <a:pt x="2732" y="0"/>
                    <a:pt x="6103" y="0"/>
                  </a:cubicBezTo>
                  <a:cubicBezTo>
                    <a:pt x="9474" y="0"/>
                    <a:pt x="12206" y="2710"/>
                    <a:pt x="12206" y="605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8B098A53-DA4E-834D-B417-A2EED43A9EA4}"/>
                </a:ext>
              </a:extLst>
            </p:cNvPr>
            <p:cNvSpPr/>
            <p:nvPr/>
          </p:nvSpPr>
          <p:spPr>
            <a:xfrm>
              <a:off x="7024552" y="2389351"/>
              <a:ext cx="12206" cy="12105"/>
            </a:xfrm>
            <a:custGeom>
              <a:avLst/>
              <a:gdLst>
                <a:gd name="connsiteX0" fmla="*/ 12206 w 12206"/>
                <a:gd name="connsiteY0" fmla="*/ 6053 h 12105"/>
                <a:gd name="connsiteX1" fmla="*/ 6103 w 12206"/>
                <a:gd name="connsiteY1" fmla="*/ 12106 h 12105"/>
                <a:gd name="connsiteX2" fmla="*/ 0 w 12206"/>
                <a:gd name="connsiteY2" fmla="*/ 6053 h 12105"/>
                <a:gd name="connsiteX3" fmla="*/ 6103 w 12206"/>
                <a:gd name="connsiteY3" fmla="*/ 0 h 12105"/>
                <a:gd name="connsiteX4" fmla="*/ 12206 w 12206"/>
                <a:gd name="connsiteY4" fmla="*/ 6053 h 1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6" h="12105">
                  <a:moveTo>
                    <a:pt x="12206" y="6053"/>
                  </a:moveTo>
                  <a:cubicBezTo>
                    <a:pt x="12206" y="9396"/>
                    <a:pt x="9474" y="12106"/>
                    <a:pt x="6103" y="12106"/>
                  </a:cubicBezTo>
                  <a:cubicBezTo>
                    <a:pt x="2732" y="12106"/>
                    <a:pt x="0" y="9396"/>
                    <a:pt x="0" y="6053"/>
                  </a:cubicBezTo>
                  <a:cubicBezTo>
                    <a:pt x="0" y="2710"/>
                    <a:pt x="2732" y="0"/>
                    <a:pt x="6103" y="0"/>
                  </a:cubicBezTo>
                  <a:cubicBezTo>
                    <a:pt x="9474" y="0"/>
                    <a:pt x="12206" y="2710"/>
                    <a:pt x="12206" y="605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53979CF8-81F1-9A4E-A71E-69DFAA2BD61D}"/>
                </a:ext>
              </a:extLst>
            </p:cNvPr>
            <p:cNvSpPr/>
            <p:nvPr/>
          </p:nvSpPr>
          <p:spPr>
            <a:xfrm>
              <a:off x="7043983" y="2389350"/>
              <a:ext cx="12455" cy="12352"/>
            </a:xfrm>
            <a:custGeom>
              <a:avLst/>
              <a:gdLst>
                <a:gd name="connsiteX0" fmla="*/ 12454 w 12455"/>
                <a:gd name="connsiteY0" fmla="*/ 6054 h 12352"/>
                <a:gd name="connsiteX1" fmla="*/ 6351 w 12455"/>
                <a:gd name="connsiteY1" fmla="*/ 12351 h 12352"/>
                <a:gd name="connsiteX2" fmla="*/ 1 w 12455"/>
                <a:gd name="connsiteY2" fmla="*/ 6299 h 12352"/>
                <a:gd name="connsiteX3" fmla="*/ 6104 w 12455"/>
                <a:gd name="connsiteY3" fmla="*/ 1 h 12352"/>
                <a:gd name="connsiteX4" fmla="*/ 6351 w 12455"/>
                <a:gd name="connsiteY4" fmla="*/ 1 h 12352"/>
                <a:gd name="connsiteX5" fmla="*/ 12454 w 12455"/>
                <a:gd name="connsiteY5" fmla="*/ 6054 h 12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55" h="12352">
                  <a:moveTo>
                    <a:pt x="12454" y="6054"/>
                  </a:moveTo>
                  <a:cubicBezTo>
                    <a:pt x="12522" y="9464"/>
                    <a:pt x="9790" y="12284"/>
                    <a:pt x="6351" y="12351"/>
                  </a:cubicBezTo>
                  <a:cubicBezTo>
                    <a:pt x="2912" y="12419"/>
                    <a:pt x="69" y="9709"/>
                    <a:pt x="1" y="6299"/>
                  </a:cubicBezTo>
                  <a:cubicBezTo>
                    <a:pt x="-67" y="2888"/>
                    <a:pt x="2666" y="69"/>
                    <a:pt x="6104" y="1"/>
                  </a:cubicBezTo>
                  <a:cubicBezTo>
                    <a:pt x="6187" y="0"/>
                    <a:pt x="6269" y="0"/>
                    <a:pt x="6351" y="1"/>
                  </a:cubicBezTo>
                  <a:cubicBezTo>
                    <a:pt x="9722" y="1"/>
                    <a:pt x="12454" y="2711"/>
                    <a:pt x="12454" y="6054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1547B5F-1B3C-E04A-A4D3-F4872FF7A0C3}"/>
                </a:ext>
              </a:extLst>
            </p:cNvPr>
            <p:cNvSpPr/>
            <p:nvPr/>
          </p:nvSpPr>
          <p:spPr>
            <a:xfrm>
              <a:off x="7105263" y="2331294"/>
              <a:ext cx="120443" cy="85357"/>
            </a:xfrm>
            <a:custGeom>
              <a:avLst/>
              <a:gdLst>
                <a:gd name="connsiteX0" fmla="*/ 100639 w 120443"/>
                <a:gd name="connsiteY0" fmla="*/ 85357 h 85357"/>
                <a:gd name="connsiteX1" fmla="*/ 96031 w 120443"/>
                <a:gd name="connsiteY1" fmla="*/ 83751 h 85357"/>
                <a:gd name="connsiteX2" fmla="*/ 65142 w 120443"/>
                <a:gd name="connsiteY2" fmla="*/ 60158 h 85357"/>
                <a:gd name="connsiteX3" fmla="*/ 19804 w 120443"/>
                <a:gd name="connsiteY3" fmla="*/ 60158 h 85357"/>
                <a:gd name="connsiteX4" fmla="*/ 0 w 120443"/>
                <a:gd name="connsiteY4" fmla="*/ 40517 h 85357"/>
                <a:gd name="connsiteX5" fmla="*/ 0 w 120443"/>
                <a:gd name="connsiteY5" fmla="*/ 19641 h 85357"/>
                <a:gd name="connsiteX6" fmla="*/ 19804 w 120443"/>
                <a:gd name="connsiteY6" fmla="*/ 0 h 85357"/>
                <a:gd name="connsiteX7" fmla="*/ 100639 w 120443"/>
                <a:gd name="connsiteY7" fmla="*/ 0 h 85357"/>
                <a:gd name="connsiteX8" fmla="*/ 120443 w 120443"/>
                <a:gd name="connsiteY8" fmla="*/ 19641 h 85357"/>
                <a:gd name="connsiteX9" fmla="*/ 120443 w 120443"/>
                <a:gd name="connsiteY9" fmla="*/ 40517 h 85357"/>
                <a:gd name="connsiteX10" fmla="*/ 107988 w 120443"/>
                <a:gd name="connsiteY10" fmla="*/ 58799 h 85357"/>
                <a:gd name="connsiteX11" fmla="*/ 107988 w 120443"/>
                <a:gd name="connsiteY11" fmla="*/ 77822 h 85357"/>
                <a:gd name="connsiteX12" fmla="*/ 103753 w 120443"/>
                <a:gd name="connsiteY12" fmla="*/ 84616 h 85357"/>
                <a:gd name="connsiteX13" fmla="*/ 100639 w 120443"/>
                <a:gd name="connsiteY13" fmla="*/ 85357 h 85357"/>
                <a:gd name="connsiteX14" fmla="*/ 19929 w 120443"/>
                <a:gd name="connsiteY14" fmla="*/ 14947 h 85357"/>
                <a:gd name="connsiteX15" fmla="*/ 15196 w 120443"/>
                <a:gd name="connsiteY15" fmla="*/ 19641 h 85357"/>
                <a:gd name="connsiteX16" fmla="*/ 15196 w 120443"/>
                <a:gd name="connsiteY16" fmla="*/ 40517 h 85357"/>
                <a:gd name="connsiteX17" fmla="*/ 19929 w 120443"/>
                <a:gd name="connsiteY17" fmla="*/ 45211 h 85357"/>
                <a:gd name="connsiteX18" fmla="*/ 67882 w 120443"/>
                <a:gd name="connsiteY18" fmla="*/ 45211 h 85357"/>
                <a:gd name="connsiteX19" fmla="*/ 72490 w 120443"/>
                <a:gd name="connsiteY19" fmla="*/ 46693 h 85357"/>
                <a:gd name="connsiteX20" fmla="*/ 93042 w 120443"/>
                <a:gd name="connsiteY20" fmla="*/ 62628 h 85357"/>
                <a:gd name="connsiteX21" fmla="*/ 93042 w 120443"/>
                <a:gd name="connsiteY21" fmla="*/ 52622 h 85357"/>
                <a:gd name="connsiteX22" fmla="*/ 100514 w 120443"/>
                <a:gd name="connsiteY22" fmla="*/ 45210 h 85357"/>
                <a:gd name="connsiteX23" fmla="*/ 100639 w 120443"/>
                <a:gd name="connsiteY23" fmla="*/ 45211 h 85357"/>
                <a:gd name="connsiteX24" fmla="*/ 105857 w 120443"/>
                <a:gd name="connsiteY24" fmla="*/ 40779 h 85357"/>
                <a:gd name="connsiteX25" fmla="*/ 105871 w 120443"/>
                <a:gd name="connsiteY25" fmla="*/ 40517 h 85357"/>
                <a:gd name="connsiteX26" fmla="*/ 105871 w 120443"/>
                <a:gd name="connsiteY26" fmla="*/ 19641 h 85357"/>
                <a:gd name="connsiteX27" fmla="*/ 101164 w 120443"/>
                <a:gd name="connsiteY27" fmla="*/ 14921 h 85357"/>
                <a:gd name="connsiteX28" fmla="*/ 100639 w 120443"/>
                <a:gd name="connsiteY28" fmla="*/ 14947 h 8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0443" h="85357">
                  <a:moveTo>
                    <a:pt x="100639" y="85357"/>
                  </a:moveTo>
                  <a:cubicBezTo>
                    <a:pt x="98962" y="85369"/>
                    <a:pt x="97332" y="84801"/>
                    <a:pt x="96031" y="83751"/>
                  </a:cubicBezTo>
                  <a:lnTo>
                    <a:pt x="65142" y="60158"/>
                  </a:lnTo>
                  <a:lnTo>
                    <a:pt x="19804" y="60158"/>
                  </a:lnTo>
                  <a:cubicBezTo>
                    <a:pt x="8867" y="60158"/>
                    <a:pt x="0" y="51364"/>
                    <a:pt x="0" y="40517"/>
                  </a:cubicBezTo>
                  <a:lnTo>
                    <a:pt x="0" y="19641"/>
                  </a:lnTo>
                  <a:cubicBezTo>
                    <a:pt x="0" y="8793"/>
                    <a:pt x="8867" y="0"/>
                    <a:pt x="19804" y="0"/>
                  </a:cubicBezTo>
                  <a:lnTo>
                    <a:pt x="100639" y="0"/>
                  </a:lnTo>
                  <a:cubicBezTo>
                    <a:pt x="111577" y="0"/>
                    <a:pt x="120443" y="8793"/>
                    <a:pt x="120443" y="19641"/>
                  </a:cubicBezTo>
                  <a:lnTo>
                    <a:pt x="120443" y="40517"/>
                  </a:lnTo>
                  <a:cubicBezTo>
                    <a:pt x="120427" y="48556"/>
                    <a:pt x="115502" y="55784"/>
                    <a:pt x="107988" y="58799"/>
                  </a:cubicBezTo>
                  <a:lnTo>
                    <a:pt x="107988" y="77822"/>
                  </a:lnTo>
                  <a:cubicBezTo>
                    <a:pt x="107973" y="80695"/>
                    <a:pt x="106338" y="83318"/>
                    <a:pt x="103753" y="84616"/>
                  </a:cubicBezTo>
                  <a:cubicBezTo>
                    <a:pt x="102774" y="85063"/>
                    <a:pt x="101716" y="85315"/>
                    <a:pt x="100639" y="85357"/>
                  </a:cubicBezTo>
                  <a:close/>
                  <a:moveTo>
                    <a:pt x="19929" y="14947"/>
                  </a:moveTo>
                  <a:cubicBezTo>
                    <a:pt x="17315" y="14947"/>
                    <a:pt x="15196" y="17048"/>
                    <a:pt x="15196" y="19641"/>
                  </a:cubicBezTo>
                  <a:lnTo>
                    <a:pt x="15196" y="40517"/>
                  </a:lnTo>
                  <a:cubicBezTo>
                    <a:pt x="15196" y="43109"/>
                    <a:pt x="17315" y="45211"/>
                    <a:pt x="19929" y="45211"/>
                  </a:cubicBezTo>
                  <a:lnTo>
                    <a:pt x="67882" y="45211"/>
                  </a:lnTo>
                  <a:cubicBezTo>
                    <a:pt x="69543" y="45174"/>
                    <a:pt x="71167" y="45697"/>
                    <a:pt x="72490" y="46693"/>
                  </a:cubicBezTo>
                  <a:lnTo>
                    <a:pt x="93042" y="62628"/>
                  </a:lnTo>
                  <a:lnTo>
                    <a:pt x="93042" y="52622"/>
                  </a:lnTo>
                  <a:cubicBezTo>
                    <a:pt x="93041" y="48529"/>
                    <a:pt x="96386" y="45210"/>
                    <a:pt x="100514" y="45210"/>
                  </a:cubicBezTo>
                  <a:cubicBezTo>
                    <a:pt x="100556" y="45210"/>
                    <a:pt x="100598" y="45210"/>
                    <a:pt x="100639" y="45211"/>
                  </a:cubicBezTo>
                  <a:cubicBezTo>
                    <a:pt x="103314" y="45416"/>
                    <a:pt x="105650" y="43432"/>
                    <a:pt x="105857" y="40779"/>
                  </a:cubicBezTo>
                  <a:cubicBezTo>
                    <a:pt x="105864" y="40692"/>
                    <a:pt x="105869" y="40604"/>
                    <a:pt x="105871" y="40517"/>
                  </a:cubicBezTo>
                  <a:lnTo>
                    <a:pt x="105871" y="19641"/>
                  </a:lnTo>
                  <a:cubicBezTo>
                    <a:pt x="105885" y="17048"/>
                    <a:pt x="103778" y="14935"/>
                    <a:pt x="101164" y="14921"/>
                  </a:cubicBezTo>
                  <a:cubicBezTo>
                    <a:pt x="100989" y="14920"/>
                    <a:pt x="100814" y="14928"/>
                    <a:pt x="100639" y="14947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9C4D5C0D-6842-9C4D-9C89-6CE05C10C6C9}"/>
                </a:ext>
              </a:extLst>
            </p:cNvPr>
            <p:cNvSpPr/>
            <p:nvPr/>
          </p:nvSpPr>
          <p:spPr>
            <a:xfrm>
              <a:off x="7178500" y="2356493"/>
              <a:ext cx="12206" cy="12105"/>
            </a:xfrm>
            <a:custGeom>
              <a:avLst/>
              <a:gdLst>
                <a:gd name="connsiteX0" fmla="*/ 12206 w 12206"/>
                <a:gd name="connsiteY0" fmla="*/ 6053 h 12105"/>
                <a:gd name="connsiteX1" fmla="*/ 6103 w 12206"/>
                <a:gd name="connsiteY1" fmla="*/ 12106 h 12105"/>
                <a:gd name="connsiteX2" fmla="*/ 0 w 12206"/>
                <a:gd name="connsiteY2" fmla="*/ 6053 h 12105"/>
                <a:gd name="connsiteX3" fmla="*/ 6103 w 12206"/>
                <a:gd name="connsiteY3" fmla="*/ 0 h 12105"/>
                <a:gd name="connsiteX4" fmla="*/ 12206 w 12206"/>
                <a:gd name="connsiteY4" fmla="*/ 6053 h 1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6" h="12105">
                  <a:moveTo>
                    <a:pt x="12206" y="6053"/>
                  </a:moveTo>
                  <a:cubicBezTo>
                    <a:pt x="12206" y="9396"/>
                    <a:pt x="9474" y="12106"/>
                    <a:pt x="6103" y="12106"/>
                  </a:cubicBezTo>
                  <a:cubicBezTo>
                    <a:pt x="2732" y="12106"/>
                    <a:pt x="0" y="9396"/>
                    <a:pt x="0" y="6053"/>
                  </a:cubicBezTo>
                  <a:cubicBezTo>
                    <a:pt x="0" y="2710"/>
                    <a:pt x="2732" y="0"/>
                    <a:pt x="6103" y="0"/>
                  </a:cubicBezTo>
                  <a:cubicBezTo>
                    <a:pt x="9474" y="0"/>
                    <a:pt x="12206" y="2710"/>
                    <a:pt x="12206" y="605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F23F051-7DE5-F14F-964C-F3AC28ADA502}"/>
                </a:ext>
              </a:extLst>
            </p:cNvPr>
            <p:cNvSpPr/>
            <p:nvPr/>
          </p:nvSpPr>
          <p:spPr>
            <a:xfrm>
              <a:off x="7159548" y="2355999"/>
              <a:ext cx="12206" cy="12105"/>
            </a:xfrm>
            <a:custGeom>
              <a:avLst/>
              <a:gdLst>
                <a:gd name="connsiteX0" fmla="*/ 20 w 12206"/>
                <a:gd name="connsiteY0" fmla="*/ 6547 h 12105"/>
                <a:gd name="connsiteX1" fmla="*/ 6601 w 12206"/>
                <a:gd name="connsiteY1" fmla="*/ 12085 h 12105"/>
                <a:gd name="connsiteX2" fmla="*/ 12186 w 12206"/>
                <a:gd name="connsiteY2" fmla="*/ 5559 h 12105"/>
                <a:gd name="connsiteX3" fmla="*/ 6123 w 12206"/>
                <a:gd name="connsiteY3" fmla="*/ 0 h 12105"/>
                <a:gd name="connsiteX4" fmla="*/ 0 w 12206"/>
                <a:gd name="connsiteY4" fmla="*/ 6033 h 12105"/>
                <a:gd name="connsiteX5" fmla="*/ 20 w 12206"/>
                <a:gd name="connsiteY5" fmla="*/ 6547 h 1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06" h="12105">
                  <a:moveTo>
                    <a:pt x="20" y="6547"/>
                  </a:moveTo>
                  <a:cubicBezTo>
                    <a:pt x="296" y="9879"/>
                    <a:pt x="3242" y="12358"/>
                    <a:pt x="6601" y="12085"/>
                  </a:cubicBezTo>
                  <a:cubicBezTo>
                    <a:pt x="9961" y="11813"/>
                    <a:pt x="12461" y="8890"/>
                    <a:pt x="12186" y="5559"/>
                  </a:cubicBezTo>
                  <a:cubicBezTo>
                    <a:pt x="11927" y="2426"/>
                    <a:pt x="9293" y="11"/>
                    <a:pt x="6123" y="0"/>
                  </a:cubicBezTo>
                  <a:cubicBezTo>
                    <a:pt x="2753" y="-11"/>
                    <a:pt x="11" y="2690"/>
                    <a:pt x="0" y="6033"/>
                  </a:cubicBezTo>
                  <a:cubicBezTo>
                    <a:pt x="-1" y="6204"/>
                    <a:pt x="6" y="6376"/>
                    <a:pt x="20" y="6547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36D52CC-048A-474C-988F-C4DE3C50F1AE}"/>
                </a:ext>
              </a:extLst>
            </p:cNvPr>
            <p:cNvSpPr/>
            <p:nvPr/>
          </p:nvSpPr>
          <p:spPr>
            <a:xfrm>
              <a:off x="7140511" y="2356493"/>
              <a:ext cx="12206" cy="12105"/>
            </a:xfrm>
            <a:custGeom>
              <a:avLst/>
              <a:gdLst>
                <a:gd name="connsiteX0" fmla="*/ 12206 w 12206"/>
                <a:gd name="connsiteY0" fmla="*/ 6053 h 12105"/>
                <a:gd name="connsiteX1" fmla="*/ 6103 w 12206"/>
                <a:gd name="connsiteY1" fmla="*/ 12106 h 12105"/>
                <a:gd name="connsiteX2" fmla="*/ 0 w 12206"/>
                <a:gd name="connsiteY2" fmla="*/ 6053 h 12105"/>
                <a:gd name="connsiteX3" fmla="*/ 6103 w 12206"/>
                <a:gd name="connsiteY3" fmla="*/ 0 h 12105"/>
                <a:gd name="connsiteX4" fmla="*/ 12206 w 12206"/>
                <a:gd name="connsiteY4" fmla="*/ 6053 h 1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6" h="12105">
                  <a:moveTo>
                    <a:pt x="12206" y="6053"/>
                  </a:moveTo>
                  <a:cubicBezTo>
                    <a:pt x="12206" y="9396"/>
                    <a:pt x="9474" y="12106"/>
                    <a:pt x="6103" y="12106"/>
                  </a:cubicBezTo>
                  <a:cubicBezTo>
                    <a:pt x="2732" y="12106"/>
                    <a:pt x="0" y="9396"/>
                    <a:pt x="0" y="6053"/>
                  </a:cubicBezTo>
                  <a:cubicBezTo>
                    <a:pt x="0" y="2710"/>
                    <a:pt x="2732" y="0"/>
                    <a:pt x="6103" y="0"/>
                  </a:cubicBezTo>
                  <a:cubicBezTo>
                    <a:pt x="9474" y="0"/>
                    <a:pt x="12206" y="2710"/>
                    <a:pt x="12206" y="6053"/>
                  </a:cubicBezTo>
                  <a:close/>
                </a:path>
              </a:pathLst>
            </a:custGeom>
            <a:grpFill/>
            <a:ln w="122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9" name="Graphic 31">
            <a:extLst>
              <a:ext uri="{FF2B5EF4-FFF2-40B4-BE49-F238E27FC236}">
                <a16:creationId xmlns:a16="http://schemas.microsoft.com/office/drawing/2014/main" id="{228CC045-8BBC-B94D-BBB2-A341D4B0B546}"/>
              </a:ext>
            </a:extLst>
          </p:cNvPr>
          <p:cNvGrpSpPr>
            <a:grpSpLocks noChangeAspect="1"/>
          </p:cNvGrpSpPr>
          <p:nvPr/>
        </p:nvGrpSpPr>
        <p:grpSpPr>
          <a:xfrm>
            <a:off x="4275796" y="4070525"/>
            <a:ext cx="331616" cy="495595"/>
            <a:chOff x="6903355" y="2263678"/>
            <a:chExt cx="301469" cy="450541"/>
          </a:xfrm>
          <a:solidFill>
            <a:srgbClr val="FFFFFF"/>
          </a:solidFill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49A0DD7D-C95B-0A47-A300-AF88394A66FA}"/>
                </a:ext>
              </a:extLst>
            </p:cNvPr>
            <p:cNvSpPr/>
            <p:nvPr/>
          </p:nvSpPr>
          <p:spPr>
            <a:xfrm>
              <a:off x="6942498" y="2263678"/>
              <a:ext cx="223985" cy="54151"/>
            </a:xfrm>
            <a:custGeom>
              <a:avLst/>
              <a:gdLst>
                <a:gd name="connsiteX0" fmla="*/ 199013 w 223985"/>
                <a:gd name="connsiteY0" fmla="*/ 54151 h 54151"/>
                <a:gd name="connsiteX1" fmla="*/ 24972 w 223985"/>
                <a:gd name="connsiteY1" fmla="*/ 54151 h 54151"/>
                <a:gd name="connsiteX2" fmla="*/ 62 w 223985"/>
                <a:gd name="connsiteY2" fmla="*/ 25247 h 54151"/>
                <a:gd name="connsiteX3" fmla="*/ 24972 w 223985"/>
                <a:gd name="connsiteY3" fmla="*/ 0 h 54151"/>
                <a:gd name="connsiteX4" fmla="*/ 199013 w 223985"/>
                <a:gd name="connsiteY4" fmla="*/ 0 h 54151"/>
                <a:gd name="connsiteX5" fmla="*/ 223924 w 223985"/>
                <a:gd name="connsiteY5" fmla="*/ 28904 h 54151"/>
                <a:gd name="connsiteX6" fmla="*/ 199013 w 223985"/>
                <a:gd name="connsiteY6" fmla="*/ 54151 h 54151"/>
                <a:gd name="connsiteX7" fmla="*/ 24972 w 223985"/>
                <a:gd name="connsiteY7" fmla="*/ 14926 h 54151"/>
                <a:gd name="connsiteX8" fmla="*/ 12802 w 223985"/>
                <a:gd name="connsiteY8" fmla="*/ 27261 h 54151"/>
                <a:gd name="connsiteX9" fmla="*/ 24972 w 223985"/>
                <a:gd name="connsiteY9" fmla="*/ 39596 h 54151"/>
                <a:gd name="connsiteX10" fmla="*/ 199013 w 223985"/>
                <a:gd name="connsiteY10" fmla="*/ 39596 h 54151"/>
                <a:gd name="connsiteX11" fmla="*/ 211184 w 223985"/>
                <a:gd name="connsiteY11" fmla="*/ 27261 h 54151"/>
                <a:gd name="connsiteX12" fmla="*/ 199013 w 223985"/>
                <a:gd name="connsiteY12" fmla="*/ 14926 h 5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985" h="54151">
                  <a:moveTo>
                    <a:pt x="199013" y="54151"/>
                  </a:moveTo>
                  <a:lnTo>
                    <a:pt x="24972" y="54151"/>
                  </a:lnTo>
                  <a:cubicBezTo>
                    <a:pt x="10218" y="53141"/>
                    <a:pt x="-935" y="40201"/>
                    <a:pt x="62" y="25247"/>
                  </a:cubicBezTo>
                  <a:cubicBezTo>
                    <a:pt x="965" y="11701"/>
                    <a:pt x="11606" y="915"/>
                    <a:pt x="24972" y="0"/>
                  </a:cubicBezTo>
                  <a:lnTo>
                    <a:pt x="199013" y="0"/>
                  </a:lnTo>
                  <a:cubicBezTo>
                    <a:pt x="213767" y="1010"/>
                    <a:pt x="224920" y="13951"/>
                    <a:pt x="223924" y="28904"/>
                  </a:cubicBezTo>
                  <a:cubicBezTo>
                    <a:pt x="223021" y="42451"/>
                    <a:pt x="212379" y="53236"/>
                    <a:pt x="199013" y="54151"/>
                  </a:cubicBezTo>
                  <a:close/>
                  <a:moveTo>
                    <a:pt x="24972" y="14926"/>
                  </a:moveTo>
                  <a:cubicBezTo>
                    <a:pt x="18251" y="14926"/>
                    <a:pt x="12802" y="20448"/>
                    <a:pt x="12802" y="27261"/>
                  </a:cubicBezTo>
                  <a:cubicBezTo>
                    <a:pt x="12802" y="34073"/>
                    <a:pt x="18251" y="39596"/>
                    <a:pt x="24972" y="39596"/>
                  </a:cubicBezTo>
                  <a:lnTo>
                    <a:pt x="199013" y="39596"/>
                  </a:lnTo>
                  <a:cubicBezTo>
                    <a:pt x="205735" y="39596"/>
                    <a:pt x="211184" y="34073"/>
                    <a:pt x="211184" y="27261"/>
                  </a:cubicBezTo>
                  <a:cubicBezTo>
                    <a:pt x="211184" y="20448"/>
                    <a:pt x="205735" y="14926"/>
                    <a:pt x="199013" y="14926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4C84F24B-EF3D-3B43-9237-B9B39BA3B0DC}"/>
                </a:ext>
              </a:extLst>
            </p:cNvPr>
            <p:cNvSpPr/>
            <p:nvPr/>
          </p:nvSpPr>
          <p:spPr>
            <a:xfrm>
              <a:off x="6942498" y="2660006"/>
              <a:ext cx="223985" cy="54151"/>
            </a:xfrm>
            <a:custGeom>
              <a:avLst/>
              <a:gdLst>
                <a:gd name="connsiteX0" fmla="*/ 199013 w 223985"/>
                <a:gd name="connsiteY0" fmla="*/ 54151 h 54151"/>
                <a:gd name="connsiteX1" fmla="*/ 24972 w 223985"/>
                <a:gd name="connsiteY1" fmla="*/ 54151 h 54151"/>
                <a:gd name="connsiteX2" fmla="*/ 62 w 223985"/>
                <a:gd name="connsiteY2" fmla="*/ 25247 h 54151"/>
                <a:gd name="connsiteX3" fmla="*/ 24972 w 223985"/>
                <a:gd name="connsiteY3" fmla="*/ 0 h 54151"/>
                <a:gd name="connsiteX4" fmla="*/ 199013 w 223985"/>
                <a:gd name="connsiteY4" fmla="*/ 0 h 54151"/>
                <a:gd name="connsiteX5" fmla="*/ 223924 w 223985"/>
                <a:gd name="connsiteY5" fmla="*/ 28904 h 54151"/>
                <a:gd name="connsiteX6" fmla="*/ 199013 w 223985"/>
                <a:gd name="connsiteY6" fmla="*/ 54151 h 54151"/>
                <a:gd name="connsiteX7" fmla="*/ 24972 w 223985"/>
                <a:gd name="connsiteY7" fmla="*/ 14926 h 54151"/>
                <a:gd name="connsiteX8" fmla="*/ 12802 w 223985"/>
                <a:gd name="connsiteY8" fmla="*/ 27261 h 54151"/>
                <a:gd name="connsiteX9" fmla="*/ 24972 w 223985"/>
                <a:gd name="connsiteY9" fmla="*/ 39596 h 54151"/>
                <a:gd name="connsiteX10" fmla="*/ 199013 w 223985"/>
                <a:gd name="connsiteY10" fmla="*/ 39596 h 54151"/>
                <a:gd name="connsiteX11" fmla="*/ 211184 w 223985"/>
                <a:gd name="connsiteY11" fmla="*/ 27261 h 54151"/>
                <a:gd name="connsiteX12" fmla="*/ 199013 w 223985"/>
                <a:gd name="connsiteY12" fmla="*/ 14926 h 5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985" h="54151">
                  <a:moveTo>
                    <a:pt x="199013" y="54151"/>
                  </a:moveTo>
                  <a:lnTo>
                    <a:pt x="24972" y="54151"/>
                  </a:lnTo>
                  <a:cubicBezTo>
                    <a:pt x="10218" y="53141"/>
                    <a:pt x="-935" y="40201"/>
                    <a:pt x="62" y="25247"/>
                  </a:cubicBezTo>
                  <a:cubicBezTo>
                    <a:pt x="965" y="11701"/>
                    <a:pt x="11606" y="915"/>
                    <a:pt x="24972" y="0"/>
                  </a:cubicBezTo>
                  <a:lnTo>
                    <a:pt x="199013" y="0"/>
                  </a:lnTo>
                  <a:cubicBezTo>
                    <a:pt x="213767" y="1010"/>
                    <a:pt x="224920" y="13951"/>
                    <a:pt x="223924" y="28904"/>
                  </a:cubicBezTo>
                  <a:cubicBezTo>
                    <a:pt x="223021" y="42451"/>
                    <a:pt x="212379" y="53236"/>
                    <a:pt x="199013" y="54151"/>
                  </a:cubicBezTo>
                  <a:close/>
                  <a:moveTo>
                    <a:pt x="24972" y="14926"/>
                  </a:moveTo>
                  <a:cubicBezTo>
                    <a:pt x="18251" y="14926"/>
                    <a:pt x="12802" y="20448"/>
                    <a:pt x="12802" y="27261"/>
                  </a:cubicBezTo>
                  <a:cubicBezTo>
                    <a:pt x="12802" y="34073"/>
                    <a:pt x="18251" y="39596"/>
                    <a:pt x="24972" y="39596"/>
                  </a:cubicBezTo>
                  <a:lnTo>
                    <a:pt x="199013" y="39596"/>
                  </a:lnTo>
                  <a:cubicBezTo>
                    <a:pt x="205735" y="39596"/>
                    <a:pt x="211184" y="34073"/>
                    <a:pt x="211184" y="27261"/>
                  </a:cubicBezTo>
                  <a:cubicBezTo>
                    <a:pt x="211184" y="20448"/>
                    <a:pt x="205735" y="14926"/>
                    <a:pt x="199013" y="14926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38D3CFE7-F78A-A140-8888-3644E94D010F}"/>
                </a:ext>
              </a:extLst>
            </p:cNvPr>
            <p:cNvSpPr/>
            <p:nvPr/>
          </p:nvSpPr>
          <p:spPr>
            <a:xfrm>
              <a:off x="6960166" y="2302904"/>
              <a:ext cx="188647" cy="372027"/>
            </a:xfrm>
            <a:custGeom>
              <a:avLst/>
              <a:gdLst>
                <a:gd name="connsiteX0" fmla="*/ 181345 w 188647"/>
                <a:gd name="connsiteY0" fmla="*/ 372028 h 372027"/>
                <a:gd name="connsiteX1" fmla="*/ 7305 w 188647"/>
                <a:gd name="connsiteY1" fmla="*/ 372028 h 372027"/>
                <a:gd name="connsiteX2" fmla="*/ 2 w 188647"/>
                <a:gd name="connsiteY2" fmla="*/ 364627 h 372027"/>
                <a:gd name="connsiteX3" fmla="*/ 2 w 188647"/>
                <a:gd name="connsiteY3" fmla="*/ 316520 h 372027"/>
                <a:gd name="connsiteX4" fmla="*/ 25195 w 188647"/>
                <a:gd name="connsiteY4" fmla="*/ 232147 h 372027"/>
                <a:gd name="connsiteX5" fmla="*/ 44182 w 188647"/>
                <a:gd name="connsiteY5" fmla="*/ 203406 h 372027"/>
                <a:gd name="connsiteX6" fmla="*/ 44182 w 188647"/>
                <a:gd name="connsiteY6" fmla="*/ 167634 h 372027"/>
                <a:gd name="connsiteX7" fmla="*/ 25195 w 188647"/>
                <a:gd name="connsiteY7" fmla="*/ 139264 h 372027"/>
                <a:gd name="connsiteX8" fmla="*/ 2 w 188647"/>
                <a:gd name="connsiteY8" fmla="*/ 55508 h 372027"/>
                <a:gd name="connsiteX9" fmla="*/ 2 w 188647"/>
                <a:gd name="connsiteY9" fmla="*/ 7401 h 372027"/>
                <a:gd name="connsiteX10" fmla="*/ 7305 w 188647"/>
                <a:gd name="connsiteY10" fmla="*/ 0 h 372027"/>
                <a:gd name="connsiteX11" fmla="*/ 181345 w 188647"/>
                <a:gd name="connsiteY11" fmla="*/ 0 h 372027"/>
                <a:gd name="connsiteX12" fmla="*/ 188648 w 188647"/>
                <a:gd name="connsiteY12" fmla="*/ 7401 h 372027"/>
                <a:gd name="connsiteX13" fmla="*/ 188648 w 188647"/>
                <a:gd name="connsiteY13" fmla="*/ 55508 h 372027"/>
                <a:gd name="connsiteX14" fmla="*/ 163211 w 188647"/>
                <a:gd name="connsiteY14" fmla="*/ 139264 h 372027"/>
                <a:gd name="connsiteX15" fmla="*/ 144103 w 188647"/>
                <a:gd name="connsiteY15" fmla="*/ 168128 h 372027"/>
                <a:gd name="connsiteX16" fmla="*/ 144103 w 188647"/>
                <a:gd name="connsiteY16" fmla="*/ 203900 h 372027"/>
                <a:gd name="connsiteX17" fmla="*/ 163211 w 188647"/>
                <a:gd name="connsiteY17" fmla="*/ 232147 h 372027"/>
                <a:gd name="connsiteX18" fmla="*/ 188283 w 188647"/>
                <a:gd name="connsiteY18" fmla="*/ 316026 h 372027"/>
                <a:gd name="connsiteX19" fmla="*/ 188283 w 188647"/>
                <a:gd name="connsiteY19" fmla="*/ 364133 h 372027"/>
                <a:gd name="connsiteX20" fmla="*/ 181492 w 188647"/>
                <a:gd name="connsiteY20" fmla="*/ 372019 h 372027"/>
                <a:gd name="connsiteX21" fmla="*/ 181345 w 188647"/>
                <a:gd name="connsiteY21" fmla="*/ 372028 h 372027"/>
                <a:gd name="connsiteX22" fmla="*/ 14729 w 188647"/>
                <a:gd name="connsiteY22" fmla="*/ 357102 h 372027"/>
                <a:gd name="connsiteX23" fmla="*/ 173921 w 188647"/>
                <a:gd name="connsiteY23" fmla="*/ 357102 h 372027"/>
                <a:gd name="connsiteX24" fmla="*/ 173921 w 188647"/>
                <a:gd name="connsiteY24" fmla="*/ 316520 h 372027"/>
                <a:gd name="connsiteX25" fmla="*/ 151040 w 188647"/>
                <a:gd name="connsiteY25" fmla="*/ 241029 h 372027"/>
                <a:gd name="connsiteX26" fmla="*/ 131932 w 188647"/>
                <a:gd name="connsiteY26" fmla="*/ 212164 h 372027"/>
                <a:gd name="connsiteX27" fmla="*/ 131932 w 188647"/>
                <a:gd name="connsiteY27" fmla="*/ 159863 h 372027"/>
                <a:gd name="connsiteX28" fmla="*/ 151040 w 188647"/>
                <a:gd name="connsiteY28" fmla="*/ 130999 h 372027"/>
                <a:gd name="connsiteX29" fmla="*/ 173678 w 188647"/>
                <a:gd name="connsiteY29" fmla="*/ 55508 h 372027"/>
                <a:gd name="connsiteX30" fmla="*/ 173678 w 188647"/>
                <a:gd name="connsiteY30" fmla="*/ 14926 h 372027"/>
                <a:gd name="connsiteX31" fmla="*/ 14729 w 188647"/>
                <a:gd name="connsiteY31" fmla="*/ 14926 h 372027"/>
                <a:gd name="connsiteX32" fmla="*/ 14729 w 188647"/>
                <a:gd name="connsiteY32" fmla="*/ 55508 h 372027"/>
                <a:gd name="connsiteX33" fmla="*/ 37366 w 188647"/>
                <a:gd name="connsiteY33" fmla="*/ 130999 h 372027"/>
                <a:gd name="connsiteX34" fmla="*/ 56474 w 188647"/>
                <a:gd name="connsiteY34" fmla="*/ 159863 h 372027"/>
                <a:gd name="connsiteX35" fmla="*/ 56474 w 188647"/>
                <a:gd name="connsiteY35" fmla="*/ 212164 h 372027"/>
                <a:gd name="connsiteX36" fmla="*/ 37366 w 188647"/>
                <a:gd name="connsiteY36" fmla="*/ 241029 h 372027"/>
                <a:gd name="connsiteX37" fmla="*/ 14729 w 188647"/>
                <a:gd name="connsiteY37" fmla="*/ 316520 h 37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88647" h="372027">
                  <a:moveTo>
                    <a:pt x="181345" y="372028"/>
                  </a:moveTo>
                  <a:lnTo>
                    <a:pt x="7305" y="372028"/>
                  </a:lnTo>
                  <a:cubicBezTo>
                    <a:pt x="3272" y="372028"/>
                    <a:pt x="2" y="368714"/>
                    <a:pt x="2" y="364627"/>
                  </a:cubicBezTo>
                  <a:lnTo>
                    <a:pt x="2" y="316520"/>
                  </a:lnTo>
                  <a:cubicBezTo>
                    <a:pt x="-158" y="286468"/>
                    <a:pt x="8622" y="257066"/>
                    <a:pt x="25195" y="232147"/>
                  </a:cubicBezTo>
                  <a:lnTo>
                    <a:pt x="44182" y="203406"/>
                  </a:lnTo>
                  <a:cubicBezTo>
                    <a:pt x="51319" y="192580"/>
                    <a:pt x="51319" y="178461"/>
                    <a:pt x="44182" y="167634"/>
                  </a:cubicBezTo>
                  <a:lnTo>
                    <a:pt x="25195" y="139264"/>
                  </a:lnTo>
                  <a:cubicBezTo>
                    <a:pt x="8704" y="114536"/>
                    <a:pt x="-73" y="85355"/>
                    <a:pt x="2" y="55508"/>
                  </a:cubicBezTo>
                  <a:lnTo>
                    <a:pt x="2" y="7401"/>
                  </a:lnTo>
                  <a:cubicBezTo>
                    <a:pt x="2" y="3314"/>
                    <a:pt x="3272" y="0"/>
                    <a:pt x="7305" y="0"/>
                  </a:cubicBezTo>
                  <a:lnTo>
                    <a:pt x="181345" y="0"/>
                  </a:lnTo>
                  <a:cubicBezTo>
                    <a:pt x="185378" y="0"/>
                    <a:pt x="188648" y="3314"/>
                    <a:pt x="188648" y="7401"/>
                  </a:cubicBezTo>
                  <a:lnTo>
                    <a:pt x="188648" y="55508"/>
                  </a:lnTo>
                  <a:cubicBezTo>
                    <a:pt x="188599" y="85373"/>
                    <a:pt x="179741" y="114540"/>
                    <a:pt x="163211" y="139264"/>
                  </a:cubicBezTo>
                  <a:lnTo>
                    <a:pt x="144103" y="168128"/>
                  </a:lnTo>
                  <a:cubicBezTo>
                    <a:pt x="136965" y="178955"/>
                    <a:pt x="136965" y="193073"/>
                    <a:pt x="144103" y="203900"/>
                  </a:cubicBezTo>
                  <a:lnTo>
                    <a:pt x="163211" y="232147"/>
                  </a:lnTo>
                  <a:cubicBezTo>
                    <a:pt x="179601" y="256963"/>
                    <a:pt x="188329" y="286164"/>
                    <a:pt x="188283" y="316026"/>
                  </a:cubicBezTo>
                  <a:lnTo>
                    <a:pt x="188283" y="364133"/>
                  </a:lnTo>
                  <a:cubicBezTo>
                    <a:pt x="188556" y="368211"/>
                    <a:pt x="185516" y="371742"/>
                    <a:pt x="181492" y="372019"/>
                  </a:cubicBezTo>
                  <a:cubicBezTo>
                    <a:pt x="181443" y="372022"/>
                    <a:pt x="181394" y="372025"/>
                    <a:pt x="181345" y="372028"/>
                  </a:cubicBezTo>
                  <a:close/>
                  <a:moveTo>
                    <a:pt x="14729" y="357102"/>
                  </a:moveTo>
                  <a:lnTo>
                    <a:pt x="173921" y="357102"/>
                  </a:lnTo>
                  <a:lnTo>
                    <a:pt x="173921" y="316520"/>
                  </a:lnTo>
                  <a:cubicBezTo>
                    <a:pt x="173892" y="289606"/>
                    <a:pt x="165924" y="263317"/>
                    <a:pt x="151040" y="241029"/>
                  </a:cubicBezTo>
                  <a:lnTo>
                    <a:pt x="131932" y="212164"/>
                  </a:lnTo>
                  <a:cubicBezTo>
                    <a:pt x="121543" y="196321"/>
                    <a:pt x="121543" y="175707"/>
                    <a:pt x="131932" y="159863"/>
                  </a:cubicBezTo>
                  <a:lnTo>
                    <a:pt x="151040" y="130999"/>
                  </a:lnTo>
                  <a:cubicBezTo>
                    <a:pt x="165838" y="108683"/>
                    <a:pt x="173721" y="82396"/>
                    <a:pt x="173678" y="55508"/>
                  </a:cubicBezTo>
                  <a:lnTo>
                    <a:pt x="173678" y="14926"/>
                  </a:lnTo>
                  <a:lnTo>
                    <a:pt x="14729" y="14926"/>
                  </a:lnTo>
                  <a:lnTo>
                    <a:pt x="14729" y="55508"/>
                  </a:lnTo>
                  <a:cubicBezTo>
                    <a:pt x="14686" y="82396"/>
                    <a:pt x="22568" y="108683"/>
                    <a:pt x="37366" y="130999"/>
                  </a:cubicBezTo>
                  <a:lnTo>
                    <a:pt x="56474" y="159863"/>
                  </a:lnTo>
                  <a:cubicBezTo>
                    <a:pt x="66864" y="175707"/>
                    <a:pt x="66864" y="196321"/>
                    <a:pt x="56474" y="212164"/>
                  </a:cubicBezTo>
                  <a:lnTo>
                    <a:pt x="37366" y="241029"/>
                  </a:lnTo>
                  <a:cubicBezTo>
                    <a:pt x="22548" y="263335"/>
                    <a:pt x="14663" y="289629"/>
                    <a:pt x="14729" y="316520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04CBBB6C-007E-224F-A8C4-6A4402129F19}"/>
                </a:ext>
              </a:extLst>
            </p:cNvPr>
            <p:cNvSpPr/>
            <p:nvPr/>
          </p:nvSpPr>
          <p:spPr>
            <a:xfrm>
              <a:off x="6960555" y="2342514"/>
              <a:ext cx="188290" cy="33560"/>
            </a:xfrm>
            <a:custGeom>
              <a:avLst/>
              <a:gdLst>
                <a:gd name="connsiteX0" fmla="*/ 7402 w 188290"/>
                <a:gd name="connsiteY0" fmla="*/ 33537 h 33560"/>
                <a:gd name="connsiteX1" fmla="*/ 0 w 188290"/>
                <a:gd name="connsiteY1" fmla="*/ 25991 h 33560"/>
                <a:gd name="connsiteX2" fmla="*/ 2412 w 188290"/>
                <a:gd name="connsiteY2" fmla="*/ 20462 h 33560"/>
                <a:gd name="connsiteX3" fmla="*/ 86511 w 188290"/>
                <a:gd name="connsiteY3" fmla="*/ 4797 h 33560"/>
                <a:gd name="connsiteX4" fmla="*/ 178765 w 188290"/>
                <a:gd name="connsiteY4" fmla="*/ 4797 h 33560"/>
                <a:gd name="connsiteX5" fmla="*/ 187954 w 188290"/>
                <a:gd name="connsiteY5" fmla="*/ 9669 h 33560"/>
                <a:gd name="connsiteX6" fmla="*/ 183147 w 188290"/>
                <a:gd name="connsiteY6" fmla="*/ 18982 h 33560"/>
                <a:gd name="connsiteX7" fmla="*/ 81765 w 188290"/>
                <a:gd name="connsiteY7" fmla="*/ 18982 h 33560"/>
                <a:gd name="connsiteX8" fmla="*/ 12270 w 188290"/>
                <a:gd name="connsiteY8" fmla="*/ 32181 h 33560"/>
                <a:gd name="connsiteX9" fmla="*/ 7402 w 188290"/>
                <a:gd name="connsiteY9" fmla="*/ 33537 h 3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8290" h="33560">
                  <a:moveTo>
                    <a:pt x="7402" y="33537"/>
                  </a:moveTo>
                  <a:cubicBezTo>
                    <a:pt x="3302" y="33525"/>
                    <a:pt x="-12" y="30146"/>
                    <a:pt x="0" y="25991"/>
                  </a:cubicBezTo>
                  <a:cubicBezTo>
                    <a:pt x="6" y="23887"/>
                    <a:pt x="881" y="21882"/>
                    <a:pt x="2412" y="20462"/>
                  </a:cubicBezTo>
                  <a:cubicBezTo>
                    <a:pt x="25817" y="702"/>
                    <a:pt x="57704" y="-5238"/>
                    <a:pt x="86511" y="4797"/>
                  </a:cubicBezTo>
                  <a:cubicBezTo>
                    <a:pt x="116463" y="14846"/>
                    <a:pt x="148813" y="14846"/>
                    <a:pt x="178765" y="4797"/>
                  </a:cubicBezTo>
                  <a:cubicBezTo>
                    <a:pt x="182630" y="3570"/>
                    <a:pt x="186744" y="5752"/>
                    <a:pt x="187954" y="9669"/>
                  </a:cubicBezTo>
                  <a:cubicBezTo>
                    <a:pt x="189164" y="13586"/>
                    <a:pt x="187012" y="17756"/>
                    <a:pt x="183147" y="18982"/>
                  </a:cubicBezTo>
                  <a:cubicBezTo>
                    <a:pt x="150229" y="30011"/>
                    <a:pt x="114683" y="30011"/>
                    <a:pt x="81765" y="18982"/>
                  </a:cubicBezTo>
                  <a:cubicBezTo>
                    <a:pt x="57903" y="10965"/>
                    <a:pt x="31649" y="15951"/>
                    <a:pt x="12270" y="32181"/>
                  </a:cubicBezTo>
                  <a:cubicBezTo>
                    <a:pt x="10854" y="33195"/>
                    <a:pt x="9131" y="33676"/>
                    <a:pt x="7402" y="3353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75B8F30-4F21-134A-9861-FE378871DD2D}"/>
                </a:ext>
              </a:extLst>
            </p:cNvPr>
            <p:cNvSpPr/>
            <p:nvPr/>
          </p:nvSpPr>
          <p:spPr>
            <a:xfrm>
              <a:off x="6961426" y="2581060"/>
              <a:ext cx="182730" cy="26417"/>
            </a:xfrm>
            <a:custGeom>
              <a:avLst/>
              <a:gdLst>
                <a:gd name="connsiteX0" fmla="*/ 130063 w 182730"/>
                <a:gd name="connsiteY0" fmla="*/ 26399 h 26417"/>
                <a:gd name="connsiteX1" fmla="*/ 91117 w 182730"/>
                <a:gd name="connsiteY1" fmla="*/ 20725 h 26417"/>
                <a:gd name="connsiteX2" fmla="*/ 11156 w 182730"/>
                <a:gd name="connsiteY2" fmla="*/ 24549 h 26417"/>
                <a:gd name="connsiteX3" fmla="*/ 993 w 182730"/>
                <a:gd name="connsiteY3" fmla="*/ 21773 h 26417"/>
                <a:gd name="connsiteX4" fmla="*/ 3731 w 182730"/>
                <a:gd name="connsiteY4" fmla="*/ 11473 h 26417"/>
                <a:gd name="connsiteX5" fmla="*/ 94890 w 182730"/>
                <a:gd name="connsiteY5" fmla="*/ 6293 h 26417"/>
                <a:gd name="connsiteX6" fmla="*/ 172661 w 182730"/>
                <a:gd name="connsiteY6" fmla="*/ 1605 h 26417"/>
                <a:gd name="connsiteX7" fmla="*/ 182243 w 182730"/>
                <a:gd name="connsiteY7" fmla="*/ 5954 h 26417"/>
                <a:gd name="connsiteX8" fmla="*/ 180571 w 182730"/>
                <a:gd name="connsiteY8" fmla="*/ 13941 h 26417"/>
                <a:gd name="connsiteX9" fmla="*/ 130063 w 182730"/>
                <a:gd name="connsiteY9" fmla="*/ 26399 h 26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30" h="26417">
                  <a:moveTo>
                    <a:pt x="130063" y="26399"/>
                  </a:moveTo>
                  <a:cubicBezTo>
                    <a:pt x="116888" y="26297"/>
                    <a:pt x="103787" y="24388"/>
                    <a:pt x="91117" y="20725"/>
                  </a:cubicBezTo>
                  <a:cubicBezTo>
                    <a:pt x="64912" y="11946"/>
                    <a:pt x="36429" y="13308"/>
                    <a:pt x="11156" y="24549"/>
                  </a:cubicBezTo>
                  <a:cubicBezTo>
                    <a:pt x="7593" y="26627"/>
                    <a:pt x="3043" y="25384"/>
                    <a:pt x="993" y="21773"/>
                  </a:cubicBezTo>
                  <a:cubicBezTo>
                    <a:pt x="-1057" y="18163"/>
                    <a:pt x="169" y="13551"/>
                    <a:pt x="3731" y="11473"/>
                  </a:cubicBezTo>
                  <a:cubicBezTo>
                    <a:pt x="32403" y="-1770"/>
                    <a:pt x="64937" y="-3619"/>
                    <a:pt x="94890" y="6293"/>
                  </a:cubicBezTo>
                  <a:cubicBezTo>
                    <a:pt x="120429" y="15035"/>
                    <a:pt x="148324" y="13354"/>
                    <a:pt x="172661" y="1605"/>
                  </a:cubicBezTo>
                  <a:cubicBezTo>
                    <a:pt x="176492" y="124"/>
                    <a:pt x="180782" y="2072"/>
                    <a:pt x="182243" y="5954"/>
                  </a:cubicBezTo>
                  <a:cubicBezTo>
                    <a:pt x="183283" y="8718"/>
                    <a:pt x="182629" y="11843"/>
                    <a:pt x="180571" y="13941"/>
                  </a:cubicBezTo>
                  <a:cubicBezTo>
                    <a:pt x="165080" y="22445"/>
                    <a:pt x="147678" y="26737"/>
                    <a:pt x="130063" y="26399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0BB360B9-3E01-AB49-AAB3-FD3B11DDAB82}"/>
                </a:ext>
              </a:extLst>
            </p:cNvPr>
            <p:cNvSpPr/>
            <p:nvPr/>
          </p:nvSpPr>
          <p:spPr>
            <a:xfrm>
              <a:off x="7032765" y="2437135"/>
              <a:ext cx="14849" cy="30936"/>
            </a:xfrm>
            <a:custGeom>
              <a:avLst/>
              <a:gdLst>
                <a:gd name="connsiteX0" fmla="*/ 7486 w 14849"/>
                <a:gd name="connsiteY0" fmla="*/ 30937 h 30936"/>
                <a:gd name="connsiteX1" fmla="*/ 62 w 14849"/>
                <a:gd name="connsiteY1" fmla="*/ 23412 h 30936"/>
                <a:gd name="connsiteX2" fmla="*/ 62 w 14849"/>
                <a:gd name="connsiteY2" fmla="*/ 8487 h 30936"/>
                <a:gd name="connsiteX3" fmla="*/ 6476 w 14849"/>
                <a:gd name="connsiteY3" fmla="*/ 63 h 30936"/>
                <a:gd name="connsiteX4" fmla="*/ 14788 w 14849"/>
                <a:gd name="connsiteY4" fmla="*/ 6564 h 30936"/>
                <a:gd name="connsiteX5" fmla="*/ 14788 w 14849"/>
                <a:gd name="connsiteY5" fmla="*/ 8487 h 30936"/>
                <a:gd name="connsiteX6" fmla="*/ 14788 w 14849"/>
                <a:gd name="connsiteY6" fmla="*/ 23906 h 30936"/>
                <a:gd name="connsiteX7" fmla="*/ 7486 w 14849"/>
                <a:gd name="connsiteY7" fmla="*/ 30937 h 3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9" h="30936">
                  <a:moveTo>
                    <a:pt x="7486" y="30937"/>
                  </a:moveTo>
                  <a:cubicBezTo>
                    <a:pt x="3386" y="30937"/>
                    <a:pt x="62" y="27568"/>
                    <a:pt x="62" y="23412"/>
                  </a:cubicBezTo>
                  <a:lnTo>
                    <a:pt x="62" y="8487"/>
                  </a:lnTo>
                  <a:cubicBezTo>
                    <a:pt x="-462" y="4365"/>
                    <a:pt x="2410" y="593"/>
                    <a:pt x="6476" y="63"/>
                  </a:cubicBezTo>
                  <a:cubicBezTo>
                    <a:pt x="10543" y="-468"/>
                    <a:pt x="14264" y="2442"/>
                    <a:pt x="14788" y="6564"/>
                  </a:cubicBezTo>
                  <a:cubicBezTo>
                    <a:pt x="14869" y="7202"/>
                    <a:pt x="14869" y="7848"/>
                    <a:pt x="14788" y="8487"/>
                  </a:cubicBezTo>
                  <a:lnTo>
                    <a:pt x="14788" y="23906"/>
                  </a:lnTo>
                  <a:cubicBezTo>
                    <a:pt x="14593" y="27848"/>
                    <a:pt x="11380" y="30942"/>
                    <a:pt x="7486" y="3093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2833B7C8-E814-FC47-89B3-8472C4FF4567}"/>
                </a:ext>
              </a:extLst>
            </p:cNvPr>
            <p:cNvSpPr/>
            <p:nvPr/>
          </p:nvSpPr>
          <p:spPr>
            <a:xfrm>
              <a:off x="7032765" y="2470317"/>
              <a:ext cx="14849" cy="34267"/>
            </a:xfrm>
            <a:custGeom>
              <a:avLst/>
              <a:gdLst>
                <a:gd name="connsiteX0" fmla="*/ 7486 w 14849"/>
                <a:gd name="connsiteY0" fmla="*/ 34267 h 34267"/>
                <a:gd name="connsiteX1" fmla="*/ 62 w 14849"/>
                <a:gd name="connsiteY1" fmla="*/ 26743 h 34267"/>
                <a:gd name="connsiteX2" fmla="*/ 62 w 14849"/>
                <a:gd name="connsiteY2" fmla="*/ 8487 h 34267"/>
                <a:gd name="connsiteX3" fmla="*/ 6476 w 14849"/>
                <a:gd name="connsiteY3" fmla="*/ 63 h 34267"/>
                <a:gd name="connsiteX4" fmla="*/ 14788 w 14849"/>
                <a:gd name="connsiteY4" fmla="*/ 6564 h 34267"/>
                <a:gd name="connsiteX5" fmla="*/ 14788 w 14849"/>
                <a:gd name="connsiteY5" fmla="*/ 8487 h 34267"/>
                <a:gd name="connsiteX6" fmla="*/ 14788 w 14849"/>
                <a:gd name="connsiteY6" fmla="*/ 26743 h 34267"/>
                <a:gd name="connsiteX7" fmla="*/ 7486 w 14849"/>
                <a:gd name="connsiteY7" fmla="*/ 34267 h 3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9" h="34267">
                  <a:moveTo>
                    <a:pt x="7486" y="34267"/>
                  </a:moveTo>
                  <a:cubicBezTo>
                    <a:pt x="3386" y="34267"/>
                    <a:pt x="62" y="30898"/>
                    <a:pt x="62" y="26743"/>
                  </a:cubicBezTo>
                  <a:lnTo>
                    <a:pt x="62" y="8487"/>
                  </a:lnTo>
                  <a:cubicBezTo>
                    <a:pt x="-462" y="4365"/>
                    <a:pt x="2410" y="593"/>
                    <a:pt x="6476" y="63"/>
                  </a:cubicBezTo>
                  <a:cubicBezTo>
                    <a:pt x="10543" y="-468"/>
                    <a:pt x="14264" y="2442"/>
                    <a:pt x="14788" y="6564"/>
                  </a:cubicBezTo>
                  <a:cubicBezTo>
                    <a:pt x="14869" y="7202"/>
                    <a:pt x="14869" y="7848"/>
                    <a:pt x="14788" y="8487"/>
                  </a:cubicBezTo>
                  <a:lnTo>
                    <a:pt x="14788" y="26743"/>
                  </a:lnTo>
                  <a:cubicBezTo>
                    <a:pt x="14789" y="30851"/>
                    <a:pt x="11538" y="34200"/>
                    <a:pt x="7486" y="3426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C06D995-8CE7-6E42-B3D5-0CD25BF22212}"/>
                </a:ext>
              </a:extLst>
            </p:cNvPr>
            <p:cNvSpPr/>
            <p:nvPr/>
          </p:nvSpPr>
          <p:spPr>
            <a:xfrm>
              <a:off x="7032765" y="2506829"/>
              <a:ext cx="14849" cy="30936"/>
            </a:xfrm>
            <a:custGeom>
              <a:avLst/>
              <a:gdLst>
                <a:gd name="connsiteX0" fmla="*/ 7486 w 14849"/>
                <a:gd name="connsiteY0" fmla="*/ 30937 h 30936"/>
                <a:gd name="connsiteX1" fmla="*/ 62 w 14849"/>
                <a:gd name="connsiteY1" fmla="*/ 23412 h 30936"/>
                <a:gd name="connsiteX2" fmla="*/ 62 w 14849"/>
                <a:gd name="connsiteY2" fmla="*/ 8487 h 30936"/>
                <a:gd name="connsiteX3" fmla="*/ 6476 w 14849"/>
                <a:gd name="connsiteY3" fmla="*/ 63 h 30936"/>
                <a:gd name="connsiteX4" fmla="*/ 14788 w 14849"/>
                <a:gd name="connsiteY4" fmla="*/ 6564 h 30936"/>
                <a:gd name="connsiteX5" fmla="*/ 14788 w 14849"/>
                <a:gd name="connsiteY5" fmla="*/ 8487 h 30936"/>
                <a:gd name="connsiteX6" fmla="*/ 14788 w 14849"/>
                <a:gd name="connsiteY6" fmla="*/ 23412 h 30936"/>
                <a:gd name="connsiteX7" fmla="*/ 7486 w 14849"/>
                <a:gd name="connsiteY7" fmla="*/ 30937 h 3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9" h="30936">
                  <a:moveTo>
                    <a:pt x="7486" y="30937"/>
                  </a:moveTo>
                  <a:cubicBezTo>
                    <a:pt x="3386" y="30937"/>
                    <a:pt x="62" y="27568"/>
                    <a:pt x="62" y="23412"/>
                  </a:cubicBezTo>
                  <a:lnTo>
                    <a:pt x="62" y="8487"/>
                  </a:lnTo>
                  <a:cubicBezTo>
                    <a:pt x="-462" y="4365"/>
                    <a:pt x="2410" y="593"/>
                    <a:pt x="6476" y="63"/>
                  </a:cubicBezTo>
                  <a:cubicBezTo>
                    <a:pt x="10543" y="-468"/>
                    <a:pt x="14264" y="2442"/>
                    <a:pt x="14788" y="6564"/>
                  </a:cubicBezTo>
                  <a:cubicBezTo>
                    <a:pt x="14869" y="7202"/>
                    <a:pt x="14869" y="7848"/>
                    <a:pt x="14788" y="8487"/>
                  </a:cubicBezTo>
                  <a:lnTo>
                    <a:pt x="14788" y="23412"/>
                  </a:lnTo>
                  <a:cubicBezTo>
                    <a:pt x="14789" y="27520"/>
                    <a:pt x="11538" y="30869"/>
                    <a:pt x="7486" y="3093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2CC02814-8CFA-4F41-82E3-E0201687DA81}"/>
                </a:ext>
              </a:extLst>
            </p:cNvPr>
            <p:cNvSpPr/>
            <p:nvPr/>
          </p:nvSpPr>
          <p:spPr>
            <a:xfrm>
              <a:off x="7062462" y="2437135"/>
              <a:ext cx="14849" cy="30954"/>
            </a:xfrm>
            <a:custGeom>
              <a:avLst/>
              <a:gdLst>
                <a:gd name="connsiteX0" fmla="*/ 6877 w 14849"/>
                <a:gd name="connsiteY0" fmla="*/ 30937 h 30954"/>
                <a:gd name="connsiteX1" fmla="*/ 62 w 14849"/>
                <a:gd name="connsiteY1" fmla="*/ 23906 h 30954"/>
                <a:gd name="connsiteX2" fmla="*/ 62 w 14849"/>
                <a:gd name="connsiteY2" fmla="*/ 8487 h 30954"/>
                <a:gd name="connsiteX3" fmla="*/ 6476 w 14849"/>
                <a:gd name="connsiteY3" fmla="*/ 63 h 30954"/>
                <a:gd name="connsiteX4" fmla="*/ 14788 w 14849"/>
                <a:gd name="connsiteY4" fmla="*/ 6564 h 30954"/>
                <a:gd name="connsiteX5" fmla="*/ 14788 w 14849"/>
                <a:gd name="connsiteY5" fmla="*/ 8487 h 30954"/>
                <a:gd name="connsiteX6" fmla="*/ 14788 w 14849"/>
                <a:gd name="connsiteY6" fmla="*/ 23906 h 30954"/>
                <a:gd name="connsiteX7" fmla="*/ 6909 w 14849"/>
                <a:gd name="connsiteY7" fmla="*/ 30939 h 30954"/>
                <a:gd name="connsiteX8" fmla="*/ 6877 w 14849"/>
                <a:gd name="connsiteY8" fmla="*/ 30937 h 30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49" h="30954">
                  <a:moveTo>
                    <a:pt x="6877" y="30937"/>
                  </a:moveTo>
                  <a:cubicBezTo>
                    <a:pt x="3172" y="30690"/>
                    <a:pt x="239" y="27665"/>
                    <a:pt x="62" y="23906"/>
                  </a:cubicBezTo>
                  <a:lnTo>
                    <a:pt x="62" y="8487"/>
                  </a:lnTo>
                  <a:cubicBezTo>
                    <a:pt x="-462" y="4365"/>
                    <a:pt x="2410" y="593"/>
                    <a:pt x="6476" y="63"/>
                  </a:cubicBezTo>
                  <a:cubicBezTo>
                    <a:pt x="10543" y="-468"/>
                    <a:pt x="14264" y="2442"/>
                    <a:pt x="14788" y="6564"/>
                  </a:cubicBezTo>
                  <a:cubicBezTo>
                    <a:pt x="14869" y="7202"/>
                    <a:pt x="14869" y="7848"/>
                    <a:pt x="14788" y="8487"/>
                  </a:cubicBezTo>
                  <a:lnTo>
                    <a:pt x="14788" y="23906"/>
                  </a:lnTo>
                  <a:cubicBezTo>
                    <a:pt x="14529" y="28053"/>
                    <a:pt x="11001" y="31202"/>
                    <a:pt x="6909" y="30939"/>
                  </a:cubicBezTo>
                  <a:cubicBezTo>
                    <a:pt x="6898" y="30938"/>
                    <a:pt x="6888" y="30937"/>
                    <a:pt x="6877" y="3093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D876B205-D76A-5647-811D-C087C28F4B37}"/>
                </a:ext>
              </a:extLst>
            </p:cNvPr>
            <p:cNvSpPr/>
            <p:nvPr/>
          </p:nvSpPr>
          <p:spPr>
            <a:xfrm>
              <a:off x="7061975" y="2470317"/>
              <a:ext cx="14849" cy="34267"/>
            </a:xfrm>
            <a:custGeom>
              <a:avLst/>
              <a:gdLst>
                <a:gd name="connsiteX0" fmla="*/ 7364 w 14849"/>
                <a:gd name="connsiteY0" fmla="*/ 34267 h 34267"/>
                <a:gd name="connsiteX1" fmla="*/ 62 w 14849"/>
                <a:gd name="connsiteY1" fmla="*/ 26743 h 34267"/>
                <a:gd name="connsiteX2" fmla="*/ 62 w 14849"/>
                <a:gd name="connsiteY2" fmla="*/ 8487 h 34267"/>
                <a:gd name="connsiteX3" fmla="*/ 6476 w 14849"/>
                <a:gd name="connsiteY3" fmla="*/ 63 h 34267"/>
                <a:gd name="connsiteX4" fmla="*/ 14788 w 14849"/>
                <a:gd name="connsiteY4" fmla="*/ 6564 h 34267"/>
                <a:gd name="connsiteX5" fmla="*/ 14788 w 14849"/>
                <a:gd name="connsiteY5" fmla="*/ 8487 h 34267"/>
                <a:gd name="connsiteX6" fmla="*/ 14788 w 14849"/>
                <a:gd name="connsiteY6" fmla="*/ 26743 h 34267"/>
                <a:gd name="connsiteX7" fmla="*/ 7364 w 14849"/>
                <a:gd name="connsiteY7" fmla="*/ 34267 h 3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9" h="34267">
                  <a:moveTo>
                    <a:pt x="7364" y="34267"/>
                  </a:moveTo>
                  <a:cubicBezTo>
                    <a:pt x="3311" y="34200"/>
                    <a:pt x="61" y="30851"/>
                    <a:pt x="62" y="26743"/>
                  </a:cubicBezTo>
                  <a:lnTo>
                    <a:pt x="62" y="8487"/>
                  </a:lnTo>
                  <a:cubicBezTo>
                    <a:pt x="-462" y="4365"/>
                    <a:pt x="2410" y="593"/>
                    <a:pt x="6476" y="63"/>
                  </a:cubicBezTo>
                  <a:cubicBezTo>
                    <a:pt x="10543" y="-468"/>
                    <a:pt x="14264" y="2442"/>
                    <a:pt x="14788" y="6564"/>
                  </a:cubicBezTo>
                  <a:cubicBezTo>
                    <a:pt x="14869" y="7202"/>
                    <a:pt x="14869" y="7848"/>
                    <a:pt x="14788" y="8487"/>
                  </a:cubicBezTo>
                  <a:lnTo>
                    <a:pt x="14788" y="26743"/>
                  </a:lnTo>
                  <a:cubicBezTo>
                    <a:pt x="14788" y="30898"/>
                    <a:pt x="11464" y="34267"/>
                    <a:pt x="7364" y="3426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91ABC6D7-E176-BC47-B5E0-44DF6051D6D6}"/>
                </a:ext>
              </a:extLst>
            </p:cNvPr>
            <p:cNvSpPr/>
            <p:nvPr/>
          </p:nvSpPr>
          <p:spPr>
            <a:xfrm>
              <a:off x="7061975" y="2506829"/>
              <a:ext cx="14849" cy="30936"/>
            </a:xfrm>
            <a:custGeom>
              <a:avLst/>
              <a:gdLst>
                <a:gd name="connsiteX0" fmla="*/ 7364 w 14849"/>
                <a:gd name="connsiteY0" fmla="*/ 30937 h 30936"/>
                <a:gd name="connsiteX1" fmla="*/ 62 w 14849"/>
                <a:gd name="connsiteY1" fmla="*/ 23412 h 30936"/>
                <a:gd name="connsiteX2" fmla="*/ 62 w 14849"/>
                <a:gd name="connsiteY2" fmla="*/ 8487 h 30936"/>
                <a:gd name="connsiteX3" fmla="*/ 6476 w 14849"/>
                <a:gd name="connsiteY3" fmla="*/ 63 h 30936"/>
                <a:gd name="connsiteX4" fmla="*/ 14788 w 14849"/>
                <a:gd name="connsiteY4" fmla="*/ 6564 h 30936"/>
                <a:gd name="connsiteX5" fmla="*/ 14788 w 14849"/>
                <a:gd name="connsiteY5" fmla="*/ 8487 h 30936"/>
                <a:gd name="connsiteX6" fmla="*/ 14788 w 14849"/>
                <a:gd name="connsiteY6" fmla="*/ 23412 h 30936"/>
                <a:gd name="connsiteX7" fmla="*/ 7364 w 14849"/>
                <a:gd name="connsiteY7" fmla="*/ 30937 h 3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9" h="30936">
                  <a:moveTo>
                    <a:pt x="7364" y="30937"/>
                  </a:moveTo>
                  <a:cubicBezTo>
                    <a:pt x="3311" y="30869"/>
                    <a:pt x="61" y="27520"/>
                    <a:pt x="62" y="23412"/>
                  </a:cubicBezTo>
                  <a:lnTo>
                    <a:pt x="62" y="8487"/>
                  </a:lnTo>
                  <a:cubicBezTo>
                    <a:pt x="-462" y="4365"/>
                    <a:pt x="2410" y="593"/>
                    <a:pt x="6476" y="63"/>
                  </a:cubicBezTo>
                  <a:cubicBezTo>
                    <a:pt x="10543" y="-468"/>
                    <a:pt x="14264" y="2442"/>
                    <a:pt x="14788" y="6564"/>
                  </a:cubicBezTo>
                  <a:cubicBezTo>
                    <a:pt x="14869" y="7202"/>
                    <a:pt x="14869" y="7848"/>
                    <a:pt x="14788" y="8487"/>
                  </a:cubicBezTo>
                  <a:lnTo>
                    <a:pt x="14788" y="23412"/>
                  </a:lnTo>
                  <a:cubicBezTo>
                    <a:pt x="14788" y="27568"/>
                    <a:pt x="11464" y="30937"/>
                    <a:pt x="7364" y="3093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BAC29C7-E300-B54C-8C3E-7E8480725633}"/>
                </a:ext>
              </a:extLst>
            </p:cNvPr>
            <p:cNvSpPr/>
            <p:nvPr/>
          </p:nvSpPr>
          <p:spPr>
            <a:xfrm>
              <a:off x="6903355" y="2699170"/>
              <a:ext cx="301469" cy="15049"/>
            </a:xfrm>
            <a:custGeom>
              <a:avLst/>
              <a:gdLst>
                <a:gd name="connsiteX0" fmla="*/ 294993 w 301469"/>
                <a:gd name="connsiteY0" fmla="*/ 14987 h 15049"/>
                <a:gd name="connsiteX1" fmla="*/ 8374 w 301469"/>
                <a:gd name="connsiteY1" fmla="*/ 14987 h 15049"/>
                <a:gd name="connsiteX2" fmla="*/ 62 w 301469"/>
                <a:gd name="connsiteY2" fmla="*/ 8486 h 15049"/>
                <a:gd name="connsiteX3" fmla="*/ 6476 w 301469"/>
                <a:gd name="connsiteY3" fmla="*/ 62 h 15049"/>
                <a:gd name="connsiteX4" fmla="*/ 8374 w 301469"/>
                <a:gd name="connsiteY4" fmla="*/ 62 h 15049"/>
                <a:gd name="connsiteX5" fmla="*/ 294993 w 301469"/>
                <a:gd name="connsiteY5" fmla="*/ 62 h 15049"/>
                <a:gd name="connsiteX6" fmla="*/ 301408 w 301469"/>
                <a:gd name="connsiteY6" fmla="*/ 8486 h 15049"/>
                <a:gd name="connsiteX7" fmla="*/ 294993 w 301469"/>
                <a:gd name="connsiteY7" fmla="*/ 14987 h 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469" h="15049">
                  <a:moveTo>
                    <a:pt x="294993" y="14987"/>
                  </a:moveTo>
                  <a:lnTo>
                    <a:pt x="8374" y="14987"/>
                  </a:lnTo>
                  <a:cubicBezTo>
                    <a:pt x="4307" y="15518"/>
                    <a:pt x="586" y="12607"/>
                    <a:pt x="62" y="8486"/>
                  </a:cubicBezTo>
                  <a:cubicBezTo>
                    <a:pt x="-462" y="4364"/>
                    <a:pt x="2410" y="593"/>
                    <a:pt x="6476" y="62"/>
                  </a:cubicBezTo>
                  <a:cubicBezTo>
                    <a:pt x="7106" y="-21"/>
                    <a:pt x="7744" y="-21"/>
                    <a:pt x="8374" y="62"/>
                  </a:cubicBezTo>
                  <a:lnTo>
                    <a:pt x="294993" y="62"/>
                  </a:lnTo>
                  <a:cubicBezTo>
                    <a:pt x="299060" y="593"/>
                    <a:pt x="301932" y="4364"/>
                    <a:pt x="301408" y="8486"/>
                  </a:cubicBezTo>
                  <a:cubicBezTo>
                    <a:pt x="300976" y="11879"/>
                    <a:pt x="298341" y="14550"/>
                    <a:pt x="294993" y="14987"/>
                  </a:cubicBezTo>
                  <a:close/>
                </a:path>
              </a:pathLst>
            </a:custGeom>
            <a:grpFill/>
            <a:ln w="118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2" name="Graphic 33">
            <a:extLst>
              <a:ext uri="{FF2B5EF4-FFF2-40B4-BE49-F238E27FC236}">
                <a16:creationId xmlns:a16="http://schemas.microsoft.com/office/drawing/2014/main" id="{E4E2B7DB-D37D-5443-AAF8-269CF44A70A0}"/>
              </a:ext>
            </a:extLst>
          </p:cNvPr>
          <p:cNvGrpSpPr>
            <a:grpSpLocks noChangeAspect="1"/>
          </p:cNvGrpSpPr>
          <p:nvPr/>
        </p:nvGrpSpPr>
        <p:grpSpPr>
          <a:xfrm>
            <a:off x="4805531" y="2154486"/>
            <a:ext cx="349483" cy="495416"/>
            <a:chOff x="6895851" y="2263678"/>
            <a:chExt cx="317712" cy="450378"/>
          </a:xfrm>
          <a:solidFill>
            <a:srgbClr val="FFFFFF"/>
          </a:solidFill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94AF0DC1-5027-E744-BD7E-F554A53B6F65}"/>
                </a:ext>
              </a:extLst>
            </p:cNvPr>
            <p:cNvSpPr/>
            <p:nvPr/>
          </p:nvSpPr>
          <p:spPr>
            <a:xfrm>
              <a:off x="6929723" y="2627024"/>
              <a:ext cx="273216" cy="87033"/>
            </a:xfrm>
            <a:custGeom>
              <a:avLst/>
              <a:gdLst>
                <a:gd name="connsiteX0" fmla="*/ 227388 w 273216"/>
                <a:gd name="connsiteY0" fmla="*/ 86970 h 87033"/>
                <a:gd name="connsiteX1" fmla="*/ 8499 w 273216"/>
                <a:gd name="connsiteY1" fmla="*/ 86970 h 87033"/>
                <a:gd name="connsiteX2" fmla="*/ 63 w 273216"/>
                <a:gd name="connsiteY2" fmla="*/ 80288 h 87033"/>
                <a:gd name="connsiteX3" fmla="*/ 6573 w 273216"/>
                <a:gd name="connsiteY3" fmla="*/ 71629 h 87033"/>
                <a:gd name="connsiteX4" fmla="*/ 8499 w 273216"/>
                <a:gd name="connsiteY4" fmla="*/ 71629 h 87033"/>
                <a:gd name="connsiteX5" fmla="*/ 35798 w 273216"/>
                <a:gd name="connsiteY5" fmla="*/ 43485 h 87033"/>
                <a:gd name="connsiteX6" fmla="*/ 35798 w 273216"/>
                <a:gd name="connsiteY6" fmla="*/ 7733 h 87033"/>
                <a:gd name="connsiteX7" fmla="*/ 43333 w 273216"/>
                <a:gd name="connsiteY7" fmla="*/ 0 h 87033"/>
                <a:gd name="connsiteX8" fmla="*/ 265682 w 273216"/>
                <a:gd name="connsiteY8" fmla="*/ 0 h 87033"/>
                <a:gd name="connsiteX9" fmla="*/ 273217 w 273216"/>
                <a:gd name="connsiteY9" fmla="*/ 7733 h 87033"/>
                <a:gd name="connsiteX10" fmla="*/ 273217 w 273216"/>
                <a:gd name="connsiteY10" fmla="*/ 39555 h 87033"/>
                <a:gd name="connsiteX11" fmla="*/ 227389 w 273216"/>
                <a:gd name="connsiteY11" fmla="*/ 86970 h 87033"/>
                <a:gd name="connsiteX12" fmla="*/ 40245 w 273216"/>
                <a:gd name="connsiteY12" fmla="*/ 71629 h 87033"/>
                <a:gd name="connsiteX13" fmla="*/ 227388 w 273216"/>
                <a:gd name="connsiteY13" fmla="*/ 71629 h 87033"/>
                <a:gd name="connsiteX14" fmla="*/ 258764 w 273216"/>
                <a:gd name="connsiteY14" fmla="*/ 39555 h 87033"/>
                <a:gd name="connsiteX15" fmla="*/ 258764 w 273216"/>
                <a:gd name="connsiteY15" fmla="*/ 15340 h 87033"/>
                <a:gd name="connsiteX16" fmla="*/ 50869 w 273216"/>
                <a:gd name="connsiteY16" fmla="*/ 15340 h 87033"/>
                <a:gd name="connsiteX17" fmla="*/ 50869 w 273216"/>
                <a:gd name="connsiteY17" fmla="*/ 43485 h 87033"/>
                <a:gd name="connsiteX18" fmla="*/ 40245 w 273216"/>
                <a:gd name="connsiteY18" fmla="*/ 71629 h 8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216" h="87033">
                  <a:moveTo>
                    <a:pt x="227388" y="86970"/>
                  </a:moveTo>
                  <a:lnTo>
                    <a:pt x="8499" y="86970"/>
                  </a:lnTo>
                  <a:cubicBezTo>
                    <a:pt x="4371" y="87515"/>
                    <a:pt x="594" y="84524"/>
                    <a:pt x="63" y="80288"/>
                  </a:cubicBezTo>
                  <a:cubicBezTo>
                    <a:pt x="-469" y="76052"/>
                    <a:pt x="2446" y="72175"/>
                    <a:pt x="6573" y="71629"/>
                  </a:cubicBezTo>
                  <a:cubicBezTo>
                    <a:pt x="7212" y="71545"/>
                    <a:pt x="7860" y="71545"/>
                    <a:pt x="8499" y="71629"/>
                  </a:cubicBezTo>
                  <a:cubicBezTo>
                    <a:pt x="23596" y="71560"/>
                    <a:pt x="35798" y="58979"/>
                    <a:pt x="35798" y="43485"/>
                  </a:cubicBezTo>
                  <a:lnTo>
                    <a:pt x="35798" y="7733"/>
                  </a:lnTo>
                  <a:cubicBezTo>
                    <a:pt x="35798" y="3462"/>
                    <a:pt x="39172" y="0"/>
                    <a:pt x="43333" y="0"/>
                  </a:cubicBezTo>
                  <a:lnTo>
                    <a:pt x="265682" y="0"/>
                  </a:lnTo>
                  <a:cubicBezTo>
                    <a:pt x="269843" y="0"/>
                    <a:pt x="273217" y="3462"/>
                    <a:pt x="273217" y="7733"/>
                  </a:cubicBezTo>
                  <a:lnTo>
                    <a:pt x="273217" y="39555"/>
                  </a:lnTo>
                  <a:cubicBezTo>
                    <a:pt x="273151" y="65565"/>
                    <a:pt x="252731" y="86692"/>
                    <a:pt x="227389" y="86970"/>
                  </a:cubicBezTo>
                  <a:close/>
                  <a:moveTo>
                    <a:pt x="40245" y="71629"/>
                  </a:moveTo>
                  <a:lnTo>
                    <a:pt x="227388" y="71629"/>
                  </a:lnTo>
                  <a:cubicBezTo>
                    <a:pt x="244669" y="71630"/>
                    <a:pt x="258696" y="57290"/>
                    <a:pt x="258764" y="39555"/>
                  </a:cubicBezTo>
                  <a:lnTo>
                    <a:pt x="258764" y="15340"/>
                  </a:lnTo>
                  <a:lnTo>
                    <a:pt x="50869" y="15340"/>
                  </a:lnTo>
                  <a:lnTo>
                    <a:pt x="50869" y="43485"/>
                  </a:lnTo>
                  <a:cubicBezTo>
                    <a:pt x="50737" y="53872"/>
                    <a:pt x="46966" y="63862"/>
                    <a:pt x="40245" y="71629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AACA93B-32A4-BE4B-AF28-24E8D5067036}"/>
                </a:ext>
              </a:extLst>
            </p:cNvPr>
            <p:cNvSpPr/>
            <p:nvPr/>
          </p:nvSpPr>
          <p:spPr>
            <a:xfrm>
              <a:off x="6895851" y="2352423"/>
              <a:ext cx="247240" cy="361570"/>
            </a:xfrm>
            <a:custGeom>
              <a:avLst/>
              <a:gdLst>
                <a:gd name="connsiteX0" fmla="*/ 42371 w 247240"/>
                <a:gd name="connsiteY0" fmla="*/ 361570 h 361570"/>
                <a:gd name="connsiteX1" fmla="*/ 1 w 247240"/>
                <a:gd name="connsiteY1" fmla="*/ 318085 h 361570"/>
                <a:gd name="connsiteX2" fmla="*/ 1 w 247240"/>
                <a:gd name="connsiteY2" fmla="*/ 7860 h 361570"/>
                <a:gd name="connsiteX3" fmla="*/ 7412 w 247240"/>
                <a:gd name="connsiteY3" fmla="*/ 1 h 361570"/>
                <a:gd name="connsiteX4" fmla="*/ 7536 w 247240"/>
                <a:gd name="connsiteY4" fmla="*/ 0 h 361570"/>
                <a:gd name="connsiteX5" fmla="*/ 96476 w 247240"/>
                <a:gd name="connsiteY5" fmla="*/ 0 h 361570"/>
                <a:gd name="connsiteX6" fmla="*/ 103888 w 247240"/>
                <a:gd name="connsiteY6" fmla="*/ 7606 h 361570"/>
                <a:gd name="connsiteX7" fmla="*/ 103887 w 247240"/>
                <a:gd name="connsiteY7" fmla="*/ 7733 h 361570"/>
                <a:gd name="connsiteX8" fmla="*/ 96476 w 247240"/>
                <a:gd name="connsiteY8" fmla="*/ 15467 h 361570"/>
                <a:gd name="connsiteX9" fmla="*/ 14948 w 247240"/>
                <a:gd name="connsiteY9" fmla="*/ 15467 h 361570"/>
                <a:gd name="connsiteX10" fmla="*/ 14948 w 247240"/>
                <a:gd name="connsiteY10" fmla="*/ 318085 h 361570"/>
                <a:gd name="connsiteX11" fmla="*/ 40470 w 247240"/>
                <a:gd name="connsiteY11" fmla="*/ 348055 h 361570"/>
                <a:gd name="connsiteX12" fmla="*/ 69670 w 247240"/>
                <a:gd name="connsiteY12" fmla="*/ 321861 h 361570"/>
                <a:gd name="connsiteX13" fmla="*/ 69670 w 247240"/>
                <a:gd name="connsiteY13" fmla="*/ 318086 h 361570"/>
                <a:gd name="connsiteX14" fmla="*/ 69670 w 247240"/>
                <a:gd name="connsiteY14" fmla="*/ 282334 h 361570"/>
                <a:gd name="connsiteX15" fmla="*/ 77205 w 247240"/>
                <a:gd name="connsiteY15" fmla="*/ 274601 h 361570"/>
                <a:gd name="connsiteX16" fmla="*/ 232232 w 247240"/>
                <a:gd name="connsiteY16" fmla="*/ 274601 h 361570"/>
                <a:gd name="connsiteX17" fmla="*/ 232232 w 247240"/>
                <a:gd name="connsiteY17" fmla="*/ 235426 h 361570"/>
                <a:gd name="connsiteX18" fmla="*/ 238742 w 247240"/>
                <a:gd name="connsiteY18" fmla="*/ 226768 h 361570"/>
                <a:gd name="connsiteX19" fmla="*/ 247178 w 247240"/>
                <a:gd name="connsiteY19" fmla="*/ 233450 h 361570"/>
                <a:gd name="connsiteX20" fmla="*/ 247178 w 247240"/>
                <a:gd name="connsiteY20" fmla="*/ 235426 h 361570"/>
                <a:gd name="connsiteX21" fmla="*/ 247178 w 247240"/>
                <a:gd name="connsiteY21" fmla="*/ 282334 h 361570"/>
                <a:gd name="connsiteX22" fmla="*/ 239767 w 247240"/>
                <a:gd name="connsiteY22" fmla="*/ 289941 h 361570"/>
                <a:gd name="connsiteX23" fmla="*/ 84741 w 247240"/>
                <a:gd name="connsiteY23" fmla="*/ 289941 h 361570"/>
                <a:gd name="connsiteX24" fmla="*/ 84741 w 247240"/>
                <a:gd name="connsiteY24" fmla="*/ 318085 h 361570"/>
                <a:gd name="connsiteX25" fmla="*/ 42371 w 247240"/>
                <a:gd name="connsiteY25" fmla="*/ 361570 h 36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47240" h="361570">
                  <a:moveTo>
                    <a:pt x="42371" y="361570"/>
                  </a:moveTo>
                  <a:cubicBezTo>
                    <a:pt x="18999" y="361501"/>
                    <a:pt x="69" y="342073"/>
                    <a:pt x="1" y="318085"/>
                  </a:cubicBezTo>
                  <a:lnTo>
                    <a:pt x="1" y="7860"/>
                  </a:lnTo>
                  <a:cubicBezTo>
                    <a:pt x="-67" y="3590"/>
                    <a:pt x="3251" y="71"/>
                    <a:pt x="7412" y="1"/>
                  </a:cubicBezTo>
                  <a:cubicBezTo>
                    <a:pt x="7453" y="0"/>
                    <a:pt x="7495" y="0"/>
                    <a:pt x="7536" y="0"/>
                  </a:cubicBezTo>
                  <a:lnTo>
                    <a:pt x="96476" y="0"/>
                  </a:lnTo>
                  <a:cubicBezTo>
                    <a:pt x="100569" y="-1"/>
                    <a:pt x="103888" y="3405"/>
                    <a:pt x="103888" y="7606"/>
                  </a:cubicBezTo>
                  <a:cubicBezTo>
                    <a:pt x="103888" y="7648"/>
                    <a:pt x="103888" y="7691"/>
                    <a:pt x="103887" y="7733"/>
                  </a:cubicBezTo>
                  <a:cubicBezTo>
                    <a:pt x="103888" y="11955"/>
                    <a:pt x="100589" y="15398"/>
                    <a:pt x="96476" y="15467"/>
                  </a:cubicBezTo>
                  <a:lnTo>
                    <a:pt x="14948" y="15467"/>
                  </a:lnTo>
                  <a:lnTo>
                    <a:pt x="14948" y="318085"/>
                  </a:lnTo>
                  <a:cubicBezTo>
                    <a:pt x="13932" y="333594"/>
                    <a:pt x="25358" y="347012"/>
                    <a:pt x="40470" y="348055"/>
                  </a:cubicBezTo>
                  <a:cubicBezTo>
                    <a:pt x="55581" y="349097"/>
                    <a:pt x="68654" y="337370"/>
                    <a:pt x="69670" y="321861"/>
                  </a:cubicBezTo>
                  <a:cubicBezTo>
                    <a:pt x="69753" y="320604"/>
                    <a:pt x="69753" y="319343"/>
                    <a:pt x="69670" y="318086"/>
                  </a:cubicBezTo>
                  <a:lnTo>
                    <a:pt x="69670" y="282334"/>
                  </a:lnTo>
                  <a:cubicBezTo>
                    <a:pt x="69670" y="278063"/>
                    <a:pt x="73044" y="274601"/>
                    <a:pt x="77205" y="274601"/>
                  </a:cubicBezTo>
                  <a:lnTo>
                    <a:pt x="232232" y="274601"/>
                  </a:lnTo>
                  <a:lnTo>
                    <a:pt x="232232" y="235426"/>
                  </a:lnTo>
                  <a:cubicBezTo>
                    <a:pt x="231700" y="231190"/>
                    <a:pt x="234615" y="227314"/>
                    <a:pt x="238742" y="226768"/>
                  </a:cubicBezTo>
                  <a:cubicBezTo>
                    <a:pt x="242870" y="226222"/>
                    <a:pt x="246647" y="229214"/>
                    <a:pt x="247178" y="233450"/>
                  </a:cubicBezTo>
                  <a:cubicBezTo>
                    <a:pt x="247261" y="234106"/>
                    <a:pt x="247261" y="234770"/>
                    <a:pt x="247178" y="235426"/>
                  </a:cubicBezTo>
                  <a:lnTo>
                    <a:pt x="247178" y="282334"/>
                  </a:lnTo>
                  <a:cubicBezTo>
                    <a:pt x="247178" y="286535"/>
                    <a:pt x="243860" y="289941"/>
                    <a:pt x="239767" y="289941"/>
                  </a:cubicBezTo>
                  <a:lnTo>
                    <a:pt x="84741" y="289941"/>
                  </a:lnTo>
                  <a:lnTo>
                    <a:pt x="84741" y="318085"/>
                  </a:lnTo>
                  <a:cubicBezTo>
                    <a:pt x="84673" y="342073"/>
                    <a:pt x="65743" y="361501"/>
                    <a:pt x="42371" y="361570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F7216339-CED4-7948-91E4-1FC3A84652C3}"/>
                </a:ext>
              </a:extLst>
            </p:cNvPr>
            <p:cNvSpPr/>
            <p:nvPr/>
          </p:nvSpPr>
          <p:spPr>
            <a:xfrm>
              <a:off x="7011844" y="2339745"/>
              <a:ext cx="144773" cy="255837"/>
            </a:xfrm>
            <a:custGeom>
              <a:avLst/>
              <a:gdLst>
                <a:gd name="connsiteX0" fmla="*/ 110062 w 144773"/>
                <a:gd name="connsiteY0" fmla="*/ 255838 h 255837"/>
                <a:gd name="connsiteX1" fmla="*/ 34958 w 144773"/>
                <a:gd name="connsiteY1" fmla="*/ 255838 h 255837"/>
                <a:gd name="connsiteX2" fmla="*/ 27423 w 144773"/>
                <a:gd name="connsiteY2" fmla="*/ 248104 h 255837"/>
                <a:gd name="connsiteX3" fmla="*/ 27423 w 144773"/>
                <a:gd name="connsiteY3" fmla="*/ 135906 h 255837"/>
                <a:gd name="connsiteX4" fmla="*/ 7535 w 144773"/>
                <a:gd name="connsiteY4" fmla="*/ 135906 h 255837"/>
                <a:gd name="connsiteX5" fmla="*/ 1 w 144773"/>
                <a:gd name="connsiteY5" fmla="*/ 128427 h 255837"/>
                <a:gd name="connsiteX6" fmla="*/ 0 w 144773"/>
                <a:gd name="connsiteY6" fmla="*/ 128299 h 255837"/>
                <a:gd name="connsiteX7" fmla="*/ 0 w 144773"/>
                <a:gd name="connsiteY7" fmla="*/ 43865 h 255837"/>
                <a:gd name="connsiteX8" fmla="*/ 42740 w 144773"/>
                <a:gd name="connsiteY8" fmla="*/ 0 h 255837"/>
                <a:gd name="connsiteX9" fmla="*/ 102157 w 144773"/>
                <a:gd name="connsiteY9" fmla="*/ 0 h 255837"/>
                <a:gd name="connsiteX10" fmla="*/ 144774 w 144773"/>
                <a:gd name="connsiteY10" fmla="*/ 43738 h 255837"/>
                <a:gd name="connsiteX11" fmla="*/ 144774 w 144773"/>
                <a:gd name="connsiteY11" fmla="*/ 43865 h 255837"/>
                <a:gd name="connsiteX12" fmla="*/ 144774 w 144773"/>
                <a:gd name="connsiteY12" fmla="*/ 128299 h 255837"/>
                <a:gd name="connsiteX13" fmla="*/ 137362 w 144773"/>
                <a:gd name="connsiteY13" fmla="*/ 135906 h 255837"/>
                <a:gd name="connsiteX14" fmla="*/ 117474 w 144773"/>
                <a:gd name="connsiteY14" fmla="*/ 135906 h 255837"/>
                <a:gd name="connsiteX15" fmla="*/ 117474 w 144773"/>
                <a:gd name="connsiteY15" fmla="*/ 248104 h 255837"/>
                <a:gd name="connsiteX16" fmla="*/ 110187 w 144773"/>
                <a:gd name="connsiteY16" fmla="*/ 255837 h 255837"/>
                <a:gd name="connsiteX17" fmla="*/ 110062 w 144773"/>
                <a:gd name="connsiteY17" fmla="*/ 255838 h 255837"/>
                <a:gd name="connsiteX18" fmla="*/ 42370 w 144773"/>
                <a:gd name="connsiteY18" fmla="*/ 240878 h 255837"/>
                <a:gd name="connsiteX19" fmla="*/ 102527 w 144773"/>
                <a:gd name="connsiteY19" fmla="*/ 240878 h 255837"/>
                <a:gd name="connsiteX20" fmla="*/ 102527 w 144773"/>
                <a:gd name="connsiteY20" fmla="*/ 128299 h 255837"/>
                <a:gd name="connsiteX21" fmla="*/ 110063 w 144773"/>
                <a:gd name="connsiteY21" fmla="*/ 120566 h 255837"/>
                <a:gd name="connsiteX22" fmla="*/ 129827 w 144773"/>
                <a:gd name="connsiteY22" fmla="*/ 120566 h 255837"/>
                <a:gd name="connsiteX23" fmla="*/ 129827 w 144773"/>
                <a:gd name="connsiteY23" fmla="*/ 44499 h 255837"/>
                <a:gd name="connsiteX24" fmla="*/ 102157 w 144773"/>
                <a:gd name="connsiteY24" fmla="*/ 16101 h 255837"/>
                <a:gd name="connsiteX25" fmla="*/ 42740 w 144773"/>
                <a:gd name="connsiteY25" fmla="*/ 16101 h 255837"/>
                <a:gd name="connsiteX26" fmla="*/ 15070 w 144773"/>
                <a:gd name="connsiteY26" fmla="*/ 44499 h 255837"/>
                <a:gd name="connsiteX27" fmla="*/ 15070 w 144773"/>
                <a:gd name="connsiteY27" fmla="*/ 120566 h 255837"/>
                <a:gd name="connsiteX28" fmla="*/ 34958 w 144773"/>
                <a:gd name="connsiteY28" fmla="*/ 120566 h 255837"/>
                <a:gd name="connsiteX29" fmla="*/ 42371 w 144773"/>
                <a:gd name="connsiteY29" fmla="*/ 128171 h 255837"/>
                <a:gd name="connsiteX30" fmla="*/ 42370 w 144773"/>
                <a:gd name="connsiteY30" fmla="*/ 128299 h 25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4773" h="255837">
                  <a:moveTo>
                    <a:pt x="110062" y="255838"/>
                  </a:moveTo>
                  <a:lnTo>
                    <a:pt x="34958" y="255838"/>
                  </a:lnTo>
                  <a:cubicBezTo>
                    <a:pt x="30797" y="255838"/>
                    <a:pt x="27423" y="252375"/>
                    <a:pt x="27423" y="248104"/>
                  </a:cubicBezTo>
                  <a:lnTo>
                    <a:pt x="27423" y="135906"/>
                  </a:lnTo>
                  <a:lnTo>
                    <a:pt x="7535" y="135906"/>
                  </a:lnTo>
                  <a:cubicBezTo>
                    <a:pt x="3442" y="135976"/>
                    <a:pt x="69" y="132627"/>
                    <a:pt x="1" y="128427"/>
                  </a:cubicBezTo>
                  <a:cubicBezTo>
                    <a:pt x="0" y="128384"/>
                    <a:pt x="0" y="128342"/>
                    <a:pt x="0" y="128299"/>
                  </a:cubicBezTo>
                  <a:lnTo>
                    <a:pt x="0" y="43865"/>
                  </a:lnTo>
                  <a:cubicBezTo>
                    <a:pt x="0" y="19639"/>
                    <a:pt x="19135" y="0"/>
                    <a:pt x="42740" y="0"/>
                  </a:cubicBezTo>
                  <a:lnTo>
                    <a:pt x="102157" y="0"/>
                  </a:lnTo>
                  <a:cubicBezTo>
                    <a:pt x="125693" y="0"/>
                    <a:pt x="144774" y="19582"/>
                    <a:pt x="144774" y="43738"/>
                  </a:cubicBezTo>
                  <a:cubicBezTo>
                    <a:pt x="144774" y="43780"/>
                    <a:pt x="144774" y="43823"/>
                    <a:pt x="144774" y="43865"/>
                  </a:cubicBezTo>
                  <a:lnTo>
                    <a:pt x="144774" y="128299"/>
                  </a:lnTo>
                  <a:cubicBezTo>
                    <a:pt x="144774" y="132500"/>
                    <a:pt x="141455" y="135906"/>
                    <a:pt x="137362" y="135906"/>
                  </a:cubicBezTo>
                  <a:lnTo>
                    <a:pt x="117474" y="135906"/>
                  </a:lnTo>
                  <a:lnTo>
                    <a:pt x="117474" y="248104"/>
                  </a:lnTo>
                  <a:cubicBezTo>
                    <a:pt x="117542" y="252305"/>
                    <a:pt x="114280" y="255766"/>
                    <a:pt x="110187" y="255837"/>
                  </a:cubicBezTo>
                  <a:cubicBezTo>
                    <a:pt x="110146" y="255837"/>
                    <a:pt x="110104" y="255838"/>
                    <a:pt x="110062" y="255838"/>
                  </a:cubicBezTo>
                  <a:close/>
                  <a:moveTo>
                    <a:pt x="42370" y="240878"/>
                  </a:moveTo>
                  <a:lnTo>
                    <a:pt x="102527" y="240878"/>
                  </a:lnTo>
                  <a:lnTo>
                    <a:pt x="102527" y="128299"/>
                  </a:lnTo>
                  <a:cubicBezTo>
                    <a:pt x="102527" y="124028"/>
                    <a:pt x="105901" y="120566"/>
                    <a:pt x="110063" y="120566"/>
                  </a:cubicBezTo>
                  <a:lnTo>
                    <a:pt x="129827" y="120566"/>
                  </a:lnTo>
                  <a:lnTo>
                    <a:pt x="129827" y="44499"/>
                  </a:lnTo>
                  <a:cubicBezTo>
                    <a:pt x="129827" y="28815"/>
                    <a:pt x="117438" y="16101"/>
                    <a:pt x="102157" y="16101"/>
                  </a:cubicBezTo>
                  <a:lnTo>
                    <a:pt x="42740" y="16101"/>
                  </a:lnTo>
                  <a:cubicBezTo>
                    <a:pt x="27459" y="16101"/>
                    <a:pt x="15070" y="28815"/>
                    <a:pt x="15070" y="44499"/>
                  </a:cubicBezTo>
                  <a:lnTo>
                    <a:pt x="15070" y="120566"/>
                  </a:lnTo>
                  <a:lnTo>
                    <a:pt x="34958" y="120566"/>
                  </a:lnTo>
                  <a:cubicBezTo>
                    <a:pt x="39051" y="120565"/>
                    <a:pt x="42370" y="123970"/>
                    <a:pt x="42371" y="128171"/>
                  </a:cubicBezTo>
                  <a:cubicBezTo>
                    <a:pt x="42371" y="128214"/>
                    <a:pt x="42370" y="128257"/>
                    <a:pt x="42370" y="128299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FCF15DD1-47B3-EE45-BC05-81FDED71A0E8}"/>
                </a:ext>
              </a:extLst>
            </p:cNvPr>
            <p:cNvSpPr/>
            <p:nvPr/>
          </p:nvSpPr>
          <p:spPr>
            <a:xfrm>
              <a:off x="7076819" y="2479681"/>
              <a:ext cx="14947" cy="115901"/>
            </a:xfrm>
            <a:custGeom>
              <a:avLst/>
              <a:gdLst>
                <a:gd name="connsiteX0" fmla="*/ 7535 w 14947"/>
                <a:gd name="connsiteY0" fmla="*/ 115902 h 115901"/>
                <a:gd name="connsiteX1" fmla="*/ 0 w 14947"/>
                <a:gd name="connsiteY1" fmla="*/ 108168 h 115901"/>
                <a:gd name="connsiteX2" fmla="*/ 0 w 14947"/>
                <a:gd name="connsiteY2" fmla="*/ 6746 h 115901"/>
                <a:gd name="connsiteX3" fmla="*/ 8436 w 14947"/>
                <a:gd name="connsiteY3" fmla="*/ 64 h 115901"/>
                <a:gd name="connsiteX4" fmla="*/ 14947 w 14947"/>
                <a:gd name="connsiteY4" fmla="*/ 6746 h 115901"/>
                <a:gd name="connsiteX5" fmla="*/ 14947 w 14947"/>
                <a:gd name="connsiteY5" fmla="*/ 108168 h 115901"/>
                <a:gd name="connsiteX6" fmla="*/ 7660 w 14947"/>
                <a:gd name="connsiteY6" fmla="*/ 115901 h 115901"/>
                <a:gd name="connsiteX7" fmla="*/ 7535 w 14947"/>
                <a:gd name="connsiteY7" fmla="*/ 115902 h 11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7" h="115901">
                  <a:moveTo>
                    <a:pt x="7535" y="115902"/>
                  </a:moveTo>
                  <a:cubicBezTo>
                    <a:pt x="3374" y="115902"/>
                    <a:pt x="0" y="112439"/>
                    <a:pt x="0" y="108168"/>
                  </a:cubicBezTo>
                  <a:lnTo>
                    <a:pt x="0" y="6746"/>
                  </a:lnTo>
                  <a:cubicBezTo>
                    <a:pt x="532" y="2510"/>
                    <a:pt x="4309" y="-481"/>
                    <a:pt x="8436" y="64"/>
                  </a:cubicBezTo>
                  <a:cubicBezTo>
                    <a:pt x="11834" y="514"/>
                    <a:pt x="14509" y="3259"/>
                    <a:pt x="14947" y="6746"/>
                  </a:cubicBezTo>
                  <a:lnTo>
                    <a:pt x="14947" y="108168"/>
                  </a:lnTo>
                  <a:cubicBezTo>
                    <a:pt x="15015" y="112369"/>
                    <a:pt x="11752" y="115831"/>
                    <a:pt x="7660" y="115901"/>
                  </a:cubicBezTo>
                  <a:cubicBezTo>
                    <a:pt x="7618" y="115901"/>
                    <a:pt x="7577" y="115902"/>
                    <a:pt x="7535" y="115902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3697A846-8A5A-1F45-A352-349FC34BDC81}"/>
                </a:ext>
              </a:extLst>
            </p:cNvPr>
            <p:cNvSpPr/>
            <p:nvPr/>
          </p:nvSpPr>
          <p:spPr>
            <a:xfrm>
              <a:off x="7039205" y="2384016"/>
              <a:ext cx="15071" cy="91636"/>
            </a:xfrm>
            <a:custGeom>
              <a:avLst/>
              <a:gdLst>
                <a:gd name="connsiteX0" fmla="*/ 7598 w 15071"/>
                <a:gd name="connsiteY0" fmla="*/ 91635 h 91636"/>
                <a:gd name="connsiteX1" fmla="*/ 64 w 15071"/>
                <a:gd name="connsiteY1" fmla="*/ 84156 h 91636"/>
                <a:gd name="connsiteX2" fmla="*/ 63 w 15071"/>
                <a:gd name="connsiteY2" fmla="*/ 84028 h 91636"/>
                <a:gd name="connsiteX3" fmla="*/ 63 w 15071"/>
                <a:gd name="connsiteY3" fmla="*/ 8722 h 91636"/>
                <a:gd name="connsiteX4" fmla="*/ 6573 w 15071"/>
                <a:gd name="connsiteY4" fmla="*/ 64 h 91636"/>
                <a:gd name="connsiteX5" fmla="*/ 15009 w 15071"/>
                <a:gd name="connsiteY5" fmla="*/ 6746 h 91636"/>
                <a:gd name="connsiteX6" fmla="*/ 15009 w 15071"/>
                <a:gd name="connsiteY6" fmla="*/ 8722 h 91636"/>
                <a:gd name="connsiteX7" fmla="*/ 15009 w 15071"/>
                <a:gd name="connsiteY7" fmla="*/ 84028 h 91636"/>
                <a:gd name="connsiteX8" fmla="*/ 7598 w 15071"/>
                <a:gd name="connsiteY8" fmla="*/ 91635 h 9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71" h="91636">
                  <a:moveTo>
                    <a:pt x="7598" y="91635"/>
                  </a:moveTo>
                  <a:cubicBezTo>
                    <a:pt x="3505" y="91705"/>
                    <a:pt x="132" y="88357"/>
                    <a:pt x="64" y="84156"/>
                  </a:cubicBezTo>
                  <a:cubicBezTo>
                    <a:pt x="63" y="84114"/>
                    <a:pt x="63" y="84071"/>
                    <a:pt x="63" y="84028"/>
                  </a:cubicBezTo>
                  <a:lnTo>
                    <a:pt x="63" y="8722"/>
                  </a:lnTo>
                  <a:cubicBezTo>
                    <a:pt x="-469" y="4486"/>
                    <a:pt x="2446" y="610"/>
                    <a:pt x="6573" y="64"/>
                  </a:cubicBezTo>
                  <a:cubicBezTo>
                    <a:pt x="10701" y="-481"/>
                    <a:pt x="14478" y="2510"/>
                    <a:pt x="15009" y="6746"/>
                  </a:cubicBezTo>
                  <a:cubicBezTo>
                    <a:pt x="15092" y="7402"/>
                    <a:pt x="15092" y="8066"/>
                    <a:pt x="15009" y="8722"/>
                  </a:cubicBezTo>
                  <a:lnTo>
                    <a:pt x="15009" y="84028"/>
                  </a:lnTo>
                  <a:cubicBezTo>
                    <a:pt x="15009" y="88229"/>
                    <a:pt x="11691" y="91635"/>
                    <a:pt x="7598" y="9163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4684925-DBA8-CD40-BD97-CB7E2DF51FA0}"/>
                </a:ext>
              </a:extLst>
            </p:cNvPr>
            <p:cNvSpPr/>
            <p:nvPr/>
          </p:nvSpPr>
          <p:spPr>
            <a:xfrm>
              <a:off x="7114309" y="2384016"/>
              <a:ext cx="15071" cy="91636"/>
            </a:xfrm>
            <a:custGeom>
              <a:avLst/>
              <a:gdLst>
                <a:gd name="connsiteX0" fmla="*/ 7598 w 15071"/>
                <a:gd name="connsiteY0" fmla="*/ 91635 h 91636"/>
                <a:gd name="connsiteX1" fmla="*/ 64 w 15071"/>
                <a:gd name="connsiteY1" fmla="*/ 84156 h 91636"/>
                <a:gd name="connsiteX2" fmla="*/ 63 w 15071"/>
                <a:gd name="connsiteY2" fmla="*/ 84028 h 91636"/>
                <a:gd name="connsiteX3" fmla="*/ 63 w 15071"/>
                <a:gd name="connsiteY3" fmla="*/ 8722 h 91636"/>
                <a:gd name="connsiteX4" fmla="*/ 6573 w 15071"/>
                <a:gd name="connsiteY4" fmla="*/ 64 h 91636"/>
                <a:gd name="connsiteX5" fmla="*/ 15009 w 15071"/>
                <a:gd name="connsiteY5" fmla="*/ 6746 h 91636"/>
                <a:gd name="connsiteX6" fmla="*/ 15009 w 15071"/>
                <a:gd name="connsiteY6" fmla="*/ 8722 h 91636"/>
                <a:gd name="connsiteX7" fmla="*/ 15009 w 15071"/>
                <a:gd name="connsiteY7" fmla="*/ 84028 h 91636"/>
                <a:gd name="connsiteX8" fmla="*/ 7598 w 15071"/>
                <a:gd name="connsiteY8" fmla="*/ 91635 h 9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71" h="91636">
                  <a:moveTo>
                    <a:pt x="7598" y="91635"/>
                  </a:moveTo>
                  <a:cubicBezTo>
                    <a:pt x="3505" y="91705"/>
                    <a:pt x="132" y="88357"/>
                    <a:pt x="64" y="84156"/>
                  </a:cubicBezTo>
                  <a:cubicBezTo>
                    <a:pt x="63" y="84114"/>
                    <a:pt x="63" y="84071"/>
                    <a:pt x="63" y="84028"/>
                  </a:cubicBezTo>
                  <a:lnTo>
                    <a:pt x="63" y="8722"/>
                  </a:lnTo>
                  <a:cubicBezTo>
                    <a:pt x="-469" y="4486"/>
                    <a:pt x="2446" y="610"/>
                    <a:pt x="6573" y="64"/>
                  </a:cubicBezTo>
                  <a:cubicBezTo>
                    <a:pt x="10701" y="-481"/>
                    <a:pt x="14478" y="2510"/>
                    <a:pt x="15009" y="6746"/>
                  </a:cubicBezTo>
                  <a:cubicBezTo>
                    <a:pt x="15092" y="7402"/>
                    <a:pt x="15092" y="8066"/>
                    <a:pt x="15009" y="8722"/>
                  </a:cubicBezTo>
                  <a:lnTo>
                    <a:pt x="15009" y="84028"/>
                  </a:lnTo>
                  <a:cubicBezTo>
                    <a:pt x="15009" y="88229"/>
                    <a:pt x="11691" y="91635"/>
                    <a:pt x="7598" y="9163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F050621-C58F-F747-B56D-0E14B6F143EA}"/>
                </a:ext>
              </a:extLst>
            </p:cNvPr>
            <p:cNvSpPr/>
            <p:nvPr/>
          </p:nvSpPr>
          <p:spPr>
            <a:xfrm>
              <a:off x="7053098" y="2263678"/>
              <a:ext cx="65845" cy="73404"/>
            </a:xfrm>
            <a:custGeom>
              <a:avLst/>
              <a:gdLst>
                <a:gd name="connsiteX0" fmla="*/ 31998 w 65845"/>
                <a:gd name="connsiteY0" fmla="*/ 73404 h 73404"/>
                <a:gd name="connsiteX1" fmla="*/ 6304 w 65845"/>
                <a:gd name="connsiteY1" fmla="*/ 54388 h 73404"/>
                <a:gd name="connsiteX2" fmla="*/ 4 w 65845"/>
                <a:gd name="connsiteY2" fmla="*/ 27257 h 73404"/>
                <a:gd name="connsiteX3" fmla="*/ 4 w 65845"/>
                <a:gd name="connsiteY3" fmla="*/ 18890 h 73404"/>
                <a:gd name="connsiteX4" fmla="*/ 1116 w 65845"/>
                <a:gd name="connsiteY4" fmla="*/ 14833 h 73404"/>
                <a:gd name="connsiteX5" fmla="*/ 32739 w 65845"/>
                <a:gd name="connsiteY5" fmla="*/ 0 h 73404"/>
                <a:gd name="connsiteX6" fmla="*/ 65844 w 65845"/>
                <a:gd name="connsiteY6" fmla="*/ 19651 h 73404"/>
                <a:gd name="connsiteX7" fmla="*/ 65844 w 65845"/>
                <a:gd name="connsiteY7" fmla="*/ 27257 h 73404"/>
                <a:gd name="connsiteX8" fmla="*/ 59544 w 65845"/>
                <a:gd name="connsiteY8" fmla="*/ 54388 h 73404"/>
                <a:gd name="connsiteX9" fmla="*/ 32739 w 65845"/>
                <a:gd name="connsiteY9" fmla="*/ 73404 h 73404"/>
                <a:gd name="connsiteX10" fmla="*/ 14951 w 65845"/>
                <a:gd name="connsiteY10" fmla="*/ 21933 h 73404"/>
                <a:gd name="connsiteX11" fmla="*/ 14951 w 65845"/>
                <a:gd name="connsiteY11" fmla="*/ 27257 h 73404"/>
                <a:gd name="connsiteX12" fmla="*/ 19522 w 65845"/>
                <a:gd name="connsiteY12" fmla="*/ 47161 h 73404"/>
                <a:gd name="connsiteX13" fmla="*/ 32739 w 65845"/>
                <a:gd name="connsiteY13" fmla="*/ 58064 h 73404"/>
                <a:gd name="connsiteX14" fmla="*/ 46327 w 65845"/>
                <a:gd name="connsiteY14" fmla="*/ 47161 h 73404"/>
                <a:gd name="connsiteX15" fmla="*/ 50897 w 65845"/>
                <a:gd name="connsiteY15" fmla="*/ 27257 h 73404"/>
                <a:gd name="connsiteX16" fmla="*/ 50897 w 65845"/>
                <a:gd name="connsiteY16" fmla="*/ 21679 h 73404"/>
                <a:gd name="connsiteX17" fmla="*/ 14951 w 65845"/>
                <a:gd name="connsiteY17" fmla="*/ 21679 h 73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845" h="73404">
                  <a:moveTo>
                    <a:pt x="31998" y="73404"/>
                  </a:moveTo>
                  <a:cubicBezTo>
                    <a:pt x="20521" y="72843"/>
                    <a:pt x="10447" y="65387"/>
                    <a:pt x="6304" y="54388"/>
                  </a:cubicBezTo>
                  <a:cubicBezTo>
                    <a:pt x="2054" y="46017"/>
                    <a:pt x="-110" y="36696"/>
                    <a:pt x="4" y="27257"/>
                  </a:cubicBezTo>
                  <a:lnTo>
                    <a:pt x="4" y="18890"/>
                  </a:lnTo>
                  <a:cubicBezTo>
                    <a:pt x="8" y="17459"/>
                    <a:pt x="393" y="16056"/>
                    <a:pt x="1116" y="14833"/>
                  </a:cubicBezTo>
                  <a:cubicBezTo>
                    <a:pt x="9054" y="5405"/>
                    <a:pt x="20598" y="-10"/>
                    <a:pt x="32739" y="0"/>
                  </a:cubicBezTo>
                  <a:cubicBezTo>
                    <a:pt x="48797" y="0"/>
                    <a:pt x="65844" y="10142"/>
                    <a:pt x="65844" y="19651"/>
                  </a:cubicBezTo>
                  <a:lnTo>
                    <a:pt x="65844" y="27257"/>
                  </a:lnTo>
                  <a:cubicBezTo>
                    <a:pt x="65899" y="36689"/>
                    <a:pt x="63738" y="45995"/>
                    <a:pt x="59544" y="54388"/>
                  </a:cubicBezTo>
                  <a:cubicBezTo>
                    <a:pt x="55217" y="65738"/>
                    <a:pt x="44614" y="73261"/>
                    <a:pt x="32739" y="73404"/>
                  </a:cubicBezTo>
                  <a:close/>
                  <a:moveTo>
                    <a:pt x="14951" y="21933"/>
                  </a:moveTo>
                  <a:lnTo>
                    <a:pt x="14951" y="27257"/>
                  </a:lnTo>
                  <a:cubicBezTo>
                    <a:pt x="14867" y="34176"/>
                    <a:pt x="16437" y="41010"/>
                    <a:pt x="19522" y="47161"/>
                  </a:cubicBezTo>
                  <a:cubicBezTo>
                    <a:pt x="23227" y="54514"/>
                    <a:pt x="27798" y="58445"/>
                    <a:pt x="32739" y="58064"/>
                  </a:cubicBezTo>
                  <a:cubicBezTo>
                    <a:pt x="37680" y="57684"/>
                    <a:pt x="42621" y="54514"/>
                    <a:pt x="46327" y="47161"/>
                  </a:cubicBezTo>
                  <a:cubicBezTo>
                    <a:pt x="49412" y="41010"/>
                    <a:pt x="50981" y="34176"/>
                    <a:pt x="50897" y="27257"/>
                  </a:cubicBezTo>
                  <a:lnTo>
                    <a:pt x="50897" y="21679"/>
                  </a:lnTo>
                  <a:cubicBezTo>
                    <a:pt x="40388" y="13056"/>
                    <a:pt x="25460" y="13056"/>
                    <a:pt x="14951" y="21679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1DADAF3-1B47-4942-8FCD-28C8C644C219}"/>
                </a:ext>
              </a:extLst>
            </p:cNvPr>
            <p:cNvSpPr/>
            <p:nvPr/>
          </p:nvSpPr>
          <p:spPr>
            <a:xfrm>
              <a:off x="6936122" y="2580623"/>
              <a:ext cx="277441" cy="14959"/>
            </a:xfrm>
            <a:custGeom>
              <a:avLst/>
              <a:gdLst>
                <a:gd name="connsiteX0" fmla="*/ 269906 w 277441"/>
                <a:gd name="connsiteY0" fmla="*/ 14960 h 14959"/>
                <a:gd name="connsiteX1" fmla="*/ 7535 w 277441"/>
                <a:gd name="connsiteY1" fmla="*/ 14960 h 14959"/>
                <a:gd name="connsiteX2" fmla="*/ 0 w 277441"/>
                <a:gd name="connsiteY2" fmla="*/ 7226 h 14959"/>
                <a:gd name="connsiteX3" fmla="*/ 7535 w 277441"/>
                <a:gd name="connsiteY3" fmla="*/ 0 h 14959"/>
                <a:gd name="connsiteX4" fmla="*/ 269906 w 277441"/>
                <a:gd name="connsiteY4" fmla="*/ 0 h 14959"/>
                <a:gd name="connsiteX5" fmla="*/ 277442 w 277441"/>
                <a:gd name="connsiteY5" fmla="*/ 7733 h 14959"/>
                <a:gd name="connsiteX6" fmla="*/ 269906 w 277441"/>
                <a:gd name="connsiteY6" fmla="*/ 14960 h 1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441" h="14959">
                  <a:moveTo>
                    <a:pt x="269906" y="14960"/>
                  </a:moveTo>
                  <a:lnTo>
                    <a:pt x="7535" y="14960"/>
                  </a:lnTo>
                  <a:cubicBezTo>
                    <a:pt x="3374" y="14960"/>
                    <a:pt x="0" y="11497"/>
                    <a:pt x="0" y="7226"/>
                  </a:cubicBezTo>
                  <a:cubicBezTo>
                    <a:pt x="261" y="3154"/>
                    <a:pt x="3559" y="-9"/>
                    <a:pt x="7535" y="0"/>
                  </a:cubicBezTo>
                  <a:lnTo>
                    <a:pt x="269906" y="0"/>
                  </a:lnTo>
                  <a:cubicBezTo>
                    <a:pt x="274040" y="68"/>
                    <a:pt x="277375" y="3491"/>
                    <a:pt x="277442" y="7733"/>
                  </a:cubicBezTo>
                  <a:cubicBezTo>
                    <a:pt x="277181" y="11805"/>
                    <a:pt x="273882" y="14969"/>
                    <a:pt x="269906" y="14960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D4E5C38-2BF8-624B-B306-47BE99CA9714}"/>
                </a:ext>
              </a:extLst>
            </p:cNvPr>
            <p:cNvSpPr/>
            <p:nvPr/>
          </p:nvSpPr>
          <p:spPr>
            <a:xfrm>
              <a:off x="7162198" y="2385027"/>
              <a:ext cx="42253" cy="37884"/>
            </a:xfrm>
            <a:custGeom>
              <a:avLst/>
              <a:gdLst>
                <a:gd name="connsiteX0" fmla="*/ 7390 w 42253"/>
                <a:gd name="connsiteY0" fmla="*/ 37885 h 37884"/>
                <a:gd name="connsiteX1" fmla="*/ 1585 w 42253"/>
                <a:gd name="connsiteY1" fmla="*/ 34842 h 37884"/>
                <a:gd name="connsiteX2" fmla="*/ 2820 w 42253"/>
                <a:gd name="connsiteY2" fmla="*/ 24066 h 37884"/>
                <a:gd name="connsiteX3" fmla="*/ 30119 w 42253"/>
                <a:gd name="connsiteY3" fmla="*/ 1626 h 37884"/>
                <a:gd name="connsiteX4" fmla="*/ 40619 w 42253"/>
                <a:gd name="connsiteY4" fmla="*/ 2894 h 37884"/>
                <a:gd name="connsiteX5" fmla="*/ 39485 w 42253"/>
                <a:gd name="connsiteY5" fmla="*/ 13588 h 37884"/>
                <a:gd name="connsiteX6" fmla="*/ 39384 w 42253"/>
                <a:gd name="connsiteY6" fmla="*/ 13670 h 37884"/>
                <a:gd name="connsiteX7" fmla="*/ 11714 w 42253"/>
                <a:gd name="connsiteY7" fmla="*/ 36110 h 37884"/>
                <a:gd name="connsiteX8" fmla="*/ 7390 w 42253"/>
                <a:gd name="connsiteY8" fmla="*/ 37885 h 37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53" h="37884">
                  <a:moveTo>
                    <a:pt x="7390" y="37885"/>
                  </a:moveTo>
                  <a:cubicBezTo>
                    <a:pt x="5096" y="37865"/>
                    <a:pt x="2946" y="36738"/>
                    <a:pt x="1585" y="34842"/>
                  </a:cubicBezTo>
                  <a:cubicBezTo>
                    <a:pt x="-940" y="31507"/>
                    <a:pt x="-390" y="26709"/>
                    <a:pt x="2820" y="24066"/>
                  </a:cubicBezTo>
                  <a:lnTo>
                    <a:pt x="30119" y="1626"/>
                  </a:lnTo>
                  <a:cubicBezTo>
                    <a:pt x="33369" y="-965"/>
                    <a:pt x="38044" y="-400"/>
                    <a:pt x="40619" y="2894"/>
                  </a:cubicBezTo>
                  <a:cubicBezTo>
                    <a:pt x="43183" y="6169"/>
                    <a:pt x="42676" y="10957"/>
                    <a:pt x="39485" y="13588"/>
                  </a:cubicBezTo>
                  <a:cubicBezTo>
                    <a:pt x="39452" y="13616"/>
                    <a:pt x="39418" y="13643"/>
                    <a:pt x="39384" y="13670"/>
                  </a:cubicBezTo>
                  <a:lnTo>
                    <a:pt x="11714" y="36110"/>
                  </a:lnTo>
                  <a:cubicBezTo>
                    <a:pt x="10501" y="37171"/>
                    <a:pt x="8982" y="37794"/>
                    <a:pt x="7390" y="3788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701CCA2-1703-7A40-BA08-483478FB0BB4}"/>
                </a:ext>
              </a:extLst>
            </p:cNvPr>
            <p:cNvSpPr/>
            <p:nvPr/>
          </p:nvSpPr>
          <p:spPr>
            <a:xfrm>
              <a:off x="6963813" y="2385063"/>
              <a:ext cx="42698" cy="37847"/>
            </a:xfrm>
            <a:custGeom>
              <a:avLst/>
              <a:gdLst>
                <a:gd name="connsiteX0" fmla="*/ 35184 w 42698"/>
                <a:gd name="connsiteY0" fmla="*/ 37848 h 37847"/>
                <a:gd name="connsiteX1" fmla="*/ 30861 w 42698"/>
                <a:gd name="connsiteY1" fmla="*/ 36073 h 37847"/>
                <a:gd name="connsiteX2" fmla="*/ 2820 w 42698"/>
                <a:gd name="connsiteY2" fmla="*/ 13633 h 37847"/>
                <a:gd name="connsiteX3" fmla="*/ 1585 w 42698"/>
                <a:gd name="connsiteY3" fmla="*/ 2857 h 37847"/>
                <a:gd name="connsiteX4" fmla="*/ 12208 w 42698"/>
                <a:gd name="connsiteY4" fmla="*/ 1589 h 37847"/>
                <a:gd name="connsiteX5" fmla="*/ 39878 w 42698"/>
                <a:gd name="connsiteY5" fmla="*/ 24029 h 37847"/>
                <a:gd name="connsiteX6" fmla="*/ 41113 w 42698"/>
                <a:gd name="connsiteY6" fmla="*/ 34805 h 37847"/>
                <a:gd name="connsiteX7" fmla="*/ 35184 w 42698"/>
                <a:gd name="connsiteY7" fmla="*/ 378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698" h="37847">
                  <a:moveTo>
                    <a:pt x="35184" y="37848"/>
                  </a:moveTo>
                  <a:cubicBezTo>
                    <a:pt x="33602" y="37715"/>
                    <a:pt x="32095" y="37097"/>
                    <a:pt x="30861" y="36073"/>
                  </a:cubicBezTo>
                  <a:lnTo>
                    <a:pt x="2820" y="13633"/>
                  </a:lnTo>
                  <a:cubicBezTo>
                    <a:pt x="-390" y="10990"/>
                    <a:pt x="-940" y="6193"/>
                    <a:pt x="1585" y="2857"/>
                  </a:cubicBezTo>
                  <a:cubicBezTo>
                    <a:pt x="4237" y="-391"/>
                    <a:pt x="8900" y="-948"/>
                    <a:pt x="12208" y="1589"/>
                  </a:cubicBezTo>
                  <a:lnTo>
                    <a:pt x="39878" y="24029"/>
                  </a:lnTo>
                  <a:cubicBezTo>
                    <a:pt x="43088" y="26672"/>
                    <a:pt x="43638" y="31470"/>
                    <a:pt x="41113" y="34805"/>
                  </a:cubicBezTo>
                  <a:cubicBezTo>
                    <a:pt x="39714" y="36721"/>
                    <a:pt x="37517" y="37848"/>
                    <a:pt x="35184" y="37848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46ACCBF-53E4-3C4B-B58E-886963F3C22D}"/>
                </a:ext>
              </a:extLst>
            </p:cNvPr>
            <p:cNvSpPr/>
            <p:nvPr/>
          </p:nvSpPr>
          <p:spPr>
            <a:xfrm>
              <a:off x="6935159" y="2536060"/>
              <a:ext cx="81108" cy="15468"/>
            </a:xfrm>
            <a:custGeom>
              <a:avLst/>
              <a:gdLst>
                <a:gd name="connsiteX0" fmla="*/ 72609 w 81108"/>
                <a:gd name="connsiteY0" fmla="*/ 15404 h 15468"/>
                <a:gd name="connsiteX1" fmla="*/ 8499 w 81108"/>
                <a:gd name="connsiteY1" fmla="*/ 15404 h 15468"/>
                <a:gd name="connsiteX2" fmla="*/ 63 w 81108"/>
                <a:gd name="connsiteY2" fmla="*/ 8722 h 15468"/>
                <a:gd name="connsiteX3" fmla="*/ 6573 w 81108"/>
                <a:gd name="connsiteY3" fmla="*/ 64 h 15468"/>
                <a:gd name="connsiteX4" fmla="*/ 8499 w 81108"/>
                <a:gd name="connsiteY4" fmla="*/ 64 h 15468"/>
                <a:gd name="connsiteX5" fmla="*/ 72609 w 81108"/>
                <a:gd name="connsiteY5" fmla="*/ 64 h 15468"/>
                <a:gd name="connsiteX6" fmla="*/ 81045 w 81108"/>
                <a:gd name="connsiteY6" fmla="*/ 6746 h 15468"/>
                <a:gd name="connsiteX7" fmla="*/ 74535 w 81108"/>
                <a:gd name="connsiteY7" fmla="*/ 15404 h 15468"/>
                <a:gd name="connsiteX8" fmla="*/ 72609 w 81108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08" h="15468">
                  <a:moveTo>
                    <a:pt x="72609" y="15404"/>
                  </a:moveTo>
                  <a:lnTo>
                    <a:pt x="8499" y="15404"/>
                  </a:lnTo>
                  <a:cubicBezTo>
                    <a:pt x="4371" y="15950"/>
                    <a:pt x="594" y="12959"/>
                    <a:pt x="63" y="8722"/>
                  </a:cubicBezTo>
                  <a:cubicBezTo>
                    <a:pt x="-469" y="4486"/>
                    <a:pt x="2446" y="610"/>
                    <a:pt x="6573" y="64"/>
                  </a:cubicBezTo>
                  <a:cubicBezTo>
                    <a:pt x="7212" y="-20"/>
                    <a:pt x="7860" y="-20"/>
                    <a:pt x="8499" y="64"/>
                  </a:cubicBezTo>
                  <a:lnTo>
                    <a:pt x="72609" y="64"/>
                  </a:lnTo>
                  <a:cubicBezTo>
                    <a:pt x="76737" y="-481"/>
                    <a:pt x="80514" y="2510"/>
                    <a:pt x="81045" y="6746"/>
                  </a:cubicBezTo>
                  <a:cubicBezTo>
                    <a:pt x="81577" y="10982"/>
                    <a:pt x="78662" y="14859"/>
                    <a:pt x="74535" y="15404"/>
                  </a:cubicBezTo>
                  <a:cubicBezTo>
                    <a:pt x="73896" y="15489"/>
                    <a:pt x="73248" y="15489"/>
                    <a:pt x="72609" y="15404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628B5120-0435-BF4F-AE4E-0A332C74F0A4}"/>
                </a:ext>
              </a:extLst>
            </p:cNvPr>
            <p:cNvSpPr/>
            <p:nvPr/>
          </p:nvSpPr>
          <p:spPr>
            <a:xfrm>
              <a:off x="6935159" y="2494223"/>
              <a:ext cx="81108" cy="15468"/>
            </a:xfrm>
            <a:custGeom>
              <a:avLst/>
              <a:gdLst>
                <a:gd name="connsiteX0" fmla="*/ 72609 w 81108"/>
                <a:gd name="connsiteY0" fmla="*/ 15404 h 15468"/>
                <a:gd name="connsiteX1" fmla="*/ 8499 w 81108"/>
                <a:gd name="connsiteY1" fmla="*/ 15404 h 15468"/>
                <a:gd name="connsiteX2" fmla="*/ 63 w 81108"/>
                <a:gd name="connsiteY2" fmla="*/ 8722 h 15468"/>
                <a:gd name="connsiteX3" fmla="*/ 6573 w 81108"/>
                <a:gd name="connsiteY3" fmla="*/ 64 h 15468"/>
                <a:gd name="connsiteX4" fmla="*/ 8499 w 81108"/>
                <a:gd name="connsiteY4" fmla="*/ 64 h 15468"/>
                <a:gd name="connsiteX5" fmla="*/ 72609 w 81108"/>
                <a:gd name="connsiteY5" fmla="*/ 64 h 15468"/>
                <a:gd name="connsiteX6" fmla="*/ 81045 w 81108"/>
                <a:gd name="connsiteY6" fmla="*/ 6746 h 15468"/>
                <a:gd name="connsiteX7" fmla="*/ 74535 w 81108"/>
                <a:gd name="connsiteY7" fmla="*/ 15404 h 15468"/>
                <a:gd name="connsiteX8" fmla="*/ 72609 w 81108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08" h="15468">
                  <a:moveTo>
                    <a:pt x="72609" y="15404"/>
                  </a:moveTo>
                  <a:lnTo>
                    <a:pt x="8499" y="15404"/>
                  </a:lnTo>
                  <a:cubicBezTo>
                    <a:pt x="4371" y="15950"/>
                    <a:pt x="594" y="12958"/>
                    <a:pt x="63" y="8722"/>
                  </a:cubicBezTo>
                  <a:cubicBezTo>
                    <a:pt x="-469" y="4486"/>
                    <a:pt x="2446" y="610"/>
                    <a:pt x="6573" y="64"/>
                  </a:cubicBezTo>
                  <a:cubicBezTo>
                    <a:pt x="7212" y="-20"/>
                    <a:pt x="7860" y="-20"/>
                    <a:pt x="8499" y="64"/>
                  </a:cubicBezTo>
                  <a:lnTo>
                    <a:pt x="72609" y="64"/>
                  </a:lnTo>
                  <a:cubicBezTo>
                    <a:pt x="76737" y="-481"/>
                    <a:pt x="80514" y="2510"/>
                    <a:pt x="81045" y="6746"/>
                  </a:cubicBezTo>
                  <a:cubicBezTo>
                    <a:pt x="81577" y="10982"/>
                    <a:pt x="78662" y="14859"/>
                    <a:pt x="74535" y="15404"/>
                  </a:cubicBezTo>
                  <a:cubicBezTo>
                    <a:pt x="73896" y="15489"/>
                    <a:pt x="73248" y="15489"/>
                    <a:pt x="72609" y="15404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5" name="Graphic 35">
            <a:extLst>
              <a:ext uri="{FF2B5EF4-FFF2-40B4-BE49-F238E27FC236}">
                <a16:creationId xmlns:a16="http://schemas.microsoft.com/office/drawing/2014/main" id="{BA18407B-79C4-7943-B587-BB85473B928A}"/>
              </a:ext>
            </a:extLst>
          </p:cNvPr>
          <p:cNvGrpSpPr>
            <a:grpSpLocks noChangeAspect="1"/>
          </p:cNvGrpSpPr>
          <p:nvPr/>
        </p:nvGrpSpPr>
        <p:grpSpPr>
          <a:xfrm>
            <a:off x="5893422" y="5308102"/>
            <a:ext cx="393610" cy="480559"/>
            <a:chOff x="6878948" y="2272243"/>
            <a:chExt cx="357827" cy="436872"/>
          </a:xfrm>
          <a:solidFill>
            <a:srgbClr val="FFFFFF"/>
          </a:solidFill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B72C424-C657-8F43-B782-EB4A15C9D3B2}"/>
                </a:ext>
              </a:extLst>
            </p:cNvPr>
            <p:cNvSpPr/>
            <p:nvPr/>
          </p:nvSpPr>
          <p:spPr>
            <a:xfrm>
              <a:off x="7010369" y="2272243"/>
              <a:ext cx="226406" cy="436872"/>
            </a:xfrm>
            <a:custGeom>
              <a:avLst/>
              <a:gdLst>
                <a:gd name="connsiteX0" fmla="*/ 90624 w 226406"/>
                <a:gd name="connsiteY0" fmla="*/ 436872 h 436872"/>
                <a:gd name="connsiteX1" fmla="*/ 35052 w 226406"/>
                <a:gd name="connsiteY1" fmla="*/ 436872 h 436872"/>
                <a:gd name="connsiteX2" fmla="*/ 27585 w 226406"/>
                <a:gd name="connsiteY2" fmla="*/ 429212 h 436872"/>
                <a:gd name="connsiteX3" fmla="*/ 35052 w 226406"/>
                <a:gd name="connsiteY3" fmla="*/ 421553 h 436872"/>
                <a:gd name="connsiteX4" fmla="*/ 83157 w 226406"/>
                <a:gd name="connsiteY4" fmla="*/ 421553 h 436872"/>
                <a:gd name="connsiteX5" fmla="*/ 83157 w 226406"/>
                <a:gd name="connsiteY5" fmla="*/ 353745 h 436872"/>
                <a:gd name="connsiteX6" fmla="*/ 90501 w 226406"/>
                <a:gd name="connsiteY6" fmla="*/ 346209 h 436872"/>
                <a:gd name="connsiteX7" fmla="*/ 90624 w 226406"/>
                <a:gd name="connsiteY7" fmla="*/ 346210 h 436872"/>
                <a:gd name="connsiteX8" fmla="*/ 139587 w 226406"/>
                <a:gd name="connsiteY8" fmla="*/ 346210 h 436872"/>
                <a:gd name="connsiteX9" fmla="*/ 178144 w 226406"/>
                <a:gd name="connsiteY9" fmla="*/ 306530 h 436872"/>
                <a:gd name="connsiteX10" fmla="*/ 178145 w 226406"/>
                <a:gd name="connsiteY10" fmla="*/ 301256 h 436872"/>
                <a:gd name="connsiteX11" fmla="*/ 172147 w 226406"/>
                <a:gd name="connsiteY11" fmla="*/ 296610 h 436872"/>
                <a:gd name="connsiteX12" fmla="*/ 170188 w 226406"/>
                <a:gd name="connsiteY12" fmla="*/ 294224 h 436872"/>
                <a:gd name="connsiteX13" fmla="*/ 176431 w 226406"/>
                <a:gd name="connsiteY13" fmla="*/ 269864 h 436872"/>
                <a:gd name="connsiteX14" fmla="*/ 188671 w 226406"/>
                <a:gd name="connsiteY14" fmla="*/ 261953 h 436872"/>
                <a:gd name="connsiteX15" fmla="*/ 188671 w 226406"/>
                <a:gd name="connsiteY15" fmla="*/ 246508 h 436872"/>
                <a:gd name="connsiteX16" fmla="*/ 201891 w 226406"/>
                <a:gd name="connsiteY16" fmla="*/ 232695 h 436872"/>
                <a:gd name="connsiteX17" fmla="*/ 202014 w 226406"/>
                <a:gd name="connsiteY17" fmla="*/ 232695 h 436872"/>
                <a:gd name="connsiteX18" fmla="*/ 207155 w 226406"/>
                <a:gd name="connsiteY18" fmla="*/ 232695 h 436872"/>
                <a:gd name="connsiteX19" fmla="*/ 210215 w 226406"/>
                <a:gd name="connsiteY19" fmla="*/ 230811 h 436872"/>
                <a:gd name="connsiteX20" fmla="*/ 210215 w 226406"/>
                <a:gd name="connsiteY20" fmla="*/ 227170 h 436872"/>
                <a:gd name="connsiteX21" fmla="*/ 185734 w 226406"/>
                <a:gd name="connsiteY21" fmla="*/ 189499 h 436872"/>
                <a:gd name="connsiteX22" fmla="*/ 181205 w 226406"/>
                <a:gd name="connsiteY22" fmla="*/ 170035 h 436872"/>
                <a:gd name="connsiteX23" fmla="*/ 182306 w 226406"/>
                <a:gd name="connsiteY23" fmla="*/ 153962 h 436872"/>
                <a:gd name="connsiteX24" fmla="*/ 139219 w 226406"/>
                <a:gd name="connsiteY24" fmla="*/ 52376 h 436872"/>
                <a:gd name="connsiteX25" fmla="*/ 9591 w 226406"/>
                <a:gd name="connsiteY25" fmla="*/ 20732 h 436872"/>
                <a:gd name="connsiteX26" fmla="*/ 288 w 226406"/>
                <a:gd name="connsiteY26" fmla="*/ 15709 h 436872"/>
                <a:gd name="connsiteX27" fmla="*/ 5307 w 226406"/>
                <a:gd name="connsiteY27" fmla="*/ 6166 h 436872"/>
                <a:gd name="connsiteX28" fmla="*/ 150113 w 226406"/>
                <a:gd name="connsiteY28" fmla="*/ 41326 h 436872"/>
                <a:gd name="connsiteX29" fmla="*/ 197852 w 226406"/>
                <a:gd name="connsiteY29" fmla="*/ 154339 h 436872"/>
                <a:gd name="connsiteX30" fmla="*/ 196628 w 226406"/>
                <a:gd name="connsiteY30" fmla="*/ 172296 h 436872"/>
                <a:gd name="connsiteX31" fmla="*/ 198831 w 226406"/>
                <a:gd name="connsiteY31" fmla="*/ 181462 h 436872"/>
                <a:gd name="connsiteX32" fmla="*/ 223312 w 226406"/>
                <a:gd name="connsiteY32" fmla="*/ 219133 h 436872"/>
                <a:gd name="connsiteX33" fmla="*/ 218326 w 226406"/>
                <a:gd name="connsiteY33" fmla="*/ 245094 h 436872"/>
                <a:gd name="connsiteX34" fmla="*/ 208012 w 226406"/>
                <a:gd name="connsiteY34" fmla="*/ 248266 h 436872"/>
                <a:gd name="connsiteX35" fmla="*/ 204339 w 226406"/>
                <a:gd name="connsiteY35" fmla="*/ 248266 h 436872"/>
                <a:gd name="connsiteX36" fmla="*/ 204339 w 226406"/>
                <a:gd name="connsiteY36" fmla="*/ 266097 h 436872"/>
                <a:gd name="connsiteX37" fmla="*/ 200790 w 226406"/>
                <a:gd name="connsiteY37" fmla="*/ 272501 h 436872"/>
                <a:gd name="connsiteX38" fmla="*/ 184510 w 226406"/>
                <a:gd name="connsiteY38" fmla="*/ 282797 h 436872"/>
                <a:gd name="connsiteX39" fmla="*/ 183163 w 226406"/>
                <a:gd name="connsiteY39" fmla="*/ 285560 h 436872"/>
                <a:gd name="connsiteX40" fmla="*/ 190385 w 226406"/>
                <a:gd name="connsiteY40" fmla="*/ 291211 h 436872"/>
                <a:gd name="connsiteX41" fmla="*/ 193323 w 226406"/>
                <a:gd name="connsiteY41" fmla="*/ 297364 h 436872"/>
                <a:gd name="connsiteX42" fmla="*/ 193323 w 226406"/>
                <a:gd name="connsiteY42" fmla="*/ 306530 h 436872"/>
                <a:gd name="connsiteX43" fmla="*/ 139954 w 226406"/>
                <a:gd name="connsiteY43" fmla="*/ 361404 h 436872"/>
                <a:gd name="connsiteX44" fmla="*/ 97968 w 226406"/>
                <a:gd name="connsiteY44" fmla="*/ 361404 h 436872"/>
                <a:gd name="connsiteX45" fmla="*/ 97968 w 226406"/>
                <a:gd name="connsiteY45" fmla="*/ 429212 h 436872"/>
                <a:gd name="connsiteX46" fmla="*/ 90624 w 226406"/>
                <a:gd name="connsiteY46" fmla="*/ 436872 h 436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26406" h="436872">
                  <a:moveTo>
                    <a:pt x="90624" y="436872"/>
                  </a:moveTo>
                  <a:lnTo>
                    <a:pt x="35052" y="436872"/>
                  </a:lnTo>
                  <a:cubicBezTo>
                    <a:pt x="30928" y="436872"/>
                    <a:pt x="27585" y="433443"/>
                    <a:pt x="27585" y="429212"/>
                  </a:cubicBezTo>
                  <a:cubicBezTo>
                    <a:pt x="27585" y="424982"/>
                    <a:pt x="30928" y="421553"/>
                    <a:pt x="35052" y="421553"/>
                  </a:cubicBezTo>
                  <a:lnTo>
                    <a:pt x="83157" y="421553"/>
                  </a:lnTo>
                  <a:lnTo>
                    <a:pt x="83157" y="353745"/>
                  </a:lnTo>
                  <a:cubicBezTo>
                    <a:pt x="83157" y="349584"/>
                    <a:pt x="86444" y="346210"/>
                    <a:pt x="90501" y="346209"/>
                  </a:cubicBezTo>
                  <a:cubicBezTo>
                    <a:pt x="90542" y="346209"/>
                    <a:pt x="90583" y="346210"/>
                    <a:pt x="90624" y="346210"/>
                  </a:cubicBezTo>
                  <a:lnTo>
                    <a:pt x="139587" y="346210"/>
                  </a:lnTo>
                  <a:cubicBezTo>
                    <a:pt x="160901" y="346141"/>
                    <a:pt x="178145" y="328396"/>
                    <a:pt x="178144" y="306530"/>
                  </a:cubicBezTo>
                  <a:lnTo>
                    <a:pt x="178145" y="301256"/>
                  </a:lnTo>
                  <a:lnTo>
                    <a:pt x="172147" y="296610"/>
                  </a:lnTo>
                  <a:cubicBezTo>
                    <a:pt x="171367" y="295934"/>
                    <a:pt x="170705" y="295127"/>
                    <a:pt x="170188" y="294224"/>
                  </a:cubicBezTo>
                  <a:cubicBezTo>
                    <a:pt x="165507" y="285708"/>
                    <a:pt x="168272" y="274917"/>
                    <a:pt x="176431" y="269864"/>
                  </a:cubicBezTo>
                  <a:lnTo>
                    <a:pt x="188671" y="261953"/>
                  </a:lnTo>
                  <a:lnTo>
                    <a:pt x="188671" y="246508"/>
                  </a:lnTo>
                  <a:cubicBezTo>
                    <a:pt x="188604" y="238949"/>
                    <a:pt x="194522" y="232765"/>
                    <a:pt x="201891" y="232695"/>
                  </a:cubicBezTo>
                  <a:cubicBezTo>
                    <a:pt x="201932" y="232695"/>
                    <a:pt x="201973" y="232695"/>
                    <a:pt x="202014" y="232695"/>
                  </a:cubicBezTo>
                  <a:lnTo>
                    <a:pt x="207155" y="232695"/>
                  </a:lnTo>
                  <a:cubicBezTo>
                    <a:pt x="208438" y="232704"/>
                    <a:pt x="209619" y="231977"/>
                    <a:pt x="210215" y="230811"/>
                  </a:cubicBezTo>
                  <a:cubicBezTo>
                    <a:pt x="210849" y="229685"/>
                    <a:pt x="210849" y="228296"/>
                    <a:pt x="210215" y="227170"/>
                  </a:cubicBezTo>
                  <a:lnTo>
                    <a:pt x="185734" y="189499"/>
                  </a:lnTo>
                  <a:cubicBezTo>
                    <a:pt x="181960" y="183795"/>
                    <a:pt x="180349" y="176873"/>
                    <a:pt x="181205" y="170035"/>
                  </a:cubicBezTo>
                  <a:cubicBezTo>
                    <a:pt x="181920" y="164709"/>
                    <a:pt x="182288" y="159339"/>
                    <a:pt x="182306" y="153962"/>
                  </a:cubicBezTo>
                  <a:cubicBezTo>
                    <a:pt x="182184" y="115460"/>
                    <a:pt x="166598" y="78712"/>
                    <a:pt x="139219" y="52376"/>
                  </a:cubicBezTo>
                  <a:cubicBezTo>
                    <a:pt x="104341" y="19370"/>
                    <a:pt x="55223" y="7380"/>
                    <a:pt x="9591" y="20732"/>
                  </a:cubicBezTo>
                  <a:cubicBezTo>
                    <a:pt x="5672" y="21960"/>
                    <a:pt x="1520" y="19719"/>
                    <a:pt x="288" y="15709"/>
                  </a:cubicBezTo>
                  <a:cubicBezTo>
                    <a:pt x="-828" y="11660"/>
                    <a:pt x="1395" y="7433"/>
                    <a:pt x="5307" y="6166"/>
                  </a:cubicBezTo>
                  <a:cubicBezTo>
                    <a:pt x="56245" y="-9036"/>
                    <a:pt x="111223" y="4313"/>
                    <a:pt x="150113" y="41326"/>
                  </a:cubicBezTo>
                  <a:cubicBezTo>
                    <a:pt x="180564" y="70612"/>
                    <a:pt x="197844" y="111520"/>
                    <a:pt x="197852" y="154339"/>
                  </a:cubicBezTo>
                  <a:cubicBezTo>
                    <a:pt x="197854" y="160347"/>
                    <a:pt x="197445" y="166347"/>
                    <a:pt x="196628" y="172296"/>
                  </a:cubicBezTo>
                  <a:cubicBezTo>
                    <a:pt x="196257" y="175524"/>
                    <a:pt x="197040" y="178781"/>
                    <a:pt x="198831" y="181462"/>
                  </a:cubicBezTo>
                  <a:lnTo>
                    <a:pt x="223312" y="219133"/>
                  </a:lnTo>
                  <a:cubicBezTo>
                    <a:pt x="228924" y="227715"/>
                    <a:pt x="226692" y="239338"/>
                    <a:pt x="218326" y="245094"/>
                  </a:cubicBezTo>
                  <a:cubicBezTo>
                    <a:pt x="215278" y="247192"/>
                    <a:pt x="211683" y="248297"/>
                    <a:pt x="208012" y="248266"/>
                  </a:cubicBezTo>
                  <a:lnTo>
                    <a:pt x="204339" y="248266"/>
                  </a:lnTo>
                  <a:lnTo>
                    <a:pt x="204339" y="266097"/>
                  </a:lnTo>
                  <a:cubicBezTo>
                    <a:pt x="204324" y="268720"/>
                    <a:pt x="202979" y="271145"/>
                    <a:pt x="200790" y="272501"/>
                  </a:cubicBezTo>
                  <a:lnTo>
                    <a:pt x="184510" y="282797"/>
                  </a:lnTo>
                  <a:cubicBezTo>
                    <a:pt x="183578" y="283374"/>
                    <a:pt x="183054" y="284450"/>
                    <a:pt x="183163" y="285560"/>
                  </a:cubicBezTo>
                  <a:lnTo>
                    <a:pt x="190385" y="291211"/>
                  </a:lnTo>
                  <a:cubicBezTo>
                    <a:pt x="192269" y="292660"/>
                    <a:pt x="193362" y="294948"/>
                    <a:pt x="193323" y="297364"/>
                  </a:cubicBezTo>
                  <a:lnTo>
                    <a:pt x="193323" y="306530"/>
                  </a:lnTo>
                  <a:cubicBezTo>
                    <a:pt x="193323" y="336787"/>
                    <a:pt x="169448" y="361335"/>
                    <a:pt x="139954" y="361404"/>
                  </a:cubicBezTo>
                  <a:lnTo>
                    <a:pt x="97968" y="361404"/>
                  </a:lnTo>
                  <a:lnTo>
                    <a:pt x="97968" y="429212"/>
                  </a:lnTo>
                  <a:cubicBezTo>
                    <a:pt x="97969" y="433394"/>
                    <a:pt x="94700" y="436804"/>
                    <a:pt x="90624" y="436872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998C9161-B6CC-6C4E-B3D1-B76BFF7DE5E2}"/>
                </a:ext>
              </a:extLst>
            </p:cNvPr>
            <p:cNvSpPr/>
            <p:nvPr/>
          </p:nvSpPr>
          <p:spPr>
            <a:xfrm>
              <a:off x="6904531" y="2332404"/>
              <a:ext cx="183119" cy="187853"/>
            </a:xfrm>
            <a:custGeom>
              <a:avLst/>
              <a:gdLst>
                <a:gd name="connsiteX0" fmla="*/ 91560 w 183119"/>
                <a:gd name="connsiteY0" fmla="*/ 187853 h 187853"/>
                <a:gd name="connsiteX1" fmla="*/ 0 w 183119"/>
                <a:gd name="connsiteY1" fmla="*/ 93927 h 187853"/>
                <a:gd name="connsiteX2" fmla="*/ 91560 w 183119"/>
                <a:gd name="connsiteY2" fmla="*/ 0 h 187853"/>
                <a:gd name="connsiteX3" fmla="*/ 183120 w 183119"/>
                <a:gd name="connsiteY3" fmla="*/ 93927 h 187853"/>
                <a:gd name="connsiteX4" fmla="*/ 91560 w 183119"/>
                <a:gd name="connsiteY4" fmla="*/ 187853 h 187853"/>
                <a:gd name="connsiteX5" fmla="*/ 91560 w 183119"/>
                <a:gd name="connsiteY5" fmla="*/ 15068 h 187853"/>
                <a:gd name="connsiteX6" fmla="*/ 14811 w 183119"/>
                <a:gd name="connsiteY6" fmla="*/ 93801 h 187853"/>
                <a:gd name="connsiteX7" fmla="*/ 91560 w 183119"/>
                <a:gd name="connsiteY7" fmla="*/ 172534 h 187853"/>
                <a:gd name="connsiteX8" fmla="*/ 168309 w 183119"/>
                <a:gd name="connsiteY8" fmla="*/ 93801 h 187853"/>
                <a:gd name="connsiteX9" fmla="*/ 91560 w 183119"/>
                <a:gd name="connsiteY9" fmla="*/ 15068 h 1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119" h="187853">
                  <a:moveTo>
                    <a:pt x="91560" y="187853"/>
                  </a:moveTo>
                  <a:cubicBezTo>
                    <a:pt x="40993" y="187853"/>
                    <a:pt x="0" y="145801"/>
                    <a:pt x="0" y="93927"/>
                  </a:cubicBezTo>
                  <a:cubicBezTo>
                    <a:pt x="0" y="42052"/>
                    <a:pt x="40993" y="0"/>
                    <a:pt x="91560" y="0"/>
                  </a:cubicBezTo>
                  <a:cubicBezTo>
                    <a:pt x="142127" y="0"/>
                    <a:pt x="183120" y="42052"/>
                    <a:pt x="183120" y="93927"/>
                  </a:cubicBezTo>
                  <a:cubicBezTo>
                    <a:pt x="183052" y="145772"/>
                    <a:pt x="142099" y="187784"/>
                    <a:pt x="91560" y="187853"/>
                  </a:cubicBezTo>
                  <a:close/>
                  <a:moveTo>
                    <a:pt x="91560" y="15068"/>
                  </a:moveTo>
                  <a:cubicBezTo>
                    <a:pt x="49173" y="15068"/>
                    <a:pt x="14811" y="50318"/>
                    <a:pt x="14811" y="93801"/>
                  </a:cubicBezTo>
                  <a:cubicBezTo>
                    <a:pt x="14811" y="137284"/>
                    <a:pt x="49173" y="172534"/>
                    <a:pt x="91560" y="172534"/>
                  </a:cubicBezTo>
                  <a:cubicBezTo>
                    <a:pt x="133947" y="172534"/>
                    <a:pt x="168309" y="137284"/>
                    <a:pt x="168309" y="93801"/>
                  </a:cubicBezTo>
                  <a:cubicBezTo>
                    <a:pt x="168241" y="50347"/>
                    <a:pt x="133919" y="15138"/>
                    <a:pt x="91560" y="15068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CEA907D-AA38-4B4A-9F7A-55ABC2A306FE}"/>
                </a:ext>
              </a:extLst>
            </p:cNvPr>
            <p:cNvSpPr/>
            <p:nvPr/>
          </p:nvSpPr>
          <p:spPr>
            <a:xfrm>
              <a:off x="6878948" y="2306160"/>
              <a:ext cx="234286" cy="276381"/>
            </a:xfrm>
            <a:custGeom>
              <a:avLst/>
              <a:gdLst>
                <a:gd name="connsiteX0" fmla="*/ 167697 w 234286"/>
                <a:gd name="connsiteY0" fmla="*/ 276380 h 276381"/>
                <a:gd name="connsiteX1" fmla="*/ 66590 w 234286"/>
                <a:gd name="connsiteY1" fmla="*/ 276380 h 276381"/>
                <a:gd name="connsiteX2" fmla="*/ 59368 w 234286"/>
                <a:gd name="connsiteY2" fmla="*/ 270855 h 276381"/>
                <a:gd name="connsiteX3" fmla="*/ 44557 w 234286"/>
                <a:gd name="connsiteY3" fmla="*/ 214348 h 276381"/>
                <a:gd name="connsiteX4" fmla="*/ 1 w 234286"/>
                <a:gd name="connsiteY4" fmla="*/ 120171 h 276381"/>
                <a:gd name="connsiteX5" fmla="*/ 117143 w 234286"/>
                <a:gd name="connsiteY5" fmla="*/ 0 h 276381"/>
                <a:gd name="connsiteX6" fmla="*/ 234286 w 234286"/>
                <a:gd name="connsiteY6" fmla="*/ 120171 h 276381"/>
                <a:gd name="connsiteX7" fmla="*/ 189730 w 234286"/>
                <a:gd name="connsiteY7" fmla="*/ 214348 h 276381"/>
                <a:gd name="connsiteX8" fmla="*/ 174919 w 234286"/>
                <a:gd name="connsiteY8" fmla="*/ 270855 h 276381"/>
                <a:gd name="connsiteX9" fmla="*/ 167697 w 234286"/>
                <a:gd name="connsiteY9" fmla="*/ 276380 h 276381"/>
                <a:gd name="connsiteX10" fmla="*/ 72220 w 234286"/>
                <a:gd name="connsiteY10" fmla="*/ 261186 h 276381"/>
                <a:gd name="connsiteX11" fmla="*/ 162067 w 234286"/>
                <a:gd name="connsiteY11" fmla="*/ 261186 h 276381"/>
                <a:gd name="connsiteX12" fmla="*/ 176021 w 234286"/>
                <a:gd name="connsiteY12" fmla="*/ 207944 h 276381"/>
                <a:gd name="connsiteX13" fmla="*/ 178714 w 234286"/>
                <a:gd name="connsiteY13" fmla="*/ 203801 h 276381"/>
                <a:gd name="connsiteX14" fmla="*/ 219475 w 234286"/>
                <a:gd name="connsiteY14" fmla="*/ 120171 h 276381"/>
                <a:gd name="connsiteX15" fmla="*/ 117143 w 234286"/>
                <a:gd name="connsiteY15" fmla="*/ 15194 h 276381"/>
                <a:gd name="connsiteX16" fmla="*/ 14812 w 234286"/>
                <a:gd name="connsiteY16" fmla="*/ 120171 h 276381"/>
                <a:gd name="connsiteX17" fmla="*/ 55573 w 234286"/>
                <a:gd name="connsiteY17" fmla="*/ 203801 h 276381"/>
                <a:gd name="connsiteX18" fmla="*/ 58266 w 234286"/>
                <a:gd name="connsiteY18" fmla="*/ 207944 h 27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4286" h="276381">
                  <a:moveTo>
                    <a:pt x="167697" y="276380"/>
                  </a:moveTo>
                  <a:lnTo>
                    <a:pt x="66590" y="276380"/>
                  </a:lnTo>
                  <a:cubicBezTo>
                    <a:pt x="63262" y="276362"/>
                    <a:pt x="60334" y="274122"/>
                    <a:pt x="59368" y="270855"/>
                  </a:cubicBezTo>
                  <a:lnTo>
                    <a:pt x="44557" y="214348"/>
                  </a:lnTo>
                  <a:cubicBezTo>
                    <a:pt x="16324" y="191699"/>
                    <a:pt x="-122" y="156937"/>
                    <a:pt x="1" y="120171"/>
                  </a:cubicBezTo>
                  <a:cubicBezTo>
                    <a:pt x="1" y="53802"/>
                    <a:pt x="52447" y="0"/>
                    <a:pt x="117143" y="0"/>
                  </a:cubicBezTo>
                  <a:cubicBezTo>
                    <a:pt x="181840" y="0"/>
                    <a:pt x="234286" y="53802"/>
                    <a:pt x="234286" y="120171"/>
                  </a:cubicBezTo>
                  <a:cubicBezTo>
                    <a:pt x="234409" y="156937"/>
                    <a:pt x="217963" y="191699"/>
                    <a:pt x="189730" y="214348"/>
                  </a:cubicBezTo>
                  <a:lnTo>
                    <a:pt x="174919" y="270855"/>
                  </a:lnTo>
                  <a:cubicBezTo>
                    <a:pt x="174025" y="274173"/>
                    <a:pt x="171052" y="276447"/>
                    <a:pt x="167697" y="276380"/>
                  </a:cubicBezTo>
                  <a:close/>
                  <a:moveTo>
                    <a:pt x="72220" y="261186"/>
                  </a:moveTo>
                  <a:lnTo>
                    <a:pt x="162067" y="261186"/>
                  </a:lnTo>
                  <a:lnTo>
                    <a:pt x="176021" y="207944"/>
                  </a:lnTo>
                  <a:cubicBezTo>
                    <a:pt x="176534" y="206337"/>
                    <a:pt x="177465" y="204905"/>
                    <a:pt x="178714" y="203801"/>
                  </a:cubicBezTo>
                  <a:cubicBezTo>
                    <a:pt x="204458" y="184130"/>
                    <a:pt x="219582" y="153100"/>
                    <a:pt x="219475" y="120171"/>
                  </a:cubicBezTo>
                  <a:cubicBezTo>
                    <a:pt x="219475" y="62194"/>
                    <a:pt x="173660" y="15194"/>
                    <a:pt x="117143" y="15194"/>
                  </a:cubicBezTo>
                  <a:cubicBezTo>
                    <a:pt x="60627" y="15194"/>
                    <a:pt x="14812" y="62194"/>
                    <a:pt x="14812" y="120171"/>
                  </a:cubicBezTo>
                  <a:cubicBezTo>
                    <a:pt x="14705" y="153100"/>
                    <a:pt x="29829" y="184130"/>
                    <a:pt x="55573" y="203801"/>
                  </a:cubicBezTo>
                  <a:cubicBezTo>
                    <a:pt x="56858" y="204871"/>
                    <a:pt x="57797" y="206316"/>
                    <a:pt x="58266" y="207944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9F923AE3-2CA3-2348-9A7F-AABA5B0C5E50}"/>
                </a:ext>
              </a:extLst>
            </p:cNvPr>
            <p:cNvSpPr/>
            <p:nvPr/>
          </p:nvSpPr>
          <p:spPr>
            <a:xfrm>
              <a:off x="6965756" y="2501717"/>
              <a:ext cx="111947" cy="44784"/>
            </a:xfrm>
            <a:custGeom>
              <a:avLst/>
              <a:gdLst>
                <a:gd name="connsiteX0" fmla="*/ 30335 w 111947"/>
                <a:gd name="connsiteY0" fmla="*/ 44784 h 44784"/>
                <a:gd name="connsiteX1" fmla="*/ 5854 w 111947"/>
                <a:gd name="connsiteY1" fmla="*/ 42147 h 44784"/>
                <a:gd name="connsiteX2" fmla="*/ 162 w 111947"/>
                <a:gd name="connsiteY2" fmla="*/ 33169 h 44784"/>
                <a:gd name="connsiteX3" fmla="*/ 8914 w 111947"/>
                <a:gd name="connsiteY3" fmla="*/ 27330 h 44784"/>
                <a:gd name="connsiteX4" fmla="*/ 99372 w 111947"/>
                <a:gd name="connsiteY4" fmla="*/ 2216 h 44784"/>
                <a:gd name="connsiteX5" fmla="*/ 109759 w 111947"/>
                <a:gd name="connsiteY5" fmla="*/ 2197 h 44784"/>
                <a:gd name="connsiteX6" fmla="*/ 109777 w 111947"/>
                <a:gd name="connsiteY6" fmla="*/ 2216 h 44784"/>
                <a:gd name="connsiteX7" fmla="*/ 109777 w 111947"/>
                <a:gd name="connsiteY7" fmla="*/ 13015 h 44784"/>
                <a:gd name="connsiteX8" fmla="*/ 30335 w 111947"/>
                <a:gd name="connsiteY8" fmla="*/ 44784 h 44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47" h="44784">
                  <a:moveTo>
                    <a:pt x="30335" y="44784"/>
                  </a:moveTo>
                  <a:cubicBezTo>
                    <a:pt x="22106" y="44799"/>
                    <a:pt x="13900" y="43915"/>
                    <a:pt x="5854" y="42147"/>
                  </a:cubicBezTo>
                  <a:cubicBezTo>
                    <a:pt x="1865" y="41280"/>
                    <a:pt x="-683" y="37261"/>
                    <a:pt x="162" y="33169"/>
                  </a:cubicBezTo>
                  <a:cubicBezTo>
                    <a:pt x="1007" y="29077"/>
                    <a:pt x="4925" y="26463"/>
                    <a:pt x="8914" y="27330"/>
                  </a:cubicBezTo>
                  <a:cubicBezTo>
                    <a:pt x="41248" y="34339"/>
                    <a:pt x="74897" y="24997"/>
                    <a:pt x="99372" y="2216"/>
                  </a:cubicBezTo>
                  <a:cubicBezTo>
                    <a:pt x="102235" y="-731"/>
                    <a:pt x="106885" y="-740"/>
                    <a:pt x="109759" y="2197"/>
                  </a:cubicBezTo>
                  <a:cubicBezTo>
                    <a:pt x="109765" y="2204"/>
                    <a:pt x="109771" y="2210"/>
                    <a:pt x="109777" y="2216"/>
                  </a:cubicBezTo>
                  <a:cubicBezTo>
                    <a:pt x="112671" y="5203"/>
                    <a:pt x="112671" y="10028"/>
                    <a:pt x="109777" y="13015"/>
                  </a:cubicBezTo>
                  <a:cubicBezTo>
                    <a:pt x="88133" y="33477"/>
                    <a:pt x="59768" y="44820"/>
                    <a:pt x="30335" y="44784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D20CA41D-4716-2846-8937-67D862B28060}"/>
                </a:ext>
              </a:extLst>
            </p:cNvPr>
            <p:cNvSpPr/>
            <p:nvPr/>
          </p:nvSpPr>
          <p:spPr>
            <a:xfrm>
              <a:off x="6948230" y="2567346"/>
              <a:ext cx="95722" cy="36290"/>
            </a:xfrm>
            <a:custGeom>
              <a:avLst/>
              <a:gdLst>
                <a:gd name="connsiteX0" fmla="*/ 88377 w 95722"/>
                <a:gd name="connsiteY0" fmla="*/ 36290 h 36290"/>
                <a:gd name="connsiteX1" fmla="*/ 7467 w 95722"/>
                <a:gd name="connsiteY1" fmla="*/ 36290 h 36290"/>
                <a:gd name="connsiteX2" fmla="*/ 1 w 95722"/>
                <a:gd name="connsiteY2" fmla="*/ 28882 h 36290"/>
                <a:gd name="connsiteX3" fmla="*/ 0 w 95722"/>
                <a:gd name="connsiteY3" fmla="*/ 28756 h 36290"/>
                <a:gd name="connsiteX4" fmla="*/ 0 w 95722"/>
                <a:gd name="connsiteY4" fmla="*/ 7660 h 36290"/>
                <a:gd name="connsiteX5" fmla="*/ 7467 w 95722"/>
                <a:gd name="connsiteY5" fmla="*/ 0 h 36290"/>
                <a:gd name="connsiteX6" fmla="*/ 88377 w 95722"/>
                <a:gd name="connsiteY6" fmla="*/ 0 h 36290"/>
                <a:gd name="connsiteX7" fmla="*/ 95723 w 95722"/>
                <a:gd name="connsiteY7" fmla="*/ 7533 h 36290"/>
                <a:gd name="connsiteX8" fmla="*/ 95722 w 95722"/>
                <a:gd name="connsiteY8" fmla="*/ 7660 h 36290"/>
                <a:gd name="connsiteX9" fmla="*/ 95722 w 95722"/>
                <a:gd name="connsiteY9" fmla="*/ 28756 h 36290"/>
                <a:gd name="connsiteX10" fmla="*/ 88377 w 95722"/>
                <a:gd name="connsiteY10" fmla="*/ 36290 h 36290"/>
                <a:gd name="connsiteX11" fmla="*/ 14934 w 95722"/>
                <a:gd name="connsiteY11" fmla="*/ 21096 h 36290"/>
                <a:gd name="connsiteX12" fmla="*/ 81033 w 95722"/>
                <a:gd name="connsiteY12" fmla="*/ 21096 h 36290"/>
                <a:gd name="connsiteX13" fmla="*/ 81033 w 95722"/>
                <a:gd name="connsiteY13" fmla="*/ 15194 h 36290"/>
                <a:gd name="connsiteX14" fmla="*/ 14811 w 95722"/>
                <a:gd name="connsiteY14" fmla="*/ 15194 h 3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722" h="36290">
                  <a:moveTo>
                    <a:pt x="88377" y="36290"/>
                  </a:moveTo>
                  <a:lnTo>
                    <a:pt x="7467" y="36290"/>
                  </a:lnTo>
                  <a:cubicBezTo>
                    <a:pt x="3411" y="36359"/>
                    <a:pt x="69" y="33043"/>
                    <a:pt x="1" y="28882"/>
                  </a:cubicBezTo>
                  <a:cubicBezTo>
                    <a:pt x="0" y="28840"/>
                    <a:pt x="0" y="28798"/>
                    <a:pt x="0" y="28756"/>
                  </a:cubicBezTo>
                  <a:lnTo>
                    <a:pt x="0" y="7660"/>
                  </a:lnTo>
                  <a:cubicBezTo>
                    <a:pt x="0" y="3429"/>
                    <a:pt x="3343" y="0"/>
                    <a:pt x="7467" y="0"/>
                  </a:cubicBezTo>
                  <a:lnTo>
                    <a:pt x="88377" y="0"/>
                  </a:lnTo>
                  <a:cubicBezTo>
                    <a:pt x="92433" y="-1"/>
                    <a:pt x="95722" y="3372"/>
                    <a:pt x="95723" y="7533"/>
                  </a:cubicBezTo>
                  <a:cubicBezTo>
                    <a:pt x="95723" y="7575"/>
                    <a:pt x="95722" y="7618"/>
                    <a:pt x="95722" y="7660"/>
                  </a:cubicBezTo>
                  <a:lnTo>
                    <a:pt x="95722" y="28756"/>
                  </a:lnTo>
                  <a:cubicBezTo>
                    <a:pt x="95722" y="32917"/>
                    <a:pt x="92433" y="36290"/>
                    <a:pt x="88377" y="36290"/>
                  </a:cubicBezTo>
                  <a:close/>
                  <a:moveTo>
                    <a:pt x="14934" y="21096"/>
                  </a:moveTo>
                  <a:lnTo>
                    <a:pt x="81033" y="21096"/>
                  </a:lnTo>
                  <a:lnTo>
                    <a:pt x="81033" y="15194"/>
                  </a:lnTo>
                  <a:lnTo>
                    <a:pt x="14811" y="15194"/>
                  </a:ln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637ACFD-FA40-0A45-A077-E39008FDF13D}"/>
                </a:ext>
              </a:extLst>
            </p:cNvPr>
            <p:cNvSpPr/>
            <p:nvPr/>
          </p:nvSpPr>
          <p:spPr>
            <a:xfrm>
              <a:off x="6930971" y="2587940"/>
              <a:ext cx="130363" cy="97316"/>
            </a:xfrm>
            <a:custGeom>
              <a:avLst/>
              <a:gdLst>
                <a:gd name="connsiteX0" fmla="*/ 113593 w 130363"/>
                <a:gd name="connsiteY0" fmla="*/ 97317 h 97316"/>
                <a:gd name="connsiteX1" fmla="*/ 16770 w 130363"/>
                <a:gd name="connsiteY1" fmla="*/ 97317 h 97316"/>
                <a:gd name="connsiteX2" fmla="*/ 0 w 130363"/>
                <a:gd name="connsiteY2" fmla="*/ 80114 h 97316"/>
                <a:gd name="connsiteX3" fmla="*/ 0 w 130363"/>
                <a:gd name="connsiteY3" fmla="*/ 79988 h 97316"/>
                <a:gd name="connsiteX4" fmla="*/ 0 w 130363"/>
                <a:gd name="connsiteY4" fmla="*/ 17203 h 97316"/>
                <a:gd name="connsiteX5" fmla="*/ 16770 w 130363"/>
                <a:gd name="connsiteY5" fmla="*/ 0 h 97316"/>
                <a:gd name="connsiteX6" fmla="*/ 113593 w 130363"/>
                <a:gd name="connsiteY6" fmla="*/ 0 h 97316"/>
                <a:gd name="connsiteX7" fmla="*/ 130363 w 130363"/>
                <a:gd name="connsiteY7" fmla="*/ 17203 h 97316"/>
                <a:gd name="connsiteX8" fmla="*/ 130363 w 130363"/>
                <a:gd name="connsiteY8" fmla="*/ 79988 h 97316"/>
                <a:gd name="connsiteX9" fmla="*/ 113593 w 130363"/>
                <a:gd name="connsiteY9" fmla="*/ 97317 h 97316"/>
                <a:gd name="connsiteX10" fmla="*/ 16770 w 130363"/>
                <a:gd name="connsiteY10" fmla="*/ 15696 h 97316"/>
                <a:gd name="connsiteX11" fmla="*/ 14812 w 130363"/>
                <a:gd name="connsiteY11" fmla="*/ 17705 h 97316"/>
                <a:gd name="connsiteX12" fmla="*/ 14812 w 130363"/>
                <a:gd name="connsiteY12" fmla="*/ 80491 h 97316"/>
                <a:gd name="connsiteX13" fmla="*/ 16770 w 130363"/>
                <a:gd name="connsiteY13" fmla="*/ 82500 h 97316"/>
                <a:gd name="connsiteX14" fmla="*/ 113593 w 130363"/>
                <a:gd name="connsiteY14" fmla="*/ 82500 h 97316"/>
                <a:gd name="connsiteX15" fmla="*/ 115552 w 130363"/>
                <a:gd name="connsiteY15" fmla="*/ 80491 h 97316"/>
                <a:gd name="connsiteX16" fmla="*/ 115552 w 130363"/>
                <a:gd name="connsiteY16" fmla="*/ 17705 h 97316"/>
                <a:gd name="connsiteX17" fmla="*/ 113593 w 130363"/>
                <a:gd name="connsiteY17" fmla="*/ 15696 h 9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0363" h="97316">
                  <a:moveTo>
                    <a:pt x="113593" y="97317"/>
                  </a:moveTo>
                  <a:lnTo>
                    <a:pt x="16770" y="97317"/>
                  </a:lnTo>
                  <a:cubicBezTo>
                    <a:pt x="7508" y="97317"/>
                    <a:pt x="0" y="89615"/>
                    <a:pt x="0" y="80114"/>
                  </a:cubicBezTo>
                  <a:cubicBezTo>
                    <a:pt x="0" y="80072"/>
                    <a:pt x="0" y="80030"/>
                    <a:pt x="0" y="79988"/>
                  </a:cubicBezTo>
                  <a:lnTo>
                    <a:pt x="0" y="17203"/>
                  </a:lnTo>
                  <a:cubicBezTo>
                    <a:pt x="0" y="7702"/>
                    <a:pt x="7508" y="0"/>
                    <a:pt x="16770" y="0"/>
                  </a:cubicBezTo>
                  <a:lnTo>
                    <a:pt x="113593" y="0"/>
                  </a:lnTo>
                  <a:cubicBezTo>
                    <a:pt x="122827" y="68"/>
                    <a:pt x="130296" y="7731"/>
                    <a:pt x="130363" y="17203"/>
                  </a:cubicBezTo>
                  <a:lnTo>
                    <a:pt x="130363" y="79988"/>
                  </a:lnTo>
                  <a:cubicBezTo>
                    <a:pt x="130363" y="89510"/>
                    <a:pt x="122875" y="97248"/>
                    <a:pt x="113593" y="97317"/>
                  </a:cubicBezTo>
                  <a:close/>
                  <a:moveTo>
                    <a:pt x="16770" y="15696"/>
                  </a:moveTo>
                  <a:cubicBezTo>
                    <a:pt x="15688" y="15696"/>
                    <a:pt x="14812" y="16596"/>
                    <a:pt x="14812" y="17705"/>
                  </a:cubicBezTo>
                  <a:lnTo>
                    <a:pt x="14812" y="80491"/>
                  </a:lnTo>
                  <a:cubicBezTo>
                    <a:pt x="14812" y="81600"/>
                    <a:pt x="15688" y="82500"/>
                    <a:pt x="16770" y="82500"/>
                  </a:cubicBezTo>
                  <a:lnTo>
                    <a:pt x="113593" y="82500"/>
                  </a:lnTo>
                  <a:cubicBezTo>
                    <a:pt x="114675" y="82500"/>
                    <a:pt x="115552" y="81600"/>
                    <a:pt x="115552" y="80491"/>
                  </a:cubicBezTo>
                  <a:lnTo>
                    <a:pt x="115552" y="17705"/>
                  </a:lnTo>
                  <a:cubicBezTo>
                    <a:pt x="115552" y="16596"/>
                    <a:pt x="114675" y="15696"/>
                    <a:pt x="113593" y="15696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33F44BE5-BADD-EB40-BD94-8C0A0AC94A9B}"/>
                </a:ext>
              </a:extLst>
            </p:cNvPr>
            <p:cNvSpPr/>
            <p:nvPr/>
          </p:nvSpPr>
          <p:spPr>
            <a:xfrm>
              <a:off x="6931802" y="2613995"/>
              <a:ext cx="96335" cy="15320"/>
            </a:xfrm>
            <a:custGeom>
              <a:avLst/>
              <a:gdLst>
                <a:gd name="connsiteX0" fmla="*/ 87914 w 96335"/>
                <a:gd name="connsiteY0" fmla="*/ 15258 h 15320"/>
                <a:gd name="connsiteX1" fmla="*/ 6514 w 96335"/>
                <a:gd name="connsiteY1" fmla="*/ 15258 h 15320"/>
                <a:gd name="connsiteX2" fmla="*/ 62 w 96335"/>
                <a:gd name="connsiteY2" fmla="*/ 6682 h 15320"/>
                <a:gd name="connsiteX3" fmla="*/ 6514 w 96335"/>
                <a:gd name="connsiteY3" fmla="*/ 64 h 15320"/>
                <a:gd name="connsiteX4" fmla="*/ 87914 w 96335"/>
                <a:gd name="connsiteY4" fmla="*/ 64 h 15320"/>
                <a:gd name="connsiteX5" fmla="*/ 96273 w 96335"/>
                <a:gd name="connsiteY5" fmla="*/ 6682 h 15320"/>
                <a:gd name="connsiteX6" fmla="*/ 89822 w 96335"/>
                <a:gd name="connsiteY6" fmla="*/ 15258 h 15320"/>
                <a:gd name="connsiteX7" fmla="*/ 87914 w 96335"/>
                <a:gd name="connsiteY7" fmla="*/ 15258 h 15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335" h="15320">
                  <a:moveTo>
                    <a:pt x="87914" y="15258"/>
                  </a:moveTo>
                  <a:lnTo>
                    <a:pt x="6514" y="15258"/>
                  </a:lnTo>
                  <a:cubicBezTo>
                    <a:pt x="2424" y="14717"/>
                    <a:pt x="-465" y="10878"/>
                    <a:pt x="62" y="6682"/>
                  </a:cubicBezTo>
                  <a:cubicBezTo>
                    <a:pt x="496" y="3228"/>
                    <a:pt x="3146" y="509"/>
                    <a:pt x="6514" y="64"/>
                  </a:cubicBezTo>
                  <a:lnTo>
                    <a:pt x="87914" y="64"/>
                  </a:lnTo>
                  <a:cubicBezTo>
                    <a:pt x="92004" y="-477"/>
                    <a:pt x="95746" y="2486"/>
                    <a:pt x="96273" y="6682"/>
                  </a:cubicBezTo>
                  <a:cubicBezTo>
                    <a:pt x="96800" y="10878"/>
                    <a:pt x="93912" y="14717"/>
                    <a:pt x="89822" y="15258"/>
                  </a:cubicBezTo>
                  <a:cubicBezTo>
                    <a:pt x="89188" y="15341"/>
                    <a:pt x="88547" y="15341"/>
                    <a:pt x="87914" y="15258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49CF89C-2584-E445-9182-76B48847C228}"/>
                </a:ext>
              </a:extLst>
            </p:cNvPr>
            <p:cNvSpPr/>
            <p:nvPr/>
          </p:nvSpPr>
          <p:spPr>
            <a:xfrm>
              <a:off x="6931802" y="2643504"/>
              <a:ext cx="107719" cy="15320"/>
            </a:xfrm>
            <a:custGeom>
              <a:avLst/>
              <a:gdLst>
                <a:gd name="connsiteX0" fmla="*/ 99297 w 107719"/>
                <a:gd name="connsiteY0" fmla="*/ 15258 h 15320"/>
                <a:gd name="connsiteX1" fmla="*/ 6514 w 107719"/>
                <a:gd name="connsiteY1" fmla="*/ 15258 h 15320"/>
                <a:gd name="connsiteX2" fmla="*/ 62 w 107719"/>
                <a:gd name="connsiteY2" fmla="*/ 6682 h 15320"/>
                <a:gd name="connsiteX3" fmla="*/ 6514 w 107719"/>
                <a:gd name="connsiteY3" fmla="*/ 64 h 15320"/>
                <a:gd name="connsiteX4" fmla="*/ 99297 w 107719"/>
                <a:gd name="connsiteY4" fmla="*/ 64 h 15320"/>
                <a:gd name="connsiteX5" fmla="*/ 107657 w 107719"/>
                <a:gd name="connsiteY5" fmla="*/ 6682 h 15320"/>
                <a:gd name="connsiteX6" fmla="*/ 101206 w 107719"/>
                <a:gd name="connsiteY6" fmla="*/ 15258 h 15320"/>
                <a:gd name="connsiteX7" fmla="*/ 99297 w 107719"/>
                <a:gd name="connsiteY7" fmla="*/ 15258 h 15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719" h="15320">
                  <a:moveTo>
                    <a:pt x="99297" y="15258"/>
                  </a:moveTo>
                  <a:lnTo>
                    <a:pt x="6514" y="15258"/>
                  </a:lnTo>
                  <a:cubicBezTo>
                    <a:pt x="2424" y="14717"/>
                    <a:pt x="-465" y="10878"/>
                    <a:pt x="62" y="6682"/>
                  </a:cubicBezTo>
                  <a:cubicBezTo>
                    <a:pt x="496" y="3228"/>
                    <a:pt x="3146" y="509"/>
                    <a:pt x="6514" y="64"/>
                  </a:cubicBezTo>
                  <a:lnTo>
                    <a:pt x="99297" y="64"/>
                  </a:lnTo>
                  <a:cubicBezTo>
                    <a:pt x="103387" y="-477"/>
                    <a:pt x="107130" y="2486"/>
                    <a:pt x="107657" y="6682"/>
                  </a:cubicBezTo>
                  <a:cubicBezTo>
                    <a:pt x="108184" y="10878"/>
                    <a:pt x="105296" y="14717"/>
                    <a:pt x="101206" y="15258"/>
                  </a:cubicBezTo>
                  <a:cubicBezTo>
                    <a:pt x="100572" y="15341"/>
                    <a:pt x="99931" y="15341"/>
                    <a:pt x="99297" y="15258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4438CCC-006B-824B-AD3E-BB93C58E1095}"/>
                </a:ext>
              </a:extLst>
            </p:cNvPr>
            <p:cNvSpPr/>
            <p:nvPr/>
          </p:nvSpPr>
          <p:spPr>
            <a:xfrm>
              <a:off x="6966959" y="2669937"/>
              <a:ext cx="58265" cy="39177"/>
            </a:xfrm>
            <a:custGeom>
              <a:avLst/>
              <a:gdLst>
                <a:gd name="connsiteX0" fmla="*/ 29133 w 58265"/>
                <a:gd name="connsiteY0" fmla="*/ 39178 h 39177"/>
                <a:gd name="connsiteX1" fmla="*/ 0 w 58265"/>
                <a:gd name="connsiteY1" fmla="*/ 9292 h 39177"/>
                <a:gd name="connsiteX2" fmla="*/ 0 w 58265"/>
                <a:gd name="connsiteY2" fmla="*/ 7660 h 39177"/>
                <a:gd name="connsiteX3" fmla="*/ 7467 w 58265"/>
                <a:gd name="connsiteY3" fmla="*/ 0 h 39177"/>
                <a:gd name="connsiteX4" fmla="*/ 50799 w 58265"/>
                <a:gd name="connsiteY4" fmla="*/ 0 h 39177"/>
                <a:gd name="connsiteX5" fmla="*/ 58265 w 58265"/>
                <a:gd name="connsiteY5" fmla="*/ 7660 h 39177"/>
                <a:gd name="connsiteX6" fmla="*/ 58265 w 58265"/>
                <a:gd name="connsiteY6" fmla="*/ 9292 h 39177"/>
                <a:gd name="connsiteX7" fmla="*/ 29133 w 58265"/>
                <a:gd name="connsiteY7" fmla="*/ 39178 h 39177"/>
                <a:gd name="connsiteX8" fmla="*/ 16158 w 58265"/>
                <a:gd name="connsiteY8" fmla="*/ 15320 h 39177"/>
                <a:gd name="connsiteX9" fmla="*/ 29133 w 58265"/>
                <a:gd name="connsiteY9" fmla="*/ 23858 h 39177"/>
                <a:gd name="connsiteX10" fmla="*/ 42230 w 58265"/>
                <a:gd name="connsiteY10" fmla="*/ 15320 h 3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265" h="39177">
                  <a:moveTo>
                    <a:pt x="29133" y="39178"/>
                  </a:moveTo>
                  <a:cubicBezTo>
                    <a:pt x="13071" y="39109"/>
                    <a:pt x="67" y="25769"/>
                    <a:pt x="0" y="9292"/>
                  </a:cubicBezTo>
                  <a:lnTo>
                    <a:pt x="0" y="7660"/>
                  </a:lnTo>
                  <a:cubicBezTo>
                    <a:pt x="0" y="3429"/>
                    <a:pt x="3343" y="0"/>
                    <a:pt x="7467" y="0"/>
                  </a:cubicBezTo>
                  <a:lnTo>
                    <a:pt x="50799" y="0"/>
                  </a:lnTo>
                  <a:cubicBezTo>
                    <a:pt x="54922" y="0"/>
                    <a:pt x="58265" y="3429"/>
                    <a:pt x="58265" y="7660"/>
                  </a:cubicBezTo>
                  <a:lnTo>
                    <a:pt x="58265" y="9292"/>
                  </a:lnTo>
                  <a:cubicBezTo>
                    <a:pt x="58198" y="25769"/>
                    <a:pt x="45194" y="39109"/>
                    <a:pt x="29133" y="39178"/>
                  </a:cubicBezTo>
                  <a:close/>
                  <a:moveTo>
                    <a:pt x="16158" y="15320"/>
                  </a:moveTo>
                  <a:cubicBezTo>
                    <a:pt x="18469" y="20536"/>
                    <a:pt x="23547" y="23878"/>
                    <a:pt x="29133" y="23858"/>
                  </a:cubicBezTo>
                  <a:cubicBezTo>
                    <a:pt x="34736" y="23833"/>
                    <a:pt x="39829" y="20513"/>
                    <a:pt x="42230" y="1532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5" name="Graphic 37">
            <a:extLst>
              <a:ext uri="{FF2B5EF4-FFF2-40B4-BE49-F238E27FC236}">
                <a16:creationId xmlns:a16="http://schemas.microsoft.com/office/drawing/2014/main" id="{A4EE2090-941A-E54A-B1F8-8FEE58E01AEF}"/>
              </a:ext>
            </a:extLst>
          </p:cNvPr>
          <p:cNvGrpSpPr>
            <a:grpSpLocks noChangeAspect="1"/>
          </p:cNvGrpSpPr>
          <p:nvPr/>
        </p:nvGrpSpPr>
        <p:grpSpPr>
          <a:xfrm>
            <a:off x="7512168" y="3962014"/>
            <a:ext cx="498530" cy="390686"/>
            <a:chOff x="6828114" y="2314263"/>
            <a:chExt cx="453209" cy="355169"/>
          </a:xfrm>
          <a:solidFill>
            <a:srgbClr val="FFFFFF"/>
          </a:solidFill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5E77400-CAAB-F041-A4B0-791224DCCDB3}"/>
                </a:ext>
              </a:extLst>
            </p:cNvPr>
            <p:cNvSpPr/>
            <p:nvPr/>
          </p:nvSpPr>
          <p:spPr>
            <a:xfrm>
              <a:off x="6989334" y="2606992"/>
              <a:ext cx="15065" cy="62377"/>
            </a:xfrm>
            <a:custGeom>
              <a:avLst/>
              <a:gdLst>
                <a:gd name="connsiteX0" fmla="*/ 7524 w 15065"/>
                <a:gd name="connsiteY0" fmla="*/ 62376 h 62377"/>
                <a:gd name="connsiteX1" fmla="*/ 0 w 15065"/>
                <a:gd name="connsiteY1" fmla="*/ 54769 h 62377"/>
                <a:gd name="connsiteX2" fmla="*/ 0 w 15065"/>
                <a:gd name="connsiteY2" fmla="*/ 7608 h 62377"/>
                <a:gd name="connsiteX3" fmla="*/ 7524 w 15065"/>
                <a:gd name="connsiteY3" fmla="*/ 1 h 62377"/>
                <a:gd name="connsiteX4" fmla="*/ 15048 w 15065"/>
                <a:gd name="connsiteY4" fmla="*/ 7480 h 62377"/>
                <a:gd name="connsiteX5" fmla="*/ 15049 w 15065"/>
                <a:gd name="connsiteY5" fmla="*/ 7608 h 62377"/>
                <a:gd name="connsiteX6" fmla="*/ 15049 w 15065"/>
                <a:gd name="connsiteY6" fmla="*/ 54262 h 62377"/>
                <a:gd name="connsiteX7" fmla="*/ 8159 w 15065"/>
                <a:gd name="connsiteY7" fmla="*/ 62360 h 62377"/>
                <a:gd name="connsiteX8" fmla="*/ 7524 w 15065"/>
                <a:gd name="connsiteY8" fmla="*/ 62376 h 62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65" h="62377">
                  <a:moveTo>
                    <a:pt x="7524" y="62376"/>
                  </a:moveTo>
                  <a:cubicBezTo>
                    <a:pt x="3416" y="62376"/>
                    <a:pt x="67" y="58991"/>
                    <a:pt x="0" y="54769"/>
                  </a:cubicBezTo>
                  <a:lnTo>
                    <a:pt x="0" y="7608"/>
                  </a:lnTo>
                  <a:cubicBezTo>
                    <a:pt x="67" y="3386"/>
                    <a:pt x="3416" y="1"/>
                    <a:pt x="7524" y="1"/>
                  </a:cubicBezTo>
                  <a:cubicBezTo>
                    <a:pt x="11611" y="-69"/>
                    <a:pt x="14980" y="3279"/>
                    <a:pt x="15048" y="7480"/>
                  </a:cubicBezTo>
                  <a:cubicBezTo>
                    <a:pt x="15049" y="7523"/>
                    <a:pt x="15049" y="7565"/>
                    <a:pt x="15049" y="7608"/>
                  </a:cubicBezTo>
                  <a:lnTo>
                    <a:pt x="15049" y="54262"/>
                  </a:lnTo>
                  <a:cubicBezTo>
                    <a:pt x="15322" y="58454"/>
                    <a:pt x="12237" y="62079"/>
                    <a:pt x="8159" y="62360"/>
                  </a:cubicBezTo>
                  <a:cubicBezTo>
                    <a:pt x="7948" y="62375"/>
                    <a:pt x="7736" y="62380"/>
                    <a:pt x="7524" y="623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B87C86AF-AAF3-9C42-8C16-3DB0CB59DA01}"/>
                </a:ext>
              </a:extLst>
            </p:cNvPr>
            <p:cNvSpPr/>
            <p:nvPr/>
          </p:nvSpPr>
          <p:spPr>
            <a:xfrm>
              <a:off x="7100227" y="2607853"/>
              <a:ext cx="14942" cy="61515"/>
            </a:xfrm>
            <a:custGeom>
              <a:avLst/>
              <a:gdLst>
                <a:gd name="connsiteX0" fmla="*/ 7524 w 14942"/>
                <a:gd name="connsiteY0" fmla="*/ 61514 h 61515"/>
                <a:gd name="connsiteX1" fmla="*/ 1 w 14942"/>
                <a:gd name="connsiteY1" fmla="*/ 54035 h 61515"/>
                <a:gd name="connsiteX2" fmla="*/ 0 w 14942"/>
                <a:gd name="connsiteY2" fmla="*/ 53908 h 61515"/>
                <a:gd name="connsiteX3" fmla="*/ 0 w 14942"/>
                <a:gd name="connsiteY3" fmla="*/ 6746 h 61515"/>
                <a:gd name="connsiteX4" fmla="*/ 8424 w 14942"/>
                <a:gd name="connsiteY4" fmla="*/ 64 h 61515"/>
                <a:gd name="connsiteX5" fmla="*/ 14926 w 14942"/>
                <a:gd name="connsiteY5" fmla="*/ 6746 h 61515"/>
                <a:gd name="connsiteX6" fmla="*/ 14926 w 14942"/>
                <a:gd name="connsiteY6" fmla="*/ 53400 h 61515"/>
                <a:gd name="connsiteX7" fmla="*/ 8034 w 14942"/>
                <a:gd name="connsiteY7" fmla="*/ 61497 h 61515"/>
                <a:gd name="connsiteX8" fmla="*/ 7524 w 14942"/>
                <a:gd name="connsiteY8" fmla="*/ 61514 h 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42" h="61515">
                  <a:moveTo>
                    <a:pt x="7524" y="61514"/>
                  </a:moveTo>
                  <a:cubicBezTo>
                    <a:pt x="3437" y="61584"/>
                    <a:pt x="69" y="58236"/>
                    <a:pt x="1" y="54035"/>
                  </a:cubicBezTo>
                  <a:cubicBezTo>
                    <a:pt x="0" y="53993"/>
                    <a:pt x="0" y="53950"/>
                    <a:pt x="0" y="53908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53400"/>
                  </a:lnTo>
                  <a:cubicBezTo>
                    <a:pt x="15198" y="57592"/>
                    <a:pt x="12113" y="61217"/>
                    <a:pt x="8034" y="61497"/>
                  </a:cubicBezTo>
                  <a:cubicBezTo>
                    <a:pt x="7865" y="61509"/>
                    <a:pt x="7695" y="61515"/>
                    <a:pt x="7524" y="615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A4F2B08F-A829-C449-9B24-EBEA1E8C65D6}"/>
                </a:ext>
              </a:extLst>
            </p:cNvPr>
            <p:cNvSpPr/>
            <p:nvPr/>
          </p:nvSpPr>
          <p:spPr>
            <a:xfrm>
              <a:off x="7002899" y="2426588"/>
              <a:ext cx="103746" cy="116762"/>
            </a:xfrm>
            <a:custGeom>
              <a:avLst/>
              <a:gdLst>
                <a:gd name="connsiteX0" fmla="*/ 50578 w 103746"/>
                <a:gd name="connsiteY0" fmla="*/ 116762 h 116762"/>
                <a:gd name="connsiteX1" fmla="*/ 10366 w 103746"/>
                <a:gd name="connsiteY1" fmla="*/ 86716 h 116762"/>
                <a:gd name="connsiteX2" fmla="*/ 4 w 103746"/>
                <a:gd name="connsiteY2" fmla="*/ 41837 h 116762"/>
                <a:gd name="connsiteX3" fmla="*/ 4 w 103746"/>
                <a:gd name="connsiteY3" fmla="*/ 27257 h 116762"/>
                <a:gd name="connsiteX4" fmla="*/ 1114 w 103746"/>
                <a:gd name="connsiteY4" fmla="*/ 23200 h 116762"/>
                <a:gd name="connsiteX5" fmla="*/ 51688 w 103746"/>
                <a:gd name="connsiteY5" fmla="*/ 0 h 116762"/>
                <a:gd name="connsiteX6" fmla="*/ 103743 w 103746"/>
                <a:gd name="connsiteY6" fmla="*/ 28525 h 116762"/>
                <a:gd name="connsiteX7" fmla="*/ 103743 w 103746"/>
                <a:gd name="connsiteY7" fmla="*/ 41203 h 116762"/>
                <a:gd name="connsiteX8" fmla="*/ 93381 w 103746"/>
                <a:gd name="connsiteY8" fmla="*/ 86082 h 116762"/>
                <a:gd name="connsiteX9" fmla="*/ 51688 w 103746"/>
                <a:gd name="connsiteY9" fmla="*/ 116129 h 116762"/>
                <a:gd name="connsiteX10" fmla="*/ 14930 w 103746"/>
                <a:gd name="connsiteY10" fmla="*/ 30046 h 116762"/>
                <a:gd name="connsiteX11" fmla="*/ 14930 w 103746"/>
                <a:gd name="connsiteY11" fmla="*/ 41837 h 116762"/>
                <a:gd name="connsiteX12" fmla="*/ 23564 w 103746"/>
                <a:gd name="connsiteY12" fmla="*/ 79870 h 116762"/>
                <a:gd name="connsiteX13" fmla="*/ 51688 w 103746"/>
                <a:gd name="connsiteY13" fmla="*/ 101676 h 116762"/>
                <a:gd name="connsiteX14" fmla="*/ 80182 w 103746"/>
                <a:gd name="connsiteY14" fmla="*/ 79870 h 116762"/>
                <a:gd name="connsiteX15" fmla="*/ 88817 w 103746"/>
                <a:gd name="connsiteY15" fmla="*/ 41837 h 116762"/>
                <a:gd name="connsiteX16" fmla="*/ 88817 w 103746"/>
                <a:gd name="connsiteY16" fmla="*/ 29920 h 116762"/>
                <a:gd name="connsiteX17" fmla="*/ 51812 w 103746"/>
                <a:gd name="connsiteY17" fmla="*/ 15467 h 116762"/>
                <a:gd name="connsiteX18" fmla="*/ 14930 w 103746"/>
                <a:gd name="connsiteY18" fmla="*/ 30046 h 11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746" h="116762">
                  <a:moveTo>
                    <a:pt x="50578" y="116762"/>
                  </a:moveTo>
                  <a:cubicBezTo>
                    <a:pt x="32653" y="115570"/>
                    <a:pt x="16999" y="103873"/>
                    <a:pt x="10366" y="86716"/>
                  </a:cubicBezTo>
                  <a:cubicBezTo>
                    <a:pt x="3418" y="72843"/>
                    <a:pt x="-138" y="57439"/>
                    <a:pt x="4" y="41837"/>
                  </a:cubicBezTo>
                  <a:lnTo>
                    <a:pt x="4" y="27257"/>
                  </a:lnTo>
                  <a:cubicBezTo>
                    <a:pt x="-12" y="25824"/>
                    <a:pt x="374" y="24415"/>
                    <a:pt x="1114" y="23200"/>
                  </a:cubicBezTo>
                  <a:cubicBezTo>
                    <a:pt x="14031" y="8478"/>
                    <a:pt x="32400" y="51"/>
                    <a:pt x="51688" y="0"/>
                  </a:cubicBezTo>
                  <a:cubicBezTo>
                    <a:pt x="77962" y="0"/>
                    <a:pt x="103743" y="16228"/>
                    <a:pt x="103743" y="28525"/>
                  </a:cubicBezTo>
                  <a:lnTo>
                    <a:pt x="103743" y="41203"/>
                  </a:lnTo>
                  <a:cubicBezTo>
                    <a:pt x="103885" y="56805"/>
                    <a:pt x="100329" y="72209"/>
                    <a:pt x="93381" y="86082"/>
                  </a:cubicBezTo>
                  <a:cubicBezTo>
                    <a:pt x="86527" y="103723"/>
                    <a:pt x="70160" y="115518"/>
                    <a:pt x="51688" y="116129"/>
                  </a:cubicBezTo>
                  <a:close/>
                  <a:moveTo>
                    <a:pt x="14930" y="30046"/>
                  </a:moveTo>
                  <a:lnTo>
                    <a:pt x="14930" y="41837"/>
                  </a:lnTo>
                  <a:cubicBezTo>
                    <a:pt x="14696" y="55054"/>
                    <a:pt x="17663" y="68124"/>
                    <a:pt x="23564" y="79870"/>
                  </a:cubicBezTo>
                  <a:cubicBezTo>
                    <a:pt x="31212" y="94703"/>
                    <a:pt x="40340" y="101929"/>
                    <a:pt x="51688" y="101676"/>
                  </a:cubicBezTo>
                  <a:cubicBezTo>
                    <a:pt x="63037" y="101422"/>
                    <a:pt x="72535" y="94703"/>
                    <a:pt x="80182" y="79870"/>
                  </a:cubicBezTo>
                  <a:cubicBezTo>
                    <a:pt x="86069" y="68118"/>
                    <a:pt x="89035" y="55052"/>
                    <a:pt x="88817" y="41837"/>
                  </a:cubicBezTo>
                  <a:lnTo>
                    <a:pt x="88817" y="29920"/>
                  </a:lnTo>
                  <a:cubicBezTo>
                    <a:pt x="78642" y="20571"/>
                    <a:pt x="65460" y="15422"/>
                    <a:pt x="51812" y="15467"/>
                  </a:cubicBezTo>
                  <a:cubicBezTo>
                    <a:pt x="38248" y="15801"/>
                    <a:pt x="25215" y="20953"/>
                    <a:pt x="14930" y="3004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C92B0EE7-C515-144B-9187-7AF2DCF2E04C}"/>
                </a:ext>
              </a:extLst>
            </p:cNvPr>
            <p:cNvSpPr/>
            <p:nvPr/>
          </p:nvSpPr>
          <p:spPr>
            <a:xfrm>
              <a:off x="7030039" y="2523240"/>
              <a:ext cx="48280" cy="52819"/>
            </a:xfrm>
            <a:custGeom>
              <a:avLst/>
              <a:gdLst>
                <a:gd name="connsiteX0" fmla="*/ 24672 w 48280"/>
                <a:gd name="connsiteY0" fmla="*/ 52819 h 52819"/>
                <a:gd name="connsiteX1" fmla="*/ 2 w 48280"/>
                <a:gd name="connsiteY1" fmla="*/ 33929 h 52819"/>
                <a:gd name="connsiteX2" fmla="*/ 2 w 48280"/>
                <a:gd name="connsiteY2" fmla="*/ 7686 h 52819"/>
                <a:gd name="connsiteX3" fmla="*/ 3702 w 48280"/>
                <a:gd name="connsiteY3" fmla="*/ 1094 h 52819"/>
                <a:gd name="connsiteX4" fmla="*/ 11350 w 48280"/>
                <a:gd name="connsiteY4" fmla="*/ 1094 h 52819"/>
                <a:gd name="connsiteX5" fmla="*/ 23685 w 48280"/>
                <a:gd name="connsiteY5" fmla="*/ 4517 h 52819"/>
                <a:gd name="connsiteX6" fmla="*/ 36884 w 48280"/>
                <a:gd name="connsiteY6" fmla="*/ 1094 h 52819"/>
                <a:gd name="connsiteX7" fmla="*/ 47189 w 48280"/>
                <a:gd name="connsiteY7" fmla="*/ 3820 h 52819"/>
                <a:gd name="connsiteX8" fmla="*/ 48232 w 48280"/>
                <a:gd name="connsiteY8" fmla="*/ 7560 h 52819"/>
                <a:gd name="connsiteX9" fmla="*/ 48232 w 48280"/>
                <a:gd name="connsiteY9" fmla="*/ 33803 h 52819"/>
                <a:gd name="connsiteX10" fmla="*/ 24672 w 48280"/>
                <a:gd name="connsiteY10" fmla="*/ 52819 h 52819"/>
                <a:gd name="connsiteX11" fmla="*/ 15297 w 48280"/>
                <a:gd name="connsiteY11" fmla="*/ 19350 h 52819"/>
                <a:gd name="connsiteX12" fmla="*/ 15297 w 48280"/>
                <a:gd name="connsiteY12" fmla="*/ 34183 h 52819"/>
                <a:gd name="connsiteX13" fmla="*/ 24672 w 48280"/>
                <a:gd name="connsiteY13" fmla="*/ 37733 h 52819"/>
                <a:gd name="connsiteX14" fmla="*/ 34170 w 48280"/>
                <a:gd name="connsiteY14" fmla="*/ 34183 h 52819"/>
                <a:gd name="connsiteX15" fmla="*/ 34170 w 48280"/>
                <a:gd name="connsiteY15" fmla="*/ 19350 h 52819"/>
                <a:gd name="connsiteX16" fmla="*/ 15297 w 48280"/>
                <a:gd name="connsiteY16" fmla="*/ 19350 h 5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8280" h="52819">
                  <a:moveTo>
                    <a:pt x="24672" y="52819"/>
                  </a:moveTo>
                  <a:cubicBezTo>
                    <a:pt x="10980" y="52819"/>
                    <a:pt x="2" y="44579"/>
                    <a:pt x="2" y="33929"/>
                  </a:cubicBezTo>
                  <a:lnTo>
                    <a:pt x="2" y="7686"/>
                  </a:lnTo>
                  <a:cubicBezTo>
                    <a:pt x="-53" y="4953"/>
                    <a:pt x="1372" y="2413"/>
                    <a:pt x="3702" y="1094"/>
                  </a:cubicBezTo>
                  <a:cubicBezTo>
                    <a:pt x="6054" y="-365"/>
                    <a:pt x="8998" y="-365"/>
                    <a:pt x="11350" y="1094"/>
                  </a:cubicBezTo>
                  <a:cubicBezTo>
                    <a:pt x="15046" y="3452"/>
                    <a:pt x="19336" y="4643"/>
                    <a:pt x="23685" y="4517"/>
                  </a:cubicBezTo>
                  <a:cubicBezTo>
                    <a:pt x="28320" y="4774"/>
                    <a:pt x="32922" y="3581"/>
                    <a:pt x="36884" y="1094"/>
                  </a:cubicBezTo>
                  <a:cubicBezTo>
                    <a:pt x="40462" y="-1078"/>
                    <a:pt x="45076" y="143"/>
                    <a:pt x="47189" y="3820"/>
                  </a:cubicBezTo>
                  <a:cubicBezTo>
                    <a:pt x="47841" y="4955"/>
                    <a:pt x="48200" y="6242"/>
                    <a:pt x="48232" y="7560"/>
                  </a:cubicBezTo>
                  <a:lnTo>
                    <a:pt x="48232" y="33803"/>
                  </a:lnTo>
                  <a:cubicBezTo>
                    <a:pt x="49095" y="44706"/>
                    <a:pt x="38364" y="52819"/>
                    <a:pt x="24672" y="52819"/>
                  </a:cubicBezTo>
                  <a:close/>
                  <a:moveTo>
                    <a:pt x="15297" y="19350"/>
                  </a:moveTo>
                  <a:lnTo>
                    <a:pt x="15297" y="34183"/>
                  </a:lnTo>
                  <a:cubicBezTo>
                    <a:pt x="17709" y="36809"/>
                    <a:pt x="21179" y="38123"/>
                    <a:pt x="24672" y="37733"/>
                  </a:cubicBezTo>
                  <a:cubicBezTo>
                    <a:pt x="28199" y="38104"/>
                    <a:pt x="31699" y="36797"/>
                    <a:pt x="34170" y="34183"/>
                  </a:cubicBezTo>
                  <a:lnTo>
                    <a:pt x="34170" y="19350"/>
                  </a:lnTo>
                  <a:cubicBezTo>
                    <a:pt x="27948" y="20701"/>
                    <a:pt x="21519" y="20701"/>
                    <a:pt x="15297" y="1935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870A14F-C020-344B-983E-344B796DB6EA}"/>
                </a:ext>
              </a:extLst>
            </p:cNvPr>
            <p:cNvSpPr/>
            <p:nvPr/>
          </p:nvSpPr>
          <p:spPr>
            <a:xfrm>
              <a:off x="6949122" y="2540054"/>
              <a:ext cx="206754" cy="129331"/>
            </a:xfrm>
            <a:custGeom>
              <a:avLst/>
              <a:gdLst>
                <a:gd name="connsiteX0" fmla="*/ 198842 w 206754"/>
                <a:gd name="connsiteY0" fmla="*/ 129313 h 129331"/>
                <a:gd name="connsiteX1" fmla="*/ 7401 w 206754"/>
                <a:gd name="connsiteY1" fmla="*/ 129313 h 129331"/>
                <a:gd name="connsiteX2" fmla="*/ 0 w 206754"/>
                <a:gd name="connsiteY2" fmla="*/ 121707 h 129331"/>
                <a:gd name="connsiteX3" fmla="*/ 0 w 206754"/>
                <a:gd name="connsiteY3" fmla="*/ 60980 h 129331"/>
                <a:gd name="connsiteX4" fmla="*/ 59332 w 206754"/>
                <a:gd name="connsiteY4" fmla="*/ 0 h 129331"/>
                <a:gd name="connsiteX5" fmla="*/ 88813 w 206754"/>
                <a:gd name="connsiteY5" fmla="*/ 0 h 129331"/>
                <a:gd name="connsiteX6" fmla="*/ 96337 w 206754"/>
                <a:gd name="connsiteY6" fmla="*/ 7733 h 129331"/>
                <a:gd name="connsiteX7" fmla="*/ 96337 w 206754"/>
                <a:gd name="connsiteY7" fmla="*/ 17115 h 129331"/>
                <a:gd name="connsiteX8" fmla="*/ 105712 w 206754"/>
                <a:gd name="connsiteY8" fmla="*/ 20665 h 129331"/>
                <a:gd name="connsiteX9" fmla="*/ 115210 w 206754"/>
                <a:gd name="connsiteY9" fmla="*/ 17115 h 129331"/>
                <a:gd name="connsiteX10" fmla="*/ 115210 w 206754"/>
                <a:gd name="connsiteY10" fmla="*/ 7733 h 129331"/>
                <a:gd name="connsiteX11" fmla="*/ 122735 w 206754"/>
                <a:gd name="connsiteY11" fmla="*/ 0 h 129331"/>
                <a:gd name="connsiteX12" fmla="*/ 147405 w 206754"/>
                <a:gd name="connsiteY12" fmla="*/ 0 h 129331"/>
                <a:gd name="connsiteX13" fmla="*/ 206737 w 206754"/>
                <a:gd name="connsiteY13" fmla="*/ 60980 h 129331"/>
                <a:gd name="connsiteX14" fmla="*/ 206737 w 206754"/>
                <a:gd name="connsiteY14" fmla="*/ 121200 h 129331"/>
                <a:gd name="connsiteX15" fmla="*/ 199865 w 206754"/>
                <a:gd name="connsiteY15" fmla="*/ 129313 h 129331"/>
                <a:gd name="connsiteX16" fmla="*/ 198842 w 206754"/>
                <a:gd name="connsiteY16" fmla="*/ 129313 h 129331"/>
                <a:gd name="connsiteX17" fmla="*/ 14802 w 206754"/>
                <a:gd name="connsiteY17" fmla="*/ 113466 h 129331"/>
                <a:gd name="connsiteX18" fmla="*/ 191441 w 206754"/>
                <a:gd name="connsiteY18" fmla="*/ 113466 h 129331"/>
                <a:gd name="connsiteX19" fmla="*/ 191441 w 206754"/>
                <a:gd name="connsiteY19" fmla="*/ 60980 h 129331"/>
                <a:gd name="connsiteX20" fmla="*/ 147035 w 206754"/>
                <a:gd name="connsiteY20" fmla="*/ 15340 h 129331"/>
                <a:gd name="connsiteX21" fmla="*/ 130012 w 206754"/>
                <a:gd name="connsiteY21" fmla="*/ 15340 h 129331"/>
                <a:gd name="connsiteX22" fmla="*/ 130012 w 206754"/>
                <a:gd name="connsiteY22" fmla="*/ 17115 h 129331"/>
                <a:gd name="connsiteX23" fmla="*/ 105342 w 206754"/>
                <a:gd name="connsiteY23" fmla="*/ 36005 h 129331"/>
                <a:gd name="connsiteX24" fmla="*/ 80672 w 206754"/>
                <a:gd name="connsiteY24" fmla="*/ 17115 h 129331"/>
                <a:gd name="connsiteX25" fmla="*/ 80672 w 206754"/>
                <a:gd name="connsiteY25" fmla="*/ 15213 h 129331"/>
                <a:gd name="connsiteX26" fmla="*/ 59332 w 206754"/>
                <a:gd name="connsiteY26" fmla="*/ 15213 h 129331"/>
                <a:gd name="connsiteX27" fmla="*/ 14926 w 206754"/>
                <a:gd name="connsiteY27" fmla="*/ 60853 h 129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06754" h="129331">
                  <a:moveTo>
                    <a:pt x="198842" y="129313"/>
                  </a:moveTo>
                  <a:lnTo>
                    <a:pt x="7401" y="129313"/>
                  </a:lnTo>
                  <a:cubicBezTo>
                    <a:pt x="3314" y="129313"/>
                    <a:pt x="0" y="125908"/>
                    <a:pt x="0" y="121707"/>
                  </a:cubicBezTo>
                  <a:lnTo>
                    <a:pt x="0" y="60980"/>
                  </a:lnTo>
                  <a:cubicBezTo>
                    <a:pt x="68" y="27331"/>
                    <a:pt x="26592" y="70"/>
                    <a:pt x="59332" y="0"/>
                  </a:cubicBezTo>
                  <a:lnTo>
                    <a:pt x="88813" y="0"/>
                  </a:lnTo>
                  <a:cubicBezTo>
                    <a:pt x="92969" y="0"/>
                    <a:pt x="96337" y="3462"/>
                    <a:pt x="96337" y="7733"/>
                  </a:cubicBezTo>
                  <a:lnTo>
                    <a:pt x="96337" y="17115"/>
                  </a:lnTo>
                  <a:cubicBezTo>
                    <a:pt x="98750" y="19741"/>
                    <a:pt x="102219" y="21055"/>
                    <a:pt x="105712" y="20665"/>
                  </a:cubicBezTo>
                  <a:cubicBezTo>
                    <a:pt x="109240" y="21037"/>
                    <a:pt x="112739" y="19729"/>
                    <a:pt x="115210" y="17115"/>
                  </a:cubicBezTo>
                  <a:lnTo>
                    <a:pt x="115210" y="7733"/>
                  </a:lnTo>
                  <a:cubicBezTo>
                    <a:pt x="115210" y="3462"/>
                    <a:pt x="118579" y="0"/>
                    <a:pt x="122735" y="0"/>
                  </a:cubicBezTo>
                  <a:lnTo>
                    <a:pt x="147405" y="0"/>
                  </a:lnTo>
                  <a:cubicBezTo>
                    <a:pt x="180145" y="70"/>
                    <a:pt x="206669" y="27331"/>
                    <a:pt x="206737" y="60980"/>
                  </a:cubicBezTo>
                  <a:lnTo>
                    <a:pt x="206737" y="121200"/>
                  </a:lnTo>
                  <a:cubicBezTo>
                    <a:pt x="207019" y="125391"/>
                    <a:pt x="203942" y="129023"/>
                    <a:pt x="199865" y="129313"/>
                  </a:cubicBezTo>
                  <a:cubicBezTo>
                    <a:pt x="199524" y="129338"/>
                    <a:pt x="199183" y="129338"/>
                    <a:pt x="198842" y="129313"/>
                  </a:cubicBezTo>
                  <a:close/>
                  <a:moveTo>
                    <a:pt x="14802" y="113466"/>
                  </a:moveTo>
                  <a:lnTo>
                    <a:pt x="191441" y="113466"/>
                  </a:lnTo>
                  <a:lnTo>
                    <a:pt x="191441" y="60980"/>
                  </a:lnTo>
                  <a:cubicBezTo>
                    <a:pt x="191374" y="35803"/>
                    <a:pt x="171532" y="15410"/>
                    <a:pt x="147035" y="15340"/>
                  </a:cubicBezTo>
                  <a:lnTo>
                    <a:pt x="130012" y="15340"/>
                  </a:lnTo>
                  <a:lnTo>
                    <a:pt x="130012" y="17115"/>
                  </a:lnTo>
                  <a:cubicBezTo>
                    <a:pt x="130012" y="27764"/>
                    <a:pt x="119281" y="36005"/>
                    <a:pt x="105342" y="36005"/>
                  </a:cubicBezTo>
                  <a:cubicBezTo>
                    <a:pt x="91403" y="36005"/>
                    <a:pt x="80672" y="27764"/>
                    <a:pt x="80672" y="17115"/>
                  </a:cubicBezTo>
                  <a:lnTo>
                    <a:pt x="80672" y="15213"/>
                  </a:lnTo>
                  <a:lnTo>
                    <a:pt x="59332" y="15213"/>
                  </a:lnTo>
                  <a:cubicBezTo>
                    <a:pt x="34807" y="15213"/>
                    <a:pt x="14926" y="35647"/>
                    <a:pt x="14926" y="6085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0DAEB3D7-DFD8-954E-B5D1-47BAAEB309A5}"/>
                </a:ext>
              </a:extLst>
            </p:cNvPr>
            <p:cNvSpPr/>
            <p:nvPr/>
          </p:nvSpPr>
          <p:spPr>
            <a:xfrm>
              <a:off x="7234557" y="2617615"/>
              <a:ext cx="14942" cy="51753"/>
            </a:xfrm>
            <a:custGeom>
              <a:avLst/>
              <a:gdLst>
                <a:gd name="connsiteX0" fmla="*/ 7401 w 14942"/>
                <a:gd name="connsiteY0" fmla="*/ 51752 h 51753"/>
                <a:gd name="connsiteX1" fmla="*/ 0 w 14942"/>
                <a:gd name="connsiteY1" fmla="*/ 44146 h 51753"/>
                <a:gd name="connsiteX2" fmla="*/ 0 w 14942"/>
                <a:gd name="connsiteY2" fmla="*/ 6746 h 51753"/>
                <a:gd name="connsiteX3" fmla="*/ 8424 w 14942"/>
                <a:gd name="connsiteY3" fmla="*/ 64 h 51753"/>
                <a:gd name="connsiteX4" fmla="*/ 14926 w 14942"/>
                <a:gd name="connsiteY4" fmla="*/ 6746 h 51753"/>
                <a:gd name="connsiteX5" fmla="*/ 14926 w 14942"/>
                <a:gd name="connsiteY5" fmla="*/ 43639 h 51753"/>
                <a:gd name="connsiteX6" fmla="*/ 8036 w 14942"/>
                <a:gd name="connsiteY6" fmla="*/ 51737 h 51753"/>
                <a:gd name="connsiteX7" fmla="*/ 7401 w 14942"/>
                <a:gd name="connsiteY7" fmla="*/ 51752 h 5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2" h="51753">
                  <a:moveTo>
                    <a:pt x="7401" y="51752"/>
                  </a:moveTo>
                  <a:cubicBezTo>
                    <a:pt x="3314" y="51752"/>
                    <a:pt x="0" y="48347"/>
                    <a:pt x="0" y="44146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43639"/>
                  </a:lnTo>
                  <a:cubicBezTo>
                    <a:pt x="15199" y="47830"/>
                    <a:pt x="12114" y="51456"/>
                    <a:pt x="8036" y="51737"/>
                  </a:cubicBezTo>
                  <a:cubicBezTo>
                    <a:pt x="7825" y="51751"/>
                    <a:pt x="7613" y="51756"/>
                    <a:pt x="7401" y="5175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183D5FC-0D33-BE45-8266-81F0D829B62A}"/>
                </a:ext>
              </a:extLst>
            </p:cNvPr>
            <p:cNvSpPr/>
            <p:nvPr/>
          </p:nvSpPr>
          <p:spPr>
            <a:xfrm>
              <a:off x="7157704" y="2474383"/>
              <a:ext cx="84998" cy="95336"/>
            </a:xfrm>
            <a:custGeom>
              <a:avLst/>
              <a:gdLst>
                <a:gd name="connsiteX0" fmla="*/ 43178 w 84998"/>
                <a:gd name="connsiteY0" fmla="*/ 95337 h 95336"/>
                <a:gd name="connsiteX1" fmla="*/ 42314 w 84998"/>
                <a:gd name="connsiteY1" fmla="*/ 95337 h 95336"/>
                <a:gd name="connsiteX2" fmla="*/ 8269 w 84998"/>
                <a:gd name="connsiteY2" fmla="*/ 70742 h 95336"/>
                <a:gd name="connsiteX3" fmla="*/ 5 w 84998"/>
                <a:gd name="connsiteY3" fmla="*/ 34610 h 95336"/>
                <a:gd name="connsiteX4" fmla="*/ 5 w 84998"/>
                <a:gd name="connsiteY4" fmla="*/ 23200 h 95336"/>
                <a:gd name="connsiteX5" fmla="*/ 1115 w 84998"/>
                <a:gd name="connsiteY5" fmla="*/ 19143 h 95336"/>
                <a:gd name="connsiteX6" fmla="*/ 42314 w 84998"/>
                <a:gd name="connsiteY6" fmla="*/ 0 h 95336"/>
                <a:gd name="connsiteX7" fmla="*/ 84994 w 84998"/>
                <a:gd name="connsiteY7" fmla="*/ 24215 h 95336"/>
                <a:gd name="connsiteX8" fmla="*/ 84994 w 84998"/>
                <a:gd name="connsiteY8" fmla="*/ 34610 h 95336"/>
                <a:gd name="connsiteX9" fmla="*/ 76729 w 84998"/>
                <a:gd name="connsiteY9" fmla="*/ 70742 h 95336"/>
                <a:gd name="connsiteX10" fmla="*/ 43178 w 84998"/>
                <a:gd name="connsiteY10" fmla="*/ 95337 h 95336"/>
                <a:gd name="connsiteX11" fmla="*/ 42314 w 84998"/>
                <a:gd name="connsiteY11" fmla="*/ 79997 h 95336"/>
                <a:gd name="connsiteX12" fmla="*/ 63531 w 84998"/>
                <a:gd name="connsiteY12" fmla="*/ 63516 h 95336"/>
                <a:gd name="connsiteX13" fmla="*/ 70068 w 84998"/>
                <a:gd name="connsiteY13" fmla="*/ 34610 h 95336"/>
                <a:gd name="connsiteX14" fmla="*/ 70068 w 84998"/>
                <a:gd name="connsiteY14" fmla="*/ 25736 h 95336"/>
                <a:gd name="connsiteX15" fmla="*/ 42314 w 84998"/>
                <a:gd name="connsiteY15" fmla="*/ 15340 h 95336"/>
                <a:gd name="connsiteX16" fmla="*/ 14930 w 84998"/>
                <a:gd name="connsiteY16" fmla="*/ 25989 h 95336"/>
                <a:gd name="connsiteX17" fmla="*/ 14930 w 84998"/>
                <a:gd name="connsiteY17" fmla="*/ 34610 h 95336"/>
                <a:gd name="connsiteX18" fmla="*/ 21468 w 84998"/>
                <a:gd name="connsiteY18" fmla="*/ 63516 h 95336"/>
                <a:gd name="connsiteX19" fmla="*/ 42314 w 84998"/>
                <a:gd name="connsiteY19" fmla="*/ 79997 h 9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998" h="95336">
                  <a:moveTo>
                    <a:pt x="43178" y="95337"/>
                  </a:moveTo>
                  <a:lnTo>
                    <a:pt x="42314" y="95337"/>
                  </a:lnTo>
                  <a:cubicBezTo>
                    <a:pt x="27131" y="95094"/>
                    <a:pt x="13633" y="85343"/>
                    <a:pt x="8269" y="70742"/>
                  </a:cubicBezTo>
                  <a:cubicBezTo>
                    <a:pt x="2706" y="59564"/>
                    <a:pt x="-130" y="47165"/>
                    <a:pt x="5" y="34610"/>
                  </a:cubicBezTo>
                  <a:lnTo>
                    <a:pt x="5" y="23200"/>
                  </a:lnTo>
                  <a:cubicBezTo>
                    <a:pt x="-11" y="21767"/>
                    <a:pt x="374" y="20358"/>
                    <a:pt x="1115" y="19143"/>
                  </a:cubicBezTo>
                  <a:cubicBezTo>
                    <a:pt x="11573" y="7029"/>
                    <a:pt x="26557" y="67"/>
                    <a:pt x="42314" y="0"/>
                  </a:cubicBezTo>
                  <a:cubicBezTo>
                    <a:pt x="62297" y="0"/>
                    <a:pt x="84994" y="12678"/>
                    <a:pt x="84994" y="24215"/>
                  </a:cubicBezTo>
                  <a:lnTo>
                    <a:pt x="84994" y="34610"/>
                  </a:lnTo>
                  <a:cubicBezTo>
                    <a:pt x="85129" y="47165"/>
                    <a:pt x="82292" y="59565"/>
                    <a:pt x="76729" y="70742"/>
                  </a:cubicBezTo>
                  <a:cubicBezTo>
                    <a:pt x="71271" y="85046"/>
                    <a:pt x="58113" y="94691"/>
                    <a:pt x="43178" y="95337"/>
                  </a:cubicBezTo>
                  <a:close/>
                  <a:moveTo>
                    <a:pt x="42314" y="79997"/>
                  </a:moveTo>
                  <a:cubicBezTo>
                    <a:pt x="50825" y="79997"/>
                    <a:pt x="57733" y="74672"/>
                    <a:pt x="63531" y="63516"/>
                  </a:cubicBezTo>
                  <a:cubicBezTo>
                    <a:pt x="67904" y="54548"/>
                    <a:pt x="70145" y="44641"/>
                    <a:pt x="70068" y="34610"/>
                  </a:cubicBezTo>
                  <a:lnTo>
                    <a:pt x="70068" y="25736"/>
                  </a:lnTo>
                  <a:cubicBezTo>
                    <a:pt x="62332" y="18956"/>
                    <a:pt x="52480" y="15266"/>
                    <a:pt x="42314" y="15340"/>
                  </a:cubicBezTo>
                  <a:cubicBezTo>
                    <a:pt x="32281" y="15626"/>
                    <a:pt x="22634" y="19377"/>
                    <a:pt x="14930" y="25989"/>
                  </a:cubicBezTo>
                  <a:lnTo>
                    <a:pt x="14930" y="34610"/>
                  </a:lnTo>
                  <a:cubicBezTo>
                    <a:pt x="14853" y="44641"/>
                    <a:pt x="17094" y="54548"/>
                    <a:pt x="21468" y="63516"/>
                  </a:cubicBezTo>
                  <a:cubicBezTo>
                    <a:pt x="27265" y="74672"/>
                    <a:pt x="34296" y="80884"/>
                    <a:pt x="42314" y="7999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938BF7C5-A231-C54B-ADF7-A55C919085DC}"/>
                </a:ext>
              </a:extLst>
            </p:cNvPr>
            <p:cNvSpPr/>
            <p:nvPr/>
          </p:nvSpPr>
          <p:spPr>
            <a:xfrm>
              <a:off x="7179418" y="2550624"/>
              <a:ext cx="41570" cy="45102"/>
            </a:xfrm>
            <a:custGeom>
              <a:avLst/>
              <a:gdLst>
                <a:gd name="connsiteX0" fmla="*/ 20847 w 41570"/>
                <a:gd name="connsiteY0" fmla="*/ 44959 h 45102"/>
                <a:gd name="connsiteX1" fmla="*/ 0 w 41570"/>
                <a:gd name="connsiteY1" fmla="*/ 28478 h 45102"/>
                <a:gd name="connsiteX2" fmla="*/ 0 w 41570"/>
                <a:gd name="connsiteY2" fmla="*/ 7686 h 45102"/>
                <a:gd name="connsiteX3" fmla="*/ 3701 w 41570"/>
                <a:gd name="connsiteY3" fmla="*/ 1094 h 45102"/>
                <a:gd name="connsiteX4" fmla="*/ 11349 w 41570"/>
                <a:gd name="connsiteY4" fmla="*/ 1094 h 45102"/>
                <a:gd name="connsiteX5" fmla="*/ 20600 w 41570"/>
                <a:gd name="connsiteY5" fmla="*/ 3630 h 45102"/>
                <a:gd name="connsiteX6" fmla="*/ 30221 w 41570"/>
                <a:gd name="connsiteY6" fmla="*/ 1094 h 45102"/>
                <a:gd name="connsiteX7" fmla="*/ 37869 w 41570"/>
                <a:gd name="connsiteY7" fmla="*/ 1094 h 45102"/>
                <a:gd name="connsiteX8" fmla="*/ 41570 w 41570"/>
                <a:gd name="connsiteY8" fmla="*/ 7686 h 45102"/>
                <a:gd name="connsiteX9" fmla="*/ 41570 w 41570"/>
                <a:gd name="connsiteY9" fmla="*/ 28478 h 45102"/>
                <a:gd name="connsiteX10" fmla="*/ 20847 w 41570"/>
                <a:gd name="connsiteY10" fmla="*/ 44959 h 45102"/>
                <a:gd name="connsiteX11" fmla="*/ 14926 w 41570"/>
                <a:gd name="connsiteY11" fmla="*/ 27844 h 45102"/>
                <a:gd name="connsiteX12" fmla="*/ 20847 w 41570"/>
                <a:gd name="connsiteY12" fmla="*/ 29619 h 45102"/>
                <a:gd name="connsiteX13" fmla="*/ 26644 w 41570"/>
                <a:gd name="connsiteY13" fmla="*/ 27844 h 45102"/>
                <a:gd name="connsiteX14" fmla="*/ 26644 w 41570"/>
                <a:gd name="connsiteY14" fmla="*/ 18716 h 45102"/>
                <a:gd name="connsiteX15" fmla="*/ 20847 w 41570"/>
                <a:gd name="connsiteY15" fmla="*/ 18716 h 45102"/>
                <a:gd name="connsiteX16" fmla="*/ 14926 w 41570"/>
                <a:gd name="connsiteY16" fmla="*/ 18716 h 4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70" h="45102">
                  <a:moveTo>
                    <a:pt x="20847" y="44959"/>
                  </a:moveTo>
                  <a:cubicBezTo>
                    <a:pt x="9128" y="44959"/>
                    <a:pt x="0" y="37733"/>
                    <a:pt x="0" y="28478"/>
                  </a:cubicBezTo>
                  <a:lnTo>
                    <a:pt x="0" y="7686"/>
                  </a:lnTo>
                  <a:cubicBezTo>
                    <a:pt x="-27" y="4960"/>
                    <a:pt x="1391" y="2434"/>
                    <a:pt x="3701" y="1094"/>
                  </a:cubicBezTo>
                  <a:cubicBezTo>
                    <a:pt x="6053" y="-365"/>
                    <a:pt x="8997" y="-365"/>
                    <a:pt x="11349" y="1094"/>
                  </a:cubicBezTo>
                  <a:cubicBezTo>
                    <a:pt x="14133" y="2831"/>
                    <a:pt x="17344" y="3711"/>
                    <a:pt x="20600" y="3630"/>
                  </a:cubicBezTo>
                  <a:cubicBezTo>
                    <a:pt x="23977" y="3742"/>
                    <a:pt x="27314" y="2862"/>
                    <a:pt x="30221" y="1094"/>
                  </a:cubicBezTo>
                  <a:cubicBezTo>
                    <a:pt x="32573" y="-365"/>
                    <a:pt x="35518" y="-365"/>
                    <a:pt x="37869" y="1094"/>
                  </a:cubicBezTo>
                  <a:cubicBezTo>
                    <a:pt x="40180" y="2434"/>
                    <a:pt x="41598" y="4960"/>
                    <a:pt x="41570" y="7686"/>
                  </a:cubicBezTo>
                  <a:lnTo>
                    <a:pt x="41570" y="28478"/>
                  </a:lnTo>
                  <a:cubicBezTo>
                    <a:pt x="40225" y="38881"/>
                    <a:pt x="30982" y="46232"/>
                    <a:pt x="20847" y="44959"/>
                  </a:cubicBezTo>
                  <a:close/>
                  <a:moveTo>
                    <a:pt x="14926" y="27844"/>
                  </a:moveTo>
                  <a:cubicBezTo>
                    <a:pt x="16630" y="29144"/>
                    <a:pt x="18730" y="29773"/>
                    <a:pt x="20847" y="29619"/>
                  </a:cubicBezTo>
                  <a:cubicBezTo>
                    <a:pt x="22923" y="29754"/>
                    <a:pt x="24978" y="29125"/>
                    <a:pt x="26644" y="27844"/>
                  </a:cubicBezTo>
                  <a:lnTo>
                    <a:pt x="26644" y="18716"/>
                  </a:lnTo>
                  <a:cubicBezTo>
                    <a:pt x="24714" y="18846"/>
                    <a:pt x="22777" y="18846"/>
                    <a:pt x="20847" y="18716"/>
                  </a:cubicBezTo>
                  <a:cubicBezTo>
                    <a:pt x="18875" y="18850"/>
                    <a:pt x="16897" y="18850"/>
                    <a:pt x="14926" y="1871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07C960D-A5E2-CA4C-B27D-2887DDC2CF84}"/>
                </a:ext>
              </a:extLst>
            </p:cNvPr>
            <p:cNvSpPr/>
            <p:nvPr/>
          </p:nvSpPr>
          <p:spPr>
            <a:xfrm>
              <a:off x="7156105" y="2563888"/>
              <a:ext cx="125218" cy="105543"/>
            </a:xfrm>
            <a:custGeom>
              <a:avLst/>
              <a:gdLst>
                <a:gd name="connsiteX0" fmla="*/ 117677 w 125218"/>
                <a:gd name="connsiteY0" fmla="*/ 105479 h 105543"/>
                <a:gd name="connsiteX1" fmla="*/ 18996 w 125218"/>
                <a:gd name="connsiteY1" fmla="*/ 105479 h 105543"/>
                <a:gd name="connsiteX2" fmla="*/ 10572 w 125218"/>
                <a:gd name="connsiteY2" fmla="*/ 98797 h 105543"/>
                <a:gd name="connsiteX3" fmla="*/ 17073 w 125218"/>
                <a:gd name="connsiteY3" fmla="*/ 90139 h 105543"/>
                <a:gd name="connsiteX4" fmla="*/ 18996 w 125218"/>
                <a:gd name="connsiteY4" fmla="*/ 90139 h 105543"/>
                <a:gd name="connsiteX5" fmla="*/ 110153 w 125218"/>
                <a:gd name="connsiteY5" fmla="*/ 90139 h 105543"/>
                <a:gd name="connsiteX6" fmla="*/ 110153 w 125218"/>
                <a:gd name="connsiteY6" fmla="*/ 49824 h 105543"/>
                <a:gd name="connsiteX7" fmla="*/ 76725 w 125218"/>
                <a:gd name="connsiteY7" fmla="*/ 15467 h 105543"/>
                <a:gd name="connsiteX8" fmla="*/ 64389 w 125218"/>
                <a:gd name="connsiteY8" fmla="*/ 15467 h 105543"/>
                <a:gd name="connsiteX9" fmla="*/ 43666 w 125218"/>
                <a:gd name="connsiteY9" fmla="*/ 31694 h 105543"/>
                <a:gd name="connsiteX10" fmla="*/ 22820 w 125218"/>
                <a:gd name="connsiteY10" fmla="*/ 15467 h 105543"/>
                <a:gd name="connsiteX11" fmla="*/ 7524 w 125218"/>
                <a:gd name="connsiteY11" fmla="*/ 15467 h 105543"/>
                <a:gd name="connsiteX12" fmla="*/ 0 w 125218"/>
                <a:gd name="connsiteY12" fmla="*/ 7733 h 105543"/>
                <a:gd name="connsiteX13" fmla="*/ 7524 w 125218"/>
                <a:gd name="connsiteY13" fmla="*/ 0 h 105543"/>
                <a:gd name="connsiteX14" fmla="*/ 30714 w 125218"/>
                <a:gd name="connsiteY14" fmla="*/ 0 h 105543"/>
                <a:gd name="connsiteX15" fmla="*/ 38239 w 125218"/>
                <a:gd name="connsiteY15" fmla="*/ 7733 h 105543"/>
                <a:gd name="connsiteX16" fmla="*/ 38239 w 125218"/>
                <a:gd name="connsiteY16" fmla="*/ 14579 h 105543"/>
                <a:gd name="connsiteX17" fmla="*/ 44160 w 125218"/>
                <a:gd name="connsiteY17" fmla="*/ 16354 h 105543"/>
                <a:gd name="connsiteX18" fmla="*/ 49957 w 125218"/>
                <a:gd name="connsiteY18" fmla="*/ 14579 h 105543"/>
                <a:gd name="connsiteX19" fmla="*/ 49957 w 125218"/>
                <a:gd name="connsiteY19" fmla="*/ 7733 h 105543"/>
                <a:gd name="connsiteX20" fmla="*/ 57482 w 125218"/>
                <a:gd name="connsiteY20" fmla="*/ 0 h 105543"/>
                <a:gd name="connsiteX21" fmla="*/ 76725 w 125218"/>
                <a:gd name="connsiteY21" fmla="*/ 0 h 105543"/>
                <a:gd name="connsiteX22" fmla="*/ 125202 w 125218"/>
                <a:gd name="connsiteY22" fmla="*/ 49824 h 105543"/>
                <a:gd name="connsiteX23" fmla="*/ 125202 w 125218"/>
                <a:gd name="connsiteY23" fmla="*/ 97365 h 105543"/>
                <a:gd name="connsiteX24" fmla="*/ 118312 w 125218"/>
                <a:gd name="connsiteY24" fmla="*/ 105464 h 105543"/>
                <a:gd name="connsiteX25" fmla="*/ 117677 w 125218"/>
                <a:gd name="connsiteY25" fmla="*/ 105479 h 10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218" h="105543">
                  <a:moveTo>
                    <a:pt x="117677" y="105479"/>
                  </a:moveTo>
                  <a:lnTo>
                    <a:pt x="18996" y="105479"/>
                  </a:lnTo>
                  <a:cubicBezTo>
                    <a:pt x="14875" y="106025"/>
                    <a:pt x="11103" y="103033"/>
                    <a:pt x="10572" y="98797"/>
                  </a:cubicBezTo>
                  <a:cubicBezTo>
                    <a:pt x="10041" y="94561"/>
                    <a:pt x="12952" y="90685"/>
                    <a:pt x="17073" y="90139"/>
                  </a:cubicBezTo>
                  <a:cubicBezTo>
                    <a:pt x="17712" y="90055"/>
                    <a:pt x="18358" y="90055"/>
                    <a:pt x="18996" y="90139"/>
                  </a:cubicBezTo>
                  <a:lnTo>
                    <a:pt x="110153" y="90139"/>
                  </a:lnTo>
                  <a:lnTo>
                    <a:pt x="110153" y="49824"/>
                  </a:lnTo>
                  <a:cubicBezTo>
                    <a:pt x="110153" y="30849"/>
                    <a:pt x="95186" y="15467"/>
                    <a:pt x="76725" y="15467"/>
                  </a:cubicBezTo>
                  <a:lnTo>
                    <a:pt x="64389" y="15467"/>
                  </a:lnTo>
                  <a:cubicBezTo>
                    <a:pt x="62924" y="25767"/>
                    <a:pt x="53718" y="32976"/>
                    <a:pt x="43666" y="31694"/>
                  </a:cubicBezTo>
                  <a:cubicBezTo>
                    <a:pt x="32071" y="31694"/>
                    <a:pt x="22943" y="24595"/>
                    <a:pt x="22820" y="15467"/>
                  </a:cubicBezTo>
                  <a:lnTo>
                    <a:pt x="7524" y="15467"/>
                  </a:lnTo>
                  <a:cubicBezTo>
                    <a:pt x="3369" y="15467"/>
                    <a:pt x="0" y="12005"/>
                    <a:pt x="0" y="7733"/>
                  </a:cubicBezTo>
                  <a:cubicBezTo>
                    <a:pt x="0" y="3462"/>
                    <a:pt x="3369" y="0"/>
                    <a:pt x="7524" y="0"/>
                  </a:cubicBezTo>
                  <a:lnTo>
                    <a:pt x="30714" y="0"/>
                  </a:lnTo>
                  <a:cubicBezTo>
                    <a:pt x="34870" y="0"/>
                    <a:pt x="38239" y="3462"/>
                    <a:pt x="38239" y="7733"/>
                  </a:cubicBezTo>
                  <a:lnTo>
                    <a:pt x="38239" y="14579"/>
                  </a:lnTo>
                  <a:cubicBezTo>
                    <a:pt x="39943" y="15879"/>
                    <a:pt x="42043" y="16509"/>
                    <a:pt x="44160" y="16354"/>
                  </a:cubicBezTo>
                  <a:cubicBezTo>
                    <a:pt x="46236" y="16489"/>
                    <a:pt x="48291" y="15860"/>
                    <a:pt x="49957" y="14579"/>
                  </a:cubicBezTo>
                  <a:lnTo>
                    <a:pt x="49957" y="7733"/>
                  </a:lnTo>
                  <a:cubicBezTo>
                    <a:pt x="49957" y="3462"/>
                    <a:pt x="53326" y="0"/>
                    <a:pt x="57482" y="0"/>
                  </a:cubicBezTo>
                  <a:lnTo>
                    <a:pt x="76725" y="0"/>
                  </a:lnTo>
                  <a:cubicBezTo>
                    <a:pt x="103470" y="70"/>
                    <a:pt x="125134" y="22336"/>
                    <a:pt x="125202" y="49824"/>
                  </a:cubicBezTo>
                  <a:lnTo>
                    <a:pt x="125202" y="97365"/>
                  </a:lnTo>
                  <a:cubicBezTo>
                    <a:pt x="125475" y="101557"/>
                    <a:pt x="122390" y="105183"/>
                    <a:pt x="118312" y="105464"/>
                  </a:cubicBezTo>
                  <a:cubicBezTo>
                    <a:pt x="118101" y="105478"/>
                    <a:pt x="117889" y="105483"/>
                    <a:pt x="117677" y="1054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CD9D7CEB-32BC-E243-BD44-990E56F365BC}"/>
                </a:ext>
              </a:extLst>
            </p:cNvPr>
            <p:cNvSpPr/>
            <p:nvPr/>
          </p:nvSpPr>
          <p:spPr>
            <a:xfrm>
              <a:off x="6860062" y="2617615"/>
              <a:ext cx="14942" cy="51753"/>
            </a:xfrm>
            <a:custGeom>
              <a:avLst/>
              <a:gdLst>
                <a:gd name="connsiteX0" fmla="*/ 7524 w 14942"/>
                <a:gd name="connsiteY0" fmla="*/ 51752 h 51753"/>
                <a:gd name="connsiteX1" fmla="*/ 1 w 14942"/>
                <a:gd name="connsiteY1" fmla="*/ 44273 h 51753"/>
                <a:gd name="connsiteX2" fmla="*/ 0 w 14942"/>
                <a:gd name="connsiteY2" fmla="*/ 44146 h 51753"/>
                <a:gd name="connsiteX3" fmla="*/ 0 w 14942"/>
                <a:gd name="connsiteY3" fmla="*/ 6746 h 51753"/>
                <a:gd name="connsiteX4" fmla="*/ 8424 w 14942"/>
                <a:gd name="connsiteY4" fmla="*/ 64 h 51753"/>
                <a:gd name="connsiteX5" fmla="*/ 14926 w 14942"/>
                <a:gd name="connsiteY5" fmla="*/ 6746 h 51753"/>
                <a:gd name="connsiteX6" fmla="*/ 14926 w 14942"/>
                <a:gd name="connsiteY6" fmla="*/ 43639 h 51753"/>
                <a:gd name="connsiteX7" fmla="*/ 8034 w 14942"/>
                <a:gd name="connsiteY7" fmla="*/ 51735 h 51753"/>
                <a:gd name="connsiteX8" fmla="*/ 7524 w 14942"/>
                <a:gd name="connsiteY8" fmla="*/ 51752 h 5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42" h="51753">
                  <a:moveTo>
                    <a:pt x="7524" y="51752"/>
                  </a:moveTo>
                  <a:cubicBezTo>
                    <a:pt x="3437" y="51822"/>
                    <a:pt x="69" y="48474"/>
                    <a:pt x="1" y="44273"/>
                  </a:cubicBezTo>
                  <a:cubicBezTo>
                    <a:pt x="0" y="44231"/>
                    <a:pt x="0" y="44188"/>
                    <a:pt x="0" y="44146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43639"/>
                  </a:lnTo>
                  <a:cubicBezTo>
                    <a:pt x="15198" y="47830"/>
                    <a:pt x="12113" y="51455"/>
                    <a:pt x="8034" y="51735"/>
                  </a:cubicBezTo>
                  <a:cubicBezTo>
                    <a:pt x="7865" y="51747"/>
                    <a:pt x="7695" y="51753"/>
                    <a:pt x="7524" y="5175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1C7D4E7-39CB-3C4B-93CB-0D03BE4582A5}"/>
                </a:ext>
              </a:extLst>
            </p:cNvPr>
            <p:cNvSpPr/>
            <p:nvPr/>
          </p:nvSpPr>
          <p:spPr>
            <a:xfrm>
              <a:off x="6866842" y="2474383"/>
              <a:ext cx="84999" cy="95336"/>
            </a:xfrm>
            <a:custGeom>
              <a:avLst/>
              <a:gdLst>
                <a:gd name="connsiteX0" fmla="*/ 41327 w 84999"/>
                <a:gd name="connsiteY0" fmla="*/ 95337 h 95336"/>
                <a:gd name="connsiteX1" fmla="*/ 8269 w 84999"/>
                <a:gd name="connsiteY1" fmla="*/ 70742 h 95336"/>
                <a:gd name="connsiteX2" fmla="*/ 5 w 84999"/>
                <a:gd name="connsiteY2" fmla="*/ 34610 h 95336"/>
                <a:gd name="connsiteX3" fmla="*/ 5 w 84999"/>
                <a:gd name="connsiteY3" fmla="*/ 24215 h 95336"/>
                <a:gd name="connsiteX4" fmla="*/ 42684 w 84999"/>
                <a:gd name="connsiteY4" fmla="*/ 0 h 95336"/>
                <a:gd name="connsiteX5" fmla="*/ 83884 w 84999"/>
                <a:gd name="connsiteY5" fmla="*/ 19143 h 95336"/>
                <a:gd name="connsiteX6" fmla="*/ 84994 w 84999"/>
                <a:gd name="connsiteY6" fmla="*/ 23200 h 95336"/>
                <a:gd name="connsiteX7" fmla="*/ 84994 w 84999"/>
                <a:gd name="connsiteY7" fmla="*/ 34610 h 95336"/>
                <a:gd name="connsiteX8" fmla="*/ 76606 w 84999"/>
                <a:gd name="connsiteY8" fmla="*/ 70742 h 95336"/>
                <a:gd name="connsiteX9" fmla="*/ 42314 w 84999"/>
                <a:gd name="connsiteY9" fmla="*/ 95337 h 95336"/>
                <a:gd name="connsiteX10" fmla="*/ 42314 w 84999"/>
                <a:gd name="connsiteY10" fmla="*/ 79997 h 95336"/>
                <a:gd name="connsiteX11" fmla="*/ 63407 w 84999"/>
                <a:gd name="connsiteY11" fmla="*/ 63516 h 95336"/>
                <a:gd name="connsiteX12" fmla="*/ 70068 w 84999"/>
                <a:gd name="connsiteY12" fmla="*/ 34610 h 95336"/>
                <a:gd name="connsiteX13" fmla="*/ 70068 w 84999"/>
                <a:gd name="connsiteY13" fmla="*/ 25989 h 95336"/>
                <a:gd name="connsiteX14" fmla="*/ 42684 w 84999"/>
                <a:gd name="connsiteY14" fmla="*/ 15340 h 95336"/>
                <a:gd name="connsiteX15" fmla="*/ 14930 w 84999"/>
                <a:gd name="connsiteY15" fmla="*/ 25736 h 95336"/>
                <a:gd name="connsiteX16" fmla="*/ 14930 w 84999"/>
                <a:gd name="connsiteY16" fmla="*/ 34610 h 95336"/>
                <a:gd name="connsiteX17" fmla="*/ 21468 w 84999"/>
                <a:gd name="connsiteY17" fmla="*/ 63516 h 95336"/>
                <a:gd name="connsiteX18" fmla="*/ 42314 w 84999"/>
                <a:gd name="connsiteY18" fmla="*/ 79997 h 9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999" h="95336">
                  <a:moveTo>
                    <a:pt x="41327" y="95337"/>
                  </a:moveTo>
                  <a:cubicBezTo>
                    <a:pt x="26574" y="94496"/>
                    <a:pt x="13655" y="84884"/>
                    <a:pt x="8269" y="70742"/>
                  </a:cubicBezTo>
                  <a:cubicBezTo>
                    <a:pt x="2706" y="59564"/>
                    <a:pt x="-130" y="47165"/>
                    <a:pt x="5" y="34610"/>
                  </a:cubicBezTo>
                  <a:lnTo>
                    <a:pt x="5" y="24215"/>
                  </a:lnTo>
                  <a:cubicBezTo>
                    <a:pt x="5" y="12931"/>
                    <a:pt x="22701" y="0"/>
                    <a:pt x="42684" y="0"/>
                  </a:cubicBezTo>
                  <a:cubicBezTo>
                    <a:pt x="58442" y="67"/>
                    <a:pt x="73425" y="7029"/>
                    <a:pt x="83884" y="19143"/>
                  </a:cubicBezTo>
                  <a:cubicBezTo>
                    <a:pt x="84606" y="20367"/>
                    <a:pt x="84990" y="21769"/>
                    <a:pt x="84994" y="23200"/>
                  </a:cubicBezTo>
                  <a:lnTo>
                    <a:pt x="84994" y="34610"/>
                  </a:lnTo>
                  <a:cubicBezTo>
                    <a:pt x="85146" y="47182"/>
                    <a:pt x="82264" y="59596"/>
                    <a:pt x="76606" y="70742"/>
                  </a:cubicBezTo>
                  <a:cubicBezTo>
                    <a:pt x="71209" y="85428"/>
                    <a:pt x="57588" y="95198"/>
                    <a:pt x="42314" y="95337"/>
                  </a:cubicBezTo>
                  <a:close/>
                  <a:moveTo>
                    <a:pt x="42314" y="79997"/>
                  </a:moveTo>
                  <a:cubicBezTo>
                    <a:pt x="50825" y="79997"/>
                    <a:pt x="57733" y="74672"/>
                    <a:pt x="63407" y="63516"/>
                  </a:cubicBezTo>
                  <a:cubicBezTo>
                    <a:pt x="67888" y="54583"/>
                    <a:pt x="70175" y="44660"/>
                    <a:pt x="70068" y="34610"/>
                  </a:cubicBezTo>
                  <a:lnTo>
                    <a:pt x="70068" y="25989"/>
                  </a:lnTo>
                  <a:cubicBezTo>
                    <a:pt x="62330" y="19437"/>
                    <a:pt x="52704" y="15693"/>
                    <a:pt x="42684" y="15340"/>
                  </a:cubicBezTo>
                  <a:cubicBezTo>
                    <a:pt x="32518" y="15266"/>
                    <a:pt x="22666" y="18956"/>
                    <a:pt x="14930" y="25736"/>
                  </a:cubicBezTo>
                  <a:lnTo>
                    <a:pt x="14930" y="34610"/>
                  </a:lnTo>
                  <a:cubicBezTo>
                    <a:pt x="14780" y="44650"/>
                    <a:pt x="17025" y="54574"/>
                    <a:pt x="21468" y="63516"/>
                  </a:cubicBezTo>
                  <a:cubicBezTo>
                    <a:pt x="27265" y="74672"/>
                    <a:pt x="34420" y="80884"/>
                    <a:pt x="42314" y="7999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D19519BB-C3F2-6E47-91F8-BC0501FAEA1A}"/>
                </a:ext>
              </a:extLst>
            </p:cNvPr>
            <p:cNvSpPr/>
            <p:nvPr/>
          </p:nvSpPr>
          <p:spPr>
            <a:xfrm>
              <a:off x="6888433" y="2550619"/>
              <a:ext cx="41692" cy="45108"/>
            </a:xfrm>
            <a:custGeom>
              <a:avLst/>
              <a:gdLst>
                <a:gd name="connsiteX0" fmla="*/ 20846 w 41692"/>
                <a:gd name="connsiteY0" fmla="*/ 44964 h 45108"/>
                <a:gd name="connsiteX1" fmla="*/ 0 w 41692"/>
                <a:gd name="connsiteY1" fmla="*/ 28483 h 45108"/>
                <a:gd name="connsiteX2" fmla="*/ 0 w 41692"/>
                <a:gd name="connsiteY2" fmla="*/ 7691 h 45108"/>
                <a:gd name="connsiteX3" fmla="*/ 3824 w 41692"/>
                <a:gd name="connsiteY3" fmla="*/ 1099 h 45108"/>
                <a:gd name="connsiteX4" fmla="*/ 11348 w 41692"/>
                <a:gd name="connsiteY4" fmla="*/ 1099 h 45108"/>
                <a:gd name="connsiteX5" fmla="*/ 20723 w 41692"/>
                <a:gd name="connsiteY5" fmla="*/ 3634 h 45108"/>
                <a:gd name="connsiteX6" fmla="*/ 30344 w 41692"/>
                <a:gd name="connsiteY6" fmla="*/ 1099 h 45108"/>
                <a:gd name="connsiteX7" fmla="*/ 40650 w 41692"/>
                <a:gd name="connsiteY7" fmla="*/ 3825 h 45108"/>
                <a:gd name="connsiteX8" fmla="*/ 41693 w 41692"/>
                <a:gd name="connsiteY8" fmla="*/ 7564 h 45108"/>
                <a:gd name="connsiteX9" fmla="*/ 41693 w 41692"/>
                <a:gd name="connsiteY9" fmla="*/ 28356 h 45108"/>
                <a:gd name="connsiteX10" fmla="*/ 20846 w 41692"/>
                <a:gd name="connsiteY10" fmla="*/ 44964 h 45108"/>
                <a:gd name="connsiteX11" fmla="*/ 15049 w 41692"/>
                <a:gd name="connsiteY11" fmla="*/ 27849 h 45108"/>
                <a:gd name="connsiteX12" fmla="*/ 20846 w 41692"/>
                <a:gd name="connsiteY12" fmla="*/ 29624 h 45108"/>
                <a:gd name="connsiteX13" fmla="*/ 26767 w 41692"/>
                <a:gd name="connsiteY13" fmla="*/ 27849 h 45108"/>
                <a:gd name="connsiteX14" fmla="*/ 26767 w 41692"/>
                <a:gd name="connsiteY14" fmla="*/ 18721 h 45108"/>
                <a:gd name="connsiteX15" fmla="*/ 20846 w 41692"/>
                <a:gd name="connsiteY15" fmla="*/ 18721 h 45108"/>
                <a:gd name="connsiteX16" fmla="*/ 15049 w 41692"/>
                <a:gd name="connsiteY16" fmla="*/ 18721 h 4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692" h="45108">
                  <a:moveTo>
                    <a:pt x="20846" y="44964"/>
                  </a:moveTo>
                  <a:cubicBezTo>
                    <a:pt x="10685" y="46240"/>
                    <a:pt x="1406" y="38904"/>
                    <a:pt x="0" y="28483"/>
                  </a:cubicBezTo>
                  <a:lnTo>
                    <a:pt x="0" y="7691"/>
                  </a:lnTo>
                  <a:cubicBezTo>
                    <a:pt x="23" y="4945"/>
                    <a:pt x="1485" y="2426"/>
                    <a:pt x="3824" y="1099"/>
                  </a:cubicBezTo>
                  <a:cubicBezTo>
                    <a:pt x="6130" y="-366"/>
                    <a:pt x="9043" y="-366"/>
                    <a:pt x="11348" y="1099"/>
                  </a:cubicBezTo>
                  <a:cubicBezTo>
                    <a:pt x="14184" y="2821"/>
                    <a:pt x="17430" y="3699"/>
                    <a:pt x="20723" y="3634"/>
                  </a:cubicBezTo>
                  <a:cubicBezTo>
                    <a:pt x="24101" y="3761"/>
                    <a:pt x="27443" y="2880"/>
                    <a:pt x="30344" y="1099"/>
                  </a:cubicBezTo>
                  <a:cubicBezTo>
                    <a:pt x="33923" y="-1073"/>
                    <a:pt x="38536" y="148"/>
                    <a:pt x="40650" y="3825"/>
                  </a:cubicBezTo>
                  <a:cubicBezTo>
                    <a:pt x="41302" y="4960"/>
                    <a:pt x="41661" y="6247"/>
                    <a:pt x="41693" y="7564"/>
                  </a:cubicBezTo>
                  <a:lnTo>
                    <a:pt x="41693" y="28356"/>
                  </a:lnTo>
                  <a:cubicBezTo>
                    <a:pt x="41693" y="37738"/>
                    <a:pt x="32565" y="44964"/>
                    <a:pt x="20846" y="44964"/>
                  </a:cubicBezTo>
                  <a:close/>
                  <a:moveTo>
                    <a:pt x="15049" y="27849"/>
                  </a:moveTo>
                  <a:cubicBezTo>
                    <a:pt x="16715" y="29129"/>
                    <a:pt x="18770" y="29759"/>
                    <a:pt x="20846" y="29624"/>
                  </a:cubicBezTo>
                  <a:cubicBezTo>
                    <a:pt x="22963" y="29778"/>
                    <a:pt x="25063" y="29148"/>
                    <a:pt x="26767" y="27849"/>
                  </a:cubicBezTo>
                  <a:lnTo>
                    <a:pt x="26767" y="18721"/>
                  </a:lnTo>
                  <a:cubicBezTo>
                    <a:pt x="24796" y="18847"/>
                    <a:pt x="22818" y="18847"/>
                    <a:pt x="20846" y="18721"/>
                  </a:cubicBezTo>
                  <a:cubicBezTo>
                    <a:pt x="18916" y="18851"/>
                    <a:pt x="16979" y="18851"/>
                    <a:pt x="15049" y="1872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693C6F65-384F-764A-AA67-573BE478B2FA}"/>
                </a:ext>
              </a:extLst>
            </p:cNvPr>
            <p:cNvSpPr/>
            <p:nvPr/>
          </p:nvSpPr>
          <p:spPr>
            <a:xfrm>
              <a:off x="6828114" y="2563888"/>
              <a:ext cx="125324" cy="105480"/>
            </a:xfrm>
            <a:custGeom>
              <a:avLst/>
              <a:gdLst>
                <a:gd name="connsiteX0" fmla="*/ 106206 w 125324"/>
                <a:gd name="connsiteY0" fmla="*/ 105479 h 105480"/>
                <a:gd name="connsiteX1" fmla="*/ 7524 w 125324"/>
                <a:gd name="connsiteY1" fmla="*/ 105479 h 105480"/>
                <a:gd name="connsiteX2" fmla="*/ 1 w 125324"/>
                <a:gd name="connsiteY2" fmla="*/ 98000 h 105480"/>
                <a:gd name="connsiteX3" fmla="*/ 0 w 125324"/>
                <a:gd name="connsiteY3" fmla="*/ 97873 h 105480"/>
                <a:gd name="connsiteX4" fmla="*/ 0 w 125324"/>
                <a:gd name="connsiteY4" fmla="*/ 49824 h 105480"/>
                <a:gd name="connsiteX5" fmla="*/ 48477 w 125324"/>
                <a:gd name="connsiteY5" fmla="*/ 0 h 105480"/>
                <a:gd name="connsiteX6" fmla="*/ 67843 w 125324"/>
                <a:gd name="connsiteY6" fmla="*/ 0 h 105480"/>
                <a:gd name="connsiteX7" fmla="*/ 75368 w 125324"/>
                <a:gd name="connsiteY7" fmla="*/ 7733 h 105480"/>
                <a:gd name="connsiteX8" fmla="*/ 75368 w 125324"/>
                <a:gd name="connsiteY8" fmla="*/ 14579 h 105480"/>
                <a:gd name="connsiteX9" fmla="*/ 81165 w 125324"/>
                <a:gd name="connsiteY9" fmla="*/ 16354 h 105480"/>
                <a:gd name="connsiteX10" fmla="*/ 87086 w 125324"/>
                <a:gd name="connsiteY10" fmla="*/ 14579 h 105480"/>
                <a:gd name="connsiteX11" fmla="*/ 87086 w 125324"/>
                <a:gd name="connsiteY11" fmla="*/ 7733 h 105480"/>
                <a:gd name="connsiteX12" fmla="*/ 94610 w 125324"/>
                <a:gd name="connsiteY12" fmla="*/ 0 h 105480"/>
                <a:gd name="connsiteX13" fmla="*/ 117801 w 125324"/>
                <a:gd name="connsiteY13" fmla="*/ 0 h 105480"/>
                <a:gd name="connsiteX14" fmla="*/ 125325 w 125324"/>
                <a:gd name="connsiteY14" fmla="*/ 7733 h 105480"/>
                <a:gd name="connsiteX15" fmla="*/ 117801 w 125324"/>
                <a:gd name="connsiteY15" fmla="*/ 15467 h 105480"/>
                <a:gd name="connsiteX16" fmla="*/ 102012 w 125324"/>
                <a:gd name="connsiteY16" fmla="*/ 15467 h 105480"/>
                <a:gd name="connsiteX17" fmla="*/ 81165 w 125324"/>
                <a:gd name="connsiteY17" fmla="*/ 31694 h 105480"/>
                <a:gd name="connsiteX18" fmla="*/ 60319 w 125324"/>
                <a:gd name="connsiteY18" fmla="*/ 15467 h 105480"/>
                <a:gd name="connsiteX19" fmla="*/ 48600 w 125324"/>
                <a:gd name="connsiteY19" fmla="*/ 15467 h 105480"/>
                <a:gd name="connsiteX20" fmla="*/ 15049 w 125324"/>
                <a:gd name="connsiteY20" fmla="*/ 49697 h 105480"/>
                <a:gd name="connsiteX21" fmla="*/ 15049 w 125324"/>
                <a:gd name="connsiteY21" fmla="*/ 49824 h 105480"/>
                <a:gd name="connsiteX22" fmla="*/ 15049 w 125324"/>
                <a:gd name="connsiteY22" fmla="*/ 89632 h 105480"/>
                <a:gd name="connsiteX23" fmla="*/ 106206 w 125324"/>
                <a:gd name="connsiteY23" fmla="*/ 89632 h 105480"/>
                <a:gd name="connsiteX24" fmla="*/ 113915 w 125324"/>
                <a:gd name="connsiteY24" fmla="*/ 97556 h 105480"/>
                <a:gd name="connsiteX25" fmla="*/ 106206 w 125324"/>
                <a:gd name="connsiteY25" fmla="*/ 105479 h 10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324" h="105480">
                  <a:moveTo>
                    <a:pt x="106206" y="105479"/>
                  </a:moveTo>
                  <a:lnTo>
                    <a:pt x="7524" y="105479"/>
                  </a:lnTo>
                  <a:cubicBezTo>
                    <a:pt x="3437" y="105549"/>
                    <a:pt x="69" y="102201"/>
                    <a:pt x="1" y="98000"/>
                  </a:cubicBezTo>
                  <a:cubicBezTo>
                    <a:pt x="0" y="97958"/>
                    <a:pt x="0" y="97915"/>
                    <a:pt x="0" y="97873"/>
                  </a:cubicBezTo>
                  <a:lnTo>
                    <a:pt x="0" y="49824"/>
                  </a:lnTo>
                  <a:cubicBezTo>
                    <a:pt x="68" y="22336"/>
                    <a:pt x="21732" y="70"/>
                    <a:pt x="48477" y="0"/>
                  </a:cubicBezTo>
                  <a:lnTo>
                    <a:pt x="67843" y="0"/>
                  </a:lnTo>
                  <a:cubicBezTo>
                    <a:pt x="71971" y="68"/>
                    <a:pt x="75302" y="3491"/>
                    <a:pt x="75368" y="7733"/>
                  </a:cubicBezTo>
                  <a:lnTo>
                    <a:pt x="75368" y="14579"/>
                  </a:lnTo>
                  <a:cubicBezTo>
                    <a:pt x="77034" y="15860"/>
                    <a:pt x="79089" y="16489"/>
                    <a:pt x="81165" y="16354"/>
                  </a:cubicBezTo>
                  <a:cubicBezTo>
                    <a:pt x="83282" y="16509"/>
                    <a:pt x="85382" y="15879"/>
                    <a:pt x="87086" y="14579"/>
                  </a:cubicBezTo>
                  <a:lnTo>
                    <a:pt x="87086" y="7733"/>
                  </a:lnTo>
                  <a:cubicBezTo>
                    <a:pt x="87086" y="3462"/>
                    <a:pt x="90455" y="0"/>
                    <a:pt x="94610" y="0"/>
                  </a:cubicBezTo>
                  <a:lnTo>
                    <a:pt x="117801" y="0"/>
                  </a:lnTo>
                  <a:cubicBezTo>
                    <a:pt x="121956" y="0"/>
                    <a:pt x="125325" y="3462"/>
                    <a:pt x="125325" y="7733"/>
                  </a:cubicBezTo>
                  <a:cubicBezTo>
                    <a:pt x="125325" y="12005"/>
                    <a:pt x="121956" y="15467"/>
                    <a:pt x="117801" y="15467"/>
                  </a:cubicBezTo>
                  <a:lnTo>
                    <a:pt x="102012" y="15467"/>
                  </a:lnTo>
                  <a:cubicBezTo>
                    <a:pt x="102012" y="24595"/>
                    <a:pt x="92760" y="31694"/>
                    <a:pt x="81165" y="31694"/>
                  </a:cubicBezTo>
                  <a:cubicBezTo>
                    <a:pt x="71105" y="32912"/>
                    <a:pt x="61904" y="25749"/>
                    <a:pt x="60319" y="15467"/>
                  </a:cubicBezTo>
                  <a:lnTo>
                    <a:pt x="48600" y="15467"/>
                  </a:lnTo>
                  <a:cubicBezTo>
                    <a:pt x="30139" y="15397"/>
                    <a:pt x="15117" y="30722"/>
                    <a:pt x="15049" y="49697"/>
                  </a:cubicBezTo>
                  <a:cubicBezTo>
                    <a:pt x="15049" y="49739"/>
                    <a:pt x="15049" y="49781"/>
                    <a:pt x="15049" y="49824"/>
                  </a:cubicBezTo>
                  <a:lnTo>
                    <a:pt x="15049" y="89632"/>
                  </a:lnTo>
                  <a:lnTo>
                    <a:pt x="106206" y="89632"/>
                  </a:lnTo>
                  <a:cubicBezTo>
                    <a:pt x="110463" y="89632"/>
                    <a:pt x="113915" y="93179"/>
                    <a:pt x="113915" y="97556"/>
                  </a:cubicBezTo>
                  <a:cubicBezTo>
                    <a:pt x="113915" y="101932"/>
                    <a:pt x="110463" y="105479"/>
                    <a:pt x="106206" y="1054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71B4501-9E34-BF45-B607-4EFD22B765A2}"/>
                </a:ext>
              </a:extLst>
            </p:cNvPr>
            <p:cNvSpPr/>
            <p:nvPr/>
          </p:nvSpPr>
          <p:spPr>
            <a:xfrm>
              <a:off x="7047310" y="2375089"/>
              <a:ext cx="14925" cy="43258"/>
            </a:xfrm>
            <a:custGeom>
              <a:avLst/>
              <a:gdLst>
                <a:gd name="connsiteX0" fmla="*/ 7401 w 14925"/>
                <a:gd name="connsiteY0" fmla="*/ 43258 h 43258"/>
                <a:gd name="connsiteX1" fmla="*/ 0 w 14925"/>
                <a:gd name="connsiteY1" fmla="*/ 35525 h 43258"/>
                <a:gd name="connsiteX2" fmla="*/ 0 w 14925"/>
                <a:gd name="connsiteY2" fmla="*/ 6746 h 43258"/>
                <a:gd name="connsiteX3" fmla="*/ 8424 w 14925"/>
                <a:gd name="connsiteY3" fmla="*/ 64 h 43258"/>
                <a:gd name="connsiteX4" fmla="*/ 14926 w 14925"/>
                <a:gd name="connsiteY4" fmla="*/ 6746 h 43258"/>
                <a:gd name="connsiteX5" fmla="*/ 14926 w 14925"/>
                <a:gd name="connsiteY5" fmla="*/ 35525 h 43258"/>
                <a:gd name="connsiteX6" fmla="*/ 7401 w 14925"/>
                <a:gd name="connsiteY6" fmla="*/ 43258 h 4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25" h="43258">
                  <a:moveTo>
                    <a:pt x="7401" y="43258"/>
                  </a:moveTo>
                  <a:cubicBezTo>
                    <a:pt x="3294" y="43189"/>
                    <a:pt x="-1" y="39747"/>
                    <a:pt x="0" y="35525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35525"/>
                  </a:lnTo>
                  <a:cubicBezTo>
                    <a:pt x="14926" y="39796"/>
                    <a:pt x="11557" y="43258"/>
                    <a:pt x="7401" y="4325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5233DD26-1F78-884E-8F65-58F0A1867B43}"/>
                </a:ext>
              </a:extLst>
            </p:cNvPr>
            <p:cNvSpPr/>
            <p:nvPr/>
          </p:nvSpPr>
          <p:spPr>
            <a:xfrm>
              <a:off x="7123398" y="2374575"/>
              <a:ext cx="79665" cy="92709"/>
            </a:xfrm>
            <a:custGeom>
              <a:avLst/>
              <a:gdLst>
                <a:gd name="connsiteX0" fmla="*/ 71686 w 79665"/>
                <a:gd name="connsiteY0" fmla="*/ 92709 h 92709"/>
                <a:gd name="connsiteX1" fmla="*/ 64285 w 79665"/>
                <a:gd name="connsiteY1" fmla="*/ 86370 h 92709"/>
                <a:gd name="connsiteX2" fmla="*/ 3843 w 79665"/>
                <a:gd name="connsiteY2" fmla="*/ 14614 h 92709"/>
                <a:gd name="connsiteX3" fmla="*/ 883 w 79665"/>
                <a:gd name="connsiteY3" fmla="*/ 4345 h 92709"/>
                <a:gd name="connsiteX4" fmla="*/ 10542 w 79665"/>
                <a:gd name="connsiteY4" fmla="*/ 691 h 92709"/>
                <a:gd name="connsiteX5" fmla="*/ 10751 w 79665"/>
                <a:gd name="connsiteY5" fmla="*/ 795 h 92709"/>
                <a:gd name="connsiteX6" fmla="*/ 79581 w 79665"/>
                <a:gd name="connsiteY6" fmla="*/ 83708 h 92709"/>
                <a:gd name="connsiteX7" fmla="*/ 73413 w 79665"/>
                <a:gd name="connsiteY7" fmla="*/ 92709 h 9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65" h="92709">
                  <a:moveTo>
                    <a:pt x="71686" y="92709"/>
                  </a:moveTo>
                  <a:cubicBezTo>
                    <a:pt x="68036" y="92761"/>
                    <a:pt x="64893" y="90070"/>
                    <a:pt x="64285" y="86370"/>
                  </a:cubicBezTo>
                  <a:cubicBezTo>
                    <a:pt x="56514" y="41237"/>
                    <a:pt x="4460" y="14867"/>
                    <a:pt x="3843" y="14614"/>
                  </a:cubicBezTo>
                  <a:cubicBezTo>
                    <a:pt x="281" y="12606"/>
                    <a:pt x="-1040" y="8023"/>
                    <a:pt x="883" y="4345"/>
                  </a:cubicBezTo>
                  <a:cubicBezTo>
                    <a:pt x="2568" y="595"/>
                    <a:pt x="6893" y="-1041"/>
                    <a:pt x="10542" y="691"/>
                  </a:cubicBezTo>
                  <a:cubicBezTo>
                    <a:pt x="10612" y="725"/>
                    <a:pt x="10682" y="759"/>
                    <a:pt x="10751" y="795"/>
                  </a:cubicBezTo>
                  <a:cubicBezTo>
                    <a:pt x="13218" y="1936"/>
                    <a:pt x="70329" y="30334"/>
                    <a:pt x="79581" y="83708"/>
                  </a:cubicBezTo>
                  <a:cubicBezTo>
                    <a:pt x="80187" y="87918"/>
                    <a:pt x="77474" y="91876"/>
                    <a:pt x="73413" y="9270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714A3010-618A-2849-9A3B-FF5F4BA777D0}"/>
                </a:ext>
              </a:extLst>
            </p:cNvPr>
            <p:cNvSpPr/>
            <p:nvPr/>
          </p:nvSpPr>
          <p:spPr>
            <a:xfrm>
              <a:off x="6906934" y="2374568"/>
              <a:ext cx="80031" cy="92715"/>
            </a:xfrm>
            <a:custGeom>
              <a:avLst/>
              <a:gdLst>
                <a:gd name="connsiteX0" fmla="*/ 7649 w 80031"/>
                <a:gd name="connsiteY0" fmla="*/ 92715 h 92715"/>
                <a:gd name="connsiteX1" fmla="*/ 6169 w 80031"/>
                <a:gd name="connsiteY1" fmla="*/ 92715 h 92715"/>
                <a:gd name="connsiteX2" fmla="*/ 125 w 80031"/>
                <a:gd name="connsiteY2" fmla="*/ 83714 h 92715"/>
                <a:gd name="connsiteX3" fmla="*/ 69325 w 80031"/>
                <a:gd name="connsiteY3" fmla="*/ 801 h 92715"/>
                <a:gd name="connsiteX4" fmla="*/ 79251 w 80031"/>
                <a:gd name="connsiteY4" fmla="*/ 4213 h 92715"/>
                <a:gd name="connsiteX5" fmla="*/ 79316 w 80031"/>
                <a:gd name="connsiteY5" fmla="*/ 4351 h 92715"/>
                <a:gd name="connsiteX6" fmla="*/ 75739 w 80031"/>
                <a:gd name="connsiteY6" fmla="*/ 14620 h 92715"/>
                <a:gd name="connsiteX7" fmla="*/ 14927 w 80031"/>
                <a:gd name="connsiteY7" fmla="*/ 86376 h 92715"/>
                <a:gd name="connsiteX8" fmla="*/ 7649 w 80031"/>
                <a:gd name="connsiteY8" fmla="*/ 92715 h 9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031" h="92715">
                  <a:moveTo>
                    <a:pt x="7649" y="92715"/>
                  </a:moveTo>
                  <a:lnTo>
                    <a:pt x="6169" y="92715"/>
                  </a:lnTo>
                  <a:cubicBezTo>
                    <a:pt x="2081" y="91945"/>
                    <a:pt x="-625" y="87915"/>
                    <a:pt x="125" y="83714"/>
                  </a:cubicBezTo>
                  <a:cubicBezTo>
                    <a:pt x="9376" y="30341"/>
                    <a:pt x="66488" y="1942"/>
                    <a:pt x="69325" y="801"/>
                  </a:cubicBezTo>
                  <a:cubicBezTo>
                    <a:pt x="72983" y="-1074"/>
                    <a:pt x="77427" y="454"/>
                    <a:pt x="79251" y="4213"/>
                  </a:cubicBezTo>
                  <a:cubicBezTo>
                    <a:pt x="79273" y="4259"/>
                    <a:pt x="79295" y="4305"/>
                    <a:pt x="79316" y="4351"/>
                  </a:cubicBezTo>
                  <a:cubicBezTo>
                    <a:pt x="81075" y="8203"/>
                    <a:pt x="79477" y="12791"/>
                    <a:pt x="75739" y="14620"/>
                  </a:cubicBezTo>
                  <a:cubicBezTo>
                    <a:pt x="75739" y="14620"/>
                    <a:pt x="22698" y="41243"/>
                    <a:pt x="14927" y="86376"/>
                  </a:cubicBezTo>
                  <a:cubicBezTo>
                    <a:pt x="14281" y="90002"/>
                    <a:pt x="11235" y="92655"/>
                    <a:pt x="7649" y="9271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659D974F-96A5-8241-8C8B-8A70BAAA0869}"/>
                </a:ext>
              </a:extLst>
            </p:cNvPr>
            <p:cNvSpPr/>
            <p:nvPr/>
          </p:nvSpPr>
          <p:spPr>
            <a:xfrm>
              <a:off x="7028807" y="2314263"/>
              <a:ext cx="51807" cy="53246"/>
            </a:xfrm>
            <a:custGeom>
              <a:avLst/>
              <a:gdLst>
                <a:gd name="connsiteX0" fmla="*/ 25904 w 51807"/>
                <a:gd name="connsiteY0" fmla="*/ 53247 h 53246"/>
                <a:gd name="connsiteX1" fmla="*/ 0 w 51807"/>
                <a:gd name="connsiteY1" fmla="*/ 26623 h 53246"/>
                <a:gd name="connsiteX2" fmla="*/ 25904 w 51807"/>
                <a:gd name="connsiteY2" fmla="*/ 0 h 53246"/>
                <a:gd name="connsiteX3" fmla="*/ 51808 w 51807"/>
                <a:gd name="connsiteY3" fmla="*/ 26623 h 53246"/>
                <a:gd name="connsiteX4" fmla="*/ 25904 w 51807"/>
                <a:gd name="connsiteY4" fmla="*/ 53247 h 53246"/>
                <a:gd name="connsiteX5" fmla="*/ 25904 w 51807"/>
                <a:gd name="connsiteY5" fmla="*/ 15213 h 53246"/>
                <a:gd name="connsiteX6" fmla="*/ 14926 w 51807"/>
                <a:gd name="connsiteY6" fmla="*/ 26497 h 53246"/>
                <a:gd name="connsiteX7" fmla="*/ 25905 w 51807"/>
                <a:gd name="connsiteY7" fmla="*/ 37780 h 53246"/>
                <a:gd name="connsiteX8" fmla="*/ 36883 w 51807"/>
                <a:gd name="connsiteY8" fmla="*/ 26496 h 53246"/>
                <a:gd name="connsiteX9" fmla="*/ 36882 w 51807"/>
                <a:gd name="connsiteY9" fmla="*/ 26370 h 53246"/>
                <a:gd name="connsiteX10" fmla="*/ 25904 w 51807"/>
                <a:gd name="connsiteY10" fmla="*/ 15467 h 5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3246">
                  <a:moveTo>
                    <a:pt x="25904" y="53247"/>
                  </a:moveTo>
                  <a:cubicBezTo>
                    <a:pt x="11598" y="53247"/>
                    <a:pt x="0" y="41327"/>
                    <a:pt x="0" y="26623"/>
                  </a:cubicBezTo>
                  <a:cubicBezTo>
                    <a:pt x="0" y="11920"/>
                    <a:pt x="11598" y="0"/>
                    <a:pt x="25904" y="0"/>
                  </a:cubicBezTo>
                  <a:cubicBezTo>
                    <a:pt x="40210" y="0"/>
                    <a:pt x="51808" y="11920"/>
                    <a:pt x="51808" y="26623"/>
                  </a:cubicBezTo>
                  <a:cubicBezTo>
                    <a:pt x="51808" y="41327"/>
                    <a:pt x="40210" y="53247"/>
                    <a:pt x="25904" y="53247"/>
                  </a:cubicBezTo>
                  <a:close/>
                  <a:moveTo>
                    <a:pt x="25904" y="15213"/>
                  </a:moveTo>
                  <a:cubicBezTo>
                    <a:pt x="19841" y="15214"/>
                    <a:pt x="14926" y="20266"/>
                    <a:pt x="14926" y="26497"/>
                  </a:cubicBezTo>
                  <a:cubicBezTo>
                    <a:pt x="14927" y="32729"/>
                    <a:pt x="19842" y="37780"/>
                    <a:pt x="25905" y="37780"/>
                  </a:cubicBezTo>
                  <a:cubicBezTo>
                    <a:pt x="31968" y="37779"/>
                    <a:pt x="36883" y="32727"/>
                    <a:pt x="36883" y="26496"/>
                  </a:cubicBezTo>
                  <a:cubicBezTo>
                    <a:pt x="36883" y="26454"/>
                    <a:pt x="36883" y="26412"/>
                    <a:pt x="36882" y="26370"/>
                  </a:cubicBezTo>
                  <a:cubicBezTo>
                    <a:pt x="36682" y="20287"/>
                    <a:pt x="31825" y="15463"/>
                    <a:pt x="25904" y="1546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CE85C7B-7433-3A42-9D89-1D25FA81D47F}"/>
              </a:ext>
            </a:extLst>
          </p:cNvPr>
          <p:cNvGrpSpPr/>
          <p:nvPr/>
        </p:nvGrpSpPr>
        <p:grpSpPr>
          <a:xfrm flipH="1">
            <a:off x="1215593" y="1749697"/>
            <a:ext cx="2783072" cy="723275"/>
            <a:chOff x="7825488" y="1404017"/>
            <a:chExt cx="3368029" cy="723275"/>
          </a:xfrm>
        </p:grpSpPr>
        <p:sp>
          <p:nvSpPr>
            <p:cNvPr id="114" name="Inhaltsplatzhalter 4">
              <a:extLst>
                <a:ext uri="{FF2B5EF4-FFF2-40B4-BE49-F238E27FC236}">
                  <a16:creationId xmlns:a16="http://schemas.microsoft.com/office/drawing/2014/main" id="{E9DA46F9-D96E-8743-B106-466A0F77BB2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FF1A1433-9A81-BF44-8CDD-F0A6A77EFB4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4D6EED5F-5786-0447-A7EB-1781E8A95323}"/>
              </a:ext>
            </a:extLst>
          </p:cNvPr>
          <p:cNvGrpSpPr/>
          <p:nvPr/>
        </p:nvGrpSpPr>
        <p:grpSpPr>
          <a:xfrm flipH="1">
            <a:off x="1073461" y="4434174"/>
            <a:ext cx="2783072" cy="723275"/>
            <a:chOff x="7825488" y="1404017"/>
            <a:chExt cx="3368029" cy="723275"/>
          </a:xfrm>
        </p:grpSpPr>
        <p:sp>
          <p:nvSpPr>
            <p:cNvPr id="117" name="Inhaltsplatzhalter 4">
              <a:extLst>
                <a:ext uri="{FF2B5EF4-FFF2-40B4-BE49-F238E27FC236}">
                  <a16:creationId xmlns:a16="http://schemas.microsoft.com/office/drawing/2014/main" id="{165A8973-6FC8-F940-86E1-CF97533A1D5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F18E0C17-98B9-1048-A6A6-082F469A4AE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9FE0A3D1-3553-844D-A337-6B31C4CF71DF}"/>
              </a:ext>
            </a:extLst>
          </p:cNvPr>
          <p:cNvGrpSpPr/>
          <p:nvPr/>
        </p:nvGrpSpPr>
        <p:grpSpPr>
          <a:xfrm>
            <a:off x="8036206" y="1606367"/>
            <a:ext cx="2783072" cy="723275"/>
            <a:chOff x="7825488" y="1404017"/>
            <a:chExt cx="3368029" cy="723275"/>
          </a:xfrm>
        </p:grpSpPr>
        <p:sp>
          <p:nvSpPr>
            <p:cNvPr id="120" name="Inhaltsplatzhalter 4">
              <a:extLst>
                <a:ext uri="{FF2B5EF4-FFF2-40B4-BE49-F238E27FC236}">
                  <a16:creationId xmlns:a16="http://schemas.microsoft.com/office/drawing/2014/main" id="{692EB8F8-650C-624C-91D5-C825FCFA6EF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CD60A4FA-64B2-9141-B6B1-2A19E25F2C1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6BA63122-E51F-1D40-B516-5E31BF5BF13C}"/>
              </a:ext>
            </a:extLst>
          </p:cNvPr>
          <p:cNvGrpSpPr/>
          <p:nvPr/>
        </p:nvGrpSpPr>
        <p:grpSpPr>
          <a:xfrm>
            <a:off x="8567887" y="3768453"/>
            <a:ext cx="2783072" cy="723275"/>
            <a:chOff x="7825488" y="1404017"/>
            <a:chExt cx="3368029" cy="723275"/>
          </a:xfrm>
        </p:grpSpPr>
        <p:sp>
          <p:nvSpPr>
            <p:cNvPr id="123" name="Inhaltsplatzhalter 4">
              <a:extLst>
                <a:ext uri="{FF2B5EF4-FFF2-40B4-BE49-F238E27FC236}">
                  <a16:creationId xmlns:a16="http://schemas.microsoft.com/office/drawing/2014/main" id="{881B1066-4DC6-FF4D-9A52-BD65A4D6549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CCF949BF-2924-2B4C-B34B-21E575A9996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4E41E4C-9EF2-7D4B-B660-9A3027B32E41}"/>
              </a:ext>
            </a:extLst>
          </p:cNvPr>
          <p:cNvGrpSpPr/>
          <p:nvPr/>
        </p:nvGrpSpPr>
        <p:grpSpPr>
          <a:xfrm>
            <a:off x="7943385" y="5639179"/>
            <a:ext cx="2783072" cy="723275"/>
            <a:chOff x="7825488" y="1404017"/>
            <a:chExt cx="3368029" cy="723275"/>
          </a:xfrm>
        </p:grpSpPr>
        <p:sp>
          <p:nvSpPr>
            <p:cNvPr id="126" name="Inhaltsplatzhalter 4">
              <a:extLst>
                <a:ext uri="{FF2B5EF4-FFF2-40B4-BE49-F238E27FC236}">
                  <a16:creationId xmlns:a16="http://schemas.microsoft.com/office/drawing/2014/main" id="{A2A72848-12CF-3F46-8EED-383F221B723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B20402E7-C51E-A341-B915-4350C9DDE81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A3A6BB07-8A4C-1B47-AA77-D3CD003A72FC}"/>
              </a:ext>
            </a:extLst>
          </p:cNvPr>
          <p:cNvCxnSpPr>
            <a:cxnSpLocks/>
          </p:cNvCxnSpPr>
          <p:nvPr/>
        </p:nvCxnSpPr>
        <p:spPr>
          <a:xfrm flipV="1">
            <a:off x="6089706" y="1349553"/>
            <a:ext cx="0" cy="1101782"/>
          </a:xfrm>
          <a:prstGeom prst="line">
            <a:avLst/>
          </a:prstGeom>
          <a:ln w="19050" cap="rnd">
            <a:solidFill>
              <a:schemeClr val="accent1">
                <a:lumMod val="75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DC24F6F8-270A-6C42-95D2-4C502A84E39B}"/>
              </a:ext>
            </a:extLst>
          </p:cNvPr>
          <p:cNvCxnSpPr>
            <a:cxnSpLocks/>
          </p:cNvCxnSpPr>
          <p:nvPr/>
        </p:nvCxnSpPr>
        <p:spPr>
          <a:xfrm rot="4320000" flipV="1">
            <a:off x="7991200" y="2723788"/>
            <a:ext cx="0" cy="1101782"/>
          </a:xfrm>
          <a:prstGeom prst="line">
            <a:avLst/>
          </a:prstGeom>
          <a:ln w="19050" cap="rnd">
            <a:solidFill>
              <a:schemeClr val="accent2">
                <a:lumMod val="75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D94B5BDC-42D5-0E4B-BB31-3B1403C6ACD0}"/>
              </a:ext>
            </a:extLst>
          </p:cNvPr>
          <p:cNvCxnSpPr>
            <a:cxnSpLocks/>
          </p:cNvCxnSpPr>
          <p:nvPr/>
        </p:nvCxnSpPr>
        <p:spPr>
          <a:xfrm rot="17280000" flipH="1" flipV="1">
            <a:off x="4197283" y="2723542"/>
            <a:ext cx="0" cy="1101782"/>
          </a:xfrm>
          <a:prstGeom prst="line">
            <a:avLst/>
          </a:prstGeom>
          <a:ln w="19050" cap="rnd">
            <a:solidFill>
              <a:schemeClr val="accent5">
                <a:lumMod val="75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8155CAE1-823C-974B-9DD4-FD0CA1C48BA0}"/>
              </a:ext>
            </a:extLst>
          </p:cNvPr>
          <p:cNvCxnSpPr>
            <a:cxnSpLocks/>
          </p:cNvCxnSpPr>
          <p:nvPr/>
        </p:nvCxnSpPr>
        <p:spPr>
          <a:xfrm rot="12960000" flipH="1" flipV="1">
            <a:off x="4909167" y="4970591"/>
            <a:ext cx="0" cy="1101782"/>
          </a:xfrm>
          <a:prstGeom prst="line">
            <a:avLst/>
          </a:prstGeom>
          <a:ln w="19050" cap="rnd">
            <a:solidFill>
              <a:schemeClr val="accent4">
                <a:lumMod val="75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C07CCF3D-0F09-DD4D-A108-98AD763AE343}"/>
              </a:ext>
            </a:extLst>
          </p:cNvPr>
          <p:cNvCxnSpPr>
            <a:cxnSpLocks/>
          </p:cNvCxnSpPr>
          <p:nvPr/>
        </p:nvCxnSpPr>
        <p:spPr>
          <a:xfrm rot="8640000" flipV="1">
            <a:off x="7271287" y="4970591"/>
            <a:ext cx="0" cy="1101782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70468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B0377F06-5D8B-3349-80A6-E41B861BF6D9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0D49FC2-1900-6641-9582-DD3F8BE21CA5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9090C61-D1BE-E440-B0CA-DF9F6C2467B4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A323F3FC-9BBE-0F4C-9CB6-CE920F12813B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7760B85D-2490-5949-B5F2-2A9E723C628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72099C0B-CC69-2A4C-96C2-B4BB543567B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8623DCE5-CD4F-264A-B58D-890F7744619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063270" y="1793194"/>
            <a:ext cx="4032914" cy="3932260"/>
            <a:chOff x="2133" y="1142"/>
            <a:chExt cx="3005" cy="2930"/>
          </a:xfrm>
        </p:grpSpPr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52E79A45-6781-5143-9559-C633931D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133"/>
              <a:ext cx="1039" cy="834"/>
            </a:xfrm>
            <a:custGeom>
              <a:avLst/>
              <a:gdLst>
                <a:gd name="T0" fmla="*/ 249 w 249"/>
                <a:gd name="T1" fmla="*/ 2 h 200"/>
                <a:gd name="T2" fmla="*/ 213 w 249"/>
                <a:gd name="T3" fmla="*/ 0 h 200"/>
                <a:gd name="T4" fmla="*/ 61 w 249"/>
                <a:gd name="T5" fmla="*/ 1 h 200"/>
                <a:gd name="T6" fmla="*/ 61 w 249"/>
                <a:gd name="T7" fmla="*/ 0 h 200"/>
                <a:gd name="T8" fmla="*/ 14 w 249"/>
                <a:gd name="T9" fmla="*/ 5 h 200"/>
                <a:gd name="T10" fmla="*/ 0 w 249"/>
                <a:gd name="T11" fmla="*/ 188 h 200"/>
                <a:gd name="T12" fmla="*/ 64 w 249"/>
                <a:gd name="T13" fmla="*/ 197 h 200"/>
                <a:gd name="T14" fmla="*/ 214 w 249"/>
                <a:gd name="T15" fmla="*/ 200 h 200"/>
                <a:gd name="T16" fmla="*/ 245 w 249"/>
                <a:gd name="T17" fmla="*/ 198 h 200"/>
                <a:gd name="T18" fmla="*/ 249 w 249"/>
                <a:gd name="T19" fmla="*/ 2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9" h="200">
                  <a:moveTo>
                    <a:pt x="249" y="2"/>
                  </a:moveTo>
                  <a:cubicBezTo>
                    <a:pt x="213" y="0"/>
                    <a:pt x="213" y="0"/>
                    <a:pt x="213" y="0"/>
                  </a:cubicBezTo>
                  <a:cubicBezTo>
                    <a:pt x="169" y="32"/>
                    <a:pt x="107" y="34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64" y="197"/>
                    <a:pt x="64" y="197"/>
                    <a:pt x="64" y="197"/>
                  </a:cubicBezTo>
                  <a:cubicBezTo>
                    <a:pt x="107" y="168"/>
                    <a:pt x="170" y="168"/>
                    <a:pt x="214" y="200"/>
                  </a:cubicBezTo>
                  <a:cubicBezTo>
                    <a:pt x="215" y="200"/>
                    <a:pt x="245" y="198"/>
                    <a:pt x="245" y="198"/>
                  </a:cubicBezTo>
                  <a:lnTo>
                    <a:pt x="249" y="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E5E7827E-72AD-FC47-8110-41766B30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402"/>
              <a:ext cx="1085" cy="1169"/>
            </a:xfrm>
            <a:custGeom>
              <a:avLst/>
              <a:gdLst>
                <a:gd name="T0" fmla="*/ 260 w 260"/>
                <a:gd name="T1" fmla="*/ 57 h 280"/>
                <a:gd name="T2" fmla="*/ 250 w 260"/>
                <a:gd name="T3" fmla="*/ 92 h 280"/>
                <a:gd name="T4" fmla="*/ 206 w 260"/>
                <a:gd name="T5" fmla="*/ 237 h 280"/>
                <a:gd name="T6" fmla="*/ 206 w 260"/>
                <a:gd name="T7" fmla="*/ 237 h 280"/>
                <a:gd name="T8" fmla="*/ 187 w 260"/>
                <a:gd name="T9" fmla="*/ 280 h 280"/>
                <a:gd name="T10" fmla="*/ 0 w 260"/>
                <a:gd name="T11" fmla="*/ 237 h 280"/>
                <a:gd name="T12" fmla="*/ 8 w 260"/>
                <a:gd name="T13" fmla="*/ 177 h 280"/>
                <a:gd name="T14" fmla="*/ 48 w 260"/>
                <a:gd name="T15" fmla="*/ 39 h 280"/>
                <a:gd name="T16" fmla="*/ 50 w 260"/>
                <a:gd name="T17" fmla="*/ 34 h 280"/>
                <a:gd name="T18" fmla="*/ 64 w 260"/>
                <a:gd name="T19" fmla="*/ 0 h 280"/>
                <a:gd name="T20" fmla="*/ 260 w 260"/>
                <a:gd name="T21" fmla="*/ 57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0" h="280">
                  <a:moveTo>
                    <a:pt x="260" y="57"/>
                  </a:moveTo>
                  <a:cubicBezTo>
                    <a:pt x="250" y="92"/>
                    <a:pt x="250" y="92"/>
                    <a:pt x="250" y="92"/>
                  </a:cubicBezTo>
                  <a:cubicBezTo>
                    <a:pt x="206" y="124"/>
                    <a:pt x="186" y="183"/>
                    <a:pt x="206" y="237"/>
                  </a:cubicBezTo>
                  <a:cubicBezTo>
                    <a:pt x="206" y="237"/>
                    <a:pt x="206" y="237"/>
                    <a:pt x="206" y="237"/>
                  </a:cubicBezTo>
                  <a:cubicBezTo>
                    <a:pt x="187" y="280"/>
                    <a:pt x="187" y="280"/>
                    <a:pt x="187" y="280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49" y="144"/>
                    <a:pt x="64" y="91"/>
                    <a:pt x="48" y="39"/>
                  </a:cubicBezTo>
                  <a:cubicBezTo>
                    <a:pt x="48" y="38"/>
                    <a:pt x="50" y="34"/>
                    <a:pt x="50" y="34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260" y="57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D3FEC9C4-2B71-5A4D-B87F-52FF8908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402"/>
              <a:ext cx="1081" cy="1169"/>
            </a:xfrm>
            <a:custGeom>
              <a:avLst/>
              <a:gdLst>
                <a:gd name="T0" fmla="*/ 0 w 259"/>
                <a:gd name="T1" fmla="*/ 57 h 280"/>
                <a:gd name="T2" fmla="*/ 10 w 259"/>
                <a:gd name="T3" fmla="*/ 92 h 280"/>
                <a:gd name="T4" fmla="*/ 53 w 259"/>
                <a:gd name="T5" fmla="*/ 237 h 280"/>
                <a:gd name="T6" fmla="*/ 53 w 259"/>
                <a:gd name="T7" fmla="*/ 237 h 280"/>
                <a:gd name="T8" fmla="*/ 72 w 259"/>
                <a:gd name="T9" fmla="*/ 280 h 280"/>
                <a:gd name="T10" fmla="*/ 259 w 259"/>
                <a:gd name="T11" fmla="*/ 237 h 280"/>
                <a:gd name="T12" fmla="*/ 250 w 259"/>
                <a:gd name="T13" fmla="*/ 177 h 280"/>
                <a:gd name="T14" fmla="*/ 210 w 259"/>
                <a:gd name="T15" fmla="*/ 36 h 280"/>
                <a:gd name="T16" fmla="*/ 210 w 259"/>
                <a:gd name="T17" fmla="*/ 34 h 280"/>
                <a:gd name="T18" fmla="*/ 196 w 259"/>
                <a:gd name="T19" fmla="*/ 0 h 280"/>
                <a:gd name="T20" fmla="*/ 0 w 259"/>
                <a:gd name="T21" fmla="*/ 57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9" h="280">
                  <a:moveTo>
                    <a:pt x="0" y="57"/>
                  </a:moveTo>
                  <a:cubicBezTo>
                    <a:pt x="10" y="92"/>
                    <a:pt x="10" y="92"/>
                    <a:pt x="10" y="92"/>
                  </a:cubicBezTo>
                  <a:cubicBezTo>
                    <a:pt x="54" y="124"/>
                    <a:pt x="73" y="183"/>
                    <a:pt x="53" y="237"/>
                  </a:cubicBezTo>
                  <a:cubicBezTo>
                    <a:pt x="53" y="237"/>
                    <a:pt x="53" y="237"/>
                    <a:pt x="53" y="237"/>
                  </a:cubicBezTo>
                  <a:cubicBezTo>
                    <a:pt x="72" y="280"/>
                    <a:pt x="72" y="280"/>
                    <a:pt x="72" y="280"/>
                  </a:cubicBezTo>
                  <a:cubicBezTo>
                    <a:pt x="259" y="237"/>
                    <a:pt x="259" y="237"/>
                    <a:pt x="259" y="237"/>
                  </a:cubicBezTo>
                  <a:cubicBezTo>
                    <a:pt x="250" y="177"/>
                    <a:pt x="250" y="177"/>
                    <a:pt x="250" y="177"/>
                  </a:cubicBezTo>
                  <a:cubicBezTo>
                    <a:pt x="208" y="144"/>
                    <a:pt x="194" y="88"/>
                    <a:pt x="210" y="36"/>
                  </a:cubicBezTo>
                  <a:cubicBezTo>
                    <a:pt x="210" y="36"/>
                    <a:pt x="210" y="34"/>
                    <a:pt x="210" y="34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0" y="57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860420B4-96A9-B74C-AE12-5E0DBF57A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01"/>
              <a:ext cx="1277" cy="1277"/>
            </a:xfrm>
            <a:custGeom>
              <a:avLst/>
              <a:gdLst>
                <a:gd name="T0" fmla="*/ 184 w 306"/>
                <a:gd name="T1" fmla="*/ 0 h 306"/>
                <a:gd name="T2" fmla="*/ 155 w 306"/>
                <a:gd name="T3" fmla="*/ 21 h 306"/>
                <a:gd name="T4" fmla="*/ 34 w 306"/>
                <a:gd name="T5" fmla="*/ 113 h 306"/>
                <a:gd name="T6" fmla="*/ 34 w 306"/>
                <a:gd name="T7" fmla="*/ 113 h 306"/>
                <a:gd name="T8" fmla="*/ 0 w 306"/>
                <a:gd name="T9" fmla="*/ 145 h 306"/>
                <a:gd name="T10" fmla="*/ 105 w 306"/>
                <a:gd name="T11" fmla="*/ 306 h 306"/>
                <a:gd name="T12" fmla="*/ 158 w 306"/>
                <a:gd name="T13" fmla="*/ 276 h 306"/>
                <a:gd name="T14" fmla="*/ 278 w 306"/>
                <a:gd name="T15" fmla="*/ 189 h 306"/>
                <a:gd name="T16" fmla="*/ 278 w 306"/>
                <a:gd name="T17" fmla="*/ 189 h 306"/>
                <a:gd name="T18" fmla="*/ 306 w 306"/>
                <a:gd name="T19" fmla="*/ 164 h 306"/>
                <a:gd name="T20" fmla="*/ 184 w 306"/>
                <a:gd name="T21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306">
                  <a:moveTo>
                    <a:pt x="184" y="0"/>
                  </a:moveTo>
                  <a:cubicBezTo>
                    <a:pt x="155" y="21"/>
                    <a:pt x="155" y="21"/>
                    <a:pt x="155" y="21"/>
                  </a:cubicBezTo>
                  <a:cubicBezTo>
                    <a:pt x="140" y="74"/>
                    <a:pt x="92" y="113"/>
                    <a:pt x="34" y="113"/>
                  </a:cubicBezTo>
                  <a:cubicBezTo>
                    <a:pt x="34" y="113"/>
                    <a:pt x="34" y="113"/>
                    <a:pt x="34" y="113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58" y="276"/>
                    <a:pt x="158" y="276"/>
                    <a:pt x="158" y="276"/>
                  </a:cubicBezTo>
                  <a:cubicBezTo>
                    <a:pt x="175" y="225"/>
                    <a:pt x="222" y="189"/>
                    <a:pt x="278" y="189"/>
                  </a:cubicBezTo>
                  <a:cubicBezTo>
                    <a:pt x="278" y="189"/>
                    <a:pt x="278" y="189"/>
                    <a:pt x="278" y="189"/>
                  </a:cubicBezTo>
                  <a:cubicBezTo>
                    <a:pt x="306" y="164"/>
                    <a:pt x="306" y="164"/>
                    <a:pt x="306" y="164"/>
                  </a:cubicBezTo>
                  <a:lnTo>
                    <a:pt x="184" y="0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A0CB3F58-4FBA-E941-823A-58987DEE2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401"/>
              <a:ext cx="1277" cy="1277"/>
            </a:xfrm>
            <a:custGeom>
              <a:avLst/>
              <a:gdLst>
                <a:gd name="T0" fmla="*/ 122 w 306"/>
                <a:gd name="T1" fmla="*/ 0 h 306"/>
                <a:gd name="T2" fmla="*/ 151 w 306"/>
                <a:gd name="T3" fmla="*/ 22 h 306"/>
                <a:gd name="T4" fmla="*/ 272 w 306"/>
                <a:gd name="T5" fmla="*/ 113 h 306"/>
                <a:gd name="T6" fmla="*/ 273 w 306"/>
                <a:gd name="T7" fmla="*/ 113 h 306"/>
                <a:gd name="T8" fmla="*/ 306 w 306"/>
                <a:gd name="T9" fmla="*/ 146 h 306"/>
                <a:gd name="T10" fmla="*/ 201 w 306"/>
                <a:gd name="T11" fmla="*/ 306 h 306"/>
                <a:gd name="T12" fmla="*/ 146 w 306"/>
                <a:gd name="T13" fmla="*/ 277 h 306"/>
                <a:gd name="T14" fmla="*/ 29 w 306"/>
                <a:gd name="T15" fmla="*/ 189 h 306"/>
                <a:gd name="T16" fmla="*/ 28 w 306"/>
                <a:gd name="T17" fmla="*/ 189 h 306"/>
                <a:gd name="T18" fmla="*/ 0 w 306"/>
                <a:gd name="T19" fmla="*/ 165 h 306"/>
                <a:gd name="T20" fmla="*/ 122 w 306"/>
                <a:gd name="T21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306">
                  <a:moveTo>
                    <a:pt x="122" y="0"/>
                  </a:moveTo>
                  <a:cubicBezTo>
                    <a:pt x="151" y="22"/>
                    <a:pt x="151" y="22"/>
                    <a:pt x="151" y="22"/>
                  </a:cubicBezTo>
                  <a:cubicBezTo>
                    <a:pt x="166" y="74"/>
                    <a:pt x="215" y="113"/>
                    <a:pt x="272" y="113"/>
                  </a:cubicBezTo>
                  <a:cubicBezTo>
                    <a:pt x="272" y="113"/>
                    <a:pt x="273" y="113"/>
                    <a:pt x="273" y="113"/>
                  </a:cubicBezTo>
                  <a:cubicBezTo>
                    <a:pt x="306" y="146"/>
                    <a:pt x="306" y="146"/>
                    <a:pt x="306" y="146"/>
                  </a:cubicBezTo>
                  <a:cubicBezTo>
                    <a:pt x="201" y="306"/>
                    <a:pt x="201" y="306"/>
                    <a:pt x="201" y="306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30" y="226"/>
                    <a:pt x="84" y="189"/>
                    <a:pt x="29" y="189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22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Oval 10">
              <a:extLst>
                <a:ext uri="{FF2B5EF4-FFF2-40B4-BE49-F238E27FC236}">
                  <a16:creationId xmlns:a16="http://schemas.microsoft.com/office/drawing/2014/main" id="{B44FFA53-76D4-A74B-95E3-3FD044638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2039"/>
              <a:ext cx="1344" cy="134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Oval 11">
              <a:extLst>
                <a:ext uri="{FF2B5EF4-FFF2-40B4-BE49-F238E27FC236}">
                  <a16:creationId xmlns:a16="http://schemas.microsoft.com/office/drawing/2014/main" id="{116D6DB6-5414-1148-A4A4-A7F449B62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3024"/>
              <a:ext cx="1052" cy="1048"/>
            </a:xfrm>
            <a:prstGeom prst="ellipse">
              <a:avLst/>
            </a:pr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Oval 12">
              <a:extLst>
                <a:ext uri="{FF2B5EF4-FFF2-40B4-BE49-F238E27FC236}">
                  <a16:creationId xmlns:a16="http://schemas.microsoft.com/office/drawing/2014/main" id="{E6043D3F-39BB-F14A-B04D-5B8C84B6A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3099"/>
              <a:ext cx="894" cy="898"/>
            </a:xfrm>
            <a:prstGeom prst="ellipse">
              <a:avLst/>
            </a:prstGeom>
            <a:noFill/>
            <a:ln w="571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Oval 13">
              <a:extLst>
                <a:ext uri="{FF2B5EF4-FFF2-40B4-BE49-F238E27FC236}">
                  <a16:creationId xmlns:a16="http://schemas.microsoft.com/office/drawing/2014/main" id="{C9B2FBD8-EE2B-B449-B45F-53CE02D64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3024"/>
              <a:ext cx="1048" cy="1048"/>
            </a:xfrm>
            <a:prstGeom prst="ellipse">
              <a:avLst/>
            </a:pr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14">
              <a:extLst>
                <a:ext uri="{FF2B5EF4-FFF2-40B4-BE49-F238E27FC236}">
                  <a16:creationId xmlns:a16="http://schemas.microsoft.com/office/drawing/2014/main" id="{17D6A913-C114-C447-A281-41ED24D65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3099"/>
              <a:ext cx="898" cy="898"/>
            </a:xfrm>
            <a:prstGeom prst="ellipse">
              <a:avLst/>
            </a:prstGeom>
            <a:noFill/>
            <a:ln w="571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15">
              <a:extLst>
                <a:ext uri="{FF2B5EF4-FFF2-40B4-BE49-F238E27FC236}">
                  <a16:creationId xmlns:a16="http://schemas.microsoft.com/office/drawing/2014/main" id="{BDCEE6FC-97E7-754D-9B86-B1980B3F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1142"/>
              <a:ext cx="1051" cy="1052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16">
              <a:extLst>
                <a:ext uri="{FF2B5EF4-FFF2-40B4-BE49-F238E27FC236}">
                  <a16:creationId xmlns:a16="http://schemas.microsoft.com/office/drawing/2014/main" id="{B7160FDF-1844-EB41-B47D-F6DBF5896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221"/>
              <a:ext cx="893" cy="893"/>
            </a:xfrm>
            <a:prstGeom prst="ellipse">
              <a:avLst/>
            </a:prstGeom>
            <a:noFill/>
            <a:ln w="571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17">
              <a:extLst>
                <a:ext uri="{FF2B5EF4-FFF2-40B4-BE49-F238E27FC236}">
                  <a16:creationId xmlns:a16="http://schemas.microsoft.com/office/drawing/2014/main" id="{2319DD1C-B27D-ED49-8C0A-2CA67B45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1868"/>
              <a:ext cx="1052" cy="1052"/>
            </a:xfrm>
            <a:prstGeom prst="ellipse">
              <a:avLst/>
            </a:pr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18">
              <a:extLst>
                <a:ext uri="{FF2B5EF4-FFF2-40B4-BE49-F238E27FC236}">
                  <a16:creationId xmlns:a16="http://schemas.microsoft.com/office/drawing/2014/main" id="{5607BA6C-A699-3B46-AED0-9F4EB673E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1947"/>
              <a:ext cx="894" cy="894"/>
            </a:xfrm>
            <a:prstGeom prst="ellipse">
              <a:avLst/>
            </a:prstGeom>
            <a:noFill/>
            <a:ln w="571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19">
              <a:extLst>
                <a:ext uri="{FF2B5EF4-FFF2-40B4-BE49-F238E27FC236}">
                  <a16:creationId xmlns:a16="http://schemas.microsoft.com/office/drawing/2014/main" id="{4C50BC16-299A-C546-B712-FE07C48E2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3" y="1868"/>
              <a:ext cx="1048" cy="1052"/>
            </a:xfrm>
            <a:prstGeom prst="ellipse">
              <a:avLst/>
            </a:pr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26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0">
              <a:extLst>
                <a:ext uri="{FF2B5EF4-FFF2-40B4-BE49-F238E27FC236}">
                  <a16:creationId xmlns:a16="http://schemas.microsoft.com/office/drawing/2014/main" id="{858391CC-5CA5-BE43-BB44-E92DB44B9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1947"/>
              <a:ext cx="897" cy="894"/>
            </a:xfrm>
            <a:prstGeom prst="ellipse">
              <a:avLst/>
            </a:prstGeom>
            <a:noFill/>
            <a:ln w="571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" name="Graphic 26">
            <a:extLst>
              <a:ext uri="{FF2B5EF4-FFF2-40B4-BE49-F238E27FC236}">
                <a16:creationId xmlns:a16="http://schemas.microsoft.com/office/drawing/2014/main" id="{103EF596-1D5E-0F42-9E28-740761A2C393}"/>
              </a:ext>
            </a:extLst>
          </p:cNvPr>
          <p:cNvGrpSpPr>
            <a:grpSpLocks noChangeAspect="1"/>
          </p:cNvGrpSpPr>
          <p:nvPr/>
        </p:nvGrpSpPr>
        <p:grpSpPr>
          <a:xfrm>
            <a:off x="5898619" y="2247317"/>
            <a:ext cx="404705" cy="489661"/>
            <a:chOff x="5907327" y="2238608"/>
            <a:chExt cx="404705" cy="489661"/>
          </a:xfrm>
          <a:solidFill>
            <a:srgbClr val="FFFFFF"/>
          </a:solidFill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DB3E6E86-B7C9-B84E-9EE8-564B7AD0B173}"/>
                </a:ext>
              </a:extLst>
            </p:cNvPr>
            <p:cNvSpPr/>
            <p:nvPr/>
          </p:nvSpPr>
          <p:spPr>
            <a:xfrm>
              <a:off x="6035640" y="2298279"/>
              <a:ext cx="72541" cy="73483"/>
            </a:xfrm>
            <a:custGeom>
              <a:avLst/>
              <a:gdLst>
                <a:gd name="connsiteX0" fmla="*/ 36270 w 72541"/>
                <a:gd name="connsiteY0" fmla="*/ 73484 h 73483"/>
                <a:gd name="connsiteX1" fmla="*/ 0 w 72541"/>
                <a:gd name="connsiteY1" fmla="*/ 36741 h 73483"/>
                <a:gd name="connsiteX2" fmla="*/ 36272 w 72541"/>
                <a:gd name="connsiteY2" fmla="*/ 0 h 73483"/>
                <a:gd name="connsiteX3" fmla="*/ 72542 w 72541"/>
                <a:gd name="connsiteY3" fmla="*/ 36743 h 73483"/>
                <a:gd name="connsiteX4" fmla="*/ 72541 w 72541"/>
                <a:gd name="connsiteY4" fmla="*/ 37018 h 73483"/>
                <a:gd name="connsiteX5" fmla="*/ 36270 w 72541"/>
                <a:gd name="connsiteY5" fmla="*/ 73484 h 73483"/>
                <a:gd name="connsiteX6" fmla="*/ 36270 w 72541"/>
                <a:gd name="connsiteY6" fmla="*/ 16713 h 73483"/>
                <a:gd name="connsiteX7" fmla="*/ 16500 w 72541"/>
                <a:gd name="connsiteY7" fmla="*/ 36744 h 73483"/>
                <a:gd name="connsiteX8" fmla="*/ 36274 w 72541"/>
                <a:gd name="connsiteY8" fmla="*/ 56770 h 73483"/>
                <a:gd name="connsiteX9" fmla="*/ 56041 w 72541"/>
                <a:gd name="connsiteY9" fmla="*/ 37018 h 73483"/>
                <a:gd name="connsiteX10" fmla="*/ 36271 w 72541"/>
                <a:gd name="connsiteY10" fmla="*/ 16713 h 73483"/>
                <a:gd name="connsiteX11" fmla="*/ 36270 w 72541"/>
                <a:gd name="connsiteY11" fmla="*/ 16713 h 7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2541" h="73483">
                  <a:moveTo>
                    <a:pt x="36270" y="73484"/>
                  </a:moveTo>
                  <a:cubicBezTo>
                    <a:pt x="16238" y="73483"/>
                    <a:pt x="-1" y="57033"/>
                    <a:pt x="0" y="36741"/>
                  </a:cubicBezTo>
                  <a:cubicBezTo>
                    <a:pt x="1" y="16449"/>
                    <a:pt x="16240" y="-1"/>
                    <a:pt x="36272" y="0"/>
                  </a:cubicBezTo>
                  <a:cubicBezTo>
                    <a:pt x="56304" y="1"/>
                    <a:pt x="72542" y="16451"/>
                    <a:pt x="72542" y="36743"/>
                  </a:cubicBezTo>
                  <a:cubicBezTo>
                    <a:pt x="72542" y="36835"/>
                    <a:pt x="72541" y="36926"/>
                    <a:pt x="72541" y="37018"/>
                  </a:cubicBezTo>
                  <a:cubicBezTo>
                    <a:pt x="72317" y="57171"/>
                    <a:pt x="56165" y="73410"/>
                    <a:pt x="36270" y="73484"/>
                  </a:cubicBezTo>
                  <a:close/>
                  <a:moveTo>
                    <a:pt x="36270" y="16713"/>
                  </a:moveTo>
                  <a:cubicBezTo>
                    <a:pt x="25350" y="16714"/>
                    <a:pt x="16499" y="25682"/>
                    <a:pt x="16500" y="36744"/>
                  </a:cubicBezTo>
                  <a:cubicBezTo>
                    <a:pt x="16501" y="47805"/>
                    <a:pt x="25354" y="56771"/>
                    <a:pt x="36274" y="56770"/>
                  </a:cubicBezTo>
                  <a:cubicBezTo>
                    <a:pt x="47086" y="56769"/>
                    <a:pt x="55892" y="47970"/>
                    <a:pt x="56041" y="37018"/>
                  </a:cubicBezTo>
                  <a:cubicBezTo>
                    <a:pt x="56117" y="25881"/>
                    <a:pt x="47265" y="16790"/>
                    <a:pt x="36271" y="16713"/>
                  </a:cubicBezTo>
                  <a:cubicBezTo>
                    <a:pt x="36270" y="16713"/>
                    <a:pt x="36270" y="16713"/>
                    <a:pt x="36270" y="16713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4763CCE6-8ABA-E144-9155-B667CEF77363}"/>
                </a:ext>
              </a:extLst>
            </p:cNvPr>
            <p:cNvSpPr/>
            <p:nvPr/>
          </p:nvSpPr>
          <p:spPr>
            <a:xfrm>
              <a:off x="6003595" y="2379083"/>
              <a:ext cx="136630" cy="80529"/>
            </a:xfrm>
            <a:custGeom>
              <a:avLst/>
              <a:gdLst>
                <a:gd name="connsiteX0" fmla="*/ 128311 w 136630"/>
                <a:gd name="connsiteY0" fmla="*/ 80528 h 80529"/>
                <a:gd name="connsiteX1" fmla="*/ 119995 w 136630"/>
                <a:gd name="connsiteY1" fmla="*/ 72380 h 80529"/>
                <a:gd name="connsiteX2" fmla="*/ 119994 w 136630"/>
                <a:gd name="connsiteY2" fmla="*/ 72241 h 80529"/>
                <a:gd name="connsiteX3" fmla="*/ 119994 w 136630"/>
                <a:gd name="connsiteY3" fmla="*/ 39090 h 80529"/>
                <a:gd name="connsiteX4" fmla="*/ 97904 w 136630"/>
                <a:gd name="connsiteY4" fmla="*/ 16713 h 80529"/>
                <a:gd name="connsiteX5" fmla="*/ 38589 w 136630"/>
                <a:gd name="connsiteY5" fmla="*/ 16713 h 80529"/>
                <a:gd name="connsiteX6" fmla="*/ 16499 w 136630"/>
                <a:gd name="connsiteY6" fmla="*/ 39090 h 80529"/>
                <a:gd name="connsiteX7" fmla="*/ 16499 w 136630"/>
                <a:gd name="connsiteY7" fmla="*/ 71964 h 80529"/>
                <a:gd name="connsiteX8" fmla="*/ 7187 w 136630"/>
                <a:gd name="connsiteY8" fmla="*/ 79245 h 80529"/>
                <a:gd name="connsiteX9" fmla="*/ 0 w 136630"/>
                <a:gd name="connsiteY9" fmla="*/ 71964 h 80529"/>
                <a:gd name="connsiteX10" fmla="*/ 0 w 136630"/>
                <a:gd name="connsiteY10" fmla="*/ 39090 h 80529"/>
                <a:gd name="connsiteX11" fmla="*/ 38589 w 136630"/>
                <a:gd name="connsiteY11" fmla="*/ 0 h 80529"/>
                <a:gd name="connsiteX12" fmla="*/ 97904 w 136630"/>
                <a:gd name="connsiteY12" fmla="*/ 0 h 80529"/>
                <a:gd name="connsiteX13" fmla="*/ 136629 w 136630"/>
                <a:gd name="connsiteY13" fmla="*/ 39090 h 80529"/>
                <a:gd name="connsiteX14" fmla="*/ 136629 w 136630"/>
                <a:gd name="connsiteY14" fmla="*/ 71964 h 80529"/>
                <a:gd name="connsiteX15" fmla="*/ 128449 w 136630"/>
                <a:gd name="connsiteY15" fmla="*/ 80527 h 80529"/>
                <a:gd name="connsiteX16" fmla="*/ 128311 w 136630"/>
                <a:gd name="connsiteY16" fmla="*/ 80528 h 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30" h="80529">
                  <a:moveTo>
                    <a:pt x="128311" y="80528"/>
                  </a:moveTo>
                  <a:cubicBezTo>
                    <a:pt x="123793" y="80605"/>
                    <a:pt x="120070" y="76956"/>
                    <a:pt x="119995" y="72380"/>
                  </a:cubicBezTo>
                  <a:cubicBezTo>
                    <a:pt x="119994" y="72334"/>
                    <a:pt x="119994" y="72287"/>
                    <a:pt x="119994" y="72241"/>
                  </a:cubicBezTo>
                  <a:lnTo>
                    <a:pt x="119994" y="39090"/>
                  </a:lnTo>
                  <a:cubicBezTo>
                    <a:pt x="119994" y="26732"/>
                    <a:pt x="110104" y="16713"/>
                    <a:pt x="97904" y="16713"/>
                  </a:cubicBezTo>
                  <a:lnTo>
                    <a:pt x="38589" y="16713"/>
                  </a:lnTo>
                  <a:cubicBezTo>
                    <a:pt x="26420" y="16789"/>
                    <a:pt x="16574" y="26763"/>
                    <a:pt x="16499" y="39090"/>
                  </a:cubicBezTo>
                  <a:lnTo>
                    <a:pt x="16499" y="71964"/>
                  </a:lnTo>
                  <a:cubicBezTo>
                    <a:pt x="15912" y="76580"/>
                    <a:pt x="11743" y="79839"/>
                    <a:pt x="7187" y="79245"/>
                  </a:cubicBezTo>
                  <a:cubicBezTo>
                    <a:pt x="3436" y="78755"/>
                    <a:pt x="483" y="75764"/>
                    <a:pt x="0" y="71964"/>
                  </a:cubicBezTo>
                  <a:lnTo>
                    <a:pt x="0" y="39090"/>
                  </a:lnTo>
                  <a:cubicBezTo>
                    <a:pt x="0" y="17501"/>
                    <a:pt x="17277" y="0"/>
                    <a:pt x="38589" y="0"/>
                  </a:cubicBezTo>
                  <a:lnTo>
                    <a:pt x="97904" y="0"/>
                  </a:lnTo>
                  <a:cubicBezTo>
                    <a:pt x="119238" y="0"/>
                    <a:pt x="136554" y="17479"/>
                    <a:pt x="136629" y="39090"/>
                  </a:cubicBezTo>
                  <a:lnTo>
                    <a:pt x="136629" y="71964"/>
                  </a:lnTo>
                  <a:cubicBezTo>
                    <a:pt x="136704" y="76617"/>
                    <a:pt x="133042" y="80451"/>
                    <a:pt x="128449" y="80527"/>
                  </a:cubicBezTo>
                  <a:cubicBezTo>
                    <a:pt x="128403" y="80528"/>
                    <a:pt x="128357" y="80528"/>
                    <a:pt x="128311" y="80528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053B038-FF81-CD48-BAB7-82AC2DE39E13}"/>
                </a:ext>
              </a:extLst>
            </p:cNvPr>
            <p:cNvSpPr/>
            <p:nvPr/>
          </p:nvSpPr>
          <p:spPr>
            <a:xfrm>
              <a:off x="6037615" y="2430080"/>
              <a:ext cx="16636" cy="29532"/>
            </a:xfrm>
            <a:custGeom>
              <a:avLst/>
              <a:gdLst>
                <a:gd name="connsiteX0" fmla="*/ 8387 w 16636"/>
                <a:gd name="connsiteY0" fmla="*/ 29532 h 29532"/>
                <a:gd name="connsiteX1" fmla="*/ 70 w 16636"/>
                <a:gd name="connsiteY1" fmla="*/ 21383 h 29532"/>
                <a:gd name="connsiteX2" fmla="*/ 69 w 16636"/>
                <a:gd name="connsiteY2" fmla="*/ 21244 h 29532"/>
                <a:gd name="connsiteX3" fmla="*/ 69 w 16636"/>
                <a:gd name="connsiteY3" fmla="*/ 9503 h 29532"/>
                <a:gd name="connsiteX4" fmla="*/ 7256 w 16636"/>
                <a:gd name="connsiteY4" fmla="*/ 70 h 29532"/>
                <a:gd name="connsiteX5" fmla="*/ 16568 w 16636"/>
                <a:gd name="connsiteY5" fmla="*/ 7350 h 29532"/>
                <a:gd name="connsiteX6" fmla="*/ 16568 w 16636"/>
                <a:gd name="connsiteY6" fmla="*/ 9503 h 29532"/>
                <a:gd name="connsiteX7" fmla="*/ 16568 w 16636"/>
                <a:gd name="connsiteY7" fmla="*/ 21244 h 29532"/>
                <a:gd name="connsiteX8" fmla="*/ 8387 w 16636"/>
                <a:gd name="connsiteY8" fmla="*/ 29532 h 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36" h="29532">
                  <a:moveTo>
                    <a:pt x="8387" y="29532"/>
                  </a:moveTo>
                  <a:cubicBezTo>
                    <a:pt x="3869" y="29608"/>
                    <a:pt x="146" y="25960"/>
                    <a:pt x="70" y="21383"/>
                  </a:cubicBezTo>
                  <a:cubicBezTo>
                    <a:pt x="69" y="21337"/>
                    <a:pt x="69" y="21291"/>
                    <a:pt x="69" y="21244"/>
                  </a:cubicBezTo>
                  <a:lnTo>
                    <a:pt x="69" y="9503"/>
                  </a:lnTo>
                  <a:cubicBezTo>
                    <a:pt x="-518" y="4888"/>
                    <a:pt x="2700" y="665"/>
                    <a:pt x="7256" y="70"/>
                  </a:cubicBezTo>
                  <a:cubicBezTo>
                    <a:pt x="11812" y="-525"/>
                    <a:pt x="15981" y="2735"/>
                    <a:pt x="16568" y="7350"/>
                  </a:cubicBezTo>
                  <a:cubicBezTo>
                    <a:pt x="16659" y="8065"/>
                    <a:pt x="16659" y="8789"/>
                    <a:pt x="16568" y="9503"/>
                  </a:cubicBezTo>
                  <a:lnTo>
                    <a:pt x="16568" y="21244"/>
                  </a:lnTo>
                  <a:cubicBezTo>
                    <a:pt x="16568" y="25821"/>
                    <a:pt x="12905" y="29532"/>
                    <a:pt x="8387" y="29532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AD5DF058-2638-EB4F-BEF0-82A48FBDDBCC}"/>
                </a:ext>
              </a:extLst>
            </p:cNvPr>
            <p:cNvSpPr/>
            <p:nvPr/>
          </p:nvSpPr>
          <p:spPr>
            <a:xfrm>
              <a:off x="6089976" y="2430080"/>
              <a:ext cx="16636" cy="29532"/>
            </a:xfrm>
            <a:custGeom>
              <a:avLst/>
              <a:gdLst>
                <a:gd name="connsiteX0" fmla="*/ 8250 w 16636"/>
                <a:gd name="connsiteY0" fmla="*/ 29532 h 29532"/>
                <a:gd name="connsiteX1" fmla="*/ 69 w 16636"/>
                <a:gd name="connsiteY1" fmla="*/ 21244 h 29532"/>
                <a:gd name="connsiteX2" fmla="*/ 69 w 16636"/>
                <a:gd name="connsiteY2" fmla="*/ 9503 h 29532"/>
                <a:gd name="connsiteX3" fmla="*/ 7256 w 16636"/>
                <a:gd name="connsiteY3" fmla="*/ 70 h 29532"/>
                <a:gd name="connsiteX4" fmla="*/ 16568 w 16636"/>
                <a:gd name="connsiteY4" fmla="*/ 7350 h 29532"/>
                <a:gd name="connsiteX5" fmla="*/ 16568 w 16636"/>
                <a:gd name="connsiteY5" fmla="*/ 9503 h 29532"/>
                <a:gd name="connsiteX6" fmla="*/ 16568 w 16636"/>
                <a:gd name="connsiteY6" fmla="*/ 21244 h 29532"/>
                <a:gd name="connsiteX7" fmla="*/ 8388 w 16636"/>
                <a:gd name="connsiteY7" fmla="*/ 29533 h 29532"/>
                <a:gd name="connsiteX8" fmla="*/ 8250 w 16636"/>
                <a:gd name="connsiteY8" fmla="*/ 29532 h 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36" h="29532">
                  <a:moveTo>
                    <a:pt x="8250" y="29532"/>
                  </a:moveTo>
                  <a:cubicBezTo>
                    <a:pt x="3732" y="29532"/>
                    <a:pt x="69" y="25821"/>
                    <a:pt x="69" y="21244"/>
                  </a:cubicBezTo>
                  <a:lnTo>
                    <a:pt x="69" y="9503"/>
                  </a:lnTo>
                  <a:cubicBezTo>
                    <a:pt x="-518" y="4888"/>
                    <a:pt x="2700" y="665"/>
                    <a:pt x="7256" y="70"/>
                  </a:cubicBezTo>
                  <a:cubicBezTo>
                    <a:pt x="11812" y="-525"/>
                    <a:pt x="15981" y="2735"/>
                    <a:pt x="16568" y="7350"/>
                  </a:cubicBezTo>
                  <a:cubicBezTo>
                    <a:pt x="16659" y="8065"/>
                    <a:pt x="16659" y="8789"/>
                    <a:pt x="16568" y="9503"/>
                  </a:cubicBezTo>
                  <a:lnTo>
                    <a:pt x="16568" y="21244"/>
                  </a:lnTo>
                  <a:cubicBezTo>
                    <a:pt x="16569" y="25821"/>
                    <a:pt x="12906" y="29532"/>
                    <a:pt x="8388" y="29533"/>
                  </a:cubicBezTo>
                  <a:cubicBezTo>
                    <a:pt x="8342" y="29533"/>
                    <a:pt x="8296" y="29533"/>
                    <a:pt x="8250" y="29532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B84F599A-9C47-B941-AAA7-A71A684E98BE}"/>
                </a:ext>
              </a:extLst>
            </p:cNvPr>
            <p:cNvSpPr/>
            <p:nvPr/>
          </p:nvSpPr>
          <p:spPr>
            <a:xfrm>
              <a:off x="5953416" y="2473354"/>
              <a:ext cx="237232" cy="17197"/>
            </a:xfrm>
            <a:custGeom>
              <a:avLst/>
              <a:gdLst>
                <a:gd name="connsiteX0" fmla="*/ 227851 w 237232"/>
                <a:gd name="connsiteY0" fmla="*/ 17198 h 17197"/>
                <a:gd name="connsiteX1" fmla="*/ 8454 w 237232"/>
                <a:gd name="connsiteY1" fmla="*/ 17198 h 17197"/>
                <a:gd name="connsiteX2" fmla="*/ 0 w 237232"/>
                <a:gd name="connsiteY2" fmla="*/ 8634 h 17197"/>
                <a:gd name="connsiteX3" fmla="*/ 8454 w 237232"/>
                <a:gd name="connsiteY3" fmla="*/ 70 h 17197"/>
                <a:gd name="connsiteX4" fmla="*/ 227851 w 237232"/>
                <a:gd name="connsiteY4" fmla="*/ 70 h 17197"/>
                <a:gd name="connsiteX5" fmla="*/ 237164 w 237232"/>
                <a:gd name="connsiteY5" fmla="*/ 7350 h 17197"/>
                <a:gd name="connsiteX6" fmla="*/ 229977 w 237232"/>
                <a:gd name="connsiteY6" fmla="*/ 16783 h 17197"/>
                <a:gd name="connsiteX7" fmla="*/ 227851 w 237232"/>
                <a:gd name="connsiteY7" fmla="*/ 16783 h 1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232" h="17197">
                  <a:moveTo>
                    <a:pt x="227851" y="17198"/>
                  </a:moveTo>
                  <a:lnTo>
                    <a:pt x="8454" y="17198"/>
                  </a:lnTo>
                  <a:cubicBezTo>
                    <a:pt x="3785" y="17198"/>
                    <a:pt x="0" y="13364"/>
                    <a:pt x="0" y="8634"/>
                  </a:cubicBezTo>
                  <a:cubicBezTo>
                    <a:pt x="0" y="3904"/>
                    <a:pt x="3785" y="70"/>
                    <a:pt x="8454" y="70"/>
                  </a:cubicBezTo>
                  <a:lnTo>
                    <a:pt x="227851" y="70"/>
                  </a:lnTo>
                  <a:cubicBezTo>
                    <a:pt x="232408" y="-525"/>
                    <a:pt x="236577" y="2735"/>
                    <a:pt x="237164" y="7350"/>
                  </a:cubicBezTo>
                  <a:cubicBezTo>
                    <a:pt x="237751" y="11965"/>
                    <a:pt x="234533" y="16189"/>
                    <a:pt x="229977" y="16783"/>
                  </a:cubicBezTo>
                  <a:cubicBezTo>
                    <a:pt x="229271" y="16875"/>
                    <a:pt x="228557" y="16875"/>
                    <a:pt x="227851" y="16783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79CBEA59-942D-2342-B494-25BE393DB01D}"/>
                </a:ext>
              </a:extLst>
            </p:cNvPr>
            <p:cNvSpPr/>
            <p:nvPr/>
          </p:nvSpPr>
          <p:spPr>
            <a:xfrm>
              <a:off x="5952489" y="2517693"/>
              <a:ext cx="238160" cy="16853"/>
            </a:xfrm>
            <a:custGeom>
              <a:avLst/>
              <a:gdLst>
                <a:gd name="connsiteX0" fmla="*/ 228779 w 238160"/>
                <a:gd name="connsiteY0" fmla="*/ 16783 h 16853"/>
                <a:gd name="connsiteX1" fmla="*/ 9381 w 238160"/>
                <a:gd name="connsiteY1" fmla="*/ 16783 h 16853"/>
                <a:gd name="connsiteX2" fmla="*/ 69 w 238160"/>
                <a:gd name="connsiteY2" fmla="*/ 9503 h 16853"/>
                <a:gd name="connsiteX3" fmla="*/ 7256 w 238160"/>
                <a:gd name="connsiteY3" fmla="*/ 70 h 16853"/>
                <a:gd name="connsiteX4" fmla="*/ 9381 w 238160"/>
                <a:gd name="connsiteY4" fmla="*/ 70 h 16853"/>
                <a:gd name="connsiteX5" fmla="*/ 228779 w 238160"/>
                <a:gd name="connsiteY5" fmla="*/ 70 h 16853"/>
                <a:gd name="connsiteX6" fmla="*/ 238091 w 238160"/>
                <a:gd name="connsiteY6" fmla="*/ 7350 h 16853"/>
                <a:gd name="connsiteX7" fmla="*/ 230904 w 238160"/>
                <a:gd name="connsiteY7" fmla="*/ 16783 h 16853"/>
                <a:gd name="connsiteX8" fmla="*/ 228779 w 238160"/>
                <a:gd name="connsiteY8" fmla="*/ 16783 h 1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160" h="16853">
                  <a:moveTo>
                    <a:pt x="228779" y="16783"/>
                  </a:moveTo>
                  <a:lnTo>
                    <a:pt x="9381" y="16783"/>
                  </a:lnTo>
                  <a:cubicBezTo>
                    <a:pt x="4825" y="17378"/>
                    <a:pt x="656" y="14119"/>
                    <a:pt x="69" y="9503"/>
                  </a:cubicBezTo>
                  <a:cubicBezTo>
                    <a:pt x="-518" y="4888"/>
                    <a:pt x="2700" y="665"/>
                    <a:pt x="7256" y="70"/>
                  </a:cubicBezTo>
                  <a:cubicBezTo>
                    <a:pt x="7961" y="-22"/>
                    <a:pt x="8676" y="-22"/>
                    <a:pt x="9381" y="70"/>
                  </a:cubicBezTo>
                  <a:lnTo>
                    <a:pt x="228779" y="70"/>
                  </a:lnTo>
                  <a:cubicBezTo>
                    <a:pt x="233335" y="-525"/>
                    <a:pt x="237504" y="2735"/>
                    <a:pt x="238091" y="7350"/>
                  </a:cubicBezTo>
                  <a:cubicBezTo>
                    <a:pt x="238678" y="11965"/>
                    <a:pt x="235460" y="16189"/>
                    <a:pt x="230904" y="16783"/>
                  </a:cubicBezTo>
                  <a:cubicBezTo>
                    <a:pt x="230199" y="16875"/>
                    <a:pt x="229484" y="16875"/>
                    <a:pt x="228779" y="16783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BD0FBAD6-BD31-7D41-AF85-06297AF97202}"/>
                </a:ext>
              </a:extLst>
            </p:cNvPr>
            <p:cNvSpPr/>
            <p:nvPr/>
          </p:nvSpPr>
          <p:spPr>
            <a:xfrm>
              <a:off x="5952489" y="2561618"/>
              <a:ext cx="262431" cy="16853"/>
            </a:xfrm>
            <a:custGeom>
              <a:avLst/>
              <a:gdLst>
                <a:gd name="connsiteX0" fmla="*/ 253050 w 262431"/>
                <a:gd name="connsiteY0" fmla="*/ 16783 h 16853"/>
                <a:gd name="connsiteX1" fmla="*/ 9381 w 262431"/>
                <a:gd name="connsiteY1" fmla="*/ 16783 h 16853"/>
                <a:gd name="connsiteX2" fmla="*/ 69 w 262431"/>
                <a:gd name="connsiteY2" fmla="*/ 9503 h 16853"/>
                <a:gd name="connsiteX3" fmla="*/ 7256 w 262431"/>
                <a:gd name="connsiteY3" fmla="*/ 70 h 16853"/>
                <a:gd name="connsiteX4" fmla="*/ 9381 w 262431"/>
                <a:gd name="connsiteY4" fmla="*/ 70 h 16853"/>
                <a:gd name="connsiteX5" fmla="*/ 253050 w 262431"/>
                <a:gd name="connsiteY5" fmla="*/ 70 h 16853"/>
                <a:gd name="connsiteX6" fmla="*/ 262363 w 262431"/>
                <a:gd name="connsiteY6" fmla="*/ 7350 h 16853"/>
                <a:gd name="connsiteX7" fmla="*/ 255176 w 262431"/>
                <a:gd name="connsiteY7" fmla="*/ 16783 h 16853"/>
                <a:gd name="connsiteX8" fmla="*/ 253050 w 262431"/>
                <a:gd name="connsiteY8" fmla="*/ 16783 h 1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431" h="16853">
                  <a:moveTo>
                    <a:pt x="253050" y="16783"/>
                  </a:moveTo>
                  <a:lnTo>
                    <a:pt x="9381" y="16783"/>
                  </a:lnTo>
                  <a:cubicBezTo>
                    <a:pt x="4825" y="17378"/>
                    <a:pt x="656" y="14119"/>
                    <a:pt x="69" y="9503"/>
                  </a:cubicBezTo>
                  <a:cubicBezTo>
                    <a:pt x="-518" y="4888"/>
                    <a:pt x="2700" y="665"/>
                    <a:pt x="7256" y="70"/>
                  </a:cubicBezTo>
                  <a:cubicBezTo>
                    <a:pt x="7961" y="-22"/>
                    <a:pt x="8676" y="-22"/>
                    <a:pt x="9381" y="70"/>
                  </a:cubicBezTo>
                  <a:lnTo>
                    <a:pt x="253050" y="70"/>
                  </a:lnTo>
                  <a:cubicBezTo>
                    <a:pt x="257606" y="-525"/>
                    <a:pt x="261776" y="2735"/>
                    <a:pt x="262363" y="7350"/>
                  </a:cubicBezTo>
                  <a:cubicBezTo>
                    <a:pt x="262950" y="11965"/>
                    <a:pt x="259732" y="16189"/>
                    <a:pt x="255176" y="16783"/>
                  </a:cubicBezTo>
                  <a:cubicBezTo>
                    <a:pt x="254470" y="16875"/>
                    <a:pt x="253756" y="16875"/>
                    <a:pt x="253050" y="16783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137DF1BE-A442-CE42-93EF-5BD9EE7DDADA}"/>
                </a:ext>
              </a:extLst>
            </p:cNvPr>
            <p:cNvSpPr/>
            <p:nvPr/>
          </p:nvSpPr>
          <p:spPr>
            <a:xfrm>
              <a:off x="5952489" y="2605542"/>
              <a:ext cx="214979" cy="16853"/>
            </a:xfrm>
            <a:custGeom>
              <a:avLst/>
              <a:gdLst>
                <a:gd name="connsiteX0" fmla="*/ 205598 w 214979"/>
                <a:gd name="connsiteY0" fmla="*/ 16783 h 16853"/>
                <a:gd name="connsiteX1" fmla="*/ 9381 w 214979"/>
                <a:gd name="connsiteY1" fmla="*/ 16783 h 16853"/>
                <a:gd name="connsiteX2" fmla="*/ 69 w 214979"/>
                <a:gd name="connsiteY2" fmla="*/ 9503 h 16853"/>
                <a:gd name="connsiteX3" fmla="*/ 7256 w 214979"/>
                <a:gd name="connsiteY3" fmla="*/ 70 h 16853"/>
                <a:gd name="connsiteX4" fmla="*/ 9381 w 214979"/>
                <a:gd name="connsiteY4" fmla="*/ 70 h 16853"/>
                <a:gd name="connsiteX5" fmla="*/ 205598 w 214979"/>
                <a:gd name="connsiteY5" fmla="*/ 70 h 16853"/>
                <a:gd name="connsiteX6" fmla="*/ 214911 w 214979"/>
                <a:gd name="connsiteY6" fmla="*/ 7350 h 16853"/>
                <a:gd name="connsiteX7" fmla="*/ 207724 w 214979"/>
                <a:gd name="connsiteY7" fmla="*/ 16783 h 16853"/>
                <a:gd name="connsiteX8" fmla="*/ 205598 w 214979"/>
                <a:gd name="connsiteY8" fmla="*/ 16783 h 1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79" h="16853">
                  <a:moveTo>
                    <a:pt x="205598" y="16783"/>
                  </a:moveTo>
                  <a:lnTo>
                    <a:pt x="9381" y="16783"/>
                  </a:lnTo>
                  <a:cubicBezTo>
                    <a:pt x="4825" y="17378"/>
                    <a:pt x="656" y="14119"/>
                    <a:pt x="69" y="9503"/>
                  </a:cubicBezTo>
                  <a:cubicBezTo>
                    <a:pt x="-518" y="4888"/>
                    <a:pt x="2700" y="665"/>
                    <a:pt x="7256" y="70"/>
                  </a:cubicBezTo>
                  <a:cubicBezTo>
                    <a:pt x="7961" y="-22"/>
                    <a:pt x="8676" y="-22"/>
                    <a:pt x="9381" y="70"/>
                  </a:cubicBezTo>
                  <a:lnTo>
                    <a:pt x="205598" y="70"/>
                  </a:lnTo>
                  <a:cubicBezTo>
                    <a:pt x="210154" y="-525"/>
                    <a:pt x="214324" y="2735"/>
                    <a:pt x="214911" y="7350"/>
                  </a:cubicBezTo>
                  <a:cubicBezTo>
                    <a:pt x="215498" y="11965"/>
                    <a:pt x="212280" y="16189"/>
                    <a:pt x="207724" y="16783"/>
                  </a:cubicBezTo>
                  <a:cubicBezTo>
                    <a:pt x="207018" y="16875"/>
                    <a:pt x="206304" y="16875"/>
                    <a:pt x="205598" y="16783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307547A0-E6B5-C64A-AC28-6711C8FF2054}"/>
                </a:ext>
              </a:extLst>
            </p:cNvPr>
            <p:cNvSpPr/>
            <p:nvPr/>
          </p:nvSpPr>
          <p:spPr>
            <a:xfrm>
              <a:off x="5952489" y="2650019"/>
              <a:ext cx="209661" cy="16853"/>
            </a:xfrm>
            <a:custGeom>
              <a:avLst/>
              <a:gdLst>
                <a:gd name="connsiteX0" fmla="*/ 201235 w 209661"/>
                <a:gd name="connsiteY0" fmla="*/ 16783 h 16853"/>
                <a:gd name="connsiteX1" fmla="*/ 9381 w 209661"/>
                <a:gd name="connsiteY1" fmla="*/ 16783 h 16853"/>
                <a:gd name="connsiteX2" fmla="*/ 69 w 209661"/>
                <a:gd name="connsiteY2" fmla="*/ 9503 h 16853"/>
                <a:gd name="connsiteX3" fmla="*/ 7256 w 209661"/>
                <a:gd name="connsiteY3" fmla="*/ 70 h 16853"/>
                <a:gd name="connsiteX4" fmla="*/ 9381 w 209661"/>
                <a:gd name="connsiteY4" fmla="*/ 70 h 16853"/>
                <a:gd name="connsiteX5" fmla="*/ 200280 w 209661"/>
                <a:gd name="connsiteY5" fmla="*/ 70 h 16853"/>
                <a:gd name="connsiteX6" fmla="*/ 209593 w 209661"/>
                <a:gd name="connsiteY6" fmla="*/ 7350 h 16853"/>
                <a:gd name="connsiteX7" fmla="*/ 202406 w 209661"/>
                <a:gd name="connsiteY7" fmla="*/ 16783 h 16853"/>
                <a:gd name="connsiteX8" fmla="*/ 200280 w 209661"/>
                <a:gd name="connsiteY8" fmla="*/ 16783 h 1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661" h="16853">
                  <a:moveTo>
                    <a:pt x="201235" y="16783"/>
                  </a:moveTo>
                  <a:lnTo>
                    <a:pt x="9381" y="16783"/>
                  </a:lnTo>
                  <a:cubicBezTo>
                    <a:pt x="4825" y="17378"/>
                    <a:pt x="656" y="14119"/>
                    <a:pt x="69" y="9503"/>
                  </a:cubicBezTo>
                  <a:cubicBezTo>
                    <a:pt x="-518" y="4888"/>
                    <a:pt x="2700" y="665"/>
                    <a:pt x="7256" y="70"/>
                  </a:cubicBezTo>
                  <a:cubicBezTo>
                    <a:pt x="7961" y="-22"/>
                    <a:pt x="8676" y="-22"/>
                    <a:pt x="9381" y="70"/>
                  </a:cubicBezTo>
                  <a:lnTo>
                    <a:pt x="200280" y="70"/>
                  </a:lnTo>
                  <a:cubicBezTo>
                    <a:pt x="204836" y="-525"/>
                    <a:pt x="209006" y="2735"/>
                    <a:pt x="209593" y="7350"/>
                  </a:cubicBezTo>
                  <a:cubicBezTo>
                    <a:pt x="210180" y="11965"/>
                    <a:pt x="206962" y="16189"/>
                    <a:pt x="202406" y="16783"/>
                  </a:cubicBezTo>
                  <a:cubicBezTo>
                    <a:pt x="201700" y="16875"/>
                    <a:pt x="200986" y="16875"/>
                    <a:pt x="200280" y="16783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07D96EA9-E179-0A4C-8AD4-C86F0B4FD0CB}"/>
                </a:ext>
              </a:extLst>
            </p:cNvPr>
            <p:cNvSpPr/>
            <p:nvPr/>
          </p:nvSpPr>
          <p:spPr>
            <a:xfrm>
              <a:off x="5907327" y="2269685"/>
              <a:ext cx="329028" cy="453198"/>
            </a:xfrm>
            <a:custGeom>
              <a:avLst/>
              <a:gdLst>
                <a:gd name="connsiteX0" fmla="*/ 293030 w 329028"/>
                <a:gd name="connsiteY0" fmla="*/ 453197 h 453198"/>
                <a:gd name="connsiteX1" fmla="*/ 8318 w 329028"/>
                <a:gd name="connsiteY1" fmla="*/ 453197 h 453198"/>
                <a:gd name="connsiteX2" fmla="*/ 1 w 329028"/>
                <a:gd name="connsiteY2" fmla="*/ 445049 h 453198"/>
                <a:gd name="connsiteX3" fmla="*/ 0 w 329028"/>
                <a:gd name="connsiteY3" fmla="*/ 444910 h 453198"/>
                <a:gd name="connsiteX4" fmla="*/ 0 w 329028"/>
                <a:gd name="connsiteY4" fmla="*/ 8289 h 453198"/>
                <a:gd name="connsiteX5" fmla="*/ 8180 w 329028"/>
                <a:gd name="connsiteY5" fmla="*/ 0 h 453198"/>
                <a:gd name="connsiteX6" fmla="*/ 8318 w 329028"/>
                <a:gd name="connsiteY6" fmla="*/ 1 h 453198"/>
                <a:gd name="connsiteX7" fmla="*/ 320846 w 329028"/>
                <a:gd name="connsiteY7" fmla="*/ 1 h 453198"/>
                <a:gd name="connsiteX8" fmla="*/ 329028 w 329028"/>
                <a:gd name="connsiteY8" fmla="*/ 8289 h 453198"/>
                <a:gd name="connsiteX9" fmla="*/ 329028 w 329028"/>
                <a:gd name="connsiteY9" fmla="*/ 296837 h 453198"/>
                <a:gd name="connsiteX10" fmla="*/ 320984 w 329028"/>
                <a:gd name="connsiteY10" fmla="*/ 305262 h 453198"/>
                <a:gd name="connsiteX11" fmla="*/ 320846 w 329028"/>
                <a:gd name="connsiteY11" fmla="*/ 305263 h 453198"/>
                <a:gd name="connsiteX12" fmla="*/ 253227 w 329028"/>
                <a:gd name="connsiteY12" fmla="*/ 373233 h 453198"/>
                <a:gd name="connsiteX13" fmla="*/ 296030 w 329028"/>
                <a:gd name="connsiteY13" fmla="*/ 437036 h 453198"/>
                <a:gd name="connsiteX14" fmla="*/ 301075 w 329028"/>
                <a:gd name="connsiteY14" fmla="*/ 446429 h 453198"/>
                <a:gd name="connsiteX15" fmla="*/ 293030 w 329028"/>
                <a:gd name="connsiteY15" fmla="*/ 453197 h 453198"/>
                <a:gd name="connsiteX16" fmla="*/ 16499 w 329028"/>
                <a:gd name="connsiteY16" fmla="*/ 436484 h 453198"/>
                <a:gd name="connsiteX17" fmla="*/ 264259 w 329028"/>
                <a:gd name="connsiteY17" fmla="*/ 436484 h 453198"/>
                <a:gd name="connsiteX18" fmla="*/ 258825 w 329028"/>
                <a:gd name="connsiteY18" fmla="*/ 316279 h 453198"/>
                <a:gd name="connsiteX19" fmla="*/ 312529 w 329028"/>
                <a:gd name="connsiteY19" fmla="*/ 288964 h 453198"/>
                <a:gd name="connsiteX20" fmla="*/ 312529 w 329028"/>
                <a:gd name="connsiteY20" fmla="*/ 16715 h 453198"/>
                <a:gd name="connsiteX21" fmla="*/ 16499 w 329028"/>
                <a:gd name="connsiteY21" fmla="*/ 16715 h 45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9028" h="453198">
                  <a:moveTo>
                    <a:pt x="293030" y="453197"/>
                  </a:moveTo>
                  <a:lnTo>
                    <a:pt x="8318" y="453197"/>
                  </a:lnTo>
                  <a:cubicBezTo>
                    <a:pt x="3800" y="453274"/>
                    <a:pt x="76" y="449625"/>
                    <a:pt x="1" y="445049"/>
                  </a:cubicBezTo>
                  <a:cubicBezTo>
                    <a:pt x="0" y="445002"/>
                    <a:pt x="0" y="444956"/>
                    <a:pt x="0" y="444910"/>
                  </a:cubicBezTo>
                  <a:lnTo>
                    <a:pt x="0" y="8289"/>
                  </a:lnTo>
                  <a:cubicBezTo>
                    <a:pt x="-1" y="3712"/>
                    <a:pt x="3662" y="1"/>
                    <a:pt x="8180" y="0"/>
                  </a:cubicBezTo>
                  <a:cubicBezTo>
                    <a:pt x="8226" y="0"/>
                    <a:pt x="8272" y="0"/>
                    <a:pt x="8318" y="1"/>
                  </a:cubicBezTo>
                  <a:lnTo>
                    <a:pt x="320846" y="1"/>
                  </a:lnTo>
                  <a:cubicBezTo>
                    <a:pt x="325365" y="1"/>
                    <a:pt x="329028" y="3712"/>
                    <a:pt x="329028" y="8289"/>
                  </a:cubicBezTo>
                  <a:lnTo>
                    <a:pt x="329028" y="296837"/>
                  </a:lnTo>
                  <a:cubicBezTo>
                    <a:pt x="329103" y="301414"/>
                    <a:pt x="325502" y="305185"/>
                    <a:pt x="320984" y="305262"/>
                  </a:cubicBezTo>
                  <a:cubicBezTo>
                    <a:pt x="320938" y="305262"/>
                    <a:pt x="320892" y="305263"/>
                    <a:pt x="320846" y="305263"/>
                  </a:cubicBezTo>
                  <a:cubicBezTo>
                    <a:pt x="283645" y="305117"/>
                    <a:pt x="253370" y="335549"/>
                    <a:pt x="253227" y="373233"/>
                  </a:cubicBezTo>
                  <a:cubicBezTo>
                    <a:pt x="253119" y="401414"/>
                    <a:pt x="270125" y="426763"/>
                    <a:pt x="296030" y="437036"/>
                  </a:cubicBezTo>
                  <a:cubicBezTo>
                    <a:pt x="299747" y="438503"/>
                    <a:pt x="301879" y="442471"/>
                    <a:pt x="301075" y="446429"/>
                  </a:cubicBezTo>
                  <a:cubicBezTo>
                    <a:pt x="300404" y="450384"/>
                    <a:pt x="296991" y="453255"/>
                    <a:pt x="293030" y="453197"/>
                  </a:cubicBezTo>
                  <a:close/>
                  <a:moveTo>
                    <a:pt x="16499" y="436484"/>
                  </a:moveTo>
                  <a:lnTo>
                    <a:pt x="264259" y="436484"/>
                  </a:lnTo>
                  <a:cubicBezTo>
                    <a:pt x="229990" y="404810"/>
                    <a:pt x="227557" y="350993"/>
                    <a:pt x="258825" y="316279"/>
                  </a:cubicBezTo>
                  <a:cubicBezTo>
                    <a:pt x="272788" y="300777"/>
                    <a:pt x="291915" y="291049"/>
                    <a:pt x="312529" y="288964"/>
                  </a:cubicBezTo>
                  <a:lnTo>
                    <a:pt x="312529" y="16715"/>
                  </a:lnTo>
                  <a:lnTo>
                    <a:pt x="16499" y="16715"/>
                  </a:ln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568008C-1BAA-454C-BDAB-25A120C78208}"/>
                </a:ext>
              </a:extLst>
            </p:cNvPr>
            <p:cNvSpPr/>
            <p:nvPr/>
          </p:nvSpPr>
          <p:spPr>
            <a:xfrm>
              <a:off x="6144042" y="2558096"/>
              <a:ext cx="167991" cy="170173"/>
            </a:xfrm>
            <a:custGeom>
              <a:avLst/>
              <a:gdLst>
                <a:gd name="connsiteX0" fmla="*/ 84132 w 167991"/>
                <a:gd name="connsiteY0" fmla="*/ 170173 h 170173"/>
                <a:gd name="connsiteX1" fmla="*/ 0 w 167991"/>
                <a:gd name="connsiteY1" fmla="*/ 85225 h 170173"/>
                <a:gd name="connsiteX2" fmla="*/ 83859 w 167991"/>
                <a:gd name="connsiteY2" fmla="*/ 0 h 170173"/>
                <a:gd name="connsiteX3" fmla="*/ 167991 w 167991"/>
                <a:gd name="connsiteY3" fmla="*/ 84948 h 170173"/>
                <a:gd name="connsiteX4" fmla="*/ 167991 w 167991"/>
                <a:gd name="connsiteY4" fmla="*/ 85086 h 170173"/>
                <a:gd name="connsiteX5" fmla="*/ 84132 w 167991"/>
                <a:gd name="connsiteY5" fmla="*/ 170173 h 170173"/>
                <a:gd name="connsiteX6" fmla="*/ 84132 w 167991"/>
                <a:gd name="connsiteY6" fmla="*/ 16851 h 170173"/>
                <a:gd name="connsiteX7" fmla="*/ 16499 w 167991"/>
                <a:gd name="connsiteY7" fmla="*/ 85086 h 170173"/>
                <a:gd name="connsiteX8" fmla="*/ 83859 w 167991"/>
                <a:gd name="connsiteY8" fmla="*/ 153597 h 170173"/>
                <a:gd name="connsiteX9" fmla="*/ 151492 w 167991"/>
                <a:gd name="connsiteY9" fmla="*/ 85362 h 170173"/>
                <a:gd name="connsiteX10" fmla="*/ 151492 w 167991"/>
                <a:gd name="connsiteY10" fmla="*/ 85086 h 170173"/>
                <a:gd name="connsiteX11" fmla="*/ 84132 w 167991"/>
                <a:gd name="connsiteY11" fmla="*/ 16851 h 170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7991" h="170173">
                  <a:moveTo>
                    <a:pt x="84132" y="170173"/>
                  </a:moveTo>
                  <a:cubicBezTo>
                    <a:pt x="37743" y="170249"/>
                    <a:pt x="75" y="132217"/>
                    <a:pt x="0" y="85225"/>
                  </a:cubicBezTo>
                  <a:cubicBezTo>
                    <a:pt x="-75" y="38233"/>
                    <a:pt x="37470" y="76"/>
                    <a:pt x="83859" y="0"/>
                  </a:cubicBezTo>
                  <a:cubicBezTo>
                    <a:pt x="130249" y="-76"/>
                    <a:pt x="167916" y="37956"/>
                    <a:pt x="167991" y="84948"/>
                  </a:cubicBezTo>
                  <a:cubicBezTo>
                    <a:pt x="167991" y="84994"/>
                    <a:pt x="167991" y="85040"/>
                    <a:pt x="167991" y="85086"/>
                  </a:cubicBezTo>
                  <a:cubicBezTo>
                    <a:pt x="167991" y="132025"/>
                    <a:pt x="130468" y="170097"/>
                    <a:pt x="84132" y="170173"/>
                  </a:cubicBezTo>
                  <a:close/>
                  <a:moveTo>
                    <a:pt x="84132" y="16851"/>
                  </a:moveTo>
                  <a:cubicBezTo>
                    <a:pt x="46855" y="16775"/>
                    <a:pt x="16575" y="47325"/>
                    <a:pt x="16499" y="85086"/>
                  </a:cubicBezTo>
                  <a:cubicBezTo>
                    <a:pt x="16424" y="122848"/>
                    <a:pt x="46582" y="153521"/>
                    <a:pt x="83859" y="153597"/>
                  </a:cubicBezTo>
                  <a:cubicBezTo>
                    <a:pt x="121137" y="153674"/>
                    <a:pt x="151417" y="123124"/>
                    <a:pt x="151492" y="85362"/>
                  </a:cubicBezTo>
                  <a:cubicBezTo>
                    <a:pt x="151492" y="85270"/>
                    <a:pt x="151492" y="85178"/>
                    <a:pt x="151492" y="85086"/>
                  </a:cubicBezTo>
                  <a:cubicBezTo>
                    <a:pt x="151050" y="47588"/>
                    <a:pt x="121149" y="17299"/>
                    <a:pt x="84132" y="16851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8FDD6955-DFBA-9F4F-A62F-B15A09EACEBD}"/>
                </a:ext>
              </a:extLst>
            </p:cNvPr>
            <p:cNvSpPr/>
            <p:nvPr/>
          </p:nvSpPr>
          <p:spPr>
            <a:xfrm>
              <a:off x="6182820" y="2611109"/>
              <a:ext cx="88743" cy="72410"/>
            </a:xfrm>
            <a:custGeom>
              <a:avLst/>
              <a:gdLst>
                <a:gd name="connsiteX0" fmla="*/ 38127 w 88743"/>
                <a:gd name="connsiteY0" fmla="*/ 72407 h 72410"/>
                <a:gd name="connsiteX1" fmla="*/ 31446 w 88743"/>
                <a:gd name="connsiteY1" fmla="*/ 68954 h 72410"/>
                <a:gd name="connsiteX2" fmla="*/ 1584 w 88743"/>
                <a:gd name="connsiteY2" fmla="*/ 28068 h 72410"/>
                <a:gd name="connsiteX3" fmla="*/ 3493 w 88743"/>
                <a:gd name="connsiteY3" fmla="*/ 16189 h 72410"/>
                <a:gd name="connsiteX4" fmla="*/ 15220 w 88743"/>
                <a:gd name="connsiteY4" fmla="*/ 18123 h 72410"/>
                <a:gd name="connsiteX5" fmla="*/ 38127 w 88743"/>
                <a:gd name="connsiteY5" fmla="*/ 50030 h 72410"/>
                <a:gd name="connsiteX6" fmla="*/ 73444 w 88743"/>
                <a:gd name="connsiteY6" fmla="*/ 3482 h 72410"/>
                <a:gd name="connsiteX7" fmla="*/ 85307 w 88743"/>
                <a:gd name="connsiteY7" fmla="*/ 1686 h 72410"/>
                <a:gd name="connsiteX8" fmla="*/ 87079 w 88743"/>
                <a:gd name="connsiteY8" fmla="*/ 13703 h 72410"/>
                <a:gd name="connsiteX9" fmla="*/ 45082 w 88743"/>
                <a:gd name="connsiteY9" fmla="*/ 68954 h 72410"/>
                <a:gd name="connsiteX10" fmla="*/ 38127 w 88743"/>
                <a:gd name="connsiteY10" fmla="*/ 72407 h 72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43" h="72410">
                  <a:moveTo>
                    <a:pt x="38127" y="72407"/>
                  </a:moveTo>
                  <a:cubicBezTo>
                    <a:pt x="35469" y="72467"/>
                    <a:pt x="32958" y="71170"/>
                    <a:pt x="31446" y="68954"/>
                  </a:cubicBezTo>
                  <a:lnTo>
                    <a:pt x="1584" y="28068"/>
                  </a:lnTo>
                  <a:cubicBezTo>
                    <a:pt x="-1127" y="24254"/>
                    <a:pt x="-272" y="18936"/>
                    <a:pt x="3493" y="16189"/>
                  </a:cubicBezTo>
                  <a:cubicBezTo>
                    <a:pt x="7258" y="13443"/>
                    <a:pt x="12508" y="14309"/>
                    <a:pt x="15220" y="18123"/>
                  </a:cubicBezTo>
                  <a:lnTo>
                    <a:pt x="38127" y="50030"/>
                  </a:lnTo>
                  <a:lnTo>
                    <a:pt x="73444" y="3482"/>
                  </a:lnTo>
                  <a:cubicBezTo>
                    <a:pt x="76230" y="-333"/>
                    <a:pt x="81541" y="-1137"/>
                    <a:pt x="85307" y="1686"/>
                  </a:cubicBezTo>
                  <a:cubicBezTo>
                    <a:pt x="89072" y="4508"/>
                    <a:pt x="89866" y="9889"/>
                    <a:pt x="87079" y="13703"/>
                  </a:cubicBezTo>
                  <a:lnTo>
                    <a:pt x="45082" y="68954"/>
                  </a:lnTo>
                  <a:cubicBezTo>
                    <a:pt x="43466" y="71195"/>
                    <a:pt x="40865" y="72486"/>
                    <a:pt x="38127" y="72407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3500DA2-7C29-4842-A3CC-B955A5F31DD9}"/>
                </a:ext>
              </a:extLst>
            </p:cNvPr>
            <p:cNvSpPr/>
            <p:nvPr/>
          </p:nvSpPr>
          <p:spPr>
            <a:xfrm>
              <a:off x="5941824" y="2238608"/>
              <a:ext cx="329029" cy="345318"/>
            </a:xfrm>
            <a:custGeom>
              <a:avLst/>
              <a:gdLst>
                <a:gd name="connsiteX0" fmla="*/ 320711 w 329029"/>
                <a:gd name="connsiteY0" fmla="*/ 345319 h 345318"/>
                <a:gd name="connsiteX1" fmla="*/ 317030 w 329029"/>
                <a:gd name="connsiteY1" fmla="*/ 344352 h 345318"/>
                <a:gd name="connsiteX2" fmla="*/ 286349 w 329029"/>
                <a:gd name="connsiteY2" fmla="*/ 336893 h 345318"/>
                <a:gd name="connsiteX3" fmla="*/ 278032 w 329029"/>
                <a:gd name="connsiteY3" fmla="*/ 328467 h 345318"/>
                <a:gd name="connsiteX4" fmla="*/ 278032 w 329029"/>
                <a:gd name="connsiteY4" fmla="*/ 47792 h 345318"/>
                <a:gd name="connsiteX5" fmla="*/ 8183 w 329029"/>
                <a:gd name="connsiteY5" fmla="*/ 47792 h 345318"/>
                <a:gd name="connsiteX6" fmla="*/ 0 w 329029"/>
                <a:gd name="connsiteY6" fmla="*/ 39506 h 345318"/>
                <a:gd name="connsiteX7" fmla="*/ 1 w 329029"/>
                <a:gd name="connsiteY7" fmla="*/ 39366 h 345318"/>
                <a:gd name="connsiteX8" fmla="*/ 1 w 329029"/>
                <a:gd name="connsiteY8" fmla="*/ 8426 h 345318"/>
                <a:gd name="connsiteX9" fmla="*/ 8045 w 329029"/>
                <a:gd name="connsiteY9" fmla="*/ 1 h 345318"/>
                <a:gd name="connsiteX10" fmla="*/ 8183 w 329029"/>
                <a:gd name="connsiteY10" fmla="*/ 0 h 345318"/>
                <a:gd name="connsiteX11" fmla="*/ 320711 w 329029"/>
                <a:gd name="connsiteY11" fmla="*/ 0 h 345318"/>
                <a:gd name="connsiteX12" fmla="*/ 329029 w 329029"/>
                <a:gd name="connsiteY12" fmla="*/ 8426 h 345318"/>
                <a:gd name="connsiteX13" fmla="*/ 329029 w 329029"/>
                <a:gd name="connsiteY13" fmla="*/ 336340 h 345318"/>
                <a:gd name="connsiteX14" fmla="*/ 325075 w 329029"/>
                <a:gd name="connsiteY14" fmla="*/ 343523 h 345318"/>
                <a:gd name="connsiteX15" fmla="*/ 320711 w 329029"/>
                <a:gd name="connsiteY15" fmla="*/ 345319 h 345318"/>
                <a:gd name="connsiteX16" fmla="*/ 294531 w 329029"/>
                <a:gd name="connsiteY16" fmla="*/ 320594 h 345318"/>
                <a:gd name="connsiteX17" fmla="*/ 312530 w 329029"/>
                <a:gd name="connsiteY17" fmla="*/ 324323 h 345318"/>
                <a:gd name="connsiteX18" fmla="*/ 312530 w 329029"/>
                <a:gd name="connsiteY18" fmla="*/ 16713 h 345318"/>
                <a:gd name="connsiteX19" fmla="*/ 16500 w 329029"/>
                <a:gd name="connsiteY19" fmla="*/ 16713 h 345318"/>
                <a:gd name="connsiteX20" fmla="*/ 16500 w 329029"/>
                <a:gd name="connsiteY20" fmla="*/ 30526 h 345318"/>
                <a:gd name="connsiteX21" fmla="*/ 286349 w 329029"/>
                <a:gd name="connsiteY21" fmla="*/ 30526 h 345318"/>
                <a:gd name="connsiteX22" fmla="*/ 294531 w 329029"/>
                <a:gd name="connsiteY22" fmla="*/ 38814 h 34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9029" h="345318">
                  <a:moveTo>
                    <a:pt x="320711" y="345319"/>
                  </a:moveTo>
                  <a:cubicBezTo>
                    <a:pt x="319422" y="345328"/>
                    <a:pt x="318152" y="344995"/>
                    <a:pt x="317030" y="344352"/>
                  </a:cubicBezTo>
                  <a:cubicBezTo>
                    <a:pt x="307530" y="339440"/>
                    <a:pt x="297015" y="336884"/>
                    <a:pt x="286349" y="336893"/>
                  </a:cubicBezTo>
                  <a:cubicBezTo>
                    <a:pt x="281756" y="336893"/>
                    <a:pt x="278032" y="333120"/>
                    <a:pt x="278032" y="328467"/>
                  </a:cubicBezTo>
                  <a:lnTo>
                    <a:pt x="278032" y="47792"/>
                  </a:lnTo>
                  <a:lnTo>
                    <a:pt x="8183" y="47792"/>
                  </a:lnTo>
                  <a:cubicBezTo>
                    <a:pt x="3664" y="47793"/>
                    <a:pt x="1" y="44083"/>
                    <a:pt x="0" y="39506"/>
                  </a:cubicBezTo>
                  <a:cubicBezTo>
                    <a:pt x="0" y="39459"/>
                    <a:pt x="0" y="39413"/>
                    <a:pt x="1" y="39366"/>
                  </a:cubicBezTo>
                  <a:lnTo>
                    <a:pt x="1" y="8426"/>
                  </a:lnTo>
                  <a:cubicBezTo>
                    <a:pt x="-74" y="3849"/>
                    <a:pt x="3527" y="77"/>
                    <a:pt x="8045" y="1"/>
                  </a:cubicBezTo>
                  <a:cubicBezTo>
                    <a:pt x="8091" y="0"/>
                    <a:pt x="8137" y="0"/>
                    <a:pt x="8183" y="0"/>
                  </a:cubicBezTo>
                  <a:lnTo>
                    <a:pt x="320711" y="0"/>
                  </a:lnTo>
                  <a:cubicBezTo>
                    <a:pt x="325305" y="0"/>
                    <a:pt x="329029" y="3772"/>
                    <a:pt x="329029" y="8426"/>
                  </a:cubicBezTo>
                  <a:lnTo>
                    <a:pt x="329029" y="336340"/>
                  </a:lnTo>
                  <a:cubicBezTo>
                    <a:pt x="329059" y="339275"/>
                    <a:pt x="327555" y="342007"/>
                    <a:pt x="325075" y="343523"/>
                  </a:cubicBezTo>
                  <a:cubicBezTo>
                    <a:pt x="323817" y="344528"/>
                    <a:pt x="322304" y="345151"/>
                    <a:pt x="320711" y="345319"/>
                  </a:cubicBezTo>
                  <a:close/>
                  <a:moveTo>
                    <a:pt x="294531" y="320594"/>
                  </a:moveTo>
                  <a:cubicBezTo>
                    <a:pt x="300650" y="321148"/>
                    <a:pt x="306687" y="322399"/>
                    <a:pt x="312530" y="324323"/>
                  </a:cubicBezTo>
                  <a:lnTo>
                    <a:pt x="312530" y="16713"/>
                  </a:lnTo>
                  <a:lnTo>
                    <a:pt x="16500" y="16713"/>
                  </a:lnTo>
                  <a:lnTo>
                    <a:pt x="16500" y="30526"/>
                  </a:lnTo>
                  <a:lnTo>
                    <a:pt x="286349" y="30526"/>
                  </a:lnTo>
                  <a:cubicBezTo>
                    <a:pt x="290868" y="30526"/>
                    <a:pt x="294531" y="34237"/>
                    <a:pt x="294531" y="38814"/>
                  </a:cubicBezTo>
                  <a:close/>
                </a:path>
              </a:pathLst>
            </a:custGeom>
            <a:grpFill/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0" name="Graphic 28">
            <a:extLst>
              <a:ext uri="{FF2B5EF4-FFF2-40B4-BE49-F238E27FC236}">
                <a16:creationId xmlns:a16="http://schemas.microsoft.com/office/drawing/2014/main" id="{C207E507-4368-B643-B0C3-66044632277B}"/>
              </a:ext>
            </a:extLst>
          </p:cNvPr>
          <p:cNvGrpSpPr>
            <a:grpSpLocks noChangeAspect="1"/>
          </p:cNvGrpSpPr>
          <p:nvPr/>
        </p:nvGrpSpPr>
        <p:grpSpPr>
          <a:xfrm>
            <a:off x="4980119" y="4853722"/>
            <a:ext cx="508733" cy="374636"/>
            <a:chOff x="5860841" y="2294391"/>
            <a:chExt cx="508733" cy="374636"/>
          </a:xfrm>
          <a:solidFill>
            <a:srgbClr val="FFFFFF"/>
          </a:solidFill>
        </p:grpSpPr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B203B7C-98B6-CD48-8FBF-FC67784A3A48}"/>
                </a:ext>
              </a:extLst>
            </p:cNvPr>
            <p:cNvSpPr/>
            <p:nvPr/>
          </p:nvSpPr>
          <p:spPr>
            <a:xfrm>
              <a:off x="5860841" y="2600709"/>
              <a:ext cx="508733" cy="68317"/>
            </a:xfrm>
            <a:custGeom>
              <a:avLst/>
              <a:gdLst>
                <a:gd name="connsiteX0" fmla="*/ 460203 w 508733"/>
                <a:gd name="connsiteY0" fmla="*/ 68317 h 68317"/>
                <a:gd name="connsiteX1" fmla="*/ 48112 w 508733"/>
                <a:gd name="connsiteY1" fmla="*/ 68317 h 68317"/>
                <a:gd name="connsiteX2" fmla="*/ 0 w 508733"/>
                <a:gd name="connsiteY2" fmla="*/ 20661 h 68317"/>
                <a:gd name="connsiteX3" fmla="*/ 0 w 508733"/>
                <a:gd name="connsiteY3" fmla="*/ 8265 h 68317"/>
                <a:gd name="connsiteX4" fmla="*/ 8366 w 508733"/>
                <a:gd name="connsiteY4" fmla="*/ 0 h 68317"/>
                <a:gd name="connsiteX5" fmla="*/ 8507 w 508733"/>
                <a:gd name="connsiteY5" fmla="*/ 1 h 68317"/>
                <a:gd name="connsiteX6" fmla="*/ 500227 w 508733"/>
                <a:gd name="connsiteY6" fmla="*/ 1 h 68317"/>
                <a:gd name="connsiteX7" fmla="*/ 508733 w 508733"/>
                <a:gd name="connsiteY7" fmla="*/ 8126 h 68317"/>
                <a:gd name="connsiteX8" fmla="*/ 508734 w 508733"/>
                <a:gd name="connsiteY8" fmla="*/ 8265 h 68317"/>
                <a:gd name="connsiteX9" fmla="*/ 508734 w 508733"/>
                <a:gd name="connsiteY9" fmla="*/ 20661 h 68317"/>
                <a:gd name="connsiteX10" fmla="*/ 460483 w 508733"/>
                <a:gd name="connsiteY10" fmla="*/ 68318 h 68317"/>
                <a:gd name="connsiteX11" fmla="*/ 460203 w 508733"/>
                <a:gd name="connsiteY11" fmla="*/ 68317 h 68317"/>
                <a:gd name="connsiteX12" fmla="*/ 16874 w 508733"/>
                <a:gd name="connsiteY12" fmla="*/ 16667 h 68317"/>
                <a:gd name="connsiteX13" fmla="*/ 16874 w 508733"/>
                <a:gd name="connsiteY13" fmla="*/ 20661 h 68317"/>
                <a:gd name="connsiteX14" fmla="*/ 47832 w 508733"/>
                <a:gd name="connsiteY14" fmla="*/ 51788 h 68317"/>
                <a:gd name="connsiteX15" fmla="*/ 48112 w 508733"/>
                <a:gd name="connsiteY15" fmla="*/ 51789 h 68317"/>
                <a:gd name="connsiteX16" fmla="*/ 460203 w 508733"/>
                <a:gd name="connsiteY16" fmla="*/ 51789 h 68317"/>
                <a:gd name="connsiteX17" fmla="*/ 491441 w 508733"/>
                <a:gd name="connsiteY17" fmla="*/ 20937 h 68317"/>
                <a:gd name="connsiteX18" fmla="*/ 491441 w 508733"/>
                <a:gd name="connsiteY18" fmla="*/ 16942 h 6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733" h="68317">
                  <a:moveTo>
                    <a:pt x="460203" y="68317"/>
                  </a:moveTo>
                  <a:lnTo>
                    <a:pt x="48112" y="68317"/>
                  </a:lnTo>
                  <a:cubicBezTo>
                    <a:pt x="21518" y="68241"/>
                    <a:pt x="0" y="46927"/>
                    <a:pt x="0" y="20661"/>
                  </a:cubicBezTo>
                  <a:lnTo>
                    <a:pt x="0" y="8265"/>
                  </a:lnTo>
                  <a:cubicBezTo>
                    <a:pt x="-1" y="3701"/>
                    <a:pt x="3745" y="1"/>
                    <a:pt x="8366" y="0"/>
                  </a:cubicBezTo>
                  <a:cubicBezTo>
                    <a:pt x="8413" y="0"/>
                    <a:pt x="8460" y="0"/>
                    <a:pt x="8507" y="1"/>
                  </a:cubicBezTo>
                  <a:lnTo>
                    <a:pt x="500227" y="1"/>
                  </a:lnTo>
                  <a:cubicBezTo>
                    <a:pt x="504848" y="-75"/>
                    <a:pt x="508656" y="3563"/>
                    <a:pt x="508733" y="8126"/>
                  </a:cubicBezTo>
                  <a:cubicBezTo>
                    <a:pt x="508734" y="8173"/>
                    <a:pt x="508734" y="8219"/>
                    <a:pt x="508734" y="8265"/>
                  </a:cubicBezTo>
                  <a:lnTo>
                    <a:pt x="508734" y="20661"/>
                  </a:lnTo>
                  <a:cubicBezTo>
                    <a:pt x="508734" y="46981"/>
                    <a:pt x="487132" y="68317"/>
                    <a:pt x="460483" y="68318"/>
                  </a:cubicBezTo>
                  <a:cubicBezTo>
                    <a:pt x="460390" y="68318"/>
                    <a:pt x="460297" y="68318"/>
                    <a:pt x="460203" y="68317"/>
                  </a:cubicBezTo>
                  <a:close/>
                  <a:moveTo>
                    <a:pt x="16874" y="16667"/>
                  </a:moveTo>
                  <a:lnTo>
                    <a:pt x="16874" y="20661"/>
                  </a:lnTo>
                  <a:cubicBezTo>
                    <a:pt x="16720" y="37700"/>
                    <a:pt x="30580" y="51636"/>
                    <a:pt x="47832" y="51788"/>
                  </a:cubicBezTo>
                  <a:cubicBezTo>
                    <a:pt x="47925" y="51789"/>
                    <a:pt x="48019" y="51789"/>
                    <a:pt x="48112" y="51789"/>
                  </a:cubicBezTo>
                  <a:lnTo>
                    <a:pt x="460203" y="51789"/>
                  </a:lnTo>
                  <a:cubicBezTo>
                    <a:pt x="477456" y="51789"/>
                    <a:pt x="491441" y="37976"/>
                    <a:pt x="491441" y="20937"/>
                  </a:cubicBezTo>
                  <a:lnTo>
                    <a:pt x="491441" y="16942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41802BA4-4DEC-014F-AD89-97463F138CEF}"/>
                </a:ext>
              </a:extLst>
            </p:cNvPr>
            <p:cNvSpPr/>
            <p:nvPr/>
          </p:nvSpPr>
          <p:spPr>
            <a:xfrm>
              <a:off x="5873811" y="2294391"/>
              <a:ext cx="482795" cy="322985"/>
            </a:xfrm>
            <a:custGeom>
              <a:avLst/>
              <a:gdLst>
                <a:gd name="connsiteX0" fmla="*/ 474288 w 482795"/>
                <a:gd name="connsiteY0" fmla="*/ 322986 h 322985"/>
                <a:gd name="connsiteX1" fmla="*/ 8507 w 482795"/>
                <a:gd name="connsiteY1" fmla="*/ 322986 h 322985"/>
                <a:gd name="connsiteX2" fmla="*/ 0 w 482795"/>
                <a:gd name="connsiteY2" fmla="*/ 314584 h 322985"/>
                <a:gd name="connsiteX3" fmla="*/ 0 w 482795"/>
                <a:gd name="connsiteY3" fmla="*/ 16666 h 322985"/>
                <a:gd name="connsiteX4" fmla="*/ 16874 w 482795"/>
                <a:gd name="connsiteY4" fmla="*/ 0 h 322985"/>
                <a:gd name="connsiteX5" fmla="*/ 465921 w 482795"/>
                <a:gd name="connsiteY5" fmla="*/ 0 h 322985"/>
                <a:gd name="connsiteX6" fmla="*/ 482795 w 482795"/>
                <a:gd name="connsiteY6" fmla="*/ 16666 h 322985"/>
                <a:gd name="connsiteX7" fmla="*/ 482795 w 482795"/>
                <a:gd name="connsiteY7" fmla="*/ 314584 h 322985"/>
                <a:gd name="connsiteX8" fmla="*/ 474288 w 482795"/>
                <a:gd name="connsiteY8" fmla="*/ 322986 h 322985"/>
                <a:gd name="connsiteX9" fmla="*/ 16874 w 482795"/>
                <a:gd name="connsiteY9" fmla="*/ 306320 h 322985"/>
                <a:gd name="connsiteX10" fmla="*/ 465921 w 482795"/>
                <a:gd name="connsiteY10" fmla="*/ 306320 h 322985"/>
                <a:gd name="connsiteX11" fmla="*/ 465921 w 482795"/>
                <a:gd name="connsiteY11" fmla="*/ 17079 h 322985"/>
                <a:gd name="connsiteX12" fmla="*/ 16874 w 482795"/>
                <a:gd name="connsiteY12" fmla="*/ 17079 h 322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2795" h="322985">
                  <a:moveTo>
                    <a:pt x="474288" y="322986"/>
                  </a:moveTo>
                  <a:lnTo>
                    <a:pt x="8507" y="322986"/>
                  </a:lnTo>
                  <a:cubicBezTo>
                    <a:pt x="3809" y="322986"/>
                    <a:pt x="0" y="319224"/>
                    <a:pt x="0" y="314584"/>
                  </a:cubicBezTo>
                  <a:lnTo>
                    <a:pt x="0" y="16666"/>
                  </a:lnTo>
                  <a:cubicBezTo>
                    <a:pt x="0" y="7462"/>
                    <a:pt x="7555" y="0"/>
                    <a:pt x="16874" y="0"/>
                  </a:cubicBezTo>
                  <a:lnTo>
                    <a:pt x="465921" y="0"/>
                  </a:lnTo>
                  <a:cubicBezTo>
                    <a:pt x="475240" y="0"/>
                    <a:pt x="482795" y="7462"/>
                    <a:pt x="482795" y="16666"/>
                  </a:cubicBezTo>
                  <a:lnTo>
                    <a:pt x="482795" y="314584"/>
                  </a:lnTo>
                  <a:cubicBezTo>
                    <a:pt x="482795" y="319224"/>
                    <a:pt x="478987" y="322986"/>
                    <a:pt x="474288" y="322986"/>
                  </a:cubicBezTo>
                  <a:close/>
                  <a:moveTo>
                    <a:pt x="16874" y="306320"/>
                  </a:moveTo>
                  <a:lnTo>
                    <a:pt x="465921" y="306320"/>
                  </a:lnTo>
                  <a:lnTo>
                    <a:pt x="465921" y="17079"/>
                  </a:lnTo>
                  <a:lnTo>
                    <a:pt x="16874" y="1707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29701484-2235-7644-B69E-630393591476}"/>
                </a:ext>
              </a:extLst>
            </p:cNvPr>
            <p:cNvSpPr/>
            <p:nvPr/>
          </p:nvSpPr>
          <p:spPr>
            <a:xfrm>
              <a:off x="5908675" y="2329513"/>
              <a:ext cx="413067" cy="252603"/>
            </a:xfrm>
            <a:custGeom>
              <a:avLst/>
              <a:gdLst>
                <a:gd name="connsiteX0" fmla="*/ 396193 w 413067"/>
                <a:gd name="connsiteY0" fmla="*/ 252604 h 252603"/>
                <a:gd name="connsiteX1" fmla="*/ 16874 w 413067"/>
                <a:gd name="connsiteY1" fmla="*/ 252604 h 252603"/>
                <a:gd name="connsiteX2" fmla="*/ 0 w 413067"/>
                <a:gd name="connsiteY2" fmla="*/ 235938 h 252603"/>
                <a:gd name="connsiteX3" fmla="*/ 0 w 413067"/>
                <a:gd name="connsiteY3" fmla="*/ 16804 h 252603"/>
                <a:gd name="connsiteX4" fmla="*/ 16874 w 413067"/>
                <a:gd name="connsiteY4" fmla="*/ 0 h 252603"/>
                <a:gd name="connsiteX5" fmla="*/ 396193 w 413067"/>
                <a:gd name="connsiteY5" fmla="*/ 0 h 252603"/>
                <a:gd name="connsiteX6" fmla="*/ 413067 w 413067"/>
                <a:gd name="connsiteY6" fmla="*/ 16804 h 252603"/>
                <a:gd name="connsiteX7" fmla="*/ 413067 w 413067"/>
                <a:gd name="connsiteY7" fmla="*/ 235938 h 252603"/>
                <a:gd name="connsiteX8" fmla="*/ 396193 w 413067"/>
                <a:gd name="connsiteY8" fmla="*/ 252604 h 252603"/>
                <a:gd name="connsiteX9" fmla="*/ 16874 w 413067"/>
                <a:gd name="connsiteY9" fmla="*/ 16804 h 252603"/>
                <a:gd name="connsiteX10" fmla="*/ 16874 w 413067"/>
                <a:gd name="connsiteY10" fmla="*/ 235938 h 252603"/>
                <a:gd name="connsiteX11" fmla="*/ 396193 w 413067"/>
                <a:gd name="connsiteY11" fmla="*/ 235938 h 252603"/>
                <a:gd name="connsiteX12" fmla="*/ 396193 w 413067"/>
                <a:gd name="connsiteY12" fmla="*/ 16804 h 25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3067" h="252603">
                  <a:moveTo>
                    <a:pt x="396193" y="252604"/>
                  </a:moveTo>
                  <a:lnTo>
                    <a:pt x="16874" y="252604"/>
                  </a:lnTo>
                  <a:cubicBezTo>
                    <a:pt x="7555" y="252604"/>
                    <a:pt x="0" y="245142"/>
                    <a:pt x="0" y="235938"/>
                  </a:cubicBezTo>
                  <a:lnTo>
                    <a:pt x="0" y="16804"/>
                  </a:lnTo>
                  <a:cubicBezTo>
                    <a:pt x="0" y="7577"/>
                    <a:pt x="7532" y="76"/>
                    <a:pt x="16874" y="0"/>
                  </a:cubicBezTo>
                  <a:lnTo>
                    <a:pt x="396193" y="0"/>
                  </a:lnTo>
                  <a:cubicBezTo>
                    <a:pt x="405535" y="76"/>
                    <a:pt x="413068" y="7577"/>
                    <a:pt x="413067" y="16804"/>
                  </a:cubicBezTo>
                  <a:lnTo>
                    <a:pt x="413067" y="235938"/>
                  </a:lnTo>
                  <a:cubicBezTo>
                    <a:pt x="413067" y="245142"/>
                    <a:pt x="405513" y="252604"/>
                    <a:pt x="396193" y="252604"/>
                  </a:cubicBezTo>
                  <a:close/>
                  <a:moveTo>
                    <a:pt x="16874" y="16804"/>
                  </a:moveTo>
                  <a:lnTo>
                    <a:pt x="16874" y="235938"/>
                  </a:lnTo>
                  <a:lnTo>
                    <a:pt x="396193" y="235938"/>
                  </a:lnTo>
                  <a:lnTo>
                    <a:pt x="396193" y="1680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40017232-1E86-D342-8903-EB84E9B2EDE0}"/>
                </a:ext>
              </a:extLst>
            </p:cNvPr>
            <p:cNvSpPr/>
            <p:nvPr/>
          </p:nvSpPr>
          <p:spPr>
            <a:xfrm>
              <a:off x="5984958" y="2371521"/>
              <a:ext cx="67496" cy="66663"/>
            </a:xfrm>
            <a:custGeom>
              <a:avLst/>
              <a:gdLst>
                <a:gd name="connsiteX0" fmla="*/ 33747 w 67496"/>
                <a:gd name="connsiteY0" fmla="*/ 66663 h 66663"/>
                <a:gd name="connsiteX1" fmla="*/ 0 w 67496"/>
                <a:gd name="connsiteY1" fmla="*/ 33330 h 66663"/>
                <a:gd name="connsiteX2" fmla="*/ 33749 w 67496"/>
                <a:gd name="connsiteY2" fmla="*/ 0 h 66663"/>
                <a:gd name="connsiteX3" fmla="*/ 67495 w 67496"/>
                <a:gd name="connsiteY3" fmla="*/ 33056 h 66663"/>
                <a:gd name="connsiteX4" fmla="*/ 34027 w 67496"/>
                <a:gd name="connsiteY4" fmla="*/ 66662 h 66663"/>
                <a:gd name="connsiteX5" fmla="*/ 33747 w 67496"/>
                <a:gd name="connsiteY5" fmla="*/ 66663 h 66663"/>
                <a:gd name="connsiteX6" fmla="*/ 33747 w 67496"/>
                <a:gd name="connsiteY6" fmla="*/ 16804 h 66663"/>
                <a:gd name="connsiteX7" fmla="*/ 16739 w 67496"/>
                <a:gd name="connsiteY7" fmla="*/ 33336 h 66663"/>
                <a:gd name="connsiteX8" fmla="*/ 33479 w 67496"/>
                <a:gd name="connsiteY8" fmla="*/ 50134 h 66663"/>
                <a:gd name="connsiteX9" fmla="*/ 50486 w 67496"/>
                <a:gd name="connsiteY9" fmla="*/ 33601 h 66663"/>
                <a:gd name="connsiteX10" fmla="*/ 50482 w 67496"/>
                <a:gd name="connsiteY10" fmla="*/ 33056 h 66663"/>
                <a:gd name="connsiteX11" fmla="*/ 33747 w 67496"/>
                <a:gd name="connsiteY11" fmla="*/ 16804 h 6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7496" h="66663">
                  <a:moveTo>
                    <a:pt x="33747" y="66663"/>
                  </a:moveTo>
                  <a:cubicBezTo>
                    <a:pt x="15108" y="66662"/>
                    <a:pt x="-1" y="51739"/>
                    <a:pt x="0" y="33330"/>
                  </a:cubicBezTo>
                  <a:cubicBezTo>
                    <a:pt x="1" y="14922"/>
                    <a:pt x="15111" y="-1"/>
                    <a:pt x="33749" y="0"/>
                  </a:cubicBezTo>
                  <a:cubicBezTo>
                    <a:pt x="52279" y="1"/>
                    <a:pt x="67342" y="14756"/>
                    <a:pt x="67495" y="33056"/>
                  </a:cubicBezTo>
                  <a:cubicBezTo>
                    <a:pt x="67649" y="51464"/>
                    <a:pt x="52665" y="66510"/>
                    <a:pt x="34027" y="66662"/>
                  </a:cubicBezTo>
                  <a:cubicBezTo>
                    <a:pt x="33934" y="66663"/>
                    <a:pt x="33840" y="66663"/>
                    <a:pt x="33747" y="66663"/>
                  </a:cubicBezTo>
                  <a:close/>
                  <a:moveTo>
                    <a:pt x="33747" y="16804"/>
                  </a:moveTo>
                  <a:cubicBezTo>
                    <a:pt x="24428" y="16730"/>
                    <a:pt x="16813" y="24132"/>
                    <a:pt x="16739" y="33336"/>
                  </a:cubicBezTo>
                  <a:cubicBezTo>
                    <a:pt x="16665" y="42540"/>
                    <a:pt x="24159" y="50061"/>
                    <a:pt x="33479" y="50134"/>
                  </a:cubicBezTo>
                  <a:cubicBezTo>
                    <a:pt x="42798" y="50207"/>
                    <a:pt x="50412" y="42805"/>
                    <a:pt x="50486" y="33601"/>
                  </a:cubicBezTo>
                  <a:cubicBezTo>
                    <a:pt x="50488" y="33420"/>
                    <a:pt x="50486" y="33238"/>
                    <a:pt x="50482" y="33056"/>
                  </a:cubicBezTo>
                  <a:cubicBezTo>
                    <a:pt x="50256" y="24067"/>
                    <a:pt x="42851" y="16875"/>
                    <a:pt x="33747" y="168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6A1E2B88-8D01-754A-924C-836B2261054D}"/>
                </a:ext>
              </a:extLst>
            </p:cNvPr>
            <p:cNvSpPr/>
            <p:nvPr/>
          </p:nvSpPr>
          <p:spPr>
            <a:xfrm>
              <a:off x="5955391" y="2437858"/>
              <a:ext cx="127186" cy="102267"/>
            </a:xfrm>
            <a:custGeom>
              <a:avLst/>
              <a:gdLst>
                <a:gd name="connsiteX0" fmla="*/ 118259 w 127186"/>
                <a:gd name="connsiteY0" fmla="*/ 102249 h 102267"/>
                <a:gd name="connsiteX1" fmla="*/ 8368 w 127186"/>
                <a:gd name="connsiteY1" fmla="*/ 102249 h 102267"/>
                <a:gd name="connsiteX2" fmla="*/ 0 w 127186"/>
                <a:gd name="connsiteY2" fmla="*/ 93986 h 102267"/>
                <a:gd name="connsiteX3" fmla="*/ 1 w 127186"/>
                <a:gd name="connsiteY3" fmla="*/ 93847 h 102267"/>
                <a:gd name="connsiteX4" fmla="*/ 1 w 127186"/>
                <a:gd name="connsiteY4" fmla="*/ 24981 h 102267"/>
                <a:gd name="connsiteX5" fmla="*/ 13947 w 127186"/>
                <a:gd name="connsiteY5" fmla="*/ 5285 h 102267"/>
                <a:gd name="connsiteX6" fmla="*/ 15062 w 127186"/>
                <a:gd name="connsiteY6" fmla="*/ 5285 h 102267"/>
                <a:gd name="connsiteX7" fmla="*/ 37096 w 127186"/>
                <a:gd name="connsiteY7" fmla="*/ 188 h 102267"/>
                <a:gd name="connsiteX8" fmla="*/ 46161 w 127186"/>
                <a:gd name="connsiteY8" fmla="*/ 3770 h 102267"/>
                <a:gd name="connsiteX9" fmla="*/ 63593 w 127186"/>
                <a:gd name="connsiteY9" fmla="*/ 29526 h 102267"/>
                <a:gd name="connsiteX10" fmla="*/ 81025 w 127186"/>
                <a:gd name="connsiteY10" fmla="*/ 3770 h 102267"/>
                <a:gd name="connsiteX11" fmla="*/ 89950 w 127186"/>
                <a:gd name="connsiteY11" fmla="*/ 188 h 102267"/>
                <a:gd name="connsiteX12" fmla="*/ 112123 w 127186"/>
                <a:gd name="connsiteY12" fmla="*/ 5285 h 102267"/>
                <a:gd name="connsiteX13" fmla="*/ 113239 w 127186"/>
                <a:gd name="connsiteY13" fmla="*/ 5285 h 102267"/>
                <a:gd name="connsiteX14" fmla="*/ 127185 w 127186"/>
                <a:gd name="connsiteY14" fmla="*/ 24981 h 102267"/>
                <a:gd name="connsiteX15" fmla="*/ 127185 w 127186"/>
                <a:gd name="connsiteY15" fmla="*/ 93847 h 102267"/>
                <a:gd name="connsiteX16" fmla="*/ 118977 w 127186"/>
                <a:gd name="connsiteY16" fmla="*/ 102266 h 102267"/>
                <a:gd name="connsiteX17" fmla="*/ 118259 w 127186"/>
                <a:gd name="connsiteY17" fmla="*/ 102249 h 102267"/>
                <a:gd name="connsiteX18" fmla="*/ 17015 w 127186"/>
                <a:gd name="connsiteY18" fmla="*/ 85583 h 102267"/>
                <a:gd name="connsiteX19" fmla="*/ 109892 w 127186"/>
                <a:gd name="connsiteY19" fmla="*/ 85583 h 102267"/>
                <a:gd name="connsiteX20" fmla="*/ 109892 w 127186"/>
                <a:gd name="connsiteY20" fmla="*/ 24430 h 102267"/>
                <a:gd name="connsiteX21" fmla="*/ 107382 w 127186"/>
                <a:gd name="connsiteY21" fmla="*/ 20435 h 102267"/>
                <a:gd name="connsiteX22" fmla="*/ 91763 w 127186"/>
                <a:gd name="connsiteY22" fmla="*/ 16854 h 102267"/>
                <a:gd name="connsiteX23" fmla="*/ 70426 w 127186"/>
                <a:gd name="connsiteY23" fmla="*/ 48258 h 102267"/>
                <a:gd name="connsiteX24" fmla="*/ 58108 w 127186"/>
                <a:gd name="connsiteY24" fmla="*/ 49865 h 102267"/>
                <a:gd name="connsiteX25" fmla="*/ 56481 w 127186"/>
                <a:gd name="connsiteY25" fmla="*/ 48258 h 102267"/>
                <a:gd name="connsiteX26" fmla="*/ 35005 w 127186"/>
                <a:gd name="connsiteY26" fmla="*/ 16854 h 102267"/>
                <a:gd name="connsiteX27" fmla="*/ 19385 w 127186"/>
                <a:gd name="connsiteY27" fmla="*/ 20435 h 102267"/>
                <a:gd name="connsiteX28" fmla="*/ 16875 w 127186"/>
                <a:gd name="connsiteY28" fmla="*/ 24430 h 102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7186" h="102267">
                  <a:moveTo>
                    <a:pt x="118259" y="102249"/>
                  </a:moveTo>
                  <a:lnTo>
                    <a:pt x="8368" y="102249"/>
                  </a:lnTo>
                  <a:cubicBezTo>
                    <a:pt x="3747" y="102250"/>
                    <a:pt x="1" y="98550"/>
                    <a:pt x="0" y="93986"/>
                  </a:cubicBezTo>
                  <a:cubicBezTo>
                    <a:pt x="0" y="93940"/>
                    <a:pt x="0" y="93894"/>
                    <a:pt x="1" y="93847"/>
                  </a:cubicBezTo>
                  <a:lnTo>
                    <a:pt x="1" y="24981"/>
                  </a:lnTo>
                  <a:cubicBezTo>
                    <a:pt x="72" y="16197"/>
                    <a:pt x="5617" y="8365"/>
                    <a:pt x="13947" y="5285"/>
                  </a:cubicBezTo>
                  <a:lnTo>
                    <a:pt x="15062" y="5285"/>
                  </a:lnTo>
                  <a:lnTo>
                    <a:pt x="37096" y="188"/>
                  </a:lnTo>
                  <a:cubicBezTo>
                    <a:pt x="40573" y="-538"/>
                    <a:pt x="44151" y="875"/>
                    <a:pt x="46161" y="3770"/>
                  </a:cubicBezTo>
                  <a:lnTo>
                    <a:pt x="63593" y="29526"/>
                  </a:lnTo>
                  <a:lnTo>
                    <a:pt x="81025" y="3770"/>
                  </a:lnTo>
                  <a:cubicBezTo>
                    <a:pt x="82989" y="898"/>
                    <a:pt x="86515" y="-517"/>
                    <a:pt x="89950" y="188"/>
                  </a:cubicBezTo>
                  <a:lnTo>
                    <a:pt x="112123" y="5285"/>
                  </a:lnTo>
                  <a:lnTo>
                    <a:pt x="113239" y="5285"/>
                  </a:lnTo>
                  <a:cubicBezTo>
                    <a:pt x="121569" y="8365"/>
                    <a:pt x="127114" y="16197"/>
                    <a:pt x="127185" y="24981"/>
                  </a:cubicBezTo>
                  <a:lnTo>
                    <a:pt x="127185" y="93847"/>
                  </a:lnTo>
                  <a:cubicBezTo>
                    <a:pt x="127272" y="98411"/>
                    <a:pt x="123597" y="102180"/>
                    <a:pt x="118977" y="102266"/>
                  </a:cubicBezTo>
                  <a:cubicBezTo>
                    <a:pt x="118738" y="102271"/>
                    <a:pt x="118498" y="102265"/>
                    <a:pt x="118259" y="102249"/>
                  </a:cubicBezTo>
                  <a:close/>
                  <a:moveTo>
                    <a:pt x="17015" y="85583"/>
                  </a:moveTo>
                  <a:lnTo>
                    <a:pt x="109892" y="85583"/>
                  </a:lnTo>
                  <a:lnTo>
                    <a:pt x="109892" y="24430"/>
                  </a:lnTo>
                  <a:cubicBezTo>
                    <a:pt x="109872" y="22741"/>
                    <a:pt x="108905" y="21203"/>
                    <a:pt x="107382" y="20435"/>
                  </a:cubicBezTo>
                  <a:lnTo>
                    <a:pt x="91763" y="16854"/>
                  </a:lnTo>
                  <a:lnTo>
                    <a:pt x="70426" y="48258"/>
                  </a:lnTo>
                  <a:cubicBezTo>
                    <a:pt x="67474" y="52061"/>
                    <a:pt x="61959" y="52781"/>
                    <a:pt x="58108" y="49865"/>
                  </a:cubicBezTo>
                  <a:cubicBezTo>
                    <a:pt x="57497" y="49402"/>
                    <a:pt x="56950" y="48862"/>
                    <a:pt x="56481" y="48258"/>
                  </a:cubicBezTo>
                  <a:lnTo>
                    <a:pt x="35005" y="16854"/>
                  </a:lnTo>
                  <a:lnTo>
                    <a:pt x="19385" y="20435"/>
                  </a:lnTo>
                  <a:cubicBezTo>
                    <a:pt x="17840" y="21178"/>
                    <a:pt x="16863" y="22732"/>
                    <a:pt x="16875" y="24430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4D32657D-FBBA-324D-B091-2571EE5DA647}"/>
                </a:ext>
              </a:extLst>
            </p:cNvPr>
            <p:cNvSpPr/>
            <p:nvPr/>
          </p:nvSpPr>
          <p:spPr>
            <a:xfrm>
              <a:off x="6010198" y="2474104"/>
              <a:ext cx="16875" cy="66003"/>
            </a:xfrm>
            <a:custGeom>
              <a:avLst/>
              <a:gdLst>
                <a:gd name="connsiteX0" fmla="*/ 8507 w 16875"/>
                <a:gd name="connsiteY0" fmla="*/ 66004 h 66003"/>
                <a:gd name="connsiteX1" fmla="*/ 0 w 16875"/>
                <a:gd name="connsiteY1" fmla="*/ 57602 h 66003"/>
                <a:gd name="connsiteX2" fmla="*/ 0 w 16875"/>
                <a:gd name="connsiteY2" fmla="*/ 7329 h 66003"/>
                <a:gd name="connsiteX3" fmla="*/ 9524 w 16875"/>
                <a:gd name="connsiteY3" fmla="*/ 70 h 66003"/>
                <a:gd name="connsiteX4" fmla="*/ 16874 w 16875"/>
                <a:gd name="connsiteY4" fmla="*/ 7329 h 66003"/>
                <a:gd name="connsiteX5" fmla="*/ 16874 w 16875"/>
                <a:gd name="connsiteY5" fmla="*/ 57602 h 66003"/>
                <a:gd name="connsiteX6" fmla="*/ 8647 w 16875"/>
                <a:gd name="connsiteY6" fmla="*/ 66003 h 66003"/>
                <a:gd name="connsiteX7" fmla="*/ 8507 w 16875"/>
                <a:gd name="connsiteY7" fmla="*/ 66004 h 6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75" h="66003">
                  <a:moveTo>
                    <a:pt x="8507" y="66004"/>
                  </a:moveTo>
                  <a:cubicBezTo>
                    <a:pt x="3809" y="66004"/>
                    <a:pt x="0" y="62242"/>
                    <a:pt x="0" y="57602"/>
                  </a:cubicBezTo>
                  <a:lnTo>
                    <a:pt x="0" y="7329"/>
                  </a:lnTo>
                  <a:cubicBezTo>
                    <a:pt x="600" y="2727"/>
                    <a:pt x="4864" y="-523"/>
                    <a:pt x="9524" y="70"/>
                  </a:cubicBezTo>
                  <a:cubicBezTo>
                    <a:pt x="13360" y="558"/>
                    <a:pt x="16380" y="3540"/>
                    <a:pt x="16874" y="7329"/>
                  </a:cubicBezTo>
                  <a:lnTo>
                    <a:pt x="16874" y="57602"/>
                  </a:lnTo>
                  <a:cubicBezTo>
                    <a:pt x="16951" y="62165"/>
                    <a:pt x="13268" y="65926"/>
                    <a:pt x="8647" y="66003"/>
                  </a:cubicBezTo>
                  <a:cubicBezTo>
                    <a:pt x="8601" y="66003"/>
                    <a:pt x="8554" y="66004"/>
                    <a:pt x="8507" y="660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C4BE891-928E-084C-A324-78574E38D935}"/>
                </a:ext>
              </a:extLst>
            </p:cNvPr>
            <p:cNvSpPr/>
            <p:nvPr/>
          </p:nvSpPr>
          <p:spPr>
            <a:xfrm>
              <a:off x="6112559" y="2368353"/>
              <a:ext cx="172088" cy="133561"/>
            </a:xfrm>
            <a:custGeom>
              <a:avLst/>
              <a:gdLst>
                <a:gd name="connsiteX0" fmla="*/ 8367 w 172088"/>
                <a:gd name="connsiteY0" fmla="*/ 133464 h 133561"/>
                <a:gd name="connsiteX1" fmla="*/ 5439 w 172088"/>
                <a:gd name="connsiteY1" fmla="*/ 133464 h 133561"/>
                <a:gd name="connsiteX2" fmla="*/ 0 w 172088"/>
                <a:gd name="connsiteY2" fmla="*/ 125613 h 133561"/>
                <a:gd name="connsiteX3" fmla="*/ 0 w 172088"/>
                <a:gd name="connsiteY3" fmla="*/ 30439 h 133561"/>
                <a:gd name="connsiteX4" fmla="*/ 30820 w 172088"/>
                <a:gd name="connsiteY4" fmla="*/ 0 h 133561"/>
                <a:gd name="connsiteX5" fmla="*/ 141269 w 172088"/>
                <a:gd name="connsiteY5" fmla="*/ 0 h 133561"/>
                <a:gd name="connsiteX6" fmla="*/ 172088 w 172088"/>
                <a:gd name="connsiteY6" fmla="*/ 30439 h 133561"/>
                <a:gd name="connsiteX7" fmla="*/ 172088 w 172088"/>
                <a:gd name="connsiteY7" fmla="*/ 59501 h 133561"/>
                <a:gd name="connsiteX8" fmla="*/ 141269 w 172088"/>
                <a:gd name="connsiteY8" fmla="*/ 89940 h 133561"/>
                <a:gd name="connsiteX9" fmla="*/ 61082 w 172088"/>
                <a:gd name="connsiteY9" fmla="*/ 89940 h 133561"/>
                <a:gd name="connsiteX10" fmla="*/ 41558 w 172088"/>
                <a:gd name="connsiteY10" fmla="*/ 99031 h 133561"/>
                <a:gd name="connsiteX11" fmla="*/ 14922 w 172088"/>
                <a:gd name="connsiteY11" fmla="*/ 130434 h 133561"/>
                <a:gd name="connsiteX12" fmla="*/ 8367 w 172088"/>
                <a:gd name="connsiteY12" fmla="*/ 133464 h 133561"/>
                <a:gd name="connsiteX13" fmla="*/ 30820 w 172088"/>
                <a:gd name="connsiteY13" fmla="*/ 16666 h 133561"/>
                <a:gd name="connsiteX14" fmla="*/ 16874 w 172088"/>
                <a:gd name="connsiteY14" fmla="*/ 30439 h 133561"/>
                <a:gd name="connsiteX15" fmla="*/ 16874 w 172088"/>
                <a:gd name="connsiteY15" fmla="*/ 102061 h 133561"/>
                <a:gd name="connsiteX16" fmla="*/ 28588 w 172088"/>
                <a:gd name="connsiteY16" fmla="*/ 88287 h 133561"/>
                <a:gd name="connsiteX17" fmla="*/ 61082 w 172088"/>
                <a:gd name="connsiteY17" fmla="*/ 73274 h 133561"/>
                <a:gd name="connsiteX18" fmla="*/ 141269 w 172088"/>
                <a:gd name="connsiteY18" fmla="*/ 73274 h 133561"/>
                <a:gd name="connsiteX19" fmla="*/ 155214 w 172088"/>
                <a:gd name="connsiteY19" fmla="*/ 59501 h 133561"/>
                <a:gd name="connsiteX20" fmla="*/ 155214 w 172088"/>
                <a:gd name="connsiteY20" fmla="*/ 30439 h 133561"/>
                <a:gd name="connsiteX21" fmla="*/ 141269 w 172088"/>
                <a:gd name="connsiteY21" fmla="*/ 16666 h 13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2088" h="133561">
                  <a:moveTo>
                    <a:pt x="8367" y="133464"/>
                  </a:moveTo>
                  <a:cubicBezTo>
                    <a:pt x="7396" y="133594"/>
                    <a:pt x="6411" y="133594"/>
                    <a:pt x="5439" y="133464"/>
                  </a:cubicBezTo>
                  <a:cubicBezTo>
                    <a:pt x="2156" y="132210"/>
                    <a:pt x="-6" y="129089"/>
                    <a:pt x="0" y="125613"/>
                  </a:cubicBezTo>
                  <a:lnTo>
                    <a:pt x="0" y="30439"/>
                  </a:lnTo>
                  <a:cubicBezTo>
                    <a:pt x="0" y="13628"/>
                    <a:pt x="13798" y="0"/>
                    <a:pt x="30820" y="0"/>
                  </a:cubicBezTo>
                  <a:lnTo>
                    <a:pt x="141269" y="0"/>
                  </a:lnTo>
                  <a:cubicBezTo>
                    <a:pt x="158290" y="0"/>
                    <a:pt x="172088" y="13628"/>
                    <a:pt x="172088" y="30439"/>
                  </a:cubicBezTo>
                  <a:lnTo>
                    <a:pt x="172088" y="59501"/>
                  </a:lnTo>
                  <a:cubicBezTo>
                    <a:pt x="172088" y="76312"/>
                    <a:pt x="158290" y="89940"/>
                    <a:pt x="141269" y="89940"/>
                  </a:cubicBezTo>
                  <a:lnTo>
                    <a:pt x="61082" y="89940"/>
                  </a:lnTo>
                  <a:cubicBezTo>
                    <a:pt x="53528" y="89950"/>
                    <a:pt x="46372" y="93282"/>
                    <a:pt x="41558" y="99031"/>
                  </a:cubicBezTo>
                  <a:lnTo>
                    <a:pt x="14922" y="130434"/>
                  </a:lnTo>
                  <a:cubicBezTo>
                    <a:pt x="13291" y="132342"/>
                    <a:pt x="10896" y="133449"/>
                    <a:pt x="8367" y="133464"/>
                  </a:cubicBezTo>
                  <a:close/>
                  <a:moveTo>
                    <a:pt x="30820" y="16666"/>
                  </a:moveTo>
                  <a:cubicBezTo>
                    <a:pt x="23118" y="16666"/>
                    <a:pt x="16874" y="22832"/>
                    <a:pt x="16874" y="30439"/>
                  </a:cubicBezTo>
                  <a:lnTo>
                    <a:pt x="16874" y="102061"/>
                  </a:lnTo>
                  <a:lnTo>
                    <a:pt x="28588" y="88287"/>
                  </a:lnTo>
                  <a:cubicBezTo>
                    <a:pt x="36587" y="78718"/>
                    <a:pt x="48517" y="73206"/>
                    <a:pt x="61082" y="73274"/>
                  </a:cubicBezTo>
                  <a:lnTo>
                    <a:pt x="141269" y="73274"/>
                  </a:lnTo>
                  <a:cubicBezTo>
                    <a:pt x="148970" y="73274"/>
                    <a:pt x="155214" y="67108"/>
                    <a:pt x="155214" y="59501"/>
                  </a:cubicBezTo>
                  <a:lnTo>
                    <a:pt x="155214" y="30439"/>
                  </a:lnTo>
                  <a:cubicBezTo>
                    <a:pt x="155214" y="22832"/>
                    <a:pt x="148970" y="16666"/>
                    <a:pt x="141269" y="16666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46F466C-3D8B-9F47-9DB6-E5B6ECBF9FBE}"/>
                </a:ext>
              </a:extLst>
            </p:cNvPr>
            <p:cNvSpPr/>
            <p:nvPr/>
          </p:nvSpPr>
          <p:spPr>
            <a:xfrm>
              <a:off x="6154814" y="2404852"/>
              <a:ext cx="19524" cy="19283"/>
            </a:xfrm>
            <a:custGeom>
              <a:avLst/>
              <a:gdLst>
                <a:gd name="connsiteX0" fmla="*/ 19524 w 19524"/>
                <a:gd name="connsiteY0" fmla="*/ 9642 h 19283"/>
                <a:gd name="connsiteX1" fmla="*/ 9762 w 19524"/>
                <a:gd name="connsiteY1" fmla="*/ 19284 h 19283"/>
                <a:gd name="connsiteX2" fmla="*/ 0 w 19524"/>
                <a:gd name="connsiteY2" fmla="*/ 9642 h 19283"/>
                <a:gd name="connsiteX3" fmla="*/ 9762 w 19524"/>
                <a:gd name="connsiteY3" fmla="*/ 1 h 19283"/>
                <a:gd name="connsiteX4" fmla="*/ 19524 w 19524"/>
                <a:gd name="connsiteY4" fmla="*/ 9365 h 19283"/>
                <a:gd name="connsiteX5" fmla="*/ 19524 w 19524"/>
                <a:gd name="connsiteY5" fmla="*/ 9642 h 1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24" h="19283">
                  <a:moveTo>
                    <a:pt x="19524" y="9642"/>
                  </a:moveTo>
                  <a:cubicBezTo>
                    <a:pt x="19524" y="14967"/>
                    <a:pt x="15153" y="19284"/>
                    <a:pt x="9762" y="19284"/>
                  </a:cubicBezTo>
                  <a:cubicBezTo>
                    <a:pt x="4371" y="19284"/>
                    <a:pt x="0" y="14967"/>
                    <a:pt x="0" y="9642"/>
                  </a:cubicBezTo>
                  <a:cubicBezTo>
                    <a:pt x="0" y="4318"/>
                    <a:pt x="4371" y="1"/>
                    <a:pt x="9762" y="1"/>
                  </a:cubicBezTo>
                  <a:cubicBezTo>
                    <a:pt x="15076" y="-76"/>
                    <a:pt x="19446" y="4117"/>
                    <a:pt x="19524" y="9365"/>
                  </a:cubicBezTo>
                  <a:cubicBezTo>
                    <a:pt x="19525" y="9457"/>
                    <a:pt x="19525" y="9550"/>
                    <a:pt x="19524" y="9642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BC5513E-90E1-F141-A5C5-589B1B7262B3}"/>
                </a:ext>
              </a:extLst>
            </p:cNvPr>
            <p:cNvSpPr/>
            <p:nvPr/>
          </p:nvSpPr>
          <p:spPr>
            <a:xfrm>
              <a:off x="6188702" y="2404852"/>
              <a:ext cx="19524" cy="19282"/>
            </a:xfrm>
            <a:custGeom>
              <a:avLst/>
              <a:gdLst>
                <a:gd name="connsiteX0" fmla="*/ 19524 w 19524"/>
                <a:gd name="connsiteY0" fmla="*/ 9642 h 19282"/>
                <a:gd name="connsiteX1" fmla="*/ 9761 w 19524"/>
                <a:gd name="connsiteY1" fmla="*/ 19283 h 19282"/>
                <a:gd name="connsiteX2" fmla="*/ 0 w 19524"/>
                <a:gd name="connsiteY2" fmla="*/ 9640 h 19282"/>
                <a:gd name="connsiteX3" fmla="*/ 9763 w 19524"/>
                <a:gd name="connsiteY3" fmla="*/ 0 h 19282"/>
                <a:gd name="connsiteX4" fmla="*/ 9901 w 19524"/>
                <a:gd name="connsiteY4" fmla="*/ 1 h 19282"/>
                <a:gd name="connsiteX5" fmla="*/ 19525 w 19524"/>
                <a:gd name="connsiteY5" fmla="*/ 9504 h 19282"/>
                <a:gd name="connsiteX6" fmla="*/ 19524 w 19524"/>
                <a:gd name="connsiteY6" fmla="*/ 9642 h 19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24" h="19282">
                  <a:moveTo>
                    <a:pt x="19524" y="9642"/>
                  </a:moveTo>
                  <a:cubicBezTo>
                    <a:pt x="19523" y="14967"/>
                    <a:pt x="15152" y="19283"/>
                    <a:pt x="9761" y="19283"/>
                  </a:cubicBezTo>
                  <a:cubicBezTo>
                    <a:pt x="4370" y="19282"/>
                    <a:pt x="-1" y="14965"/>
                    <a:pt x="0" y="9640"/>
                  </a:cubicBezTo>
                  <a:cubicBezTo>
                    <a:pt x="1" y="4316"/>
                    <a:pt x="4372" y="-1"/>
                    <a:pt x="9763" y="0"/>
                  </a:cubicBezTo>
                  <a:cubicBezTo>
                    <a:pt x="9809" y="0"/>
                    <a:pt x="9855" y="0"/>
                    <a:pt x="9901" y="1"/>
                  </a:cubicBezTo>
                  <a:cubicBezTo>
                    <a:pt x="15216" y="0"/>
                    <a:pt x="19524" y="4255"/>
                    <a:pt x="19525" y="9504"/>
                  </a:cubicBezTo>
                  <a:cubicBezTo>
                    <a:pt x="19525" y="9550"/>
                    <a:pt x="19524" y="9596"/>
                    <a:pt x="19524" y="9642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877C4AD-24F7-E841-B402-D6CB6D3070E9}"/>
                </a:ext>
              </a:extLst>
            </p:cNvPr>
            <p:cNvSpPr/>
            <p:nvPr/>
          </p:nvSpPr>
          <p:spPr>
            <a:xfrm>
              <a:off x="6223892" y="2404853"/>
              <a:ext cx="18360" cy="19144"/>
            </a:xfrm>
            <a:custGeom>
              <a:avLst/>
              <a:gdLst>
                <a:gd name="connsiteX0" fmla="*/ 18360 w 18360"/>
                <a:gd name="connsiteY0" fmla="*/ 9641 h 19144"/>
                <a:gd name="connsiteX1" fmla="*/ 8598 w 18360"/>
                <a:gd name="connsiteY1" fmla="*/ 19145 h 19144"/>
                <a:gd name="connsiteX2" fmla="*/ 71 w 18360"/>
                <a:gd name="connsiteY2" fmla="*/ 8422 h 19144"/>
                <a:gd name="connsiteX3" fmla="*/ 8598 w 18360"/>
                <a:gd name="connsiteY3" fmla="*/ 0 h 19144"/>
                <a:gd name="connsiteX4" fmla="*/ 18360 w 18360"/>
                <a:gd name="connsiteY4" fmla="*/ 9641 h 1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0" h="19144">
                  <a:moveTo>
                    <a:pt x="18360" y="9641"/>
                  </a:moveTo>
                  <a:cubicBezTo>
                    <a:pt x="18284" y="14912"/>
                    <a:pt x="13936" y="19146"/>
                    <a:pt x="8598" y="19145"/>
                  </a:cubicBezTo>
                  <a:cubicBezTo>
                    <a:pt x="3245" y="18510"/>
                    <a:pt x="-573" y="13709"/>
                    <a:pt x="71" y="8422"/>
                  </a:cubicBezTo>
                  <a:cubicBezTo>
                    <a:pt x="608" y="4009"/>
                    <a:pt x="4130" y="530"/>
                    <a:pt x="8598" y="0"/>
                  </a:cubicBezTo>
                  <a:cubicBezTo>
                    <a:pt x="13989" y="0"/>
                    <a:pt x="18360" y="4317"/>
                    <a:pt x="18360" y="9641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1" name="Graphic 30">
            <a:extLst>
              <a:ext uri="{FF2B5EF4-FFF2-40B4-BE49-F238E27FC236}">
                <a16:creationId xmlns:a16="http://schemas.microsoft.com/office/drawing/2014/main" id="{E488F631-4CE7-D249-8031-41ED783A7EE8}"/>
              </a:ext>
            </a:extLst>
          </p:cNvPr>
          <p:cNvGrpSpPr>
            <a:grpSpLocks noChangeAspect="1"/>
          </p:cNvGrpSpPr>
          <p:nvPr/>
        </p:nvGrpSpPr>
        <p:grpSpPr>
          <a:xfrm>
            <a:off x="7223090" y="3239406"/>
            <a:ext cx="390699" cy="496749"/>
            <a:chOff x="5916622" y="2229310"/>
            <a:chExt cx="390699" cy="496749"/>
          </a:xfrm>
          <a:solidFill>
            <a:srgbClr val="FFFFFF"/>
          </a:solidFill>
        </p:grpSpPr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F38DC210-E78C-954C-8F2E-C5974EFDF2D7}"/>
                </a:ext>
              </a:extLst>
            </p:cNvPr>
            <p:cNvSpPr/>
            <p:nvPr/>
          </p:nvSpPr>
          <p:spPr>
            <a:xfrm>
              <a:off x="5916622" y="2229310"/>
              <a:ext cx="384132" cy="496749"/>
            </a:xfrm>
            <a:custGeom>
              <a:avLst/>
              <a:gdLst>
                <a:gd name="connsiteX0" fmla="*/ 375695 w 384132"/>
                <a:gd name="connsiteY0" fmla="*/ 496748 h 496749"/>
                <a:gd name="connsiteX1" fmla="*/ 8508 w 384132"/>
                <a:gd name="connsiteY1" fmla="*/ 496748 h 496749"/>
                <a:gd name="connsiteX2" fmla="*/ 1 w 384132"/>
                <a:gd name="connsiteY2" fmla="*/ 488745 h 496749"/>
                <a:gd name="connsiteX3" fmla="*/ 1 w 384132"/>
                <a:gd name="connsiteY3" fmla="*/ 488471 h 496749"/>
                <a:gd name="connsiteX4" fmla="*/ 1 w 384132"/>
                <a:gd name="connsiteY4" fmla="*/ 8277 h 496749"/>
                <a:gd name="connsiteX5" fmla="*/ 8508 w 384132"/>
                <a:gd name="connsiteY5" fmla="*/ 0 h 496749"/>
                <a:gd name="connsiteX6" fmla="*/ 375695 w 384132"/>
                <a:gd name="connsiteY6" fmla="*/ 0 h 496749"/>
                <a:gd name="connsiteX7" fmla="*/ 384063 w 384132"/>
                <a:gd name="connsiteY7" fmla="*/ 8140 h 496749"/>
                <a:gd name="connsiteX8" fmla="*/ 384062 w 384132"/>
                <a:gd name="connsiteY8" fmla="*/ 8277 h 496749"/>
                <a:gd name="connsiteX9" fmla="*/ 384062 w 384132"/>
                <a:gd name="connsiteY9" fmla="*/ 44505 h 496749"/>
                <a:gd name="connsiteX10" fmla="*/ 376712 w 384132"/>
                <a:gd name="connsiteY10" fmla="*/ 53772 h 496749"/>
                <a:gd name="connsiteX11" fmla="*/ 367188 w 384132"/>
                <a:gd name="connsiteY11" fmla="*/ 46620 h 496749"/>
                <a:gd name="connsiteX12" fmla="*/ 367188 w 384132"/>
                <a:gd name="connsiteY12" fmla="*/ 44505 h 496749"/>
                <a:gd name="connsiteX13" fmla="*/ 367188 w 384132"/>
                <a:gd name="connsiteY13" fmla="*/ 16418 h 496749"/>
                <a:gd name="connsiteX14" fmla="*/ 16875 w 384132"/>
                <a:gd name="connsiteY14" fmla="*/ 16418 h 496749"/>
                <a:gd name="connsiteX15" fmla="*/ 16875 w 384132"/>
                <a:gd name="connsiteY15" fmla="*/ 480330 h 496749"/>
                <a:gd name="connsiteX16" fmla="*/ 367188 w 384132"/>
                <a:gd name="connsiteY16" fmla="*/ 480330 h 496749"/>
                <a:gd name="connsiteX17" fmla="*/ 367188 w 384132"/>
                <a:gd name="connsiteY17" fmla="*/ 252648 h 496749"/>
                <a:gd name="connsiteX18" fmla="*/ 376712 w 384132"/>
                <a:gd name="connsiteY18" fmla="*/ 245497 h 496749"/>
                <a:gd name="connsiteX19" fmla="*/ 384062 w 384132"/>
                <a:gd name="connsiteY19" fmla="*/ 252648 h 496749"/>
                <a:gd name="connsiteX20" fmla="*/ 384062 w 384132"/>
                <a:gd name="connsiteY20" fmla="*/ 488471 h 496749"/>
                <a:gd name="connsiteX21" fmla="*/ 375836 w 384132"/>
                <a:gd name="connsiteY21" fmla="*/ 496747 h 496749"/>
                <a:gd name="connsiteX22" fmla="*/ 375695 w 384132"/>
                <a:gd name="connsiteY22" fmla="*/ 496748 h 4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4132" h="496749">
                  <a:moveTo>
                    <a:pt x="375695" y="496748"/>
                  </a:moveTo>
                  <a:lnTo>
                    <a:pt x="8508" y="496748"/>
                  </a:lnTo>
                  <a:cubicBezTo>
                    <a:pt x="3887" y="496824"/>
                    <a:pt x="79" y="493241"/>
                    <a:pt x="1" y="488745"/>
                  </a:cubicBezTo>
                  <a:cubicBezTo>
                    <a:pt x="0" y="488654"/>
                    <a:pt x="0" y="488563"/>
                    <a:pt x="1" y="488471"/>
                  </a:cubicBezTo>
                  <a:lnTo>
                    <a:pt x="1" y="8277"/>
                  </a:lnTo>
                  <a:cubicBezTo>
                    <a:pt x="1" y="3706"/>
                    <a:pt x="3810" y="0"/>
                    <a:pt x="8508" y="0"/>
                  </a:cubicBezTo>
                  <a:lnTo>
                    <a:pt x="375695" y="0"/>
                  </a:lnTo>
                  <a:cubicBezTo>
                    <a:pt x="380316" y="-1"/>
                    <a:pt x="384063" y="3644"/>
                    <a:pt x="384063" y="8140"/>
                  </a:cubicBezTo>
                  <a:cubicBezTo>
                    <a:pt x="384063" y="8186"/>
                    <a:pt x="384063" y="8231"/>
                    <a:pt x="384062" y="8277"/>
                  </a:cubicBezTo>
                  <a:lnTo>
                    <a:pt x="384062" y="44505"/>
                  </a:lnTo>
                  <a:cubicBezTo>
                    <a:pt x="384663" y="49039"/>
                    <a:pt x="381372" y="53188"/>
                    <a:pt x="376712" y="53772"/>
                  </a:cubicBezTo>
                  <a:cubicBezTo>
                    <a:pt x="372052" y="54356"/>
                    <a:pt x="367788" y="51154"/>
                    <a:pt x="367188" y="46620"/>
                  </a:cubicBezTo>
                  <a:cubicBezTo>
                    <a:pt x="367095" y="45918"/>
                    <a:pt x="367095" y="45207"/>
                    <a:pt x="367188" y="44505"/>
                  </a:cubicBezTo>
                  <a:lnTo>
                    <a:pt x="367188" y="16418"/>
                  </a:lnTo>
                  <a:lnTo>
                    <a:pt x="16875" y="16418"/>
                  </a:lnTo>
                  <a:lnTo>
                    <a:pt x="16875" y="480330"/>
                  </a:lnTo>
                  <a:lnTo>
                    <a:pt x="367188" y="480330"/>
                  </a:lnTo>
                  <a:lnTo>
                    <a:pt x="367188" y="252648"/>
                  </a:lnTo>
                  <a:cubicBezTo>
                    <a:pt x="367788" y="248115"/>
                    <a:pt x="372052" y="244913"/>
                    <a:pt x="376712" y="245497"/>
                  </a:cubicBezTo>
                  <a:cubicBezTo>
                    <a:pt x="380548" y="245978"/>
                    <a:pt x="383568" y="248916"/>
                    <a:pt x="384062" y="252648"/>
                  </a:cubicBezTo>
                  <a:lnTo>
                    <a:pt x="384062" y="488471"/>
                  </a:lnTo>
                  <a:cubicBezTo>
                    <a:pt x="384139" y="492967"/>
                    <a:pt x="380456" y="496672"/>
                    <a:pt x="375836" y="496747"/>
                  </a:cubicBezTo>
                  <a:cubicBezTo>
                    <a:pt x="375789" y="496748"/>
                    <a:pt x="375742" y="496748"/>
                    <a:pt x="375695" y="496748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511CCA3-729C-AB45-986B-263CD96C2723}"/>
                </a:ext>
              </a:extLst>
            </p:cNvPr>
            <p:cNvSpPr/>
            <p:nvPr/>
          </p:nvSpPr>
          <p:spPr>
            <a:xfrm>
              <a:off x="6002499" y="2319406"/>
              <a:ext cx="182188" cy="16418"/>
            </a:xfrm>
            <a:custGeom>
              <a:avLst/>
              <a:gdLst>
                <a:gd name="connsiteX0" fmla="*/ 174768 w 182188"/>
                <a:gd name="connsiteY0" fmla="*/ 16418 h 16418"/>
                <a:gd name="connsiteX1" fmla="*/ 7421 w 182188"/>
                <a:gd name="connsiteY1" fmla="*/ 16418 h 16418"/>
                <a:gd name="connsiteX2" fmla="*/ 71 w 182188"/>
                <a:gd name="connsiteY2" fmla="*/ 7151 h 16418"/>
                <a:gd name="connsiteX3" fmla="*/ 7421 w 182188"/>
                <a:gd name="connsiteY3" fmla="*/ 0 h 16418"/>
                <a:gd name="connsiteX4" fmla="*/ 174768 w 182188"/>
                <a:gd name="connsiteY4" fmla="*/ 0 h 16418"/>
                <a:gd name="connsiteX5" fmla="*/ 182118 w 182188"/>
                <a:gd name="connsiteY5" fmla="*/ 9267 h 16418"/>
                <a:gd name="connsiteX6" fmla="*/ 174768 w 182188"/>
                <a:gd name="connsiteY6" fmla="*/ 16418 h 16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188" h="16418">
                  <a:moveTo>
                    <a:pt x="174768" y="16418"/>
                  </a:moveTo>
                  <a:lnTo>
                    <a:pt x="7421" y="16418"/>
                  </a:lnTo>
                  <a:cubicBezTo>
                    <a:pt x="2761" y="15834"/>
                    <a:pt x="-530" y="11685"/>
                    <a:pt x="71" y="7151"/>
                  </a:cubicBezTo>
                  <a:cubicBezTo>
                    <a:pt x="565" y="3419"/>
                    <a:pt x="3585" y="481"/>
                    <a:pt x="7421" y="0"/>
                  </a:cubicBezTo>
                  <a:lnTo>
                    <a:pt x="174768" y="0"/>
                  </a:lnTo>
                  <a:cubicBezTo>
                    <a:pt x="179427" y="584"/>
                    <a:pt x="182718" y="4733"/>
                    <a:pt x="182118" y="9267"/>
                  </a:cubicBezTo>
                  <a:cubicBezTo>
                    <a:pt x="181624" y="12999"/>
                    <a:pt x="178604" y="15937"/>
                    <a:pt x="174768" y="16418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742C0408-1003-A849-8792-67F1B63FF9C7}"/>
                </a:ext>
              </a:extLst>
            </p:cNvPr>
            <p:cNvSpPr/>
            <p:nvPr/>
          </p:nvSpPr>
          <p:spPr>
            <a:xfrm>
              <a:off x="5964985" y="2401835"/>
              <a:ext cx="213787" cy="16554"/>
            </a:xfrm>
            <a:custGeom>
              <a:avLst/>
              <a:gdLst>
                <a:gd name="connsiteX0" fmla="*/ 204193 w 213787"/>
                <a:gd name="connsiteY0" fmla="*/ 16487 h 16554"/>
                <a:gd name="connsiteX1" fmla="*/ 7421 w 213787"/>
                <a:gd name="connsiteY1" fmla="*/ 16487 h 16554"/>
                <a:gd name="connsiteX2" fmla="*/ 71 w 213787"/>
                <a:gd name="connsiteY2" fmla="*/ 7220 h 16554"/>
                <a:gd name="connsiteX3" fmla="*/ 7421 w 213787"/>
                <a:gd name="connsiteY3" fmla="*/ 69 h 16554"/>
                <a:gd name="connsiteX4" fmla="*/ 204193 w 213787"/>
                <a:gd name="connsiteY4" fmla="*/ 69 h 16554"/>
                <a:gd name="connsiteX5" fmla="*/ 213717 w 213787"/>
                <a:gd name="connsiteY5" fmla="*/ 7220 h 16554"/>
                <a:gd name="connsiteX6" fmla="*/ 206367 w 213787"/>
                <a:gd name="connsiteY6" fmla="*/ 16487 h 16554"/>
                <a:gd name="connsiteX7" fmla="*/ 204193 w 213787"/>
                <a:gd name="connsiteY7" fmla="*/ 16487 h 1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787" h="16554">
                  <a:moveTo>
                    <a:pt x="204193" y="16487"/>
                  </a:moveTo>
                  <a:lnTo>
                    <a:pt x="7421" y="16487"/>
                  </a:lnTo>
                  <a:cubicBezTo>
                    <a:pt x="2761" y="15903"/>
                    <a:pt x="-530" y="11754"/>
                    <a:pt x="71" y="7220"/>
                  </a:cubicBezTo>
                  <a:cubicBezTo>
                    <a:pt x="565" y="3488"/>
                    <a:pt x="3585" y="550"/>
                    <a:pt x="7421" y="69"/>
                  </a:cubicBezTo>
                  <a:lnTo>
                    <a:pt x="204193" y="69"/>
                  </a:lnTo>
                  <a:cubicBezTo>
                    <a:pt x="208852" y="-515"/>
                    <a:pt x="213117" y="2686"/>
                    <a:pt x="213717" y="7220"/>
                  </a:cubicBezTo>
                  <a:cubicBezTo>
                    <a:pt x="214317" y="11754"/>
                    <a:pt x="211026" y="15903"/>
                    <a:pt x="206367" y="16487"/>
                  </a:cubicBezTo>
                  <a:cubicBezTo>
                    <a:pt x="205645" y="16577"/>
                    <a:pt x="204914" y="16577"/>
                    <a:pt x="204193" y="1648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AD80D9A-FE9E-B348-889B-BF235690F4D4}"/>
                </a:ext>
              </a:extLst>
            </p:cNvPr>
            <p:cNvSpPr/>
            <p:nvPr/>
          </p:nvSpPr>
          <p:spPr>
            <a:xfrm>
              <a:off x="5964985" y="2457128"/>
              <a:ext cx="201991" cy="16418"/>
            </a:xfrm>
            <a:custGeom>
              <a:avLst/>
              <a:gdLst>
                <a:gd name="connsiteX0" fmla="*/ 194570 w 201991"/>
                <a:gd name="connsiteY0" fmla="*/ 16418 h 16418"/>
                <a:gd name="connsiteX1" fmla="*/ 7421 w 201991"/>
                <a:gd name="connsiteY1" fmla="*/ 16418 h 16418"/>
                <a:gd name="connsiteX2" fmla="*/ 71 w 201991"/>
                <a:gd name="connsiteY2" fmla="*/ 7151 h 16418"/>
                <a:gd name="connsiteX3" fmla="*/ 7421 w 201991"/>
                <a:gd name="connsiteY3" fmla="*/ 0 h 16418"/>
                <a:gd name="connsiteX4" fmla="*/ 194570 w 201991"/>
                <a:gd name="connsiteY4" fmla="*/ 0 h 16418"/>
                <a:gd name="connsiteX5" fmla="*/ 201920 w 201991"/>
                <a:gd name="connsiteY5" fmla="*/ 9267 h 16418"/>
                <a:gd name="connsiteX6" fmla="*/ 194570 w 201991"/>
                <a:gd name="connsiteY6" fmla="*/ 16418 h 16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91" h="16418">
                  <a:moveTo>
                    <a:pt x="194570" y="16418"/>
                  </a:moveTo>
                  <a:lnTo>
                    <a:pt x="7421" y="16418"/>
                  </a:lnTo>
                  <a:cubicBezTo>
                    <a:pt x="2761" y="15834"/>
                    <a:pt x="-530" y="11685"/>
                    <a:pt x="71" y="7151"/>
                  </a:cubicBezTo>
                  <a:cubicBezTo>
                    <a:pt x="565" y="3419"/>
                    <a:pt x="3585" y="481"/>
                    <a:pt x="7421" y="0"/>
                  </a:cubicBezTo>
                  <a:lnTo>
                    <a:pt x="194570" y="0"/>
                  </a:lnTo>
                  <a:cubicBezTo>
                    <a:pt x="199230" y="584"/>
                    <a:pt x="202521" y="4733"/>
                    <a:pt x="201920" y="9267"/>
                  </a:cubicBezTo>
                  <a:cubicBezTo>
                    <a:pt x="201426" y="12999"/>
                    <a:pt x="198406" y="15937"/>
                    <a:pt x="194570" y="16418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66BDBB68-BAD1-5E4E-8196-4F2351251977}"/>
                </a:ext>
              </a:extLst>
            </p:cNvPr>
            <p:cNvSpPr/>
            <p:nvPr/>
          </p:nvSpPr>
          <p:spPr>
            <a:xfrm>
              <a:off x="5964037" y="2513302"/>
              <a:ext cx="194262" cy="16553"/>
            </a:xfrm>
            <a:custGeom>
              <a:avLst/>
              <a:gdLst>
                <a:gd name="connsiteX0" fmla="*/ 185756 w 194262"/>
                <a:gd name="connsiteY0" fmla="*/ 16554 h 16553"/>
                <a:gd name="connsiteX1" fmla="*/ 8369 w 194262"/>
                <a:gd name="connsiteY1" fmla="*/ 16554 h 16553"/>
                <a:gd name="connsiteX2" fmla="*/ 0 w 194262"/>
                <a:gd name="connsiteY2" fmla="*/ 8414 h 16553"/>
                <a:gd name="connsiteX3" fmla="*/ 1 w 194262"/>
                <a:gd name="connsiteY3" fmla="*/ 8277 h 16553"/>
                <a:gd name="connsiteX4" fmla="*/ 8369 w 194262"/>
                <a:gd name="connsiteY4" fmla="*/ 0 h 16553"/>
                <a:gd name="connsiteX5" fmla="*/ 185756 w 194262"/>
                <a:gd name="connsiteY5" fmla="*/ 0 h 16553"/>
                <a:gd name="connsiteX6" fmla="*/ 194263 w 194262"/>
                <a:gd name="connsiteY6" fmla="*/ 8277 h 16553"/>
                <a:gd name="connsiteX7" fmla="*/ 185756 w 194262"/>
                <a:gd name="connsiteY7" fmla="*/ 16554 h 1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262" h="16553">
                  <a:moveTo>
                    <a:pt x="185756" y="16554"/>
                  </a:moveTo>
                  <a:lnTo>
                    <a:pt x="8369" y="16554"/>
                  </a:lnTo>
                  <a:cubicBezTo>
                    <a:pt x="3747" y="16554"/>
                    <a:pt x="1" y="12910"/>
                    <a:pt x="0" y="8414"/>
                  </a:cubicBezTo>
                  <a:cubicBezTo>
                    <a:pt x="0" y="8368"/>
                    <a:pt x="0" y="8322"/>
                    <a:pt x="1" y="8277"/>
                  </a:cubicBezTo>
                  <a:cubicBezTo>
                    <a:pt x="1" y="3758"/>
                    <a:pt x="3725" y="74"/>
                    <a:pt x="8369" y="0"/>
                  </a:cubicBezTo>
                  <a:lnTo>
                    <a:pt x="185756" y="0"/>
                  </a:lnTo>
                  <a:cubicBezTo>
                    <a:pt x="190454" y="0"/>
                    <a:pt x="194263" y="3706"/>
                    <a:pt x="194263" y="8277"/>
                  </a:cubicBezTo>
                  <a:cubicBezTo>
                    <a:pt x="194263" y="12848"/>
                    <a:pt x="190454" y="16554"/>
                    <a:pt x="185756" y="1655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16AA618-56DB-5F44-B561-FB74D5F8225A}"/>
                </a:ext>
              </a:extLst>
            </p:cNvPr>
            <p:cNvSpPr/>
            <p:nvPr/>
          </p:nvSpPr>
          <p:spPr>
            <a:xfrm>
              <a:off x="5963620" y="2568527"/>
              <a:ext cx="184639" cy="17096"/>
            </a:xfrm>
            <a:custGeom>
              <a:avLst/>
              <a:gdLst>
                <a:gd name="connsiteX0" fmla="*/ 176133 w 184639"/>
                <a:gd name="connsiteY0" fmla="*/ 17097 h 17096"/>
                <a:gd name="connsiteX1" fmla="*/ 8786 w 184639"/>
                <a:gd name="connsiteY1" fmla="*/ 17097 h 17096"/>
                <a:gd name="connsiteX2" fmla="*/ 0 w 184639"/>
                <a:gd name="connsiteY2" fmla="*/ 8548 h 17096"/>
                <a:gd name="connsiteX3" fmla="*/ 8786 w 184639"/>
                <a:gd name="connsiteY3" fmla="*/ 0 h 17096"/>
                <a:gd name="connsiteX4" fmla="*/ 176133 w 184639"/>
                <a:gd name="connsiteY4" fmla="*/ 0 h 17096"/>
                <a:gd name="connsiteX5" fmla="*/ 184639 w 184639"/>
                <a:gd name="connsiteY5" fmla="*/ 8277 h 17096"/>
                <a:gd name="connsiteX6" fmla="*/ 176133 w 184639"/>
                <a:gd name="connsiteY6" fmla="*/ 16554 h 1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639" h="17096">
                  <a:moveTo>
                    <a:pt x="176133" y="17097"/>
                  </a:moveTo>
                  <a:lnTo>
                    <a:pt x="8786" y="17097"/>
                  </a:lnTo>
                  <a:cubicBezTo>
                    <a:pt x="3933" y="17097"/>
                    <a:pt x="0" y="13269"/>
                    <a:pt x="0" y="8548"/>
                  </a:cubicBezTo>
                  <a:cubicBezTo>
                    <a:pt x="0" y="3827"/>
                    <a:pt x="3933" y="0"/>
                    <a:pt x="8786" y="0"/>
                  </a:cubicBezTo>
                  <a:lnTo>
                    <a:pt x="176133" y="0"/>
                  </a:lnTo>
                  <a:cubicBezTo>
                    <a:pt x="180831" y="0"/>
                    <a:pt x="184639" y="3706"/>
                    <a:pt x="184639" y="8277"/>
                  </a:cubicBezTo>
                  <a:cubicBezTo>
                    <a:pt x="184639" y="12848"/>
                    <a:pt x="180831" y="16554"/>
                    <a:pt x="176133" y="1655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D0BDEB80-CF66-B548-8BF7-8A01A5922EF1}"/>
                </a:ext>
              </a:extLst>
            </p:cNvPr>
            <p:cNvSpPr/>
            <p:nvPr/>
          </p:nvSpPr>
          <p:spPr>
            <a:xfrm>
              <a:off x="6100733" y="2651905"/>
              <a:ext cx="136471" cy="16555"/>
            </a:xfrm>
            <a:custGeom>
              <a:avLst/>
              <a:gdLst>
                <a:gd name="connsiteX0" fmla="*/ 126877 w 136471"/>
                <a:gd name="connsiteY0" fmla="*/ 16487 h 16555"/>
                <a:gd name="connsiteX1" fmla="*/ 9595 w 136471"/>
                <a:gd name="connsiteY1" fmla="*/ 16487 h 16555"/>
                <a:gd name="connsiteX2" fmla="*/ 71 w 136471"/>
                <a:gd name="connsiteY2" fmla="*/ 9335 h 16555"/>
                <a:gd name="connsiteX3" fmla="*/ 7421 w 136471"/>
                <a:gd name="connsiteY3" fmla="*/ 69 h 16555"/>
                <a:gd name="connsiteX4" fmla="*/ 9595 w 136471"/>
                <a:gd name="connsiteY4" fmla="*/ 69 h 16555"/>
                <a:gd name="connsiteX5" fmla="*/ 126877 w 136471"/>
                <a:gd name="connsiteY5" fmla="*/ 69 h 16555"/>
                <a:gd name="connsiteX6" fmla="*/ 136401 w 136471"/>
                <a:gd name="connsiteY6" fmla="*/ 7220 h 16555"/>
                <a:gd name="connsiteX7" fmla="*/ 129051 w 136471"/>
                <a:gd name="connsiteY7" fmla="*/ 16487 h 16555"/>
                <a:gd name="connsiteX8" fmla="*/ 126877 w 136471"/>
                <a:gd name="connsiteY8" fmla="*/ 16487 h 1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471" h="16555">
                  <a:moveTo>
                    <a:pt x="126877" y="16487"/>
                  </a:moveTo>
                  <a:lnTo>
                    <a:pt x="9595" y="16487"/>
                  </a:lnTo>
                  <a:cubicBezTo>
                    <a:pt x="4935" y="17071"/>
                    <a:pt x="671" y="13869"/>
                    <a:pt x="71" y="9335"/>
                  </a:cubicBezTo>
                  <a:cubicBezTo>
                    <a:pt x="-530" y="4802"/>
                    <a:pt x="2761" y="653"/>
                    <a:pt x="7421" y="69"/>
                  </a:cubicBezTo>
                  <a:cubicBezTo>
                    <a:pt x="8142" y="-22"/>
                    <a:pt x="8873" y="-22"/>
                    <a:pt x="9595" y="69"/>
                  </a:cubicBezTo>
                  <a:lnTo>
                    <a:pt x="126877" y="69"/>
                  </a:lnTo>
                  <a:cubicBezTo>
                    <a:pt x="131537" y="-515"/>
                    <a:pt x="135801" y="2686"/>
                    <a:pt x="136401" y="7220"/>
                  </a:cubicBezTo>
                  <a:cubicBezTo>
                    <a:pt x="137001" y="11754"/>
                    <a:pt x="133710" y="15903"/>
                    <a:pt x="129051" y="16487"/>
                  </a:cubicBezTo>
                  <a:cubicBezTo>
                    <a:pt x="128329" y="16577"/>
                    <a:pt x="127599" y="16577"/>
                    <a:pt x="126877" y="1648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DB937D7-0934-3C4C-B310-45D01269510E}"/>
                </a:ext>
              </a:extLst>
            </p:cNvPr>
            <p:cNvSpPr/>
            <p:nvPr/>
          </p:nvSpPr>
          <p:spPr>
            <a:xfrm>
              <a:off x="6173677" y="2298873"/>
              <a:ext cx="115638" cy="320129"/>
            </a:xfrm>
            <a:custGeom>
              <a:avLst/>
              <a:gdLst>
                <a:gd name="connsiteX0" fmla="*/ 56443 w 115638"/>
                <a:gd name="connsiteY0" fmla="*/ 320129 h 320129"/>
                <a:gd name="connsiteX1" fmla="*/ 55048 w 115638"/>
                <a:gd name="connsiteY1" fmla="*/ 320129 h 320129"/>
                <a:gd name="connsiteX2" fmla="*/ 7075 w 115638"/>
                <a:gd name="connsiteY2" fmla="*/ 312260 h 320129"/>
                <a:gd name="connsiteX3" fmla="*/ 1636 w 115638"/>
                <a:gd name="connsiteY3" fmla="*/ 308868 h 320129"/>
                <a:gd name="connsiteX4" fmla="*/ 102 w 115638"/>
                <a:gd name="connsiteY4" fmla="*/ 302762 h 320129"/>
                <a:gd name="connsiteX5" fmla="*/ 50725 w 115638"/>
                <a:gd name="connsiteY5" fmla="*/ 11850 h 320129"/>
                <a:gd name="connsiteX6" fmla="*/ 67599 w 115638"/>
                <a:gd name="connsiteY6" fmla="*/ 181 h 320129"/>
                <a:gd name="connsiteX7" fmla="*/ 103439 w 115638"/>
                <a:gd name="connsiteY7" fmla="*/ 6151 h 320129"/>
                <a:gd name="connsiteX8" fmla="*/ 115432 w 115638"/>
                <a:gd name="connsiteY8" fmla="*/ 22569 h 320129"/>
                <a:gd name="connsiteX9" fmla="*/ 64810 w 115638"/>
                <a:gd name="connsiteY9" fmla="*/ 313209 h 320129"/>
                <a:gd name="connsiteX10" fmla="*/ 56443 w 115638"/>
                <a:gd name="connsiteY10" fmla="*/ 320129 h 320129"/>
                <a:gd name="connsiteX11" fmla="*/ 18232 w 115638"/>
                <a:gd name="connsiteY11" fmla="*/ 296791 h 320129"/>
                <a:gd name="connsiteX12" fmla="*/ 49470 w 115638"/>
                <a:gd name="connsiteY12" fmla="*/ 301947 h 320129"/>
                <a:gd name="connsiteX13" fmla="*/ 98279 w 115638"/>
                <a:gd name="connsiteY13" fmla="*/ 21484 h 320129"/>
                <a:gd name="connsiteX14" fmla="*/ 67041 w 115638"/>
                <a:gd name="connsiteY14" fmla="*/ 16327 h 32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638" h="320129">
                  <a:moveTo>
                    <a:pt x="56443" y="320129"/>
                  </a:moveTo>
                  <a:lnTo>
                    <a:pt x="55048" y="320129"/>
                  </a:lnTo>
                  <a:lnTo>
                    <a:pt x="7075" y="312260"/>
                  </a:lnTo>
                  <a:cubicBezTo>
                    <a:pt x="4874" y="311869"/>
                    <a:pt x="2920" y="310650"/>
                    <a:pt x="1636" y="308868"/>
                  </a:cubicBezTo>
                  <a:cubicBezTo>
                    <a:pt x="306" y="307114"/>
                    <a:pt x="-247" y="304915"/>
                    <a:pt x="102" y="302762"/>
                  </a:cubicBezTo>
                  <a:lnTo>
                    <a:pt x="50725" y="11850"/>
                  </a:lnTo>
                  <a:cubicBezTo>
                    <a:pt x="52144" y="4138"/>
                    <a:pt x="59647" y="-1051"/>
                    <a:pt x="67599" y="181"/>
                  </a:cubicBezTo>
                  <a:lnTo>
                    <a:pt x="103439" y="6151"/>
                  </a:lnTo>
                  <a:cubicBezTo>
                    <a:pt x="111409" y="7464"/>
                    <a:pt x="116778" y="14814"/>
                    <a:pt x="115432" y="22569"/>
                  </a:cubicBezTo>
                  <a:lnTo>
                    <a:pt x="64810" y="313209"/>
                  </a:lnTo>
                  <a:cubicBezTo>
                    <a:pt x="64129" y="317193"/>
                    <a:pt x="60593" y="320118"/>
                    <a:pt x="56443" y="320129"/>
                  </a:cubicBezTo>
                  <a:close/>
                  <a:moveTo>
                    <a:pt x="18232" y="296791"/>
                  </a:moveTo>
                  <a:lnTo>
                    <a:pt x="49470" y="301947"/>
                  </a:lnTo>
                  <a:lnTo>
                    <a:pt x="98279" y="21484"/>
                  </a:lnTo>
                  <a:lnTo>
                    <a:pt x="67041" y="16327"/>
                  </a:ln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8937606C-5686-3A49-874A-FEDB77B4D246}"/>
                </a:ext>
              </a:extLst>
            </p:cNvPr>
            <p:cNvSpPr/>
            <p:nvPr/>
          </p:nvSpPr>
          <p:spPr>
            <a:xfrm>
              <a:off x="6173841" y="2594611"/>
              <a:ext cx="64902" cy="73781"/>
            </a:xfrm>
            <a:custGeom>
              <a:avLst/>
              <a:gdLst>
                <a:gd name="connsiteX0" fmla="*/ 22949 w 64902"/>
                <a:gd name="connsiteY0" fmla="*/ 73781 h 73781"/>
                <a:gd name="connsiteX1" fmla="*/ 21694 w 64902"/>
                <a:gd name="connsiteY1" fmla="*/ 73781 h 73781"/>
                <a:gd name="connsiteX2" fmla="*/ 15001 w 64902"/>
                <a:gd name="connsiteY2" fmla="*/ 67539 h 73781"/>
                <a:gd name="connsiteX3" fmla="*/ 218 w 64902"/>
                <a:gd name="connsiteY3" fmla="*/ 10144 h 73781"/>
                <a:gd name="connsiteX4" fmla="*/ 2310 w 64902"/>
                <a:gd name="connsiteY4" fmla="*/ 2681 h 73781"/>
                <a:gd name="connsiteX5" fmla="*/ 9841 w 64902"/>
                <a:gd name="connsiteY5" fmla="*/ 103 h 73781"/>
                <a:gd name="connsiteX6" fmla="*/ 57813 w 64902"/>
                <a:gd name="connsiteY6" fmla="*/ 7973 h 73781"/>
                <a:gd name="connsiteX7" fmla="*/ 64228 w 64902"/>
                <a:gd name="connsiteY7" fmla="*/ 12857 h 73781"/>
                <a:gd name="connsiteX8" fmla="*/ 63531 w 64902"/>
                <a:gd name="connsiteY8" fmla="*/ 20591 h 73781"/>
                <a:gd name="connsiteX9" fmla="*/ 30062 w 64902"/>
                <a:gd name="connsiteY9" fmla="*/ 70117 h 73781"/>
                <a:gd name="connsiteX10" fmla="*/ 22949 w 64902"/>
                <a:gd name="connsiteY10" fmla="*/ 73781 h 73781"/>
                <a:gd name="connsiteX11" fmla="*/ 19603 w 64902"/>
                <a:gd name="connsiteY11" fmla="*/ 18420 h 73781"/>
                <a:gd name="connsiteX12" fmla="*/ 26575 w 64902"/>
                <a:gd name="connsiteY12" fmla="*/ 45558 h 73781"/>
                <a:gd name="connsiteX13" fmla="*/ 42194 w 64902"/>
                <a:gd name="connsiteY13" fmla="*/ 22220 h 7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902" h="73781">
                  <a:moveTo>
                    <a:pt x="22949" y="73781"/>
                  </a:moveTo>
                  <a:lnTo>
                    <a:pt x="21694" y="73781"/>
                  </a:lnTo>
                  <a:cubicBezTo>
                    <a:pt x="18356" y="73238"/>
                    <a:pt x="15700" y="70761"/>
                    <a:pt x="15001" y="67539"/>
                  </a:cubicBezTo>
                  <a:lnTo>
                    <a:pt x="218" y="10144"/>
                  </a:lnTo>
                  <a:cubicBezTo>
                    <a:pt x="-421" y="7472"/>
                    <a:pt x="365" y="4667"/>
                    <a:pt x="2310" y="2681"/>
                  </a:cubicBezTo>
                  <a:cubicBezTo>
                    <a:pt x="4210" y="637"/>
                    <a:pt x="7044" y="-333"/>
                    <a:pt x="9841" y="103"/>
                  </a:cubicBezTo>
                  <a:lnTo>
                    <a:pt x="57813" y="7973"/>
                  </a:lnTo>
                  <a:cubicBezTo>
                    <a:pt x="60626" y="8522"/>
                    <a:pt x="63005" y="10333"/>
                    <a:pt x="64228" y="12857"/>
                  </a:cubicBezTo>
                  <a:cubicBezTo>
                    <a:pt x="65330" y="15388"/>
                    <a:pt x="65069" y="18286"/>
                    <a:pt x="63531" y="20591"/>
                  </a:cubicBezTo>
                  <a:lnTo>
                    <a:pt x="30062" y="70117"/>
                  </a:lnTo>
                  <a:cubicBezTo>
                    <a:pt x="28490" y="72440"/>
                    <a:pt x="25808" y="73822"/>
                    <a:pt x="22949" y="73781"/>
                  </a:cubicBezTo>
                  <a:close/>
                  <a:moveTo>
                    <a:pt x="19603" y="18420"/>
                  </a:moveTo>
                  <a:lnTo>
                    <a:pt x="26575" y="45558"/>
                  </a:lnTo>
                  <a:lnTo>
                    <a:pt x="42194" y="22220"/>
                  </a:ln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E9D72663-0A7D-7443-AECF-BABE2C5F1157}"/>
                </a:ext>
              </a:extLst>
            </p:cNvPr>
            <p:cNvSpPr/>
            <p:nvPr/>
          </p:nvSpPr>
          <p:spPr>
            <a:xfrm>
              <a:off x="6231282" y="2271428"/>
              <a:ext cx="53445" cy="49473"/>
            </a:xfrm>
            <a:custGeom>
              <a:avLst/>
              <a:gdLst>
                <a:gd name="connsiteX0" fmla="*/ 42209 w 53445"/>
                <a:gd name="connsiteY0" fmla="*/ 49471 h 49473"/>
                <a:gd name="connsiteX1" fmla="*/ 40815 w 53445"/>
                <a:gd name="connsiteY1" fmla="*/ 49471 h 49473"/>
                <a:gd name="connsiteX2" fmla="*/ 7066 w 53445"/>
                <a:gd name="connsiteY2" fmla="*/ 43908 h 49473"/>
                <a:gd name="connsiteX3" fmla="*/ 94 w 53445"/>
                <a:gd name="connsiteY3" fmla="*/ 34410 h 49473"/>
                <a:gd name="connsiteX4" fmla="*/ 2604 w 53445"/>
                <a:gd name="connsiteY4" fmla="*/ 20842 h 49473"/>
                <a:gd name="connsiteX5" fmla="*/ 13063 w 53445"/>
                <a:gd name="connsiteY5" fmla="*/ 4695 h 49473"/>
                <a:gd name="connsiteX6" fmla="*/ 32168 w 53445"/>
                <a:gd name="connsiteY6" fmla="*/ 353 h 49473"/>
                <a:gd name="connsiteX7" fmla="*/ 48764 w 53445"/>
                <a:gd name="connsiteY7" fmla="*/ 10529 h 49473"/>
                <a:gd name="connsiteX8" fmla="*/ 53087 w 53445"/>
                <a:gd name="connsiteY8" fmla="*/ 29118 h 49473"/>
                <a:gd name="connsiteX9" fmla="*/ 50577 w 53445"/>
                <a:gd name="connsiteY9" fmla="*/ 42687 h 49473"/>
                <a:gd name="connsiteX10" fmla="*/ 47230 w 53445"/>
                <a:gd name="connsiteY10" fmla="*/ 47979 h 49473"/>
                <a:gd name="connsiteX11" fmla="*/ 42209 w 53445"/>
                <a:gd name="connsiteY11" fmla="*/ 49471 h 49473"/>
                <a:gd name="connsiteX12" fmla="*/ 18223 w 53445"/>
                <a:gd name="connsiteY12" fmla="*/ 28847 h 49473"/>
                <a:gd name="connsiteX13" fmla="*/ 35376 w 53445"/>
                <a:gd name="connsiteY13" fmla="*/ 31696 h 49473"/>
                <a:gd name="connsiteX14" fmla="*/ 36491 w 53445"/>
                <a:gd name="connsiteY14" fmla="*/ 25726 h 49473"/>
                <a:gd name="connsiteX15" fmla="*/ 34957 w 53445"/>
                <a:gd name="connsiteY15" fmla="*/ 19349 h 49473"/>
                <a:gd name="connsiteX16" fmla="*/ 29379 w 53445"/>
                <a:gd name="connsiteY16" fmla="*/ 15957 h 49473"/>
                <a:gd name="connsiteX17" fmla="*/ 19338 w 53445"/>
                <a:gd name="connsiteY17" fmla="*/ 22877 h 4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445" h="49473">
                  <a:moveTo>
                    <a:pt x="42209" y="49471"/>
                  </a:moveTo>
                  <a:lnTo>
                    <a:pt x="40815" y="49471"/>
                  </a:lnTo>
                  <a:lnTo>
                    <a:pt x="7066" y="43908"/>
                  </a:lnTo>
                  <a:cubicBezTo>
                    <a:pt x="2496" y="43081"/>
                    <a:pt x="-585" y="38885"/>
                    <a:pt x="94" y="34410"/>
                  </a:cubicBezTo>
                  <a:lnTo>
                    <a:pt x="2604" y="20842"/>
                  </a:lnTo>
                  <a:cubicBezTo>
                    <a:pt x="3695" y="14302"/>
                    <a:pt x="7470" y="8474"/>
                    <a:pt x="13063" y="4695"/>
                  </a:cubicBezTo>
                  <a:cubicBezTo>
                    <a:pt x="18569" y="800"/>
                    <a:pt x="25459" y="-766"/>
                    <a:pt x="32168" y="353"/>
                  </a:cubicBezTo>
                  <a:cubicBezTo>
                    <a:pt x="38845" y="1528"/>
                    <a:pt x="44794" y="5176"/>
                    <a:pt x="48764" y="10529"/>
                  </a:cubicBezTo>
                  <a:cubicBezTo>
                    <a:pt x="52660" y="15932"/>
                    <a:pt x="54213" y="22610"/>
                    <a:pt x="53087" y="29118"/>
                  </a:cubicBezTo>
                  <a:lnTo>
                    <a:pt x="50577" y="42687"/>
                  </a:lnTo>
                  <a:cubicBezTo>
                    <a:pt x="50287" y="44834"/>
                    <a:pt x="49069" y="46760"/>
                    <a:pt x="47230" y="47979"/>
                  </a:cubicBezTo>
                  <a:cubicBezTo>
                    <a:pt x="45764" y="48987"/>
                    <a:pt x="44004" y="49511"/>
                    <a:pt x="42209" y="49471"/>
                  </a:cubicBezTo>
                  <a:close/>
                  <a:moveTo>
                    <a:pt x="18223" y="28847"/>
                  </a:moveTo>
                  <a:lnTo>
                    <a:pt x="35376" y="31696"/>
                  </a:lnTo>
                  <a:lnTo>
                    <a:pt x="36491" y="25726"/>
                  </a:lnTo>
                  <a:cubicBezTo>
                    <a:pt x="36840" y="23488"/>
                    <a:pt x="36291" y="21204"/>
                    <a:pt x="34957" y="19349"/>
                  </a:cubicBezTo>
                  <a:cubicBezTo>
                    <a:pt x="33591" y="17588"/>
                    <a:pt x="31605" y="16380"/>
                    <a:pt x="29379" y="15957"/>
                  </a:cubicBezTo>
                  <a:cubicBezTo>
                    <a:pt x="24654" y="15217"/>
                    <a:pt x="20189" y="18294"/>
                    <a:pt x="19338" y="2287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FFBCBA1-13E6-5346-8C40-0D56FAA5117C}"/>
                </a:ext>
              </a:extLst>
            </p:cNvPr>
            <p:cNvSpPr/>
            <p:nvPr/>
          </p:nvSpPr>
          <p:spPr>
            <a:xfrm>
              <a:off x="6219203" y="2335086"/>
              <a:ext cx="88119" cy="128961"/>
            </a:xfrm>
            <a:custGeom>
              <a:avLst/>
              <a:gdLst>
                <a:gd name="connsiteX0" fmla="*/ 64468 w 88119"/>
                <a:gd name="connsiteY0" fmla="*/ 128962 h 128961"/>
                <a:gd name="connsiteX1" fmla="*/ 63074 w 88119"/>
                <a:gd name="connsiteY1" fmla="*/ 128962 h 128961"/>
                <a:gd name="connsiteX2" fmla="*/ 56201 w 88119"/>
                <a:gd name="connsiteY2" fmla="*/ 119826 h 128961"/>
                <a:gd name="connsiteX3" fmla="*/ 56240 w 88119"/>
                <a:gd name="connsiteY3" fmla="*/ 119599 h 128961"/>
                <a:gd name="connsiteX4" fmla="*/ 71023 w 88119"/>
                <a:gd name="connsiteY4" fmla="*/ 34117 h 128961"/>
                <a:gd name="connsiteX5" fmla="*/ 65305 w 88119"/>
                <a:gd name="connsiteY5" fmla="*/ 26383 h 128961"/>
                <a:gd name="connsiteX6" fmla="*/ 6594 w 88119"/>
                <a:gd name="connsiteY6" fmla="*/ 16342 h 128961"/>
                <a:gd name="connsiteX7" fmla="*/ 220 w 88119"/>
                <a:gd name="connsiteY7" fmla="*/ 6415 h 128961"/>
                <a:gd name="connsiteX8" fmla="*/ 9523 w 88119"/>
                <a:gd name="connsiteY8" fmla="*/ 60 h 128961"/>
                <a:gd name="connsiteX9" fmla="*/ 68233 w 88119"/>
                <a:gd name="connsiteY9" fmla="*/ 9693 h 128961"/>
                <a:gd name="connsiteX10" fmla="*/ 87757 w 88119"/>
                <a:gd name="connsiteY10" fmla="*/ 36831 h 128961"/>
                <a:gd name="connsiteX11" fmla="*/ 72835 w 88119"/>
                <a:gd name="connsiteY11" fmla="*/ 122313 h 128961"/>
                <a:gd name="connsiteX12" fmla="*/ 64468 w 88119"/>
                <a:gd name="connsiteY12" fmla="*/ 128962 h 12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119" h="128961">
                  <a:moveTo>
                    <a:pt x="64468" y="128962"/>
                  </a:moveTo>
                  <a:lnTo>
                    <a:pt x="63074" y="128962"/>
                  </a:lnTo>
                  <a:cubicBezTo>
                    <a:pt x="58583" y="128286"/>
                    <a:pt x="55506" y="124195"/>
                    <a:pt x="56201" y="119826"/>
                  </a:cubicBezTo>
                  <a:cubicBezTo>
                    <a:pt x="56213" y="119750"/>
                    <a:pt x="56226" y="119675"/>
                    <a:pt x="56240" y="119599"/>
                  </a:cubicBezTo>
                  <a:lnTo>
                    <a:pt x="71023" y="34117"/>
                  </a:lnTo>
                  <a:cubicBezTo>
                    <a:pt x="71611" y="30451"/>
                    <a:pt x="69064" y="27006"/>
                    <a:pt x="65305" y="26383"/>
                  </a:cubicBezTo>
                  <a:lnTo>
                    <a:pt x="6594" y="16342"/>
                  </a:lnTo>
                  <a:cubicBezTo>
                    <a:pt x="2016" y="15313"/>
                    <a:pt x="-837" y="10868"/>
                    <a:pt x="220" y="6415"/>
                  </a:cubicBezTo>
                  <a:cubicBezTo>
                    <a:pt x="1198" y="2296"/>
                    <a:pt x="5209" y="-444"/>
                    <a:pt x="9523" y="60"/>
                  </a:cubicBezTo>
                  <a:lnTo>
                    <a:pt x="68233" y="9693"/>
                  </a:lnTo>
                  <a:cubicBezTo>
                    <a:pt x="81310" y="11967"/>
                    <a:pt x="90038" y="24098"/>
                    <a:pt x="87757" y="36831"/>
                  </a:cubicBezTo>
                  <a:lnTo>
                    <a:pt x="72835" y="122313"/>
                  </a:lnTo>
                  <a:cubicBezTo>
                    <a:pt x="72036" y="126189"/>
                    <a:pt x="68531" y="128974"/>
                    <a:pt x="64468" y="12896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4875651C-9144-5B41-8A84-27835D1DD87E}"/>
                </a:ext>
              </a:extLst>
            </p:cNvPr>
            <p:cNvSpPr/>
            <p:nvPr/>
          </p:nvSpPr>
          <p:spPr>
            <a:xfrm>
              <a:off x="6214711" y="2362249"/>
              <a:ext cx="64225" cy="24321"/>
            </a:xfrm>
            <a:custGeom>
              <a:avLst/>
              <a:gdLst>
                <a:gd name="connsiteX0" fmla="*/ 55851 w 64225"/>
                <a:gd name="connsiteY0" fmla="*/ 24186 h 24321"/>
                <a:gd name="connsiteX1" fmla="*/ 54457 w 64225"/>
                <a:gd name="connsiteY1" fmla="*/ 24186 h 24321"/>
                <a:gd name="connsiteX2" fmla="*/ 6484 w 64225"/>
                <a:gd name="connsiteY2" fmla="*/ 16316 h 24321"/>
                <a:gd name="connsiteX3" fmla="*/ 246 w 64225"/>
                <a:gd name="connsiteY3" fmla="*/ 6307 h 24321"/>
                <a:gd name="connsiteX4" fmla="*/ 9273 w 64225"/>
                <a:gd name="connsiteY4" fmla="*/ 34 h 24321"/>
                <a:gd name="connsiteX5" fmla="*/ 57246 w 64225"/>
                <a:gd name="connsiteY5" fmla="*/ 7904 h 24321"/>
                <a:gd name="connsiteX6" fmla="*/ 64086 w 64225"/>
                <a:gd name="connsiteY6" fmla="*/ 17533 h 24321"/>
                <a:gd name="connsiteX7" fmla="*/ 55851 w 64225"/>
                <a:gd name="connsiteY7" fmla="*/ 24322 h 2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225" h="24321">
                  <a:moveTo>
                    <a:pt x="55851" y="24186"/>
                  </a:moveTo>
                  <a:lnTo>
                    <a:pt x="54457" y="24186"/>
                  </a:lnTo>
                  <a:lnTo>
                    <a:pt x="6484" y="16316"/>
                  </a:lnTo>
                  <a:cubicBezTo>
                    <a:pt x="1921" y="15228"/>
                    <a:pt x="-872" y="10747"/>
                    <a:pt x="246" y="6307"/>
                  </a:cubicBezTo>
                  <a:cubicBezTo>
                    <a:pt x="1248" y="2332"/>
                    <a:pt x="5084" y="-334"/>
                    <a:pt x="9273" y="34"/>
                  </a:cubicBezTo>
                  <a:lnTo>
                    <a:pt x="57246" y="7904"/>
                  </a:lnTo>
                  <a:cubicBezTo>
                    <a:pt x="61867" y="8725"/>
                    <a:pt x="64930" y="13036"/>
                    <a:pt x="64086" y="17533"/>
                  </a:cubicBezTo>
                  <a:cubicBezTo>
                    <a:pt x="63357" y="21417"/>
                    <a:pt x="59909" y="24260"/>
                    <a:pt x="55851" y="2432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4" name="Graphic 32">
            <a:extLst>
              <a:ext uri="{FF2B5EF4-FFF2-40B4-BE49-F238E27FC236}">
                <a16:creationId xmlns:a16="http://schemas.microsoft.com/office/drawing/2014/main" id="{272EB63B-6B60-FC46-9D09-FADD6D622EA4}"/>
              </a:ext>
            </a:extLst>
          </p:cNvPr>
          <p:cNvGrpSpPr>
            <a:grpSpLocks noChangeAspect="1"/>
          </p:cNvGrpSpPr>
          <p:nvPr/>
        </p:nvGrpSpPr>
        <p:grpSpPr>
          <a:xfrm>
            <a:off x="4565873" y="3220330"/>
            <a:ext cx="395914" cy="505413"/>
            <a:chOff x="5916624" y="2229284"/>
            <a:chExt cx="395914" cy="505413"/>
          </a:xfrm>
          <a:solidFill>
            <a:srgbClr val="FFFFFF"/>
          </a:solidFill>
        </p:grpSpPr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EB0A17B9-35DD-F446-8FE4-E568FD455B2C}"/>
                </a:ext>
              </a:extLst>
            </p:cNvPr>
            <p:cNvSpPr/>
            <p:nvPr/>
          </p:nvSpPr>
          <p:spPr>
            <a:xfrm>
              <a:off x="6209228" y="2586343"/>
              <a:ext cx="103310" cy="103171"/>
            </a:xfrm>
            <a:custGeom>
              <a:avLst/>
              <a:gdLst>
                <a:gd name="connsiteX0" fmla="*/ 76953 w 103310"/>
                <a:gd name="connsiteY0" fmla="*/ 103171 h 103171"/>
                <a:gd name="connsiteX1" fmla="*/ 58266 w 103310"/>
                <a:gd name="connsiteY1" fmla="*/ 95501 h 103171"/>
                <a:gd name="connsiteX2" fmla="*/ 2484 w 103310"/>
                <a:gd name="connsiteY2" fmla="*/ 39719 h 103171"/>
                <a:gd name="connsiteX3" fmla="*/ 113 w 103310"/>
                <a:gd name="connsiteY3" fmla="*/ 32467 h 103171"/>
                <a:gd name="connsiteX4" fmla="*/ 4576 w 103310"/>
                <a:gd name="connsiteY4" fmla="*/ 26331 h 103171"/>
                <a:gd name="connsiteX5" fmla="*/ 26331 w 103310"/>
                <a:gd name="connsiteY5" fmla="*/ 4576 h 103171"/>
                <a:gd name="connsiteX6" fmla="*/ 32467 w 103310"/>
                <a:gd name="connsiteY6" fmla="*/ 113 h 103171"/>
                <a:gd name="connsiteX7" fmla="*/ 39719 w 103310"/>
                <a:gd name="connsiteY7" fmla="*/ 2484 h 103171"/>
                <a:gd name="connsiteX8" fmla="*/ 95501 w 103310"/>
                <a:gd name="connsiteY8" fmla="*/ 58266 h 103171"/>
                <a:gd name="connsiteX9" fmla="*/ 103311 w 103310"/>
                <a:gd name="connsiteY9" fmla="*/ 76814 h 103171"/>
                <a:gd name="connsiteX10" fmla="*/ 95501 w 103310"/>
                <a:gd name="connsiteY10" fmla="*/ 95501 h 103171"/>
                <a:gd name="connsiteX11" fmla="*/ 76953 w 103310"/>
                <a:gd name="connsiteY11" fmla="*/ 103171 h 103171"/>
                <a:gd name="connsiteX12" fmla="*/ 21171 w 103310"/>
                <a:gd name="connsiteY12" fmla="*/ 35256 h 103171"/>
                <a:gd name="connsiteX13" fmla="*/ 69981 w 103310"/>
                <a:gd name="connsiteY13" fmla="*/ 83787 h 103171"/>
                <a:gd name="connsiteX14" fmla="*/ 83926 w 103310"/>
                <a:gd name="connsiteY14" fmla="*/ 83787 h 103171"/>
                <a:gd name="connsiteX15" fmla="*/ 83926 w 103310"/>
                <a:gd name="connsiteY15" fmla="*/ 69841 h 103171"/>
                <a:gd name="connsiteX16" fmla="*/ 35535 w 103310"/>
                <a:gd name="connsiteY16" fmla="*/ 21590 h 103171"/>
                <a:gd name="connsiteX17" fmla="*/ 29260 w 103310"/>
                <a:gd name="connsiteY17" fmla="*/ 28702 h 103171"/>
                <a:gd name="connsiteX18" fmla="*/ 21729 w 103310"/>
                <a:gd name="connsiteY18" fmla="*/ 35535 h 10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310" h="103171">
                  <a:moveTo>
                    <a:pt x="76953" y="103171"/>
                  </a:moveTo>
                  <a:cubicBezTo>
                    <a:pt x="69950" y="103213"/>
                    <a:pt x="63221" y="100451"/>
                    <a:pt x="58266" y="95501"/>
                  </a:cubicBezTo>
                  <a:lnTo>
                    <a:pt x="2484" y="39719"/>
                  </a:lnTo>
                  <a:cubicBezTo>
                    <a:pt x="553" y="37836"/>
                    <a:pt x="-333" y="35127"/>
                    <a:pt x="113" y="32467"/>
                  </a:cubicBezTo>
                  <a:cubicBezTo>
                    <a:pt x="556" y="29835"/>
                    <a:pt x="2208" y="27563"/>
                    <a:pt x="4576" y="26331"/>
                  </a:cubicBezTo>
                  <a:cubicBezTo>
                    <a:pt x="13887" y="21482"/>
                    <a:pt x="21482" y="13887"/>
                    <a:pt x="26331" y="4576"/>
                  </a:cubicBezTo>
                  <a:cubicBezTo>
                    <a:pt x="27563" y="2208"/>
                    <a:pt x="29835" y="556"/>
                    <a:pt x="32467" y="113"/>
                  </a:cubicBezTo>
                  <a:cubicBezTo>
                    <a:pt x="35127" y="-333"/>
                    <a:pt x="37836" y="553"/>
                    <a:pt x="39719" y="2484"/>
                  </a:cubicBezTo>
                  <a:lnTo>
                    <a:pt x="95501" y="58266"/>
                  </a:lnTo>
                  <a:cubicBezTo>
                    <a:pt x="100508" y="63137"/>
                    <a:pt x="103326" y="69829"/>
                    <a:pt x="103311" y="76814"/>
                  </a:cubicBezTo>
                  <a:cubicBezTo>
                    <a:pt x="103316" y="83838"/>
                    <a:pt x="100502" y="90570"/>
                    <a:pt x="95501" y="95501"/>
                  </a:cubicBezTo>
                  <a:cubicBezTo>
                    <a:pt x="90607" y="100456"/>
                    <a:pt x="83918" y="103223"/>
                    <a:pt x="76953" y="103171"/>
                  </a:cubicBezTo>
                  <a:close/>
                  <a:moveTo>
                    <a:pt x="21171" y="35256"/>
                  </a:moveTo>
                  <a:lnTo>
                    <a:pt x="69981" y="83787"/>
                  </a:lnTo>
                  <a:cubicBezTo>
                    <a:pt x="73832" y="87638"/>
                    <a:pt x="80075" y="87638"/>
                    <a:pt x="83926" y="83787"/>
                  </a:cubicBezTo>
                  <a:cubicBezTo>
                    <a:pt x="87777" y="79936"/>
                    <a:pt x="87777" y="73692"/>
                    <a:pt x="83926" y="69841"/>
                  </a:cubicBezTo>
                  <a:lnTo>
                    <a:pt x="35535" y="21590"/>
                  </a:lnTo>
                  <a:cubicBezTo>
                    <a:pt x="33593" y="24088"/>
                    <a:pt x="31497" y="26463"/>
                    <a:pt x="29260" y="28702"/>
                  </a:cubicBezTo>
                  <a:cubicBezTo>
                    <a:pt x="26937" y="31178"/>
                    <a:pt x="24418" y="33463"/>
                    <a:pt x="21729" y="355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82F48D0-1FE2-BF42-ACBC-9A0D174AC416}"/>
                </a:ext>
              </a:extLst>
            </p:cNvPr>
            <p:cNvSpPr/>
            <p:nvPr/>
          </p:nvSpPr>
          <p:spPr>
            <a:xfrm>
              <a:off x="5995834" y="2229284"/>
              <a:ext cx="209324" cy="138226"/>
            </a:xfrm>
            <a:custGeom>
              <a:avLst/>
              <a:gdLst>
                <a:gd name="connsiteX0" fmla="*/ 200956 w 209324"/>
                <a:gd name="connsiteY0" fmla="*/ 138227 h 138226"/>
                <a:gd name="connsiteX1" fmla="*/ 8507 w 209324"/>
                <a:gd name="connsiteY1" fmla="*/ 138227 h 138226"/>
                <a:gd name="connsiteX2" fmla="*/ 0 w 209324"/>
                <a:gd name="connsiteY2" fmla="*/ 129720 h 138226"/>
                <a:gd name="connsiteX3" fmla="*/ 0 w 209324"/>
                <a:gd name="connsiteY3" fmla="*/ 56924 h 138226"/>
                <a:gd name="connsiteX4" fmla="*/ 22173 w 209324"/>
                <a:gd name="connsiteY4" fmla="*/ 34890 h 138226"/>
                <a:gd name="connsiteX5" fmla="*/ 54667 w 209324"/>
                <a:gd name="connsiteY5" fmla="*/ 34890 h 138226"/>
                <a:gd name="connsiteX6" fmla="*/ 123058 w 209324"/>
                <a:gd name="connsiteY6" fmla="*/ 3292 h 138226"/>
                <a:gd name="connsiteX7" fmla="*/ 154656 w 209324"/>
                <a:gd name="connsiteY7" fmla="*/ 34890 h 138226"/>
                <a:gd name="connsiteX8" fmla="*/ 187289 w 209324"/>
                <a:gd name="connsiteY8" fmla="*/ 34890 h 138226"/>
                <a:gd name="connsiteX9" fmla="*/ 209323 w 209324"/>
                <a:gd name="connsiteY9" fmla="*/ 56924 h 138226"/>
                <a:gd name="connsiteX10" fmla="*/ 209323 w 209324"/>
                <a:gd name="connsiteY10" fmla="*/ 129720 h 138226"/>
                <a:gd name="connsiteX11" fmla="*/ 201096 w 209324"/>
                <a:gd name="connsiteY11" fmla="*/ 138226 h 138226"/>
                <a:gd name="connsiteX12" fmla="*/ 200956 w 209324"/>
                <a:gd name="connsiteY12" fmla="*/ 138227 h 138226"/>
                <a:gd name="connsiteX13" fmla="*/ 17014 w 209324"/>
                <a:gd name="connsiteY13" fmla="*/ 121353 h 138226"/>
                <a:gd name="connsiteX14" fmla="*/ 192449 w 209324"/>
                <a:gd name="connsiteY14" fmla="*/ 121353 h 138226"/>
                <a:gd name="connsiteX15" fmla="*/ 192449 w 209324"/>
                <a:gd name="connsiteY15" fmla="*/ 56924 h 138226"/>
                <a:gd name="connsiteX16" fmla="*/ 187289 w 209324"/>
                <a:gd name="connsiteY16" fmla="*/ 51764 h 138226"/>
                <a:gd name="connsiteX17" fmla="*/ 148381 w 209324"/>
                <a:gd name="connsiteY17" fmla="*/ 51764 h 138226"/>
                <a:gd name="connsiteX18" fmla="*/ 140153 w 209324"/>
                <a:gd name="connsiteY18" fmla="*/ 45210 h 138226"/>
                <a:gd name="connsiteX19" fmla="*/ 96987 w 209324"/>
                <a:gd name="connsiteY19" fmla="*/ 17533 h 138226"/>
                <a:gd name="connsiteX20" fmla="*/ 69309 w 209324"/>
                <a:gd name="connsiteY20" fmla="*/ 45210 h 138226"/>
                <a:gd name="connsiteX21" fmla="*/ 61082 w 209324"/>
                <a:gd name="connsiteY21" fmla="*/ 51764 h 138226"/>
                <a:gd name="connsiteX22" fmla="*/ 22173 w 209324"/>
                <a:gd name="connsiteY22" fmla="*/ 51764 h 138226"/>
                <a:gd name="connsiteX23" fmla="*/ 17014 w 209324"/>
                <a:gd name="connsiteY23" fmla="*/ 56924 h 138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9324" h="138226">
                  <a:moveTo>
                    <a:pt x="200956" y="138227"/>
                  </a:moveTo>
                  <a:lnTo>
                    <a:pt x="8507" y="138227"/>
                  </a:lnTo>
                  <a:cubicBezTo>
                    <a:pt x="3809" y="138227"/>
                    <a:pt x="0" y="134418"/>
                    <a:pt x="0" y="129720"/>
                  </a:cubicBezTo>
                  <a:lnTo>
                    <a:pt x="0" y="56924"/>
                  </a:lnTo>
                  <a:cubicBezTo>
                    <a:pt x="77" y="44733"/>
                    <a:pt x="9982" y="34890"/>
                    <a:pt x="22173" y="34890"/>
                  </a:cubicBezTo>
                  <a:lnTo>
                    <a:pt x="54667" y="34890"/>
                  </a:lnTo>
                  <a:cubicBezTo>
                    <a:pt x="64827" y="7279"/>
                    <a:pt x="95447" y="-6868"/>
                    <a:pt x="123058" y="3292"/>
                  </a:cubicBezTo>
                  <a:cubicBezTo>
                    <a:pt x="137713" y="8684"/>
                    <a:pt x="149264" y="20235"/>
                    <a:pt x="154656" y="34890"/>
                  </a:cubicBezTo>
                  <a:lnTo>
                    <a:pt x="187289" y="34890"/>
                  </a:lnTo>
                  <a:cubicBezTo>
                    <a:pt x="199458" y="34890"/>
                    <a:pt x="209323" y="44755"/>
                    <a:pt x="209323" y="56924"/>
                  </a:cubicBezTo>
                  <a:lnTo>
                    <a:pt x="209323" y="129720"/>
                  </a:lnTo>
                  <a:cubicBezTo>
                    <a:pt x="209400" y="134340"/>
                    <a:pt x="205717" y="138149"/>
                    <a:pt x="201096" y="138226"/>
                  </a:cubicBezTo>
                  <a:cubicBezTo>
                    <a:pt x="201049" y="138226"/>
                    <a:pt x="201003" y="138227"/>
                    <a:pt x="200956" y="138227"/>
                  </a:cubicBezTo>
                  <a:close/>
                  <a:moveTo>
                    <a:pt x="17014" y="121353"/>
                  </a:moveTo>
                  <a:lnTo>
                    <a:pt x="192449" y="121353"/>
                  </a:lnTo>
                  <a:lnTo>
                    <a:pt x="192449" y="56924"/>
                  </a:lnTo>
                  <a:cubicBezTo>
                    <a:pt x="192449" y="54074"/>
                    <a:pt x="190139" y="51764"/>
                    <a:pt x="187289" y="51764"/>
                  </a:cubicBezTo>
                  <a:lnTo>
                    <a:pt x="148381" y="51764"/>
                  </a:lnTo>
                  <a:cubicBezTo>
                    <a:pt x="144454" y="51740"/>
                    <a:pt x="141054" y="49032"/>
                    <a:pt x="140153" y="45210"/>
                  </a:cubicBezTo>
                  <a:cubicBezTo>
                    <a:pt x="135876" y="25647"/>
                    <a:pt x="116550" y="13255"/>
                    <a:pt x="96987" y="17533"/>
                  </a:cubicBezTo>
                  <a:cubicBezTo>
                    <a:pt x="83146" y="20559"/>
                    <a:pt x="72336" y="31369"/>
                    <a:pt x="69309" y="45210"/>
                  </a:cubicBezTo>
                  <a:cubicBezTo>
                    <a:pt x="68408" y="49032"/>
                    <a:pt x="65008" y="51740"/>
                    <a:pt x="61082" y="51764"/>
                  </a:cubicBezTo>
                  <a:lnTo>
                    <a:pt x="22173" y="51764"/>
                  </a:lnTo>
                  <a:cubicBezTo>
                    <a:pt x="19324" y="51764"/>
                    <a:pt x="17014" y="54074"/>
                    <a:pt x="17014" y="5692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9804C039-AF48-BC49-A699-A81F8EB55BFD}"/>
                </a:ext>
              </a:extLst>
            </p:cNvPr>
            <p:cNvSpPr/>
            <p:nvPr/>
          </p:nvSpPr>
          <p:spPr>
            <a:xfrm>
              <a:off x="5994746" y="2312914"/>
              <a:ext cx="209464" cy="17014"/>
            </a:xfrm>
            <a:custGeom>
              <a:avLst/>
              <a:gdLst>
                <a:gd name="connsiteX0" fmla="*/ 202044 w 209464"/>
                <a:gd name="connsiteY0" fmla="*/ 16944 h 17014"/>
                <a:gd name="connsiteX1" fmla="*/ 9595 w 209464"/>
                <a:gd name="connsiteY1" fmla="*/ 16944 h 17014"/>
                <a:gd name="connsiteX2" fmla="*/ 71 w 209464"/>
                <a:gd name="connsiteY2" fmla="*/ 9594 h 17014"/>
                <a:gd name="connsiteX3" fmla="*/ 7421 w 209464"/>
                <a:gd name="connsiteY3" fmla="*/ 70 h 17014"/>
                <a:gd name="connsiteX4" fmla="*/ 9595 w 209464"/>
                <a:gd name="connsiteY4" fmla="*/ 70 h 17014"/>
                <a:gd name="connsiteX5" fmla="*/ 202044 w 209464"/>
                <a:gd name="connsiteY5" fmla="*/ 70 h 17014"/>
                <a:gd name="connsiteX6" fmla="*/ 209394 w 209464"/>
                <a:gd name="connsiteY6" fmla="*/ 9594 h 17014"/>
                <a:gd name="connsiteX7" fmla="*/ 202044 w 209464"/>
                <a:gd name="connsiteY7" fmla="*/ 16944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464" h="17014">
                  <a:moveTo>
                    <a:pt x="202044" y="16944"/>
                  </a:moveTo>
                  <a:lnTo>
                    <a:pt x="9595" y="16944"/>
                  </a:lnTo>
                  <a:cubicBezTo>
                    <a:pt x="4935" y="17544"/>
                    <a:pt x="671" y="14253"/>
                    <a:pt x="71" y="9594"/>
                  </a:cubicBezTo>
                  <a:cubicBezTo>
                    <a:pt x="-530" y="4934"/>
                    <a:pt x="2761" y="670"/>
                    <a:pt x="7421" y="70"/>
                  </a:cubicBezTo>
                  <a:cubicBezTo>
                    <a:pt x="8142" y="-23"/>
                    <a:pt x="8873" y="-23"/>
                    <a:pt x="9595" y="70"/>
                  </a:cubicBezTo>
                  <a:lnTo>
                    <a:pt x="202044" y="70"/>
                  </a:lnTo>
                  <a:cubicBezTo>
                    <a:pt x="206703" y="670"/>
                    <a:pt x="209994" y="4934"/>
                    <a:pt x="209394" y="9594"/>
                  </a:cubicBezTo>
                  <a:cubicBezTo>
                    <a:pt x="208899" y="13430"/>
                    <a:pt x="205880" y="16450"/>
                    <a:pt x="202044" y="1694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439A51B-599F-8746-BC7D-B14C2430DF65}"/>
                </a:ext>
              </a:extLst>
            </p:cNvPr>
            <p:cNvSpPr/>
            <p:nvPr/>
          </p:nvSpPr>
          <p:spPr>
            <a:xfrm>
              <a:off x="6008134" y="2427546"/>
              <a:ext cx="184862" cy="17015"/>
            </a:xfrm>
            <a:custGeom>
              <a:avLst/>
              <a:gdLst>
                <a:gd name="connsiteX0" fmla="*/ 175268 w 184862"/>
                <a:gd name="connsiteY0" fmla="*/ 16945 h 17015"/>
                <a:gd name="connsiteX1" fmla="*/ 9595 w 184862"/>
                <a:gd name="connsiteY1" fmla="*/ 16945 h 17015"/>
                <a:gd name="connsiteX2" fmla="*/ 71 w 184862"/>
                <a:gd name="connsiteY2" fmla="*/ 9595 h 17015"/>
                <a:gd name="connsiteX3" fmla="*/ 7421 w 184862"/>
                <a:gd name="connsiteY3" fmla="*/ 71 h 17015"/>
                <a:gd name="connsiteX4" fmla="*/ 9595 w 184862"/>
                <a:gd name="connsiteY4" fmla="*/ 71 h 17015"/>
                <a:gd name="connsiteX5" fmla="*/ 175268 w 184862"/>
                <a:gd name="connsiteY5" fmla="*/ 71 h 17015"/>
                <a:gd name="connsiteX6" fmla="*/ 184792 w 184862"/>
                <a:gd name="connsiteY6" fmla="*/ 7421 h 17015"/>
                <a:gd name="connsiteX7" fmla="*/ 177442 w 184862"/>
                <a:gd name="connsiteY7" fmla="*/ 16945 h 17015"/>
                <a:gd name="connsiteX8" fmla="*/ 175268 w 184862"/>
                <a:gd name="connsiteY8" fmla="*/ 16945 h 1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862" h="17015">
                  <a:moveTo>
                    <a:pt x="175268" y="16945"/>
                  </a:moveTo>
                  <a:lnTo>
                    <a:pt x="9595" y="16945"/>
                  </a:lnTo>
                  <a:cubicBezTo>
                    <a:pt x="4935" y="17545"/>
                    <a:pt x="671" y="14254"/>
                    <a:pt x="71" y="9595"/>
                  </a:cubicBezTo>
                  <a:cubicBezTo>
                    <a:pt x="-530" y="4935"/>
                    <a:pt x="2761" y="671"/>
                    <a:pt x="7421" y="71"/>
                  </a:cubicBezTo>
                  <a:cubicBezTo>
                    <a:pt x="8142" y="-22"/>
                    <a:pt x="8873" y="-22"/>
                    <a:pt x="9595" y="71"/>
                  </a:cubicBezTo>
                  <a:lnTo>
                    <a:pt x="175268" y="71"/>
                  </a:lnTo>
                  <a:cubicBezTo>
                    <a:pt x="179928" y="-530"/>
                    <a:pt x="184192" y="2761"/>
                    <a:pt x="184792" y="7421"/>
                  </a:cubicBezTo>
                  <a:cubicBezTo>
                    <a:pt x="185392" y="12080"/>
                    <a:pt x="182102" y="16344"/>
                    <a:pt x="177442" y="16945"/>
                  </a:cubicBezTo>
                  <a:cubicBezTo>
                    <a:pt x="176720" y="17038"/>
                    <a:pt x="175990" y="17038"/>
                    <a:pt x="175268" y="1694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8353437-F323-634D-A006-8B25B854FE8E}"/>
                </a:ext>
              </a:extLst>
            </p:cNvPr>
            <p:cNvSpPr/>
            <p:nvPr/>
          </p:nvSpPr>
          <p:spPr>
            <a:xfrm>
              <a:off x="6009222" y="2470708"/>
              <a:ext cx="182686" cy="17013"/>
            </a:xfrm>
            <a:custGeom>
              <a:avLst/>
              <a:gdLst>
                <a:gd name="connsiteX0" fmla="*/ 174180 w 182686"/>
                <a:gd name="connsiteY0" fmla="*/ 17014 h 17013"/>
                <a:gd name="connsiteX1" fmla="*/ 8507 w 182686"/>
                <a:gd name="connsiteY1" fmla="*/ 17014 h 17013"/>
                <a:gd name="connsiteX2" fmla="*/ 0 w 182686"/>
                <a:gd name="connsiteY2" fmla="*/ 8507 h 17013"/>
                <a:gd name="connsiteX3" fmla="*/ 8507 w 182686"/>
                <a:gd name="connsiteY3" fmla="*/ 0 h 17013"/>
                <a:gd name="connsiteX4" fmla="*/ 174180 w 182686"/>
                <a:gd name="connsiteY4" fmla="*/ 0 h 17013"/>
                <a:gd name="connsiteX5" fmla="*/ 182687 w 182686"/>
                <a:gd name="connsiteY5" fmla="*/ 8507 h 17013"/>
                <a:gd name="connsiteX6" fmla="*/ 174180 w 182686"/>
                <a:gd name="connsiteY6" fmla="*/ 17014 h 17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686" h="17013">
                  <a:moveTo>
                    <a:pt x="174180" y="17014"/>
                  </a:moveTo>
                  <a:lnTo>
                    <a:pt x="8507" y="17014"/>
                  </a:lnTo>
                  <a:cubicBezTo>
                    <a:pt x="3809" y="17014"/>
                    <a:pt x="0" y="13205"/>
                    <a:pt x="0" y="8507"/>
                  </a:cubicBezTo>
                  <a:cubicBezTo>
                    <a:pt x="0" y="3809"/>
                    <a:pt x="3809" y="0"/>
                    <a:pt x="8507" y="0"/>
                  </a:cubicBezTo>
                  <a:lnTo>
                    <a:pt x="174180" y="0"/>
                  </a:lnTo>
                  <a:cubicBezTo>
                    <a:pt x="178847" y="75"/>
                    <a:pt x="182612" y="3840"/>
                    <a:pt x="182687" y="8507"/>
                  </a:cubicBezTo>
                  <a:cubicBezTo>
                    <a:pt x="182687" y="13205"/>
                    <a:pt x="178878" y="17014"/>
                    <a:pt x="174180" y="1701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51BD6B48-4262-6D4E-A075-D27B3BD5865C}"/>
                </a:ext>
              </a:extLst>
            </p:cNvPr>
            <p:cNvSpPr/>
            <p:nvPr/>
          </p:nvSpPr>
          <p:spPr>
            <a:xfrm>
              <a:off x="6008134" y="2513870"/>
              <a:ext cx="152984" cy="17014"/>
            </a:xfrm>
            <a:custGeom>
              <a:avLst/>
              <a:gdLst>
                <a:gd name="connsiteX0" fmla="*/ 145564 w 152984"/>
                <a:gd name="connsiteY0" fmla="*/ 16944 h 17014"/>
                <a:gd name="connsiteX1" fmla="*/ 9595 w 152984"/>
                <a:gd name="connsiteY1" fmla="*/ 16944 h 17014"/>
                <a:gd name="connsiteX2" fmla="*/ 71 w 152984"/>
                <a:gd name="connsiteY2" fmla="*/ 9594 h 17014"/>
                <a:gd name="connsiteX3" fmla="*/ 7421 w 152984"/>
                <a:gd name="connsiteY3" fmla="*/ 70 h 17014"/>
                <a:gd name="connsiteX4" fmla="*/ 9595 w 152984"/>
                <a:gd name="connsiteY4" fmla="*/ 70 h 17014"/>
                <a:gd name="connsiteX5" fmla="*/ 145564 w 152984"/>
                <a:gd name="connsiteY5" fmla="*/ 70 h 17014"/>
                <a:gd name="connsiteX6" fmla="*/ 152914 w 152984"/>
                <a:gd name="connsiteY6" fmla="*/ 9594 h 17014"/>
                <a:gd name="connsiteX7" fmla="*/ 145564 w 152984"/>
                <a:gd name="connsiteY7" fmla="*/ 16944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984" h="17014">
                  <a:moveTo>
                    <a:pt x="145564" y="16944"/>
                  </a:moveTo>
                  <a:lnTo>
                    <a:pt x="9595" y="16944"/>
                  </a:lnTo>
                  <a:cubicBezTo>
                    <a:pt x="4935" y="17544"/>
                    <a:pt x="671" y="14253"/>
                    <a:pt x="71" y="9594"/>
                  </a:cubicBezTo>
                  <a:cubicBezTo>
                    <a:pt x="-530" y="4934"/>
                    <a:pt x="2761" y="670"/>
                    <a:pt x="7421" y="70"/>
                  </a:cubicBezTo>
                  <a:cubicBezTo>
                    <a:pt x="8142" y="-23"/>
                    <a:pt x="8873" y="-23"/>
                    <a:pt x="9595" y="70"/>
                  </a:cubicBezTo>
                  <a:lnTo>
                    <a:pt x="145564" y="70"/>
                  </a:lnTo>
                  <a:cubicBezTo>
                    <a:pt x="150224" y="670"/>
                    <a:pt x="153514" y="4934"/>
                    <a:pt x="152914" y="9594"/>
                  </a:cubicBezTo>
                  <a:cubicBezTo>
                    <a:pt x="152420" y="13430"/>
                    <a:pt x="149400" y="16450"/>
                    <a:pt x="145564" y="1694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9259B3C-9588-9C47-BB59-11E5E699CD3F}"/>
                </a:ext>
              </a:extLst>
            </p:cNvPr>
            <p:cNvSpPr/>
            <p:nvPr/>
          </p:nvSpPr>
          <p:spPr>
            <a:xfrm>
              <a:off x="6008134" y="2557101"/>
              <a:ext cx="132205" cy="17014"/>
            </a:xfrm>
            <a:custGeom>
              <a:avLst/>
              <a:gdLst>
                <a:gd name="connsiteX0" fmla="*/ 124785 w 132205"/>
                <a:gd name="connsiteY0" fmla="*/ 16944 h 17014"/>
                <a:gd name="connsiteX1" fmla="*/ 9595 w 132205"/>
                <a:gd name="connsiteY1" fmla="*/ 16944 h 17014"/>
                <a:gd name="connsiteX2" fmla="*/ 71 w 132205"/>
                <a:gd name="connsiteY2" fmla="*/ 9594 h 17014"/>
                <a:gd name="connsiteX3" fmla="*/ 7421 w 132205"/>
                <a:gd name="connsiteY3" fmla="*/ 70 h 17014"/>
                <a:gd name="connsiteX4" fmla="*/ 9595 w 132205"/>
                <a:gd name="connsiteY4" fmla="*/ 70 h 17014"/>
                <a:gd name="connsiteX5" fmla="*/ 124785 w 132205"/>
                <a:gd name="connsiteY5" fmla="*/ 70 h 17014"/>
                <a:gd name="connsiteX6" fmla="*/ 132135 w 132205"/>
                <a:gd name="connsiteY6" fmla="*/ 9594 h 17014"/>
                <a:gd name="connsiteX7" fmla="*/ 124785 w 132205"/>
                <a:gd name="connsiteY7" fmla="*/ 16944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05" h="17014">
                  <a:moveTo>
                    <a:pt x="124785" y="16944"/>
                  </a:moveTo>
                  <a:lnTo>
                    <a:pt x="9595" y="16944"/>
                  </a:lnTo>
                  <a:cubicBezTo>
                    <a:pt x="4935" y="17544"/>
                    <a:pt x="671" y="14253"/>
                    <a:pt x="71" y="9594"/>
                  </a:cubicBezTo>
                  <a:cubicBezTo>
                    <a:pt x="-530" y="4934"/>
                    <a:pt x="2761" y="670"/>
                    <a:pt x="7421" y="70"/>
                  </a:cubicBezTo>
                  <a:cubicBezTo>
                    <a:pt x="8142" y="-23"/>
                    <a:pt x="8873" y="-23"/>
                    <a:pt x="9595" y="70"/>
                  </a:cubicBezTo>
                  <a:lnTo>
                    <a:pt x="124785" y="70"/>
                  </a:lnTo>
                  <a:cubicBezTo>
                    <a:pt x="129445" y="670"/>
                    <a:pt x="132736" y="4934"/>
                    <a:pt x="132135" y="9594"/>
                  </a:cubicBezTo>
                  <a:cubicBezTo>
                    <a:pt x="131641" y="13430"/>
                    <a:pt x="128621" y="16450"/>
                    <a:pt x="124785" y="1694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2A03B33F-EDA9-D647-9253-44C9B130DD15}"/>
                </a:ext>
              </a:extLst>
            </p:cNvPr>
            <p:cNvSpPr/>
            <p:nvPr/>
          </p:nvSpPr>
          <p:spPr>
            <a:xfrm>
              <a:off x="6008134" y="2600332"/>
              <a:ext cx="146290" cy="17014"/>
            </a:xfrm>
            <a:custGeom>
              <a:avLst/>
              <a:gdLst>
                <a:gd name="connsiteX0" fmla="*/ 138870 w 146290"/>
                <a:gd name="connsiteY0" fmla="*/ 16944 h 17014"/>
                <a:gd name="connsiteX1" fmla="*/ 9595 w 146290"/>
                <a:gd name="connsiteY1" fmla="*/ 16944 h 17014"/>
                <a:gd name="connsiteX2" fmla="*/ 71 w 146290"/>
                <a:gd name="connsiteY2" fmla="*/ 9594 h 17014"/>
                <a:gd name="connsiteX3" fmla="*/ 7421 w 146290"/>
                <a:gd name="connsiteY3" fmla="*/ 70 h 17014"/>
                <a:gd name="connsiteX4" fmla="*/ 9595 w 146290"/>
                <a:gd name="connsiteY4" fmla="*/ 70 h 17014"/>
                <a:gd name="connsiteX5" fmla="*/ 138870 w 146290"/>
                <a:gd name="connsiteY5" fmla="*/ 70 h 17014"/>
                <a:gd name="connsiteX6" fmla="*/ 146220 w 146290"/>
                <a:gd name="connsiteY6" fmla="*/ 9594 h 17014"/>
                <a:gd name="connsiteX7" fmla="*/ 138870 w 146290"/>
                <a:gd name="connsiteY7" fmla="*/ 16944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90" h="17014">
                  <a:moveTo>
                    <a:pt x="138870" y="16944"/>
                  </a:moveTo>
                  <a:lnTo>
                    <a:pt x="9595" y="16944"/>
                  </a:lnTo>
                  <a:cubicBezTo>
                    <a:pt x="4935" y="17544"/>
                    <a:pt x="671" y="14253"/>
                    <a:pt x="71" y="9594"/>
                  </a:cubicBezTo>
                  <a:cubicBezTo>
                    <a:pt x="-530" y="4934"/>
                    <a:pt x="2761" y="670"/>
                    <a:pt x="7421" y="70"/>
                  </a:cubicBezTo>
                  <a:cubicBezTo>
                    <a:pt x="8142" y="-23"/>
                    <a:pt x="8873" y="-23"/>
                    <a:pt x="9595" y="70"/>
                  </a:cubicBezTo>
                  <a:lnTo>
                    <a:pt x="138870" y="70"/>
                  </a:lnTo>
                  <a:cubicBezTo>
                    <a:pt x="143530" y="670"/>
                    <a:pt x="146821" y="4934"/>
                    <a:pt x="146220" y="9594"/>
                  </a:cubicBezTo>
                  <a:cubicBezTo>
                    <a:pt x="145726" y="13430"/>
                    <a:pt x="142706" y="16450"/>
                    <a:pt x="138870" y="16944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8020C5B9-9990-D44F-A387-18C1238D9766}"/>
                </a:ext>
              </a:extLst>
            </p:cNvPr>
            <p:cNvSpPr/>
            <p:nvPr/>
          </p:nvSpPr>
          <p:spPr>
            <a:xfrm>
              <a:off x="6224235" y="2601750"/>
              <a:ext cx="15952" cy="16362"/>
            </a:xfrm>
            <a:custGeom>
              <a:avLst/>
              <a:gdLst>
                <a:gd name="connsiteX0" fmla="*/ 7976 w 15952"/>
                <a:gd name="connsiteY0" fmla="*/ 16363 h 16362"/>
                <a:gd name="connsiteX1" fmla="*/ 17 w 15952"/>
                <a:gd name="connsiteY1" fmla="*/ 7342 h 16362"/>
                <a:gd name="connsiteX2" fmla="*/ 1980 w 15952"/>
                <a:gd name="connsiteY2" fmla="*/ 2417 h 16362"/>
                <a:gd name="connsiteX3" fmla="*/ 13973 w 15952"/>
                <a:gd name="connsiteY3" fmla="*/ 2417 h 16362"/>
                <a:gd name="connsiteX4" fmla="*/ 12901 w 15952"/>
                <a:gd name="connsiteY4" fmla="*/ 14400 h 16362"/>
                <a:gd name="connsiteX5" fmla="*/ 7976 w 15952"/>
                <a:gd name="connsiteY5" fmla="*/ 16363 h 16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2" h="16362">
                  <a:moveTo>
                    <a:pt x="7976" y="16363"/>
                  </a:moveTo>
                  <a:cubicBezTo>
                    <a:pt x="3287" y="16070"/>
                    <a:pt x="-276" y="12031"/>
                    <a:pt x="17" y="7342"/>
                  </a:cubicBezTo>
                  <a:cubicBezTo>
                    <a:pt x="130" y="5533"/>
                    <a:pt x="818" y="3808"/>
                    <a:pt x="1980" y="2417"/>
                  </a:cubicBezTo>
                  <a:cubicBezTo>
                    <a:pt x="5328" y="-806"/>
                    <a:pt x="10625" y="-806"/>
                    <a:pt x="13973" y="2417"/>
                  </a:cubicBezTo>
                  <a:cubicBezTo>
                    <a:pt x="16986" y="6022"/>
                    <a:pt x="16506" y="11387"/>
                    <a:pt x="12901" y="14400"/>
                  </a:cubicBezTo>
                  <a:cubicBezTo>
                    <a:pt x="11511" y="15562"/>
                    <a:pt x="9785" y="16250"/>
                    <a:pt x="7976" y="1636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1BF73A2-32B8-9245-A2CF-CE778D82F050}"/>
                </a:ext>
              </a:extLst>
            </p:cNvPr>
            <p:cNvSpPr/>
            <p:nvPr/>
          </p:nvSpPr>
          <p:spPr>
            <a:xfrm>
              <a:off x="5954277" y="2334040"/>
              <a:ext cx="292857" cy="363701"/>
            </a:xfrm>
            <a:custGeom>
              <a:avLst/>
              <a:gdLst>
                <a:gd name="connsiteX0" fmla="*/ 284071 w 292857"/>
                <a:gd name="connsiteY0" fmla="*/ 363701 h 363701"/>
                <a:gd name="connsiteX1" fmla="*/ 8507 w 292857"/>
                <a:gd name="connsiteY1" fmla="*/ 363701 h 363701"/>
                <a:gd name="connsiteX2" fmla="*/ 0 w 292857"/>
                <a:gd name="connsiteY2" fmla="*/ 355473 h 363701"/>
                <a:gd name="connsiteX3" fmla="*/ 0 w 292857"/>
                <a:gd name="connsiteY3" fmla="*/ 8369 h 363701"/>
                <a:gd name="connsiteX4" fmla="*/ 8366 w 292857"/>
                <a:gd name="connsiteY4" fmla="*/ 0 h 363701"/>
                <a:gd name="connsiteX5" fmla="*/ 8507 w 292857"/>
                <a:gd name="connsiteY5" fmla="*/ 1 h 363701"/>
                <a:gd name="connsiteX6" fmla="*/ 50344 w 292857"/>
                <a:gd name="connsiteY6" fmla="*/ 1 h 363701"/>
                <a:gd name="connsiteX7" fmla="*/ 58849 w 292857"/>
                <a:gd name="connsiteY7" fmla="*/ 8228 h 363701"/>
                <a:gd name="connsiteX8" fmla="*/ 58850 w 292857"/>
                <a:gd name="connsiteY8" fmla="*/ 8369 h 363701"/>
                <a:gd name="connsiteX9" fmla="*/ 58850 w 292857"/>
                <a:gd name="connsiteY9" fmla="*/ 16596 h 363701"/>
                <a:gd name="connsiteX10" fmla="*/ 234007 w 292857"/>
                <a:gd name="connsiteY10" fmla="*/ 16596 h 363701"/>
                <a:gd name="connsiteX11" fmla="*/ 234007 w 292857"/>
                <a:gd name="connsiteY11" fmla="*/ 8369 h 363701"/>
                <a:gd name="connsiteX12" fmla="*/ 242373 w 292857"/>
                <a:gd name="connsiteY12" fmla="*/ 0 h 363701"/>
                <a:gd name="connsiteX13" fmla="*/ 242513 w 292857"/>
                <a:gd name="connsiteY13" fmla="*/ 1 h 363701"/>
                <a:gd name="connsiteX14" fmla="*/ 284350 w 292857"/>
                <a:gd name="connsiteY14" fmla="*/ 1 h 363701"/>
                <a:gd name="connsiteX15" fmla="*/ 292857 w 292857"/>
                <a:gd name="connsiteY15" fmla="*/ 8369 h 363701"/>
                <a:gd name="connsiteX16" fmla="*/ 292857 w 292857"/>
                <a:gd name="connsiteY16" fmla="*/ 200399 h 363701"/>
                <a:gd name="connsiteX17" fmla="*/ 287000 w 292857"/>
                <a:gd name="connsiteY17" fmla="*/ 208487 h 363701"/>
                <a:gd name="connsiteX18" fmla="*/ 277517 w 292857"/>
                <a:gd name="connsiteY18" fmla="*/ 205280 h 363701"/>
                <a:gd name="connsiteX19" fmla="*/ 272218 w 292857"/>
                <a:gd name="connsiteY19" fmla="*/ 199144 h 363701"/>
                <a:gd name="connsiteX20" fmla="*/ 201810 w 292857"/>
                <a:gd name="connsiteY20" fmla="*/ 198986 h 363701"/>
                <a:gd name="connsiteX21" fmla="*/ 187150 w 292857"/>
                <a:gd name="connsiteY21" fmla="*/ 234426 h 363701"/>
                <a:gd name="connsiteX22" fmla="*/ 236882 w 292857"/>
                <a:gd name="connsiteY22" fmla="*/ 284265 h 363701"/>
                <a:gd name="connsiteX23" fmla="*/ 259667 w 292857"/>
                <a:gd name="connsiteY23" fmla="*/ 278773 h 363701"/>
                <a:gd name="connsiteX24" fmla="*/ 269568 w 292857"/>
                <a:gd name="connsiteY24" fmla="*/ 280307 h 363701"/>
                <a:gd name="connsiteX25" fmla="*/ 290068 w 292857"/>
                <a:gd name="connsiteY25" fmla="*/ 301086 h 363701"/>
                <a:gd name="connsiteX26" fmla="*/ 292578 w 292857"/>
                <a:gd name="connsiteY26" fmla="*/ 307082 h 363701"/>
                <a:gd name="connsiteX27" fmla="*/ 292578 w 292857"/>
                <a:gd name="connsiteY27" fmla="*/ 355473 h 363701"/>
                <a:gd name="connsiteX28" fmla="*/ 284071 w 292857"/>
                <a:gd name="connsiteY28" fmla="*/ 363701 h 363701"/>
                <a:gd name="connsiteX29" fmla="*/ 16874 w 292857"/>
                <a:gd name="connsiteY29" fmla="*/ 346827 h 363701"/>
                <a:gd name="connsiteX30" fmla="*/ 275564 w 292857"/>
                <a:gd name="connsiteY30" fmla="*/ 346827 h 363701"/>
                <a:gd name="connsiteX31" fmla="*/ 275564 w 292857"/>
                <a:gd name="connsiteY31" fmla="*/ 310569 h 363701"/>
                <a:gd name="connsiteX32" fmla="*/ 261619 w 292857"/>
                <a:gd name="connsiteY32" fmla="*/ 296623 h 363701"/>
                <a:gd name="connsiteX33" fmla="*/ 189660 w 292857"/>
                <a:gd name="connsiteY33" fmla="*/ 281841 h 363701"/>
                <a:gd name="connsiteX34" fmla="*/ 189659 w 292857"/>
                <a:gd name="connsiteY34" fmla="*/ 187570 h 363701"/>
                <a:gd name="connsiteX35" fmla="*/ 189660 w 292857"/>
                <a:gd name="connsiteY35" fmla="*/ 187569 h 363701"/>
                <a:gd name="connsiteX36" fmla="*/ 275704 w 292857"/>
                <a:gd name="connsiteY36" fmla="*/ 180457 h 363701"/>
                <a:gd name="connsiteX37" fmla="*/ 275704 w 292857"/>
                <a:gd name="connsiteY37" fmla="*/ 16875 h 363701"/>
                <a:gd name="connsiteX38" fmla="*/ 250881 w 292857"/>
                <a:gd name="connsiteY38" fmla="*/ 16875 h 363701"/>
                <a:gd name="connsiteX39" fmla="*/ 250881 w 292857"/>
                <a:gd name="connsiteY39" fmla="*/ 24964 h 363701"/>
                <a:gd name="connsiteX40" fmla="*/ 242654 w 292857"/>
                <a:gd name="connsiteY40" fmla="*/ 33469 h 363701"/>
                <a:gd name="connsiteX41" fmla="*/ 242513 w 292857"/>
                <a:gd name="connsiteY41" fmla="*/ 33471 h 363701"/>
                <a:gd name="connsiteX42" fmla="*/ 50065 w 292857"/>
                <a:gd name="connsiteY42" fmla="*/ 33471 h 363701"/>
                <a:gd name="connsiteX43" fmla="*/ 41558 w 292857"/>
                <a:gd name="connsiteY43" fmla="*/ 24964 h 363701"/>
                <a:gd name="connsiteX44" fmla="*/ 41558 w 292857"/>
                <a:gd name="connsiteY44" fmla="*/ 16875 h 363701"/>
                <a:gd name="connsiteX45" fmla="*/ 16874 w 292857"/>
                <a:gd name="connsiteY45" fmla="*/ 16875 h 36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92857" h="363701">
                  <a:moveTo>
                    <a:pt x="284071" y="363701"/>
                  </a:moveTo>
                  <a:lnTo>
                    <a:pt x="8507" y="363701"/>
                  </a:lnTo>
                  <a:cubicBezTo>
                    <a:pt x="3915" y="363704"/>
                    <a:pt x="151" y="360062"/>
                    <a:pt x="0" y="355473"/>
                  </a:cubicBezTo>
                  <a:lnTo>
                    <a:pt x="0" y="8369"/>
                  </a:lnTo>
                  <a:cubicBezTo>
                    <a:pt x="-1" y="3747"/>
                    <a:pt x="3745" y="1"/>
                    <a:pt x="8366" y="0"/>
                  </a:cubicBezTo>
                  <a:cubicBezTo>
                    <a:pt x="8413" y="0"/>
                    <a:pt x="8460" y="0"/>
                    <a:pt x="8507" y="1"/>
                  </a:cubicBezTo>
                  <a:lnTo>
                    <a:pt x="50344" y="1"/>
                  </a:lnTo>
                  <a:cubicBezTo>
                    <a:pt x="54964" y="-76"/>
                    <a:pt x="58772" y="3607"/>
                    <a:pt x="58849" y="8228"/>
                  </a:cubicBezTo>
                  <a:cubicBezTo>
                    <a:pt x="58850" y="8275"/>
                    <a:pt x="58850" y="8322"/>
                    <a:pt x="58850" y="8369"/>
                  </a:cubicBezTo>
                  <a:lnTo>
                    <a:pt x="58850" y="16596"/>
                  </a:lnTo>
                  <a:lnTo>
                    <a:pt x="234007" y="16596"/>
                  </a:lnTo>
                  <a:lnTo>
                    <a:pt x="234007" y="8369"/>
                  </a:lnTo>
                  <a:cubicBezTo>
                    <a:pt x="234006" y="3747"/>
                    <a:pt x="237752" y="1"/>
                    <a:pt x="242373" y="0"/>
                  </a:cubicBezTo>
                  <a:cubicBezTo>
                    <a:pt x="242420" y="0"/>
                    <a:pt x="242467" y="0"/>
                    <a:pt x="242513" y="1"/>
                  </a:cubicBezTo>
                  <a:lnTo>
                    <a:pt x="284350" y="1"/>
                  </a:lnTo>
                  <a:cubicBezTo>
                    <a:pt x="288994" y="1"/>
                    <a:pt x="292781" y="3725"/>
                    <a:pt x="292857" y="8369"/>
                  </a:cubicBezTo>
                  <a:lnTo>
                    <a:pt x="292857" y="200399"/>
                  </a:lnTo>
                  <a:cubicBezTo>
                    <a:pt x="292859" y="204078"/>
                    <a:pt x="290496" y="207341"/>
                    <a:pt x="287000" y="208487"/>
                  </a:cubicBezTo>
                  <a:cubicBezTo>
                    <a:pt x="283477" y="209635"/>
                    <a:pt x="279619" y="208330"/>
                    <a:pt x="277517" y="205280"/>
                  </a:cubicBezTo>
                  <a:cubicBezTo>
                    <a:pt x="275866" y="203137"/>
                    <a:pt x="274097" y="201089"/>
                    <a:pt x="272218" y="199144"/>
                  </a:cubicBezTo>
                  <a:cubicBezTo>
                    <a:pt x="252819" y="179658"/>
                    <a:pt x="221296" y="179587"/>
                    <a:pt x="201810" y="198986"/>
                  </a:cubicBezTo>
                  <a:cubicBezTo>
                    <a:pt x="192387" y="208367"/>
                    <a:pt x="187108" y="221129"/>
                    <a:pt x="187150" y="234426"/>
                  </a:cubicBezTo>
                  <a:cubicBezTo>
                    <a:pt x="187120" y="261922"/>
                    <a:pt x="209386" y="284236"/>
                    <a:pt x="236882" y="284265"/>
                  </a:cubicBezTo>
                  <a:cubicBezTo>
                    <a:pt x="244806" y="284274"/>
                    <a:pt x="252617" y="282391"/>
                    <a:pt x="259667" y="278773"/>
                  </a:cubicBezTo>
                  <a:cubicBezTo>
                    <a:pt x="262950" y="277080"/>
                    <a:pt x="266951" y="277700"/>
                    <a:pt x="269568" y="280307"/>
                  </a:cubicBezTo>
                  <a:lnTo>
                    <a:pt x="290068" y="301086"/>
                  </a:lnTo>
                  <a:cubicBezTo>
                    <a:pt x="291679" y="302665"/>
                    <a:pt x="292584" y="304827"/>
                    <a:pt x="292578" y="307082"/>
                  </a:cubicBezTo>
                  <a:lnTo>
                    <a:pt x="292578" y="355473"/>
                  </a:lnTo>
                  <a:cubicBezTo>
                    <a:pt x="292428" y="360062"/>
                    <a:pt x="288663" y="363704"/>
                    <a:pt x="284071" y="363701"/>
                  </a:cubicBezTo>
                  <a:close/>
                  <a:moveTo>
                    <a:pt x="16874" y="346827"/>
                  </a:moveTo>
                  <a:lnTo>
                    <a:pt x="275564" y="346827"/>
                  </a:lnTo>
                  <a:lnTo>
                    <a:pt x="275564" y="310569"/>
                  </a:lnTo>
                  <a:lnTo>
                    <a:pt x="261619" y="296623"/>
                  </a:lnTo>
                  <a:cubicBezTo>
                    <a:pt x="236843" y="306627"/>
                    <a:pt x="208485" y="300801"/>
                    <a:pt x="189660" y="281841"/>
                  </a:cubicBezTo>
                  <a:cubicBezTo>
                    <a:pt x="163627" y="255809"/>
                    <a:pt x="163627" y="213602"/>
                    <a:pt x="189659" y="187570"/>
                  </a:cubicBezTo>
                  <a:cubicBezTo>
                    <a:pt x="189659" y="187569"/>
                    <a:pt x="189660" y="187569"/>
                    <a:pt x="189660" y="187569"/>
                  </a:cubicBezTo>
                  <a:cubicBezTo>
                    <a:pt x="212750" y="164491"/>
                    <a:pt x="249138" y="161484"/>
                    <a:pt x="275704" y="180457"/>
                  </a:cubicBezTo>
                  <a:lnTo>
                    <a:pt x="275704" y="16875"/>
                  </a:lnTo>
                  <a:lnTo>
                    <a:pt x="250881" y="16875"/>
                  </a:lnTo>
                  <a:lnTo>
                    <a:pt x="250881" y="24964"/>
                  </a:lnTo>
                  <a:cubicBezTo>
                    <a:pt x="250958" y="29584"/>
                    <a:pt x="247275" y="33392"/>
                    <a:pt x="242654" y="33469"/>
                  </a:cubicBezTo>
                  <a:cubicBezTo>
                    <a:pt x="242607" y="33470"/>
                    <a:pt x="242560" y="33471"/>
                    <a:pt x="242513" y="33471"/>
                  </a:cubicBezTo>
                  <a:lnTo>
                    <a:pt x="50065" y="33471"/>
                  </a:lnTo>
                  <a:cubicBezTo>
                    <a:pt x="45366" y="33471"/>
                    <a:pt x="41558" y="29662"/>
                    <a:pt x="41558" y="24964"/>
                  </a:cubicBezTo>
                  <a:lnTo>
                    <a:pt x="41558" y="16875"/>
                  </a:lnTo>
                  <a:lnTo>
                    <a:pt x="16874" y="16875"/>
                  </a:ln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0F272A53-F3AD-C644-AB9C-31AA23D8BA48}"/>
                </a:ext>
              </a:extLst>
            </p:cNvPr>
            <p:cNvSpPr/>
            <p:nvPr/>
          </p:nvSpPr>
          <p:spPr>
            <a:xfrm>
              <a:off x="5916624" y="2290531"/>
              <a:ext cx="368511" cy="444165"/>
            </a:xfrm>
            <a:custGeom>
              <a:avLst/>
              <a:gdLst>
                <a:gd name="connsiteX0" fmla="*/ 359377 w 368511"/>
                <a:gd name="connsiteY0" fmla="*/ 444166 h 444165"/>
                <a:gd name="connsiteX1" fmla="*/ 8507 w 368511"/>
                <a:gd name="connsiteY1" fmla="*/ 444166 h 444165"/>
                <a:gd name="connsiteX2" fmla="*/ 0 w 368511"/>
                <a:gd name="connsiteY2" fmla="*/ 435659 h 444165"/>
                <a:gd name="connsiteX3" fmla="*/ 0 w 368511"/>
                <a:gd name="connsiteY3" fmla="*/ 8507 h 444165"/>
                <a:gd name="connsiteX4" fmla="*/ 8507 w 368511"/>
                <a:gd name="connsiteY4" fmla="*/ 0 h 444165"/>
                <a:gd name="connsiteX5" fmla="*/ 87718 w 368511"/>
                <a:gd name="connsiteY5" fmla="*/ 0 h 444165"/>
                <a:gd name="connsiteX6" fmla="*/ 96224 w 368511"/>
                <a:gd name="connsiteY6" fmla="*/ 8507 h 444165"/>
                <a:gd name="connsiteX7" fmla="*/ 96224 w 368511"/>
                <a:gd name="connsiteY7" fmla="*/ 60105 h 444165"/>
                <a:gd name="connsiteX8" fmla="*/ 271660 w 368511"/>
                <a:gd name="connsiteY8" fmla="*/ 60105 h 444165"/>
                <a:gd name="connsiteX9" fmla="*/ 271660 w 368511"/>
                <a:gd name="connsiteY9" fmla="*/ 8507 h 444165"/>
                <a:gd name="connsiteX10" fmla="*/ 280167 w 368511"/>
                <a:gd name="connsiteY10" fmla="*/ 0 h 444165"/>
                <a:gd name="connsiteX11" fmla="*/ 359377 w 368511"/>
                <a:gd name="connsiteY11" fmla="*/ 0 h 444165"/>
                <a:gd name="connsiteX12" fmla="*/ 367884 w 368511"/>
                <a:gd name="connsiteY12" fmla="*/ 8507 h 444165"/>
                <a:gd name="connsiteX13" fmla="*/ 367884 w 368511"/>
                <a:gd name="connsiteY13" fmla="*/ 84092 h 444165"/>
                <a:gd name="connsiteX14" fmla="*/ 360534 w 368511"/>
                <a:gd name="connsiteY14" fmla="*/ 93616 h 444165"/>
                <a:gd name="connsiteX15" fmla="*/ 351010 w 368511"/>
                <a:gd name="connsiteY15" fmla="*/ 86266 h 444165"/>
                <a:gd name="connsiteX16" fmla="*/ 351010 w 368511"/>
                <a:gd name="connsiteY16" fmla="*/ 84092 h 444165"/>
                <a:gd name="connsiteX17" fmla="*/ 351010 w 368511"/>
                <a:gd name="connsiteY17" fmla="*/ 17292 h 444165"/>
                <a:gd name="connsiteX18" fmla="*/ 288534 w 368511"/>
                <a:gd name="connsiteY18" fmla="*/ 17292 h 444165"/>
                <a:gd name="connsiteX19" fmla="*/ 288534 w 368511"/>
                <a:gd name="connsiteY19" fmla="*/ 68473 h 444165"/>
                <a:gd name="connsiteX20" fmla="*/ 280307 w 368511"/>
                <a:gd name="connsiteY20" fmla="*/ 76978 h 444165"/>
                <a:gd name="connsiteX21" fmla="*/ 280167 w 368511"/>
                <a:gd name="connsiteY21" fmla="*/ 76979 h 444165"/>
                <a:gd name="connsiteX22" fmla="*/ 87718 w 368511"/>
                <a:gd name="connsiteY22" fmla="*/ 76979 h 444165"/>
                <a:gd name="connsiteX23" fmla="*/ 79211 w 368511"/>
                <a:gd name="connsiteY23" fmla="*/ 68473 h 444165"/>
                <a:gd name="connsiteX24" fmla="*/ 79211 w 368511"/>
                <a:gd name="connsiteY24" fmla="*/ 17292 h 444165"/>
                <a:gd name="connsiteX25" fmla="*/ 16874 w 368511"/>
                <a:gd name="connsiteY25" fmla="*/ 17292 h 444165"/>
                <a:gd name="connsiteX26" fmla="*/ 16874 w 368511"/>
                <a:gd name="connsiteY26" fmla="*/ 426873 h 444165"/>
                <a:gd name="connsiteX27" fmla="*/ 351568 w 368511"/>
                <a:gd name="connsiteY27" fmla="*/ 426873 h 444165"/>
                <a:gd name="connsiteX28" fmla="*/ 351568 w 368511"/>
                <a:gd name="connsiteY28" fmla="*/ 391731 h 444165"/>
                <a:gd name="connsiteX29" fmla="*/ 299690 w 368511"/>
                <a:gd name="connsiteY29" fmla="*/ 339853 h 444165"/>
                <a:gd name="connsiteX30" fmla="*/ 227731 w 368511"/>
                <a:gd name="connsiteY30" fmla="*/ 325071 h 444165"/>
                <a:gd name="connsiteX31" fmla="*/ 227730 w 368511"/>
                <a:gd name="connsiteY31" fmla="*/ 230800 h 444165"/>
                <a:gd name="connsiteX32" fmla="*/ 227731 w 368511"/>
                <a:gd name="connsiteY32" fmla="*/ 230799 h 444165"/>
                <a:gd name="connsiteX33" fmla="*/ 322001 w 368511"/>
                <a:gd name="connsiteY33" fmla="*/ 230339 h 444165"/>
                <a:gd name="connsiteX34" fmla="*/ 336925 w 368511"/>
                <a:gd name="connsiteY34" fmla="*/ 302619 h 444165"/>
                <a:gd name="connsiteX35" fmla="*/ 351568 w 368511"/>
                <a:gd name="connsiteY35" fmla="*/ 316564 h 444165"/>
                <a:gd name="connsiteX36" fmla="*/ 351568 w 368511"/>
                <a:gd name="connsiteY36" fmla="*/ 225360 h 444165"/>
                <a:gd name="connsiteX37" fmla="*/ 358918 w 368511"/>
                <a:gd name="connsiteY37" fmla="*/ 215836 h 444165"/>
                <a:gd name="connsiteX38" fmla="*/ 368442 w 368511"/>
                <a:gd name="connsiteY38" fmla="*/ 223186 h 444165"/>
                <a:gd name="connsiteX39" fmla="*/ 368442 w 368511"/>
                <a:gd name="connsiteY39" fmla="*/ 225360 h 444165"/>
                <a:gd name="connsiteX40" fmla="*/ 368442 w 368511"/>
                <a:gd name="connsiteY40" fmla="*/ 336925 h 444165"/>
                <a:gd name="connsiteX41" fmla="*/ 363143 w 368511"/>
                <a:gd name="connsiteY41" fmla="*/ 344734 h 444165"/>
                <a:gd name="connsiteX42" fmla="*/ 353939 w 368511"/>
                <a:gd name="connsiteY42" fmla="*/ 342921 h 444165"/>
                <a:gd name="connsiteX43" fmla="*/ 320748 w 368511"/>
                <a:gd name="connsiteY43" fmla="*/ 310428 h 444165"/>
                <a:gd name="connsiteX44" fmla="*/ 319214 w 368511"/>
                <a:gd name="connsiteY44" fmla="*/ 300527 h 444165"/>
                <a:gd name="connsiteX45" fmla="*/ 297889 w 368511"/>
                <a:gd name="connsiteY45" fmla="*/ 233220 h 444165"/>
                <a:gd name="connsiteX46" fmla="*/ 230582 w 368511"/>
                <a:gd name="connsiteY46" fmla="*/ 254545 h 444165"/>
                <a:gd name="connsiteX47" fmla="*/ 251907 w 368511"/>
                <a:gd name="connsiteY47" fmla="*/ 321852 h 444165"/>
                <a:gd name="connsiteX48" fmla="*/ 297041 w 368511"/>
                <a:gd name="connsiteY48" fmla="*/ 322282 h 444165"/>
                <a:gd name="connsiteX49" fmla="*/ 306942 w 368511"/>
                <a:gd name="connsiteY49" fmla="*/ 323816 h 444165"/>
                <a:gd name="connsiteX50" fmla="*/ 362724 w 368511"/>
                <a:gd name="connsiteY50" fmla="*/ 379598 h 444165"/>
                <a:gd name="connsiteX51" fmla="*/ 363979 w 368511"/>
                <a:gd name="connsiteY51" fmla="*/ 380714 h 444165"/>
                <a:gd name="connsiteX52" fmla="*/ 367745 w 368511"/>
                <a:gd name="connsiteY52" fmla="*/ 387686 h 444165"/>
                <a:gd name="connsiteX53" fmla="*/ 367745 w 368511"/>
                <a:gd name="connsiteY53" fmla="*/ 435659 h 444165"/>
                <a:gd name="connsiteX54" fmla="*/ 359377 w 368511"/>
                <a:gd name="connsiteY54" fmla="*/ 444166 h 444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8511" h="444165">
                  <a:moveTo>
                    <a:pt x="359377" y="444166"/>
                  </a:moveTo>
                  <a:lnTo>
                    <a:pt x="8507" y="444166"/>
                  </a:lnTo>
                  <a:cubicBezTo>
                    <a:pt x="3809" y="444166"/>
                    <a:pt x="0" y="440357"/>
                    <a:pt x="0" y="435659"/>
                  </a:cubicBezTo>
                  <a:lnTo>
                    <a:pt x="0" y="8507"/>
                  </a:lnTo>
                  <a:cubicBezTo>
                    <a:pt x="0" y="3809"/>
                    <a:pt x="3809" y="0"/>
                    <a:pt x="8507" y="0"/>
                  </a:cubicBezTo>
                  <a:lnTo>
                    <a:pt x="87718" y="0"/>
                  </a:lnTo>
                  <a:cubicBezTo>
                    <a:pt x="92416" y="0"/>
                    <a:pt x="96224" y="3809"/>
                    <a:pt x="96224" y="8507"/>
                  </a:cubicBezTo>
                  <a:lnTo>
                    <a:pt x="96224" y="60105"/>
                  </a:lnTo>
                  <a:lnTo>
                    <a:pt x="271660" y="60105"/>
                  </a:lnTo>
                  <a:lnTo>
                    <a:pt x="271660" y="8507"/>
                  </a:lnTo>
                  <a:cubicBezTo>
                    <a:pt x="271660" y="3809"/>
                    <a:pt x="275468" y="0"/>
                    <a:pt x="280167" y="0"/>
                  </a:cubicBezTo>
                  <a:lnTo>
                    <a:pt x="359377" y="0"/>
                  </a:lnTo>
                  <a:cubicBezTo>
                    <a:pt x="364076" y="0"/>
                    <a:pt x="367884" y="3809"/>
                    <a:pt x="367884" y="8507"/>
                  </a:cubicBezTo>
                  <a:lnTo>
                    <a:pt x="367884" y="84092"/>
                  </a:lnTo>
                  <a:cubicBezTo>
                    <a:pt x="368484" y="88751"/>
                    <a:pt x="365194" y="93015"/>
                    <a:pt x="360534" y="93616"/>
                  </a:cubicBezTo>
                  <a:cubicBezTo>
                    <a:pt x="355874" y="94216"/>
                    <a:pt x="351610" y="90925"/>
                    <a:pt x="351010" y="86266"/>
                  </a:cubicBezTo>
                  <a:cubicBezTo>
                    <a:pt x="350917" y="85544"/>
                    <a:pt x="350917" y="84813"/>
                    <a:pt x="351010" y="84092"/>
                  </a:cubicBezTo>
                  <a:lnTo>
                    <a:pt x="351010" y="17292"/>
                  </a:lnTo>
                  <a:lnTo>
                    <a:pt x="288534" y="17292"/>
                  </a:lnTo>
                  <a:lnTo>
                    <a:pt x="288534" y="68473"/>
                  </a:lnTo>
                  <a:cubicBezTo>
                    <a:pt x="288611" y="73093"/>
                    <a:pt x="284928" y="76901"/>
                    <a:pt x="280307" y="76978"/>
                  </a:cubicBezTo>
                  <a:cubicBezTo>
                    <a:pt x="280260" y="76979"/>
                    <a:pt x="280213" y="76979"/>
                    <a:pt x="280167" y="76979"/>
                  </a:cubicBezTo>
                  <a:lnTo>
                    <a:pt x="87718" y="76979"/>
                  </a:lnTo>
                  <a:cubicBezTo>
                    <a:pt x="83019" y="76979"/>
                    <a:pt x="79211" y="73171"/>
                    <a:pt x="79211" y="68473"/>
                  </a:cubicBezTo>
                  <a:lnTo>
                    <a:pt x="79211" y="17292"/>
                  </a:lnTo>
                  <a:lnTo>
                    <a:pt x="16874" y="17292"/>
                  </a:lnTo>
                  <a:lnTo>
                    <a:pt x="16874" y="426873"/>
                  </a:lnTo>
                  <a:lnTo>
                    <a:pt x="351568" y="426873"/>
                  </a:lnTo>
                  <a:lnTo>
                    <a:pt x="351568" y="391731"/>
                  </a:lnTo>
                  <a:lnTo>
                    <a:pt x="299690" y="339853"/>
                  </a:lnTo>
                  <a:cubicBezTo>
                    <a:pt x="274915" y="349857"/>
                    <a:pt x="246557" y="344031"/>
                    <a:pt x="227731" y="325071"/>
                  </a:cubicBezTo>
                  <a:cubicBezTo>
                    <a:pt x="201699" y="299039"/>
                    <a:pt x="201698" y="256832"/>
                    <a:pt x="227730" y="230800"/>
                  </a:cubicBezTo>
                  <a:cubicBezTo>
                    <a:pt x="227731" y="230800"/>
                    <a:pt x="227731" y="230799"/>
                    <a:pt x="227731" y="230799"/>
                  </a:cubicBezTo>
                  <a:cubicBezTo>
                    <a:pt x="253636" y="204640"/>
                    <a:pt x="295842" y="204434"/>
                    <a:pt x="322001" y="230339"/>
                  </a:cubicBezTo>
                  <a:cubicBezTo>
                    <a:pt x="341077" y="249229"/>
                    <a:pt x="346959" y="277718"/>
                    <a:pt x="336925" y="302619"/>
                  </a:cubicBezTo>
                  <a:lnTo>
                    <a:pt x="351568" y="316564"/>
                  </a:lnTo>
                  <a:lnTo>
                    <a:pt x="351568" y="225360"/>
                  </a:lnTo>
                  <a:cubicBezTo>
                    <a:pt x="350968" y="220701"/>
                    <a:pt x="354258" y="216436"/>
                    <a:pt x="358918" y="215836"/>
                  </a:cubicBezTo>
                  <a:cubicBezTo>
                    <a:pt x="363578" y="215236"/>
                    <a:pt x="367842" y="218527"/>
                    <a:pt x="368442" y="223186"/>
                  </a:cubicBezTo>
                  <a:cubicBezTo>
                    <a:pt x="368535" y="223908"/>
                    <a:pt x="368535" y="224639"/>
                    <a:pt x="368442" y="225360"/>
                  </a:cubicBezTo>
                  <a:lnTo>
                    <a:pt x="368442" y="336925"/>
                  </a:lnTo>
                  <a:cubicBezTo>
                    <a:pt x="368452" y="340371"/>
                    <a:pt x="366349" y="343471"/>
                    <a:pt x="363143" y="344734"/>
                  </a:cubicBezTo>
                  <a:cubicBezTo>
                    <a:pt x="359997" y="346109"/>
                    <a:pt x="356328" y="345387"/>
                    <a:pt x="353939" y="342921"/>
                  </a:cubicBezTo>
                  <a:lnTo>
                    <a:pt x="320748" y="310428"/>
                  </a:lnTo>
                  <a:cubicBezTo>
                    <a:pt x="318141" y="307811"/>
                    <a:pt x="317521" y="303810"/>
                    <a:pt x="319214" y="300527"/>
                  </a:cubicBezTo>
                  <a:cubicBezTo>
                    <a:pt x="331912" y="276052"/>
                    <a:pt x="322364" y="245917"/>
                    <a:pt x="297889" y="233220"/>
                  </a:cubicBezTo>
                  <a:cubicBezTo>
                    <a:pt x="273414" y="220522"/>
                    <a:pt x="243279" y="230070"/>
                    <a:pt x="230582" y="254545"/>
                  </a:cubicBezTo>
                  <a:cubicBezTo>
                    <a:pt x="217884" y="279020"/>
                    <a:pt x="227432" y="309154"/>
                    <a:pt x="251907" y="321852"/>
                  </a:cubicBezTo>
                  <a:cubicBezTo>
                    <a:pt x="266024" y="329176"/>
                    <a:pt x="282786" y="329336"/>
                    <a:pt x="297041" y="322282"/>
                  </a:cubicBezTo>
                  <a:cubicBezTo>
                    <a:pt x="300324" y="320589"/>
                    <a:pt x="304325" y="321209"/>
                    <a:pt x="306942" y="323816"/>
                  </a:cubicBezTo>
                  <a:lnTo>
                    <a:pt x="362724" y="379598"/>
                  </a:lnTo>
                  <a:cubicBezTo>
                    <a:pt x="363073" y="380042"/>
                    <a:pt x="363498" y="380419"/>
                    <a:pt x="363979" y="380714"/>
                  </a:cubicBezTo>
                  <a:cubicBezTo>
                    <a:pt x="366307" y="382276"/>
                    <a:pt x="367715" y="384884"/>
                    <a:pt x="367745" y="387686"/>
                  </a:cubicBezTo>
                  <a:lnTo>
                    <a:pt x="367745" y="435659"/>
                  </a:lnTo>
                  <a:cubicBezTo>
                    <a:pt x="367745" y="440303"/>
                    <a:pt x="364021" y="444090"/>
                    <a:pt x="359377" y="444166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62A6487-39E7-5442-8237-DED8DB990CF5}"/>
                </a:ext>
              </a:extLst>
            </p:cNvPr>
            <p:cNvSpPr/>
            <p:nvPr/>
          </p:nvSpPr>
          <p:spPr>
            <a:xfrm>
              <a:off x="6267563" y="2480916"/>
              <a:ext cx="17014" cy="43344"/>
            </a:xfrm>
            <a:custGeom>
              <a:avLst/>
              <a:gdLst>
                <a:gd name="connsiteX0" fmla="*/ 8438 w 17014"/>
                <a:gd name="connsiteY0" fmla="*/ 43343 h 43344"/>
                <a:gd name="connsiteX1" fmla="*/ 71 w 17014"/>
                <a:gd name="connsiteY1" fmla="*/ 34976 h 43344"/>
                <a:gd name="connsiteX2" fmla="*/ 71 w 17014"/>
                <a:gd name="connsiteY2" fmla="*/ 9595 h 43344"/>
                <a:gd name="connsiteX3" fmla="*/ 7421 w 17014"/>
                <a:gd name="connsiteY3" fmla="*/ 71 h 43344"/>
                <a:gd name="connsiteX4" fmla="*/ 16945 w 17014"/>
                <a:gd name="connsiteY4" fmla="*/ 7421 h 43344"/>
                <a:gd name="connsiteX5" fmla="*/ 16945 w 17014"/>
                <a:gd name="connsiteY5" fmla="*/ 9595 h 43344"/>
                <a:gd name="connsiteX6" fmla="*/ 16945 w 17014"/>
                <a:gd name="connsiteY6" fmla="*/ 34976 h 43344"/>
                <a:gd name="connsiteX7" fmla="*/ 8579 w 17014"/>
                <a:gd name="connsiteY7" fmla="*/ 43344 h 43344"/>
                <a:gd name="connsiteX8" fmla="*/ 8438 w 17014"/>
                <a:gd name="connsiteY8" fmla="*/ 43343 h 4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14" h="43344">
                  <a:moveTo>
                    <a:pt x="8438" y="43343"/>
                  </a:moveTo>
                  <a:cubicBezTo>
                    <a:pt x="3817" y="43343"/>
                    <a:pt x="71" y="39597"/>
                    <a:pt x="71" y="34976"/>
                  </a:cubicBezTo>
                  <a:lnTo>
                    <a:pt x="71" y="9595"/>
                  </a:lnTo>
                  <a:cubicBezTo>
                    <a:pt x="-530" y="4935"/>
                    <a:pt x="2761" y="671"/>
                    <a:pt x="7421" y="71"/>
                  </a:cubicBezTo>
                  <a:cubicBezTo>
                    <a:pt x="12080" y="-530"/>
                    <a:pt x="16345" y="2761"/>
                    <a:pt x="16945" y="7421"/>
                  </a:cubicBezTo>
                  <a:cubicBezTo>
                    <a:pt x="17038" y="8142"/>
                    <a:pt x="17038" y="8873"/>
                    <a:pt x="16945" y="9595"/>
                  </a:cubicBezTo>
                  <a:lnTo>
                    <a:pt x="16945" y="34976"/>
                  </a:lnTo>
                  <a:cubicBezTo>
                    <a:pt x="16945" y="39597"/>
                    <a:pt x="13200" y="43343"/>
                    <a:pt x="8579" y="43344"/>
                  </a:cubicBezTo>
                  <a:cubicBezTo>
                    <a:pt x="8532" y="43344"/>
                    <a:pt x="8485" y="43344"/>
                    <a:pt x="8438" y="433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4E196771-F7F0-1147-A536-6B53985CA6EB}"/>
                </a:ext>
              </a:extLst>
            </p:cNvPr>
            <p:cNvSpPr/>
            <p:nvPr/>
          </p:nvSpPr>
          <p:spPr>
            <a:xfrm>
              <a:off x="6267634" y="2422985"/>
              <a:ext cx="16874" cy="45911"/>
            </a:xfrm>
            <a:custGeom>
              <a:avLst/>
              <a:gdLst>
                <a:gd name="connsiteX0" fmla="*/ 8367 w 16874"/>
                <a:gd name="connsiteY0" fmla="*/ 45911 h 45911"/>
                <a:gd name="connsiteX1" fmla="*/ 0 w 16874"/>
                <a:gd name="connsiteY1" fmla="*/ 37543 h 45911"/>
                <a:gd name="connsiteX2" fmla="*/ 0 w 16874"/>
                <a:gd name="connsiteY2" fmla="*/ 7421 h 45911"/>
                <a:gd name="connsiteX3" fmla="*/ 9524 w 16874"/>
                <a:gd name="connsiteY3" fmla="*/ 71 h 45911"/>
                <a:gd name="connsiteX4" fmla="*/ 16874 w 16874"/>
                <a:gd name="connsiteY4" fmla="*/ 7421 h 45911"/>
                <a:gd name="connsiteX5" fmla="*/ 16874 w 16874"/>
                <a:gd name="connsiteY5" fmla="*/ 37543 h 45911"/>
                <a:gd name="connsiteX6" fmla="*/ 8508 w 16874"/>
                <a:gd name="connsiteY6" fmla="*/ 45912 h 45911"/>
                <a:gd name="connsiteX7" fmla="*/ 8367 w 16874"/>
                <a:gd name="connsiteY7" fmla="*/ 45910 h 4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74" h="45911">
                  <a:moveTo>
                    <a:pt x="8367" y="45911"/>
                  </a:moveTo>
                  <a:cubicBezTo>
                    <a:pt x="3746" y="45911"/>
                    <a:pt x="0" y="42164"/>
                    <a:pt x="0" y="37543"/>
                  </a:cubicBezTo>
                  <a:lnTo>
                    <a:pt x="0" y="7421"/>
                  </a:lnTo>
                  <a:cubicBezTo>
                    <a:pt x="600" y="2761"/>
                    <a:pt x="4864" y="-530"/>
                    <a:pt x="9524" y="71"/>
                  </a:cubicBezTo>
                  <a:cubicBezTo>
                    <a:pt x="13360" y="565"/>
                    <a:pt x="16380" y="3585"/>
                    <a:pt x="16874" y="7421"/>
                  </a:cubicBezTo>
                  <a:lnTo>
                    <a:pt x="16874" y="37543"/>
                  </a:lnTo>
                  <a:cubicBezTo>
                    <a:pt x="16875" y="42164"/>
                    <a:pt x="13129" y="45911"/>
                    <a:pt x="8508" y="45912"/>
                  </a:cubicBezTo>
                  <a:cubicBezTo>
                    <a:pt x="8461" y="45912"/>
                    <a:pt x="8414" y="45911"/>
                    <a:pt x="8367" y="45910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988F3F69-E4B3-EB45-AD63-C7F027E37646}"/>
                </a:ext>
              </a:extLst>
            </p:cNvPr>
            <p:cNvSpPr/>
            <p:nvPr/>
          </p:nvSpPr>
          <p:spPr>
            <a:xfrm>
              <a:off x="6267632" y="2367621"/>
              <a:ext cx="16875" cy="41308"/>
            </a:xfrm>
            <a:custGeom>
              <a:avLst/>
              <a:gdLst>
                <a:gd name="connsiteX0" fmla="*/ 8368 w 16875"/>
                <a:gd name="connsiteY0" fmla="*/ 41308 h 41308"/>
                <a:gd name="connsiteX1" fmla="*/ 0 w 16875"/>
                <a:gd name="connsiteY1" fmla="*/ 32942 h 41308"/>
                <a:gd name="connsiteX2" fmla="*/ 1 w 16875"/>
                <a:gd name="connsiteY2" fmla="*/ 32802 h 41308"/>
                <a:gd name="connsiteX3" fmla="*/ 1 w 16875"/>
                <a:gd name="connsiteY3" fmla="*/ 7421 h 41308"/>
                <a:gd name="connsiteX4" fmla="*/ 9525 w 16875"/>
                <a:gd name="connsiteY4" fmla="*/ 71 h 41308"/>
                <a:gd name="connsiteX5" fmla="*/ 16875 w 16875"/>
                <a:gd name="connsiteY5" fmla="*/ 7421 h 41308"/>
                <a:gd name="connsiteX6" fmla="*/ 16875 w 16875"/>
                <a:gd name="connsiteY6" fmla="*/ 32802 h 41308"/>
                <a:gd name="connsiteX7" fmla="*/ 8368 w 16875"/>
                <a:gd name="connsiteY7" fmla="*/ 41308 h 4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75" h="41308">
                  <a:moveTo>
                    <a:pt x="8368" y="41308"/>
                  </a:moveTo>
                  <a:cubicBezTo>
                    <a:pt x="3747" y="41309"/>
                    <a:pt x="1" y="37563"/>
                    <a:pt x="0" y="32942"/>
                  </a:cubicBezTo>
                  <a:cubicBezTo>
                    <a:pt x="0" y="32895"/>
                    <a:pt x="0" y="32849"/>
                    <a:pt x="1" y="32802"/>
                  </a:cubicBezTo>
                  <a:lnTo>
                    <a:pt x="1" y="7421"/>
                  </a:lnTo>
                  <a:cubicBezTo>
                    <a:pt x="601" y="2761"/>
                    <a:pt x="4866" y="-530"/>
                    <a:pt x="9525" y="71"/>
                  </a:cubicBezTo>
                  <a:cubicBezTo>
                    <a:pt x="13361" y="565"/>
                    <a:pt x="16381" y="3585"/>
                    <a:pt x="16875" y="7421"/>
                  </a:cubicBezTo>
                  <a:lnTo>
                    <a:pt x="16875" y="32802"/>
                  </a:lnTo>
                  <a:cubicBezTo>
                    <a:pt x="16875" y="37500"/>
                    <a:pt x="13067" y="41308"/>
                    <a:pt x="8368" y="41308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9" name="Graphic 34">
            <a:extLst>
              <a:ext uri="{FF2B5EF4-FFF2-40B4-BE49-F238E27FC236}">
                <a16:creationId xmlns:a16="http://schemas.microsoft.com/office/drawing/2014/main" id="{29248D22-620D-3B45-A7A0-C557E3E4B283}"/>
              </a:ext>
            </a:extLst>
          </p:cNvPr>
          <p:cNvGrpSpPr>
            <a:grpSpLocks noChangeAspect="1"/>
          </p:cNvGrpSpPr>
          <p:nvPr/>
        </p:nvGrpSpPr>
        <p:grpSpPr>
          <a:xfrm>
            <a:off x="6755946" y="4808402"/>
            <a:ext cx="444026" cy="505665"/>
            <a:chOff x="5888732" y="2229310"/>
            <a:chExt cx="444026" cy="505665"/>
          </a:xfrm>
          <a:solidFill>
            <a:srgbClr val="FFFFFF"/>
          </a:solidFill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89CBCCF-4877-724F-AF9D-A5FFF91AF981}"/>
                </a:ext>
              </a:extLst>
            </p:cNvPr>
            <p:cNvSpPr/>
            <p:nvPr/>
          </p:nvSpPr>
          <p:spPr>
            <a:xfrm>
              <a:off x="5930848" y="2337668"/>
              <a:ext cx="105986" cy="105986"/>
            </a:xfrm>
            <a:custGeom>
              <a:avLst/>
              <a:gdLst>
                <a:gd name="connsiteX0" fmla="*/ 53133 w 105986"/>
                <a:gd name="connsiteY0" fmla="*/ 105986 h 105986"/>
                <a:gd name="connsiteX1" fmla="*/ 0 w 105986"/>
                <a:gd name="connsiteY1" fmla="*/ 53133 h 105986"/>
                <a:gd name="connsiteX2" fmla="*/ 52854 w 105986"/>
                <a:gd name="connsiteY2" fmla="*/ 0 h 105986"/>
                <a:gd name="connsiteX3" fmla="*/ 105986 w 105986"/>
                <a:gd name="connsiteY3" fmla="*/ 52854 h 105986"/>
                <a:gd name="connsiteX4" fmla="*/ 105986 w 105986"/>
                <a:gd name="connsiteY4" fmla="*/ 52993 h 105986"/>
                <a:gd name="connsiteX5" fmla="*/ 53133 w 105986"/>
                <a:gd name="connsiteY5" fmla="*/ 105986 h 105986"/>
                <a:gd name="connsiteX6" fmla="*/ 53133 w 105986"/>
                <a:gd name="connsiteY6" fmla="*/ 17153 h 105986"/>
                <a:gd name="connsiteX7" fmla="*/ 16875 w 105986"/>
                <a:gd name="connsiteY7" fmla="*/ 53132 h 105986"/>
                <a:gd name="connsiteX8" fmla="*/ 52854 w 105986"/>
                <a:gd name="connsiteY8" fmla="*/ 89390 h 105986"/>
                <a:gd name="connsiteX9" fmla="*/ 89112 w 105986"/>
                <a:gd name="connsiteY9" fmla="*/ 53411 h 105986"/>
                <a:gd name="connsiteX10" fmla="*/ 89112 w 105986"/>
                <a:gd name="connsiteY10" fmla="*/ 53132 h 105986"/>
                <a:gd name="connsiteX11" fmla="*/ 53133 w 105986"/>
                <a:gd name="connsiteY11" fmla="*/ 17153 h 10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5986" h="105986">
                  <a:moveTo>
                    <a:pt x="53133" y="105986"/>
                  </a:moveTo>
                  <a:cubicBezTo>
                    <a:pt x="23865" y="106063"/>
                    <a:pt x="77" y="82400"/>
                    <a:pt x="0" y="53133"/>
                  </a:cubicBezTo>
                  <a:cubicBezTo>
                    <a:pt x="-77" y="23865"/>
                    <a:pt x="23586" y="77"/>
                    <a:pt x="52854" y="0"/>
                  </a:cubicBezTo>
                  <a:cubicBezTo>
                    <a:pt x="82121" y="-77"/>
                    <a:pt x="105909" y="23586"/>
                    <a:pt x="105986" y="52854"/>
                  </a:cubicBezTo>
                  <a:cubicBezTo>
                    <a:pt x="105986" y="52900"/>
                    <a:pt x="105986" y="52947"/>
                    <a:pt x="105986" y="52993"/>
                  </a:cubicBezTo>
                  <a:cubicBezTo>
                    <a:pt x="105986" y="82206"/>
                    <a:pt x="82345" y="105909"/>
                    <a:pt x="53133" y="105986"/>
                  </a:cubicBezTo>
                  <a:close/>
                  <a:moveTo>
                    <a:pt x="53133" y="17153"/>
                  </a:moveTo>
                  <a:cubicBezTo>
                    <a:pt x="33185" y="17076"/>
                    <a:pt x="16952" y="33185"/>
                    <a:pt x="16875" y="53132"/>
                  </a:cubicBezTo>
                  <a:cubicBezTo>
                    <a:pt x="16798" y="73080"/>
                    <a:pt x="32906" y="89313"/>
                    <a:pt x="52854" y="89390"/>
                  </a:cubicBezTo>
                  <a:cubicBezTo>
                    <a:pt x="72802" y="89467"/>
                    <a:pt x="89035" y="73359"/>
                    <a:pt x="89112" y="53411"/>
                  </a:cubicBezTo>
                  <a:cubicBezTo>
                    <a:pt x="89113" y="53318"/>
                    <a:pt x="89113" y="53225"/>
                    <a:pt x="89112" y="53132"/>
                  </a:cubicBezTo>
                  <a:cubicBezTo>
                    <a:pt x="89036" y="33293"/>
                    <a:pt x="72972" y="17229"/>
                    <a:pt x="53133" y="17153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58CED3EF-8EB5-7740-92D9-5465EFBA1B6D}"/>
                </a:ext>
              </a:extLst>
            </p:cNvPr>
            <p:cNvSpPr/>
            <p:nvPr/>
          </p:nvSpPr>
          <p:spPr>
            <a:xfrm>
              <a:off x="6068461" y="2426709"/>
              <a:ext cx="95528" cy="17014"/>
            </a:xfrm>
            <a:custGeom>
              <a:avLst/>
              <a:gdLst>
                <a:gd name="connsiteX0" fmla="*/ 85934 w 95528"/>
                <a:gd name="connsiteY0" fmla="*/ 16945 h 17014"/>
                <a:gd name="connsiteX1" fmla="*/ 7421 w 95528"/>
                <a:gd name="connsiteY1" fmla="*/ 16945 h 17014"/>
                <a:gd name="connsiteX2" fmla="*/ 71 w 95528"/>
                <a:gd name="connsiteY2" fmla="*/ 7421 h 17014"/>
                <a:gd name="connsiteX3" fmla="*/ 7421 w 95528"/>
                <a:gd name="connsiteY3" fmla="*/ 71 h 17014"/>
                <a:gd name="connsiteX4" fmla="*/ 85934 w 95528"/>
                <a:gd name="connsiteY4" fmla="*/ 71 h 17014"/>
                <a:gd name="connsiteX5" fmla="*/ 95458 w 95528"/>
                <a:gd name="connsiteY5" fmla="*/ 7421 h 17014"/>
                <a:gd name="connsiteX6" fmla="*/ 88108 w 95528"/>
                <a:gd name="connsiteY6" fmla="*/ 16945 h 17014"/>
                <a:gd name="connsiteX7" fmla="*/ 85934 w 95528"/>
                <a:gd name="connsiteY7" fmla="*/ 16945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528" h="17014">
                  <a:moveTo>
                    <a:pt x="85934" y="16945"/>
                  </a:moveTo>
                  <a:lnTo>
                    <a:pt x="7421" y="16945"/>
                  </a:lnTo>
                  <a:cubicBezTo>
                    <a:pt x="2761" y="16344"/>
                    <a:pt x="-530" y="12080"/>
                    <a:pt x="71" y="7421"/>
                  </a:cubicBezTo>
                  <a:cubicBezTo>
                    <a:pt x="565" y="3585"/>
                    <a:pt x="3585" y="565"/>
                    <a:pt x="7421" y="71"/>
                  </a:cubicBezTo>
                  <a:lnTo>
                    <a:pt x="85934" y="71"/>
                  </a:lnTo>
                  <a:cubicBezTo>
                    <a:pt x="90594" y="-530"/>
                    <a:pt x="94858" y="2761"/>
                    <a:pt x="95458" y="7421"/>
                  </a:cubicBezTo>
                  <a:cubicBezTo>
                    <a:pt x="96059" y="12080"/>
                    <a:pt x="92768" y="16344"/>
                    <a:pt x="88108" y="16945"/>
                  </a:cubicBezTo>
                  <a:cubicBezTo>
                    <a:pt x="87387" y="17038"/>
                    <a:pt x="86656" y="17038"/>
                    <a:pt x="85934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EA8D63D6-FDA6-844D-B912-173AE0118D6E}"/>
                </a:ext>
              </a:extLst>
            </p:cNvPr>
            <p:cNvSpPr/>
            <p:nvPr/>
          </p:nvSpPr>
          <p:spPr>
            <a:xfrm>
              <a:off x="5933665" y="2480260"/>
              <a:ext cx="194066" cy="17015"/>
            </a:xfrm>
            <a:custGeom>
              <a:avLst/>
              <a:gdLst>
                <a:gd name="connsiteX0" fmla="*/ 184472 w 194066"/>
                <a:gd name="connsiteY0" fmla="*/ 16945 h 17015"/>
                <a:gd name="connsiteX1" fmla="*/ 9595 w 194066"/>
                <a:gd name="connsiteY1" fmla="*/ 16945 h 17015"/>
                <a:gd name="connsiteX2" fmla="*/ 71 w 194066"/>
                <a:gd name="connsiteY2" fmla="*/ 9595 h 17015"/>
                <a:gd name="connsiteX3" fmla="*/ 7421 w 194066"/>
                <a:gd name="connsiteY3" fmla="*/ 71 h 17015"/>
                <a:gd name="connsiteX4" fmla="*/ 9595 w 194066"/>
                <a:gd name="connsiteY4" fmla="*/ 71 h 17015"/>
                <a:gd name="connsiteX5" fmla="*/ 184472 w 194066"/>
                <a:gd name="connsiteY5" fmla="*/ 71 h 17015"/>
                <a:gd name="connsiteX6" fmla="*/ 193996 w 194066"/>
                <a:gd name="connsiteY6" fmla="*/ 7421 h 17015"/>
                <a:gd name="connsiteX7" fmla="*/ 186646 w 194066"/>
                <a:gd name="connsiteY7" fmla="*/ 16945 h 17015"/>
                <a:gd name="connsiteX8" fmla="*/ 184472 w 194066"/>
                <a:gd name="connsiteY8" fmla="*/ 16945 h 1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066" h="17015">
                  <a:moveTo>
                    <a:pt x="184472" y="16945"/>
                  </a:moveTo>
                  <a:lnTo>
                    <a:pt x="9595" y="16945"/>
                  </a:lnTo>
                  <a:cubicBezTo>
                    <a:pt x="4935" y="17545"/>
                    <a:pt x="671" y="14254"/>
                    <a:pt x="71" y="9595"/>
                  </a:cubicBezTo>
                  <a:cubicBezTo>
                    <a:pt x="-530" y="4935"/>
                    <a:pt x="2761" y="671"/>
                    <a:pt x="7421" y="71"/>
                  </a:cubicBezTo>
                  <a:cubicBezTo>
                    <a:pt x="8142" y="-22"/>
                    <a:pt x="8873" y="-22"/>
                    <a:pt x="9595" y="71"/>
                  </a:cubicBezTo>
                  <a:lnTo>
                    <a:pt x="184472" y="71"/>
                  </a:lnTo>
                  <a:cubicBezTo>
                    <a:pt x="189132" y="-530"/>
                    <a:pt x="193396" y="2761"/>
                    <a:pt x="193996" y="7421"/>
                  </a:cubicBezTo>
                  <a:cubicBezTo>
                    <a:pt x="194596" y="12080"/>
                    <a:pt x="191306" y="16344"/>
                    <a:pt x="186646" y="16945"/>
                  </a:cubicBezTo>
                  <a:cubicBezTo>
                    <a:pt x="185924" y="17038"/>
                    <a:pt x="185194" y="17038"/>
                    <a:pt x="184472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82F7893-CAAF-D941-B665-4E16055D5A33}"/>
                </a:ext>
              </a:extLst>
            </p:cNvPr>
            <p:cNvSpPr/>
            <p:nvPr/>
          </p:nvSpPr>
          <p:spPr>
            <a:xfrm>
              <a:off x="5933665" y="2530743"/>
              <a:ext cx="147349" cy="17015"/>
            </a:xfrm>
            <a:custGeom>
              <a:avLst/>
              <a:gdLst>
                <a:gd name="connsiteX0" fmla="*/ 137754 w 147349"/>
                <a:gd name="connsiteY0" fmla="*/ 16945 h 17015"/>
                <a:gd name="connsiteX1" fmla="*/ 9595 w 147349"/>
                <a:gd name="connsiteY1" fmla="*/ 16945 h 17015"/>
                <a:gd name="connsiteX2" fmla="*/ 71 w 147349"/>
                <a:gd name="connsiteY2" fmla="*/ 9595 h 17015"/>
                <a:gd name="connsiteX3" fmla="*/ 7421 w 147349"/>
                <a:gd name="connsiteY3" fmla="*/ 71 h 17015"/>
                <a:gd name="connsiteX4" fmla="*/ 9595 w 147349"/>
                <a:gd name="connsiteY4" fmla="*/ 71 h 17015"/>
                <a:gd name="connsiteX5" fmla="*/ 137754 w 147349"/>
                <a:gd name="connsiteY5" fmla="*/ 71 h 17015"/>
                <a:gd name="connsiteX6" fmla="*/ 147278 w 147349"/>
                <a:gd name="connsiteY6" fmla="*/ 7421 h 17015"/>
                <a:gd name="connsiteX7" fmla="*/ 139928 w 147349"/>
                <a:gd name="connsiteY7" fmla="*/ 16945 h 17015"/>
                <a:gd name="connsiteX8" fmla="*/ 137754 w 147349"/>
                <a:gd name="connsiteY8" fmla="*/ 16945 h 1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49" h="17015">
                  <a:moveTo>
                    <a:pt x="137754" y="16945"/>
                  </a:moveTo>
                  <a:lnTo>
                    <a:pt x="9595" y="16945"/>
                  </a:lnTo>
                  <a:cubicBezTo>
                    <a:pt x="4935" y="17545"/>
                    <a:pt x="671" y="14254"/>
                    <a:pt x="71" y="9595"/>
                  </a:cubicBezTo>
                  <a:cubicBezTo>
                    <a:pt x="-530" y="4935"/>
                    <a:pt x="2761" y="671"/>
                    <a:pt x="7421" y="71"/>
                  </a:cubicBezTo>
                  <a:cubicBezTo>
                    <a:pt x="8142" y="-22"/>
                    <a:pt x="8873" y="-22"/>
                    <a:pt x="9595" y="71"/>
                  </a:cubicBezTo>
                  <a:lnTo>
                    <a:pt x="137754" y="71"/>
                  </a:lnTo>
                  <a:cubicBezTo>
                    <a:pt x="142414" y="-530"/>
                    <a:pt x="146678" y="2761"/>
                    <a:pt x="147278" y="7421"/>
                  </a:cubicBezTo>
                  <a:cubicBezTo>
                    <a:pt x="147879" y="12080"/>
                    <a:pt x="144588" y="16344"/>
                    <a:pt x="139928" y="16945"/>
                  </a:cubicBezTo>
                  <a:cubicBezTo>
                    <a:pt x="139207" y="17038"/>
                    <a:pt x="138476" y="17038"/>
                    <a:pt x="137754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31F8733C-9CB5-1C47-8C4A-AEC4831BE481}"/>
                </a:ext>
              </a:extLst>
            </p:cNvPr>
            <p:cNvSpPr/>
            <p:nvPr/>
          </p:nvSpPr>
          <p:spPr>
            <a:xfrm>
              <a:off x="5933665" y="2581365"/>
              <a:ext cx="130753" cy="17015"/>
            </a:xfrm>
            <a:custGeom>
              <a:avLst/>
              <a:gdLst>
                <a:gd name="connsiteX0" fmla="*/ 121159 w 130753"/>
                <a:gd name="connsiteY0" fmla="*/ 16945 h 17015"/>
                <a:gd name="connsiteX1" fmla="*/ 9595 w 130753"/>
                <a:gd name="connsiteY1" fmla="*/ 16945 h 17015"/>
                <a:gd name="connsiteX2" fmla="*/ 71 w 130753"/>
                <a:gd name="connsiteY2" fmla="*/ 9595 h 17015"/>
                <a:gd name="connsiteX3" fmla="*/ 7421 w 130753"/>
                <a:gd name="connsiteY3" fmla="*/ 71 h 17015"/>
                <a:gd name="connsiteX4" fmla="*/ 9595 w 130753"/>
                <a:gd name="connsiteY4" fmla="*/ 71 h 17015"/>
                <a:gd name="connsiteX5" fmla="*/ 121159 w 130753"/>
                <a:gd name="connsiteY5" fmla="*/ 71 h 17015"/>
                <a:gd name="connsiteX6" fmla="*/ 130683 w 130753"/>
                <a:gd name="connsiteY6" fmla="*/ 7421 h 17015"/>
                <a:gd name="connsiteX7" fmla="*/ 123333 w 130753"/>
                <a:gd name="connsiteY7" fmla="*/ 16945 h 17015"/>
                <a:gd name="connsiteX8" fmla="*/ 121159 w 130753"/>
                <a:gd name="connsiteY8" fmla="*/ 16945 h 1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0753" h="17015">
                  <a:moveTo>
                    <a:pt x="121159" y="16945"/>
                  </a:moveTo>
                  <a:lnTo>
                    <a:pt x="9595" y="16945"/>
                  </a:lnTo>
                  <a:cubicBezTo>
                    <a:pt x="4935" y="17545"/>
                    <a:pt x="671" y="14254"/>
                    <a:pt x="71" y="9595"/>
                  </a:cubicBezTo>
                  <a:cubicBezTo>
                    <a:pt x="-530" y="4935"/>
                    <a:pt x="2761" y="671"/>
                    <a:pt x="7421" y="71"/>
                  </a:cubicBezTo>
                  <a:cubicBezTo>
                    <a:pt x="8142" y="-22"/>
                    <a:pt x="8873" y="-22"/>
                    <a:pt x="9595" y="71"/>
                  </a:cubicBezTo>
                  <a:lnTo>
                    <a:pt x="121159" y="71"/>
                  </a:lnTo>
                  <a:cubicBezTo>
                    <a:pt x="125819" y="-530"/>
                    <a:pt x="130083" y="2761"/>
                    <a:pt x="130683" y="7421"/>
                  </a:cubicBezTo>
                  <a:cubicBezTo>
                    <a:pt x="131284" y="12080"/>
                    <a:pt x="127993" y="16344"/>
                    <a:pt x="123333" y="16945"/>
                  </a:cubicBezTo>
                  <a:cubicBezTo>
                    <a:pt x="122611" y="17038"/>
                    <a:pt x="121881" y="17038"/>
                    <a:pt x="121159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187B1DF6-FE08-F140-82C0-728C9149F984}"/>
                </a:ext>
              </a:extLst>
            </p:cNvPr>
            <p:cNvSpPr/>
            <p:nvPr/>
          </p:nvSpPr>
          <p:spPr>
            <a:xfrm>
              <a:off x="5933665" y="2631848"/>
              <a:ext cx="130753" cy="17015"/>
            </a:xfrm>
            <a:custGeom>
              <a:avLst/>
              <a:gdLst>
                <a:gd name="connsiteX0" fmla="*/ 121159 w 130753"/>
                <a:gd name="connsiteY0" fmla="*/ 16945 h 17015"/>
                <a:gd name="connsiteX1" fmla="*/ 9595 w 130753"/>
                <a:gd name="connsiteY1" fmla="*/ 16945 h 17015"/>
                <a:gd name="connsiteX2" fmla="*/ 71 w 130753"/>
                <a:gd name="connsiteY2" fmla="*/ 9595 h 17015"/>
                <a:gd name="connsiteX3" fmla="*/ 7421 w 130753"/>
                <a:gd name="connsiteY3" fmla="*/ 71 h 17015"/>
                <a:gd name="connsiteX4" fmla="*/ 9595 w 130753"/>
                <a:gd name="connsiteY4" fmla="*/ 71 h 17015"/>
                <a:gd name="connsiteX5" fmla="*/ 121159 w 130753"/>
                <a:gd name="connsiteY5" fmla="*/ 71 h 17015"/>
                <a:gd name="connsiteX6" fmla="*/ 130683 w 130753"/>
                <a:gd name="connsiteY6" fmla="*/ 7421 h 17015"/>
                <a:gd name="connsiteX7" fmla="*/ 123333 w 130753"/>
                <a:gd name="connsiteY7" fmla="*/ 16945 h 17015"/>
                <a:gd name="connsiteX8" fmla="*/ 121159 w 130753"/>
                <a:gd name="connsiteY8" fmla="*/ 16945 h 1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0753" h="17015">
                  <a:moveTo>
                    <a:pt x="121159" y="16945"/>
                  </a:moveTo>
                  <a:lnTo>
                    <a:pt x="9595" y="16945"/>
                  </a:lnTo>
                  <a:cubicBezTo>
                    <a:pt x="4935" y="17545"/>
                    <a:pt x="671" y="14254"/>
                    <a:pt x="71" y="9595"/>
                  </a:cubicBezTo>
                  <a:cubicBezTo>
                    <a:pt x="-530" y="4935"/>
                    <a:pt x="2761" y="671"/>
                    <a:pt x="7421" y="71"/>
                  </a:cubicBezTo>
                  <a:cubicBezTo>
                    <a:pt x="8142" y="-22"/>
                    <a:pt x="8873" y="-22"/>
                    <a:pt x="9595" y="71"/>
                  </a:cubicBezTo>
                  <a:lnTo>
                    <a:pt x="121159" y="71"/>
                  </a:lnTo>
                  <a:cubicBezTo>
                    <a:pt x="125819" y="-530"/>
                    <a:pt x="130083" y="2761"/>
                    <a:pt x="130683" y="7421"/>
                  </a:cubicBezTo>
                  <a:cubicBezTo>
                    <a:pt x="131284" y="12080"/>
                    <a:pt x="127993" y="16344"/>
                    <a:pt x="123333" y="16945"/>
                  </a:cubicBezTo>
                  <a:cubicBezTo>
                    <a:pt x="122611" y="17038"/>
                    <a:pt x="121881" y="17038"/>
                    <a:pt x="121159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905DFCC6-A000-B345-BB35-90296164CA12}"/>
                </a:ext>
              </a:extLst>
            </p:cNvPr>
            <p:cNvSpPr/>
            <p:nvPr/>
          </p:nvSpPr>
          <p:spPr>
            <a:xfrm>
              <a:off x="6068461" y="2385988"/>
              <a:ext cx="95528" cy="17014"/>
            </a:xfrm>
            <a:custGeom>
              <a:avLst/>
              <a:gdLst>
                <a:gd name="connsiteX0" fmla="*/ 85934 w 95528"/>
                <a:gd name="connsiteY0" fmla="*/ 16945 h 17014"/>
                <a:gd name="connsiteX1" fmla="*/ 7421 w 95528"/>
                <a:gd name="connsiteY1" fmla="*/ 16945 h 17014"/>
                <a:gd name="connsiteX2" fmla="*/ 71 w 95528"/>
                <a:gd name="connsiteY2" fmla="*/ 7421 h 17014"/>
                <a:gd name="connsiteX3" fmla="*/ 7421 w 95528"/>
                <a:gd name="connsiteY3" fmla="*/ 71 h 17014"/>
                <a:gd name="connsiteX4" fmla="*/ 85934 w 95528"/>
                <a:gd name="connsiteY4" fmla="*/ 71 h 17014"/>
                <a:gd name="connsiteX5" fmla="*/ 95458 w 95528"/>
                <a:gd name="connsiteY5" fmla="*/ 7421 h 17014"/>
                <a:gd name="connsiteX6" fmla="*/ 88108 w 95528"/>
                <a:gd name="connsiteY6" fmla="*/ 16945 h 17014"/>
                <a:gd name="connsiteX7" fmla="*/ 85934 w 95528"/>
                <a:gd name="connsiteY7" fmla="*/ 16945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528" h="17014">
                  <a:moveTo>
                    <a:pt x="85934" y="16945"/>
                  </a:moveTo>
                  <a:lnTo>
                    <a:pt x="7421" y="16945"/>
                  </a:lnTo>
                  <a:cubicBezTo>
                    <a:pt x="2761" y="16344"/>
                    <a:pt x="-530" y="12080"/>
                    <a:pt x="71" y="7421"/>
                  </a:cubicBezTo>
                  <a:cubicBezTo>
                    <a:pt x="565" y="3585"/>
                    <a:pt x="3585" y="565"/>
                    <a:pt x="7421" y="71"/>
                  </a:cubicBezTo>
                  <a:lnTo>
                    <a:pt x="85934" y="71"/>
                  </a:lnTo>
                  <a:cubicBezTo>
                    <a:pt x="90594" y="-530"/>
                    <a:pt x="94858" y="2761"/>
                    <a:pt x="95458" y="7421"/>
                  </a:cubicBezTo>
                  <a:cubicBezTo>
                    <a:pt x="96059" y="12080"/>
                    <a:pt x="92768" y="16344"/>
                    <a:pt x="88108" y="16945"/>
                  </a:cubicBezTo>
                  <a:cubicBezTo>
                    <a:pt x="87387" y="17038"/>
                    <a:pt x="86656" y="17038"/>
                    <a:pt x="85934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8F9CDD9A-F995-644C-A9FE-95EF86A60660}"/>
                </a:ext>
              </a:extLst>
            </p:cNvPr>
            <p:cNvSpPr/>
            <p:nvPr/>
          </p:nvSpPr>
          <p:spPr>
            <a:xfrm>
              <a:off x="6068461" y="2345267"/>
              <a:ext cx="95528" cy="17014"/>
            </a:xfrm>
            <a:custGeom>
              <a:avLst/>
              <a:gdLst>
                <a:gd name="connsiteX0" fmla="*/ 85934 w 95528"/>
                <a:gd name="connsiteY0" fmla="*/ 16945 h 17014"/>
                <a:gd name="connsiteX1" fmla="*/ 7421 w 95528"/>
                <a:gd name="connsiteY1" fmla="*/ 16945 h 17014"/>
                <a:gd name="connsiteX2" fmla="*/ 71 w 95528"/>
                <a:gd name="connsiteY2" fmla="*/ 7421 h 17014"/>
                <a:gd name="connsiteX3" fmla="*/ 7421 w 95528"/>
                <a:gd name="connsiteY3" fmla="*/ 71 h 17014"/>
                <a:gd name="connsiteX4" fmla="*/ 85934 w 95528"/>
                <a:gd name="connsiteY4" fmla="*/ 71 h 17014"/>
                <a:gd name="connsiteX5" fmla="*/ 95458 w 95528"/>
                <a:gd name="connsiteY5" fmla="*/ 7421 h 17014"/>
                <a:gd name="connsiteX6" fmla="*/ 88108 w 95528"/>
                <a:gd name="connsiteY6" fmla="*/ 16945 h 17014"/>
                <a:gd name="connsiteX7" fmla="*/ 85934 w 95528"/>
                <a:gd name="connsiteY7" fmla="*/ 16945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528" h="17014">
                  <a:moveTo>
                    <a:pt x="85934" y="16945"/>
                  </a:moveTo>
                  <a:lnTo>
                    <a:pt x="7421" y="16945"/>
                  </a:lnTo>
                  <a:cubicBezTo>
                    <a:pt x="2761" y="16344"/>
                    <a:pt x="-530" y="12080"/>
                    <a:pt x="71" y="7421"/>
                  </a:cubicBezTo>
                  <a:cubicBezTo>
                    <a:pt x="565" y="3585"/>
                    <a:pt x="3585" y="565"/>
                    <a:pt x="7421" y="71"/>
                  </a:cubicBezTo>
                  <a:lnTo>
                    <a:pt x="85934" y="71"/>
                  </a:lnTo>
                  <a:cubicBezTo>
                    <a:pt x="90594" y="-530"/>
                    <a:pt x="94858" y="2761"/>
                    <a:pt x="95458" y="7421"/>
                  </a:cubicBezTo>
                  <a:cubicBezTo>
                    <a:pt x="96059" y="12080"/>
                    <a:pt x="92768" y="16344"/>
                    <a:pt x="88108" y="16945"/>
                  </a:cubicBezTo>
                  <a:cubicBezTo>
                    <a:pt x="87387" y="17038"/>
                    <a:pt x="86656" y="17038"/>
                    <a:pt x="85934" y="16945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21140E62-0215-7B4B-A213-C576B94BF08B}"/>
                </a:ext>
              </a:extLst>
            </p:cNvPr>
            <p:cNvSpPr/>
            <p:nvPr/>
          </p:nvSpPr>
          <p:spPr>
            <a:xfrm>
              <a:off x="6080484" y="2480330"/>
              <a:ext cx="252275" cy="252275"/>
            </a:xfrm>
            <a:custGeom>
              <a:avLst/>
              <a:gdLst>
                <a:gd name="connsiteX0" fmla="*/ 152983 w 252275"/>
                <a:gd name="connsiteY0" fmla="*/ 252275 h 252275"/>
                <a:gd name="connsiteX1" fmla="*/ 99292 w 252275"/>
                <a:gd name="connsiteY1" fmla="*/ 252275 h 252275"/>
                <a:gd name="connsiteX2" fmla="*/ 90786 w 252275"/>
                <a:gd name="connsiteY2" fmla="*/ 243768 h 252275"/>
                <a:gd name="connsiteX3" fmla="*/ 90786 w 252275"/>
                <a:gd name="connsiteY3" fmla="*/ 218527 h 252275"/>
                <a:gd name="connsiteX4" fmla="*/ 85765 w 252275"/>
                <a:gd name="connsiteY4" fmla="*/ 216296 h 252275"/>
                <a:gd name="connsiteX5" fmla="*/ 67915 w 252275"/>
                <a:gd name="connsiteY5" fmla="*/ 234285 h 252275"/>
                <a:gd name="connsiteX6" fmla="*/ 55922 w 252275"/>
                <a:gd name="connsiteY6" fmla="*/ 234285 h 252275"/>
                <a:gd name="connsiteX7" fmla="*/ 17432 w 252275"/>
                <a:gd name="connsiteY7" fmla="*/ 196353 h 252275"/>
                <a:gd name="connsiteX8" fmla="*/ 14922 w 252275"/>
                <a:gd name="connsiteY8" fmla="*/ 190357 h 252275"/>
                <a:gd name="connsiteX9" fmla="*/ 17432 w 252275"/>
                <a:gd name="connsiteY9" fmla="*/ 184360 h 252275"/>
                <a:gd name="connsiteX10" fmla="*/ 35282 w 252275"/>
                <a:gd name="connsiteY10" fmla="*/ 166510 h 252275"/>
                <a:gd name="connsiteX11" fmla="*/ 33190 w 252275"/>
                <a:gd name="connsiteY11" fmla="*/ 161350 h 252275"/>
                <a:gd name="connsiteX12" fmla="*/ 8507 w 252275"/>
                <a:gd name="connsiteY12" fmla="*/ 161350 h 252275"/>
                <a:gd name="connsiteX13" fmla="*/ 1 w 252275"/>
                <a:gd name="connsiteY13" fmla="*/ 153123 h 252275"/>
                <a:gd name="connsiteX14" fmla="*/ 0 w 252275"/>
                <a:gd name="connsiteY14" fmla="*/ 152983 h 252275"/>
                <a:gd name="connsiteX15" fmla="*/ 0 w 252275"/>
                <a:gd name="connsiteY15" fmla="*/ 99292 h 252275"/>
                <a:gd name="connsiteX16" fmla="*/ 8507 w 252275"/>
                <a:gd name="connsiteY16" fmla="*/ 90786 h 252275"/>
                <a:gd name="connsiteX17" fmla="*/ 33748 w 252275"/>
                <a:gd name="connsiteY17" fmla="*/ 90786 h 252275"/>
                <a:gd name="connsiteX18" fmla="*/ 35840 w 252275"/>
                <a:gd name="connsiteY18" fmla="*/ 85765 h 252275"/>
                <a:gd name="connsiteX19" fmla="*/ 17432 w 252275"/>
                <a:gd name="connsiteY19" fmla="*/ 67775 h 252275"/>
                <a:gd name="connsiteX20" fmla="*/ 17069 w 252275"/>
                <a:gd name="connsiteY20" fmla="*/ 56145 h 252275"/>
                <a:gd name="connsiteX21" fmla="*/ 17432 w 252275"/>
                <a:gd name="connsiteY21" fmla="*/ 55782 h 252275"/>
                <a:gd name="connsiteX22" fmla="*/ 55364 w 252275"/>
                <a:gd name="connsiteY22" fmla="*/ 17850 h 252275"/>
                <a:gd name="connsiteX23" fmla="*/ 61360 w 252275"/>
                <a:gd name="connsiteY23" fmla="*/ 15340 h 252275"/>
                <a:gd name="connsiteX24" fmla="*/ 67357 w 252275"/>
                <a:gd name="connsiteY24" fmla="*/ 17850 h 252275"/>
                <a:gd name="connsiteX25" fmla="*/ 85207 w 252275"/>
                <a:gd name="connsiteY25" fmla="*/ 35701 h 252275"/>
                <a:gd name="connsiteX26" fmla="*/ 90228 w 252275"/>
                <a:gd name="connsiteY26" fmla="*/ 33609 h 252275"/>
                <a:gd name="connsiteX27" fmla="*/ 90228 w 252275"/>
                <a:gd name="connsiteY27" fmla="*/ 8367 h 252275"/>
                <a:gd name="connsiteX28" fmla="*/ 98735 w 252275"/>
                <a:gd name="connsiteY28" fmla="*/ 0 h 252275"/>
                <a:gd name="connsiteX29" fmla="*/ 152425 w 252275"/>
                <a:gd name="connsiteY29" fmla="*/ 0 h 252275"/>
                <a:gd name="connsiteX30" fmla="*/ 160792 w 252275"/>
                <a:gd name="connsiteY30" fmla="*/ 8367 h 252275"/>
                <a:gd name="connsiteX31" fmla="*/ 160792 w 252275"/>
                <a:gd name="connsiteY31" fmla="*/ 33748 h 252275"/>
                <a:gd name="connsiteX32" fmla="*/ 165952 w 252275"/>
                <a:gd name="connsiteY32" fmla="*/ 35840 h 252275"/>
                <a:gd name="connsiteX33" fmla="*/ 184779 w 252275"/>
                <a:gd name="connsiteY33" fmla="*/ 17990 h 252275"/>
                <a:gd name="connsiteX34" fmla="*/ 196611 w 252275"/>
                <a:gd name="connsiteY34" fmla="*/ 17829 h 252275"/>
                <a:gd name="connsiteX35" fmla="*/ 196772 w 252275"/>
                <a:gd name="connsiteY35" fmla="*/ 17990 h 252275"/>
                <a:gd name="connsiteX36" fmla="*/ 234285 w 252275"/>
                <a:gd name="connsiteY36" fmla="*/ 55782 h 252275"/>
                <a:gd name="connsiteX37" fmla="*/ 234505 w 252275"/>
                <a:gd name="connsiteY37" fmla="*/ 67416 h 252275"/>
                <a:gd name="connsiteX38" fmla="*/ 234285 w 252275"/>
                <a:gd name="connsiteY38" fmla="*/ 67636 h 252275"/>
                <a:gd name="connsiteX39" fmla="*/ 216435 w 252275"/>
                <a:gd name="connsiteY39" fmla="*/ 85626 h 252275"/>
                <a:gd name="connsiteX40" fmla="*/ 218527 w 252275"/>
                <a:gd name="connsiteY40" fmla="*/ 90646 h 252275"/>
                <a:gd name="connsiteX41" fmla="*/ 243768 w 252275"/>
                <a:gd name="connsiteY41" fmla="*/ 90646 h 252275"/>
                <a:gd name="connsiteX42" fmla="*/ 252275 w 252275"/>
                <a:gd name="connsiteY42" fmla="*/ 99153 h 252275"/>
                <a:gd name="connsiteX43" fmla="*/ 252275 w 252275"/>
                <a:gd name="connsiteY43" fmla="*/ 153401 h 252275"/>
                <a:gd name="connsiteX44" fmla="*/ 243909 w 252275"/>
                <a:gd name="connsiteY44" fmla="*/ 161770 h 252275"/>
                <a:gd name="connsiteX45" fmla="*/ 243768 w 252275"/>
                <a:gd name="connsiteY45" fmla="*/ 161768 h 252275"/>
                <a:gd name="connsiteX46" fmla="*/ 218527 w 252275"/>
                <a:gd name="connsiteY46" fmla="*/ 161768 h 252275"/>
                <a:gd name="connsiteX47" fmla="*/ 216435 w 252275"/>
                <a:gd name="connsiteY47" fmla="*/ 166928 h 252275"/>
                <a:gd name="connsiteX48" fmla="*/ 234285 w 252275"/>
                <a:gd name="connsiteY48" fmla="*/ 184779 h 252275"/>
                <a:gd name="connsiteX49" fmla="*/ 234447 w 252275"/>
                <a:gd name="connsiteY49" fmla="*/ 196611 h 252275"/>
                <a:gd name="connsiteX50" fmla="*/ 234285 w 252275"/>
                <a:gd name="connsiteY50" fmla="*/ 196772 h 252275"/>
                <a:gd name="connsiteX51" fmla="*/ 196354 w 252275"/>
                <a:gd name="connsiteY51" fmla="*/ 234285 h 252275"/>
                <a:gd name="connsiteX52" fmla="*/ 184360 w 252275"/>
                <a:gd name="connsiteY52" fmla="*/ 234285 h 252275"/>
                <a:gd name="connsiteX53" fmla="*/ 166510 w 252275"/>
                <a:gd name="connsiteY53" fmla="*/ 216296 h 252275"/>
                <a:gd name="connsiteX54" fmla="*/ 161350 w 252275"/>
                <a:gd name="connsiteY54" fmla="*/ 218527 h 252275"/>
                <a:gd name="connsiteX55" fmla="*/ 161350 w 252275"/>
                <a:gd name="connsiteY55" fmla="*/ 243768 h 252275"/>
                <a:gd name="connsiteX56" fmla="*/ 152983 w 252275"/>
                <a:gd name="connsiteY56" fmla="*/ 252275 h 252275"/>
                <a:gd name="connsiteX57" fmla="*/ 107799 w 252275"/>
                <a:gd name="connsiteY57" fmla="*/ 235262 h 252275"/>
                <a:gd name="connsiteX58" fmla="*/ 144476 w 252275"/>
                <a:gd name="connsiteY58" fmla="*/ 235262 h 252275"/>
                <a:gd name="connsiteX59" fmla="*/ 144476 w 252275"/>
                <a:gd name="connsiteY59" fmla="*/ 212530 h 252275"/>
                <a:gd name="connsiteX60" fmla="*/ 150473 w 252275"/>
                <a:gd name="connsiteY60" fmla="*/ 204442 h 252275"/>
                <a:gd name="connsiteX61" fmla="*/ 164418 w 252275"/>
                <a:gd name="connsiteY61" fmla="*/ 198585 h 252275"/>
                <a:gd name="connsiteX62" fmla="*/ 174320 w 252275"/>
                <a:gd name="connsiteY62" fmla="*/ 200119 h 252275"/>
                <a:gd name="connsiteX63" fmla="*/ 190496 w 252275"/>
                <a:gd name="connsiteY63" fmla="*/ 216296 h 252275"/>
                <a:gd name="connsiteX64" fmla="*/ 216435 w 252275"/>
                <a:gd name="connsiteY64" fmla="*/ 190357 h 252275"/>
                <a:gd name="connsiteX65" fmla="*/ 200119 w 252275"/>
                <a:gd name="connsiteY65" fmla="*/ 174180 h 252275"/>
                <a:gd name="connsiteX66" fmla="*/ 198724 w 252275"/>
                <a:gd name="connsiteY66" fmla="*/ 164279 h 252275"/>
                <a:gd name="connsiteX67" fmla="*/ 204442 w 252275"/>
                <a:gd name="connsiteY67" fmla="*/ 150333 h 252275"/>
                <a:gd name="connsiteX68" fmla="*/ 212530 w 252275"/>
                <a:gd name="connsiteY68" fmla="*/ 144337 h 252275"/>
                <a:gd name="connsiteX69" fmla="*/ 235401 w 252275"/>
                <a:gd name="connsiteY69" fmla="*/ 144337 h 252275"/>
                <a:gd name="connsiteX70" fmla="*/ 235401 w 252275"/>
                <a:gd name="connsiteY70" fmla="*/ 107660 h 252275"/>
                <a:gd name="connsiteX71" fmla="*/ 212670 w 252275"/>
                <a:gd name="connsiteY71" fmla="*/ 107660 h 252275"/>
                <a:gd name="connsiteX72" fmla="*/ 204581 w 252275"/>
                <a:gd name="connsiteY72" fmla="*/ 101803 h 252275"/>
                <a:gd name="connsiteX73" fmla="*/ 198864 w 252275"/>
                <a:gd name="connsiteY73" fmla="*/ 87857 h 252275"/>
                <a:gd name="connsiteX74" fmla="*/ 200258 w 252275"/>
                <a:gd name="connsiteY74" fmla="*/ 77956 h 252275"/>
                <a:gd name="connsiteX75" fmla="*/ 216435 w 252275"/>
                <a:gd name="connsiteY75" fmla="*/ 61779 h 252275"/>
                <a:gd name="connsiteX76" fmla="*/ 190357 w 252275"/>
                <a:gd name="connsiteY76" fmla="*/ 35840 h 252275"/>
                <a:gd name="connsiteX77" fmla="*/ 174180 w 252275"/>
                <a:gd name="connsiteY77" fmla="*/ 52017 h 252275"/>
                <a:gd name="connsiteX78" fmla="*/ 164279 w 252275"/>
                <a:gd name="connsiteY78" fmla="*/ 53551 h 252275"/>
                <a:gd name="connsiteX79" fmla="*/ 150333 w 252275"/>
                <a:gd name="connsiteY79" fmla="*/ 47833 h 252275"/>
                <a:gd name="connsiteX80" fmla="*/ 144337 w 252275"/>
                <a:gd name="connsiteY80" fmla="*/ 39745 h 252275"/>
                <a:gd name="connsiteX81" fmla="*/ 144337 w 252275"/>
                <a:gd name="connsiteY81" fmla="*/ 16874 h 252275"/>
                <a:gd name="connsiteX82" fmla="*/ 107799 w 252275"/>
                <a:gd name="connsiteY82" fmla="*/ 16874 h 252275"/>
                <a:gd name="connsiteX83" fmla="*/ 107799 w 252275"/>
                <a:gd name="connsiteY83" fmla="*/ 39745 h 252275"/>
                <a:gd name="connsiteX84" fmla="*/ 101803 w 252275"/>
                <a:gd name="connsiteY84" fmla="*/ 47833 h 252275"/>
                <a:gd name="connsiteX85" fmla="*/ 87857 w 252275"/>
                <a:gd name="connsiteY85" fmla="*/ 53551 h 252275"/>
                <a:gd name="connsiteX86" fmla="*/ 77956 w 252275"/>
                <a:gd name="connsiteY86" fmla="*/ 52017 h 252275"/>
                <a:gd name="connsiteX87" fmla="*/ 61779 w 252275"/>
                <a:gd name="connsiteY87" fmla="*/ 35840 h 252275"/>
                <a:gd name="connsiteX88" fmla="*/ 35701 w 252275"/>
                <a:gd name="connsiteY88" fmla="*/ 61918 h 252275"/>
                <a:gd name="connsiteX89" fmla="*/ 51877 w 252275"/>
                <a:gd name="connsiteY89" fmla="*/ 78095 h 252275"/>
                <a:gd name="connsiteX90" fmla="*/ 53412 w 252275"/>
                <a:gd name="connsiteY90" fmla="*/ 87996 h 252275"/>
                <a:gd name="connsiteX91" fmla="*/ 47694 w 252275"/>
                <a:gd name="connsiteY91" fmla="*/ 101942 h 252275"/>
                <a:gd name="connsiteX92" fmla="*/ 39605 w 252275"/>
                <a:gd name="connsiteY92" fmla="*/ 107799 h 252275"/>
                <a:gd name="connsiteX93" fmla="*/ 17432 w 252275"/>
                <a:gd name="connsiteY93" fmla="*/ 107799 h 252275"/>
                <a:gd name="connsiteX94" fmla="*/ 17432 w 252275"/>
                <a:gd name="connsiteY94" fmla="*/ 144615 h 252275"/>
                <a:gd name="connsiteX95" fmla="*/ 39745 w 252275"/>
                <a:gd name="connsiteY95" fmla="*/ 144615 h 252275"/>
                <a:gd name="connsiteX96" fmla="*/ 47833 w 252275"/>
                <a:gd name="connsiteY96" fmla="*/ 150612 h 252275"/>
                <a:gd name="connsiteX97" fmla="*/ 53551 w 252275"/>
                <a:gd name="connsiteY97" fmla="*/ 164558 h 252275"/>
                <a:gd name="connsiteX98" fmla="*/ 52017 w 252275"/>
                <a:gd name="connsiteY98" fmla="*/ 174459 h 252275"/>
                <a:gd name="connsiteX99" fmla="*/ 35840 w 252275"/>
                <a:gd name="connsiteY99" fmla="*/ 190636 h 252275"/>
                <a:gd name="connsiteX100" fmla="*/ 61918 w 252275"/>
                <a:gd name="connsiteY100" fmla="*/ 216574 h 252275"/>
                <a:gd name="connsiteX101" fmla="*/ 78095 w 252275"/>
                <a:gd name="connsiteY101" fmla="*/ 200398 h 252275"/>
                <a:gd name="connsiteX102" fmla="*/ 87996 w 252275"/>
                <a:gd name="connsiteY102" fmla="*/ 198864 h 252275"/>
                <a:gd name="connsiteX103" fmla="*/ 101942 w 252275"/>
                <a:gd name="connsiteY103" fmla="*/ 204721 h 252275"/>
                <a:gd name="connsiteX104" fmla="*/ 107939 w 252275"/>
                <a:gd name="connsiteY104" fmla="*/ 212809 h 25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52275" h="252275">
                  <a:moveTo>
                    <a:pt x="152983" y="252275"/>
                  </a:moveTo>
                  <a:lnTo>
                    <a:pt x="99292" y="252275"/>
                  </a:lnTo>
                  <a:cubicBezTo>
                    <a:pt x="94626" y="252200"/>
                    <a:pt x="90860" y="248435"/>
                    <a:pt x="90786" y="243768"/>
                  </a:cubicBezTo>
                  <a:lnTo>
                    <a:pt x="90786" y="218527"/>
                  </a:lnTo>
                  <a:lnTo>
                    <a:pt x="85765" y="216296"/>
                  </a:lnTo>
                  <a:lnTo>
                    <a:pt x="67915" y="234285"/>
                  </a:lnTo>
                  <a:cubicBezTo>
                    <a:pt x="64567" y="237509"/>
                    <a:pt x="59270" y="237509"/>
                    <a:pt x="55922" y="234285"/>
                  </a:cubicBezTo>
                  <a:lnTo>
                    <a:pt x="17432" y="196353"/>
                  </a:lnTo>
                  <a:cubicBezTo>
                    <a:pt x="15871" y="194741"/>
                    <a:pt x="14975" y="192600"/>
                    <a:pt x="14922" y="190357"/>
                  </a:cubicBezTo>
                  <a:cubicBezTo>
                    <a:pt x="14947" y="188108"/>
                    <a:pt x="15847" y="185957"/>
                    <a:pt x="17432" y="184360"/>
                  </a:cubicBezTo>
                  <a:lnTo>
                    <a:pt x="35282" y="166510"/>
                  </a:lnTo>
                  <a:lnTo>
                    <a:pt x="33190" y="161350"/>
                  </a:lnTo>
                  <a:lnTo>
                    <a:pt x="8507" y="161350"/>
                  </a:lnTo>
                  <a:cubicBezTo>
                    <a:pt x="3886" y="161427"/>
                    <a:pt x="78" y="157744"/>
                    <a:pt x="1" y="153123"/>
                  </a:cubicBezTo>
                  <a:cubicBezTo>
                    <a:pt x="0" y="153077"/>
                    <a:pt x="0" y="153030"/>
                    <a:pt x="0" y="152983"/>
                  </a:cubicBezTo>
                  <a:lnTo>
                    <a:pt x="0" y="99292"/>
                  </a:lnTo>
                  <a:cubicBezTo>
                    <a:pt x="0" y="94594"/>
                    <a:pt x="3809" y="90786"/>
                    <a:pt x="8507" y="90786"/>
                  </a:cubicBezTo>
                  <a:lnTo>
                    <a:pt x="33748" y="90786"/>
                  </a:lnTo>
                  <a:lnTo>
                    <a:pt x="35840" y="85765"/>
                  </a:lnTo>
                  <a:lnTo>
                    <a:pt x="17432" y="67775"/>
                  </a:lnTo>
                  <a:cubicBezTo>
                    <a:pt x="14120" y="64664"/>
                    <a:pt x="13958" y="59457"/>
                    <a:pt x="17069" y="56145"/>
                  </a:cubicBezTo>
                  <a:cubicBezTo>
                    <a:pt x="17186" y="56020"/>
                    <a:pt x="17307" y="55899"/>
                    <a:pt x="17432" y="55782"/>
                  </a:cubicBezTo>
                  <a:lnTo>
                    <a:pt x="55364" y="17850"/>
                  </a:lnTo>
                  <a:cubicBezTo>
                    <a:pt x="56924" y="16212"/>
                    <a:pt x="59099" y="15301"/>
                    <a:pt x="61360" y="15340"/>
                  </a:cubicBezTo>
                  <a:cubicBezTo>
                    <a:pt x="63616" y="15334"/>
                    <a:pt x="65778" y="16240"/>
                    <a:pt x="67357" y="17850"/>
                  </a:cubicBezTo>
                  <a:lnTo>
                    <a:pt x="85207" y="35701"/>
                  </a:lnTo>
                  <a:cubicBezTo>
                    <a:pt x="86829" y="34885"/>
                    <a:pt x="88507" y="34186"/>
                    <a:pt x="90228" y="33609"/>
                  </a:cubicBezTo>
                  <a:lnTo>
                    <a:pt x="90228" y="8367"/>
                  </a:lnTo>
                  <a:cubicBezTo>
                    <a:pt x="90304" y="3724"/>
                    <a:pt x="94090" y="-1"/>
                    <a:pt x="98735" y="0"/>
                  </a:cubicBezTo>
                  <a:lnTo>
                    <a:pt x="152425" y="0"/>
                  </a:lnTo>
                  <a:cubicBezTo>
                    <a:pt x="157046" y="0"/>
                    <a:pt x="160792" y="3746"/>
                    <a:pt x="160792" y="8367"/>
                  </a:cubicBezTo>
                  <a:lnTo>
                    <a:pt x="160792" y="33748"/>
                  </a:lnTo>
                  <a:cubicBezTo>
                    <a:pt x="162568" y="34300"/>
                    <a:pt x="164294" y="35000"/>
                    <a:pt x="165952" y="35840"/>
                  </a:cubicBezTo>
                  <a:lnTo>
                    <a:pt x="184779" y="17990"/>
                  </a:lnTo>
                  <a:cubicBezTo>
                    <a:pt x="188002" y="14678"/>
                    <a:pt x="193299" y="14606"/>
                    <a:pt x="196611" y="17829"/>
                  </a:cubicBezTo>
                  <a:cubicBezTo>
                    <a:pt x="196665" y="17882"/>
                    <a:pt x="196719" y="17935"/>
                    <a:pt x="196772" y="17990"/>
                  </a:cubicBezTo>
                  <a:lnTo>
                    <a:pt x="234285" y="55782"/>
                  </a:lnTo>
                  <a:cubicBezTo>
                    <a:pt x="237559" y="58934"/>
                    <a:pt x="237657" y="64143"/>
                    <a:pt x="234505" y="67416"/>
                  </a:cubicBezTo>
                  <a:cubicBezTo>
                    <a:pt x="234433" y="67491"/>
                    <a:pt x="234360" y="67564"/>
                    <a:pt x="234285" y="67636"/>
                  </a:cubicBezTo>
                  <a:lnTo>
                    <a:pt x="216435" y="85626"/>
                  </a:lnTo>
                  <a:lnTo>
                    <a:pt x="218527" y="90646"/>
                  </a:lnTo>
                  <a:lnTo>
                    <a:pt x="243768" y="90646"/>
                  </a:lnTo>
                  <a:cubicBezTo>
                    <a:pt x="248467" y="90646"/>
                    <a:pt x="252275" y="94455"/>
                    <a:pt x="252275" y="99153"/>
                  </a:cubicBezTo>
                  <a:lnTo>
                    <a:pt x="252275" y="153401"/>
                  </a:lnTo>
                  <a:cubicBezTo>
                    <a:pt x="252276" y="158022"/>
                    <a:pt x="248530" y="161769"/>
                    <a:pt x="243909" y="161770"/>
                  </a:cubicBezTo>
                  <a:cubicBezTo>
                    <a:pt x="243862" y="161770"/>
                    <a:pt x="243815" y="161769"/>
                    <a:pt x="243768" y="161768"/>
                  </a:cubicBezTo>
                  <a:lnTo>
                    <a:pt x="218527" y="161768"/>
                  </a:lnTo>
                  <a:lnTo>
                    <a:pt x="216435" y="166928"/>
                  </a:lnTo>
                  <a:lnTo>
                    <a:pt x="234285" y="184779"/>
                  </a:lnTo>
                  <a:cubicBezTo>
                    <a:pt x="237597" y="188001"/>
                    <a:pt x="237669" y="193299"/>
                    <a:pt x="234447" y="196611"/>
                  </a:cubicBezTo>
                  <a:cubicBezTo>
                    <a:pt x="234394" y="196665"/>
                    <a:pt x="234340" y="196719"/>
                    <a:pt x="234285" y="196772"/>
                  </a:cubicBezTo>
                  <a:lnTo>
                    <a:pt x="196354" y="234285"/>
                  </a:lnTo>
                  <a:cubicBezTo>
                    <a:pt x="193005" y="237509"/>
                    <a:pt x="187708" y="237509"/>
                    <a:pt x="184360" y="234285"/>
                  </a:cubicBezTo>
                  <a:lnTo>
                    <a:pt x="166510" y="216296"/>
                  </a:lnTo>
                  <a:lnTo>
                    <a:pt x="161350" y="218527"/>
                  </a:lnTo>
                  <a:lnTo>
                    <a:pt x="161350" y="243768"/>
                  </a:lnTo>
                  <a:cubicBezTo>
                    <a:pt x="161351" y="248413"/>
                    <a:pt x="157626" y="252199"/>
                    <a:pt x="152983" y="252275"/>
                  </a:cubicBezTo>
                  <a:close/>
                  <a:moveTo>
                    <a:pt x="107799" y="235262"/>
                  </a:moveTo>
                  <a:lnTo>
                    <a:pt x="144476" y="235262"/>
                  </a:lnTo>
                  <a:lnTo>
                    <a:pt x="144476" y="212530"/>
                  </a:lnTo>
                  <a:cubicBezTo>
                    <a:pt x="144448" y="208799"/>
                    <a:pt x="146894" y="205499"/>
                    <a:pt x="150473" y="204442"/>
                  </a:cubicBezTo>
                  <a:cubicBezTo>
                    <a:pt x="155311" y="202976"/>
                    <a:pt x="159984" y="201013"/>
                    <a:pt x="164418" y="198585"/>
                  </a:cubicBezTo>
                  <a:cubicBezTo>
                    <a:pt x="167702" y="196892"/>
                    <a:pt x="171702" y="197512"/>
                    <a:pt x="174320" y="200119"/>
                  </a:cubicBezTo>
                  <a:lnTo>
                    <a:pt x="190496" y="216296"/>
                  </a:lnTo>
                  <a:lnTo>
                    <a:pt x="216435" y="190357"/>
                  </a:lnTo>
                  <a:lnTo>
                    <a:pt x="200119" y="174180"/>
                  </a:lnTo>
                  <a:cubicBezTo>
                    <a:pt x="197559" y="171530"/>
                    <a:pt x="196996" y="167533"/>
                    <a:pt x="198724" y="164279"/>
                  </a:cubicBezTo>
                  <a:cubicBezTo>
                    <a:pt x="201051" y="159814"/>
                    <a:pt x="202965" y="155146"/>
                    <a:pt x="204442" y="150333"/>
                  </a:cubicBezTo>
                  <a:cubicBezTo>
                    <a:pt x="205499" y="146754"/>
                    <a:pt x="208799" y="144308"/>
                    <a:pt x="212530" y="144337"/>
                  </a:cubicBezTo>
                  <a:lnTo>
                    <a:pt x="235401" y="144337"/>
                  </a:lnTo>
                  <a:lnTo>
                    <a:pt x="235401" y="107660"/>
                  </a:lnTo>
                  <a:lnTo>
                    <a:pt x="212670" y="107660"/>
                  </a:lnTo>
                  <a:cubicBezTo>
                    <a:pt x="208976" y="107707"/>
                    <a:pt x="205689" y="105326"/>
                    <a:pt x="204581" y="101803"/>
                  </a:cubicBezTo>
                  <a:cubicBezTo>
                    <a:pt x="203130" y="96981"/>
                    <a:pt x="201215" y="92310"/>
                    <a:pt x="198864" y="87857"/>
                  </a:cubicBezTo>
                  <a:cubicBezTo>
                    <a:pt x="197089" y="84611"/>
                    <a:pt x="197656" y="80585"/>
                    <a:pt x="200258" y="77956"/>
                  </a:cubicBezTo>
                  <a:lnTo>
                    <a:pt x="216435" y="61779"/>
                  </a:lnTo>
                  <a:lnTo>
                    <a:pt x="190357" y="35840"/>
                  </a:lnTo>
                  <a:lnTo>
                    <a:pt x="174180" y="52017"/>
                  </a:lnTo>
                  <a:cubicBezTo>
                    <a:pt x="171563" y="54624"/>
                    <a:pt x="167562" y="55244"/>
                    <a:pt x="164279" y="53551"/>
                  </a:cubicBezTo>
                  <a:cubicBezTo>
                    <a:pt x="159814" y="51225"/>
                    <a:pt x="155146" y="49311"/>
                    <a:pt x="150333" y="47833"/>
                  </a:cubicBezTo>
                  <a:cubicBezTo>
                    <a:pt x="146782" y="46737"/>
                    <a:pt x="144354" y="43461"/>
                    <a:pt x="144337" y="39745"/>
                  </a:cubicBezTo>
                  <a:lnTo>
                    <a:pt x="144337" y="16874"/>
                  </a:lnTo>
                  <a:lnTo>
                    <a:pt x="107799" y="16874"/>
                  </a:lnTo>
                  <a:lnTo>
                    <a:pt x="107799" y="39745"/>
                  </a:lnTo>
                  <a:cubicBezTo>
                    <a:pt x="107738" y="43447"/>
                    <a:pt x="105327" y="46699"/>
                    <a:pt x="101803" y="47833"/>
                  </a:cubicBezTo>
                  <a:cubicBezTo>
                    <a:pt x="96990" y="49311"/>
                    <a:pt x="92322" y="51225"/>
                    <a:pt x="87857" y="53551"/>
                  </a:cubicBezTo>
                  <a:cubicBezTo>
                    <a:pt x="84574" y="55244"/>
                    <a:pt x="80573" y="54624"/>
                    <a:pt x="77956" y="52017"/>
                  </a:cubicBezTo>
                  <a:lnTo>
                    <a:pt x="61779" y="35840"/>
                  </a:lnTo>
                  <a:lnTo>
                    <a:pt x="35701" y="61918"/>
                  </a:lnTo>
                  <a:lnTo>
                    <a:pt x="51877" y="78095"/>
                  </a:lnTo>
                  <a:cubicBezTo>
                    <a:pt x="54571" y="80668"/>
                    <a:pt x="55200" y="84729"/>
                    <a:pt x="53412" y="87996"/>
                  </a:cubicBezTo>
                  <a:cubicBezTo>
                    <a:pt x="51060" y="92450"/>
                    <a:pt x="49146" y="97120"/>
                    <a:pt x="47694" y="101942"/>
                  </a:cubicBezTo>
                  <a:cubicBezTo>
                    <a:pt x="46548" y="105438"/>
                    <a:pt x="43284" y="107801"/>
                    <a:pt x="39605" y="107799"/>
                  </a:cubicBezTo>
                  <a:lnTo>
                    <a:pt x="17432" y="107799"/>
                  </a:lnTo>
                  <a:lnTo>
                    <a:pt x="17432" y="144615"/>
                  </a:lnTo>
                  <a:lnTo>
                    <a:pt x="39745" y="144615"/>
                  </a:lnTo>
                  <a:cubicBezTo>
                    <a:pt x="43461" y="144633"/>
                    <a:pt x="46737" y="147061"/>
                    <a:pt x="47833" y="150612"/>
                  </a:cubicBezTo>
                  <a:cubicBezTo>
                    <a:pt x="49311" y="155425"/>
                    <a:pt x="51225" y="160093"/>
                    <a:pt x="53551" y="164558"/>
                  </a:cubicBezTo>
                  <a:cubicBezTo>
                    <a:pt x="55340" y="167825"/>
                    <a:pt x="54711" y="171886"/>
                    <a:pt x="52017" y="174459"/>
                  </a:cubicBezTo>
                  <a:lnTo>
                    <a:pt x="35840" y="190636"/>
                  </a:lnTo>
                  <a:lnTo>
                    <a:pt x="61918" y="216574"/>
                  </a:lnTo>
                  <a:lnTo>
                    <a:pt x="78095" y="200398"/>
                  </a:lnTo>
                  <a:cubicBezTo>
                    <a:pt x="80712" y="197791"/>
                    <a:pt x="84713" y="197171"/>
                    <a:pt x="87996" y="198864"/>
                  </a:cubicBezTo>
                  <a:cubicBezTo>
                    <a:pt x="92430" y="201292"/>
                    <a:pt x="97104" y="203255"/>
                    <a:pt x="101942" y="204721"/>
                  </a:cubicBezTo>
                  <a:cubicBezTo>
                    <a:pt x="105493" y="205817"/>
                    <a:pt x="107921" y="209093"/>
                    <a:pt x="107939" y="212809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D7D93B82-D721-A442-BED0-DAC6B3382222}"/>
                </a:ext>
              </a:extLst>
            </p:cNvPr>
            <p:cNvSpPr/>
            <p:nvPr/>
          </p:nvSpPr>
          <p:spPr>
            <a:xfrm>
              <a:off x="6139058" y="2538762"/>
              <a:ext cx="135272" cy="135271"/>
            </a:xfrm>
            <a:custGeom>
              <a:avLst/>
              <a:gdLst>
                <a:gd name="connsiteX0" fmla="*/ 67494 w 135272"/>
                <a:gd name="connsiteY0" fmla="*/ 135272 h 135271"/>
                <a:gd name="connsiteX1" fmla="*/ 0 w 135272"/>
                <a:gd name="connsiteY1" fmla="*/ 67494 h 135271"/>
                <a:gd name="connsiteX2" fmla="*/ 67778 w 135272"/>
                <a:gd name="connsiteY2" fmla="*/ 0 h 135271"/>
                <a:gd name="connsiteX3" fmla="*/ 135270 w 135272"/>
                <a:gd name="connsiteY3" fmla="*/ 67078 h 135271"/>
                <a:gd name="connsiteX4" fmla="*/ 68194 w 135272"/>
                <a:gd name="connsiteY4" fmla="*/ 135270 h 135271"/>
                <a:gd name="connsiteX5" fmla="*/ 67494 w 135272"/>
                <a:gd name="connsiteY5" fmla="*/ 135272 h 135271"/>
                <a:gd name="connsiteX6" fmla="*/ 67494 w 135272"/>
                <a:gd name="connsiteY6" fmla="*/ 16874 h 135271"/>
                <a:gd name="connsiteX7" fmla="*/ 16735 w 135272"/>
                <a:gd name="connsiteY7" fmla="*/ 67639 h 135271"/>
                <a:gd name="connsiteX8" fmla="*/ 67500 w 135272"/>
                <a:gd name="connsiteY8" fmla="*/ 118398 h 135271"/>
                <a:gd name="connsiteX9" fmla="*/ 118259 w 135272"/>
                <a:gd name="connsiteY9" fmla="*/ 67633 h 135271"/>
                <a:gd name="connsiteX10" fmla="*/ 118256 w 135272"/>
                <a:gd name="connsiteY10" fmla="*/ 67078 h 135271"/>
                <a:gd name="connsiteX11" fmla="*/ 67494 w 135272"/>
                <a:gd name="connsiteY11" fmla="*/ 16874 h 13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272" h="135271">
                  <a:moveTo>
                    <a:pt x="67494" y="135272"/>
                  </a:moveTo>
                  <a:cubicBezTo>
                    <a:pt x="30140" y="135193"/>
                    <a:pt x="-78" y="104848"/>
                    <a:pt x="0" y="67494"/>
                  </a:cubicBezTo>
                  <a:cubicBezTo>
                    <a:pt x="78" y="30140"/>
                    <a:pt x="30424" y="-78"/>
                    <a:pt x="67778" y="0"/>
                  </a:cubicBezTo>
                  <a:cubicBezTo>
                    <a:pt x="104859" y="78"/>
                    <a:pt x="134964" y="29998"/>
                    <a:pt x="135270" y="67078"/>
                  </a:cubicBezTo>
                  <a:cubicBezTo>
                    <a:pt x="135578" y="104431"/>
                    <a:pt x="105547" y="134961"/>
                    <a:pt x="68194" y="135270"/>
                  </a:cubicBezTo>
                  <a:cubicBezTo>
                    <a:pt x="67961" y="135272"/>
                    <a:pt x="67727" y="135272"/>
                    <a:pt x="67494" y="135272"/>
                  </a:cubicBezTo>
                  <a:close/>
                  <a:moveTo>
                    <a:pt x="67494" y="16874"/>
                  </a:moveTo>
                  <a:cubicBezTo>
                    <a:pt x="39459" y="16876"/>
                    <a:pt x="16734" y="39604"/>
                    <a:pt x="16735" y="67639"/>
                  </a:cubicBezTo>
                  <a:cubicBezTo>
                    <a:pt x="16737" y="95674"/>
                    <a:pt x="39465" y="118399"/>
                    <a:pt x="67500" y="118398"/>
                  </a:cubicBezTo>
                  <a:cubicBezTo>
                    <a:pt x="95535" y="118396"/>
                    <a:pt x="118261" y="95668"/>
                    <a:pt x="118259" y="67633"/>
                  </a:cubicBezTo>
                  <a:cubicBezTo>
                    <a:pt x="118259" y="67448"/>
                    <a:pt x="118258" y="67263"/>
                    <a:pt x="118256" y="67078"/>
                  </a:cubicBezTo>
                  <a:cubicBezTo>
                    <a:pt x="117876" y="39293"/>
                    <a:pt x="95282" y="16948"/>
                    <a:pt x="67494" y="16874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329672B9-9905-4B45-9D7E-4F43508304D6}"/>
                </a:ext>
              </a:extLst>
            </p:cNvPr>
            <p:cNvSpPr/>
            <p:nvPr/>
          </p:nvSpPr>
          <p:spPr>
            <a:xfrm>
              <a:off x="5954415" y="2229310"/>
              <a:ext cx="320052" cy="246698"/>
            </a:xfrm>
            <a:custGeom>
              <a:avLst/>
              <a:gdLst>
                <a:gd name="connsiteX0" fmla="*/ 311685 w 320052"/>
                <a:gd name="connsiteY0" fmla="*/ 246697 h 246698"/>
                <a:gd name="connsiteX1" fmla="*/ 303179 w 320052"/>
                <a:gd name="connsiteY1" fmla="*/ 238470 h 246698"/>
                <a:gd name="connsiteX2" fmla="*/ 303178 w 320052"/>
                <a:gd name="connsiteY2" fmla="*/ 238330 h 246698"/>
                <a:gd name="connsiteX3" fmla="*/ 303178 w 320052"/>
                <a:gd name="connsiteY3" fmla="*/ 16874 h 246698"/>
                <a:gd name="connsiteX4" fmla="*/ 16875 w 320052"/>
                <a:gd name="connsiteY4" fmla="*/ 16874 h 246698"/>
                <a:gd name="connsiteX5" fmla="*/ 16875 w 320052"/>
                <a:gd name="connsiteY5" fmla="*/ 32772 h 246698"/>
                <a:gd name="connsiteX6" fmla="*/ 278773 w 320052"/>
                <a:gd name="connsiteY6" fmla="*/ 32772 h 246698"/>
                <a:gd name="connsiteX7" fmla="*/ 287280 w 320052"/>
                <a:gd name="connsiteY7" fmla="*/ 41279 h 246698"/>
                <a:gd name="connsiteX8" fmla="*/ 287280 w 320052"/>
                <a:gd name="connsiteY8" fmla="*/ 223129 h 246698"/>
                <a:gd name="connsiteX9" fmla="*/ 277756 w 320052"/>
                <a:gd name="connsiteY9" fmla="*/ 230479 h 246698"/>
                <a:gd name="connsiteX10" fmla="*/ 270406 w 320052"/>
                <a:gd name="connsiteY10" fmla="*/ 223129 h 246698"/>
                <a:gd name="connsiteX11" fmla="*/ 270406 w 320052"/>
                <a:gd name="connsiteY11" fmla="*/ 49646 h 246698"/>
                <a:gd name="connsiteX12" fmla="*/ 8369 w 320052"/>
                <a:gd name="connsiteY12" fmla="*/ 49646 h 246698"/>
                <a:gd name="connsiteX13" fmla="*/ 1 w 320052"/>
                <a:gd name="connsiteY13" fmla="*/ 41279 h 246698"/>
                <a:gd name="connsiteX14" fmla="*/ 1 w 320052"/>
                <a:gd name="connsiteY14" fmla="*/ 8507 h 246698"/>
                <a:gd name="connsiteX15" fmla="*/ 8228 w 320052"/>
                <a:gd name="connsiteY15" fmla="*/ 1 h 246698"/>
                <a:gd name="connsiteX16" fmla="*/ 8369 w 320052"/>
                <a:gd name="connsiteY16" fmla="*/ 0 h 246698"/>
                <a:gd name="connsiteX17" fmla="*/ 311685 w 320052"/>
                <a:gd name="connsiteY17" fmla="*/ 0 h 246698"/>
                <a:gd name="connsiteX18" fmla="*/ 320053 w 320052"/>
                <a:gd name="connsiteY18" fmla="*/ 8366 h 246698"/>
                <a:gd name="connsiteX19" fmla="*/ 320052 w 320052"/>
                <a:gd name="connsiteY19" fmla="*/ 8507 h 246698"/>
                <a:gd name="connsiteX20" fmla="*/ 320052 w 320052"/>
                <a:gd name="connsiteY20" fmla="*/ 238330 h 246698"/>
                <a:gd name="connsiteX21" fmla="*/ 311685 w 320052"/>
                <a:gd name="connsiteY21" fmla="*/ 246697 h 24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0052" h="246698">
                  <a:moveTo>
                    <a:pt x="311685" y="246697"/>
                  </a:moveTo>
                  <a:cubicBezTo>
                    <a:pt x="307064" y="246774"/>
                    <a:pt x="303256" y="243091"/>
                    <a:pt x="303179" y="238470"/>
                  </a:cubicBezTo>
                  <a:cubicBezTo>
                    <a:pt x="303178" y="238423"/>
                    <a:pt x="303178" y="238376"/>
                    <a:pt x="303178" y="238330"/>
                  </a:cubicBezTo>
                  <a:lnTo>
                    <a:pt x="303178" y="16874"/>
                  </a:lnTo>
                  <a:lnTo>
                    <a:pt x="16875" y="16874"/>
                  </a:lnTo>
                  <a:lnTo>
                    <a:pt x="16875" y="32772"/>
                  </a:lnTo>
                  <a:lnTo>
                    <a:pt x="278773" y="32772"/>
                  </a:lnTo>
                  <a:cubicBezTo>
                    <a:pt x="283471" y="32772"/>
                    <a:pt x="287280" y="36581"/>
                    <a:pt x="287280" y="41279"/>
                  </a:cubicBezTo>
                  <a:lnTo>
                    <a:pt x="287280" y="223129"/>
                  </a:lnTo>
                  <a:cubicBezTo>
                    <a:pt x="286679" y="227789"/>
                    <a:pt x="282415" y="231079"/>
                    <a:pt x="277756" y="230479"/>
                  </a:cubicBezTo>
                  <a:cubicBezTo>
                    <a:pt x="273920" y="229985"/>
                    <a:pt x="270900" y="226965"/>
                    <a:pt x="270406" y="223129"/>
                  </a:cubicBezTo>
                  <a:lnTo>
                    <a:pt x="270406" y="49646"/>
                  </a:lnTo>
                  <a:lnTo>
                    <a:pt x="8369" y="49646"/>
                  </a:lnTo>
                  <a:cubicBezTo>
                    <a:pt x="3747" y="49646"/>
                    <a:pt x="1" y="45900"/>
                    <a:pt x="1" y="41279"/>
                  </a:cubicBezTo>
                  <a:lnTo>
                    <a:pt x="1" y="8507"/>
                  </a:lnTo>
                  <a:cubicBezTo>
                    <a:pt x="-76" y="3886"/>
                    <a:pt x="3607" y="78"/>
                    <a:pt x="8228" y="1"/>
                  </a:cubicBezTo>
                  <a:cubicBezTo>
                    <a:pt x="8275" y="0"/>
                    <a:pt x="8322" y="0"/>
                    <a:pt x="8369" y="0"/>
                  </a:cubicBezTo>
                  <a:lnTo>
                    <a:pt x="311685" y="0"/>
                  </a:lnTo>
                  <a:cubicBezTo>
                    <a:pt x="316306" y="-1"/>
                    <a:pt x="320052" y="3745"/>
                    <a:pt x="320053" y="8366"/>
                  </a:cubicBezTo>
                  <a:cubicBezTo>
                    <a:pt x="320053" y="8413"/>
                    <a:pt x="320053" y="8460"/>
                    <a:pt x="320052" y="8507"/>
                  </a:cubicBezTo>
                  <a:lnTo>
                    <a:pt x="320052" y="238330"/>
                  </a:lnTo>
                  <a:cubicBezTo>
                    <a:pt x="320052" y="242951"/>
                    <a:pt x="316306" y="246697"/>
                    <a:pt x="311685" y="246697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6CA24D32-CB3B-DE4A-9038-AE171CE8B4C4}"/>
                </a:ext>
              </a:extLst>
            </p:cNvPr>
            <p:cNvSpPr/>
            <p:nvPr/>
          </p:nvSpPr>
          <p:spPr>
            <a:xfrm>
              <a:off x="5922044" y="2262083"/>
              <a:ext cx="319650" cy="198864"/>
            </a:xfrm>
            <a:custGeom>
              <a:avLst/>
              <a:gdLst>
                <a:gd name="connsiteX0" fmla="*/ 278372 w 319650"/>
                <a:gd name="connsiteY0" fmla="*/ 198864 h 198864"/>
                <a:gd name="connsiteX1" fmla="*/ 269866 w 319650"/>
                <a:gd name="connsiteY1" fmla="*/ 190637 h 198864"/>
                <a:gd name="connsiteX2" fmla="*/ 269865 w 319650"/>
                <a:gd name="connsiteY2" fmla="*/ 190496 h 198864"/>
                <a:gd name="connsiteX3" fmla="*/ 269865 w 319650"/>
                <a:gd name="connsiteY3" fmla="*/ 49786 h 198864"/>
                <a:gd name="connsiteX4" fmla="*/ 8525 w 319650"/>
                <a:gd name="connsiteY4" fmla="*/ 49786 h 198864"/>
                <a:gd name="connsiteX5" fmla="*/ 19 w 319650"/>
                <a:gd name="connsiteY5" fmla="*/ 41279 h 198864"/>
                <a:gd name="connsiteX6" fmla="*/ 19 w 319650"/>
                <a:gd name="connsiteY6" fmla="*/ 9065 h 198864"/>
                <a:gd name="connsiteX7" fmla="*/ 7949 w 319650"/>
                <a:gd name="connsiteY7" fmla="*/ 18 h 198864"/>
                <a:gd name="connsiteX8" fmla="*/ 8525 w 319650"/>
                <a:gd name="connsiteY8" fmla="*/ 0 h 198864"/>
                <a:gd name="connsiteX9" fmla="*/ 311144 w 319650"/>
                <a:gd name="connsiteY9" fmla="*/ 0 h 198864"/>
                <a:gd name="connsiteX10" fmla="*/ 319651 w 319650"/>
                <a:gd name="connsiteY10" fmla="*/ 8507 h 198864"/>
                <a:gd name="connsiteX11" fmla="*/ 319651 w 319650"/>
                <a:gd name="connsiteY11" fmla="*/ 185197 h 198864"/>
                <a:gd name="connsiteX12" fmla="*/ 310127 w 319650"/>
                <a:gd name="connsiteY12" fmla="*/ 192547 h 198864"/>
                <a:gd name="connsiteX13" fmla="*/ 302777 w 319650"/>
                <a:gd name="connsiteY13" fmla="*/ 185197 h 198864"/>
                <a:gd name="connsiteX14" fmla="*/ 302777 w 319650"/>
                <a:gd name="connsiteY14" fmla="*/ 16874 h 198864"/>
                <a:gd name="connsiteX15" fmla="*/ 16335 w 319650"/>
                <a:gd name="connsiteY15" fmla="*/ 16874 h 198864"/>
                <a:gd name="connsiteX16" fmla="*/ 16335 w 319650"/>
                <a:gd name="connsiteY16" fmla="*/ 32912 h 198864"/>
                <a:gd name="connsiteX17" fmla="*/ 278372 w 319650"/>
                <a:gd name="connsiteY17" fmla="*/ 32912 h 198864"/>
                <a:gd name="connsiteX18" fmla="*/ 286879 w 319650"/>
                <a:gd name="connsiteY18" fmla="*/ 41279 h 198864"/>
                <a:gd name="connsiteX19" fmla="*/ 286879 w 319650"/>
                <a:gd name="connsiteY19" fmla="*/ 190357 h 198864"/>
                <a:gd name="connsiteX20" fmla="*/ 278372 w 319650"/>
                <a:gd name="connsiteY20" fmla="*/ 198864 h 19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9650" h="198864">
                  <a:moveTo>
                    <a:pt x="278372" y="198864"/>
                  </a:moveTo>
                  <a:cubicBezTo>
                    <a:pt x="273752" y="198941"/>
                    <a:pt x="269943" y="195257"/>
                    <a:pt x="269866" y="190637"/>
                  </a:cubicBezTo>
                  <a:cubicBezTo>
                    <a:pt x="269866" y="190590"/>
                    <a:pt x="269865" y="190543"/>
                    <a:pt x="269865" y="190496"/>
                  </a:cubicBezTo>
                  <a:lnTo>
                    <a:pt x="269865" y="49786"/>
                  </a:lnTo>
                  <a:lnTo>
                    <a:pt x="8525" y="49786"/>
                  </a:lnTo>
                  <a:cubicBezTo>
                    <a:pt x="3827" y="49786"/>
                    <a:pt x="19" y="45977"/>
                    <a:pt x="19" y="41279"/>
                  </a:cubicBezTo>
                  <a:lnTo>
                    <a:pt x="19" y="9065"/>
                  </a:lnTo>
                  <a:cubicBezTo>
                    <a:pt x="-289" y="4377"/>
                    <a:pt x="3261" y="326"/>
                    <a:pt x="7949" y="18"/>
                  </a:cubicBezTo>
                  <a:cubicBezTo>
                    <a:pt x="8141" y="6"/>
                    <a:pt x="8333" y="0"/>
                    <a:pt x="8525" y="0"/>
                  </a:cubicBezTo>
                  <a:lnTo>
                    <a:pt x="311144" y="0"/>
                  </a:lnTo>
                  <a:cubicBezTo>
                    <a:pt x="315842" y="0"/>
                    <a:pt x="319651" y="3809"/>
                    <a:pt x="319651" y="8507"/>
                  </a:cubicBezTo>
                  <a:lnTo>
                    <a:pt x="319651" y="185197"/>
                  </a:lnTo>
                  <a:cubicBezTo>
                    <a:pt x="319051" y="189857"/>
                    <a:pt x="314787" y="193147"/>
                    <a:pt x="310127" y="192547"/>
                  </a:cubicBezTo>
                  <a:cubicBezTo>
                    <a:pt x="306291" y="192053"/>
                    <a:pt x="303271" y="189033"/>
                    <a:pt x="302777" y="185197"/>
                  </a:cubicBezTo>
                  <a:lnTo>
                    <a:pt x="302777" y="16874"/>
                  </a:lnTo>
                  <a:lnTo>
                    <a:pt x="16335" y="16874"/>
                  </a:lnTo>
                  <a:lnTo>
                    <a:pt x="16335" y="32912"/>
                  </a:lnTo>
                  <a:lnTo>
                    <a:pt x="278372" y="32912"/>
                  </a:lnTo>
                  <a:cubicBezTo>
                    <a:pt x="283016" y="32911"/>
                    <a:pt x="286803" y="36635"/>
                    <a:pt x="286879" y="41279"/>
                  </a:cubicBezTo>
                  <a:lnTo>
                    <a:pt x="286879" y="190357"/>
                  </a:lnTo>
                  <a:cubicBezTo>
                    <a:pt x="286879" y="195055"/>
                    <a:pt x="283070" y="198864"/>
                    <a:pt x="278372" y="198864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EAA7271-9E46-5944-9C28-770DF9DB35D1}"/>
                </a:ext>
              </a:extLst>
            </p:cNvPr>
            <p:cNvSpPr/>
            <p:nvPr/>
          </p:nvSpPr>
          <p:spPr>
            <a:xfrm>
              <a:off x="5888732" y="2294993"/>
              <a:ext cx="320190" cy="439983"/>
            </a:xfrm>
            <a:custGeom>
              <a:avLst/>
              <a:gdLst>
                <a:gd name="connsiteX0" fmla="*/ 235541 w 320190"/>
                <a:gd name="connsiteY0" fmla="*/ 439983 h 439983"/>
                <a:gd name="connsiteX1" fmla="*/ 8507 w 320190"/>
                <a:gd name="connsiteY1" fmla="*/ 439983 h 439983"/>
                <a:gd name="connsiteX2" fmla="*/ 0 w 320190"/>
                <a:gd name="connsiteY2" fmla="*/ 431477 h 439983"/>
                <a:gd name="connsiteX3" fmla="*/ 0 w 320190"/>
                <a:gd name="connsiteY3" fmla="*/ 8368 h 439983"/>
                <a:gd name="connsiteX4" fmla="*/ 8366 w 320190"/>
                <a:gd name="connsiteY4" fmla="*/ 0 h 439983"/>
                <a:gd name="connsiteX5" fmla="*/ 8507 w 320190"/>
                <a:gd name="connsiteY5" fmla="*/ 1 h 439983"/>
                <a:gd name="connsiteX6" fmla="*/ 311683 w 320190"/>
                <a:gd name="connsiteY6" fmla="*/ 1 h 439983"/>
                <a:gd name="connsiteX7" fmla="*/ 320190 w 320190"/>
                <a:gd name="connsiteY7" fmla="*/ 8368 h 439983"/>
                <a:gd name="connsiteX8" fmla="*/ 320190 w 320190"/>
                <a:gd name="connsiteY8" fmla="*/ 157446 h 439983"/>
                <a:gd name="connsiteX9" fmla="*/ 311683 w 320190"/>
                <a:gd name="connsiteY9" fmla="*/ 165814 h 439983"/>
                <a:gd name="connsiteX10" fmla="*/ 303178 w 320190"/>
                <a:gd name="connsiteY10" fmla="*/ 157587 h 439983"/>
                <a:gd name="connsiteX11" fmla="*/ 303177 w 320190"/>
                <a:gd name="connsiteY11" fmla="*/ 157446 h 439983"/>
                <a:gd name="connsiteX12" fmla="*/ 303177 w 320190"/>
                <a:gd name="connsiteY12" fmla="*/ 16875 h 439983"/>
                <a:gd name="connsiteX13" fmla="*/ 16874 w 320190"/>
                <a:gd name="connsiteY13" fmla="*/ 16875 h 439983"/>
                <a:gd name="connsiteX14" fmla="*/ 16874 w 320190"/>
                <a:gd name="connsiteY14" fmla="*/ 423109 h 439983"/>
                <a:gd name="connsiteX15" fmla="*/ 235541 w 320190"/>
                <a:gd name="connsiteY15" fmla="*/ 423109 h 439983"/>
                <a:gd name="connsiteX16" fmla="*/ 242891 w 320190"/>
                <a:gd name="connsiteY16" fmla="*/ 432633 h 439983"/>
                <a:gd name="connsiteX17" fmla="*/ 235541 w 320190"/>
                <a:gd name="connsiteY17" fmla="*/ 439983 h 439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0190" h="439983">
                  <a:moveTo>
                    <a:pt x="235541" y="439983"/>
                  </a:moveTo>
                  <a:lnTo>
                    <a:pt x="8507" y="439983"/>
                  </a:lnTo>
                  <a:cubicBezTo>
                    <a:pt x="3809" y="439983"/>
                    <a:pt x="0" y="436175"/>
                    <a:pt x="0" y="431477"/>
                  </a:cubicBezTo>
                  <a:lnTo>
                    <a:pt x="0" y="8368"/>
                  </a:lnTo>
                  <a:cubicBezTo>
                    <a:pt x="-1" y="3747"/>
                    <a:pt x="3745" y="1"/>
                    <a:pt x="8366" y="0"/>
                  </a:cubicBezTo>
                  <a:cubicBezTo>
                    <a:pt x="8413" y="0"/>
                    <a:pt x="8460" y="0"/>
                    <a:pt x="8507" y="1"/>
                  </a:cubicBezTo>
                  <a:lnTo>
                    <a:pt x="311683" y="1"/>
                  </a:lnTo>
                  <a:cubicBezTo>
                    <a:pt x="316328" y="1"/>
                    <a:pt x="320114" y="3725"/>
                    <a:pt x="320190" y="8368"/>
                  </a:cubicBezTo>
                  <a:lnTo>
                    <a:pt x="320190" y="157446"/>
                  </a:lnTo>
                  <a:cubicBezTo>
                    <a:pt x="320114" y="162090"/>
                    <a:pt x="316328" y="165814"/>
                    <a:pt x="311683" y="165814"/>
                  </a:cubicBezTo>
                  <a:cubicBezTo>
                    <a:pt x="307063" y="165891"/>
                    <a:pt x="303255" y="162208"/>
                    <a:pt x="303178" y="157587"/>
                  </a:cubicBezTo>
                  <a:cubicBezTo>
                    <a:pt x="303177" y="157540"/>
                    <a:pt x="303177" y="157493"/>
                    <a:pt x="303177" y="157446"/>
                  </a:cubicBezTo>
                  <a:lnTo>
                    <a:pt x="303177" y="16875"/>
                  </a:lnTo>
                  <a:lnTo>
                    <a:pt x="16874" y="16875"/>
                  </a:lnTo>
                  <a:lnTo>
                    <a:pt x="16874" y="423109"/>
                  </a:lnTo>
                  <a:lnTo>
                    <a:pt x="235541" y="423109"/>
                  </a:lnTo>
                  <a:cubicBezTo>
                    <a:pt x="240200" y="423710"/>
                    <a:pt x="243491" y="427974"/>
                    <a:pt x="242891" y="432633"/>
                  </a:cubicBezTo>
                  <a:cubicBezTo>
                    <a:pt x="242396" y="436469"/>
                    <a:pt x="239377" y="439489"/>
                    <a:pt x="235541" y="439983"/>
                  </a:cubicBezTo>
                  <a:close/>
                </a:path>
              </a:pathLst>
            </a:custGeom>
            <a:grpFill/>
            <a:ln w="13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542CEDEC-E8B2-D94A-A6E3-3B38E8A0A6D6}"/>
              </a:ext>
            </a:extLst>
          </p:cNvPr>
          <p:cNvGrpSpPr/>
          <p:nvPr/>
        </p:nvGrpSpPr>
        <p:grpSpPr>
          <a:xfrm flipH="1">
            <a:off x="1119642" y="2606227"/>
            <a:ext cx="2783072" cy="723275"/>
            <a:chOff x="7825488" y="1404017"/>
            <a:chExt cx="3368029" cy="723275"/>
          </a:xfrm>
        </p:grpSpPr>
        <p:sp>
          <p:nvSpPr>
            <p:cNvPr id="104" name="Inhaltsplatzhalter 4">
              <a:extLst>
                <a:ext uri="{FF2B5EF4-FFF2-40B4-BE49-F238E27FC236}">
                  <a16:creationId xmlns:a16="http://schemas.microsoft.com/office/drawing/2014/main" id="{82A113D1-E90F-7B4C-9759-FC670467CF3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D1348BF4-7ECC-1C42-B853-35CCFAC88FD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96CE5F18-BFEE-4A41-9645-C66244969B0A}"/>
              </a:ext>
            </a:extLst>
          </p:cNvPr>
          <p:cNvGrpSpPr/>
          <p:nvPr/>
        </p:nvGrpSpPr>
        <p:grpSpPr>
          <a:xfrm flipH="1">
            <a:off x="1534624" y="4686684"/>
            <a:ext cx="2783072" cy="723275"/>
            <a:chOff x="7825488" y="1404017"/>
            <a:chExt cx="3368029" cy="723275"/>
          </a:xfrm>
        </p:grpSpPr>
        <p:sp>
          <p:nvSpPr>
            <p:cNvPr id="107" name="Inhaltsplatzhalter 4">
              <a:extLst>
                <a:ext uri="{FF2B5EF4-FFF2-40B4-BE49-F238E27FC236}">
                  <a16:creationId xmlns:a16="http://schemas.microsoft.com/office/drawing/2014/main" id="{F5AFC347-CC04-C946-BB34-04D70E09D6F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DE9672E0-158D-1741-8D6C-2043301CEF7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B48199BF-F47A-D449-999C-AE1B3F2BDA2F}"/>
              </a:ext>
            </a:extLst>
          </p:cNvPr>
          <p:cNvGrpSpPr/>
          <p:nvPr/>
        </p:nvGrpSpPr>
        <p:grpSpPr>
          <a:xfrm>
            <a:off x="7176351" y="1717409"/>
            <a:ext cx="2783072" cy="723275"/>
            <a:chOff x="7825488" y="1404017"/>
            <a:chExt cx="3368029" cy="723275"/>
          </a:xfrm>
        </p:grpSpPr>
        <p:sp>
          <p:nvSpPr>
            <p:cNvPr id="110" name="Inhaltsplatzhalter 4">
              <a:extLst>
                <a:ext uri="{FF2B5EF4-FFF2-40B4-BE49-F238E27FC236}">
                  <a16:creationId xmlns:a16="http://schemas.microsoft.com/office/drawing/2014/main" id="{B45113E0-03AC-A646-B8E9-78D29B951B6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4C4F2D27-78CB-224E-810C-C7D1030E662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93873A0-0919-8B48-BD98-20828855701C}"/>
              </a:ext>
            </a:extLst>
          </p:cNvPr>
          <p:cNvGrpSpPr/>
          <p:nvPr/>
        </p:nvGrpSpPr>
        <p:grpSpPr>
          <a:xfrm>
            <a:off x="8368809" y="3123610"/>
            <a:ext cx="2783072" cy="723275"/>
            <a:chOff x="7825488" y="1404017"/>
            <a:chExt cx="3368029" cy="723275"/>
          </a:xfrm>
        </p:grpSpPr>
        <p:sp>
          <p:nvSpPr>
            <p:cNvPr id="113" name="Inhaltsplatzhalter 4">
              <a:extLst>
                <a:ext uri="{FF2B5EF4-FFF2-40B4-BE49-F238E27FC236}">
                  <a16:creationId xmlns:a16="http://schemas.microsoft.com/office/drawing/2014/main" id="{82E96F97-905D-9841-9051-8880DF75796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561162F9-859A-E645-819C-FBC897F2861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CD5AAB1-06B6-8D41-ABB8-1F6D8BB50DD8}"/>
              </a:ext>
            </a:extLst>
          </p:cNvPr>
          <p:cNvGrpSpPr/>
          <p:nvPr/>
        </p:nvGrpSpPr>
        <p:grpSpPr>
          <a:xfrm>
            <a:off x="7963392" y="4686684"/>
            <a:ext cx="2783072" cy="723275"/>
            <a:chOff x="7825488" y="1404017"/>
            <a:chExt cx="3368029" cy="723275"/>
          </a:xfrm>
        </p:grpSpPr>
        <p:sp>
          <p:nvSpPr>
            <p:cNvPr id="116" name="Inhaltsplatzhalter 4">
              <a:extLst>
                <a:ext uri="{FF2B5EF4-FFF2-40B4-BE49-F238E27FC236}">
                  <a16:creationId xmlns:a16="http://schemas.microsoft.com/office/drawing/2014/main" id="{DDB7FD88-DCC1-4D4A-BB2F-F688D97280C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E3AEDA9-EEC0-5746-8350-25A034692B7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08219B47-5093-C843-A6DB-85244C3D3E57}"/>
              </a:ext>
            </a:extLst>
          </p:cNvPr>
          <p:cNvGrpSpPr/>
          <p:nvPr/>
        </p:nvGrpSpPr>
        <p:grpSpPr>
          <a:xfrm>
            <a:off x="5426565" y="3335625"/>
            <a:ext cx="1338870" cy="1238019"/>
            <a:chOff x="5398240" y="3718434"/>
            <a:chExt cx="1338870" cy="1238019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AEEA846-72CD-1748-B2AA-244F9199F10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23" name="Title 1">
              <a:extLst>
                <a:ext uri="{FF2B5EF4-FFF2-40B4-BE49-F238E27FC236}">
                  <a16:creationId xmlns:a16="http://schemas.microsoft.com/office/drawing/2014/main" id="{F2A85B63-1481-9E4E-8A3D-8B9253B8CC3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20863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>
            <a:extLst>
              <a:ext uri="{FF2B5EF4-FFF2-40B4-BE49-F238E27FC236}">
                <a16:creationId xmlns:a16="http://schemas.microsoft.com/office/drawing/2014/main" id="{7FD86D74-6450-B64F-A5D5-B4A6F3481C75}"/>
              </a:ext>
            </a:extLst>
          </p:cNvPr>
          <p:cNvSpPr>
            <a:spLocks/>
          </p:cNvSpPr>
          <p:nvPr/>
        </p:nvSpPr>
        <p:spPr bwMode="auto">
          <a:xfrm>
            <a:off x="4064000" y="2582272"/>
            <a:ext cx="1386898" cy="1848717"/>
          </a:xfrm>
          <a:custGeom>
            <a:avLst/>
            <a:gdLst>
              <a:gd name="T0" fmla="*/ 152 w 272"/>
              <a:gd name="T1" fmla="*/ 32 h 363"/>
              <a:gd name="T2" fmla="*/ 12 w 272"/>
              <a:gd name="T3" fmla="*/ 181 h 363"/>
              <a:gd name="T4" fmla="*/ 12 w 272"/>
              <a:gd name="T5" fmla="*/ 181 h 363"/>
              <a:gd name="T6" fmla="*/ 24 w 272"/>
              <a:gd name="T7" fmla="*/ 289 h 363"/>
              <a:gd name="T8" fmla="*/ 193 w 272"/>
              <a:gd name="T9" fmla="*/ 327 h 363"/>
              <a:gd name="T10" fmla="*/ 232 w 272"/>
              <a:gd name="T11" fmla="*/ 158 h 363"/>
              <a:gd name="T12" fmla="*/ 123 w 272"/>
              <a:gd name="T13" fmla="*/ 101 h 363"/>
              <a:gd name="T14" fmla="*/ 170 w 272"/>
              <a:gd name="T15" fmla="*/ 69 h 363"/>
              <a:gd name="T16" fmla="*/ 183 w 272"/>
              <a:gd name="T17" fmla="*/ 97 h 363"/>
              <a:gd name="T18" fmla="*/ 272 w 272"/>
              <a:gd name="T19" fmla="*/ 30 h 363"/>
              <a:gd name="T20" fmla="*/ 139 w 272"/>
              <a:gd name="T21" fmla="*/ 5 h 363"/>
              <a:gd name="T22" fmla="*/ 152 w 272"/>
              <a:gd name="T23" fmla="*/ 32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2" h="363">
                <a:moveTo>
                  <a:pt x="152" y="32"/>
                </a:moveTo>
                <a:cubicBezTo>
                  <a:pt x="97" y="59"/>
                  <a:pt x="35" y="121"/>
                  <a:pt x="12" y="181"/>
                </a:cubicBezTo>
                <a:cubicBezTo>
                  <a:pt x="13" y="181"/>
                  <a:pt x="12" y="181"/>
                  <a:pt x="12" y="181"/>
                </a:cubicBezTo>
                <a:cubicBezTo>
                  <a:pt x="0" y="215"/>
                  <a:pt x="3" y="255"/>
                  <a:pt x="24" y="289"/>
                </a:cubicBezTo>
                <a:cubicBezTo>
                  <a:pt x="60" y="346"/>
                  <a:pt x="136" y="363"/>
                  <a:pt x="193" y="327"/>
                </a:cubicBezTo>
                <a:cubicBezTo>
                  <a:pt x="251" y="291"/>
                  <a:pt x="268" y="215"/>
                  <a:pt x="232" y="158"/>
                </a:cubicBezTo>
                <a:cubicBezTo>
                  <a:pt x="207" y="119"/>
                  <a:pt x="165" y="99"/>
                  <a:pt x="123" y="101"/>
                </a:cubicBezTo>
                <a:cubicBezTo>
                  <a:pt x="137" y="88"/>
                  <a:pt x="153" y="77"/>
                  <a:pt x="170" y="69"/>
                </a:cubicBezTo>
                <a:cubicBezTo>
                  <a:pt x="174" y="78"/>
                  <a:pt x="179" y="88"/>
                  <a:pt x="183" y="97"/>
                </a:cubicBezTo>
                <a:cubicBezTo>
                  <a:pt x="201" y="69"/>
                  <a:pt x="231" y="44"/>
                  <a:pt x="272" y="30"/>
                </a:cubicBezTo>
                <a:cubicBezTo>
                  <a:pt x="234" y="10"/>
                  <a:pt x="188" y="0"/>
                  <a:pt x="139" y="5"/>
                </a:cubicBezTo>
                <a:cubicBezTo>
                  <a:pt x="143" y="14"/>
                  <a:pt x="148" y="23"/>
                  <a:pt x="152" y="32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22D67976-94A3-6C49-8D87-BDE533F67F90}"/>
              </a:ext>
            </a:extLst>
          </p:cNvPr>
          <p:cNvSpPr>
            <a:spLocks/>
          </p:cNvSpPr>
          <p:nvPr/>
        </p:nvSpPr>
        <p:spPr bwMode="auto">
          <a:xfrm>
            <a:off x="4186671" y="4334295"/>
            <a:ext cx="1779444" cy="1590386"/>
          </a:xfrm>
          <a:custGeom>
            <a:avLst/>
            <a:gdLst>
              <a:gd name="T0" fmla="*/ 29 w 349"/>
              <a:gd name="T1" fmla="*/ 117 h 312"/>
              <a:gd name="T2" fmla="*/ 144 w 349"/>
              <a:gd name="T3" fmla="*/ 286 h 312"/>
              <a:gd name="T4" fmla="*/ 144 w 349"/>
              <a:gd name="T5" fmla="*/ 286 h 312"/>
              <a:gd name="T6" fmla="*/ 251 w 349"/>
              <a:gd name="T7" fmla="*/ 298 h 312"/>
              <a:gd name="T8" fmla="*/ 326 w 349"/>
              <a:gd name="T9" fmla="*/ 142 h 312"/>
              <a:gd name="T10" fmla="*/ 169 w 349"/>
              <a:gd name="T11" fmla="*/ 67 h 312"/>
              <a:gd name="T12" fmla="*/ 90 w 349"/>
              <a:gd name="T13" fmla="*/ 161 h 312"/>
              <a:gd name="T14" fmla="*/ 69 w 349"/>
              <a:gd name="T15" fmla="*/ 108 h 312"/>
              <a:gd name="T16" fmla="*/ 99 w 349"/>
              <a:gd name="T17" fmla="*/ 101 h 312"/>
              <a:gd name="T18" fmla="*/ 53 w 349"/>
              <a:gd name="T19" fmla="*/ 0 h 312"/>
              <a:gd name="T20" fmla="*/ 0 w 349"/>
              <a:gd name="T21" fmla="*/ 124 h 312"/>
              <a:gd name="T22" fmla="*/ 29 w 349"/>
              <a:gd name="T23" fmla="*/ 117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9" h="312">
                <a:moveTo>
                  <a:pt x="29" y="117"/>
                </a:moveTo>
                <a:cubicBezTo>
                  <a:pt x="43" y="177"/>
                  <a:pt x="90" y="251"/>
                  <a:pt x="144" y="286"/>
                </a:cubicBezTo>
                <a:cubicBezTo>
                  <a:pt x="144" y="286"/>
                  <a:pt x="143" y="286"/>
                  <a:pt x="144" y="286"/>
                </a:cubicBezTo>
                <a:cubicBezTo>
                  <a:pt x="174" y="306"/>
                  <a:pt x="214" y="312"/>
                  <a:pt x="251" y="298"/>
                </a:cubicBezTo>
                <a:cubicBezTo>
                  <a:pt x="315" y="276"/>
                  <a:pt x="349" y="205"/>
                  <a:pt x="326" y="142"/>
                </a:cubicBezTo>
                <a:cubicBezTo>
                  <a:pt x="303" y="78"/>
                  <a:pt x="233" y="45"/>
                  <a:pt x="169" y="67"/>
                </a:cubicBezTo>
                <a:cubicBezTo>
                  <a:pt x="126" y="83"/>
                  <a:pt x="97" y="119"/>
                  <a:pt x="90" y="161"/>
                </a:cubicBezTo>
                <a:cubicBezTo>
                  <a:pt x="80" y="145"/>
                  <a:pt x="73" y="127"/>
                  <a:pt x="69" y="108"/>
                </a:cubicBezTo>
                <a:cubicBezTo>
                  <a:pt x="79" y="106"/>
                  <a:pt x="89" y="104"/>
                  <a:pt x="99" y="101"/>
                </a:cubicBezTo>
                <a:cubicBezTo>
                  <a:pt x="76" y="77"/>
                  <a:pt x="58" y="43"/>
                  <a:pt x="53" y="0"/>
                </a:cubicBezTo>
                <a:cubicBezTo>
                  <a:pt x="25" y="33"/>
                  <a:pt x="6" y="76"/>
                  <a:pt x="0" y="124"/>
                </a:cubicBezTo>
                <a:cubicBezTo>
                  <a:pt x="10" y="122"/>
                  <a:pt x="20" y="120"/>
                  <a:pt x="29" y="117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7DEDF6BB-0D6B-9C43-BEF4-D8ABBDEA03B7}"/>
              </a:ext>
            </a:extLst>
          </p:cNvPr>
          <p:cNvSpPr>
            <a:spLocks/>
          </p:cNvSpPr>
          <p:nvPr/>
        </p:nvSpPr>
        <p:spPr bwMode="auto">
          <a:xfrm>
            <a:off x="5893955" y="4569534"/>
            <a:ext cx="1855932" cy="1487921"/>
          </a:xfrm>
          <a:custGeom>
            <a:avLst/>
            <a:gdLst>
              <a:gd name="T0" fmla="*/ 94 w 364"/>
              <a:gd name="T1" fmla="*/ 262 h 292"/>
              <a:gd name="T2" fmla="*/ 296 w 364"/>
              <a:gd name="T3" fmla="*/ 236 h 292"/>
              <a:gd name="T4" fmla="*/ 296 w 364"/>
              <a:gd name="T5" fmla="*/ 236 h 292"/>
              <a:gd name="T6" fmla="*/ 355 w 364"/>
              <a:gd name="T7" fmla="*/ 145 h 292"/>
              <a:gd name="T8" fmla="*/ 249 w 364"/>
              <a:gd name="T9" fmla="*/ 8 h 292"/>
              <a:gd name="T10" fmla="*/ 112 w 364"/>
              <a:gd name="T11" fmla="*/ 115 h 292"/>
              <a:gd name="T12" fmla="*/ 160 w 364"/>
              <a:gd name="T13" fmla="*/ 228 h 292"/>
              <a:gd name="T14" fmla="*/ 104 w 364"/>
              <a:gd name="T15" fmla="*/ 222 h 292"/>
              <a:gd name="T16" fmla="*/ 111 w 364"/>
              <a:gd name="T17" fmla="*/ 193 h 292"/>
              <a:gd name="T18" fmla="*/ 0 w 364"/>
              <a:gd name="T19" fmla="*/ 189 h 292"/>
              <a:gd name="T20" fmla="*/ 87 w 364"/>
              <a:gd name="T21" fmla="*/ 292 h 292"/>
              <a:gd name="T22" fmla="*/ 94 w 364"/>
              <a:gd name="T23" fmla="*/ 26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64" h="292">
                <a:moveTo>
                  <a:pt x="94" y="262"/>
                </a:moveTo>
                <a:cubicBezTo>
                  <a:pt x="154" y="276"/>
                  <a:pt x="241" y="268"/>
                  <a:pt x="296" y="236"/>
                </a:cubicBezTo>
                <a:cubicBezTo>
                  <a:pt x="296" y="235"/>
                  <a:pt x="296" y="236"/>
                  <a:pt x="296" y="236"/>
                </a:cubicBezTo>
                <a:cubicBezTo>
                  <a:pt x="328" y="217"/>
                  <a:pt x="351" y="184"/>
                  <a:pt x="355" y="145"/>
                </a:cubicBezTo>
                <a:cubicBezTo>
                  <a:pt x="364" y="77"/>
                  <a:pt x="316" y="16"/>
                  <a:pt x="249" y="8"/>
                </a:cubicBezTo>
                <a:cubicBezTo>
                  <a:pt x="182" y="0"/>
                  <a:pt x="120" y="47"/>
                  <a:pt x="112" y="115"/>
                </a:cubicBezTo>
                <a:cubicBezTo>
                  <a:pt x="106" y="160"/>
                  <a:pt x="126" y="202"/>
                  <a:pt x="160" y="228"/>
                </a:cubicBezTo>
                <a:cubicBezTo>
                  <a:pt x="141" y="229"/>
                  <a:pt x="122" y="227"/>
                  <a:pt x="104" y="222"/>
                </a:cubicBezTo>
                <a:cubicBezTo>
                  <a:pt x="106" y="213"/>
                  <a:pt x="109" y="203"/>
                  <a:pt x="111" y="193"/>
                </a:cubicBezTo>
                <a:cubicBezTo>
                  <a:pt x="79" y="203"/>
                  <a:pt x="40" y="203"/>
                  <a:pt x="0" y="189"/>
                </a:cubicBezTo>
                <a:cubicBezTo>
                  <a:pt x="17" y="228"/>
                  <a:pt x="46" y="264"/>
                  <a:pt x="87" y="292"/>
                </a:cubicBezTo>
                <a:cubicBezTo>
                  <a:pt x="89" y="282"/>
                  <a:pt x="92" y="272"/>
                  <a:pt x="94" y="26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6" name="Freeform 11">
            <a:extLst>
              <a:ext uri="{FF2B5EF4-FFF2-40B4-BE49-F238E27FC236}">
                <a16:creationId xmlns:a16="http://schemas.microsoft.com/office/drawing/2014/main" id="{9DEB86AA-B085-DB47-98B6-FD0BA2857ECF}"/>
              </a:ext>
            </a:extLst>
          </p:cNvPr>
          <p:cNvSpPr>
            <a:spLocks/>
          </p:cNvSpPr>
          <p:nvPr/>
        </p:nvSpPr>
        <p:spPr bwMode="auto">
          <a:xfrm>
            <a:off x="6725227" y="2725147"/>
            <a:ext cx="1402773" cy="1935307"/>
          </a:xfrm>
          <a:custGeom>
            <a:avLst/>
            <a:gdLst>
              <a:gd name="T0" fmla="*/ 231 w 275"/>
              <a:gd name="T1" fmla="*/ 308 h 380"/>
              <a:gd name="T2" fmla="*/ 257 w 275"/>
              <a:gd name="T3" fmla="*/ 106 h 380"/>
              <a:gd name="T4" fmla="*/ 257 w 275"/>
              <a:gd name="T5" fmla="*/ 106 h 380"/>
              <a:gd name="T6" fmla="*/ 184 w 275"/>
              <a:gd name="T7" fmla="*/ 25 h 380"/>
              <a:gd name="T8" fmla="*/ 25 w 275"/>
              <a:gd name="T9" fmla="*/ 94 h 380"/>
              <a:gd name="T10" fmla="*/ 93 w 275"/>
              <a:gd name="T11" fmla="*/ 253 h 380"/>
              <a:gd name="T12" fmla="*/ 215 w 275"/>
              <a:gd name="T13" fmla="*/ 236 h 380"/>
              <a:gd name="T14" fmla="*/ 195 w 275"/>
              <a:gd name="T15" fmla="*/ 289 h 380"/>
              <a:gd name="T16" fmla="*/ 168 w 275"/>
              <a:gd name="T17" fmla="*/ 274 h 380"/>
              <a:gd name="T18" fmla="*/ 136 w 275"/>
              <a:gd name="T19" fmla="*/ 380 h 380"/>
              <a:gd name="T20" fmla="*/ 258 w 275"/>
              <a:gd name="T21" fmla="*/ 323 h 380"/>
              <a:gd name="T22" fmla="*/ 231 w 275"/>
              <a:gd name="T23" fmla="*/ 308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5" h="380">
                <a:moveTo>
                  <a:pt x="231" y="308"/>
                </a:moveTo>
                <a:cubicBezTo>
                  <a:pt x="260" y="254"/>
                  <a:pt x="275" y="168"/>
                  <a:pt x="257" y="106"/>
                </a:cubicBezTo>
                <a:cubicBezTo>
                  <a:pt x="257" y="106"/>
                  <a:pt x="258" y="106"/>
                  <a:pt x="257" y="106"/>
                </a:cubicBezTo>
                <a:cubicBezTo>
                  <a:pt x="247" y="71"/>
                  <a:pt x="221" y="40"/>
                  <a:pt x="184" y="25"/>
                </a:cubicBezTo>
                <a:cubicBezTo>
                  <a:pt x="121" y="0"/>
                  <a:pt x="50" y="31"/>
                  <a:pt x="25" y="94"/>
                </a:cubicBezTo>
                <a:cubicBezTo>
                  <a:pt x="0" y="157"/>
                  <a:pt x="30" y="228"/>
                  <a:pt x="93" y="253"/>
                </a:cubicBezTo>
                <a:cubicBezTo>
                  <a:pt x="135" y="270"/>
                  <a:pt x="182" y="262"/>
                  <a:pt x="215" y="236"/>
                </a:cubicBezTo>
                <a:cubicBezTo>
                  <a:pt x="211" y="254"/>
                  <a:pt x="204" y="272"/>
                  <a:pt x="195" y="289"/>
                </a:cubicBezTo>
                <a:cubicBezTo>
                  <a:pt x="186" y="284"/>
                  <a:pt x="177" y="279"/>
                  <a:pt x="168" y="274"/>
                </a:cubicBezTo>
                <a:cubicBezTo>
                  <a:pt x="170" y="307"/>
                  <a:pt x="160" y="345"/>
                  <a:pt x="136" y="380"/>
                </a:cubicBezTo>
                <a:cubicBezTo>
                  <a:pt x="178" y="374"/>
                  <a:pt x="221" y="355"/>
                  <a:pt x="258" y="323"/>
                </a:cubicBezTo>
                <a:cubicBezTo>
                  <a:pt x="249" y="318"/>
                  <a:pt x="240" y="313"/>
                  <a:pt x="231" y="308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" name="Freeform 13">
            <a:extLst>
              <a:ext uri="{FF2B5EF4-FFF2-40B4-BE49-F238E27FC236}">
                <a16:creationId xmlns:a16="http://schemas.microsoft.com/office/drawing/2014/main" id="{F77BE785-49DE-5B4C-B4C7-74DB24AADC11}"/>
              </a:ext>
            </a:extLst>
          </p:cNvPr>
          <p:cNvSpPr>
            <a:spLocks/>
          </p:cNvSpPr>
          <p:nvPr/>
        </p:nvSpPr>
        <p:spPr bwMode="auto">
          <a:xfrm>
            <a:off x="5380182" y="1797181"/>
            <a:ext cx="1916545" cy="1340716"/>
          </a:xfrm>
          <a:custGeom>
            <a:avLst/>
            <a:gdLst>
              <a:gd name="T0" fmla="*/ 326 w 376"/>
              <a:gd name="T1" fmla="*/ 79 h 263"/>
              <a:gd name="T2" fmla="*/ 137 w 376"/>
              <a:gd name="T3" fmla="*/ 1 h 263"/>
              <a:gd name="T4" fmla="*/ 137 w 376"/>
              <a:gd name="T5" fmla="*/ 1 h 263"/>
              <a:gd name="T6" fmla="*/ 41 w 376"/>
              <a:gd name="T7" fmla="*/ 51 h 263"/>
              <a:gd name="T8" fmla="*/ 65 w 376"/>
              <a:gd name="T9" fmla="*/ 223 h 263"/>
              <a:gd name="T10" fmla="*/ 237 w 376"/>
              <a:gd name="T11" fmla="*/ 198 h 263"/>
              <a:gd name="T12" fmla="*/ 252 w 376"/>
              <a:gd name="T13" fmla="*/ 76 h 263"/>
              <a:gd name="T14" fmla="*/ 298 w 376"/>
              <a:gd name="T15" fmla="*/ 108 h 263"/>
              <a:gd name="T16" fmla="*/ 277 w 376"/>
              <a:gd name="T17" fmla="*/ 131 h 263"/>
              <a:gd name="T18" fmla="*/ 371 w 376"/>
              <a:gd name="T19" fmla="*/ 190 h 263"/>
              <a:gd name="T20" fmla="*/ 347 w 376"/>
              <a:gd name="T21" fmla="*/ 57 h 263"/>
              <a:gd name="T22" fmla="*/ 326 w 376"/>
              <a:gd name="T23" fmla="*/ 79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76" h="263">
                <a:moveTo>
                  <a:pt x="326" y="79"/>
                </a:moveTo>
                <a:cubicBezTo>
                  <a:pt x="281" y="37"/>
                  <a:pt x="202" y="0"/>
                  <a:pt x="137" y="1"/>
                </a:cubicBezTo>
                <a:cubicBezTo>
                  <a:pt x="137" y="2"/>
                  <a:pt x="137" y="1"/>
                  <a:pt x="137" y="1"/>
                </a:cubicBezTo>
                <a:cubicBezTo>
                  <a:pt x="101" y="2"/>
                  <a:pt x="65" y="19"/>
                  <a:pt x="41" y="51"/>
                </a:cubicBezTo>
                <a:cubicBezTo>
                  <a:pt x="0" y="105"/>
                  <a:pt x="11" y="182"/>
                  <a:pt x="65" y="223"/>
                </a:cubicBezTo>
                <a:cubicBezTo>
                  <a:pt x="120" y="263"/>
                  <a:pt x="197" y="252"/>
                  <a:pt x="237" y="198"/>
                </a:cubicBezTo>
                <a:cubicBezTo>
                  <a:pt x="264" y="161"/>
                  <a:pt x="268" y="115"/>
                  <a:pt x="252" y="76"/>
                </a:cubicBezTo>
                <a:cubicBezTo>
                  <a:pt x="268" y="84"/>
                  <a:pt x="284" y="95"/>
                  <a:pt x="298" y="108"/>
                </a:cubicBezTo>
                <a:cubicBezTo>
                  <a:pt x="291" y="116"/>
                  <a:pt x="284" y="123"/>
                  <a:pt x="277" y="131"/>
                </a:cubicBezTo>
                <a:cubicBezTo>
                  <a:pt x="309" y="138"/>
                  <a:pt x="343" y="157"/>
                  <a:pt x="371" y="190"/>
                </a:cubicBezTo>
                <a:cubicBezTo>
                  <a:pt x="376" y="147"/>
                  <a:pt x="369" y="101"/>
                  <a:pt x="347" y="57"/>
                </a:cubicBezTo>
                <a:cubicBezTo>
                  <a:pt x="340" y="64"/>
                  <a:pt x="333" y="72"/>
                  <a:pt x="326" y="7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C6FE8E3-BCDF-FF4D-8837-3D0458E8A585}"/>
              </a:ext>
            </a:extLst>
          </p:cNvPr>
          <p:cNvSpPr/>
          <p:nvPr/>
        </p:nvSpPr>
        <p:spPr>
          <a:xfrm>
            <a:off x="5764795" y="2071147"/>
            <a:ext cx="694882" cy="69488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77437977-5F72-AA47-9F4C-88F58B8E1A86}"/>
              </a:ext>
            </a:extLst>
          </p:cNvPr>
          <p:cNvSpPr/>
          <p:nvPr/>
        </p:nvSpPr>
        <p:spPr>
          <a:xfrm>
            <a:off x="7079173" y="3081264"/>
            <a:ext cx="694882" cy="69488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61B29D9D-FBDA-9C48-9D14-17F81946D52D}"/>
              </a:ext>
            </a:extLst>
          </p:cNvPr>
          <p:cNvSpPr/>
          <p:nvPr/>
        </p:nvSpPr>
        <p:spPr>
          <a:xfrm>
            <a:off x="6742185" y="4883071"/>
            <a:ext cx="694882" cy="69488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0BF6E901-8617-6543-BE8F-C1264E73C046}"/>
              </a:ext>
            </a:extLst>
          </p:cNvPr>
          <p:cNvSpPr/>
          <p:nvPr/>
        </p:nvSpPr>
        <p:spPr>
          <a:xfrm>
            <a:off x="4891268" y="4948746"/>
            <a:ext cx="694882" cy="69488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94712865-3EA2-B141-A81E-73E4CB9ADFBD}"/>
              </a:ext>
            </a:extLst>
          </p:cNvPr>
          <p:cNvSpPr/>
          <p:nvPr/>
        </p:nvSpPr>
        <p:spPr>
          <a:xfrm>
            <a:off x="4367884" y="3359442"/>
            <a:ext cx="694882" cy="694882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90500" dist="419100" dir="5400000" sx="45000" sy="4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95B2623-3EDC-BB42-9C7F-9AF0842B0120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72AF34B-32EA-524F-8D4A-35B56155FAC1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87906C08-D160-5148-89E0-DB395A02999E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37" name="Rounded Rectangle 36">
                <a:extLst>
                  <a:ext uri="{FF2B5EF4-FFF2-40B4-BE49-F238E27FC236}">
                    <a16:creationId xmlns:a16="http://schemas.microsoft.com/office/drawing/2014/main" id="{90A57165-1084-D34A-AE84-CF697D5832CA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" name="Rounded Rectangle 37">
                <a:extLst>
                  <a:ext uri="{FF2B5EF4-FFF2-40B4-BE49-F238E27FC236}">
                    <a16:creationId xmlns:a16="http://schemas.microsoft.com/office/drawing/2014/main" id="{74BDFBC1-F464-9A4E-A395-229E80D4DCFA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" name="Rounded Rectangle 38">
                <a:extLst>
                  <a:ext uri="{FF2B5EF4-FFF2-40B4-BE49-F238E27FC236}">
                    <a16:creationId xmlns:a16="http://schemas.microsoft.com/office/drawing/2014/main" id="{74460D41-2817-DC44-A4E5-A08E490D1ECF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8773C0E3-FBF2-C045-871F-B6078C3C76E2}"/>
              </a:ext>
            </a:extLst>
          </p:cNvPr>
          <p:cNvGrpSpPr/>
          <p:nvPr/>
        </p:nvGrpSpPr>
        <p:grpSpPr>
          <a:xfrm>
            <a:off x="5428198" y="3322073"/>
            <a:ext cx="1338870" cy="1238019"/>
            <a:chOff x="5398240" y="3718434"/>
            <a:chExt cx="1338870" cy="1238019"/>
          </a:xfrm>
        </p:grpSpPr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4A3F842F-37AC-5B41-BD74-39BFE3D1F0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chemeClr val="tx1">
                <a:alpha val="70000"/>
              </a:scheme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45" name="Title 1">
              <a:extLst>
                <a:ext uri="{FF2B5EF4-FFF2-40B4-BE49-F238E27FC236}">
                  <a16:creationId xmlns:a16="http://schemas.microsoft.com/office/drawing/2014/main" id="{55ADEBE9-098B-4342-83AB-16A347CCB19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chemeClr val="tx1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26BD2F2D-62CF-0343-8697-5B14DEED4E4F}"/>
              </a:ext>
            </a:extLst>
          </p:cNvPr>
          <p:cNvGrpSpPr/>
          <p:nvPr/>
        </p:nvGrpSpPr>
        <p:grpSpPr>
          <a:xfrm flipH="1">
            <a:off x="1259982" y="2515128"/>
            <a:ext cx="2783072" cy="723275"/>
            <a:chOff x="7825488" y="1404017"/>
            <a:chExt cx="3368029" cy="723275"/>
          </a:xfrm>
        </p:grpSpPr>
        <p:sp>
          <p:nvSpPr>
            <p:cNvPr id="47" name="Inhaltsplatzhalter 4">
              <a:extLst>
                <a:ext uri="{FF2B5EF4-FFF2-40B4-BE49-F238E27FC236}">
                  <a16:creationId xmlns:a16="http://schemas.microsoft.com/office/drawing/2014/main" id="{345D7BEE-87F7-1B48-947F-E7A39227412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D58B156-56A9-494C-831B-3153511E665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1858D278-B2A9-6D4D-844E-1ED7300D4A52}"/>
              </a:ext>
            </a:extLst>
          </p:cNvPr>
          <p:cNvGrpSpPr/>
          <p:nvPr/>
        </p:nvGrpSpPr>
        <p:grpSpPr>
          <a:xfrm flipH="1">
            <a:off x="1119642" y="4767850"/>
            <a:ext cx="2783072" cy="723275"/>
            <a:chOff x="7825488" y="1404017"/>
            <a:chExt cx="3368029" cy="723275"/>
          </a:xfrm>
        </p:grpSpPr>
        <p:sp>
          <p:nvSpPr>
            <p:cNvPr id="50" name="Inhaltsplatzhalter 4">
              <a:extLst>
                <a:ext uri="{FF2B5EF4-FFF2-40B4-BE49-F238E27FC236}">
                  <a16:creationId xmlns:a16="http://schemas.microsoft.com/office/drawing/2014/main" id="{5B229EAF-98F3-FE41-BECF-F2F195E603B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3F126E7C-A710-5A45-97FA-A45A80A610A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91CF6494-AFAD-B84E-8B90-4013793EAD4F}"/>
              </a:ext>
            </a:extLst>
          </p:cNvPr>
          <p:cNvGrpSpPr/>
          <p:nvPr/>
        </p:nvGrpSpPr>
        <p:grpSpPr>
          <a:xfrm>
            <a:off x="7610624" y="1760209"/>
            <a:ext cx="2783072" cy="723275"/>
            <a:chOff x="7825488" y="1404017"/>
            <a:chExt cx="3368029" cy="723275"/>
          </a:xfrm>
        </p:grpSpPr>
        <p:sp>
          <p:nvSpPr>
            <p:cNvPr id="53" name="Inhaltsplatzhalter 4">
              <a:extLst>
                <a:ext uri="{FF2B5EF4-FFF2-40B4-BE49-F238E27FC236}">
                  <a16:creationId xmlns:a16="http://schemas.microsoft.com/office/drawing/2014/main" id="{FAD2B44D-44C8-A74B-B076-D6DD5EB079A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67D6B77-2D3C-224A-8676-CFF1369929E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AEDDC0AD-F1C2-F641-8548-B5A09E892EB5}"/>
              </a:ext>
            </a:extLst>
          </p:cNvPr>
          <p:cNvGrpSpPr/>
          <p:nvPr/>
        </p:nvGrpSpPr>
        <p:grpSpPr>
          <a:xfrm>
            <a:off x="8493326" y="3359442"/>
            <a:ext cx="2783072" cy="723275"/>
            <a:chOff x="7825488" y="1404017"/>
            <a:chExt cx="3368029" cy="723275"/>
          </a:xfrm>
        </p:grpSpPr>
        <p:sp>
          <p:nvSpPr>
            <p:cNvPr id="56" name="Inhaltsplatzhalter 4">
              <a:extLst>
                <a:ext uri="{FF2B5EF4-FFF2-40B4-BE49-F238E27FC236}">
                  <a16:creationId xmlns:a16="http://schemas.microsoft.com/office/drawing/2014/main" id="{E64E475A-C65C-174D-8C31-E05524F281F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278279-5B2E-EB46-B186-7D98D79FD24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567BAD52-ECB4-A94A-9D79-DC477FA710A4}"/>
              </a:ext>
            </a:extLst>
          </p:cNvPr>
          <p:cNvGrpSpPr/>
          <p:nvPr/>
        </p:nvGrpSpPr>
        <p:grpSpPr>
          <a:xfrm>
            <a:off x="8030547" y="5174774"/>
            <a:ext cx="2783072" cy="723275"/>
            <a:chOff x="7825488" y="1404017"/>
            <a:chExt cx="3368029" cy="723275"/>
          </a:xfrm>
        </p:grpSpPr>
        <p:sp>
          <p:nvSpPr>
            <p:cNvPr id="59" name="Inhaltsplatzhalter 4">
              <a:extLst>
                <a:ext uri="{FF2B5EF4-FFF2-40B4-BE49-F238E27FC236}">
                  <a16:creationId xmlns:a16="http://schemas.microsoft.com/office/drawing/2014/main" id="{D86E2BB9-580C-384B-BD29-0ABD08F7F2E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B110871A-7F0E-1844-9729-A4CD7159C5D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aphic 61">
            <a:extLst>
              <a:ext uri="{FF2B5EF4-FFF2-40B4-BE49-F238E27FC236}">
                <a16:creationId xmlns:a16="http://schemas.microsoft.com/office/drawing/2014/main" id="{BC8DE62F-0EEA-534B-992A-62C935A1ED5D}"/>
              </a:ext>
            </a:extLst>
          </p:cNvPr>
          <p:cNvGrpSpPr>
            <a:grpSpLocks noChangeAspect="1"/>
          </p:cNvGrpSpPr>
          <p:nvPr/>
        </p:nvGrpSpPr>
        <p:grpSpPr>
          <a:xfrm>
            <a:off x="4527254" y="3523976"/>
            <a:ext cx="376142" cy="365814"/>
            <a:chOff x="5946615" y="2238021"/>
            <a:chExt cx="341947" cy="332558"/>
          </a:xfrm>
          <a:solidFill>
            <a:srgbClr val="3B4550"/>
          </a:solidFill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A42D22E-1FB3-7D42-A550-7B5BFC72B6F6}"/>
                </a:ext>
              </a:extLst>
            </p:cNvPr>
            <p:cNvSpPr/>
            <p:nvPr/>
          </p:nvSpPr>
          <p:spPr>
            <a:xfrm>
              <a:off x="6056147" y="2303778"/>
              <a:ext cx="116401" cy="109819"/>
            </a:xfrm>
            <a:custGeom>
              <a:avLst/>
              <a:gdLst>
                <a:gd name="connsiteX0" fmla="*/ 61061 w 116401"/>
                <a:gd name="connsiteY0" fmla="*/ 109532 h 109819"/>
                <a:gd name="connsiteX1" fmla="*/ 290 w 116401"/>
                <a:gd name="connsiteY1" fmla="*/ 60475 h 109819"/>
                <a:gd name="connsiteX2" fmla="*/ 49818 w 116401"/>
                <a:gd name="connsiteY2" fmla="*/ 283 h 109819"/>
                <a:gd name="connsiteX3" fmla="*/ 61061 w 116401"/>
                <a:gd name="connsiteY3" fmla="*/ 283 h 109819"/>
                <a:gd name="connsiteX4" fmla="*/ 66777 w 116401"/>
                <a:gd name="connsiteY4" fmla="*/ 5943 h 109819"/>
                <a:gd name="connsiteX5" fmla="*/ 66776 w 116401"/>
                <a:gd name="connsiteY5" fmla="*/ 6038 h 109819"/>
                <a:gd name="connsiteX6" fmla="*/ 66776 w 116401"/>
                <a:gd name="connsiteY6" fmla="*/ 23586 h 109819"/>
                <a:gd name="connsiteX7" fmla="*/ 61061 w 116401"/>
                <a:gd name="connsiteY7" fmla="*/ 29246 h 109819"/>
                <a:gd name="connsiteX8" fmla="*/ 35439 w 116401"/>
                <a:gd name="connsiteY8" fmla="*/ 54625 h 109819"/>
                <a:gd name="connsiteX9" fmla="*/ 61061 w 116401"/>
                <a:gd name="connsiteY9" fmla="*/ 80003 h 109819"/>
                <a:gd name="connsiteX10" fmla="*/ 86683 w 116401"/>
                <a:gd name="connsiteY10" fmla="*/ 54625 h 109819"/>
                <a:gd name="connsiteX11" fmla="*/ 92398 w 116401"/>
                <a:gd name="connsiteY11" fmla="*/ 48964 h 109819"/>
                <a:gd name="connsiteX12" fmla="*/ 110591 w 116401"/>
                <a:gd name="connsiteY12" fmla="*/ 48964 h 109819"/>
                <a:gd name="connsiteX13" fmla="*/ 116401 w 116401"/>
                <a:gd name="connsiteY13" fmla="*/ 54529 h 109819"/>
                <a:gd name="connsiteX14" fmla="*/ 116401 w 116401"/>
                <a:gd name="connsiteY14" fmla="*/ 54625 h 109819"/>
                <a:gd name="connsiteX15" fmla="*/ 61061 w 116401"/>
                <a:gd name="connsiteY15" fmla="*/ 109532 h 109819"/>
                <a:gd name="connsiteX16" fmla="*/ 55251 w 116401"/>
                <a:gd name="connsiteY16" fmla="*/ 11604 h 109819"/>
                <a:gd name="connsiteX17" fmla="*/ 17641 w 116401"/>
                <a:gd name="connsiteY17" fmla="*/ 60379 h 109819"/>
                <a:gd name="connsiteX18" fmla="*/ 66885 w 116401"/>
                <a:gd name="connsiteY18" fmla="*/ 97631 h 109819"/>
                <a:gd name="connsiteX19" fmla="*/ 104495 w 116401"/>
                <a:gd name="connsiteY19" fmla="*/ 60379 h 109819"/>
                <a:gd name="connsiteX20" fmla="*/ 97732 w 116401"/>
                <a:gd name="connsiteY20" fmla="*/ 60379 h 109819"/>
                <a:gd name="connsiteX21" fmla="*/ 55251 w 116401"/>
                <a:gd name="connsiteY21" fmla="*/ 90991 h 109819"/>
                <a:gd name="connsiteX22" fmla="*/ 24345 w 116401"/>
                <a:gd name="connsiteY22" fmla="*/ 48914 h 109819"/>
                <a:gd name="connsiteX23" fmla="*/ 55251 w 116401"/>
                <a:gd name="connsiteY23" fmla="*/ 18303 h 10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401" h="109819">
                  <a:moveTo>
                    <a:pt x="61061" y="109532"/>
                  </a:moveTo>
                  <a:cubicBezTo>
                    <a:pt x="30603" y="112607"/>
                    <a:pt x="3395" y="90644"/>
                    <a:pt x="290" y="60475"/>
                  </a:cubicBezTo>
                  <a:cubicBezTo>
                    <a:pt x="-2815" y="30307"/>
                    <a:pt x="19360" y="3358"/>
                    <a:pt x="49818" y="283"/>
                  </a:cubicBezTo>
                  <a:cubicBezTo>
                    <a:pt x="53556" y="-94"/>
                    <a:pt x="57323" y="-94"/>
                    <a:pt x="61061" y="283"/>
                  </a:cubicBezTo>
                  <a:cubicBezTo>
                    <a:pt x="64217" y="283"/>
                    <a:pt x="66776" y="2817"/>
                    <a:pt x="66777" y="5943"/>
                  </a:cubicBezTo>
                  <a:cubicBezTo>
                    <a:pt x="66777" y="5975"/>
                    <a:pt x="66777" y="6006"/>
                    <a:pt x="66776" y="6038"/>
                  </a:cubicBezTo>
                  <a:lnTo>
                    <a:pt x="66776" y="23586"/>
                  </a:lnTo>
                  <a:cubicBezTo>
                    <a:pt x="66776" y="26712"/>
                    <a:pt x="64217" y="29246"/>
                    <a:pt x="61061" y="29246"/>
                  </a:cubicBezTo>
                  <a:cubicBezTo>
                    <a:pt x="46910" y="29246"/>
                    <a:pt x="35439" y="40609"/>
                    <a:pt x="35439" y="54625"/>
                  </a:cubicBezTo>
                  <a:cubicBezTo>
                    <a:pt x="35439" y="68641"/>
                    <a:pt x="46910" y="80003"/>
                    <a:pt x="61061" y="80003"/>
                  </a:cubicBezTo>
                  <a:cubicBezTo>
                    <a:pt x="75212" y="80003"/>
                    <a:pt x="86683" y="68641"/>
                    <a:pt x="86683" y="54625"/>
                  </a:cubicBezTo>
                  <a:cubicBezTo>
                    <a:pt x="86683" y="51498"/>
                    <a:pt x="89242" y="48964"/>
                    <a:pt x="92398" y="48964"/>
                  </a:cubicBezTo>
                  <a:lnTo>
                    <a:pt x="110591" y="48964"/>
                  </a:lnTo>
                  <a:cubicBezTo>
                    <a:pt x="113747" y="48912"/>
                    <a:pt x="116348" y="51404"/>
                    <a:pt x="116401" y="54529"/>
                  </a:cubicBezTo>
                  <a:cubicBezTo>
                    <a:pt x="116401" y="54561"/>
                    <a:pt x="116401" y="54593"/>
                    <a:pt x="116401" y="54625"/>
                  </a:cubicBezTo>
                  <a:cubicBezTo>
                    <a:pt x="116401" y="84912"/>
                    <a:pt x="91640" y="109480"/>
                    <a:pt x="61061" y="109532"/>
                  </a:cubicBezTo>
                  <a:close/>
                  <a:moveTo>
                    <a:pt x="55251" y="11604"/>
                  </a:moveTo>
                  <a:cubicBezTo>
                    <a:pt x="31267" y="14786"/>
                    <a:pt x="14428" y="36624"/>
                    <a:pt x="17641" y="60379"/>
                  </a:cubicBezTo>
                  <a:cubicBezTo>
                    <a:pt x="20854" y="84135"/>
                    <a:pt x="42901" y="100813"/>
                    <a:pt x="66885" y="97631"/>
                  </a:cubicBezTo>
                  <a:cubicBezTo>
                    <a:pt x="86468" y="95033"/>
                    <a:pt x="101872" y="79775"/>
                    <a:pt x="104495" y="60379"/>
                  </a:cubicBezTo>
                  <a:lnTo>
                    <a:pt x="97732" y="60379"/>
                  </a:lnTo>
                  <a:cubicBezTo>
                    <a:pt x="94536" y="80452"/>
                    <a:pt x="75516" y="94157"/>
                    <a:pt x="55251" y="90991"/>
                  </a:cubicBezTo>
                  <a:cubicBezTo>
                    <a:pt x="34985" y="87825"/>
                    <a:pt x="21148" y="68987"/>
                    <a:pt x="24345" y="48914"/>
                  </a:cubicBezTo>
                  <a:cubicBezTo>
                    <a:pt x="26855" y="33152"/>
                    <a:pt x="39337" y="20789"/>
                    <a:pt x="55251" y="183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FA9FE30C-33D9-994F-A348-18D557CB59F1}"/>
                </a:ext>
              </a:extLst>
            </p:cNvPr>
            <p:cNvSpPr/>
            <p:nvPr/>
          </p:nvSpPr>
          <p:spPr>
            <a:xfrm>
              <a:off x="6003289" y="2506238"/>
              <a:ext cx="228504" cy="64341"/>
            </a:xfrm>
            <a:custGeom>
              <a:avLst/>
              <a:gdLst>
                <a:gd name="connsiteX0" fmla="*/ 196025 w 228504"/>
                <a:gd name="connsiteY0" fmla="*/ 64342 h 64341"/>
                <a:gd name="connsiteX1" fmla="*/ 32480 w 228504"/>
                <a:gd name="connsiteY1" fmla="*/ 64342 h 64341"/>
                <a:gd name="connsiteX2" fmla="*/ 0 w 228504"/>
                <a:gd name="connsiteY2" fmla="*/ 32171 h 64341"/>
                <a:gd name="connsiteX3" fmla="*/ 32480 w 228504"/>
                <a:gd name="connsiteY3" fmla="*/ 0 h 64341"/>
                <a:gd name="connsiteX4" fmla="*/ 196025 w 228504"/>
                <a:gd name="connsiteY4" fmla="*/ 0 h 64341"/>
                <a:gd name="connsiteX5" fmla="*/ 228505 w 228504"/>
                <a:gd name="connsiteY5" fmla="*/ 32171 h 64341"/>
                <a:gd name="connsiteX6" fmla="*/ 196025 w 228504"/>
                <a:gd name="connsiteY6" fmla="*/ 64342 h 64341"/>
                <a:gd name="connsiteX7" fmla="*/ 32480 w 228504"/>
                <a:gd name="connsiteY7" fmla="*/ 11415 h 64341"/>
                <a:gd name="connsiteX8" fmla="*/ 11525 w 228504"/>
                <a:gd name="connsiteY8" fmla="*/ 32171 h 64341"/>
                <a:gd name="connsiteX9" fmla="*/ 32480 w 228504"/>
                <a:gd name="connsiteY9" fmla="*/ 52926 h 64341"/>
                <a:gd name="connsiteX10" fmla="*/ 196025 w 228504"/>
                <a:gd name="connsiteY10" fmla="*/ 52926 h 64341"/>
                <a:gd name="connsiteX11" fmla="*/ 216980 w 228504"/>
                <a:gd name="connsiteY11" fmla="*/ 32171 h 64341"/>
                <a:gd name="connsiteX12" fmla="*/ 196025 w 228504"/>
                <a:gd name="connsiteY12" fmla="*/ 11415 h 64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504" h="64341">
                  <a:moveTo>
                    <a:pt x="196025" y="64342"/>
                  </a:moveTo>
                  <a:lnTo>
                    <a:pt x="32480" y="64342"/>
                  </a:lnTo>
                  <a:cubicBezTo>
                    <a:pt x="14542" y="64342"/>
                    <a:pt x="0" y="49938"/>
                    <a:pt x="0" y="32171"/>
                  </a:cubicBezTo>
                  <a:cubicBezTo>
                    <a:pt x="0" y="14403"/>
                    <a:pt x="14542" y="0"/>
                    <a:pt x="32480" y="0"/>
                  </a:cubicBezTo>
                  <a:lnTo>
                    <a:pt x="196025" y="0"/>
                  </a:lnTo>
                  <a:cubicBezTo>
                    <a:pt x="213963" y="0"/>
                    <a:pt x="228505" y="14403"/>
                    <a:pt x="228505" y="32171"/>
                  </a:cubicBezTo>
                  <a:cubicBezTo>
                    <a:pt x="228505" y="49938"/>
                    <a:pt x="213963" y="64342"/>
                    <a:pt x="196025" y="64342"/>
                  </a:cubicBezTo>
                  <a:close/>
                  <a:moveTo>
                    <a:pt x="32480" y="11415"/>
                  </a:moveTo>
                  <a:cubicBezTo>
                    <a:pt x="20907" y="11415"/>
                    <a:pt x="11525" y="20708"/>
                    <a:pt x="11525" y="32171"/>
                  </a:cubicBezTo>
                  <a:cubicBezTo>
                    <a:pt x="11525" y="43634"/>
                    <a:pt x="20907" y="52926"/>
                    <a:pt x="32480" y="52926"/>
                  </a:cubicBezTo>
                  <a:lnTo>
                    <a:pt x="196025" y="52926"/>
                  </a:lnTo>
                  <a:cubicBezTo>
                    <a:pt x="207598" y="52926"/>
                    <a:pt x="216980" y="43634"/>
                    <a:pt x="216980" y="32171"/>
                  </a:cubicBezTo>
                  <a:cubicBezTo>
                    <a:pt x="216980" y="20708"/>
                    <a:pt x="207598" y="11415"/>
                    <a:pt x="196025" y="114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B075B036-AE51-B047-8BD3-E50AAA3B5A86}"/>
                </a:ext>
              </a:extLst>
            </p:cNvPr>
            <p:cNvSpPr/>
            <p:nvPr/>
          </p:nvSpPr>
          <p:spPr>
            <a:xfrm>
              <a:off x="6060908" y="2463689"/>
              <a:ext cx="113653" cy="53964"/>
            </a:xfrm>
            <a:custGeom>
              <a:avLst/>
              <a:gdLst>
                <a:gd name="connsiteX0" fmla="*/ 107926 w 113653"/>
                <a:gd name="connsiteY0" fmla="*/ 53965 h 53964"/>
                <a:gd name="connsiteX1" fmla="*/ 5437 w 113653"/>
                <a:gd name="connsiteY1" fmla="*/ 53965 h 53964"/>
                <a:gd name="connsiteX2" fmla="*/ 8 w 113653"/>
                <a:gd name="connsiteY2" fmla="*/ 47927 h 53964"/>
                <a:gd name="connsiteX3" fmla="*/ 8 w 113653"/>
                <a:gd name="connsiteY3" fmla="*/ 5661 h 53964"/>
                <a:gd name="connsiteX4" fmla="*/ 5722 w 113653"/>
                <a:gd name="connsiteY4" fmla="*/ 0 h 53964"/>
                <a:gd name="connsiteX5" fmla="*/ 5818 w 113653"/>
                <a:gd name="connsiteY5" fmla="*/ 1 h 53964"/>
                <a:gd name="connsiteX6" fmla="*/ 107926 w 113653"/>
                <a:gd name="connsiteY6" fmla="*/ 1 h 53964"/>
                <a:gd name="connsiteX7" fmla="*/ 113641 w 113653"/>
                <a:gd name="connsiteY7" fmla="*/ 5661 h 53964"/>
                <a:gd name="connsiteX8" fmla="*/ 113641 w 113653"/>
                <a:gd name="connsiteY8" fmla="*/ 47927 h 53964"/>
                <a:gd name="connsiteX9" fmla="*/ 108320 w 113653"/>
                <a:gd name="connsiteY9" fmla="*/ 53952 h 53964"/>
                <a:gd name="connsiteX10" fmla="*/ 107926 w 113653"/>
                <a:gd name="connsiteY10" fmla="*/ 53965 h 53964"/>
                <a:gd name="connsiteX11" fmla="*/ 11152 w 113653"/>
                <a:gd name="connsiteY11" fmla="*/ 42549 h 53964"/>
                <a:gd name="connsiteX12" fmla="*/ 102116 w 113653"/>
                <a:gd name="connsiteY12" fmla="*/ 42549 h 53964"/>
                <a:gd name="connsiteX13" fmla="*/ 102116 w 113653"/>
                <a:gd name="connsiteY13" fmla="*/ 11416 h 53964"/>
                <a:gd name="connsiteX14" fmla="*/ 11152 w 113653"/>
                <a:gd name="connsiteY14" fmla="*/ 11416 h 5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653" h="53964">
                  <a:moveTo>
                    <a:pt x="107926" y="53965"/>
                  </a:moveTo>
                  <a:lnTo>
                    <a:pt x="5437" y="53965"/>
                  </a:lnTo>
                  <a:cubicBezTo>
                    <a:pt x="2264" y="53763"/>
                    <a:pt x="-155" y="51072"/>
                    <a:pt x="8" y="47927"/>
                  </a:cubicBezTo>
                  <a:lnTo>
                    <a:pt x="8" y="5661"/>
                  </a:lnTo>
                  <a:cubicBezTo>
                    <a:pt x="7" y="2535"/>
                    <a:pt x="2566" y="0"/>
                    <a:pt x="5722" y="0"/>
                  </a:cubicBezTo>
                  <a:cubicBezTo>
                    <a:pt x="5754" y="0"/>
                    <a:pt x="5786" y="0"/>
                    <a:pt x="5818" y="1"/>
                  </a:cubicBezTo>
                  <a:lnTo>
                    <a:pt x="107926" y="1"/>
                  </a:lnTo>
                  <a:cubicBezTo>
                    <a:pt x="111082" y="1"/>
                    <a:pt x="113641" y="2535"/>
                    <a:pt x="113641" y="5661"/>
                  </a:cubicBezTo>
                  <a:lnTo>
                    <a:pt x="113641" y="47927"/>
                  </a:lnTo>
                  <a:cubicBezTo>
                    <a:pt x="113851" y="51046"/>
                    <a:pt x="111469" y="53744"/>
                    <a:pt x="108320" y="53952"/>
                  </a:cubicBezTo>
                  <a:cubicBezTo>
                    <a:pt x="108189" y="53961"/>
                    <a:pt x="108057" y="53965"/>
                    <a:pt x="107926" y="53965"/>
                  </a:cubicBezTo>
                  <a:close/>
                  <a:moveTo>
                    <a:pt x="11152" y="42549"/>
                  </a:moveTo>
                  <a:lnTo>
                    <a:pt x="102116" y="42549"/>
                  </a:lnTo>
                  <a:lnTo>
                    <a:pt x="102116" y="11416"/>
                  </a:lnTo>
                  <a:lnTo>
                    <a:pt x="11152" y="11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084C0973-CA3F-BD47-9661-499F1F6A3EB3}"/>
                </a:ext>
              </a:extLst>
            </p:cNvPr>
            <p:cNvSpPr/>
            <p:nvPr/>
          </p:nvSpPr>
          <p:spPr>
            <a:xfrm>
              <a:off x="5946615" y="2238021"/>
              <a:ext cx="341947" cy="237083"/>
            </a:xfrm>
            <a:custGeom>
              <a:avLst/>
              <a:gdLst>
                <a:gd name="connsiteX0" fmla="*/ 325184 w 341947"/>
                <a:gd name="connsiteY0" fmla="*/ 237084 h 237083"/>
                <a:gd name="connsiteX1" fmla="*/ 16764 w 341947"/>
                <a:gd name="connsiteY1" fmla="*/ 237084 h 237083"/>
                <a:gd name="connsiteX2" fmla="*/ 0 w 341947"/>
                <a:gd name="connsiteY2" fmla="*/ 220479 h 237083"/>
                <a:gd name="connsiteX3" fmla="*/ 0 w 341947"/>
                <a:gd name="connsiteY3" fmla="*/ 16604 h 237083"/>
                <a:gd name="connsiteX4" fmla="*/ 16764 w 341947"/>
                <a:gd name="connsiteY4" fmla="*/ 0 h 237083"/>
                <a:gd name="connsiteX5" fmla="*/ 325184 w 341947"/>
                <a:gd name="connsiteY5" fmla="*/ 0 h 237083"/>
                <a:gd name="connsiteX6" fmla="*/ 341947 w 341947"/>
                <a:gd name="connsiteY6" fmla="*/ 16604 h 237083"/>
                <a:gd name="connsiteX7" fmla="*/ 341948 w 341947"/>
                <a:gd name="connsiteY7" fmla="*/ 220479 h 237083"/>
                <a:gd name="connsiteX8" fmla="*/ 325184 w 341947"/>
                <a:gd name="connsiteY8" fmla="*/ 237084 h 237083"/>
                <a:gd name="connsiteX9" fmla="*/ 16764 w 341947"/>
                <a:gd name="connsiteY9" fmla="*/ 11415 h 237083"/>
                <a:gd name="connsiteX10" fmla="*/ 11525 w 341947"/>
                <a:gd name="connsiteY10" fmla="*/ 16604 h 237083"/>
                <a:gd name="connsiteX11" fmla="*/ 11525 w 341947"/>
                <a:gd name="connsiteY11" fmla="*/ 220479 h 237083"/>
                <a:gd name="connsiteX12" fmla="*/ 16764 w 341947"/>
                <a:gd name="connsiteY12" fmla="*/ 225668 h 237083"/>
                <a:gd name="connsiteX13" fmla="*/ 325184 w 341947"/>
                <a:gd name="connsiteY13" fmla="*/ 225668 h 237083"/>
                <a:gd name="connsiteX14" fmla="*/ 330327 w 341947"/>
                <a:gd name="connsiteY14" fmla="*/ 220479 h 237083"/>
                <a:gd name="connsiteX15" fmla="*/ 330327 w 341947"/>
                <a:gd name="connsiteY15" fmla="*/ 16604 h 237083"/>
                <a:gd name="connsiteX16" fmla="*/ 325184 w 341947"/>
                <a:gd name="connsiteY16" fmla="*/ 11415 h 23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1947" h="237083">
                  <a:moveTo>
                    <a:pt x="325184" y="237084"/>
                  </a:moveTo>
                  <a:lnTo>
                    <a:pt x="16764" y="237084"/>
                  </a:lnTo>
                  <a:cubicBezTo>
                    <a:pt x="7505" y="237084"/>
                    <a:pt x="0" y="229650"/>
                    <a:pt x="0" y="220479"/>
                  </a:cubicBezTo>
                  <a:lnTo>
                    <a:pt x="0" y="16604"/>
                  </a:lnTo>
                  <a:cubicBezTo>
                    <a:pt x="0" y="7434"/>
                    <a:pt x="7505" y="0"/>
                    <a:pt x="16764" y="0"/>
                  </a:cubicBezTo>
                  <a:lnTo>
                    <a:pt x="325184" y="0"/>
                  </a:lnTo>
                  <a:cubicBezTo>
                    <a:pt x="334442" y="0"/>
                    <a:pt x="341947" y="7434"/>
                    <a:pt x="341947" y="16604"/>
                  </a:cubicBezTo>
                  <a:lnTo>
                    <a:pt x="341948" y="220479"/>
                  </a:lnTo>
                  <a:cubicBezTo>
                    <a:pt x="341948" y="229650"/>
                    <a:pt x="334442" y="237084"/>
                    <a:pt x="325184" y="237084"/>
                  </a:cubicBezTo>
                  <a:close/>
                  <a:moveTo>
                    <a:pt x="16764" y="11415"/>
                  </a:moveTo>
                  <a:cubicBezTo>
                    <a:pt x="13871" y="11415"/>
                    <a:pt x="11525" y="13739"/>
                    <a:pt x="11525" y="16604"/>
                  </a:cubicBezTo>
                  <a:lnTo>
                    <a:pt x="11525" y="220479"/>
                  </a:lnTo>
                  <a:cubicBezTo>
                    <a:pt x="11525" y="223345"/>
                    <a:pt x="13871" y="225668"/>
                    <a:pt x="16764" y="225668"/>
                  </a:cubicBezTo>
                  <a:lnTo>
                    <a:pt x="325184" y="225668"/>
                  </a:lnTo>
                  <a:cubicBezTo>
                    <a:pt x="328040" y="225617"/>
                    <a:pt x="330327" y="223309"/>
                    <a:pt x="330327" y="220479"/>
                  </a:cubicBezTo>
                  <a:lnTo>
                    <a:pt x="330327" y="16604"/>
                  </a:lnTo>
                  <a:cubicBezTo>
                    <a:pt x="330327" y="13775"/>
                    <a:pt x="328040" y="11467"/>
                    <a:pt x="325184" y="114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BDD95C15-30A5-0247-A92F-45A9ED4790D3}"/>
                </a:ext>
              </a:extLst>
            </p:cNvPr>
            <p:cNvSpPr/>
            <p:nvPr/>
          </p:nvSpPr>
          <p:spPr>
            <a:xfrm>
              <a:off x="5976715" y="2266324"/>
              <a:ext cx="281654" cy="180383"/>
            </a:xfrm>
            <a:custGeom>
              <a:avLst/>
              <a:gdLst>
                <a:gd name="connsiteX0" fmla="*/ 275939 w 281654"/>
                <a:gd name="connsiteY0" fmla="*/ 180384 h 180383"/>
                <a:gd name="connsiteX1" fmla="*/ 5810 w 281654"/>
                <a:gd name="connsiteY1" fmla="*/ 180384 h 180383"/>
                <a:gd name="connsiteX2" fmla="*/ 0 w 281654"/>
                <a:gd name="connsiteY2" fmla="*/ 174723 h 180383"/>
                <a:gd name="connsiteX3" fmla="*/ 0 w 281654"/>
                <a:gd name="connsiteY3" fmla="*/ 5755 h 180383"/>
                <a:gd name="connsiteX4" fmla="*/ 5810 w 281654"/>
                <a:gd name="connsiteY4" fmla="*/ 0 h 180383"/>
                <a:gd name="connsiteX5" fmla="*/ 275939 w 281654"/>
                <a:gd name="connsiteY5" fmla="*/ 0 h 180383"/>
                <a:gd name="connsiteX6" fmla="*/ 281654 w 281654"/>
                <a:gd name="connsiteY6" fmla="*/ 5661 h 180383"/>
                <a:gd name="connsiteX7" fmla="*/ 281654 w 281654"/>
                <a:gd name="connsiteY7" fmla="*/ 174723 h 180383"/>
                <a:gd name="connsiteX8" fmla="*/ 275939 w 281654"/>
                <a:gd name="connsiteY8" fmla="*/ 180384 h 180383"/>
                <a:gd name="connsiteX9" fmla="*/ 11621 w 281654"/>
                <a:gd name="connsiteY9" fmla="*/ 168968 h 180383"/>
                <a:gd name="connsiteX10" fmla="*/ 270129 w 281654"/>
                <a:gd name="connsiteY10" fmla="*/ 168968 h 180383"/>
                <a:gd name="connsiteX11" fmla="*/ 270129 w 281654"/>
                <a:gd name="connsiteY11" fmla="*/ 11510 h 180383"/>
                <a:gd name="connsiteX12" fmla="*/ 11621 w 281654"/>
                <a:gd name="connsiteY12" fmla="*/ 11510 h 18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1654" h="180383">
                  <a:moveTo>
                    <a:pt x="275939" y="180384"/>
                  </a:moveTo>
                  <a:lnTo>
                    <a:pt x="5810" y="180384"/>
                  </a:lnTo>
                  <a:cubicBezTo>
                    <a:pt x="2638" y="180384"/>
                    <a:pt x="52" y="177864"/>
                    <a:pt x="0" y="174723"/>
                  </a:cubicBezTo>
                  <a:lnTo>
                    <a:pt x="0" y="5755"/>
                  </a:lnTo>
                  <a:cubicBezTo>
                    <a:pt x="0" y="2577"/>
                    <a:pt x="2601" y="0"/>
                    <a:pt x="5810" y="0"/>
                  </a:cubicBezTo>
                  <a:lnTo>
                    <a:pt x="275939" y="0"/>
                  </a:lnTo>
                  <a:cubicBezTo>
                    <a:pt x="279096" y="0"/>
                    <a:pt x="281654" y="2534"/>
                    <a:pt x="281654" y="5661"/>
                  </a:cubicBezTo>
                  <a:lnTo>
                    <a:pt x="281654" y="174723"/>
                  </a:lnTo>
                  <a:cubicBezTo>
                    <a:pt x="281654" y="177849"/>
                    <a:pt x="279096" y="180384"/>
                    <a:pt x="275939" y="180384"/>
                  </a:cubicBezTo>
                  <a:close/>
                  <a:moveTo>
                    <a:pt x="11621" y="168968"/>
                  </a:moveTo>
                  <a:lnTo>
                    <a:pt x="270129" y="168968"/>
                  </a:lnTo>
                  <a:lnTo>
                    <a:pt x="270129" y="11510"/>
                  </a:lnTo>
                  <a:lnTo>
                    <a:pt x="11621" y="115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4E748BDB-8344-D44B-A80C-13BBDEF7D1C1}"/>
                </a:ext>
              </a:extLst>
            </p:cNvPr>
            <p:cNvSpPr/>
            <p:nvPr/>
          </p:nvSpPr>
          <p:spPr>
            <a:xfrm>
              <a:off x="6126924" y="2288212"/>
              <a:ext cx="61150" cy="60568"/>
            </a:xfrm>
            <a:custGeom>
              <a:avLst/>
              <a:gdLst>
                <a:gd name="connsiteX0" fmla="*/ 55340 w 61150"/>
                <a:gd name="connsiteY0" fmla="*/ 60568 h 60568"/>
                <a:gd name="connsiteX1" fmla="*/ 37147 w 61150"/>
                <a:gd name="connsiteY1" fmla="*/ 60568 h 60568"/>
                <a:gd name="connsiteX2" fmla="*/ 31432 w 61150"/>
                <a:gd name="connsiteY2" fmla="*/ 54908 h 60568"/>
                <a:gd name="connsiteX3" fmla="*/ 31433 w 61150"/>
                <a:gd name="connsiteY3" fmla="*/ 54813 h 60568"/>
                <a:gd name="connsiteX4" fmla="*/ 5810 w 61150"/>
                <a:gd name="connsiteY4" fmla="*/ 29435 h 60568"/>
                <a:gd name="connsiteX5" fmla="*/ 1 w 61150"/>
                <a:gd name="connsiteY5" fmla="*/ 23870 h 60568"/>
                <a:gd name="connsiteX6" fmla="*/ 0 w 61150"/>
                <a:gd name="connsiteY6" fmla="*/ 23774 h 60568"/>
                <a:gd name="connsiteX7" fmla="*/ 0 w 61150"/>
                <a:gd name="connsiteY7" fmla="*/ 5755 h 60568"/>
                <a:gd name="connsiteX8" fmla="*/ 5810 w 61150"/>
                <a:gd name="connsiteY8" fmla="*/ 0 h 60568"/>
                <a:gd name="connsiteX9" fmla="*/ 61151 w 61150"/>
                <a:gd name="connsiteY9" fmla="*/ 54813 h 60568"/>
                <a:gd name="connsiteX10" fmla="*/ 55340 w 61150"/>
                <a:gd name="connsiteY10" fmla="*/ 60568 h 60568"/>
                <a:gd name="connsiteX11" fmla="*/ 42481 w 61150"/>
                <a:gd name="connsiteY11" fmla="*/ 49153 h 60568"/>
                <a:gd name="connsiteX12" fmla="*/ 49244 w 61150"/>
                <a:gd name="connsiteY12" fmla="*/ 49153 h 60568"/>
                <a:gd name="connsiteX13" fmla="*/ 11144 w 61150"/>
                <a:gd name="connsiteY13" fmla="*/ 11415 h 60568"/>
                <a:gd name="connsiteX14" fmla="*/ 11144 w 61150"/>
                <a:gd name="connsiteY14" fmla="*/ 18114 h 60568"/>
                <a:gd name="connsiteX15" fmla="*/ 42482 w 61150"/>
                <a:gd name="connsiteY15" fmla="*/ 49153 h 60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150" h="60568">
                  <a:moveTo>
                    <a:pt x="55340" y="60568"/>
                  </a:moveTo>
                  <a:lnTo>
                    <a:pt x="37147" y="60568"/>
                  </a:lnTo>
                  <a:cubicBezTo>
                    <a:pt x="33991" y="60569"/>
                    <a:pt x="31432" y="58035"/>
                    <a:pt x="31432" y="54908"/>
                  </a:cubicBezTo>
                  <a:cubicBezTo>
                    <a:pt x="31432" y="54877"/>
                    <a:pt x="31432" y="54845"/>
                    <a:pt x="31433" y="54813"/>
                  </a:cubicBezTo>
                  <a:cubicBezTo>
                    <a:pt x="31380" y="40819"/>
                    <a:pt x="19939" y="29487"/>
                    <a:pt x="5810" y="29435"/>
                  </a:cubicBezTo>
                  <a:cubicBezTo>
                    <a:pt x="2654" y="29487"/>
                    <a:pt x="53" y="26995"/>
                    <a:pt x="1" y="23870"/>
                  </a:cubicBezTo>
                  <a:cubicBezTo>
                    <a:pt x="0" y="23838"/>
                    <a:pt x="0" y="23806"/>
                    <a:pt x="0" y="23774"/>
                  </a:cubicBezTo>
                  <a:lnTo>
                    <a:pt x="0" y="5755"/>
                  </a:lnTo>
                  <a:cubicBezTo>
                    <a:pt x="0" y="2577"/>
                    <a:pt x="2601" y="0"/>
                    <a:pt x="5810" y="0"/>
                  </a:cubicBezTo>
                  <a:cubicBezTo>
                    <a:pt x="36352" y="52"/>
                    <a:pt x="61098" y="24562"/>
                    <a:pt x="61151" y="54813"/>
                  </a:cubicBezTo>
                  <a:cubicBezTo>
                    <a:pt x="61151" y="57992"/>
                    <a:pt x="58549" y="60568"/>
                    <a:pt x="55340" y="60568"/>
                  </a:cubicBezTo>
                  <a:close/>
                  <a:moveTo>
                    <a:pt x="42481" y="49153"/>
                  </a:moveTo>
                  <a:lnTo>
                    <a:pt x="49244" y="49153"/>
                  </a:lnTo>
                  <a:cubicBezTo>
                    <a:pt x="46681" y="29458"/>
                    <a:pt x="31028" y="13954"/>
                    <a:pt x="11144" y="11415"/>
                  </a:cubicBezTo>
                  <a:lnTo>
                    <a:pt x="11144" y="18114"/>
                  </a:lnTo>
                  <a:cubicBezTo>
                    <a:pt x="27345" y="20509"/>
                    <a:pt x="40064" y="33106"/>
                    <a:pt x="42482" y="491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8" name="Graphic 63">
            <a:extLst>
              <a:ext uri="{FF2B5EF4-FFF2-40B4-BE49-F238E27FC236}">
                <a16:creationId xmlns:a16="http://schemas.microsoft.com/office/drawing/2014/main" id="{5C92A787-4A64-4D46-894E-2045F0CE69DB}"/>
              </a:ext>
            </a:extLst>
          </p:cNvPr>
          <p:cNvGrpSpPr>
            <a:grpSpLocks noChangeAspect="1"/>
          </p:cNvGrpSpPr>
          <p:nvPr/>
        </p:nvGrpSpPr>
        <p:grpSpPr>
          <a:xfrm>
            <a:off x="5049192" y="5106527"/>
            <a:ext cx="379035" cy="379321"/>
            <a:chOff x="5946539" y="2231640"/>
            <a:chExt cx="344577" cy="344837"/>
          </a:xfrm>
          <a:solidFill>
            <a:srgbClr val="3B4550"/>
          </a:solidFill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A52DEB7-CCEA-694E-ACE1-BCFCF6484318}"/>
                </a:ext>
              </a:extLst>
            </p:cNvPr>
            <p:cNvSpPr/>
            <p:nvPr/>
          </p:nvSpPr>
          <p:spPr>
            <a:xfrm>
              <a:off x="5946539" y="2231966"/>
              <a:ext cx="344577" cy="344037"/>
            </a:xfrm>
            <a:custGeom>
              <a:avLst/>
              <a:gdLst>
                <a:gd name="connsiteX0" fmla="*/ 69704 w 344577"/>
                <a:gd name="connsiteY0" fmla="*/ 344035 h 344037"/>
                <a:gd name="connsiteX1" fmla="*/ 52274 w 344577"/>
                <a:gd name="connsiteY1" fmla="*/ 341844 h 344037"/>
                <a:gd name="connsiteX2" fmla="*/ 48259 w 344577"/>
                <a:gd name="connsiteY2" fmla="*/ 334829 h 344037"/>
                <a:gd name="connsiteX3" fmla="*/ 49702 w 344577"/>
                <a:gd name="connsiteY3" fmla="*/ 332319 h 344037"/>
                <a:gd name="connsiteX4" fmla="*/ 69990 w 344577"/>
                <a:gd name="connsiteY4" fmla="*/ 311935 h 344037"/>
                <a:gd name="connsiteX5" fmla="*/ 70375 w 344577"/>
                <a:gd name="connsiteY5" fmla="*/ 274220 h 344037"/>
                <a:gd name="connsiteX6" fmla="*/ 69990 w 344577"/>
                <a:gd name="connsiteY6" fmla="*/ 273835 h 344037"/>
                <a:gd name="connsiteX7" fmla="*/ 32139 w 344577"/>
                <a:gd name="connsiteY7" fmla="*/ 273586 h 344037"/>
                <a:gd name="connsiteX8" fmla="*/ 31890 w 344577"/>
                <a:gd name="connsiteY8" fmla="*/ 273835 h 344037"/>
                <a:gd name="connsiteX9" fmla="*/ 11983 w 344577"/>
                <a:gd name="connsiteY9" fmla="*/ 294981 h 344037"/>
                <a:gd name="connsiteX10" fmla="*/ 6363 w 344577"/>
                <a:gd name="connsiteY10" fmla="*/ 296410 h 344037"/>
                <a:gd name="connsiteX11" fmla="*/ 2267 w 344577"/>
                <a:gd name="connsiteY11" fmla="*/ 292314 h 344037"/>
                <a:gd name="connsiteX12" fmla="*/ 52086 w 344577"/>
                <a:gd name="connsiteY12" fmla="*/ 207378 h 344037"/>
                <a:gd name="connsiteX13" fmla="*/ 91326 w 344577"/>
                <a:gd name="connsiteY13" fmla="*/ 208589 h 344037"/>
                <a:gd name="connsiteX14" fmla="*/ 208103 w 344577"/>
                <a:gd name="connsiteY14" fmla="*/ 91336 h 344037"/>
                <a:gd name="connsiteX15" fmla="*/ 252551 w 344577"/>
                <a:gd name="connsiteY15" fmla="*/ 3471 h 344037"/>
                <a:gd name="connsiteX16" fmla="*/ 291923 w 344577"/>
                <a:gd name="connsiteY16" fmla="*/ 2278 h 344037"/>
                <a:gd name="connsiteX17" fmla="*/ 296018 w 344577"/>
                <a:gd name="connsiteY17" fmla="*/ 6278 h 344037"/>
                <a:gd name="connsiteX18" fmla="*/ 294494 w 344577"/>
                <a:gd name="connsiteY18" fmla="*/ 11898 h 344037"/>
                <a:gd name="connsiteX19" fmla="*/ 274206 w 344577"/>
                <a:gd name="connsiteY19" fmla="*/ 32281 h 344037"/>
                <a:gd name="connsiteX20" fmla="*/ 273821 w 344577"/>
                <a:gd name="connsiteY20" fmla="*/ 69996 h 344037"/>
                <a:gd name="connsiteX21" fmla="*/ 274206 w 344577"/>
                <a:gd name="connsiteY21" fmla="*/ 70381 h 344037"/>
                <a:gd name="connsiteX22" fmla="*/ 312057 w 344577"/>
                <a:gd name="connsiteY22" fmla="*/ 70630 h 344037"/>
                <a:gd name="connsiteX23" fmla="*/ 312306 w 344577"/>
                <a:gd name="connsiteY23" fmla="*/ 70381 h 344037"/>
                <a:gd name="connsiteX24" fmla="*/ 332594 w 344577"/>
                <a:gd name="connsiteY24" fmla="*/ 49998 h 344037"/>
                <a:gd name="connsiteX25" fmla="*/ 338214 w 344577"/>
                <a:gd name="connsiteY25" fmla="*/ 48474 h 344037"/>
                <a:gd name="connsiteX26" fmla="*/ 342310 w 344577"/>
                <a:gd name="connsiteY26" fmla="*/ 52665 h 344037"/>
                <a:gd name="connsiteX27" fmla="*/ 292491 w 344577"/>
                <a:gd name="connsiteY27" fmla="*/ 137601 h 344037"/>
                <a:gd name="connsiteX28" fmla="*/ 253251 w 344577"/>
                <a:gd name="connsiteY28" fmla="*/ 136390 h 344037"/>
                <a:gd name="connsiteX29" fmla="*/ 136094 w 344577"/>
                <a:gd name="connsiteY29" fmla="*/ 252785 h 344037"/>
                <a:gd name="connsiteX30" fmla="*/ 91760 w 344577"/>
                <a:gd name="connsiteY30" fmla="*/ 340558 h 344037"/>
                <a:gd name="connsiteX31" fmla="*/ 69419 w 344577"/>
                <a:gd name="connsiteY31" fmla="*/ 344035 h 344037"/>
                <a:gd name="connsiteX32" fmla="*/ 65799 w 344577"/>
                <a:gd name="connsiteY32" fmla="*/ 332414 h 344037"/>
                <a:gd name="connsiteX33" fmla="*/ 127729 w 344577"/>
                <a:gd name="connsiteY33" fmla="*/ 278410 h 344037"/>
                <a:gd name="connsiteX34" fmla="*/ 123902 w 344577"/>
                <a:gd name="connsiteY34" fmla="*/ 253357 h 344037"/>
                <a:gd name="connsiteX35" fmla="*/ 125235 w 344577"/>
                <a:gd name="connsiteY35" fmla="*/ 247261 h 344037"/>
                <a:gd name="connsiteX36" fmla="*/ 247727 w 344577"/>
                <a:gd name="connsiteY36" fmla="*/ 125341 h 344037"/>
                <a:gd name="connsiteX37" fmla="*/ 253918 w 344577"/>
                <a:gd name="connsiteY37" fmla="*/ 124007 h 344037"/>
                <a:gd name="connsiteX38" fmla="*/ 329096 w 344577"/>
                <a:gd name="connsiteY38" fmla="*/ 90841 h 344037"/>
                <a:gd name="connsiteX39" fmla="*/ 332880 w 344577"/>
                <a:gd name="connsiteY39" fmla="*/ 65714 h 344037"/>
                <a:gd name="connsiteX40" fmla="*/ 320498 w 344577"/>
                <a:gd name="connsiteY40" fmla="*/ 78097 h 344037"/>
                <a:gd name="connsiteX41" fmla="*/ 266616 w 344577"/>
                <a:gd name="connsiteY41" fmla="*/ 78222 h 344037"/>
                <a:gd name="connsiteX42" fmla="*/ 266491 w 344577"/>
                <a:gd name="connsiteY42" fmla="*/ 78097 h 344037"/>
                <a:gd name="connsiteX43" fmla="*/ 254775 w 344577"/>
                <a:gd name="connsiteY43" fmla="*/ 51141 h 344037"/>
                <a:gd name="connsiteX44" fmla="*/ 266015 w 344577"/>
                <a:gd name="connsiteY44" fmla="*/ 24090 h 344037"/>
                <a:gd name="connsiteX45" fmla="*/ 278397 w 344577"/>
                <a:gd name="connsiteY45" fmla="*/ 11707 h 344037"/>
                <a:gd name="connsiteX46" fmla="*/ 216322 w 344577"/>
                <a:gd name="connsiteY46" fmla="*/ 65751 h 344037"/>
                <a:gd name="connsiteX47" fmla="*/ 220104 w 344577"/>
                <a:gd name="connsiteY47" fmla="*/ 90765 h 344037"/>
                <a:gd name="connsiteX48" fmla="*/ 218866 w 344577"/>
                <a:gd name="connsiteY48" fmla="*/ 96861 h 344037"/>
                <a:gd name="connsiteX49" fmla="*/ 96946 w 344577"/>
                <a:gd name="connsiteY49" fmla="*/ 218781 h 344037"/>
                <a:gd name="connsiteX50" fmla="*/ 90755 w 344577"/>
                <a:gd name="connsiteY50" fmla="*/ 220114 h 344037"/>
                <a:gd name="connsiteX51" fmla="*/ 15614 w 344577"/>
                <a:gd name="connsiteY51" fmla="*/ 253031 h 344037"/>
                <a:gd name="connsiteX52" fmla="*/ 11792 w 344577"/>
                <a:gd name="connsiteY52" fmla="*/ 278407 h 344037"/>
                <a:gd name="connsiteX53" fmla="*/ 24175 w 344577"/>
                <a:gd name="connsiteY53" fmla="*/ 266406 h 344037"/>
                <a:gd name="connsiteX54" fmla="*/ 77982 w 344577"/>
                <a:gd name="connsiteY54" fmla="*/ 263571 h 344037"/>
                <a:gd name="connsiteX55" fmla="*/ 80817 w 344577"/>
                <a:gd name="connsiteY55" fmla="*/ 317377 h 344037"/>
                <a:gd name="connsiteX56" fmla="*/ 78182 w 344577"/>
                <a:gd name="connsiteY56" fmla="*/ 320032 h 34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4577" h="344037">
                  <a:moveTo>
                    <a:pt x="69704" y="344035"/>
                  </a:moveTo>
                  <a:cubicBezTo>
                    <a:pt x="63824" y="344058"/>
                    <a:pt x="57965" y="343322"/>
                    <a:pt x="52274" y="341844"/>
                  </a:cubicBezTo>
                  <a:cubicBezTo>
                    <a:pt x="49228" y="341016"/>
                    <a:pt x="47430" y="337875"/>
                    <a:pt x="48259" y="334829"/>
                  </a:cubicBezTo>
                  <a:cubicBezTo>
                    <a:pt x="48516" y="333882"/>
                    <a:pt x="49013" y="333018"/>
                    <a:pt x="49702" y="332319"/>
                  </a:cubicBezTo>
                  <a:lnTo>
                    <a:pt x="69990" y="311935"/>
                  </a:lnTo>
                  <a:cubicBezTo>
                    <a:pt x="80511" y="301627"/>
                    <a:pt x="80683" y="284741"/>
                    <a:pt x="70375" y="274220"/>
                  </a:cubicBezTo>
                  <a:cubicBezTo>
                    <a:pt x="70248" y="274091"/>
                    <a:pt x="70120" y="273962"/>
                    <a:pt x="69990" y="273835"/>
                  </a:cubicBezTo>
                  <a:cubicBezTo>
                    <a:pt x="59607" y="263314"/>
                    <a:pt x="42660" y="263203"/>
                    <a:pt x="32139" y="273586"/>
                  </a:cubicBezTo>
                  <a:cubicBezTo>
                    <a:pt x="32056" y="273669"/>
                    <a:pt x="31973" y="273752"/>
                    <a:pt x="31890" y="273835"/>
                  </a:cubicBezTo>
                  <a:lnTo>
                    <a:pt x="11983" y="294981"/>
                  </a:lnTo>
                  <a:cubicBezTo>
                    <a:pt x="10498" y="296425"/>
                    <a:pt x="8357" y="296969"/>
                    <a:pt x="6363" y="296410"/>
                  </a:cubicBezTo>
                  <a:cubicBezTo>
                    <a:pt x="4356" y="295889"/>
                    <a:pt x="2788" y="294321"/>
                    <a:pt x="2267" y="292314"/>
                  </a:cubicBezTo>
                  <a:cubicBezTo>
                    <a:pt x="-7430" y="255102"/>
                    <a:pt x="14874" y="217075"/>
                    <a:pt x="52086" y="207378"/>
                  </a:cubicBezTo>
                  <a:cubicBezTo>
                    <a:pt x="65011" y="204009"/>
                    <a:pt x="78633" y="204430"/>
                    <a:pt x="91326" y="208589"/>
                  </a:cubicBezTo>
                  <a:lnTo>
                    <a:pt x="208103" y="91336"/>
                  </a:lnTo>
                  <a:cubicBezTo>
                    <a:pt x="196113" y="54799"/>
                    <a:pt x="216014" y="15460"/>
                    <a:pt x="252551" y="3471"/>
                  </a:cubicBezTo>
                  <a:cubicBezTo>
                    <a:pt x="265287" y="-708"/>
                    <a:pt x="278957" y="-1123"/>
                    <a:pt x="291923" y="2278"/>
                  </a:cubicBezTo>
                  <a:cubicBezTo>
                    <a:pt x="293916" y="2764"/>
                    <a:pt x="295486" y="4297"/>
                    <a:pt x="296018" y="6278"/>
                  </a:cubicBezTo>
                  <a:cubicBezTo>
                    <a:pt x="296596" y="8289"/>
                    <a:pt x="296009" y="10454"/>
                    <a:pt x="294494" y="11898"/>
                  </a:cubicBezTo>
                  <a:lnTo>
                    <a:pt x="274206" y="32281"/>
                  </a:lnTo>
                  <a:cubicBezTo>
                    <a:pt x="263685" y="42590"/>
                    <a:pt x="263513" y="59475"/>
                    <a:pt x="273821" y="69996"/>
                  </a:cubicBezTo>
                  <a:cubicBezTo>
                    <a:pt x="273948" y="70126"/>
                    <a:pt x="274076" y="70254"/>
                    <a:pt x="274206" y="70381"/>
                  </a:cubicBezTo>
                  <a:cubicBezTo>
                    <a:pt x="284590" y="80902"/>
                    <a:pt x="301536" y="81014"/>
                    <a:pt x="312057" y="70630"/>
                  </a:cubicBezTo>
                  <a:cubicBezTo>
                    <a:pt x="312141" y="70548"/>
                    <a:pt x="312224" y="70465"/>
                    <a:pt x="312306" y="70381"/>
                  </a:cubicBezTo>
                  <a:lnTo>
                    <a:pt x="332594" y="49998"/>
                  </a:lnTo>
                  <a:cubicBezTo>
                    <a:pt x="334088" y="48570"/>
                    <a:pt x="336204" y="47997"/>
                    <a:pt x="338214" y="48474"/>
                  </a:cubicBezTo>
                  <a:cubicBezTo>
                    <a:pt x="340215" y="49064"/>
                    <a:pt x="341766" y="50651"/>
                    <a:pt x="342310" y="52665"/>
                  </a:cubicBezTo>
                  <a:cubicBezTo>
                    <a:pt x="352007" y="89876"/>
                    <a:pt x="329703" y="127904"/>
                    <a:pt x="292491" y="137601"/>
                  </a:cubicBezTo>
                  <a:cubicBezTo>
                    <a:pt x="279566" y="140969"/>
                    <a:pt x="265944" y="140549"/>
                    <a:pt x="253251" y="136390"/>
                  </a:cubicBezTo>
                  <a:lnTo>
                    <a:pt x="136094" y="252785"/>
                  </a:lnTo>
                  <a:cubicBezTo>
                    <a:pt x="148089" y="289265"/>
                    <a:pt x="128240" y="328563"/>
                    <a:pt x="91760" y="340558"/>
                  </a:cubicBezTo>
                  <a:cubicBezTo>
                    <a:pt x="84553" y="342928"/>
                    <a:pt x="77006" y="344102"/>
                    <a:pt x="69419" y="344035"/>
                  </a:cubicBezTo>
                  <a:close/>
                  <a:moveTo>
                    <a:pt x="65799" y="332414"/>
                  </a:moveTo>
                  <a:cubicBezTo>
                    <a:pt x="97813" y="334603"/>
                    <a:pt x="125541" y="310424"/>
                    <a:pt x="127729" y="278410"/>
                  </a:cubicBezTo>
                  <a:cubicBezTo>
                    <a:pt x="128312" y="269879"/>
                    <a:pt x="127005" y="261324"/>
                    <a:pt x="123902" y="253357"/>
                  </a:cubicBezTo>
                  <a:cubicBezTo>
                    <a:pt x="123100" y="251240"/>
                    <a:pt x="123623" y="248849"/>
                    <a:pt x="125235" y="247261"/>
                  </a:cubicBezTo>
                  <a:lnTo>
                    <a:pt x="247727" y="125341"/>
                  </a:lnTo>
                  <a:cubicBezTo>
                    <a:pt x="249333" y="123689"/>
                    <a:pt x="251774" y="123163"/>
                    <a:pt x="253918" y="124007"/>
                  </a:cubicBezTo>
                  <a:cubicBezTo>
                    <a:pt x="283836" y="135608"/>
                    <a:pt x="317495" y="120759"/>
                    <a:pt x="329096" y="90841"/>
                  </a:cubicBezTo>
                  <a:cubicBezTo>
                    <a:pt x="332196" y="82847"/>
                    <a:pt x="333488" y="74266"/>
                    <a:pt x="332880" y="65714"/>
                  </a:cubicBezTo>
                  <a:lnTo>
                    <a:pt x="320498" y="78097"/>
                  </a:lnTo>
                  <a:cubicBezTo>
                    <a:pt x="305653" y="93010"/>
                    <a:pt x="281530" y="93066"/>
                    <a:pt x="266616" y="78222"/>
                  </a:cubicBezTo>
                  <a:cubicBezTo>
                    <a:pt x="266574" y="78180"/>
                    <a:pt x="266533" y="78138"/>
                    <a:pt x="266491" y="78097"/>
                  </a:cubicBezTo>
                  <a:cubicBezTo>
                    <a:pt x="259137" y="71040"/>
                    <a:pt x="254918" y="61331"/>
                    <a:pt x="254775" y="51141"/>
                  </a:cubicBezTo>
                  <a:cubicBezTo>
                    <a:pt x="254767" y="40986"/>
                    <a:pt x="258813" y="31249"/>
                    <a:pt x="266015" y="24090"/>
                  </a:cubicBezTo>
                  <a:lnTo>
                    <a:pt x="278397" y="11707"/>
                  </a:lnTo>
                  <a:cubicBezTo>
                    <a:pt x="246332" y="9490"/>
                    <a:pt x="218540" y="33686"/>
                    <a:pt x="216322" y="65751"/>
                  </a:cubicBezTo>
                  <a:cubicBezTo>
                    <a:pt x="215734" y="74265"/>
                    <a:pt x="217025" y="82805"/>
                    <a:pt x="220104" y="90765"/>
                  </a:cubicBezTo>
                  <a:cubicBezTo>
                    <a:pt x="220956" y="92861"/>
                    <a:pt x="220468" y="95263"/>
                    <a:pt x="218866" y="96861"/>
                  </a:cubicBezTo>
                  <a:lnTo>
                    <a:pt x="96946" y="218781"/>
                  </a:lnTo>
                  <a:cubicBezTo>
                    <a:pt x="95340" y="220433"/>
                    <a:pt x="92898" y="220959"/>
                    <a:pt x="90755" y="220114"/>
                  </a:cubicBezTo>
                  <a:cubicBezTo>
                    <a:pt x="60915" y="208455"/>
                    <a:pt x="27273" y="223192"/>
                    <a:pt x="15614" y="253031"/>
                  </a:cubicBezTo>
                  <a:cubicBezTo>
                    <a:pt x="12461" y="261099"/>
                    <a:pt x="11156" y="269769"/>
                    <a:pt x="11792" y="278407"/>
                  </a:cubicBezTo>
                  <a:lnTo>
                    <a:pt x="24175" y="266406"/>
                  </a:lnTo>
                  <a:cubicBezTo>
                    <a:pt x="38250" y="250765"/>
                    <a:pt x="62340" y="249495"/>
                    <a:pt x="77982" y="263571"/>
                  </a:cubicBezTo>
                  <a:cubicBezTo>
                    <a:pt x="93623" y="277646"/>
                    <a:pt x="94892" y="301736"/>
                    <a:pt x="80817" y="317377"/>
                  </a:cubicBezTo>
                  <a:cubicBezTo>
                    <a:pt x="79982" y="318305"/>
                    <a:pt x="79103" y="319191"/>
                    <a:pt x="78182" y="3200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5417451-BF08-BB47-85A1-30E57E1DED61}"/>
                </a:ext>
              </a:extLst>
            </p:cNvPr>
            <p:cNvSpPr/>
            <p:nvPr/>
          </p:nvSpPr>
          <p:spPr>
            <a:xfrm>
              <a:off x="6038993" y="2231640"/>
              <a:ext cx="63356" cy="63468"/>
            </a:xfrm>
            <a:custGeom>
              <a:avLst/>
              <a:gdLst>
                <a:gd name="connsiteX0" fmla="*/ 37353 w 63356"/>
                <a:gd name="connsiteY0" fmla="*/ 63468 h 63468"/>
                <a:gd name="connsiteX1" fmla="*/ 33257 w 63356"/>
                <a:gd name="connsiteY1" fmla="*/ 61754 h 63468"/>
                <a:gd name="connsiteX2" fmla="*/ 1729 w 63356"/>
                <a:gd name="connsiteY2" fmla="*/ 30226 h 63468"/>
                <a:gd name="connsiteX3" fmla="*/ 1619 w 63356"/>
                <a:gd name="connsiteY3" fmla="*/ 22145 h 63468"/>
                <a:gd name="connsiteX4" fmla="*/ 1729 w 63356"/>
                <a:gd name="connsiteY4" fmla="*/ 22035 h 63468"/>
                <a:gd name="connsiteX5" fmla="*/ 21922 w 63356"/>
                <a:gd name="connsiteY5" fmla="*/ 1651 h 63468"/>
                <a:gd name="connsiteX6" fmla="*/ 30114 w 63356"/>
                <a:gd name="connsiteY6" fmla="*/ 1651 h 63468"/>
                <a:gd name="connsiteX7" fmla="*/ 61642 w 63356"/>
                <a:gd name="connsiteY7" fmla="*/ 33179 h 63468"/>
                <a:gd name="connsiteX8" fmla="*/ 63356 w 63356"/>
                <a:gd name="connsiteY8" fmla="*/ 37275 h 63468"/>
                <a:gd name="connsiteX9" fmla="*/ 61642 w 63356"/>
                <a:gd name="connsiteY9" fmla="*/ 41370 h 63468"/>
                <a:gd name="connsiteX10" fmla="*/ 41449 w 63356"/>
                <a:gd name="connsiteY10" fmla="*/ 61754 h 63468"/>
                <a:gd name="connsiteX11" fmla="*/ 37353 w 63356"/>
                <a:gd name="connsiteY11" fmla="*/ 63468 h 63468"/>
                <a:gd name="connsiteX12" fmla="*/ 13921 w 63356"/>
                <a:gd name="connsiteY12" fmla="*/ 26130 h 63468"/>
                <a:gd name="connsiteX13" fmla="*/ 37353 w 63356"/>
                <a:gd name="connsiteY13" fmla="*/ 49562 h 63468"/>
                <a:gd name="connsiteX14" fmla="*/ 49640 w 63356"/>
                <a:gd name="connsiteY14" fmla="*/ 37275 h 63468"/>
                <a:gd name="connsiteX15" fmla="*/ 26209 w 63356"/>
                <a:gd name="connsiteY15" fmla="*/ 13938 h 6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356" h="63468">
                  <a:moveTo>
                    <a:pt x="37353" y="63468"/>
                  </a:moveTo>
                  <a:cubicBezTo>
                    <a:pt x="35812" y="63472"/>
                    <a:pt x="34335" y="62854"/>
                    <a:pt x="33257" y="61754"/>
                  </a:cubicBezTo>
                  <a:lnTo>
                    <a:pt x="1729" y="30226"/>
                  </a:lnTo>
                  <a:cubicBezTo>
                    <a:pt x="-533" y="28025"/>
                    <a:pt x="-582" y="24407"/>
                    <a:pt x="1619" y="22145"/>
                  </a:cubicBezTo>
                  <a:cubicBezTo>
                    <a:pt x="1655" y="22107"/>
                    <a:pt x="1692" y="22071"/>
                    <a:pt x="1729" y="22035"/>
                  </a:cubicBezTo>
                  <a:lnTo>
                    <a:pt x="21922" y="1651"/>
                  </a:lnTo>
                  <a:cubicBezTo>
                    <a:pt x="24209" y="-550"/>
                    <a:pt x="27827" y="-550"/>
                    <a:pt x="30114" y="1651"/>
                  </a:cubicBezTo>
                  <a:lnTo>
                    <a:pt x="61642" y="33179"/>
                  </a:lnTo>
                  <a:cubicBezTo>
                    <a:pt x="62708" y="34280"/>
                    <a:pt x="63320" y="35742"/>
                    <a:pt x="63356" y="37275"/>
                  </a:cubicBezTo>
                  <a:cubicBezTo>
                    <a:pt x="63339" y="38811"/>
                    <a:pt x="62724" y="40280"/>
                    <a:pt x="61642" y="41370"/>
                  </a:cubicBezTo>
                  <a:lnTo>
                    <a:pt x="41449" y="61754"/>
                  </a:lnTo>
                  <a:cubicBezTo>
                    <a:pt x="40364" y="62845"/>
                    <a:pt x="38891" y="63462"/>
                    <a:pt x="37353" y="63468"/>
                  </a:cubicBezTo>
                  <a:close/>
                  <a:moveTo>
                    <a:pt x="13921" y="26130"/>
                  </a:moveTo>
                  <a:lnTo>
                    <a:pt x="37353" y="49562"/>
                  </a:lnTo>
                  <a:lnTo>
                    <a:pt x="49640" y="37275"/>
                  </a:lnTo>
                  <a:lnTo>
                    <a:pt x="26209" y="139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C89F217-DA88-A646-B239-91B2006F674E}"/>
                </a:ext>
              </a:extLst>
            </p:cNvPr>
            <p:cNvSpPr/>
            <p:nvPr/>
          </p:nvSpPr>
          <p:spPr>
            <a:xfrm>
              <a:off x="5964870" y="2257747"/>
              <a:ext cx="119604" cy="172901"/>
            </a:xfrm>
            <a:custGeom>
              <a:avLst/>
              <a:gdLst>
                <a:gd name="connsiteX0" fmla="*/ 16893 w 119604"/>
                <a:gd name="connsiteY0" fmla="*/ 172521 h 172901"/>
                <a:gd name="connsiteX1" fmla="*/ 11559 w 119604"/>
                <a:gd name="connsiteY1" fmla="*/ 169092 h 172901"/>
                <a:gd name="connsiteX2" fmla="*/ 51469 w 119604"/>
                <a:gd name="connsiteY2" fmla="*/ 27265 h 172901"/>
                <a:gd name="connsiteX3" fmla="*/ 76139 w 119604"/>
                <a:gd name="connsiteY3" fmla="*/ 7072 h 172901"/>
                <a:gd name="connsiteX4" fmla="*/ 81568 w 119604"/>
                <a:gd name="connsiteY4" fmla="*/ 1642 h 172901"/>
                <a:gd name="connsiteX5" fmla="*/ 89664 w 119604"/>
                <a:gd name="connsiteY5" fmla="*/ 1642 h 172901"/>
                <a:gd name="connsiteX6" fmla="*/ 108714 w 119604"/>
                <a:gd name="connsiteY6" fmla="*/ 20692 h 172901"/>
                <a:gd name="connsiteX7" fmla="*/ 109381 w 119604"/>
                <a:gd name="connsiteY7" fmla="*/ 28027 h 172901"/>
                <a:gd name="connsiteX8" fmla="*/ 94236 w 119604"/>
                <a:gd name="connsiteY8" fmla="*/ 50125 h 172901"/>
                <a:gd name="connsiteX9" fmla="*/ 95284 w 119604"/>
                <a:gd name="connsiteY9" fmla="*/ 61555 h 172901"/>
                <a:gd name="connsiteX10" fmla="*/ 117953 w 119604"/>
                <a:gd name="connsiteY10" fmla="*/ 84129 h 172901"/>
                <a:gd name="connsiteX11" fmla="*/ 117953 w 119604"/>
                <a:gd name="connsiteY11" fmla="*/ 92320 h 172901"/>
                <a:gd name="connsiteX12" fmla="*/ 79853 w 119604"/>
                <a:gd name="connsiteY12" fmla="*/ 130420 h 172901"/>
                <a:gd name="connsiteX13" fmla="*/ 71662 w 119604"/>
                <a:gd name="connsiteY13" fmla="*/ 130420 h 172901"/>
                <a:gd name="connsiteX14" fmla="*/ 48421 w 119604"/>
                <a:gd name="connsiteY14" fmla="*/ 107275 h 172901"/>
                <a:gd name="connsiteX15" fmla="*/ 41277 w 119604"/>
                <a:gd name="connsiteY15" fmla="*/ 104608 h 172901"/>
                <a:gd name="connsiteX16" fmla="*/ 33467 w 119604"/>
                <a:gd name="connsiteY16" fmla="*/ 110894 h 172901"/>
                <a:gd name="connsiteX17" fmla="*/ 22608 w 119604"/>
                <a:gd name="connsiteY17" fmla="*/ 167377 h 172901"/>
                <a:gd name="connsiteX18" fmla="*/ 17941 w 119604"/>
                <a:gd name="connsiteY18" fmla="*/ 172902 h 172901"/>
                <a:gd name="connsiteX19" fmla="*/ 85568 w 119604"/>
                <a:gd name="connsiteY19" fmla="*/ 13930 h 172901"/>
                <a:gd name="connsiteX20" fmla="*/ 84235 w 119604"/>
                <a:gd name="connsiteY20" fmla="*/ 15263 h 172901"/>
                <a:gd name="connsiteX21" fmla="*/ 57946 w 119604"/>
                <a:gd name="connsiteY21" fmla="*/ 36885 h 172901"/>
                <a:gd name="connsiteX22" fmla="*/ 13655 w 119604"/>
                <a:gd name="connsiteY22" fmla="*/ 138612 h 172901"/>
                <a:gd name="connsiteX23" fmla="*/ 23180 w 119604"/>
                <a:gd name="connsiteY23" fmla="*/ 104893 h 172901"/>
                <a:gd name="connsiteX24" fmla="*/ 39563 w 119604"/>
                <a:gd name="connsiteY24" fmla="*/ 92701 h 172901"/>
                <a:gd name="connsiteX25" fmla="*/ 56517 w 119604"/>
                <a:gd name="connsiteY25" fmla="*/ 98607 h 172901"/>
                <a:gd name="connsiteX26" fmla="*/ 75567 w 119604"/>
                <a:gd name="connsiteY26" fmla="*/ 117657 h 172901"/>
                <a:gd name="connsiteX27" fmla="*/ 105571 w 119604"/>
                <a:gd name="connsiteY27" fmla="*/ 88225 h 172901"/>
                <a:gd name="connsiteX28" fmla="*/ 87188 w 119604"/>
                <a:gd name="connsiteY28" fmla="*/ 69175 h 172901"/>
                <a:gd name="connsiteX29" fmla="*/ 84806 w 119604"/>
                <a:gd name="connsiteY29" fmla="*/ 43076 h 172901"/>
                <a:gd name="connsiteX30" fmla="*/ 97094 w 119604"/>
                <a:gd name="connsiteY30" fmla="*/ 25169 h 172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04" h="172901">
                  <a:moveTo>
                    <a:pt x="16893" y="172521"/>
                  </a:moveTo>
                  <a:cubicBezTo>
                    <a:pt x="14600" y="172510"/>
                    <a:pt x="12521" y="171173"/>
                    <a:pt x="11559" y="169092"/>
                  </a:cubicBezTo>
                  <a:cubicBezTo>
                    <a:pt x="-17587" y="102322"/>
                    <a:pt x="13083" y="52030"/>
                    <a:pt x="51469" y="27265"/>
                  </a:cubicBezTo>
                  <a:cubicBezTo>
                    <a:pt x="60359" y="21392"/>
                    <a:pt x="68625" y="14626"/>
                    <a:pt x="76139" y="7072"/>
                  </a:cubicBezTo>
                  <a:lnTo>
                    <a:pt x="81568" y="1642"/>
                  </a:lnTo>
                  <a:cubicBezTo>
                    <a:pt x="83822" y="-547"/>
                    <a:pt x="87409" y="-547"/>
                    <a:pt x="89664" y="1642"/>
                  </a:cubicBezTo>
                  <a:lnTo>
                    <a:pt x="108714" y="20692"/>
                  </a:lnTo>
                  <a:cubicBezTo>
                    <a:pt x="110620" y="22682"/>
                    <a:pt x="110897" y="25726"/>
                    <a:pt x="109381" y="28027"/>
                  </a:cubicBezTo>
                  <a:lnTo>
                    <a:pt x="94236" y="50125"/>
                  </a:lnTo>
                  <a:cubicBezTo>
                    <a:pt x="91993" y="53741"/>
                    <a:pt x="92420" y="58406"/>
                    <a:pt x="95284" y="61555"/>
                  </a:cubicBezTo>
                  <a:lnTo>
                    <a:pt x="117953" y="84129"/>
                  </a:lnTo>
                  <a:cubicBezTo>
                    <a:pt x="120155" y="86416"/>
                    <a:pt x="120155" y="90034"/>
                    <a:pt x="117953" y="92320"/>
                  </a:cubicBezTo>
                  <a:lnTo>
                    <a:pt x="79853" y="130420"/>
                  </a:lnTo>
                  <a:cubicBezTo>
                    <a:pt x="77567" y="132622"/>
                    <a:pt x="73949" y="132622"/>
                    <a:pt x="71662" y="130420"/>
                  </a:cubicBezTo>
                  <a:lnTo>
                    <a:pt x="48421" y="107275"/>
                  </a:lnTo>
                  <a:cubicBezTo>
                    <a:pt x="46614" y="105278"/>
                    <a:pt x="43950" y="104283"/>
                    <a:pt x="41277" y="104608"/>
                  </a:cubicBezTo>
                  <a:cubicBezTo>
                    <a:pt x="37838" y="105375"/>
                    <a:pt x="34951" y="107698"/>
                    <a:pt x="33467" y="110894"/>
                  </a:cubicBezTo>
                  <a:cubicBezTo>
                    <a:pt x="23942" y="129277"/>
                    <a:pt x="22608" y="166996"/>
                    <a:pt x="22608" y="167377"/>
                  </a:cubicBezTo>
                  <a:cubicBezTo>
                    <a:pt x="22563" y="170094"/>
                    <a:pt x="20612" y="172404"/>
                    <a:pt x="17941" y="172902"/>
                  </a:cubicBezTo>
                  <a:close/>
                  <a:moveTo>
                    <a:pt x="85568" y="13930"/>
                  </a:moveTo>
                  <a:lnTo>
                    <a:pt x="84235" y="15263"/>
                  </a:lnTo>
                  <a:cubicBezTo>
                    <a:pt x="76271" y="23390"/>
                    <a:pt x="67457" y="30639"/>
                    <a:pt x="57946" y="36885"/>
                  </a:cubicBezTo>
                  <a:cubicBezTo>
                    <a:pt x="23033" y="57908"/>
                    <a:pt x="5259" y="98732"/>
                    <a:pt x="13655" y="138612"/>
                  </a:cubicBezTo>
                  <a:cubicBezTo>
                    <a:pt x="15043" y="126943"/>
                    <a:pt x="18257" y="115564"/>
                    <a:pt x="23180" y="104893"/>
                  </a:cubicBezTo>
                  <a:cubicBezTo>
                    <a:pt x="26421" y="98480"/>
                    <a:pt x="32489" y="93965"/>
                    <a:pt x="39563" y="92701"/>
                  </a:cubicBezTo>
                  <a:cubicBezTo>
                    <a:pt x="45831" y="91865"/>
                    <a:pt x="52124" y="94057"/>
                    <a:pt x="56517" y="98607"/>
                  </a:cubicBezTo>
                  <a:lnTo>
                    <a:pt x="75567" y="117657"/>
                  </a:lnTo>
                  <a:lnTo>
                    <a:pt x="105571" y="88225"/>
                  </a:lnTo>
                  <a:lnTo>
                    <a:pt x="87188" y="69175"/>
                  </a:lnTo>
                  <a:cubicBezTo>
                    <a:pt x="80165" y="62206"/>
                    <a:pt x="79161" y="51201"/>
                    <a:pt x="84806" y="43076"/>
                  </a:cubicBezTo>
                  <a:lnTo>
                    <a:pt x="97094" y="25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6B9447CD-6A63-7647-8A65-0DC6987EF8D6}"/>
                </a:ext>
              </a:extLst>
            </p:cNvPr>
            <p:cNvSpPr/>
            <p:nvPr/>
          </p:nvSpPr>
          <p:spPr>
            <a:xfrm>
              <a:off x="6040367" y="2344320"/>
              <a:ext cx="70768" cy="70516"/>
            </a:xfrm>
            <a:custGeom>
              <a:avLst/>
              <a:gdLst>
                <a:gd name="connsiteX0" fmla="*/ 36646 w 70768"/>
                <a:gd name="connsiteY0" fmla="*/ 70517 h 70516"/>
                <a:gd name="connsiteX1" fmla="*/ 32645 w 70768"/>
                <a:gd name="connsiteY1" fmla="*/ 68802 h 70516"/>
                <a:gd name="connsiteX2" fmla="*/ 1498 w 70768"/>
                <a:gd name="connsiteY2" fmla="*/ 37941 h 70516"/>
                <a:gd name="connsiteX3" fmla="*/ 1498 w 70768"/>
                <a:gd name="connsiteY3" fmla="*/ 30226 h 70516"/>
                <a:gd name="connsiteX4" fmla="*/ 30073 w 70768"/>
                <a:gd name="connsiteY4" fmla="*/ 1651 h 70516"/>
                <a:gd name="connsiteX5" fmla="*/ 38265 w 70768"/>
                <a:gd name="connsiteY5" fmla="*/ 1651 h 70516"/>
                <a:gd name="connsiteX6" fmla="*/ 69126 w 70768"/>
                <a:gd name="connsiteY6" fmla="*/ 32512 h 70516"/>
                <a:gd name="connsiteX7" fmla="*/ 69126 w 70768"/>
                <a:gd name="connsiteY7" fmla="*/ 40608 h 70516"/>
                <a:gd name="connsiteX8" fmla="*/ 40551 w 70768"/>
                <a:gd name="connsiteY8" fmla="*/ 68707 h 70516"/>
                <a:gd name="connsiteX9" fmla="*/ 36646 w 70768"/>
                <a:gd name="connsiteY9" fmla="*/ 70517 h 70516"/>
                <a:gd name="connsiteX10" fmla="*/ 13976 w 70768"/>
                <a:gd name="connsiteY10" fmla="*/ 33846 h 70516"/>
                <a:gd name="connsiteX11" fmla="*/ 36646 w 70768"/>
                <a:gd name="connsiteY11" fmla="*/ 56515 h 70516"/>
                <a:gd name="connsiteX12" fmla="*/ 56553 w 70768"/>
                <a:gd name="connsiteY12" fmla="*/ 36608 h 70516"/>
                <a:gd name="connsiteX13" fmla="*/ 33883 w 70768"/>
                <a:gd name="connsiteY13" fmla="*/ 13938 h 7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768" h="70516">
                  <a:moveTo>
                    <a:pt x="36646" y="70517"/>
                  </a:moveTo>
                  <a:cubicBezTo>
                    <a:pt x="35138" y="70495"/>
                    <a:pt x="33700" y="69879"/>
                    <a:pt x="32645" y="68802"/>
                  </a:cubicBezTo>
                  <a:lnTo>
                    <a:pt x="1498" y="37941"/>
                  </a:lnTo>
                  <a:cubicBezTo>
                    <a:pt x="-499" y="35758"/>
                    <a:pt x="-499" y="32410"/>
                    <a:pt x="1498" y="30226"/>
                  </a:cubicBezTo>
                  <a:lnTo>
                    <a:pt x="30073" y="1651"/>
                  </a:lnTo>
                  <a:cubicBezTo>
                    <a:pt x="32360" y="-550"/>
                    <a:pt x="35978" y="-550"/>
                    <a:pt x="38265" y="1651"/>
                  </a:cubicBezTo>
                  <a:lnTo>
                    <a:pt x="69126" y="32512"/>
                  </a:lnTo>
                  <a:cubicBezTo>
                    <a:pt x="71316" y="34767"/>
                    <a:pt x="71316" y="38354"/>
                    <a:pt x="69126" y="40608"/>
                  </a:cubicBezTo>
                  <a:lnTo>
                    <a:pt x="40551" y="68707"/>
                  </a:lnTo>
                  <a:cubicBezTo>
                    <a:pt x="39535" y="69796"/>
                    <a:pt x="38133" y="70446"/>
                    <a:pt x="36646" y="70517"/>
                  </a:cubicBezTo>
                  <a:close/>
                  <a:moveTo>
                    <a:pt x="13976" y="33846"/>
                  </a:moveTo>
                  <a:lnTo>
                    <a:pt x="36646" y="56515"/>
                  </a:lnTo>
                  <a:lnTo>
                    <a:pt x="56553" y="36608"/>
                  </a:lnTo>
                  <a:lnTo>
                    <a:pt x="33883" y="139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F9CF5BDC-C531-5641-B208-06FB03F6A375}"/>
                </a:ext>
              </a:extLst>
            </p:cNvPr>
            <p:cNvSpPr/>
            <p:nvPr/>
          </p:nvSpPr>
          <p:spPr>
            <a:xfrm>
              <a:off x="6107873" y="2411774"/>
              <a:ext cx="164647" cy="164702"/>
            </a:xfrm>
            <a:custGeom>
              <a:avLst/>
              <a:gdLst>
                <a:gd name="connsiteX0" fmla="*/ 139066 w 164647"/>
                <a:gd name="connsiteY0" fmla="*/ 164702 h 164702"/>
                <a:gd name="connsiteX1" fmla="*/ 120968 w 164647"/>
                <a:gd name="connsiteY1" fmla="*/ 157177 h 164702"/>
                <a:gd name="connsiteX2" fmla="*/ 1715 w 164647"/>
                <a:gd name="connsiteY2" fmla="*/ 37924 h 164702"/>
                <a:gd name="connsiteX3" fmla="*/ 1 w 164647"/>
                <a:gd name="connsiteY3" fmla="*/ 33829 h 164702"/>
                <a:gd name="connsiteX4" fmla="*/ 1715 w 164647"/>
                <a:gd name="connsiteY4" fmla="*/ 29733 h 164702"/>
                <a:gd name="connsiteX5" fmla="*/ 29719 w 164647"/>
                <a:gd name="connsiteY5" fmla="*/ 1729 h 164702"/>
                <a:gd name="connsiteX6" fmla="*/ 37800 w 164647"/>
                <a:gd name="connsiteY6" fmla="*/ 1619 h 164702"/>
                <a:gd name="connsiteX7" fmla="*/ 37910 w 164647"/>
                <a:gd name="connsiteY7" fmla="*/ 1729 h 164702"/>
                <a:gd name="connsiteX8" fmla="*/ 157163 w 164647"/>
                <a:gd name="connsiteY8" fmla="*/ 120982 h 164702"/>
                <a:gd name="connsiteX9" fmla="*/ 157123 w 164647"/>
                <a:gd name="connsiteY9" fmla="*/ 157218 h 164702"/>
                <a:gd name="connsiteX10" fmla="*/ 139066 w 164647"/>
                <a:gd name="connsiteY10" fmla="*/ 164702 h 164702"/>
                <a:gd name="connsiteX11" fmla="*/ 13907 w 164647"/>
                <a:gd name="connsiteY11" fmla="*/ 33829 h 164702"/>
                <a:gd name="connsiteX12" fmla="*/ 129065 w 164647"/>
                <a:gd name="connsiteY12" fmla="*/ 148986 h 164702"/>
                <a:gd name="connsiteX13" fmla="*/ 148972 w 164647"/>
                <a:gd name="connsiteY13" fmla="*/ 147912 h 164702"/>
                <a:gd name="connsiteX14" fmla="*/ 148972 w 164647"/>
                <a:gd name="connsiteY14" fmla="*/ 129079 h 164702"/>
                <a:gd name="connsiteX15" fmla="*/ 33815 w 164647"/>
                <a:gd name="connsiteY15" fmla="*/ 13921 h 16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4647" h="164702">
                  <a:moveTo>
                    <a:pt x="139066" y="164702"/>
                  </a:moveTo>
                  <a:cubicBezTo>
                    <a:pt x="132266" y="164734"/>
                    <a:pt x="125741" y="162021"/>
                    <a:pt x="120968" y="157177"/>
                  </a:cubicBezTo>
                  <a:lnTo>
                    <a:pt x="1715" y="37924"/>
                  </a:lnTo>
                  <a:cubicBezTo>
                    <a:pt x="615" y="36846"/>
                    <a:pt x="-3" y="35369"/>
                    <a:pt x="1" y="33829"/>
                  </a:cubicBezTo>
                  <a:cubicBezTo>
                    <a:pt x="-26" y="32284"/>
                    <a:pt x="596" y="30798"/>
                    <a:pt x="1715" y="29733"/>
                  </a:cubicBezTo>
                  <a:lnTo>
                    <a:pt x="29719" y="1729"/>
                  </a:lnTo>
                  <a:cubicBezTo>
                    <a:pt x="31920" y="-533"/>
                    <a:pt x="35538" y="-582"/>
                    <a:pt x="37800" y="1619"/>
                  </a:cubicBezTo>
                  <a:cubicBezTo>
                    <a:pt x="37837" y="1655"/>
                    <a:pt x="37874" y="1692"/>
                    <a:pt x="37910" y="1729"/>
                  </a:cubicBezTo>
                  <a:lnTo>
                    <a:pt x="157163" y="120982"/>
                  </a:lnTo>
                  <a:cubicBezTo>
                    <a:pt x="167158" y="131000"/>
                    <a:pt x="167140" y="147223"/>
                    <a:pt x="157123" y="157218"/>
                  </a:cubicBezTo>
                  <a:cubicBezTo>
                    <a:pt x="152329" y="162001"/>
                    <a:pt x="145837" y="164691"/>
                    <a:pt x="139066" y="164702"/>
                  </a:cubicBezTo>
                  <a:close/>
                  <a:moveTo>
                    <a:pt x="13907" y="33829"/>
                  </a:moveTo>
                  <a:lnTo>
                    <a:pt x="129065" y="148986"/>
                  </a:lnTo>
                  <a:cubicBezTo>
                    <a:pt x="134858" y="154187"/>
                    <a:pt x="143771" y="153706"/>
                    <a:pt x="148972" y="147912"/>
                  </a:cubicBezTo>
                  <a:cubicBezTo>
                    <a:pt x="153781" y="142555"/>
                    <a:pt x="153781" y="134436"/>
                    <a:pt x="148972" y="129079"/>
                  </a:cubicBezTo>
                  <a:lnTo>
                    <a:pt x="33815" y="1392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B07DE3E6-D705-8446-8BA4-A5712E8F5452}"/>
                </a:ext>
              </a:extLst>
            </p:cNvPr>
            <p:cNvSpPr/>
            <p:nvPr/>
          </p:nvSpPr>
          <p:spPr>
            <a:xfrm>
              <a:off x="6137013" y="2440452"/>
              <a:ext cx="39999" cy="40111"/>
            </a:xfrm>
            <a:custGeom>
              <a:avLst/>
              <a:gdLst>
                <a:gd name="connsiteX0" fmla="*/ 5818 w 39999"/>
                <a:gd name="connsiteY0" fmla="*/ 40108 h 40111"/>
                <a:gd name="connsiteX1" fmla="*/ 1722 w 39999"/>
                <a:gd name="connsiteY1" fmla="*/ 38393 h 40111"/>
                <a:gd name="connsiteX2" fmla="*/ 1572 w 39999"/>
                <a:gd name="connsiteY2" fmla="*/ 30447 h 40111"/>
                <a:gd name="connsiteX3" fmla="*/ 1722 w 39999"/>
                <a:gd name="connsiteY3" fmla="*/ 30297 h 40111"/>
                <a:gd name="connsiteX4" fmla="*/ 29821 w 39999"/>
                <a:gd name="connsiteY4" fmla="*/ 1722 h 40111"/>
                <a:gd name="connsiteX5" fmla="*/ 37767 w 39999"/>
                <a:gd name="connsiteY5" fmla="*/ 1572 h 40111"/>
                <a:gd name="connsiteX6" fmla="*/ 37917 w 39999"/>
                <a:gd name="connsiteY6" fmla="*/ 1722 h 40111"/>
                <a:gd name="connsiteX7" fmla="*/ 38696 w 39999"/>
                <a:gd name="connsiteY7" fmla="*/ 9766 h 40111"/>
                <a:gd name="connsiteX8" fmla="*/ 38203 w 39999"/>
                <a:gd name="connsiteY8" fmla="*/ 10294 h 40111"/>
                <a:gd name="connsiteX9" fmla="*/ 9628 w 39999"/>
                <a:gd name="connsiteY9" fmla="*/ 38869 h 40111"/>
                <a:gd name="connsiteX10" fmla="*/ 5818 w 39999"/>
                <a:gd name="connsiteY10" fmla="*/ 40108 h 40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999" h="40111">
                  <a:moveTo>
                    <a:pt x="5818" y="40108"/>
                  </a:moveTo>
                  <a:cubicBezTo>
                    <a:pt x="4277" y="40111"/>
                    <a:pt x="2800" y="39493"/>
                    <a:pt x="1722" y="38393"/>
                  </a:cubicBezTo>
                  <a:cubicBezTo>
                    <a:pt x="-514" y="36240"/>
                    <a:pt x="-581" y="32683"/>
                    <a:pt x="1572" y="30447"/>
                  </a:cubicBezTo>
                  <a:cubicBezTo>
                    <a:pt x="1621" y="30396"/>
                    <a:pt x="1671" y="30346"/>
                    <a:pt x="1722" y="30297"/>
                  </a:cubicBezTo>
                  <a:lnTo>
                    <a:pt x="29821" y="1722"/>
                  </a:lnTo>
                  <a:cubicBezTo>
                    <a:pt x="31973" y="-514"/>
                    <a:pt x="35531" y="-581"/>
                    <a:pt x="37767" y="1572"/>
                  </a:cubicBezTo>
                  <a:cubicBezTo>
                    <a:pt x="37818" y="1621"/>
                    <a:pt x="37868" y="1671"/>
                    <a:pt x="37917" y="1722"/>
                  </a:cubicBezTo>
                  <a:cubicBezTo>
                    <a:pt x="40353" y="3728"/>
                    <a:pt x="40703" y="7330"/>
                    <a:pt x="38696" y="9766"/>
                  </a:cubicBezTo>
                  <a:cubicBezTo>
                    <a:pt x="38543" y="9953"/>
                    <a:pt x="38378" y="10129"/>
                    <a:pt x="38203" y="10294"/>
                  </a:cubicBezTo>
                  <a:lnTo>
                    <a:pt x="9628" y="38869"/>
                  </a:lnTo>
                  <a:cubicBezTo>
                    <a:pt x="8544" y="39721"/>
                    <a:pt x="7194" y="40160"/>
                    <a:pt x="5818" y="40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5" name="Graphic 65">
            <a:extLst>
              <a:ext uri="{FF2B5EF4-FFF2-40B4-BE49-F238E27FC236}">
                <a16:creationId xmlns:a16="http://schemas.microsoft.com/office/drawing/2014/main" id="{CA6A2C92-8D6E-AD4A-8AE6-4701676BF44F}"/>
              </a:ext>
            </a:extLst>
          </p:cNvPr>
          <p:cNvGrpSpPr>
            <a:grpSpLocks noChangeAspect="1"/>
          </p:cNvGrpSpPr>
          <p:nvPr/>
        </p:nvGrpSpPr>
        <p:grpSpPr>
          <a:xfrm>
            <a:off x="6921230" y="5040283"/>
            <a:ext cx="336793" cy="380458"/>
            <a:chOff x="5965726" y="2231666"/>
            <a:chExt cx="306175" cy="345871"/>
          </a:xfrm>
          <a:solidFill>
            <a:srgbClr val="3B4550"/>
          </a:solidFill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A8970DFA-5D27-DB48-81FB-CEC3B96E1204}"/>
                </a:ext>
              </a:extLst>
            </p:cNvPr>
            <p:cNvSpPr/>
            <p:nvPr/>
          </p:nvSpPr>
          <p:spPr>
            <a:xfrm>
              <a:off x="5987763" y="2300993"/>
              <a:ext cx="262128" cy="255043"/>
            </a:xfrm>
            <a:custGeom>
              <a:avLst/>
              <a:gdLst>
                <a:gd name="connsiteX0" fmla="*/ 131064 w 262128"/>
                <a:gd name="connsiteY0" fmla="*/ 255043 h 255043"/>
                <a:gd name="connsiteX1" fmla="*/ 0 w 262128"/>
                <a:gd name="connsiteY1" fmla="*/ 127522 h 255043"/>
                <a:gd name="connsiteX2" fmla="*/ 131064 w 262128"/>
                <a:gd name="connsiteY2" fmla="*/ 0 h 255043"/>
                <a:gd name="connsiteX3" fmla="*/ 262128 w 262128"/>
                <a:gd name="connsiteY3" fmla="*/ 127522 h 255043"/>
                <a:gd name="connsiteX4" fmla="*/ 131064 w 262128"/>
                <a:gd name="connsiteY4" fmla="*/ 255043 h 255043"/>
                <a:gd name="connsiteX5" fmla="*/ 131064 w 262128"/>
                <a:gd name="connsiteY5" fmla="*/ 11306 h 255043"/>
                <a:gd name="connsiteX6" fmla="*/ 11525 w 262128"/>
                <a:gd name="connsiteY6" fmla="*/ 127614 h 255043"/>
                <a:gd name="connsiteX7" fmla="*/ 131064 w 262128"/>
                <a:gd name="connsiteY7" fmla="*/ 243922 h 255043"/>
                <a:gd name="connsiteX8" fmla="*/ 250603 w 262128"/>
                <a:gd name="connsiteY8" fmla="*/ 127614 h 255043"/>
                <a:gd name="connsiteX9" fmla="*/ 250603 w 262128"/>
                <a:gd name="connsiteY9" fmla="*/ 127522 h 255043"/>
                <a:gd name="connsiteX10" fmla="*/ 131064 w 262128"/>
                <a:gd name="connsiteY10" fmla="*/ 11214 h 25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2128" h="255043">
                  <a:moveTo>
                    <a:pt x="131064" y="255043"/>
                  </a:moveTo>
                  <a:cubicBezTo>
                    <a:pt x="58679" y="255043"/>
                    <a:pt x="0" y="197950"/>
                    <a:pt x="0" y="127522"/>
                  </a:cubicBezTo>
                  <a:cubicBezTo>
                    <a:pt x="0" y="57093"/>
                    <a:pt x="58679" y="0"/>
                    <a:pt x="131064" y="0"/>
                  </a:cubicBezTo>
                  <a:cubicBezTo>
                    <a:pt x="203449" y="0"/>
                    <a:pt x="262128" y="57093"/>
                    <a:pt x="262128" y="127522"/>
                  </a:cubicBezTo>
                  <a:cubicBezTo>
                    <a:pt x="262075" y="197929"/>
                    <a:pt x="203427" y="254992"/>
                    <a:pt x="131064" y="255043"/>
                  </a:cubicBezTo>
                  <a:close/>
                  <a:moveTo>
                    <a:pt x="131064" y="11306"/>
                  </a:moveTo>
                  <a:cubicBezTo>
                    <a:pt x="65045" y="11306"/>
                    <a:pt x="11525" y="63379"/>
                    <a:pt x="11525" y="127614"/>
                  </a:cubicBezTo>
                  <a:cubicBezTo>
                    <a:pt x="11525" y="191850"/>
                    <a:pt x="65045" y="243922"/>
                    <a:pt x="131064" y="243922"/>
                  </a:cubicBezTo>
                  <a:cubicBezTo>
                    <a:pt x="197084" y="243922"/>
                    <a:pt x="250603" y="191849"/>
                    <a:pt x="250603" y="127614"/>
                  </a:cubicBezTo>
                  <a:cubicBezTo>
                    <a:pt x="250603" y="127583"/>
                    <a:pt x="250603" y="127553"/>
                    <a:pt x="250603" y="127522"/>
                  </a:cubicBezTo>
                  <a:cubicBezTo>
                    <a:pt x="250550" y="63308"/>
                    <a:pt x="197062" y="11265"/>
                    <a:pt x="131064" y="11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7B448587-B1BF-B04F-B143-0D68E9EF54DD}"/>
                </a:ext>
              </a:extLst>
            </p:cNvPr>
            <p:cNvSpPr/>
            <p:nvPr/>
          </p:nvSpPr>
          <p:spPr>
            <a:xfrm>
              <a:off x="6242250" y="2353769"/>
              <a:ext cx="17915" cy="23776"/>
            </a:xfrm>
            <a:custGeom>
              <a:avLst/>
              <a:gdLst>
                <a:gd name="connsiteX0" fmla="*/ 12118 w 17915"/>
                <a:gd name="connsiteY0" fmla="*/ 23774 h 23776"/>
                <a:gd name="connsiteX1" fmla="*/ 6784 w 17915"/>
                <a:gd name="connsiteY1" fmla="*/ 20437 h 23776"/>
                <a:gd name="connsiteX2" fmla="*/ 688 w 17915"/>
                <a:gd name="connsiteY2" fmla="*/ 8297 h 23776"/>
                <a:gd name="connsiteX3" fmla="*/ 2974 w 17915"/>
                <a:gd name="connsiteY3" fmla="*/ 697 h 23776"/>
                <a:gd name="connsiteX4" fmla="*/ 10880 w 17915"/>
                <a:gd name="connsiteY4" fmla="*/ 2829 h 23776"/>
                <a:gd name="connsiteX5" fmla="*/ 17452 w 17915"/>
                <a:gd name="connsiteY5" fmla="*/ 15989 h 23776"/>
                <a:gd name="connsiteX6" fmla="*/ 14451 w 17915"/>
                <a:gd name="connsiteY6" fmla="*/ 23291 h 23776"/>
                <a:gd name="connsiteX7" fmla="*/ 14404 w 17915"/>
                <a:gd name="connsiteY7" fmla="*/ 23310 h 23776"/>
                <a:gd name="connsiteX8" fmla="*/ 12118 w 17915"/>
                <a:gd name="connsiteY8" fmla="*/ 23774 h 2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15" h="23776">
                  <a:moveTo>
                    <a:pt x="12118" y="23774"/>
                  </a:moveTo>
                  <a:cubicBezTo>
                    <a:pt x="9825" y="23763"/>
                    <a:pt x="7745" y="22463"/>
                    <a:pt x="6784" y="20437"/>
                  </a:cubicBezTo>
                  <a:cubicBezTo>
                    <a:pt x="5002" y="16276"/>
                    <a:pt x="2967" y="12222"/>
                    <a:pt x="688" y="8297"/>
                  </a:cubicBezTo>
                  <a:cubicBezTo>
                    <a:pt x="-805" y="5581"/>
                    <a:pt x="211" y="2202"/>
                    <a:pt x="2974" y="697"/>
                  </a:cubicBezTo>
                  <a:cubicBezTo>
                    <a:pt x="5769" y="-780"/>
                    <a:pt x="9264" y="163"/>
                    <a:pt x="10880" y="2829"/>
                  </a:cubicBezTo>
                  <a:cubicBezTo>
                    <a:pt x="13261" y="7092"/>
                    <a:pt x="15452" y="11541"/>
                    <a:pt x="17452" y="15989"/>
                  </a:cubicBezTo>
                  <a:cubicBezTo>
                    <a:pt x="18696" y="18811"/>
                    <a:pt x="17352" y="22081"/>
                    <a:pt x="14451" y="23291"/>
                  </a:cubicBezTo>
                  <a:cubicBezTo>
                    <a:pt x="14435" y="23297"/>
                    <a:pt x="14420" y="23304"/>
                    <a:pt x="14404" y="23310"/>
                  </a:cubicBezTo>
                  <a:cubicBezTo>
                    <a:pt x="13691" y="23640"/>
                    <a:pt x="12907" y="23799"/>
                    <a:pt x="12118" y="237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C3A9A42E-E723-D34D-92F1-C14C817CEA3B}"/>
                </a:ext>
              </a:extLst>
            </p:cNvPr>
            <p:cNvSpPr/>
            <p:nvPr/>
          </p:nvSpPr>
          <p:spPr>
            <a:xfrm>
              <a:off x="6245607" y="2395703"/>
              <a:ext cx="26294" cy="101113"/>
            </a:xfrm>
            <a:custGeom>
              <a:avLst/>
              <a:gdLst>
                <a:gd name="connsiteX0" fmla="*/ 5809 w 26294"/>
                <a:gd name="connsiteY0" fmla="*/ 101113 h 101113"/>
                <a:gd name="connsiteX1" fmla="*/ 3237 w 26294"/>
                <a:gd name="connsiteY1" fmla="*/ 100465 h 101113"/>
                <a:gd name="connsiteX2" fmla="*/ 570 w 26294"/>
                <a:gd name="connsiteY2" fmla="*/ 92958 h 101113"/>
                <a:gd name="connsiteX3" fmla="*/ 10857 w 26294"/>
                <a:gd name="connsiteY3" fmla="*/ 65155 h 101113"/>
                <a:gd name="connsiteX4" fmla="*/ 17573 w 26294"/>
                <a:gd name="connsiteY4" fmla="*/ 61020 h 101113"/>
                <a:gd name="connsiteX5" fmla="*/ 17810 w 26294"/>
                <a:gd name="connsiteY5" fmla="*/ 61077 h 101113"/>
                <a:gd name="connsiteX6" fmla="*/ 22096 w 26294"/>
                <a:gd name="connsiteY6" fmla="*/ 67843 h 101113"/>
                <a:gd name="connsiteX7" fmla="*/ 10952 w 26294"/>
                <a:gd name="connsiteY7" fmla="*/ 97777 h 101113"/>
                <a:gd name="connsiteX8" fmla="*/ 5809 w 26294"/>
                <a:gd name="connsiteY8" fmla="*/ 101113 h 101113"/>
                <a:gd name="connsiteX9" fmla="*/ 20477 w 26294"/>
                <a:gd name="connsiteY9" fmla="*/ 41801 h 101113"/>
                <a:gd name="connsiteX10" fmla="*/ 14762 w 26294"/>
                <a:gd name="connsiteY10" fmla="*/ 36056 h 101113"/>
                <a:gd name="connsiteX11" fmla="*/ 14762 w 26294"/>
                <a:gd name="connsiteY11" fmla="*/ 36055 h 101113"/>
                <a:gd name="connsiteX12" fmla="*/ 14762 w 26294"/>
                <a:gd name="connsiteY12" fmla="*/ 32811 h 101113"/>
                <a:gd name="connsiteX13" fmla="*/ 12286 w 26294"/>
                <a:gd name="connsiteY13" fmla="*/ 6677 h 101113"/>
                <a:gd name="connsiteX14" fmla="*/ 16745 w 26294"/>
                <a:gd name="connsiteY14" fmla="*/ 118 h 101113"/>
                <a:gd name="connsiteX15" fmla="*/ 16858 w 26294"/>
                <a:gd name="connsiteY15" fmla="*/ 97 h 101113"/>
                <a:gd name="connsiteX16" fmla="*/ 23620 w 26294"/>
                <a:gd name="connsiteY16" fmla="*/ 4545 h 101113"/>
                <a:gd name="connsiteX17" fmla="*/ 26287 w 26294"/>
                <a:gd name="connsiteY17" fmla="*/ 32348 h 101113"/>
                <a:gd name="connsiteX18" fmla="*/ 26287 w 26294"/>
                <a:gd name="connsiteY18" fmla="*/ 35777 h 101113"/>
                <a:gd name="connsiteX19" fmla="*/ 20677 w 26294"/>
                <a:gd name="connsiteY19" fmla="*/ 41797 h 101113"/>
                <a:gd name="connsiteX20" fmla="*/ 20572 w 26294"/>
                <a:gd name="connsiteY20" fmla="*/ 41801 h 10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294" h="101113">
                  <a:moveTo>
                    <a:pt x="5809" y="101113"/>
                  </a:moveTo>
                  <a:cubicBezTo>
                    <a:pt x="4908" y="101120"/>
                    <a:pt x="4021" y="100896"/>
                    <a:pt x="3237" y="100465"/>
                  </a:cubicBezTo>
                  <a:cubicBezTo>
                    <a:pt x="387" y="99094"/>
                    <a:pt x="-802" y="95749"/>
                    <a:pt x="570" y="92958"/>
                  </a:cubicBezTo>
                  <a:cubicBezTo>
                    <a:pt x="5044" y="84088"/>
                    <a:pt x="8494" y="74764"/>
                    <a:pt x="10857" y="65155"/>
                  </a:cubicBezTo>
                  <a:cubicBezTo>
                    <a:pt x="11538" y="62209"/>
                    <a:pt x="14544" y="60358"/>
                    <a:pt x="17573" y="61020"/>
                  </a:cubicBezTo>
                  <a:cubicBezTo>
                    <a:pt x="17652" y="61038"/>
                    <a:pt x="17731" y="61057"/>
                    <a:pt x="17810" y="61077"/>
                  </a:cubicBezTo>
                  <a:cubicBezTo>
                    <a:pt x="20902" y="61810"/>
                    <a:pt x="22813" y="64826"/>
                    <a:pt x="22096" y="67843"/>
                  </a:cubicBezTo>
                  <a:cubicBezTo>
                    <a:pt x="19525" y="78190"/>
                    <a:pt x="15788" y="88229"/>
                    <a:pt x="10952" y="97777"/>
                  </a:cubicBezTo>
                  <a:cubicBezTo>
                    <a:pt x="10057" y="99773"/>
                    <a:pt x="8047" y="101077"/>
                    <a:pt x="5809" y="101113"/>
                  </a:cubicBezTo>
                  <a:close/>
                  <a:moveTo>
                    <a:pt x="20477" y="41801"/>
                  </a:moveTo>
                  <a:cubicBezTo>
                    <a:pt x="17269" y="41750"/>
                    <a:pt x="14710" y="39178"/>
                    <a:pt x="14762" y="36056"/>
                  </a:cubicBezTo>
                  <a:cubicBezTo>
                    <a:pt x="14762" y="36056"/>
                    <a:pt x="14762" y="36055"/>
                    <a:pt x="14762" y="36055"/>
                  </a:cubicBezTo>
                  <a:lnTo>
                    <a:pt x="14762" y="32811"/>
                  </a:lnTo>
                  <a:cubicBezTo>
                    <a:pt x="14754" y="24045"/>
                    <a:pt x="13925" y="15297"/>
                    <a:pt x="12286" y="6677"/>
                  </a:cubicBezTo>
                  <a:cubicBezTo>
                    <a:pt x="11655" y="3668"/>
                    <a:pt x="13652" y="731"/>
                    <a:pt x="16745" y="118"/>
                  </a:cubicBezTo>
                  <a:cubicBezTo>
                    <a:pt x="16782" y="111"/>
                    <a:pt x="16820" y="104"/>
                    <a:pt x="16858" y="97"/>
                  </a:cubicBezTo>
                  <a:cubicBezTo>
                    <a:pt x="19983" y="-470"/>
                    <a:pt x="22997" y="1512"/>
                    <a:pt x="23620" y="4545"/>
                  </a:cubicBezTo>
                  <a:cubicBezTo>
                    <a:pt x="25388" y="13713"/>
                    <a:pt x="26281" y="23020"/>
                    <a:pt x="26287" y="32348"/>
                  </a:cubicBezTo>
                  <a:lnTo>
                    <a:pt x="26287" y="35777"/>
                  </a:lnTo>
                  <a:cubicBezTo>
                    <a:pt x="26447" y="38947"/>
                    <a:pt x="23935" y="41642"/>
                    <a:pt x="20677" y="41797"/>
                  </a:cubicBezTo>
                  <a:cubicBezTo>
                    <a:pt x="20642" y="41798"/>
                    <a:pt x="20607" y="41800"/>
                    <a:pt x="20572" y="41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2D8103D2-D9E9-3D4E-AB6D-2C031D7135F6}"/>
                </a:ext>
              </a:extLst>
            </p:cNvPr>
            <p:cNvSpPr/>
            <p:nvPr/>
          </p:nvSpPr>
          <p:spPr>
            <a:xfrm>
              <a:off x="6219532" y="2511623"/>
              <a:ext cx="21523" cy="21864"/>
            </a:xfrm>
            <a:custGeom>
              <a:avLst/>
              <a:gdLst>
                <a:gd name="connsiteX0" fmla="*/ 5690 w 21523"/>
                <a:gd name="connsiteY0" fmla="*/ 21801 h 21864"/>
                <a:gd name="connsiteX1" fmla="*/ 1689 w 21523"/>
                <a:gd name="connsiteY1" fmla="*/ 20225 h 21864"/>
                <a:gd name="connsiteX2" fmla="*/ 1689 w 21523"/>
                <a:gd name="connsiteY2" fmla="*/ 12255 h 21864"/>
                <a:gd name="connsiteX3" fmla="*/ 11214 w 21523"/>
                <a:gd name="connsiteY3" fmla="*/ 2153 h 21864"/>
                <a:gd name="connsiteX4" fmla="*/ 19232 w 21523"/>
                <a:gd name="connsiteY4" fmla="*/ 1167 h 21864"/>
                <a:gd name="connsiteX5" fmla="*/ 19310 w 21523"/>
                <a:gd name="connsiteY5" fmla="*/ 1226 h 21864"/>
                <a:gd name="connsiteX6" fmla="*/ 20324 w 21523"/>
                <a:gd name="connsiteY6" fmla="*/ 9028 h 21864"/>
                <a:gd name="connsiteX7" fmla="*/ 20263 w 21523"/>
                <a:gd name="connsiteY7" fmla="*/ 9104 h 21864"/>
                <a:gd name="connsiteX8" fmla="*/ 10738 w 21523"/>
                <a:gd name="connsiteY8" fmla="*/ 20040 h 21864"/>
                <a:gd name="connsiteX9" fmla="*/ 5690 w 21523"/>
                <a:gd name="connsiteY9" fmla="*/ 21800 h 21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3" h="21864">
                  <a:moveTo>
                    <a:pt x="5690" y="21801"/>
                  </a:moveTo>
                  <a:cubicBezTo>
                    <a:pt x="4201" y="21776"/>
                    <a:pt x="2776" y="21215"/>
                    <a:pt x="1689" y="20225"/>
                  </a:cubicBezTo>
                  <a:cubicBezTo>
                    <a:pt x="-563" y="18020"/>
                    <a:pt x="-563" y="14460"/>
                    <a:pt x="1689" y="12255"/>
                  </a:cubicBezTo>
                  <a:cubicBezTo>
                    <a:pt x="4928" y="9011"/>
                    <a:pt x="7976" y="5582"/>
                    <a:pt x="11214" y="2153"/>
                  </a:cubicBezTo>
                  <a:cubicBezTo>
                    <a:pt x="13148" y="-274"/>
                    <a:pt x="16738" y="-715"/>
                    <a:pt x="19232" y="1167"/>
                  </a:cubicBezTo>
                  <a:cubicBezTo>
                    <a:pt x="19259" y="1186"/>
                    <a:pt x="19285" y="1206"/>
                    <a:pt x="19310" y="1226"/>
                  </a:cubicBezTo>
                  <a:cubicBezTo>
                    <a:pt x="21805" y="3108"/>
                    <a:pt x="22259" y="6601"/>
                    <a:pt x="20324" y="9028"/>
                  </a:cubicBezTo>
                  <a:cubicBezTo>
                    <a:pt x="20304" y="9054"/>
                    <a:pt x="20284" y="9079"/>
                    <a:pt x="20263" y="9104"/>
                  </a:cubicBezTo>
                  <a:cubicBezTo>
                    <a:pt x="17215" y="12904"/>
                    <a:pt x="13881" y="16518"/>
                    <a:pt x="10738" y="20040"/>
                  </a:cubicBezTo>
                  <a:cubicBezTo>
                    <a:pt x="9470" y="21420"/>
                    <a:pt x="7570" y="22083"/>
                    <a:pt x="5690" y="2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6D403BF3-F69F-A243-8DDE-26F51434E706}"/>
                </a:ext>
              </a:extLst>
            </p:cNvPr>
            <p:cNvSpPr/>
            <p:nvPr/>
          </p:nvSpPr>
          <p:spPr>
            <a:xfrm>
              <a:off x="5965726" y="2279492"/>
              <a:ext cx="287308" cy="298045"/>
            </a:xfrm>
            <a:custGeom>
              <a:avLst/>
              <a:gdLst>
                <a:gd name="connsiteX0" fmla="*/ 153101 w 287308"/>
                <a:gd name="connsiteY0" fmla="*/ 298045 h 298045"/>
                <a:gd name="connsiteX1" fmla="*/ 0 w 287308"/>
                <a:gd name="connsiteY1" fmla="*/ 148964 h 298045"/>
                <a:gd name="connsiteX2" fmla="*/ 153223 w 287308"/>
                <a:gd name="connsiteY2" fmla="*/ 0 h 298045"/>
                <a:gd name="connsiteX3" fmla="*/ 287309 w 287308"/>
                <a:gd name="connsiteY3" fmla="*/ 77106 h 298045"/>
                <a:gd name="connsiteX4" fmla="*/ 277212 w 287308"/>
                <a:gd name="connsiteY4" fmla="*/ 82574 h 298045"/>
                <a:gd name="connsiteX5" fmla="*/ 84753 w 287308"/>
                <a:gd name="connsiteY5" fmla="*/ 28092 h 298045"/>
                <a:gd name="connsiteX6" fmla="*/ 28758 w 287308"/>
                <a:gd name="connsiteY6" fmla="*/ 215349 h 298045"/>
                <a:gd name="connsiteX7" fmla="*/ 221217 w 287308"/>
                <a:gd name="connsiteY7" fmla="*/ 269831 h 298045"/>
                <a:gd name="connsiteX8" fmla="*/ 255305 w 287308"/>
                <a:gd name="connsiteY8" fmla="*/ 244386 h 298045"/>
                <a:gd name="connsiteX9" fmla="*/ 263687 w 287308"/>
                <a:gd name="connsiteY9" fmla="*/ 252170 h 298045"/>
                <a:gd name="connsiteX10" fmla="*/ 153101 w 287308"/>
                <a:gd name="connsiteY10" fmla="*/ 298045 h 298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08" h="298045">
                  <a:moveTo>
                    <a:pt x="153101" y="298045"/>
                  </a:moveTo>
                  <a:cubicBezTo>
                    <a:pt x="68512" y="298012"/>
                    <a:pt x="-33" y="231266"/>
                    <a:pt x="0" y="148964"/>
                  </a:cubicBezTo>
                  <a:cubicBezTo>
                    <a:pt x="33" y="66661"/>
                    <a:pt x="68634" y="-33"/>
                    <a:pt x="153223" y="0"/>
                  </a:cubicBezTo>
                  <a:cubicBezTo>
                    <a:pt x="209016" y="21"/>
                    <a:pt x="260384" y="29560"/>
                    <a:pt x="287309" y="77106"/>
                  </a:cubicBezTo>
                  <a:lnTo>
                    <a:pt x="277212" y="82574"/>
                  </a:lnTo>
                  <a:cubicBezTo>
                    <a:pt x="239529" y="15820"/>
                    <a:pt x="153362" y="-8573"/>
                    <a:pt x="84753" y="28092"/>
                  </a:cubicBezTo>
                  <a:cubicBezTo>
                    <a:pt x="16144" y="64757"/>
                    <a:pt x="-8926" y="148595"/>
                    <a:pt x="28758" y="215349"/>
                  </a:cubicBezTo>
                  <a:cubicBezTo>
                    <a:pt x="66441" y="282104"/>
                    <a:pt x="152608" y="306496"/>
                    <a:pt x="221217" y="269831"/>
                  </a:cubicBezTo>
                  <a:cubicBezTo>
                    <a:pt x="233842" y="263084"/>
                    <a:pt x="245337" y="254504"/>
                    <a:pt x="255305" y="244386"/>
                  </a:cubicBezTo>
                  <a:lnTo>
                    <a:pt x="263687" y="252170"/>
                  </a:lnTo>
                  <a:cubicBezTo>
                    <a:pt x="234843" y="281559"/>
                    <a:pt x="194866" y="298143"/>
                    <a:pt x="153101" y="298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AD8B6D7-07CC-6144-A56C-778A93C13158}"/>
                </a:ext>
              </a:extLst>
            </p:cNvPr>
            <p:cNvSpPr/>
            <p:nvPr/>
          </p:nvSpPr>
          <p:spPr>
            <a:xfrm>
              <a:off x="6113112" y="2324235"/>
              <a:ext cx="11526" cy="30046"/>
            </a:xfrm>
            <a:custGeom>
              <a:avLst/>
              <a:gdLst>
                <a:gd name="connsiteX0" fmla="*/ 5716 w 11526"/>
                <a:gd name="connsiteY0" fmla="*/ 30047 h 30046"/>
                <a:gd name="connsiteX1" fmla="*/ 0 w 11526"/>
                <a:gd name="connsiteY1" fmla="*/ 24487 h 30046"/>
                <a:gd name="connsiteX2" fmla="*/ 1 w 11526"/>
                <a:gd name="connsiteY2" fmla="*/ 24393 h 30046"/>
                <a:gd name="connsiteX3" fmla="*/ 1 w 11526"/>
                <a:gd name="connsiteY3" fmla="*/ 4932 h 30046"/>
                <a:gd name="connsiteX4" fmla="*/ 6506 w 11526"/>
                <a:gd name="connsiteY4" fmla="*/ 47 h 30046"/>
                <a:gd name="connsiteX5" fmla="*/ 11526 w 11526"/>
                <a:gd name="connsiteY5" fmla="*/ 4932 h 30046"/>
                <a:gd name="connsiteX6" fmla="*/ 11526 w 11526"/>
                <a:gd name="connsiteY6" fmla="*/ 24393 h 30046"/>
                <a:gd name="connsiteX7" fmla="*/ 5716 w 11526"/>
                <a:gd name="connsiteY7" fmla="*/ 30047 h 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6" h="30046">
                  <a:moveTo>
                    <a:pt x="5716" y="30047"/>
                  </a:moveTo>
                  <a:cubicBezTo>
                    <a:pt x="2559" y="30047"/>
                    <a:pt x="0" y="27558"/>
                    <a:pt x="0" y="24487"/>
                  </a:cubicBezTo>
                  <a:cubicBezTo>
                    <a:pt x="0" y="24456"/>
                    <a:pt x="0" y="24425"/>
                    <a:pt x="1" y="24393"/>
                  </a:cubicBezTo>
                  <a:lnTo>
                    <a:pt x="1" y="4932"/>
                  </a:lnTo>
                  <a:cubicBezTo>
                    <a:pt x="411" y="1835"/>
                    <a:pt x="3323" y="-352"/>
                    <a:pt x="6506" y="47"/>
                  </a:cubicBezTo>
                  <a:cubicBezTo>
                    <a:pt x="9126" y="375"/>
                    <a:pt x="11188" y="2382"/>
                    <a:pt x="11526" y="4932"/>
                  </a:cubicBezTo>
                  <a:lnTo>
                    <a:pt x="11526" y="24393"/>
                  </a:lnTo>
                  <a:cubicBezTo>
                    <a:pt x="11526" y="27516"/>
                    <a:pt x="8925" y="30047"/>
                    <a:pt x="5716" y="30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E8C4317-F241-F44F-9B7B-2B09079D4787}"/>
                </a:ext>
              </a:extLst>
            </p:cNvPr>
            <p:cNvSpPr/>
            <p:nvPr/>
          </p:nvSpPr>
          <p:spPr>
            <a:xfrm>
              <a:off x="6154154" y="2336902"/>
              <a:ext cx="21073" cy="28039"/>
            </a:xfrm>
            <a:custGeom>
              <a:avLst/>
              <a:gdLst>
                <a:gd name="connsiteX0" fmla="*/ 5727 w 21073"/>
                <a:gd name="connsiteY0" fmla="*/ 28037 h 28039"/>
                <a:gd name="connsiteX1" fmla="*/ 2869 w 21073"/>
                <a:gd name="connsiteY1" fmla="*/ 27295 h 28039"/>
                <a:gd name="connsiteX2" fmla="*/ 774 w 21073"/>
                <a:gd name="connsiteY2" fmla="*/ 19603 h 28039"/>
                <a:gd name="connsiteX3" fmla="*/ 10299 w 21073"/>
                <a:gd name="connsiteY3" fmla="*/ 2829 h 28039"/>
                <a:gd name="connsiteX4" fmla="*/ 18204 w 21073"/>
                <a:gd name="connsiteY4" fmla="*/ 697 h 28039"/>
                <a:gd name="connsiteX5" fmla="*/ 20300 w 21073"/>
                <a:gd name="connsiteY5" fmla="*/ 8390 h 28039"/>
                <a:gd name="connsiteX6" fmla="*/ 10299 w 21073"/>
                <a:gd name="connsiteY6" fmla="*/ 25257 h 28039"/>
                <a:gd name="connsiteX7" fmla="*/ 5727 w 21073"/>
                <a:gd name="connsiteY7" fmla="*/ 28037 h 28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73" h="28039">
                  <a:moveTo>
                    <a:pt x="5727" y="28037"/>
                  </a:moveTo>
                  <a:cubicBezTo>
                    <a:pt x="4720" y="28067"/>
                    <a:pt x="3727" y="27809"/>
                    <a:pt x="2869" y="27295"/>
                  </a:cubicBezTo>
                  <a:cubicBezTo>
                    <a:pt x="120" y="25725"/>
                    <a:pt x="-815" y="22292"/>
                    <a:pt x="774" y="19603"/>
                  </a:cubicBezTo>
                  <a:lnTo>
                    <a:pt x="10299" y="2829"/>
                  </a:lnTo>
                  <a:cubicBezTo>
                    <a:pt x="11914" y="163"/>
                    <a:pt x="15409" y="-780"/>
                    <a:pt x="18204" y="697"/>
                  </a:cubicBezTo>
                  <a:cubicBezTo>
                    <a:pt x="20954" y="2268"/>
                    <a:pt x="21889" y="5700"/>
                    <a:pt x="20300" y="8390"/>
                  </a:cubicBezTo>
                  <a:lnTo>
                    <a:pt x="10299" y="25257"/>
                  </a:lnTo>
                  <a:cubicBezTo>
                    <a:pt x="9348" y="26868"/>
                    <a:pt x="7632" y="27912"/>
                    <a:pt x="5727" y="28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D5A92865-871A-FB4A-9E36-0C227899375A}"/>
                </a:ext>
              </a:extLst>
            </p:cNvPr>
            <p:cNvSpPr/>
            <p:nvPr/>
          </p:nvSpPr>
          <p:spPr>
            <a:xfrm>
              <a:off x="6184249" y="2373269"/>
              <a:ext cx="28735" cy="20956"/>
            </a:xfrm>
            <a:custGeom>
              <a:avLst/>
              <a:gdLst>
                <a:gd name="connsiteX0" fmla="*/ 5635 w 28735"/>
                <a:gd name="connsiteY0" fmla="*/ 20956 h 20956"/>
                <a:gd name="connsiteX1" fmla="*/ 3 w 28735"/>
                <a:gd name="connsiteY1" fmla="*/ 15135 h 20956"/>
                <a:gd name="connsiteX2" fmla="*/ 2777 w 28735"/>
                <a:gd name="connsiteY2" fmla="*/ 10484 h 20956"/>
                <a:gd name="connsiteX3" fmla="*/ 20113 w 28735"/>
                <a:gd name="connsiteY3" fmla="*/ 753 h 20956"/>
                <a:gd name="connsiteX4" fmla="*/ 28018 w 28735"/>
                <a:gd name="connsiteY4" fmla="*/ 2792 h 20956"/>
                <a:gd name="connsiteX5" fmla="*/ 25828 w 28735"/>
                <a:gd name="connsiteY5" fmla="*/ 10484 h 20956"/>
                <a:gd name="connsiteX6" fmla="*/ 8587 w 28735"/>
                <a:gd name="connsiteY6" fmla="*/ 20215 h 20956"/>
                <a:gd name="connsiteX7" fmla="*/ 5635 w 28735"/>
                <a:gd name="connsiteY7" fmla="*/ 20956 h 20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35" h="20956">
                  <a:moveTo>
                    <a:pt x="5635" y="20956"/>
                  </a:moveTo>
                  <a:cubicBezTo>
                    <a:pt x="2427" y="20862"/>
                    <a:pt x="-94" y="18255"/>
                    <a:pt x="3" y="15135"/>
                  </a:cubicBezTo>
                  <a:cubicBezTo>
                    <a:pt x="62" y="13228"/>
                    <a:pt x="1105" y="11479"/>
                    <a:pt x="2777" y="10484"/>
                  </a:cubicBezTo>
                  <a:lnTo>
                    <a:pt x="20113" y="753"/>
                  </a:lnTo>
                  <a:cubicBezTo>
                    <a:pt x="22876" y="-793"/>
                    <a:pt x="26404" y="117"/>
                    <a:pt x="28018" y="2792"/>
                  </a:cubicBezTo>
                  <a:cubicBezTo>
                    <a:pt x="29536" y="5511"/>
                    <a:pt x="28568" y="8912"/>
                    <a:pt x="25828" y="10484"/>
                  </a:cubicBezTo>
                  <a:lnTo>
                    <a:pt x="8587" y="20215"/>
                  </a:lnTo>
                  <a:cubicBezTo>
                    <a:pt x="7678" y="20687"/>
                    <a:pt x="6665" y="20941"/>
                    <a:pt x="5635" y="2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47D6CF44-0D9B-2F4B-B92B-12F2707F4CB5}"/>
                </a:ext>
              </a:extLst>
            </p:cNvPr>
            <p:cNvSpPr/>
            <p:nvPr/>
          </p:nvSpPr>
          <p:spPr>
            <a:xfrm>
              <a:off x="6194380" y="2422815"/>
              <a:ext cx="31624" cy="11307"/>
            </a:xfrm>
            <a:custGeom>
              <a:avLst/>
              <a:gdLst>
                <a:gd name="connsiteX0" fmla="*/ 26556 w 31624"/>
                <a:gd name="connsiteY0" fmla="*/ 11260 h 11307"/>
                <a:gd name="connsiteX1" fmla="*/ 6553 w 31624"/>
                <a:gd name="connsiteY1" fmla="*/ 11260 h 11307"/>
                <a:gd name="connsiteX2" fmla="*/ 48 w 31624"/>
                <a:gd name="connsiteY2" fmla="*/ 6376 h 11307"/>
                <a:gd name="connsiteX3" fmla="*/ 5068 w 31624"/>
                <a:gd name="connsiteY3" fmla="*/ 46 h 11307"/>
                <a:gd name="connsiteX4" fmla="*/ 6553 w 31624"/>
                <a:gd name="connsiteY4" fmla="*/ 46 h 11307"/>
                <a:gd name="connsiteX5" fmla="*/ 26556 w 31624"/>
                <a:gd name="connsiteY5" fmla="*/ 46 h 11307"/>
                <a:gd name="connsiteX6" fmla="*/ 31576 w 31624"/>
                <a:gd name="connsiteY6" fmla="*/ 6376 h 11307"/>
                <a:gd name="connsiteX7" fmla="*/ 26556 w 31624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24" h="11307">
                  <a:moveTo>
                    <a:pt x="26556" y="11260"/>
                  </a:moveTo>
                  <a:lnTo>
                    <a:pt x="6553" y="11260"/>
                  </a:lnTo>
                  <a:cubicBezTo>
                    <a:pt x="3371" y="11659"/>
                    <a:pt x="458" y="9472"/>
                    <a:pt x="48" y="6376"/>
                  </a:cubicBezTo>
                  <a:cubicBezTo>
                    <a:pt x="-362" y="3279"/>
                    <a:pt x="1886" y="445"/>
                    <a:pt x="5068" y="46"/>
                  </a:cubicBezTo>
                  <a:cubicBezTo>
                    <a:pt x="5561" y="-15"/>
                    <a:pt x="6060" y="-15"/>
                    <a:pt x="6553" y="46"/>
                  </a:cubicBezTo>
                  <a:lnTo>
                    <a:pt x="26556" y="46"/>
                  </a:lnTo>
                  <a:cubicBezTo>
                    <a:pt x="29738" y="445"/>
                    <a:pt x="31986" y="3279"/>
                    <a:pt x="31576" y="6376"/>
                  </a:cubicBezTo>
                  <a:cubicBezTo>
                    <a:pt x="31238" y="8925"/>
                    <a:pt x="29176" y="10932"/>
                    <a:pt x="26556" y="11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77BE98E5-557E-A148-A04E-4D8FCD10B66B}"/>
                </a:ext>
              </a:extLst>
            </p:cNvPr>
            <p:cNvSpPr/>
            <p:nvPr/>
          </p:nvSpPr>
          <p:spPr>
            <a:xfrm>
              <a:off x="6184065" y="2462611"/>
              <a:ext cx="28919" cy="21138"/>
            </a:xfrm>
            <a:custGeom>
              <a:avLst/>
              <a:gdLst>
                <a:gd name="connsiteX0" fmla="*/ 23155 w 28919"/>
                <a:gd name="connsiteY0" fmla="*/ 21139 h 21138"/>
                <a:gd name="connsiteX1" fmla="*/ 20297 w 28919"/>
                <a:gd name="connsiteY1" fmla="*/ 20397 h 21138"/>
                <a:gd name="connsiteX2" fmla="*/ 2962 w 28919"/>
                <a:gd name="connsiteY2" fmla="*/ 10666 h 21138"/>
                <a:gd name="connsiteX3" fmla="*/ 771 w 28919"/>
                <a:gd name="connsiteY3" fmla="*/ 2882 h 21138"/>
                <a:gd name="connsiteX4" fmla="*/ 8772 w 28919"/>
                <a:gd name="connsiteY4" fmla="*/ 750 h 21138"/>
                <a:gd name="connsiteX5" fmla="*/ 26012 w 28919"/>
                <a:gd name="connsiteY5" fmla="*/ 10481 h 21138"/>
                <a:gd name="connsiteX6" fmla="*/ 28203 w 28919"/>
                <a:gd name="connsiteY6" fmla="*/ 18173 h 21138"/>
                <a:gd name="connsiteX7" fmla="*/ 23155 w 28919"/>
                <a:gd name="connsiteY7" fmla="*/ 21139 h 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19" h="21138">
                  <a:moveTo>
                    <a:pt x="23155" y="21139"/>
                  </a:moveTo>
                  <a:cubicBezTo>
                    <a:pt x="22154" y="21124"/>
                    <a:pt x="21173" y="20869"/>
                    <a:pt x="20297" y="20397"/>
                  </a:cubicBezTo>
                  <a:lnTo>
                    <a:pt x="2962" y="10666"/>
                  </a:lnTo>
                  <a:cubicBezTo>
                    <a:pt x="147" y="9105"/>
                    <a:pt x="-834" y="5620"/>
                    <a:pt x="771" y="2882"/>
                  </a:cubicBezTo>
                  <a:cubicBezTo>
                    <a:pt x="2375" y="143"/>
                    <a:pt x="5958" y="-811"/>
                    <a:pt x="8772" y="750"/>
                  </a:cubicBezTo>
                  <a:lnTo>
                    <a:pt x="26012" y="10481"/>
                  </a:lnTo>
                  <a:cubicBezTo>
                    <a:pt x="28752" y="12053"/>
                    <a:pt x="29721" y="15453"/>
                    <a:pt x="28203" y="18173"/>
                  </a:cubicBezTo>
                  <a:cubicBezTo>
                    <a:pt x="27170" y="19953"/>
                    <a:pt x="25255" y="21078"/>
                    <a:pt x="23155" y="211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8195D105-9DA9-9C4C-BC19-F8E8942F213E}"/>
                </a:ext>
              </a:extLst>
            </p:cNvPr>
            <p:cNvSpPr/>
            <p:nvPr/>
          </p:nvSpPr>
          <p:spPr>
            <a:xfrm>
              <a:off x="6153663" y="2490966"/>
              <a:ext cx="22326" cy="29136"/>
            </a:xfrm>
            <a:custGeom>
              <a:avLst/>
              <a:gdLst>
                <a:gd name="connsiteX0" fmla="*/ 16219 w 22326"/>
                <a:gd name="connsiteY0" fmla="*/ 29112 h 29136"/>
                <a:gd name="connsiteX1" fmla="*/ 11171 w 22326"/>
                <a:gd name="connsiteY1" fmla="*/ 26332 h 29136"/>
                <a:gd name="connsiteX2" fmla="*/ 1646 w 22326"/>
                <a:gd name="connsiteY2" fmla="*/ 9465 h 29136"/>
                <a:gd name="connsiteX3" fmla="*/ 1702 w 22326"/>
                <a:gd name="connsiteY3" fmla="*/ 1601 h 29136"/>
                <a:gd name="connsiteX4" fmla="*/ 9784 w 22326"/>
                <a:gd name="connsiteY4" fmla="*/ 1656 h 29136"/>
                <a:gd name="connsiteX5" fmla="*/ 11171 w 22326"/>
                <a:gd name="connsiteY5" fmla="*/ 3904 h 29136"/>
                <a:gd name="connsiteX6" fmla="*/ 21553 w 22326"/>
                <a:gd name="connsiteY6" fmla="*/ 20678 h 29136"/>
                <a:gd name="connsiteX7" fmla="*/ 19457 w 22326"/>
                <a:gd name="connsiteY7" fmla="*/ 28370 h 29136"/>
                <a:gd name="connsiteX8" fmla="*/ 16219 w 22326"/>
                <a:gd name="connsiteY8" fmla="*/ 29112 h 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" h="29136">
                  <a:moveTo>
                    <a:pt x="16219" y="29112"/>
                  </a:moveTo>
                  <a:cubicBezTo>
                    <a:pt x="14157" y="29091"/>
                    <a:pt x="12251" y="28041"/>
                    <a:pt x="11171" y="26332"/>
                  </a:cubicBezTo>
                  <a:lnTo>
                    <a:pt x="1646" y="9465"/>
                  </a:lnTo>
                  <a:cubicBezTo>
                    <a:pt x="-571" y="7278"/>
                    <a:pt x="-545" y="3757"/>
                    <a:pt x="1702" y="1601"/>
                  </a:cubicBezTo>
                  <a:cubicBezTo>
                    <a:pt x="3950" y="-555"/>
                    <a:pt x="7568" y="-530"/>
                    <a:pt x="9784" y="1656"/>
                  </a:cubicBezTo>
                  <a:cubicBezTo>
                    <a:pt x="10424" y="2287"/>
                    <a:pt x="10899" y="3058"/>
                    <a:pt x="11171" y="3904"/>
                  </a:cubicBezTo>
                  <a:lnTo>
                    <a:pt x="21553" y="20678"/>
                  </a:lnTo>
                  <a:cubicBezTo>
                    <a:pt x="23141" y="23368"/>
                    <a:pt x="22206" y="26800"/>
                    <a:pt x="19457" y="28370"/>
                  </a:cubicBezTo>
                  <a:cubicBezTo>
                    <a:pt x="18492" y="28960"/>
                    <a:pt x="17353" y="29221"/>
                    <a:pt x="16219" y="29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7FBD3AA5-5F5B-1A49-A50C-34EBCDF0033E}"/>
                </a:ext>
              </a:extLst>
            </p:cNvPr>
            <p:cNvSpPr/>
            <p:nvPr/>
          </p:nvSpPr>
          <p:spPr>
            <a:xfrm>
              <a:off x="6113112" y="2503377"/>
              <a:ext cx="11526" cy="30046"/>
            </a:xfrm>
            <a:custGeom>
              <a:avLst/>
              <a:gdLst>
                <a:gd name="connsiteX0" fmla="*/ 5716 w 11526"/>
                <a:gd name="connsiteY0" fmla="*/ 30047 h 30046"/>
                <a:gd name="connsiteX1" fmla="*/ 0 w 11526"/>
                <a:gd name="connsiteY1" fmla="*/ 24487 h 30046"/>
                <a:gd name="connsiteX2" fmla="*/ 1 w 11526"/>
                <a:gd name="connsiteY2" fmla="*/ 24393 h 30046"/>
                <a:gd name="connsiteX3" fmla="*/ 1 w 11526"/>
                <a:gd name="connsiteY3" fmla="*/ 4932 h 30046"/>
                <a:gd name="connsiteX4" fmla="*/ 6506 w 11526"/>
                <a:gd name="connsiteY4" fmla="*/ 47 h 30046"/>
                <a:gd name="connsiteX5" fmla="*/ 11526 w 11526"/>
                <a:gd name="connsiteY5" fmla="*/ 4932 h 30046"/>
                <a:gd name="connsiteX6" fmla="*/ 11526 w 11526"/>
                <a:gd name="connsiteY6" fmla="*/ 24857 h 30046"/>
                <a:gd name="connsiteX7" fmla="*/ 5716 w 11526"/>
                <a:gd name="connsiteY7" fmla="*/ 30047 h 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6" h="30046">
                  <a:moveTo>
                    <a:pt x="5716" y="30047"/>
                  </a:moveTo>
                  <a:cubicBezTo>
                    <a:pt x="2559" y="30047"/>
                    <a:pt x="0" y="27558"/>
                    <a:pt x="0" y="24487"/>
                  </a:cubicBezTo>
                  <a:cubicBezTo>
                    <a:pt x="0" y="24456"/>
                    <a:pt x="0" y="24425"/>
                    <a:pt x="1" y="24393"/>
                  </a:cubicBezTo>
                  <a:lnTo>
                    <a:pt x="1" y="4932"/>
                  </a:lnTo>
                  <a:cubicBezTo>
                    <a:pt x="411" y="1835"/>
                    <a:pt x="3323" y="-352"/>
                    <a:pt x="6506" y="47"/>
                  </a:cubicBezTo>
                  <a:cubicBezTo>
                    <a:pt x="9126" y="375"/>
                    <a:pt x="11188" y="2382"/>
                    <a:pt x="11526" y="4932"/>
                  </a:cubicBezTo>
                  <a:lnTo>
                    <a:pt x="11526" y="24857"/>
                  </a:lnTo>
                  <a:cubicBezTo>
                    <a:pt x="11278" y="27797"/>
                    <a:pt x="8748" y="30057"/>
                    <a:pt x="5716" y="30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2960CB3-EB71-C24D-8E4A-45D0A3E606C7}"/>
                </a:ext>
              </a:extLst>
            </p:cNvPr>
            <p:cNvSpPr/>
            <p:nvPr/>
          </p:nvSpPr>
          <p:spPr>
            <a:xfrm>
              <a:off x="6062047" y="2492079"/>
              <a:ext cx="21579" cy="28000"/>
            </a:xfrm>
            <a:custGeom>
              <a:avLst/>
              <a:gdLst>
                <a:gd name="connsiteX0" fmla="*/ 5727 w 21579"/>
                <a:gd name="connsiteY0" fmla="*/ 27999 h 28000"/>
                <a:gd name="connsiteX1" fmla="*/ 2869 w 21579"/>
                <a:gd name="connsiteY1" fmla="*/ 27258 h 28000"/>
                <a:gd name="connsiteX2" fmla="*/ 774 w 21579"/>
                <a:gd name="connsiteY2" fmla="*/ 19566 h 28000"/>
                <a:gd name="connsiteX3" fmla="*/ 10775 w 21579"/>
                <a:gd name="connsiteY3" fmla="*/ 2792 h 28000"/>
                <a:gd name="connsiteX4" fmla="*/ 18681 w 21579"/>
                <a:gd name="connsiteY4" fmla="*/ 753 h 28000"/>
                <a:gd name="connsiteX5" fmla="*/ 20875 w 21579"/>
                <a:gd name="connsiteY5" fmla="*/ 8185 h 28000"/>
                <a:gd name="connsiteX6" fmla="*/ 20776 w 21579"/>
                <a:gd name="connsiteY6" fmla="*/ 8352 h 28000"/>
                <a:gd name="connsiteX7" fmla="*/ 10775 w 21579"/>
                <a:gd name="connsiteY7" fmla="*/ 25219 h 28000"/>
                <a:gd name="connsiteX8" fmla="*/ 5727 w 21579"/>
                <a:gd name="connsiteY8" fmla="*/ 27999 h 2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79" h="28000">
                  <a:moveTo>
                    <a:pt x="5727" y="27999"/>
                  </a:moveTo>
                  <a:cubicBezTo>
                    <a:pt x="4721" y="28019"/>
                    <a:pt x="3731" y="27762"/>
                    <a:pt x="2869" y="27258"/>
                  </a:cubicBezTo>
                  <a:cubicBezTo>
                    <a:pt x="120" y="25688"/>
                    <a:pt x="-815" y="22255"/>
                    <a:pt x="774" y="19566"/>
                  </a:cubicBezTo>
                  <a:lnTo>
                    <a:pt x="10775" y="2792"/>
                  </a:lnTo>
                  <a:cubicBezTo>
                    <a:pt x="12389" y="117"/>
                    <a:pt x="15917" y="-793"/>
                    <a:pt x="18681" y="753"/>
                  </a:cubicBezTo>
                  <a:cubicBezTo>
                    <a:pt x="21396" y="2215"/>
                    <a:pt x="22379" y="5543"/>
                    <a:pt x="20875" y="8185"/>
                  </a:cubicBezTo>
                  <a:cubicBezTo>
                    <a:pt x="20843" y="8241"/>
                    <a:pt x="20810" y="8297"/>
                    <a:pt x="20776" y="8352"/>
                  </a:cubicBezTo>
                  <a:lnTo>
                    <a:pt x="10775" y="25219"/>
                  </a:lnTo>
                  <a:cubicBezTo>
                    <a:pt x="9708" y="26942"/>
                    <a:pt x="7794" y="27996"/>
                    <a:pt x="5727" y="279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D2EA7695-9F31-0442-A37D-04F323858A93}"/>
                </a:ext>
              </a:extLst>
            </p:cNvPr>
            <p:cNvSpPr/>
            <p:nvPr/>
          </p:nvSpPr>
          <p:spPr>
            <a:xfrm>
              <a:off x="6024801" y="2462608"/>
              <a:ext cx="28735" cy="21141"/>
            </a:xfrm>
            <a:custGeom>
              <a:avLst/>
              <a:gdLst>
                <a:gd name="connsiteX0" fmla="*/ 5635 w 28735"/>
                <a:gd name="connsiteY0" fmla="*/ 21141 h 21141"/>
                <a:gd name="connsiteX1" fmla="*/ 3 w 28735"/>
                <a:gd name="connsiteY1" fmla="*/ 15320 h 21141"/>
                <a:gd name="connsiteX2" fmla="*/ 2777 w 28735"/>
                <a:gd name="connsiteY2" fmla="*/ 10669 h 21141"/>
                <a:gd name="connsiteX3" fmla="*/ 20113 w 28735"/>
                <a:gd name="connsiteY3" fmla="*/ 753 h 21141"/>
                <a:gd name="connsiteX4" fmla="*/ 28018 w 28735"/>
                <a:gd name="connsiteY4" fmla="*/ 2792 h 21141"/>
                <a:gd name="connsiteX5" fmla="*/ 25828 w 28735"/>
                <a:gd name="connsiteY5" fmla="*/ 10484 h 21141"/>
                <a:gd name="connsiteX6" fmla="*/ 8587 w 28735"/>
                <a:gd name="connsiteY6" fmla="*/ 20400 h 21141"/>
                <a:gd name="connsiteX7" fmla="*/ 5635 w 28735"/>
                <a:gd name="connsiteY7" fmla="*/ 21141 h 2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35" h="21141">
                  <a:moveTo>
                    <a:pt x="5635" y="21141"/>
                  </a:moveTo>
                  <a:cubicBezTo>
                    <a:pt x="2427" y="21047"/>
                    <a:pt x="-94" y="18441"/>
                    <a:pt x="3" y="15320"/>
                  </a:cubicBezTo>
                  <a:cubicBezTo>
                    <a:pt x="62" y="13414"/>
                    <a:pt x="1105" y="11665"/>
                    <a:pt x="2777" y="10669"/>
                  </a:cubicBezTo>
                  <a:lnTo>
                    <a:pt x="20113" y="753"/>
                  </a:lnTo>
                  <a:cubicBezTo>
                    <a:pt x="22876" y="-793"/>
                    <a:pt x="26404" y="117"/>
                    <a:pt x="28018" y="2792"/>
                  </a:cubicBezTo>
                  <a:cubicBezTo>
                    <a:pt x="29536" y="5511"/>
                    <a:pt x="28568" y="8912"/>
                    <a:pt x="25828" y="10484"/>
                  </a:cubicBezTo>
                  <a:lnTo>
                    <a:pt x="8587" y="20400"/>
                  </a:lnTo>
                  <a:cubicBezTo>
                    <a:pt x="7678" y="20872"/>
                    <a:pt x="6665" y="21127"/>
                    <a:pt x="5635" y="2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12885217-D4A7-8546-A2B0-73D30A32E17B}"/>
                </a:ext>
              </a:extLst>
            </p:cNvPr>
            <p:cNvSpPr/>
            <p:nvPr/>
          </p:nvSpPr>
          <p:spPr>
            <a:xfrm>
              <a:off x="6010261" y="2422815"/>
              <a:ext cx="31624" cy="11307"/>
            </a:xfrm>
            <a:custGeom>
              <a:avLst/>
              <a:gdLst>
                <a:gd name="connsiteX0" fmla="*/ 26556 w 31624"/>
                <a:gd name="connsiteY0" fmla="*/ 11260 h 11307"/>
                <a:gd name="connsiteX1" fmla="*/ 6553 w 31624"/>
                <a:gd name="connsiteY1" fmla="*/ 11260 h 11307"/>
                <a:gd name="connsiteX2" fmla="*/ 48 w 31624"/>
                <a:gd name="connsiteY2" fmla="*/ 6376 h 11307"/>
                <a:gd name="connsiteX3" fmla="*/ 5068 w 31624"/>
                <a:gd name="connsiteY3" fmla="*/ 46 h 11307"/>
                <a:gd name="connsiteX4" fmla="*/ 6553 w 31624"/>
                <a:gd name="connsiteY4" fmla="*/ 46 h 11307"/>
                <a:gd name="connsiteX5" fmla="*/ 26556 w 31624"/>
                <a:gd name="connsiteY5" fmla="*/ 46 h 11307"/>
                <a:gd name="connsiteX6" fmla="*/ 31576 w 31624"/>
                <a:gd name="connsiteY6" fmla="*/ 6376 h 11307"/>
                <a:gd name="connsiteX7" fmla="*/ 26556 w 31624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24" h="11307">
                  <a:moveTo>
                    <a:pt x="26556" y="11260"/>
                  </a:moveTo>
                  <a:lnTo>
                    <a:pt x="6553" y="11260"/>
                  </a:lnTo>
                  <a:cubicBezTo>
                    <a:pt x="3371" y="11659"/>
                    <a:pt x="458" y="9472"/>
                    <a:pt x="48" y="6376"/>
                  </a:cubicBezTo>
                  <a:cubicBezTo>
                    <a:pt x="-362" y="3279"/>
                    <a:pt x="1886" y="445"/>
                    <a:pt x="5068" y="46"/>
                  </a:cubicBezTo>
                  <a:cubicBezTo>
                    <a:pt x="5561" y="-15"/>
                    <a:pt x="6060" y="-15"/>
                    <a:pt x="6553" y="46"/>
                  </a:cubicBezTo>
                  <a:lnTo>
                    <a:pt x="26556" y="46"/>
                  </a:lnTo>
                  <a:cubicBezTo>
                    <a:pt x="29738" y="445"/>
                    <a:pt x="31986" y="3279"/>
                    <a:pt x="31576" y="6376"/>
                  </a:cubicBezTo>
                  <a:cubicBezTo>
                    <a:pt x="31238" y="8925"/>
                    <a:pt x="29176" y="10932"/>
                    <a:pt x="26556" y="11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30DD6AF-AD26-114E-AAA1-FF65EDFDA1A1}"/>
                </a:ext>
              </a:extLst>
            </p:cNvPr>
            <p:cNvSpPr/>
            <p:nvPr/>
          </p:nvSpPr>
          <p:spPr>
            <a:xfrm>
              <a:off x="6025156" y="2373507"/>
              <a:ext cx="28407" cy="20718"/>
            </a:xfrm>
            <a:custGeom>
              <a:avLst/>
              <a:gdLst>
                <a:gd name="connsiteX0" fmla="*/ 22615 w 28407"/>
                <a:gd name="connsiteY0" fmla="*/ 20718 h 20718"/>
                <a:gd name="connsiteX1" fmla="*/ 19757 w 28407"/>
                <a:gd name="connsiteY1" fmla="*/ 19977 h 20718"/>
                <a:gd name="connsiteX2" fmla="*/ 2422 w 28407"/>
                <a:gd name="connsiteY2" fmla="*/ 10246 h 20718"/>
                <a:gd name="connsiteX3" fmla="*/ 1091 w 28407"/>
                <a:gd name="connsiteY3" fmla="*/ 2356 h 20718"/>
                <a:gd name="connsiteX4" fmla="*/ 8232 w 28407"/>
                <a:gd name="connsiteY4" fmla="*/ 515 h 20718"/>
                <a:gd name="connsiteX5" fmla="*/ 25472 w 28407"/>
                <a:gd name="connsiteY5" fmla="*/ 10246 h 20718"/>
                <a:gd name="connsiteX6" fmla="*/ 27684 w 28407"/>
                <a:gd name="connsiteY6" fmla="*/ 17809 h 20718"/>
                <a:gd name="connsiteX7" fmla="*/ 27663 w 28407"/>
                <a:gd name="connsiteY7" fmla="*/ 17845 h 20718"/>
                <a:gd name="connsiteX8" fmla="*/ 22615 w 28407"/>
                <a:gd name="connsiteY8" fmla="*/ 20718 h 20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407" h="20718">
                  <a:moveTo>
                    <a:pt x="22615" y="20718"/>
                  </a:moveTo>
                  <a:cubicBezTo>
                    <a:pt x="21614" y="20703"/>
                    <a:pt x="20633" y="20448"/>
                    <a:pt x="19757" y="19977"/>
                  </a:cubicBezTo>
                  <a:lnTo>
                    <a:pt x="2422" y="10246"/>
                  </a:lnTo>
                  <a:cubicBezTo>
                    <a:pt x="-185" y="8425"/>
                    <a:pt x="-781" y="4893"/>
                    <a:pt x="1091" y="2356"/>
                  </a:cubicBezTo>
                  <a:cubicBezTo>
                    <a:pt x="2712" y="160"/>
                    <a:pt x="5705" y="-612"/>
                    <a:pt x="8232" y="515"/>
                  </a:cubicBezTo>
                  <a:lnTo>
                    <a:pt x="25472" y="10246"/>
                  </a:lnTo>
                  <a:cubicBezTo>
                    <a:pt x="28230" y="11740"/>
                    <a:pt x="29220" y="15127"/>
                    <a:pt x="27684" y="17809"/>
                  </a:cubicBezTo>
                  <a:cubicBezTo>
                    <a:pt x="27677" y="17821"/>
                    <a:pt x="27670" y="17833"/>
                    <a:pt x="27663" y="17845"/>
                  </a:cubicBezTo>
                  <a:cubicBezTo>
                    <a:pt x="26620" y="19603"/>
                    <a:pt x="24701" y="20695"/>
                    <a:pt x="22615" y="20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47BCE74-72EB-9047-9580-410068F40515}"/>
                </a:ext>
              </a:extLst>
            </p:cNvPr>
            <p:cNvSpPr/>
            <p:nvPr/>
          </p:nvSpPr>
          <p:spPr>
            <a:xfrm>
              <a:off x="6062047" y="2336902"/>
              <a:ext cx="21549" cy="28038"/>
            </a:xfrm>
            <a:custGeom>
              <a:avLst/>
              <a:gdLst>
                <a:gd name="connsiteX0" fmla="*/ 15728 w 21549"/>
                <a:gd name="connsiteY0" fmla="*/ 28037 h 28038"/>
                <a:gd name="connsiteX1" fmla="*/ 10775 w 21549"/>
                <a:gd name="connsiteY1" fmla="*/ 25257 h 28038"/>
                <a:gd name="connsiteX2" fmla="*/ 774 w 21549"/>
                <a:gd name="connsiteY2" fmla="*/ 8390 h 28038"/>
                <a:gd name="connsiteX3" fmla="*/ 2869 w 21549"/>
                <a:gd name="connsiteY3" fmla="*/ 697 h 28038"/>
                <a:gd name="connsiteX4" fmla="*/ 10775 w 21549"/>
                <a:gd name="connsiteY4" fmla="*/ 2829 h 28038"/>
                <a:gd name="connsiteX5" fmla="*/ 20776 w 21549"/>
                <a:gd name="connsiteY5" fmla="*/ 19603 h 28038"/>
                <a:gd name="connsiteX6" fmla="*/ 18681 w 21549"/>
                <a:gd name="connsiteY6" fmla="*/ 27295 h 28038"/>
                <a:gd name="connsiteX7" fmla="*/ 15728 w 21549"/>
                <a:gd name="connsiteY7" fmla="*/ 28037 h 2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49" h="28038">
                  <a:moveTo>
                    <a:pt x="15728" y="28037"/>
                  </a:moveTo>
                  <a:cubicBezTo>
                    <a:pt x="13690" y="28019"/>
                    <a:pt x="11811" y="26964"/>
                    <a:pt x="10775" y="25257"/>
                  </a:cubicBezTo>
                  <a:lnTo>
                    <a:pt x="774" y="8390"/>
                  </a:lnTo>
                  <a:cubicBezTo>
                    <a:pt x="-815" y="5700"/>
                    <a:pt x="120" y="2268"/>
                    <a:pt x="2869" y="697"/>
                  </a:cubicBezTo>
                  <a:cubicBezTo>
                    <a:pt x="5664" y="-780"/>
                    <a:pt x="9160" y="163"/>
                    <a:pt x="10775" y="2829"/>
                  </a:cubicBezTo>
                  <a:lnTo>
                    <a:pt x="20776" y="19603"/>
                  </a:lnTo>
                  <a:cubicBezTo>
                    <a:pt x="22365" y="22292"/>
                    <a:pt x="21430" y="25725"/>
                    <a:pt x="18681" y="27295"/>
                  </a:cubicBezTo>
                  <a:cubicBezTo>
                    <a:pt x="17787" y="27807"/>
                    <a:pt x="16764" y="28064"/>
                    <a:pt x="15728" y="28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322330DE-B9B6-7941-95C3-6CF20879BECA}"/>
                </a:ext>
              </a:extLst>
            </p:cNvPr>
            <p:cNvSpPr/>
            <p:nvPr/>
          </p:nvSpPr>
          <p:spPr>
            <a:xfrm>
              <a:off x="6113064" y="2385624"/>
              <a:ext cx="59502" cy="95437"/>
            </a:xfrm>
            <a:custGeom>
              <a:avLst/>
              <a:gdLst>
                <a:gd name="connsiteX0" fmla="*/ 54055 w 59502"/>
                <a:gd name="connsiteY0" fmla="*/ 95438 h 95437"/>
                <a:gd name="connsiteX1" fmla="*/ 49959 w 59502"/>
                <a:gd name="connsiteY1" fmla="*/ 93769 h 95437"/>
                <a:gd name="connsiteX2" fmla="*/ 1668 w 59502"/>
                <a:gd name="connsiteY2" fmla="*/ 46875 h 95437"/>
                <a:gd name="connsiteX3" fmla="*/ 48 w 59502"/>
                <a:gd name="connsiteY3" fmla="*/ 42890 h 95437"/>
                <a:gd name="connsiteX4" fmla="*/ 48 w 59502"/>
                <a:gd name="connsiteY4" fmla="*/ 6376 h 95437"/>
                <a:gd name="connsiteX5" fmla="*/ 5068 w 59502"/>
                <a:gd name="connsiteY5" fmla="*/ 47 h 95437"/>
                <a:gd name="connsiteX6" fmla="*/ 11574 w 59502"/>
                <a:gd name="connsiteY6" fmla="*/ 4932 h 95437"/>
                <a:gd name="connsiteX7" fmla="*/ 11574 w 59502"/>
                <a:gd name="connsiteY7" fmla="*/ 6376 h 95437"/>
                <a:gd name="connsiteX8" fmla="*/ 11574 w 59502"/>
                <a:gd name="connsiteY8" fmla="*/ 40666 h 95437"/>
                <a:gd name="connsiteX9" fmla="*/ 58151 w 59502"/>
                <a:gd name="connsiteY9" fmla="*/ 85985 h 95437"/>
                <a:gd name="connsiteX10" fmla="*/ 57419 w 59502"/>
                <a:gd name="connsiteY10" fmla="*/ 93948 h 95437"/>
                <a:gd name="connsiteX11" fmla="*/ 54055 w 59502"/>
                <a:gd name="connsiteY11" fmla="*/ 95252 h 9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502" h="95437">
                  <a:moveTo>
                    <a:pt x="54055" y="95438"/>
                  </a:moveTo>
                  <a:cubicBezTo>
                    <a:pt x="52514" y="95441"/>
                    <a:pt x="51038" y="94840"/>
                    <a:pt x="49959" y="93769"/>
                  </a:cubicBezTo>
                  <a:lnTo>
                    <a:pt x="1668" y="46875"/>
                  </a:lnTo>
                  <a:cubicBezTo>
                    <a:pt x="628" y="45795"/>
                    <a:pt x="49" y="44370"/>
                    <a:pt x="48" y="42890"/>
                  </a:cubicBezTo>
                  <a:lnTo>
                    <a:pt x="48" y="6376"/>
                  </a:lnTo>
                  <a:cubicBezTo>
                    <a:pt x="-362" y="3280"/>
                    <a:pt x="1886" y="446"/>
                    <a:pt x="5068" y="47"/>
                  </a:cubicBezTo>
                  <a:cubicBezTo>
                    <a:pt x="8251" y="-352"/>
                    <a:pt x="11164" y="1835"/>
                    <a:pt x="11574" y="4932"/>
                  </a:cubicBezTo>
                  <a:cubicBezTo>
                    <a:pt x="11637" y="5411"/>
                    <a:pt x="11637" y="5897"/>
                    <a:pt x="11574" y="6376"/>
                  </a:cubicBezTo>
                  <a:lnTo>
                    <a:pt x="11574" y="40666"/>
                  </a:lnTo>
                  <a:lnTo>
                    <a:pt x="58151" y="85985"/>
                  </a:lnTo>
                  <a:cubicBezTo>
                    <a:pt x="60209" y="88380"/>
                    <a:pt x="59881" y="91945"/>
                    <a:pt x="57419" y="93948"/>
                  </a:cubicBezTo>
                  <a:cubicBezTo>
                    <a:pt x="56469" y="94720"/>
                    <a:pt x="55290" y="95177"/>
                    <a:pt x="54055" y="952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871BF1A9-C2A9-6D41-A3B0-02E97705CC1F}"/>
                </a:ext>
              </a:extLst>
            </p:cNvPr>
            <p:cNvSpPr/>
            <p:nvPr/>
          </p:nvSpPr>
          <p:spPr>
            <a:xfrm>
              <a:off x="6089014" y="2259474"/>
              <a:ext cx="59721" cy="34104"/>
            </a:xfrm>
            <a:custGeom>
              <a:avLst/>
              <a:gdLst>
                <a:gd name="connsiteX0" fmla="*/ 59722 w 59721"/>
                <a:gd name="connsiteY0" fmla="*/ 34105 h 34104"/>
                <a:gd name="connsiteX1" fmla="*/ 53054 w 59721"/>
                <a:gd name="connsiteY1" fmla="*/ 33085 h 34104"/>
                <a:gd name="connsiteX2" fmla="*/ 6668 w 59721"/>
                <a:gd name="connsiteY2" fmla="*/ 33085 h 34104"/>
                <a:gd name="connsiteX3" fmla="*/ 0 w 59721"/>
                <a:gd name="connsiteY3" fmla="*/ 34105 h 34104"/>
                <a:gd name="connsiteX4" fmla="*/ 0 w 59721"/>
                <a:gd name="connsiteY4" fmla="*/ 0 h 34104"/>
                <a:gd name="connsiteX5" fmla="*/ 59722 w 59721"/>
                <a:gd name="connsiteY5" fmla="*/ 0 h 34104"/>
                <a:gd name="connsiteX6" fmla="*/ 29813 w 59721"/>
                <a:gd name="connsiteY6" fmla="*/ 20018 h 34104"/>
                <a:gd name="connsiteX7" fmla="*/ 48101 w 59721"/>
                <a:gd name="connsiteY7" fmla="*/ 21037 h 34104"/>
                <a:gd name="connsiteX8" fmla="*/ 48101 w 59721"/>
                <a:gd name="connsiteY8" fmla="*/ 10936 h 34104"/>
                <a:gd name="connsiteX9" fmla="*/ 11525 w 59721"/>
                <a:gd name="connsiteY9" fmla="*/ 10936 h 34104"/>
                <a:gd name="connsiteX10" fmla="*/ 11525 w 59721"/>
                <a:gd name="connsiteY10" fmla="*/ 21037 h 34104"/>
                <a:gd name="connsiteX11" fmla="*/ 29813 w 59721"/>
                <a:gd name="connsiteY11" fmla="*/ 20018 h 3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721" h="34104">
                  <a:moveTo>
                    <a:pt x="59722" y="34105"/>
                  </a:moveTo>
                  <a:lnTo>
                    <a:pt x="53054" y="33085"/>
                  </a:lnTo>
                  <a:cubicBezTo>
                    <a:pt x="37699" y="30583"/>
                    <a:pt x="22023" y="30583"/>
                    <a:pt x="6668" y="33085"/>
                  </a:cubicBezTo>
                  <a:lnTo>
                    <a:pt x="0" y="34105"/>
                  </a:lnTo>
                  <a:lnTo>
                    <a:pt x="0" y="0"/>
                  </a:lnTo>
                  <a:lnTo>
                    <a:pt x="59722" y="0"/>
                  </a:lnTo>
                  <a:close/>
                  <a:moveTo>
                    <a:pt x="29813" y="20018"/>
                  </a:moveTo>
                  <a:cubicBezTo>
                    <a:pt x="35924" y="20040"/>
                    <a:pt x="42028" y="20381"/>
                    <a:pt x="48101" y="21037"/>
                  </a:cubicBezTo>
                  <a:lnTo>
                    <a:pt x="48101" y="10936"/>
                  </a:lnTo>
                  <a:lnTo>
                    <a:pt x="11525" y="10936"/>
                  </a:lnTo>
                  <a:lnTo>
                    <a:pt x="11525" y="21037"/>
                  </a:lnTo>
                  <a:cubicBezTo>
                    <a:pt x="17598" y="20377"/>
                    <a:pt x="23703" y="20037"/>
                    <a:pt x="29813" y="20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EEBF451-6A5F-AC45-BD6A-59BE4B5BADD4}"/>
                </a:ext>
              </a:extLst>
            </p:cNvPr>
            <p:cNvSpPr/>
            <p:nvPr/>
          </p:nvSpPr>
          <p:spPr>
            <a:xfrm>
              <a:off x="6076917" y="2231666"/>
              <a:ext cx="83820" cy="38746"/>
            </a:xfrm>
            <a:custGeom>
              <a:avLst/>
              <a:gdLst>
                <a:gd name="connsiteX0" fmla="*/ 70390 w 83820"/>
                <a:gd name="connsiteY0" fmla="*/ 38744 h 38746"/>
                <a:gd name="connsiteX1" fmla="*/ 13240 w 83820"/>
                <a:gd name="connsiteY1" fmla="*/ 38744 h 38746"/>
                <a:gd name="connsiteX2" fmla="*/ 0 w 83820"/>
                <a:gd name="connsiteY2" fmla="*/ 25862 h 38746"/>
                <a:gd name="connsiteX3" fmla="*/ 0 w 83820"/>
                <a:gd name="connsiteY3" fmla="*/ 12795 h 38746"/>
                <a:gd name="connsiteX4" fmla="*/ 13139 w 83820"/>
                <a:gd name="connsiteY4" fmla="*/ 0 h 38746"/>
                <a:gd name="connsiteX5" fmla="*/ 13526 w 83820"/>
                <a:gd name="connsiteY5" fmla="*/ 5 h 38746"/>
                <a:gd name="connsiteX6" fmla="*/ 70676 w 83820"/>
                <a:gd name="connsiteY6" fmla="*/ 5 h 38746"/>
                <a:gd name="connsiteX7" fmla="*/ 83820 w 83820"/>
                <a:gd name="connsiteY7" fmla="*/ 12795 h 38746"/>
                <a:gd name="connsiteX8" fmla="*/ 83820 w 83820"/>
                <a:gd name="connsiteY8" fmla="*/ 25862 h 38746"/>
                <a:gd name="connsiteX9" fmla="*/ 70774 w 83820"/>
                <a:gd name="connsiteY9" fmla="*/ 38746 h 38746"/>
                <a:gd name="connsiteX10" fmla="*/ 70390 w 83820"/>
                <a:gd name="connsiteY10" fmla="*/ 38744 h 38746"/>
                <a:gd name="connsiteX11" fmla="*/ 13240 w 83820"/>
                <a:gd name="connsiteY11" fmla="*/ 10941 h 38746"/>
                <a:gd name="connsiteX12" fmla="*/ 11621 w 83820"/>
                <a:gd name="connsiteY12" fmla="*/ 12517 h 38746"/>
                <a:gd name="connsiteX13" fmla="*/ 11621 w 83820"/>
                <a:gd name="connsiteY13" fmla="*/ 25862 h 38746"/>
                <a:gd name="connsiteX14" fmla="*/ 12484 w 83820"/>
                <a:gd name="connsiteY14" fmla="*/ 27783 h 38746"/>
                <a:gd name="connsiteX15" fmla="*/ 13526 w 83820"/>
                <a:gd name="connsiteY15" fmla="*/ 27808 h 38746"/>
                <a:gd name="connsiteX16" fmla="*/ 70676 w 83820"/>
                <a:gd name="connsiteY16" fmla="*/ 27808 h 38746"/>
                <a:gd name="connsiteX17" fmla="*/ 72295 w 83820"/>
                <a:gd name="connsiteY17" fmla="*/ 26233 h 38746"/>
                <a:gd name="connsiteX18" fmla="*/ 72295 w 83820"/>
                <a:gd name="connsiteY18" fmla="*/ 12795 h 38746"/>
                <a:gd name="connsiteX19" fmla="*/ 70676 w 83820"/>
                <a:gd name="connsiteY19" fmla="*/ 11219 h 38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820" h="38746">
                  <a:moveTo>
                    <a:pt x="70390" y="38744"/>
                  </a:moveTo>
                  <a:lnTo>
                    <a:pt x="13240" y="38744"/>
                  </a:lnTo>
                  <a:cubicBezTo>
                    <a:pt x="5928" y="38744"/>
                    <a:pt x="0" y="32976"/>
                    <a:pt x="0" y="25862"/>
                  </a:cubicBezTo>
                  <a:lnTo>
                    <a:pt x="0" y="12795"/>
                  </a:lnTo>
                  <a:cubicBezTo>
                    <a:pt x="-3" y="5731"/>
                    <a:pt x="5879" y="3"/>
                    <a:pt x="13139" y="0"/>
                  </a:cubicBezTo>
                  <a:cubicBezTo>
                    <a:pt x="13268" y="0"/>
                    <a:pt x="13397" y="2"/>
                    <a:pt x="13526" y="5"/>
                  </a:cubicBezTo>
                  <a:lnTo>
                    <a:pt x="70676" y="5"/>
                  </a:lnTo>
                  <a:cubicBezTo>
                    <a:pt x="77935" y="5"/>
                    <a:pt x="83820" y="5731"/>
                    <a:pt x="83820" y="12795"/>
                  </a:cubicBezTo>
                  <a:lnTo>
                    <a:pt x="83820" y="25862"/>
                  </a:lnTo>
                  <a:cubicBezTo>
                    <a:pt x="83874" y="32925"/>
                    <a:pt x="78034" y="38694"/>
                    <a:pt x="70774" y="38746"/>
                  </a:cubicBezTo>
                  <a:cubicBezTo>
                    <a:pt x="70646" y="38747"/>
                    <a:pt x="70518" y="38747"/>
                    <a:pt x="70390" y="38744"/>
                  </a:cubicBezTo>
                  <a:close/>
                  <a:moveTo>
                    <a:pt x="13240" y="10941"/>
                  </a:moveTo>
                  <a:cubicBezTo>
                    <a:pt x="12345" y="10941"/>
                    <a:pt x="11621" y="11646"/>
                    <a:pt x="11621" y="12517"/>
                  </a:cubicBezTo>
                  <a:lnTo>
                    <a:pt x="11621" y="25862"/>
                  </a:lnTo>
                  <a:cubicBezTo>
                    <a:pt x="11314" y="26624"/>
                    <a:pt x="11700" y="27485"/>
                    <a:pt x="12484" y="27783"/>
                  </a:cubicBezTo>
                  <a:cubicBezTo>
                    <a:pt x="12817" y="27910"/>
                    <a:pt x="13186" y="27919"/>
                    <a:pt x="13526" y="27808"/>
                  </a:cubicBezTo>
                  <a:lnTo>
                    <a:pt x="70676" y="27808"/>
                  </a:lnTo>
                  <a:cubicBezTo>
                    <a:pt x="71570" y="27808"/>
                    <a:pt x="72295" y="27103"/>
                    <a:pt x="72295" y="26233"/>
                  </a:cubicBezTo>
                  <a:lnTo>
                    <a:pt x="72295" y="12795"/>
                  </a:lnTo>
                  <a:cubicBezTo>
                    <a:pt x="72247" y="11944"/>
                    <a:pt x="71549" y="11265"/>
                    <a:pt x="70676" y="11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102B8892-D225-8548-8589-6AF0A63A0E47}"/>
                </a:ext>
              </a:extLst>
            </p:cNvPr>
            <p:cNvSpPr/>
            <p:nvPr/>
          </p:nvSpPr>
          <p:spPr>
            <a:xfrm>
              <a:off x="6187979" y="2274700"/>
              <a:ext cx="59291" cy="57988"/>
            </a:xfrm>
            <a:custGeom>
              <a:avLst/>
              <a:gdLst>
                <a:gd name="connsiteX0" fmla="*/ 32861 w 59291"/>
                <a:gd name="connsiteY0" fmla="*/ 57988 h 57988"/>
                <a:gd name="connsiteX1" fmla="*/ 28384 w 59291"/>
                <a:gd name="connsiteY1" fmla="*/ 53911 h 57988"/>
                <a:gd name="connsiteX2" fmla="*/ 5620 w 59291"/>
                <a:gd name="connsiteY2" fmla="*/ 36766 h 57988"/>
                <a:gd name="connsiteX3" fmla="*/ 0 w 59291"/>
                <a:gd name="connsiteY3" fmla="*/ 33337 h 57988"/>
                <a:gd name="connsiteX4" fmla="*/ 22765 w 59291"/>
                <a:gd name="connsiteY4" fmla="*/ 7110 h 57988"/>
                <a:gd name="connsiteX5" fmla="*/ 36862 w 59291"/>
                <a:gd name="connsiteY5" fmla="*/ 66 h 57988"/>
                <a:gd name="connsiteX6" fmla="*/ 59225 w 59291"/>
                <a:gd name="connsiteY6" fmla="*/ 18584 h 57988"/>
                <a:gd name="connsiteX7" fmla="*/ 54388 w 59291"/>
                <a:gd name="connsiteY7" fmla="*/ 33244 h 57988"/>
                <a:gd name="connsiteX8" fmla="*/ 17335 w 59291"/>
                <a:gd name="connsiteY8" fmla="*/ 31113 h 57988"/>
                <a:gd name="connsiteX9" fmla="*/ 31909 w 59291"/>
                <a:gd name="connsiteY9" fmla="*/ 42141 h 57988"/>
                <a:gd name="connsiteX10" fmla="*/ 45625 w 59291"/>
                <a:gd name="connsiteY10" fmla="*/ 26386 h 57988"/>
                <a:gd name="connsiteX11" fmla="*/ 44387 w 59291"/>
                <a:gd name="connsiteY11" fmla="*/ 13411 h 57988"/>
                <a:gd name="connsiteX12" fmla="*/ 37719 w 59291"/>
                <a:gd name="connsiteY12" fmla="*/ 11280 h 57988"/>
                <a:gd name="connsiteX13" fmla="*/ 31432 w 59291"/>
                <a:gd name="connsiteY13" fmla="*/ 14431 h 57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291" h="57988">
                  <a:moveTo>
                    <a:pt x="32861" y="57988"/>
                  </a:moveTo>
                  <a:lnTo>
                    <a:pt x="28384" y="53911"/>
                  </a:lnTo>
                  <a:cubicBezTo>
                    <a:pt x="21422" y="47449"/>
                    <a:pt x="13794" y="41704"/>
                    <a:pt x="5620" y="36766"/>
                  </a:cubicBezTo>
                  <a:lnTo>
                    <a:pt x="0" y="33337"/>
                  </a:lnTo>
                  <a:lnTo>
                    <a:pt x="22765" y="7110"/>
                  </a:lnTo>
                  <a:cubicBezTo>
                    <a:pt x="26315" y="3033"/>
                    <a:pt x="31388" y="498"/>
                    <a:pt x="36862" y="66"/>
                  </a:cubicBezTo>
                  <a:cubicBezTo>
                    <a:pt x="48293" y="-829"/>
                    <a:pt x="58305" y="7462"/>
                    <a:pt x="59225" y="18584"/>
                  </a:cubicBezTo>
                  <a:cubicBezTo>
                    <a:pt x="59665" y="23900"/>
                    <a:pt x="57926" y="29170"/>
                    <a:pt x="54388" y="33244"/>
                  </a:cubicBezTo>
                  <a:close/>
                  <a:moveTo>
                    <a:pt x="17335" y="31113"/>
                  </a:moveTo>
                  <a:cubicBezTo>
                    <a:pt x="22400" y="34523"/>
                    <a:pt x="27265" y="38205"/>
                    <a:pt x="31909" y="42141"/>
                  </a:cubicBezTo>
                  <a:lnTo>
                    <a:pt x="45625" y="26386"/>
                  </a:lnTo>
                  <a:cubicBezTo>
                    <a:pt x="48934" y="22461"/>
                    <a:pt x="48382" y="16676"/>
                    <a:pt x="44387" y="13411"/>
                  </a:cubicBezTo>
                  <a:cubicBezTo>
                    <a:pt x="42560" y="11838"/>
                    <a:pt x="40148" y="11067"/>
                    <a:pt x="37719" y="11280"/>
                  </a:cubicBezTo>
                  <a:cubicBezTo>
                    <a:pt x="35286" y="11506"/>
                    <a:pt x="33035" y="12635"/>
                    <a:pt x="31432" y="14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7" name="Graphic 67">
            <a:extLst>
              <a:ext uri="{FF2B5EF4-FFF2-40B4-BE49-F238E27FC236}">
                <a16:creationId xmlns:a16="http://schemas.microsoft.com/office/drawing/2014/main" id="{C77F7C52-80BC-B94D-8CD9-60B5FACC20E3}"/>
              </a:ext>
            </a:extLst>
          </p:cNvPr>
          <p:cNvGrpSpPr>
            <a:grpSpLocks noChangeAspect="1"/>
          </p:cNvGrpSpPr>
          <p:nvPr/>
        </p:nvGrpSpPr>
        <p:grpSpPr>
          <a:xfrm>
            <a:off x="5926366" y="2228107"/>
            <a:ext cx="371741" cy="380962"/>
            <a:chOff x="5946616" y="2231579"/>
            <a:chExt cx="337946" cy="346329"/>
          </a:xfrm>
          <a:solidFill>
            <a:srgbClr val="3B4550"/>
          </a:solidFill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6005C311-D0E1-384F-93F0-C980AC0DCFA8}"/>
                </a:ext>
              </a:extLst>
            </p:cNvPr>
            <p:cNvSpPr/>
            <p:nvPr/>
          </p:nvSpPr>
          <p:spPr>
            <a:xfrm>
              <a:off x="6015291" y="2231579"/>
              <a:ext cx="67436" cy="65614"/>
            </a:xfrm>
            <a:custGeom>
              <a:avLst/>
              <a:gdLst>
                <a:gd name="connsiteX0" fmla="*/ 33718 w 67436"/>
                <a:gd name="connsiteY0" fmla="*/ 65614 h 65614"/>
                <a:gd name="connsiteX1" fmla="*/ 0 w 67436"/>
                <a:gd name="connsiteY1" fmla="*/ 32807 h 65614"/>
                <a:gd name="connsiteX2" fmla="*/ 33719 w 67436"/>
                <a:gd name="connsiteY2" fmla="*/ 0 h 65614"/>
                <a:gd name="connsiteX3" fmla="*/ 67437 w 67436"/>
                <a:gd name="connsiteY3" fmla="*/ 32807 h 65614"/>
                <a:gd name="connsiteX4" fmla="*/ 67437 w 67436"/>
                <a:gd name="connsiteY4" fmla="*/ 32900 h 65614"/>
                <a:gd name="connsiteX5" fmla="*/ 33718 w 67436"/>
                <a:gd name="connsiteY5" fmla="*/ 65614 h 65614"/>
                <a:gd name="connsiteX6" fmla="*/ 33718 w 67436"/>
                <a:gd name="connsiteY6" fmla="*/ 11306 h 65614"/>
                <a:gd name="connsiteX7" fmla="*/ 11525 w 67436"/>
                <a:gd name="connsiteY7" fmla="*/ 32900 h 65614"/>
                <a:gd name="connsiteX8" fmla="*/ 33718 w 67436"/>
                <a:gd name="connsiteY8" fmla="*/ 54493 h 65614"/>
                <a:gd name="connsiteX9" fmla="*/ 55912 w 67436"/>
                <a:gd name="connsiteY9" fmla="*/ 32900 h 65614"/>
                <a:gd name="connsiteX10" fmla="*/ 33718 w 67436"/>
                <a:gd name="connsiteY10" fmla="*/ 11306 h 6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36" h="65614">
                  <a:moveTo>
                    <a:pt x="33718" y="65614"/>
                  </a:moveTo>
                  <a:cubicBezTo>
                    <a:pt x="15096" y="65614"/>
                    <a:pt x="0" y="50926"/>
                    <a:pt x="0" y="32807"/>
                  </a:cubicBezTo>
                  <a:cubicBezTo>
                    <a:pt x="0" y="14688"/>
                    <a:pt x="15096" y="0"/>
                    <a:pt x="33719" y="0"/>
                  </a:cubicBezTo>
                  <a:cubicBezTo>
                    <a:pt x="52341" y="0"/>
                    <a:pt x="67437" y="14688"/>
                    <a:pt x="67437" y="32807"/>
                  </a:cubicBezTo>
                  <a:cubicBezTo>
                    <a:pt x="67437" y="32838"/>
                    <a:pt x="67437" y="32869"/>
                    <a:pt x="67437" y="32900"/>
                  </a:cubicBezTo>
                  <a:cubicBezTo>
                    <a:pt x="67384" y="50983"/>
                    <a:pt x="52303" y="65614"/>
                    <a:pt x="33718" y="65614"/>
                  </a:cubicBezTo>
                  <a:close/>
                  <a:moveTo>
                    <a:pt x="33718" y="11306"/>
                  </a:moveTo>
                  <a:cubicBezTo>
                    <a:pt x="21461" y="11306"/>
                    <a:pt x="11525" y="20974"/>
                    <a:pt x="11525" y="32900"/>
                  </a:cubicBezTo>
                  <a:cubicBezTo>
                    <a:pt x="11525" y="44826"/>
                    <a:pt x="21461" y="54493"/>
                    <a:pt x="33718" y="54493"/>
                  </a:cubicBezTo>
                  <a:cubicBezTo>
                    <a:pt x="45975" y="54493"/>
                    <a:pt x="55912" y="44826"/>
                    <a:pt x="55912" y="32900"/>
                  </a:cubicBezTo>
                  <a:cubicBezTo>
                    <a:pt x="55912" y="20974"/>
                    <a:pt x="45975" y="11306"/>
                    <a:pt x="33718" y="113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F7103B22-926E-D646-B744-F4EA87AA6EA5}"/>
                </a:ext>
              </a:extLst>
            </p:cNvPr>
            <p:cNvSpPr/>
            <p:nvPr/>
          </p:nvSpPr>
          <p:spPr>
            <a:xfrm>
              <a:off x="5962903" y="2407106"/>
              <a:ext cx="305562" cy="170802"/>
            </a:xfrm>
            <a:custGeom>
              <a:avLst/>
              <a:gdLst>
                <a:gd name="connsiteX0" fmla="*/ 299752 w 305562"/>
                <a:gd name="connsiteY0" fmla="*/ 170802 h 170802"/>
                <a:gd name="connsiteX1" fmla="*/ 5810 w 305562"/>
                <a:gd name="connsiteY1" fmla="*/ 170802 h 170802"/>
                <a:gd name="connsiteX2" fmla="*/ 0 w 305562"/>
                <a:gd name="connsiteY2" fmla="*/ 165149 h 170802"/>
                <a:gd name="connsiteX3" fmla="*/ 0 w 305562"/>
                <a:gd name="connsiteY3" fmla="*/ 5561 h 170802"/>
                <a:gd name="connsiteX4" fmla="*/ 5714 w 305562"/>
                <a:gd name="connsiteY4" fmla="*/ 0 h 170802"/>
                <a:gd name="connsiteX5" fmla="*/ 5810 w 305562"/>
                <a:gd name="connsiteY5" fmla="*/ 1 h 170802"/>
                <a:gd name="connsiteX6" fmla="*/ 299752 w 305562"/>
                <a:gd name="connsiteY6" fmla="*/ 1 h 170802"/>
                <a:gd name="connsiteX7" fmla="*/ 305561 w 305562"/>
                <a:gd name="connsiteY7" fmla="*/ 5468 h 170802"/>
                <a:gd name="connsiteX8" fmla="*/ 305562 w 305562"/>
                <a:gd name="connsiteY8" fmla="*/ 5561 h 170802"/>
                <a:gd name="connsiteX9" fmla="*/ 305562 w 305562"/>
                <a:gd name="connsiteY9" fmla="*/ 165149 h 170802"/>
                <a:gd name="connsiteX10" fmla="*/ 299752 w 305562"/>
                <a:gd name="connsiteY10" fmla="*/ 170802 h 170802"/>
                <a:gd name="connsiteX11" fmla="*/ 11525 w 305562"/>
                <a:gd name="connsiteY11" fmla="*/ 159588 h 170802"/>
                <a:gd name="connsiteX12" fmla="*/ 293942 w 305562"/>
                <a:gd name="connsiteY12" fmla="*/ 159588 h 170802"/>
                <a:gd name="connsiteX13" fmla="*/ 293942 w 305562"/>
                <a:gd name="connsiteY13" fmla="*/ 11307 h 170802"/>
                <a:gd name="connsiteX14" fmla="*/ 11525 w 305562"/>
                <a:gd name="connsiteY14" fmla="*/ 11307 h 170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5562" h="170802">
                  <a:moveTo>
                    <a:pt x="299752" y="170802"/>
                  </a:moveTo>
                  <a:lnTo>
                    <a:pt x="5810" y="170802"/>
                  </a:lnTo>
                  <a:cubicBezTo>
                    <a:pt x="2601" y="170802"/>
                    <a:pt x="0" y="168271"/>
                    <a:pt x="0" y="165149"/>
                  </a:cubicBezTo>
                  <a:lnTo>
                    <a:pt x="0" y="5561"/>
                  </a:lnTo>
                  <a:cubicBezTo>
                    <a:pt x="0" y="2490"/>
                    <a:pt x="2558" y="0"/>
                    <a:pt x="5714" y="0"/>
                  </a:cubicBezTo>
                  <a:cubicBezTo>
                    <a:pt x="5746" y="0"/>
                    <a:pt x="5778" y="0"/>
                    <a:pt x="5810" y="1"/>
                  </a:cubicBezTo>
                  <a:lnTo>
                    <a:pt x="299752" y="1"/>
                  </a:lnTo>
                  <a:cubicBezTo>
                    <a:pt x="302908" y="-50"/>
                    <a:pt x="305509" y="2397"/>
                    <a:pt x="305561" y="5468"/>
                  </a:cubicBezTo>
                  <a:cubicBezTo>
                    <a:pt x="305562" y="5499"/>
                    <a:pt x="305562" y="5530"/>
                    <a:pt x="305562" y="5561"/>
                  </a:cubicBezTo>
                  <a:lnTo>
                    <a:pt x="305562" y="165149"/>
                  </a:lnTo>
                  <a:cubicBezTo>
                    <a:pt x="305562" y="168271"/>
                    <a:pt x="302961" y="170802"/>
                    <a:pt x="299752" y="170802"/>
                  </a:cubicBezTo>
                  <a:close/>
                  <a:moveTo>
                    <a:pt x="11525" y="159588"/>
                  </a:moveTo>
                  <a:lnTo>
                    <a:pt x="293942" y="159588"/>
                  </a:lnTo>
                  <a:lnTo>
                    <a:pt x="293942" y="11307"/>
                  </a:lnTo>
                  <a:lnTo>
                    <a:pt x="11525" y="113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52B4BFB-3007-F744-BC39-3506C06B1E63}"/>
                </a:ext>
              </a:extLst>
            </p:cNvPr>
            <p:cNvSpPr/>
            <p:nvPr/>
          </p:nvSpPr>
          <p:spPr>
            <a:xfrm>
              <a:off x="5946616" y="2381250"/>
              <a:ext cx="337946" cy="37070"/>
            </a:xfrm>
            <a:custGeom>
              <a:avLst/>
              <a:gdLst>
                <a:gd name="connsiteX0" fmla="*/ 318897 w 337946"/>
                <a:gd name="connsiteY0" fmla="*/ 37070 h 37070"/>
                <a:gd name="connsiteX1" fmla="*/ 19050 w 337946"/>
                <a:gd name="connsiteY1" fmla="*/ 37070 h 37070"/>
                <a:gd name="connsiteX2" fmla="*/ 0 w 337946"/>
                <a:gd name="connsiteY2" fmla="*/ 18535 h 37070"/>
                <a:gd name="connsiteX3" fmla="*/ 19050 w 337946"/>
                <a:gd name="connsiteY3" fmla="*/ 0 h 37070"/>
                <a:gd name="connsiteX4" fmla="*/ 318897 w 337946"/>
                <a:gd name="connsiteY4" fmla="*/ 0 h 37070"/>
                <a:gd name="connsiteX5" fmla="*/ 337947 w 337946"/>
                <a:gd name="connsiteY5" fmla="*/ 18535 h 37070"/>
                <a:gd name="connsiteX6" fmla="*/ 318897 w 337946"/>
                <a:gd name="connsiteY6" fmla="*/ 37070 h 37070"/>
                <a:gd name="connsiteX7" fmla="*/ 19050 w 337946"/>
                <a:gd name="connsiteY7" fmla="*/ 10936 h 37070"/>
                <a:gd name="connsiteX8" fmla="*/ 12238 w 337946"/>
                <a:gd name="connsiteY8" fmla="*/ 19229 h 37070"/>
                <a:gd name="connsiteX9" fmla="*/ 19050 w 337946"/>
                <a:gd name="connsiteY9" fmla="*/ 25857 h 37070"/>
                <a:gd name="connsiteX10" fmla="*/ 318897 w 337946"/>
                <a:gd name="connsiteY10" fmla="*/ 25857 h 37070"/>
                <a:gd name="connsiteX11" fmla="*/ 325709 w 337946"/>
                <a:gd name="connsiteY11" fmla="*/ 17563 h 37070"/>
                <a:gd name="connsiteX12" fmla="*/ 318897 w 337946"/>
                <a:gd name="connsiteY12" fmla="*/ 10936 h 37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7946" h="37070">
                  <a:moveTo>
                    <a:pt x="318897" y="37070"/>
                  </a:moveTo>
                  <a:lnTo>
                    <a:pt x="19050" y="37070"/>
                  </a:lnTo>
                  <a:cubicBezTo>
                    <a:pt x="8529" y="37070"/>
                    <a:pt x="0" y="28772"/>
                    <a:pt x="0" y="18535"/>
                  </a:cubicBezTo>
                  <a:cubicBezTo>
                    <a:pt x="0" y="8298"/>
                    <a:pt x="8529" y="0"/>
                    <a:pt x="19050" y="0"/>
                  </a:cubicBezTo>
                  <a:lnTo>
                    <a:pt x="318897" y="0"/>
                  </a:lnTo>
                  <a:cubicBezTo>
                    <a:pt x="329418" y="0"/>
                    <a:pt x="337947" y="8298"/>
                    <a:pt x="337947" y="18535"/>
                  </a:cubicBezTo>
                  <a:cubicBezTo>
                    <a:pt x="337947" y="28772"/>
                    <a:pt x="329418" y="37070"/>
                    <a:pt x="318897" y="37070"/>
                  </a:cubicBezTo>
                  <a:close/>
                  <a:moveTo>
                    <a:pt x="19050" y="10936"/>
                  </a:moveTo>
                  <a:cubicBezTo>
                    <a:pt x="14815" y="11396"/>
                    <a:pt x="11766" y="15109"/>
                    <a:pt x="12238" y="19229"/>
                  </a:cubicBezTo>
                  <a:cubicBezTo>
                    <a:pt x="12638" y="22715"/>
                    <a:pt x="15467" y="25467"/>
                    <a:pt x="19050" y="25857"/>
                  </a:cubicBezTo>
                  <a:lnTo>
                    <a:pt x="318897" y="25857"/>
                  </a:lnTo>
                  <a:cubicBezTo>
                    <a:pt x="323132" y="25397"/>
                    <a:pt x="326181" y="21684"/>
                    <a:pt x="325709" y="17563"/>
                  </a:cubicBezTo>
                  <a:cubicBezTo>
                    <a:pt x="325309" y="14077"/>
                    <a:pt x="322480" y="11325"/>
                    <a:pt x="318897" y="109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38B2427-F90A-8942-A637-321A6C90ADFC}"/>
                </a:ext>
              </a:extLst>
            </p:cNvPr>
            <p:cNvSpPr/>
            <p:nvPr/>
          </p:nvSpPr>
          <p:spPr>
            <a:xfrm>
              <a:off x="6136163" y="2278009"/>
              <a:ext cx="131730" cy="84427"/>
            </a:xfrm>
            <a:custGeom>
              <a:avLst/>
              <a:gdLst>
                <a:gd name="connsiteX0" fmla="*/ 114395 w 131730"/>
                <a:gd name="connsiteY0" fmla="*/ 84428 h 84427"/>
                <a:gd name="connsiteX1" fmla="*/ 17335 w 131730"/>
                <a:gd name="connsiteY1" fmla="*/ 84428 h 84427"/>
                <a:gd name="connsiteX2" fmla="*/ 0 w 131730"/>
                <a:gd name="connsiteY2" fmla="*/ 67561 h 84427"/>
                <a:gd name="connsiteX3" fmla="*/ 0 w 131730"/>
                <a:gd name="connsiteY3" fmla="*/ 16774 h 84427"/>
                <a:gd name="connsiteX4" fmla="*/ 17335 w 131730"/>
                <a:gd name="connsiteY4" fmla="*/ 0 h 84427"/>
                <a:gd name="connsiteX5" fmla="*/ 114395 w 131730"/>
                <a:gd name="connsiteY5" fmla="*/ 0 h 84427"/>
                <a:gd name="connsiteX6" fmla="*/ 131731 w 131730"/>
                <a:gd name="connsiteY6" fmla="*/ 16867 h 84427"/>
                <a:gd name="connsiteX7" fmla="*/ 131731 w 131730"/>
                <a:gd name="connsiteY7" fmla="*/ 67653 h 84427"/>
                <a:gd name="connsiteX8" fmla="*/ 114395 w 131730"/>
                <a:gd name="connsiteY8" fmla="*/ 84428 h 84427"/>
                <a:gd name="connsiteX9" fmla="*/ 17335 w 131730"/>
                <a:gd name="connsiteY9" fmla="*/ 11214 h 84427"/>
                <a:gd name="connsiteX10" fmla="*/ 11620 w 131730"/>
                <a:gd name="connsiteY10" fmla="*/ 16774 h 84427"/>
                <a:gd name="connsiteX11" fmla="*/ 11621 w 131730"/>
                <a:gd name="connsiteY11" fmla="*/ 67561 h 84427"/>
                <a:gd name="connsiteX12" fmla="*/ 17239 w 131730"/>
                <a:gd name="connsiteY12" fmla="*/ 73213 h 84427"/>
                <a:gd name="connsiteX13" fmla="*/ 17336 w 131730"/>
                <a:gd name="connsiteY13" fmla="*/ 73214 h 84427"/>
                <a:gd name="connsiteX14" fmla="*/ 114395 w 131730"/>
                <a:gd name="connsiteY14" fmla="*/ 73214 h 84427"/>
                <a:gd name="connsiteX15" fmla="*/ 120111 w 131730"/>
                <a:gd name="connsiteY15" fmla="*/ 67654 h 84427"/>
                <a:gd name="connsiteX16" fmla="*/ 120110 w 131730"/>
                <a:gd name="connsiteY16" fmla="*/ 67561 h 84427"/>
                <a:gd name="connsiteX17" fmla="*/ 120110 w 131730"/>
                <a:gd name="connsiteY17" fmla="*/ 16774 h 84427"/>
                <a:gd name="connsiteX18" fmla="*/ 114395 w 131730"/>
                <a:gd name="connsiteY18" fmla="*/ 11214 h 8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730" h="84427">
                  <a:moveTo>
                    <a:pt x="114395" y="84428"/>
                  </a:moveTo>
                  <a:lnTo>
                    <a:pt x="17335" y="84428"/>
                  </a:lnTo>
                  <a:cubicBezTo>
                    <a:pt x="7761" y="84428"/>
                    <a:pt x="0" y="76876"/>
                    <a:pt x="0" y="67561"/>
                  </a:cubicBezTo>
                  <a:lnTo>
                    <a:pt x="0" y="16774"/>
                  </a:lnTo>
                  <a:cubicBezTo>
                    <a:pt x="104" y="7516"/>
                    <a:pt x="7820" y="50"/>
                    <a:pt x="17335" y="0"/>
                  </a:cubicBezTo>
                  <a:lnTo>
                    <a:pt x="114395" y="0"/>
                  </a:lnTo>
                  <a:cubicBezTo>
                    <a:pt x="123948" y="51"/>
                    <a:pt x="131679" y="7573"/>
                    <a:pt x="131731" y="16867"/>
                  </a:cubicBezTo>
                  <a:lnTo>
                    <a:pt x="131731" y="67653"/>
                  </a:lnTo>
                  <a:cubicBezTo>
                    <a:pt x="131678" y="76932"/>
                    <a:pt x="123932" y="84428"/>
                    <a:pt x="114395" y="84428"/>
                  </a:cubicBezTo>
                  <a:close/>
                  <a:moveTo>
                    <a:pt x="17335" y="11214"/>
                  </a:moveTo>
                  <a:cubicBezTo>
                    <a:pt x="14179" y="11214"/>
                    <a:pt x="11620" y="13703"/>
                    <a:pt x="11620" y="16774"/>
                  </a:cubicBezTo>
                  <a:lnTo>
                    <a:pt x="11621" y="67561"/>
                  </a:lnTo>
                  <a:cubicBezTo>
                    <a:pt x="11568" y="70631"/>
                    <a:pt x="14084" y="73162"/>
                    <a:pt x="17239" y="73213"/>
                  </a:cubicBezTo>
                  <a:cubicBezTo>
                    <a:pt x="17271" y="73214"/>
                    <a:pt x="17303" y="73214"/>
                    <a:pt x="17336" y="73214"/>
                  </a:cubicBezTo>
                  <a:lnTo>
                    <a:pt x="114395" y="73214"/>
                  </a:lnTo>
                  <a:cubicBezTo>
                    <a:pt x="117552" y="73214"/>
                    <a:pt x="120111" y="70725"/>
                    <a:pt x="120111" y="67654"/>
                  </a:cubicBezTo>
                  <a:cubicBezTo>
                    <a:pt x="120111" y="67623"/>
                    <a:pt x="120111" y="67592"/>
                    <a:pt x="120110" y="67561"/>
                  </a:cubicBezTo>
                  <a:lnTo>
                    <a:pt x="120110" y="16774"/>
                  </a:lnTo>
                  <a:cubicBezTo>
                    <a:pt x="120110" y="13703"/>
                    <a:pt x="117552" y="11214"/>
                    <a:pt x="114395" y="11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95FA73F-4BF3-A540-BC0D-708E97753A45}"/>
                </a:ext>
              </a:extLst>
            </p:cNvPr>
            <p:cNvSpPr/>
            <p:nvPr/>
          </p:nvSpPr>
          <p:spPr>
            <a:xfrm>
              <a:off x="6171119" y="2351223"/>
              <a:ext cx="61913" cy="39665"/>
            </a:xfrm>
            <a:custGeom>
              <a:avLst/>
              <a:gdLst>
                <a:gd name="connsiteX0" fmla="*/ 56103 w 61913"/>
                <a:gd name="connsiteY0" fmla="*/ 39665 h 39665"/>
                <a:gd name="connsiteX1" fmla="*/ 5716 w 61913"/>
                <a:gd name="connsiteY1" fmla="*/ 39665 h 39665"/>
                <a:gd name="connsiteX2" fmla="*/ 0 w 61913"/>
                <a:gd name="connsiteY2" fmla="*/ 34105 h 39665"/>
                <a:gd name="connsiteX3" fmla="*/ 1 w 61913"/>
                <a:gd name="connsiteY3" fmla="*/ 34012 h 39665"/>
                <a:gd name="connsiteX4" fmla="*/ 1 w 61913"/>
                <a:gd name="connsiteY4" fmla="*/ 5653 h 39665"/>
                <a:gd name="connsiteX5" fmla="*/ 5620 w 61913"/>
                <a:gd name="connsiteY5" fmla="*/ 1 h 39665"/>
                <a:gd name="connsiteX6" fmla="*/ 5716 w 61913"/>
                <a:gd name="connsiteY6" fmla="*/ 0 h 39665"/>
                <a:gd name="connsiteX7" fmla="*/ 56103 w 61913"/>
                <a:gd name="connsiteY7" fmla="*/ 0 h 39665"/>
                <a:gd name="connsiteX8" fmla="*/ 61913 w 61913"/>
                <a:gd name="connsiteY8" fmla="*/ 5653 h 39665"/>
                <a:gd name="connsiteX9" fmla="*/ 61913 w 61913"/>
                <a:gd name="connsiteY9" fmla="*/ 34012 h 39665"/>
                <a:gd name="connsiteX10" fmla="*/ 56103 w 61913"/>
                <a:gd name="connsiteY10" fmla="*/ 39665 h 39665"/>
                <a:gd name="connsiteX11" fmla="*/ 11526 w 61913"/>
                <a:gd name="connsiteY11" fmla="*/ 28729 h 39665"/>
                <a:gd name="connsiteX12" fmla="*/ 50293 w 61913"/>
                <a:gd name="connsiteY12" fmla="*/ 28729 h 39665"/>
                <a:gd name="connsiteX13" fmla="*/ 50293 w 61913"/>
                <a:gd name="connsiteY13" fmla="*/ 11214 h 39665"/>
                <a:gd name="connsiteX14" fmla="*/ 11526 w 61913"/>
                <a:gd name="connsiteY14" fmla="*/ 11214 h 3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913" h="39665">
                  <a:moveTo>
                    <a:pt x="56103" y="39665"/>
                  </a:moveTo>
                  <a:lnTo>
                    <a:pt x="5716" y="39665"/>
                  </a:lnTo>
                  <a:cubicBezTo>
                    <a:pt x="2560" y="39666"/>
                    <a:pt x="0" y="37176"/>
                    <a:pt x="0" y="34105"/>
                  </a:cubicBezTo>
                  <a:cubicBezTo>
                    <a:pt x="0" y="34074"/>
                    <a:pt x="0" y="34043"/>
                    <a:pt x="1" y="34012"/>
                  </a:cubicBezTo>
                  <a:lnTo>
                    <a:pt x="1" y="5653"/>
                  </a:lnTo>
                  <a:cubicBezTo>
                    <a:pt x="-52" y="2583"/>
                    <a:pt x="2464" y="52"/>
                    <a:pt x="5620" y="1"/>
                  </a:cubicBezTo>
                  <a:cubicBezTo>
                    <a:pt x="5652" y="0"/>
                    <a:pt x="5684" y="0"/>
                    <a:pt x="5716" y="0"/>
                  </a:cubicBezTo>
                  <a:lnTo>
                    <a:pt x="56103" y="0"/>
                  </a:lnTo>
                  <a:cubicBezTo>
                    <a:pt x="59312" y="0"/>
                    <a:pt x="61913" y="2531"/>
                    <a:pt x="61913" y="5653"/>
                  </a:cubicBezTo>
                  <a:lnTo>
                    <a:pt x="61913" y="34012"/>
                  </a:lnTo>
                  <a:cubicBezTo>
                    <a:pt x="61913" y="37134"/>
                    <a:pt x="59312" y="39665"/>
                    <a:pt x="56103" y="39665"/>
                  </a:cubicBezTo>
                  <a:close/>
                  <a:moveTo>
                    <a:pt x="11526" y="28729"/>
                  </a:moveTo>
                  <a:lnTo>
                    <a:pt x="50293" y="28729"/>
                  </a:lnTo>
                  <a:lnTo>
                    <a:pt x="50293" y="11214"/>
                  </a:lnTo>
                  <a:lnTo>
                    <a:pt x="11526" y="112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EA8770B4-C1BC-CA4F-A045-E8FF847819A7}"/>
                </a:ext>
              </a:extLst>
            </p:cNvPr>
            <p:cNvSpPr/>
            <p:nvPr/>
          </p:nvSpPr>
          <p:spPr>
            <a:xfrm>
              <a:off x="5990907" y="2306461"/>
              <a:ext cx="116585" cy="85731"/>
            </a:xfrm>
            <a:custGeom>
              <a:avLst/>
              <a:gdLst>
                <a:gd name="connsiteX0" fmla="*/ 110585 w 116585"/>
                <a:gd name="connsiteY0" fmla="*/ 85725 h 85731"/>
                <a:gd name="connsiteX1" fmla="*/ 5810 w 116585"/>
                <a:gd name="connsiteY1" fmla="*/ 85725 h 85731"/>
                <a:gd name="connsiteX2" fmla="*/ 1 w 116585"/>
                <a:gd name="connsiteY2" fmla="*/ 80258 h 85731"/>
                <a:gd name="connsiteX3" fmla="*/ 0 w 116585"/>
                <a:gd name="connsiteY3" fmla="*/ 80164 h 85731"/>
                <a:gd name="connsiteX4" fmla="*/ 0 w 116585"/>
                <a:gd name="connsiteY4" fmla="*/ 29564 h 85731"/>
                <a:gd name="connsiteX5" fmla="*/ 30480 w 116585"/>
                <a:gd name="connsiteY5" fmla="*/ 0 h 85731"/>
                <a:gd name="connsiteX6" fmla="*/ 86106 w 116585"/>
                <a:gd name="connsiteY6" fmla="*/ 0 h 85731"/>
                <a:gd name="connsiteX7" fmla="*/ 116586 w 116585"/>
                <a:gd name="connsiteY7" fmla="*/ 29564 h 85731"/>
                <a:gd name="connsiteX8" fmla="*/ 116586 w 116585"/>
                <a:gd name="connsiteY8" fmla="*/ 80164 h 85731"/>
                <a:gd name="connsiteX9" fmla="*/ 110878 w 116585"/>
                <a:gd name="connsiteY9" fmla="*/ 85732 h 85731"/>
                <a:gd name="connsiteX10" fmla="*/ 110585 w 116585"/>
                <a:gd name="connsiteY10" fmla="*/ 85725 h 85731"/>
                <a:gd name="connsiteX11" fmla="*/ 11335 w 116585"/>
                <a:gd name="connsiteY11" fmla="*/ 74511 h 85731"/>
                <a:gd name="connsiteX12" fmla="*/ 104870 w 116585"/>
                <a:gd name="connsiteY12" fmla="*/ 74511 h 85731"/>
                <a:gd name="connsiteX13" fmla="*/ 104870 w 116585"/>
                <a:gd name="connsiteY13" fmla="*/ 29564 h 85731"/>
                <a:gd name="connsiteX14" fmla="*/ 85820 w 116585"/>
                <a:gd name="connsiteY14" fmla="*/ 11028 h 85731"/>
                <a:gd name="connsiteX15" fmla="*/ 30289 w 116585"/>
                <a:gd name="connsiteY15" fmla="*/ 11028 h 85731"/>
                <a:gd name="connsiteX16" fmla="*/ 11239 w 116585"/>
                <a:gd name="connsiteY16" fmla="*/ 29564 h 8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585" h="85731">
                  <a:moveTo>
                    <a:pt x="110585" y="85725"/>
                  </a:moveTo>
                  <a:lnTo>
                    <a:pt x="5810" y="85725"/>
                  </a:lnTo>
                  <a:cubicBezTo>
                    <a:pt x="2654" y="85776"/>
                    <a:pt x="53" y="83328"/>
                    <a:pt x="1" y="80258"/>
                  </a:cubicBezTo>
                  <a:cubicBezTo>
                    <a:pt x="0" y="80227"/>
                    <a:pt x="0" y="80196"/>
                    <a:pt x="0" y="80164"/>
                  </a:cubicBezTo>
                  <a:lnTo>
                    <a:pt x="0" y="29564"/>
                  </a:lnTo>
                  <a:cubicBezTo>
                    <a:pt x="52" y="13221"/>
                    <a:pt x="13683" y="0"/>
                    <a:pt x="30480" y="0"/>
                  </a:cubicBezTo>
                  <a:lnTo>
                    <a:pt x="86106" y="0"/>
                  </a:lnTo>
                  <a:cubicBezTo>
                    <a:pt x="102903" y="0"/>
                    <a:pt x="116534" y="13221"/>
                    <a:pt x="116586" y="29564"/>
                  </a:cubicBezTo>
                  <a:lnTo>
                    <a:pt x="116586" y="80164"/>
                  </a:lnTo>
                  <a:cubicBezTo>
                    <a:pt x="116590" y="83235"/>
                    <a:pt x="114034" y="85728"/>
                    <a:pt x="110878" y="85732"/>
                  </a:cubicBezTo>
                  <a:cubicBezTo>
                    <a:pt x="110780" y="85732"/>
                    <a:pt x="110683" y="85730"/>
                    <a:pt x="110585" y="85725"/>
                  </a:cubicBezTo>
                  <a:close/>
                  <a:moveTo>
                    <a:pt x="11335" y="74511"/>
                  </a:moveTo>
                  <a:lnTo>
                    <a:pt x="104870" y="74511"/>
                  </a:lnTo>
                  <a:lnTo>
                    <a:pt x="104870" y="29564"/>
                  </a:lnTo>
                  <a:cubicBezTo>
                    <a:pt x="104870" y="19327"/>
                    <a:pt x="96341" y="11028"/>
                    <a:pt x="85820" y="11028"/>
                  </a:cubicBezTo>
                  <a:lnTo>
                    <a:pt x="30289" y="11028"/>
                  </a:lnTo>
                  <a:cubicBezTo>
                    <a:pt x="19768" y="11028"/>
                    <a:pt x="11239" y="19327"/>
                    <a:pt x="11239" y="29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C1153CC-67A5-EF41-B19D-96E0891FBC68}"/>
                </a:ext>
              </a:extLst>
            </p:cNvPr>
            <p:cNvSpPr/>
            <p:nvPr/>
          </p:nvSpPr>
          <p:spPr>
            <a:xfrm>
              <a:off x="6068678" y="2344476"/>
              <a:ext cx="11621" cy="47710"/>
            </a:xfrm>
            <a:custGeom>
              <a:avLst/>
              <a:gdLst>
                <a:gd name="connsiteX0" fmla="*/ 5763 w 11621"/>
                <a:gd name="connsiteY0" fmla="*/ 47710 h 47710"/>
                <a:gd name="connsiteX1" fmla="*/ 48 w 11621"/>
                <a:gd name="connsiteY1" fmla="*/ 42149 h 47710"/>
                <a:gd name="connsiteX2" fmla="*/ 48 w 11621"/>
                <a:gd name="connsiteY2" fmla="*/ 6376 h 47710"/>
                <a:gd name="connsiteX3" fmla="*/ 5068 w 11621"/>
                <a:gd name="connsiteY3" fmla="*/ 47 h 47710"/>
                <a:gd name="connsiteX4" fmla="*/ 11574 w 11621"/>
                <a:gd name="connsiteY4" fmla="*/ 4932 h 47710"/>
                <a:gd name="connsiteX5" fmla="*/ 11574 w 11621"/>
                <a:gd name="connsiteY5" fmla="*/ 6376 h 47710"/>
                <a:gd name="connsiteX6" fmla="*/ 11574 w 11621"/>
                <a:gd name="connsiteY6" fmla="*/ 42149 h 47710"/>
                <a:gd name="connsiteX7" fmla="*/ 5859 w 11621"/>
                <a:gd name="connsiteY7" fmla="*/ 47710 h 47710"/>
                <a:gd name="connsiteX8" fmla="*/ 5763 w 11621"/>
                <a:gd name="connsiteY8" fmla="*/ 47710 h 4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21" h="47710">
                  <a:moveTo>
                    <a:pt x="5763" y="47710"/>
                  </a:moveTo>
                  <a:cubicBezTo>
                    <a:pt x="2607" y="47710"/>
                    <a:pt x="48" y="45220"/>
                    <a:pt x="48" y="42149"/>
                  </a:cubicBezTo>
                  <a:lnTo>
                    <a:pt x="48" y="6376"/>
                  </a:lnTo>
                  <a:cubicBezTo>
                    <a:pt x="-362" y="3280"/>
                    <a:pt x="1886" y="446"/>
                    <a:pt x="5068" y="47"/>
                  </a:cubicBezTo>
                  <a:cubicBezTo>
                    <a:pt x="8251" y="-352"/>
                    <a:pt x="11164" y="1835"/>
                    <a:pt x="11574" y="4932"/>
                  </a:cubicBezTo>
                  <a:cubicBezTo>
                    <a:pt x="11637" y="5411"/>
                    <a:pt x="11637" y="5897"/>
                    <a:pt x="11574" y="6376"/>
                  </a:cubicBezTo>
                  <a:lnTo>
                    <a:pt x="11574" y="42149"/>
                  </a:lnTo>
                  <a:cubicBezTo>
                    <a:pt x="11574" y="45220"/>
                    <a:pt x="9016" y="47710"/>
                    <a:pt x="5859" y="47710"/>
                  </a:cubicBezTo>
                  <a:cubicBezTo>
                    <a:pt x="5827" y="47710"/>
                    <a:pt x="5795" y="47710"/>
                    <a:pt x="5763" y="47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DE6523B-9CA5-5D4C-914A-9AA56B88A037}"/>
                </a:ext>
              </a:extLst>
            </p:cNvPr>
            <p:cNvSpPr/>
            <p:nvPr/>
          </p:nvSpPr>
          <p:spPr>
            <a:xfrm>
              <a:off x="6017719" y="2344476"/>
              <a:ext cx="11621" cy="47710"/>
            </a:xfrm>
            <a:custGeom>
              <a:avLst/>
              <a:gdLst>
                <a:gd name="connsiteX0" fmla="*/ 5859 w 11621"/>
                <a:gd name="connsiteY0" fmla="*/ 47710 h 47710"/>
                <a:gd name="connsiteX1" fmla="*/ 49 w 11621"/>
                <a:gd name="connsiteY1" fmla="*/ 42242 h 47710"/>
                <a:gd name="connsiteX2" fmla="*/ 48 w 11621"/>
                <a:gd name="connsiteY2" fmla="*/ 42149 h 47710"/>
                <a:gd name="connsiteX3" fmla="*/ 48 w 11621"/>
                <a:gd name="connsiteY3" fmla="*/ 6376 h 47710"/>
                <a:gd name="connsiteX4" fmla="*/ 5068 w 11621"/>
                <a:gd name="connsiteY4" fmla="*/ 47 h 47710"/>
                <a:gd name="connsiteX5" fmla="*/ 11574 w 11621"/>
                <a:gd name="connsiteY5" fmla="*/ 4932 h 47710"/>
                <a:gd name="connsiteX6" fmla="*/ 11574 w 11621"/>
                <a:gd name="connsiteY6" fmla="*/ 6376 h 47710"/>
                <a:gd name="connsiteX7" fmla="*/ 11574 w 11621"/>
                <a:gd name="connsiteY7" fmla="*/ 42149 h 47710"/>
                <a:gd name="connsiteX8" fmla="*/ 5859 w 11621"/>
                <a:gd name="connsiteY8" fmla="*/ 47710 h 4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21" h="47710">
                  <a:moveTo>
                    <a:pt x="5859" y="47710"/>
                  </a:moveTo>
                  <a:cubicBezTo>
                    <a:pt x="2703" y="47761"/>
                    <a:pt x="102" y="45313"/>
                    <a:pt x="49" y="42242"/>
                  </a:cubicBezTo>
                  <a:cubicBezTo>
                    <a:pt x="49" y="42211"/>
                    <a:pt x="48" y="42180"/>
                    <a:pt x="48" y="42149"/>
                  </a:cubicBezTo>
                  <a:lnTo>
                    <a:pt x="48" y="6376"/>
                  </a:lnTo>
                  <a:cubicBezTo>
                    <a:pt x="-362" y="3280"/>
                    <a:pt x="1886" y="446"/>
                    <a:pt x="5068" y="47"/>
                  </a:cubicBezTo>
                  <a:cubicBezTo>
                    <a:pt x="8251" y="-352"/>
                    <a:pt x="11163" y="1835"/>
                    <a:pt x="11574" y="4932"/>
                  </a:cubicBezTo>
                  <a:cubicBezTo>
                    <a:pt x="11637" y="5411"/>
                    <a:pt x="11637" y="5897"/>
                    <a:pt x="11574" y="6376"/>
                  </a:cubicBezTo>
                  <a:lnTo>
                    <a:pt x="11574" y="42149"/>
                  </a:lnTo>
                  <a:cubicBezTo>
                    <a:pt x="11574" y="45220"/>
                    <a:pt x="9015" y="47710"/>
                    <a:pt x="5859" y="47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C44E07B-AEE6-8449-8368-249F7E4DAF6E}"/>
                </a:ext>
              </a:extLst>
            </p:cNvPr>
            <p:cNvSpPr/>
            <p:nvPr/>
          </p:nvSpPr>
          <p:spPr>
            <a:xfrm>
              <a:off x="5992335" y="2433519"/>
              <a:ext cx="144970" cy="11306"/>
            </a:xfrm>
            <a:custGeom>
              <a:avLst/>
              <a:gdLst>
                <a:gd name="connsiteX0" fmla="*/ 139160 w 144970"/>
                <a:gd name="connsiteY0" fmla="*/ 11306 h 11306"/>
                <a:gd name="connsiteX1" fmla="*/ 5810 w 144970"/>
                <a:gd name="connsiteY1" fmla="*/ 11306 h 11306"/>
                <a:gd name="connsiteX2" fmla="*/ 0 w 144970"/>
                <a:gd name="connsiteY2" fmla="*/ 5653 h 11306"/>
                <a:gd name="connsiteX3" fmla="*/ 5810 w 144970"/>
                <a:gd name="connsiteY3" fmla="*/ 0 h 11306"/>
                <a:gd name="connsiteX4" fmla="*/ 139160 w 144970"/>
                <a:gd name="connsiteY4" fmla="*/ 0 h 11306"/>
                <a:gd name="connsiteX5" fmla="*/ 144971 w 144970"/>
                <a:gd name="connsiteY5" fmla="*/ 5653 h 11306"/>
                <a:gd name="connsiteX6" fmla="*/ 139160 w 144970"/>
                <a:gd name="connsiteY6" fmla="*/ 11306 h 11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970" h="11306">
                  <a:moveTo>
                    <a:pt x="139160" y="11306"/>
                  </a:moveTo>
                  <a:lnTo>
                    <a:pt x="5810" y="11306"/>
                  </a:lnTo>
                  <a:cubicBezTo>
                    <a:pt x="2601" y="11306"/>
                    <a:pt x="0" y="8775"/>
                    <a:pt x="0" y="5653"/>
                  </a:cubicBezTo>
                  <a:cubicBezTo>
                    <a:pt x="0" y="2531"/>
                    <a:pt x="2601" y="0"/>
                    <a:pt x="5810" y="0"/>
                  </a:cubicBezTo>
                  <a:lnTo>
                    <a:pt x="139160" y="0"/>
                  </a:lnTo>
                  <a:cubicBezTo>
                    <a:pt x="142369" y="0"/>
                    <a:pt x="144971" y="2531"/>
                    <a:pt x="144971" y="5653"/>
                  </a:cubicBezTo>
                  <a:cubicBezTo>
                    <a:pt x="144971" y="8775"/>
                    <a:pt x="142369" y="11306"/>
                    <a:pt x="139160" y="113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7" name="Graphic 69">
            <a:extLst>
              <a:ext uri="{FF2B5EF4-FFF2-40B4-BE49-F238E27FC236}">
                <a16:creationId xmlns:a16="http://schemas.microsoft.com/office/drawing/2014/main" id="{3F8FFA7D-1582-1D4E-86E8-2C5FD7DB59FC}"/>
              </a:ext>
            </a:extLst>
          </p:cNvPr>
          <p:cNvGrpSpPr>
            <a:grpSpLocks noChangeAspect="1"/>
          </p:cNvGrpSpPr>
          <p:nvPr/>
        </p:nvGrpSpPr>
        <p:grpSpPr>
          <a:xfrm>
            <a:off x="7238018" y="3269398"/>
            <a:ext cx="377193" cy="318615"/>
            <a:chOff x="5946615" y="2257071"/>
            <a:chExt cx="342903" cy="289650"/>
          </a:xfrm>
          <a:solidFill>
            <a:srgbClr val="3B4550"/>
          </a:solidFill>
        </p:grpSpPr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C808AE5-4774-4D4D-ACD8-6D23ECA59173}"/>
                </a:ext>
              </a:extLst>
            </p:cNvPr>
            <p:cNvSpPr/>
            <p:nvPr/>
          </p:nvSpPr>
          <p:spPr>
            <a:xfrm>
              <a:off x="6087156" y="2275747"/>
              <a:ext cx="11621" cy="37294"/>
            </a:xfrm>
            <a:custGeom>
              <a:avLst/>
              <a:gdLst>
                <a:gd name="connsiteX0" fmla="*/ 5859 w 11621"/>
                <a:gd name="connsiteY0" fmla="*/ 37295 h 37294"/>
                <a:gd name="connsiteX1" fmla="*/ 48 w 11621"/>
                <a:gd name="connsiteY1" fmla="*/ 31547 h 37294"/>
                <a:gd name="connsiteX2" fmla="*/ 48 w 11621"/>
                <a:gd name="connsiteY2" fmla="*/ 6483 h 37294"/>
                <a:gd name="connsiteX3" fmla="*/ 5068 w 11621"/>
                <a:gd name="connsiteY3" fmla="*/ 48 h 37294"/>
                <a:gd name="connsiteX4" fmla="*/ 11574 w 11621"/>
                <a:gd name="connsiteY4" fmla="*/ 5014 h 37294"/>
                <a:gd name="connsiteX5" fmla="*/ 11574 w 11621"/>
                <a:gd name="connsiteY5" fmla="*/ 6483 h 37294"/>
                <a:gd name="connsiteX6" fmla="*/ 11574 w 11621"/>
                <a:gd name="connsiteY6" fmla="*/ 31547 h 37294"/>
                <a:gd name="connsiteX7" fmla="*/ 5955 w 11621"/>
                <a:gd name="connsiteY7" fmla="*/ 37294 h 37294"/>
                <a:gd name="connsiteX8" fmla="*/ 5859 w 11621"/>
                <a:gd name="connsiteY8" fmla="*/ 37295 h 3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21" h="37294">
                  <a:moveTo>
                    <a:pt x="5859" y="37295"/>
                  </a:moveTo>
                  <a:cubicBezTo>
                    <a:pt x="2650" y="37295"/>
                    <a:pt x="48" y="34721"/>
                    <a:pt x="48" y="31547"/>
                  </a:cubicBezTo>
                  <a:lnTo>
                    <a:pt x="48" y="6483"/>
                  </a:lnTo>
                  <a:cubicBezTo>
                    <a:pt x="-362" y="3334"/>
                    <a:pt x="1886" y="453"/>
                    <a:pt x="5068" y="48"/>
                  </a:cubicBezTo>
                  <a:cubicBezTo>
                    <a:pt x="8251" y="-358"/>
                    <a:pt x="11164" y="1866"/>
                    <a:pt x="11574" y="5014"/>
                  </a:cubicBezTo>
                  <a:cubicBezTo>
                    <a:pt x="11637" y="5502"/>
                    <a:pt x="11637" y="5995"/>
                    <a:pt x="11574" y="6483"/>
                  </a:cubicBezTo>
                  <a:lnTo>
                    <a:pt x="11574" y="31547"/>
                  </a:lnTo>
                  <a:cubicBezTo>
                    <a:pt x="11626" y="34669"/>
                    <a:pt x="9110" y="37242"/>
                    <a:pt x="5955" y="37294"/>
                  </a:cubicBezTo>
                  <a:cubicBezTo>
                    <a:pt x="5923" y="37294"/>
                    <a:pt x="5891" y="37295"/>
                    <a:pt x="5859" y="3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B0F9DA89-B895-0746-AEEB-9EE0301BCE1D}"/>
                </a:ext>
              </a:extLst>
            </p:cNvPr>
            <p:cNvSpPr/>
            <p:nvPr/>
          </p:nvSpPr>
          <p:spPr>
            <a:xfrm>
              <a:off x="6026739" y="2292554"/>
              <a:ext cx="24187" cy="33116"/>
            </a:xfrm>
            <a:custGeom>
              <a:avLst/>
              <a:gdLst>
                <a:gd name="connsiteX0" fmla="*/ 18461 w 24187"/>
                <a:gd name="connsiteY0" fmla="*/ 33114 h 33116"/>
                <a:gd name="connsiteX1" fmla="*/ 13508 w 24187"/>
                <a:gd name="connsiteY1" fmla="*/ 30476 h 33116"/>
                <a:gd name="connsiteX2" fmla="*/ 744 w 24187"/>
                <a:gd name="connsiteY2" fmla="*/ 8521 h 33116"/>
                <a:gd name="connsiteX3" fmla="*/ 2898 w 24187"/>
                <a:gd name="connsiteY3" fmla="*/ 815 h 33116"/>
                <a:gd name="connsiteX4" fmla="*/ 2935 w 24187"/>
                <a:gd name="connsiteY4" fmla="*/ 795 h 33116"/>
                <a:gd name="connsiteX5" fmla="*/ 10646 w 24187"/>
                <a:gd name="connsiteY5" fmla="*/ 2697 h 33116"/>
                <a:gd name="connsiteX6" fmla="*/ 10745 w 24187"/>
                <a:gd name="connsiteY6" fmla="*/ 2868 h 33116"/>
                <a:gd name="connsiteX7" fmla="*/ 23414 w 24187"/>
                <a:gd name="connsiteY7" fmla="*/ 24540 h 33116"/>
                <a:gd name="connsiteX8" fmla="*/ 21318 w 24187"/>
                <a:gd name="connsiteY8" fmla="*/ 32360 h 33116"/>
                <a:gd name="connsiteX9" fmla="*/ 18461 w 24187"/>
                <a:gd name="connsiteY9" fmla="*/ 33114 h 3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87" h="33116">
                  <a:moveTo>
                    <a:pt x="18461" y="33114"/>
                  </a:moveTo>
                  <a:cubicBezTo>
                    <a:pt x="16456" y="33155"/>
                    <a:pt x="14576" y="32154"/>
                    <a:pt x="13508" y="30476"/>
                  </a:cubicBezTo>
                  <a:lnTo>
                    <a:pt x="744" y="8521"/>
                  </a:lnTo>
                  <a:cubicBezTo>
                    <a:pt x="-812" y="5805"/>
                    <a:pt x="152" y="2355"/>
                    <a:pt x="2898" y="815"/>
                  </a:cubicBezTo>
                  <a:cubicBezTo>
                    <a:pt x="2910" y="808"/>
                    <a:pt x="2923" y="801"/>
                    <a:pt x="2935" y="795"/>
                  </a:cubicBezTo>
                  <a:cubicBezTo>
                    <a:pt x="5595" y="-786"/>
                    <a:pt x="9048" y="65"/>
                    <a:pt x="10646" y="2697"/>
                  </a:cubicBezTo>
                  <a:cubicBezTo>
                    <a:pt x="10680" y="2754"/>
                    <a:pt x="10713" y="2810"/>
                    <a:pt x="10745" y="2868"/>
                  </a:cubicBezTo>
                  <a:lnTo>
                    <a:pt x="23414" y="24540"/>
                  </a:lnTo>
                  <a:cubicBezTo>
                    <a:pt x="25002" y="27274"/>
                    <a:pt x="24067" y="30763"/>
                    <a:pt x="21318" y="32360"/>
                  </a:cubicBezTo>
                  <a:cubicBezTo>
                    <a:pt x="20461" y="32883"/>
                    <a:pt x="19467" y="33145"/>
                    <a:pt x="18461" y="331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C046113-A700-5C4E-8E9C-572FF5B4F290}"/>
                </a:ext>
              </a:extLst>
            </p:cNvPr>
            <p:cNvSpPr/>
            <p:nvPr/>
          </p:nvSpPr>
          <p:spPr>
            <a:xfrm>
              <a:off x="5982447" y="2336360"/>
              <a:ext cx="35143" cy="24562"/>
            </a:xfrm>
            <a:custGeom>
              <a:avLst/>
              <a:gdLst>
                <a:gd name="connsiteX0" fmla="*/ 27795 w 35143"/>
                <a:gd name="connsiteY0" fmla="*/ 24360 h 24562"/>
                <a:gd name="connsiteX1" fmla="*/ 24842 w 35143"/>
                <a:gd name="connsiteY1" fmla="*/ 23512 h 24562"/>
                <a:gd name="connsiteX2" fmla="*/ 2935 w 35143"/>
                <a:gd name="connsiteY2" fmla="*/ 10603 h 24562"/>
                <a:gd name="connsiteX3" fmla="*/ 723 w 35143"/>
                <a:gd name="connsiteY3" fmla="*/ 2913 h 24562"/>
                <a:gd name="connsiteX4" fmla="*/ 744 w 35143"/>
                <a:gd name="connsiteY4" fmla="*/ 2876 h 24562"/>
                <a:gd name="connsiteX5" fmla="*/ 8650 w 35143"/>
                <a:gd name="connsiteY5" fmla="*/ 709 h 24562"/>
                <a:gd name="connsiteX6" fmla="*/ 30843 w 35143"/>
                <a:gd name="connsiteY6" fmla="*/ 13241 h 24562"/>
                <a:gd name="connsiteX7" fmla="*/ 34939 w 35143"/>
                <a:gd name="connsiteY7" fmla="*/ 20308 h 24562"/>
                <a:gd name="connsiteX8" fmla="*/ 27795 w 35143"/>
                <a:gd name="connsiteY8" fmla="*/ 24360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43" h="24562">
                  <a:moveTo>
                    <a:pt x="27795" y="24360"/>
                  </a:moveTo>
                  <a:cubicBezTo>
                    <a:pt x="26750" y="24354"/>
                    <a:pt x="25728" y="24060"/>
                    <a:pt x="24842" y="23512"/>
                  </a:cubicBezTo>
                  <a:lnTo>
                    <a:pt x="2935" y="10603"/>
                  </a:lnTo>
                  <a:cubicBezTo>
                    <a:pt x="177" y="9083"/>
                    <a:pt x="-813" y="5640"/>
                    <a:pt x="723" y="2913"/>
                  </a:cubicBezTo>
                  <a:cubicBezTo>
                    <a:pt x="730" y="2900"/>
                    <a:pt x="737" y="2888"/>
                    <a:pt x="744" y="2876"/>
                  </a:cubicBezTo>
                  <a:cubicBezTo>
                    <a:pt x="2359" y="166"/>
                    <a:pt x="5855" y="-793"/>
                    <a:pt x="8650" y="709"/>
                  </a:cubicBezTo>
                  <a:lnTo>
                    <a:pt x="30843" y="13241"/>
                  </a:lnTo>
                  <a:cubicBezTo>
                    <a:pt x="33947" y="14074"/>
                    <a:pt x="35780" y="17238"/>
                    <a:pt x="34939" y="20308"/>
                  </a:cubicBezTo>
                  <a:cubicBezTo>
                    <a:pt x="34097" y="23378"/>
                    <a:pt x="30899" y="25192"/>
                    <a:pt x="27795" y="243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48CB92C-7D64-F740-8E9B-5FA8E29FC6FD}"/>
                </a:ext>
              </a:extLst>
            </p:cNvPr>
            <p:cNvSpPr/>
            <p:nvPr/>
          </p:nvSpPr>
          <p:spPr>
            <a:xfrm>
              <a:off x="5965494" y="2396384"/>
              <a:ext cx="38443" cy="11496"/>
            </a:xfrm>
            <a:custGeom>
              <a:avLst/>
              <a:gdLst>
                <a:gd name="connsiteX0" fmla="*/ 31890 w 38443"/>
                <a:gd name="connsiteY0" fmla="*/ 11449 h 11496"/>
                <a:gd name="connsiteX1" fmla="*/ 6553 w 38443"/>
                <a:gd name="connsiteY1" fmla="*/ 11449 h 11496"/>
                <a:gd name="connsiteX2" fmla="*/ 48 w 38443"/>
                <a:gd name="connsiteY2" fmla="*/ 6483 h 11496"/>
                <a:gd name="connsiteX3" fmla="*/ 5068 w 38443"/>
                <a:gd name="connsiteY3" fmla="*/ 48 h 11496"/>
                <a:gd name="connsiteX4" fmla="*/ 6553 w 38443"/>
                <a:gd name="connsiteY4" fmla="*/ 48 h 11496"/>
                <a:gd name="connsiteX5" fmla="*/ 31890 w 38443"/>
                <a:gd name="connsiteY5" fmla="*/ 48 h 11496"/>
                <a:gd name="connsiteX6" fmla="*/ 38395 w 38443"/>
                <a:gd name="connsiteY6" fmla="*/ 5014 h 11496"/>
                <a:gd name="connsiteX7" fmla="*/ 33375 w 38443"/>
                <a:gd name="connsiteY7" fmla="*/ 11449 h 11496"/>
                <a:gd name="connsiteX8" fmla="*/ 31890 w 38443"/>
                <a:gd name="connsiteY8" fmla="*/ 11449 h 1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3" h="11496">
                  <a:moveTo>
                    <a:pt x="31890" y="11449"/>
                  </a:moveTo>
                  <a:lnTo>
                    <a:pt x="6553" y="11449"/>
                  </a:lnTo>
                  <a:cubicBezTo>
                    <a:pt x="3371" y="11855"/>
                    <a:pt x="458" y="9631"/>
                    <a:pt x="48" y="6483"/>
                  </a:cubicBezTo>
                  <a:cubicBezTo>
                    <a:pt x="-362" y="3334"/>
                    <a:pt x="1886" y="453"/>
                    <a:pt x="5068" y="48"/>
                  </a:cubicBezTo>
                  <a:cubicBezTo>
                    <a:pt x="5561" y="-15"/>
                    <a:pt x="6060" y="-15"/>
                    <a:pt x="6553" y="48"/>
                  </a:cubicBezTo>
                  <a:lnTo>
                    <a:pt x="31890" y="48"/>
                  </a:lnTo>
                  <a:cubicBezTo>
                    <a:pt x="35072" y="-358"/>
                    <a:pt x="37985" y="1866"/>
                    <a:pt x="38395" y="5014"/>
                  </a:cubicBezTo>
                  <a:cubicBezTo>
                    <a:pt x="38805" y="8162"/>
                    <a:pt x="36557" y="11043"/>
                    <a:pt x="33375" y="11449"/>
                  </a:cubicBezTo>
                  <a:cubicBezTo>
                    <a:pt x="32882" y="11512"/>
                    <a:pt x="32383" y="11512"/>
                    <a:pt x="31890" y="11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D1713FD-E020-524A-B488-48CEBDC7C509}"/>
                </a:ext>
              </a:extLst>
            </p:cNvPr>
            <p:cNvSpPr/>
            <p:nvPr/>
          </p:nvSpPr>
          <p:spPr>
            <a:xfrm>
              <a:off x="5982475" y="2443472"/>
              <a:ext cx="33494" cy="23914"/>
            </a:xfrm>
            <a:custGeom>
              <a:avLst/>
              <a:gdLst>
                <a:gd name="connsiteX0" fmla="*/ 5765 w 33494"/>
                <a:gd name="connsiteY0" fmla="*/ 23912 h 23914"/>
                <a:gd name="connsiteX1" fmla="*/ 717 w 33494"/>
                <a:gd name="connsiteY1" fmla="*/ 21085 h 23914"/>
                <a:gd name="connsiteX2" fmla="*/ 2908 w 33494"/>
                <a:gd name="connsiteY2" fmla="*/ 13264 h 23914"/>
                <a:gd name="connsiteX3" fmla="*/ 24815 w 33494"/>
                <a:gd name="connsiteY3" fmla="*/ 732 h 23914"/>
                <a:gd name="connsiteX4" fmla="*/ 32721 w 33494"/>
                <a:gd name="connsiteY4" fmla="*/ 2805 h 23914"/>
                <a:gd name="connsiteX5" fmla="*/ 30625 w 33494"/>
                <a:gd name="connsiteY5" fmla="*/ 10626 h 23914"/>
                <a:gd name="connsiteX6" fmla="*/ 8623 w 33494"/>
                <a:gd name="connsiteY6" fmla="*/ 23158 h 23914"/>
                <a:gd name="connsiteX7" fmla="*/ 5765 w 33494"/>
                <a:gd name="connsiteY7" fmla="*/ 23912 h 23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94" h="23914">
                  <a:moveTo>
                    <a:pt x="5765" y="23912"/>
                  </a:moveTo>
                  <a:cubicBezTo>
                    <a:pt x="3693" y="23927"/>
                    <a:pt x="1770" y="22850"/>
                    <a:pt x="717" y="21085"/>
                  </a:cubicBezTo>
                  <a:cubicBezTo>
                    <a:pt x="-801" y="18320"/>
                    <a:pt x="167" y="14862"/>
                    <a:pt x="2908" y="13264"/>
                  </a:cubicBezTo>
                  <a:lnTo>
                    <a:pt x="24815" y="732"/>
                  </a:lnTo>
                  <a:cubicBezTo>
                    <a:pt x="27586" y="-786"/>
                    <a:pt x="31074" y="129"/>
                    <a:pt x="32721" y="2805"/>
                  </a:cubicBezTo>
                  <a:cubicBezTo>
                    <a:pt x="34309" y="5539"/>
                    <a:pt x="33374" y="9029"/>
                    <a:pt x="30625" y="10626"/>
                  </a:cubicBezTo>
                  <a:lnTo>
                    <a:pt x="8623" y="23158"/>
                  </a:lnTo>
                  <a:cubicBezTo>
                    <a:pt x="7765" y="23681"/>
                    <a:pt x="6772" y="23943"/>
                    <a:pt x="5765" y="239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C2280A5A-DB20-014F-AF87-37E835A09772}"/>
                </a:ext>
              </a:extLst>
            </p:cNvPr>
            <p:cNvSpPr/>
            <p:nvPr/>
          </p:nvSpPr>
          <p:spPr>
            <a:xfrm>
              <a:off x="6026575" y="2479551"/>
              <a:ext cx="23264" cy="31933"/>
            </a:xfrm>
            <a:custGeom>
              <a:avLst/>
              <a:gdLst>
                <a:gd name="connsiteX0" fmla="*/ 5765 w 23264"/>
                <a:gd name="connsiteY0" fmla="*/ 31931 h 31933"/>
                <a:gd name="connsiteX1" fmla="*/ 2908 w 23264"/>
                <a:gd name="connsiteY1" fmla="*/ 31177 h 31933"/>
                <a:gd name="connsiteX2" fmla="*/ 717 w 23264"/>
                <a:gd name="connsiteY2" fmla="*/ 23356 h 31933"/>
                <a:gd name="connsiteX3" fmla="*/ 13480 w 23264"/>
                <a:gd name="connsiteY3" fmla="*/ 1684 h 31933"/>
                <a:gd name="connsiteX4" fmla="*/ 21562 w 23264"/>
                <a:gd name="connsiteY4" fmla="*/ 1628 h 31933"/>
                <a:gd name="connsiteX5" fmla="*/ 23005 w 23264"/>
                <a:gd name="connsiteY5" fmla="*/ 7338 h 31933"/>
                <a:gd name="connsiteX6" fmla="*/ 10909 w 23264"/>
                <a:gd name="connsiteY6" fmla="*/ 28821 h 31933"/>
                <a:gd name="connsiteX7" fmla="*/ 5765 w 23264"/>
                <a:gd name="connsiteY7" fmla="*/ 31931 h 3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64" h="31933">
                  <a:moveTo>
                    <a:pt x="5765" y="31931"/>
                  </a:moveTo>
                  <a:cubicBezTo>
                    <a:pt x="4759" y="31961"/>
                    <a:pt x="3765" y="31699"/>
                    <a:pt x="2908" y="31177"/>
                  </a:cubicBezTo>
                  <a:cubicBezTo>
                    <a:pt x="167" y="29579"/>
                    <a:pt x="-801" y="26121"/>
                    <a:pt x="717" y="23356"/>
                  </a:cubicBezTo>
                  <a:lnTo>
                    <a:pt x="13480" y="1684"/>
                  </a:lnTo>
                  <a:cubicBezTo>
                    <a:pt x="15696" y="-539"/>
                    <a:pt x="19315" y="-564"/>
                    <a:pt x="21562" y="1628"/>
                  </a:cubicBezTo>
                  <a:cubicBezTo>
                    <a:pt x="23086" y="3114"/>
                    <a:pt x="23643" y="5317"/>
                    <a:pt x="23005" y="7338"/>
                  </a:cubicBezTo>
                  <a:lnTo>
                    <a:pt x="10909" y="28821"/>
                  </a:lnTo>
                  <a:cubicBezTo>
                    <a:pt x="9931" y="30741"/>
                    <a:pt x="7938" y="31946"/>
                    <a:pt x="5765" y="31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92937A4-1D5D-B64D-993B-D49D8F817B32}"/>
                </a:ext>
              </a:extLst>
            </p:cNvPr>
            <p:cNvSpPr/>
            <p:nvPr/>
          </p:nvSpPr>
          <p:spPr>
            <a:xfrm>
              <a:off x="6087156" y="2490016"/>
              <a:ext cx="11621" cy="37294"/>
            </a:xfrm>
            <a:custGeom>
              <a:avLst/>
              <a:gdLst>
                <a:gd name="connsiteX0" fmla="*/ 5859 w 11621"/>
                <a:gd name="connsiteY0" fmla="*/ 37295 h 37294"/>
                <a:gd name="connsiteX1" fmla="*/ 48 w 11621"/>
                <a:gd name="connsiteY1" fmla="*/ 31547 h 37294"/>
                <a:gd name="connsiteX2" fmla="*/ 48 w 11621"/>
                <a:gd name="connsiteY2" fmla="*/ 6483 h 37294"/>
                <a:gd name="connsiteX3" fmla="*/ 5068 w 11621"/>
                <a:gd name="connsiteY3" fmla="*/ 48 h 37294"/>
                <a:gd name="connsiteX4" fmla="*/ 11574 w 11621"/>
                <a:gd name="connsiteY4" fmla="*/ 5014 h 37294"/>
                <a:gd name="connsiteX5" fmla="*/ 11574 w 11621"/>
                <a:gd name="connsiteY5" fmla="*/ 6483 h 37294"/>
                <a:gd name="connsiteX6" fmla="*/ 11574 w 11621"/>
                <a:gd name="connsiteY6" fmla="*/ 31547 h 37294"/>
                <a:gd name="connsiteX7" fmla="*/ 5859 w 11621"/>
                <a:gd name="connsiteY7" fmla="*/ 37295 h 3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21" h="37294">
                  <a:moveTo>
                    <a:pt x="5859" y="37295"/>
                  </a:moveTo>
                  <a:cubicBezTo>
                    <a:pt x="2650" y="37295"/>
                    <a:pt x="48" y="34721"/>
                    <a:pt x="48" y="31547"/>
                  </a:cubicBezTo>
                  <a:lnTo>
                    <a:pt x="48" y="6483"/>
                  </a:lnTo>
                  <a:cubicBezTo>
                    <a:pt x="-362" y="3334"/>
                    <a:pt x="1886" y="453"/>
                    <a:pt x="5068" y="48"/>
                  </a:cubicBezTo>
                  <a:cubicBezTo>
                    <a:pt x="8251" y="-358"/>
                    <a:pt x="11164" y="1866"/>
                    <a:pt x="11574" y="5014"/>
                  </a:cubicBezTo>
                  <a:cubicBezTo>
                    <a:pt x="11637" y="5502"/>
                    <a:pt x="11637" y="5995"/>
                    <a:pt x="11574" y="6483"/>
                  </a:cubicBezTo>
                  <a:lnTo>
                    <a:pt x="11574" y="31547"/>
                  </a:lnTo>
                  <a:cubicBezTo>
                    <a:pt x="11574" y="34685"/>
                    <a:pt x="9030" y="37243"/>
                    <a:pt x="5859" y="3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B4A0097D-A8D3-8745-BB47-3CFDF141D28D}"/>
                </a:ext>
              </a:extLst>
            </p:cNvPr>
            <p:cNvSpPr/>
            <p:nvPr/>
          </p:nvSpPr>
          <p:spPr>
            <a:xfrm>
              <a:off x="6170060" y="2336744"/>
              <a:ext cx="33485" cy="23976"/>
            </a:xfrm>
            <a:custGeom>
              <a:avLst/>
              <a:gdLst>
                <a:gd name="connsiteX0" fmla="*/ 5727 w 33485"/>
                <a:gd name="connsiteY0" fmla="*/ 23976 h 23976"/>
                <a:gd name="connsiteX1" fmla="*/ 774 w 33485"/>
                <a:gd name="connsiteY1" fmla="*/ 21055 h 23976"/>
                <a:gd name="connsiteX2" fmla="*/ 2869 w 33485"/>
                <a:gd name="connsiteY2" fmla="*/ 13235 h 23976"/>
                <a:gd name="connsiteX3" fmla="*/ 24872 w 33485"/>
                <a:gd name="connsiteY3" fmla="*/ 702 h 23976"/>
                <a:gd name="connsiteX4" fmla="*/ 32682 w 33485"/>
                <a:gd name="connsiteY4" fmla="*/ 2870 h 23976"/>
                <a:gd name="connsiteX5" fmla="*/ 30759 w 33485"/>
                <a:gd name="connsiteY5" fmla="*/ 10498 h 23976"/>
                <a:gd name="connsiteX6" fmla="*/ 30587 w 33485"/>
                <a:gd name="connsiteY6" fmla="*/ 10596 h 23976"/>
                <a:gd name="connsiteX7" fmla="*/ 8584 w 33485"/>
                <a:gd name="connsiteY7" fmla="*/ 23128 h 23976"/>
                <a:gd name="connsiteX8" fmla="*/ 5727 w 33485"/>
                <a:gd name="connsiteY8" fmla="*/ 23976 h 2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485" h="23976">
                  <a:moveTo>
                    <a:pt x="5727" y="23976"/>
                  </a:moveTo>
                  <a:cubicBezTo>
                    <a:pt x="3658" y="23979"/>
                    <a:pt x="1755" y="22856"/>
                    <a:pt x="774" y="21055"/>
                  </a:cubicBezTo>
                  <a:cubicBezTo>
                    <a:pt x="-815" y="18321"/>
                    <a:pt x="120" y="14831"/>
                    <a:pt x="2869" y="13235"/>
                  </a:cubicBezTo>
                  <a:lnTo>
                    <a:pt x="24872" y="702"/>
                  </a:lnTo>
                  <a:cubicBezTo>
                    <a:pt x="27639" y="-790"/>
                    <a:pt x="31104" y="171"/>
                    <a:pt x="32682" y="2870"/>
                  </a:cubicBezTo>
                  <a:cubicBezTo>
                    <a:pt x="34281" y="5502"/>
                    <a:pt x="33420" y="8917"/>
                    <a:pt x="30759" y="10498"/>
                  </a:cubicBezTo>
                  <a:cubicBezTo>
                    <a:pt x="30702" y="10532"/>
                    <a:pt x="30645" y="10564"/>
                    <a:pt x="30587" y="10596"/>
                  </a:cubicBezTo>
                  <a:lnTo>
                    <a:pt x="8584" y="23128"/>
                  </a:lnTo>
                  <a:cubicBezTo>
                    <a:pt x="7740" y="23689"/>
                    <a:pt x="6744" y="23985"/>
                    <a:pt x="5727" y="23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A4080C87-94FB-504D-8F40-33562CDEBCD8}"/>
                </a:ext>
              </a:extLst>
            </p:cNvPr>
            <p:cNvSpPr/>
            <p:nvPr/>
          </p:nvSpPr>
          <p:spPr>
            <a:xfrm>
              <a:off x="6135065" y="2292662"/>
              <a:ext cx="23999" cy="33010"/>
            </a:xfrm>
            <a:custGeom>
              <a:avLst/>
              <a:gdLst>
                <a:gd name="connsiteX0" fmla="*/ 5765 w 23999"/>
                <a:gd name="connsiteY0" fmla="*/ 33006 h 33010"/>
                <a:gd name="connsiteX1" fmla="*/ 2908 w 23999"/>
                <a:gd name="connsiteY1" fmla="*/ 32252 h 33010"/>
                <a:gd name="connsiteX2" fmla="*/ 717 w 23999"/>
                <a:gd name="connsiteY2" fmla="*/ 24432 h 33010"/>
                <a:gd name="connsiteX3" fmla="*/ 13385 w 23999"/>
                <a:gd name="connsiteY3" fmla="*/ 2760 h 33010"/>
                <a:gd name="connsiteX4" fmla="*/ 21100 w 23999"/>
                <a:gd name="connsiteY4" fmla="*/ 687 h 33010"/>
                <a:gd name="connsiteX5" fmla="*/ 23295 w 23999"/>
                <a:gd name="connsiteY5" fmla="*/ 8243 h 33010"/>
                <a:gd name="connsiteX6" fmla="*/ 23196 w 23999"/>
                <a:gd name="connsiteY6" fmla="*/ 8413 h 33010"/>
                <a:gd name="connsiteX7" fmla="*/ 10718 w 23999"/>
                <a:gd name="connsiteY7" fmla="*/ 30368 h 33010"/>
                <a:gd name="connsiteX8" fmla="*/ 5765 w 23999"/>
                <a:gd name="connsiteY8" fmla="*/ 33006 h 3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999" h="33010">
                  <a:moveTo>
                    <a:pt x="5765" y="33006"/>
                  </a:moveTo>
                  <a:cubicBezTo>
                    <a:pt x="4757" y="33049"/>
                    <a:pt x="3760" y="32786"/>
                    <a:pt x="2908" y="32252"/>
                  </a:cubicBezTo>
                  <a:cubicBezTo>
                    <a:pt x="167" y="30654"/>
                    <a:pt x="-801" y="27197"/>
                    <a:pt x="717" y="24432"/>
                  </a:cubicBezTo>
                  <a:lnTo>
                    <a:pt x="13385" y="2760"/>
                  </a:lnTo>
                  <a:cubicBezTo>
                    <a:pt x="14991" y="150"/>
                    <a:pt x="18380" y="-761"/>
                    <a:pt x="21100" y="687"/>
                  </a:cubicBezTo>
                  <a:cubicBezTo>
                    <a:pt x="23816" y="2174"/>
                    <a:pt x="24798" y="5557"/>
                    <a:pt x="23295" y="8243"/>
                  </a:cubicBezTo>
                  <a:cubicBezTo>
                    <a:pt x="23263" y="8300"/>
                    <a:pt x="23230" y="8357"/>
                    <a:pt x="23196" y="8413"/>
                  </a:cubicBezTo>
                  <a:lnTo>
                    <a:pt x="10718" y="30368"/>
                  </a:lnTo>
                  <a:cubicBezTo>
                    <a:pt x="9649" y="32046"/>
                    <a:pt x="7770" y="33047"/>
                    <a:pt x="5765" y="33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C5940589-0ADC-C843-84BD-76EF6BDE8ECE}"/>
                </a:ext>
              </a:extLst>
            </p:cNvPr>
            <p:cNvSpPr/>
            <p:nvPr/>
          </p:nvSpPr>
          <p:spPr>
            <a:xfrm>
              <a:off x="6055918" y="2280605"/>
              <a:ext cx="13753" cy="19441"/>
            </a:xfrm>
            <a:custGeom>
              <a:avLst/>
              <a:gdLst>
                <a:gd name="connsiteX0" fmla="*/ 7950 w 13753"/>
                <a:gd name="connsiteY0" fmla="*/ 19434 h 19441"/>
                <a:gd name="connsiteX1" fmla="*/ 2426 w 13753"/>
                <a:gd name="connsiteY1" fmla="*/ 15288 h 19441"/>
                <a:gd name="connsiteX2" fmla="*/ 235 w 13753"/>
                <a:gd name="connsiteY2" fmla="*/ 7184 h 19441"/>
                <a:gd name="connsiteX3" fmla="*/ 4019 w 13753"/>
                <a:gd name="connsiteY3" fmla="*/ 271 h 19441"/>
                <a:gd name="connsiteX4" fmla="*/ 4235 w 13753"/>
                <a:gd name="connsiteY4" fmla="*/ 212 h 19441"/>
                <a:gd name="connsiteX5" fmla="*/ 11379 w 13753"/>
                <a:gd name="connsiteY5" fmla="*/ 4169 h 19441"/>
                <a:gd name="connsiteX6" fmla="*/ 13570 w 13753"/>
                <a:gd name="connsiteY6" fmla="*/ 12273 h 19441"/>
                <a:gd name="connsiteX7" fmla="*/ 9474 w 13753"/>
                <a:gd name="connsiteY7" fmla="*/ 19245 h 19441"/>
                <a:gd name="connsiteX8" fmla="*/ 7950 w 13753"/>
                <a:gd name="connsiteY8" fmla="*/ 19434 h 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3" h="19441">
                  <a:moveTo>
                    <a:pt x="7950" y="19434"/>
                  </a:moveTo>
                  <a:cubicBezTo>
                    <a:pt x="5363" y="19474"/>
                    <a:pt x="3083" y="17763"/>
                    <a:pt x="2426" y="15288"/>
                  </a:cubicBezTo>
                  <a:lnTo>
                    <a:pt x="235" y="7184"/>
                  </a:lnTo>
                  <a:cubicBezTo>
                    <a:pt x="-650" y="4242"/>
                    <a:pt x="1044" y="1146"/>
                    <a:pt x="4019" y="271"/>
                  </a:cubicBezTo>
                  <a:cubicBezTo>
                    <a:pt x="4091" y="250"/>
                    <a:pt x="4163" y="230"/>
                    <a:pt x="4235" y="212"/>
                  </a:cubicBezTo>
                  <a:cubicBezTo>
                    <a:pt x="7311" y="-635"/>
                    <a:pt x="10501" y="1132"/>
                    <a:pt x="11379" y="4169"/>
                  </a:cubicBezTo>
                  <a:lnTo>
                    <a:pt x="13570" y="12273"/>
                  </a:lnTo>
                  <a:cubicBezTo>
                    <a:pt x="14358" y="15313"/>
                    <a:pt x="12535" y="18418"/>
                    <a:pt x="9474" y="19245"/>
                  </a:cubicBezTo>
                  <a:cubicBezTo>
                    <a:pt x="8982" y="19400"/>
                    <a:pt x="8465" y="19464"/>
                    <a:pt x="7950" y="19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B095BD1E-2E48-7748-B83C-C0E58EB5B923}"/>
                </a:ext>
              </a:extLst>
            </p:cNvPr>
            <p:cNvSpPr/>
            <p:nvPr/>
          </p:nvSpPr>
          <p:spPr>
            <a:xfrm>
              <a:off x="6003135" y="2312985"/>
              <a:ext cx="16067" cy="15914"/>
            </a:xfrm>
            <a:custGeom>
              <a:avLst/>
              <a:gdLst>
                <a:gd name="connsiteX0" fmla="*/ 10155 w 16067"/>
                <a:gd name="connsiteY0" fmla="*/ 15887 h 15914"/>
                <a:gd name="connsiteX1" fmla="*/ 6059 w 16067"/>
                <a:gd name="connsiteY1" fmla="*/ 14191 h 15914"/>
                <a:gd name="connsiteX2" fmla="*/ 630 w 16067"/>
                <a:gd name="connsiteY2" fmla="*/ 8349 h 15914"/>
                <a:gd name="connsiteX3" fmla="*/ 3182 w 16067"/>
                <a:gd name="connsiteY3" fmla="*/ 622 h 15914"/>
                <a:gd name="connsiteX4" fmla="*/ 8441 w 16067"/>
                <a:gd name="connsiteY4" fmla="*/ 622 h 15914"/>
                <a:gd name="connsiteX5" fmla="*/ 14346 w 16067"/>
                <a:gd name="connsiteY5" fmla="*/ 6558 h 15914"/>
                <a:gd name="connsiteX6" fmla="*/ 14496 w 16067"/>
                <a:gd name="connsiteY6" fmla="*/ 14419 h 15914"/>
                <a:gd name="connsiteX7" fmla="*/ 14346 w 16067"/>
                <a:gd name="connsiteY7" fmla="*/ 14568 h 15914"/>
                <a:gd name="connsiteX8" fmla="*/ 10155 w 16067"/>
                <a:gd name="connsiteY8" fmla="*/ 15887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67" h="15914">
                  <a:moveTo>
                    <a:pt x="10155" y="15887"/>
                  </a:moveTo>
                  <a:cubicBezTo>
                    <a:pt x="8615" y="15891"/>
                    <a:pt x="7138" y="15279"/>
                    <a:pt x="6059" y="14191"/>
                  </a:cubicBezTo>
                  <a:lnTo>
                    <a:pt x="630" y="8349"/>
                  </a:lnTo>
                  <a:cubicBezTo>
                    <a:pt x="-822" y="5518"/>
                    <a:pt x="321" y="2059"/>
                    <a:pt x="3182" y="622"/>
                  </a:cubicBezTo>
                  <a:cubicBezTo>
                    <a:pt x="4835" y="-207"/>
                    <a:pt x="6788" y="-207"/>
                    <a:pt x="8441" y="622"/>
                  </a:cubicBezTo>
                  <a:lnTo>
                    <a:pt x="14346" y="6558"/>
                  </a:lnTo>
                  <a:cubicBezTo>
                    <a:pt x="16582" y="8688"/>
                    <a:pt x="16649" y="12207"/>
                    <a:pt x="14496" y="14419"/>
                  </a:cubicBezTo>
                  <a:cubicBezTo>
                    <a:pt x="14447" y="14469"/>
                    <a:pt x="14397" y="14519"/>
                    <a:pt x="14346" y="14568"/>
                  </a:cubicBezTo>
                  <a:cubicBezTo>
                    <a:pt x="13194" y="15562"/>
                    <a:pt x="11676" y="16040"/>
                    <a:pt x="10155" y="15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76924816-A634-9245-9ABD-087C8AC6DE80}"/>
                </a:ext>
              </a:extLst>
            </p:cNvPr>
            <p:cNvSpPr/>
            <p:nvPr/>
          </p:nvSpPr>
          <p:spPr>
            <a:xfrm>
              <a:off x="5970785" y="2365410"/>
              <a:ext cx="19057" cy="13400"/>
            </a:xfrm>
            <a:custGeom>
              <a:avLst/>
              <a:gdLst>
                <a:gd name="connsiteX0" fmla="*/ 13930 w 19057"/>
                <a:gd name="connsiteY0" fmla="*/ 13401 h 13400"/>
                <a:gd name="connsiteX1" fmla="*/ 12406 w 19057"/>
                <a:gd name="connsiteY1" fmla="*/ 13401 h 13400"/>
                <a:gd name="connsiteX2" fmla="*/ 4215 w 19057"/>
                <a:gd name="connsiteY2" fmla="*/ 11234 h 13400"/>
                <a:gd name="connsiteX3" fmla="*/ 214 w 19057"/>
                <a:gd name="connsiteY3" fmla="*/ 4167 h 13400"/>
                <a:gd name="connsiteX4" fmla="*/ 7232 w 19057"/>
                <a:gd name="connsiteY4" fmla="*/ 201 h 13400"/>
                <a:gd name="connsiteX5" fmla="*/ 7263 w 19057"/>
                <a:gd name="connsiteY5" fmla="*/ 209 h 13400"/>
                <a:gd name="connsiteX6" fmla="*/ 15454 w 19057"/>
                <a:gd name="connsiteY6" fmla="*/ 2376 h 13400"/>
                <a:gd name="connsiteX7" fmla="*/ 18621 w 19057"/>
                <a:gd name="connsiteY7" fmla="*/ 9877 h 13400"/>
                <a:gd name="connsiteX8" fmla="*/ 13930 w 19057"/>
                <a:gd name="connsiteY8" fmla="*/ 13401 h 1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7" h="13400">
                  <a:moveTo>
                    <a:pt x="13930" y="13401"/>
                  </a:moveTo>
                  <a:lnTo>
                    <a:pt x="12406" y="13401"/>
                  </a:lnTo>
                  <a:lnTo>
                    <a:pt x="4215" y="11234"/>
                  </a:lnTo>
                  <a:cubicBezTo>
                    <a:pt x="1145" y="10365"/>
                    <a:pt x="-642" y="7210"/>
                    <a:pt x="214" y="4167"/>
                  </a:cubicBezTo>
                  <a:cubicBezTo>
                    <a:pt x="1045" y="1154"/>
                    <a:pt x="4187" y="-621"/>
                    <a:pt x="7232" y="201"/>
                  </a:cubicBezTo>
                  <a:cubicBezTo>
                    <a:pt x="7242" y="204"/>
                    <a:pt x="7252" y="206"/>
                    <a:pt x="7263" y="209"/>
                  </a:cubicBezTo>
                  <a:lnTo>
                    <a:pt x="15454" y="2376"/>
                  </a:lnTo>
                  <a:cubicBezTo>
                    <a:pt x="18422" y="3583"/>
                    <a:pt x="19840" y="6941"/>
                    <a:pt x="18621" y="9877"/>
                  </a:cubicBezTo>
                  <a:cubicBezTo>
                    <a:pt x="17819" y="11807"/>
                    <a:pt x="16024" y="13155"/>
                    <a:pt x="13930" y="134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7EF80BC6-2772-C84F-B753-2D7ACF65C658}"/>
                </a:ext>
              </a:extLst>
            </p:cNvPr>
            <p:cNvSpPr/>
            <p:nvPr/>
          </p:nvSpPr>
          <p:spPr>
            <a:xfrm>
              <a:off x="5970591" y="2424989"/>
              <a:ext cx="19479" cy="13569"/>
            </a:xfrm>
            <a:custGeom>
              <a:avLst/>
              <a:gdLst>
                <a:gd name="connsiteX0" fmla="*/ 5552 w 19479"/>
                <a:gd name="connsiteY0" fmla="*/ 13562 h 13569"/>
                <a:gd name="connsiteX1" fmla="*/ 6 w 19479"/>
                <a:gd name="connsiteY1" fmla="*/ 7564 h 13569"/>
                <a:gd name="connsiteX2" fmla="*/ 4028 w 19479"/>
                <a:gd name="connsiteY2" fmla="*/ 2349 h 13569"/>
                <a:gd name="connsiteX3" fmla="*/ 12220 w 19479"/>
                <a:gd name="connsiteY3" fmla="*/ 182 h 13569"/>
                <a:gd name="connsiteX4" fmla="*/ 19268 w 19479"/>
                <a:gd name="connsiteY4" fmla="*/ 4233 h 13569"/>
                <a:gd name="connsiteX5" fmla="*/ 15298 w 19479"/>
                <a:gd name="connsiteY5" fmla="*/ 11198 h 13569"/>
                <a:gd name="connsiteX6" fmla="*/ 15268 w 19479"/>
                <a:gd name="connsiteY6" fmla="*/ 11206 h 13569"/>
                <a:gd name="connsiteX7" fmla="*/ 7076 w 19479"/>
                <a:gd name="connsiteY7" fmla="*/ 13373 h 13569"/>
                <a:gd name="connsiteX8" fmla="*/ 5552 w 19479"/>
                <a:gd name="connsiteY8" fmla="*/ 13562 h 1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79" h="13569">
                  <a:moveTo>
                    <a:pt x="5552" y="13562"/>
                  </a:moveTo>
                  <a:cubicBezTo>
                    <a:pt x="2347" y="13421"/>
                    <a:pt x="-137" y="10736"/>
                    <a:pt x="6" y="7564"/>
                  </a:cubicBezTo>
                  <a:cubicBezTo>
                    <a:pt x="114" y="5165"/>
                    <a:pt x="1718" y="3085"/>
                    <a:pt x="4028" y="2349"/>
                  </a:cubicBezTo>
                  <a:lnTo>
                    <a:pt x="12220" y="182"/>
                  </a:lnTo>
                  <a:cubicBezTo>
                    <a:pt x="15294" y="-598"/>
                    <a:pt x="18432" y="1205"/>
                    <a:pt x="19268" y="4233"/>
                  </a:cubicBezTo>
                  <a:cubicBezTo>
                    <a:pt x="20116" y="7241"/>
                    <a:pt x="18339" y="10359"/>
                    <a:pt x="15298" y="11198"/>
                  </a:cubicBezTo>
                  <a:cubicBezTo>
                    <a:pt x="15288" y="11200"/>
                    <a:pt x="15278" y="11203"/>
                    <a:pt x="15268" y="11206"/>
                  </a:cubicBezTo>
                  <a:lnTo>
                    <a:pt x="7076" y="13373"/>
                  </a:lnTo>
                  <a:cubicBezTo>
                    <a:pt x="6584" y="13528"/>
                    <a:pt x="6068" y="13592"/>
                    <a:pt x="5552" y="13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E631ED5D-BD11-F840-837D-3D6838B95F9D}"/>
                </a:ext>
              </a:extLst>
            </p:cNvPr>
            <p:cNvSpPr/>
            <p:nvPr/>
          </p:nvSpPr>
          <p:spPr>
            <a:xfrm>
              <a:off x="6002036" y="2474899"/>
              <a:ext cx="17555" cy="17737"/>
            </a:xfrm>
            <a:custGeom>
              <a:avLst/>
              <a:gdLst>
                <a:gd name="connsiteX0" fmla="*/ 5444 w 17555"/>
                <a:gd name="connsiteY0" fmla="*/ 17737 h 17737"/>
                <a:gd name="connsiteX1" fmla="*/ 1729 w 17555"/>
                <a:gd name="connsiteY1" fmla="*/ 15664 h 17737"/>
                <a:gd name="connsiteX2" fmla="*/ 1619 w 17555"/>
                <a:gd name="connsiteY2" fmla="*/ 7670 h 17737"/>
                <a:gd name="connsiteX3" fmla="*/ 1729 w 17555"/>
                <a:gd name="connsiteY3" fmla="*/ 7561 h 17737"/>
                <a:gd name="connsiteX4" fmla="*/ 7730 w 17555"/>
                <a:gd name="connsiteY4" fmla="*/ 1625 h 17737"/>
                <a:gd name="connsiteX5" fmla="*/ 15826 w 17555"/>
                <a:gd name="connsiteY5" fmla="*/ 1625 h 17737"/>
                <a:gd name="connsiteX6" fmla="*/ 15936 w 17555"/>
                <a:gd name="connsiteY6" fmla="*/ 9619 h 17737"/>
                <a:gd name="connsiteX7" fmla="*/ 15826 w 17555"/>
                <a:gd name="connsiteY7" fmla="*/ 9728 h 17737"/>
                <a:gd name="connsiteX8" fmla="*/ 9921 w 17555"/>
                <a:gd name="connsiteY8" fmla="*/ 15664 h 17737"/>
                <a:gd name="connsiteX9" fmla="*/ 5444 w 17555"/>
                <a:gd name="connsiteY9" fmla="*/ 17737 h 17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55" h="17737">
                  <a:moveTo>
                    <a:pt x="5444" y="17737"/>
                  </a:moveTo>
                  <a:cubicBezTo>
                    <a:pt x="3979" y="17556"/>
                    <a:pt x="2644" y="16811"/>
                    <a:pt x="1729" y="15664"/>
                  </a:cubicBezTo>
                  <a:cubicBezTo>
                    <a:pt x="-533" y="13487"/>
                    <a:pt x="-582" y="9907"/>
                    <a:pt x="1619" y="7670"/>
                  </a:cubicBezTo>
                  <a:cubicBezTo>
                    <a:pt x="1655" y="7633"/>
                    <a:pt x="1692" y="7597"/>
                    <a:pt x="1729" y="7561"/>
                  </a:cubicBezTo>
                  <a:lnTo>
                    <a:pt x="7730" y="1625"/>
                  </a:lnTo>
                  <a:cubicBezTo>
                    <a:pt x="9985" y="-542"/>
                    <a:pt x="13572" y="-542"/>
                    <a:pt x="15826" y="1625"/>
                  </a:cubicBezTo>
                  <a:cubicBezTo>
                    <a:pt x="18088" y="3802"/>
                    <a:pt x="18138" y="7382"/>
                    <a:pt x="15936" y="9619"/>
                  </a:cubicBezTo>
                  <a:cubicBezTo>
                    <a:pt x="15900" y="9656"/>
                    <a:pt x="15863" y="9692"/>
                    <a:pt x="15826" y="9728"/>
                  </a:cubicBezTo>
                  <a:lnTo>
                    <a:pt x="9921" y="15664"/>
                  </a:lnTo>
                  <a:cubicBezTo>
                    <a:pt x="8823" y="16991"/>
                    <a:pt x="7177" y="17753"/>
                    <a:pt x="5444" y="17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CFCE45B1-149C-9943-82F8-B421DDFBCC93}"/>
                </a:ext>
              </a:extLst>
            </p:cNvPr>
            <p:cNvSpPr/>
            <p:nvPr/>
          </p:nvSpPr>
          <p:spPr>
            <a:xfrm>
              <a:off x="6055942" y="2503856"/>
              <a:ext cx="13732" cy="19374"/>
            </a:xfrm>
            <a:custGeom>
              <a:avLst/>
              <a:gdLst>
                <a:gd name="connsiteX0" fmla="*/ 5736 w 13732"/>
                <a:gd name="connsiteY0" fmla="*/ 19309 h 19374"/>
                <a:gd name="connsiteX1" fmla="*/ 4212 w 13732"/>
                <a:gd name="connsiteY1" fmla="*/ 19309 h 19374"/>
                <a:gd name="connsiteX2" fmla="*/ 203 w 13732"/>
                <a:gd name="connsiteY2" fmla="*/ 12367 h 19374"/>
                <a:gd name="connsiteX3" fmla="*/ 211 w 13732"/>
                <a:gd name="connsiteY3" fmla="*/ 12337 h 19374"/>
                <a:gd name="connsiteX4" fmla="*/ 2402 w 13732"/>
                <a:gd name="connsiteY4" fmla="*/ 4233 h 19374"/>
                <a:gd name="connsiteX5" fmla="*/ 9451 w 13732"/>
                <a:gd name="connsiteY5" fmla="*/ 182 h 19374"/>
                <a:gd name="connsiteX6" fmla="*/ 13546 w 13732"/>
                <a:gd name="connsiteY6" fmla="*/ 7249 h 19374"/>
                <a:gd name="connsiteX7" fmla="*/ 11356 w 13732"/>
                <a:gd name="connsiteY7" fmla="*/ 15258 h 19374"/>
                <a:gd name="connsiteX8" fmla="*/ 5736 w 13732"/>
                <a:gd name="connsiteY8" fmla="*/ 19309 h 19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32" h="19374">
                  <a:moveTo>
                    <a:pt x="5736" y="19309"/>
                  </a:moveTo>
                  <a:cubicBezTo>
                    <a:pt x="5232" y="19396"/>
                    <a:pt x="4716" y="19396"/>
                    <a:pt x="4212" y="19309"/>
                  </a:cubicBezTo>
                  <a:cubicBezTo>
                    <a:pt x="1167" y="18488"/>
                    <a:pt x="-628" y="15379"/>
                    <a:pt x="203" y="12367"/>
                  </a:cubicBezTo>
                  <a:cubicBezTo>
                    <a:pt x="206" y="12357"/>
                    <a:pt x="209" y="12347"/>
                    <a:pt x="211" y="12337"/>
                  </a:cubicBezTo>
                  <a:lnTo>
                    <a:pt x="2402" y="4233"/>
                  </a:lnTo>
                  <a:cubicBezTo>
                    <a:pt x="3239" y="1205"/>
                    <a:pt x="6377" y="-598"/>
                    <a:pt x="9451" y="182"/>
                  </a:cubicBezTo>
                  <a:cubicBezTo>
                    <a:pt x="12525" y="1052"/>
                    <a:pt x="14340" y="4184"/>
                    <a:pt x="13546" y="7249"/>
                  </a:cubicBezTo>
                  <a:lnTo>
                    <a:pt x="11356" y="15258"/>
                  </a:lnTo>
                  <a:cubicBezTo>
                    <a:pt x="10570" y="17672"/>
                    <a:pt x="8300" y="19309"/>
                    <a:pt x="5736" y="193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EC5AA139-669F-0146-89D2-0AE85B8FD4F9}"/>
                </a:ext>
              </a:extLst>
            </p:cNvPr>
            <p:cNvSpPr/>
            <p:nvPr/>
          </p:nvSpPr>
          <p:spPr>
            <a:xfrm>
              <a:off x="6116000" y="2502746"/>
              <a:ext cx="13986" cy="20421"/>
            </a:xfrm>
            <a:custGeom>
              <a:avLst/>
              <a:gdLst>
                <a:gd name="connsiteX0" fmla="*/ 8352 w 13986"/>
                <a:gd name="connsiteY0" fmla="*/ 20419 h 20421"/>
                <a:gd name="connsiteX1" fmla="*/ 2732 w 13986"/>
                <a:gd name="connsiteY1" fmla="*/ 16179 h 20421"/>
                <a:gd name="connsiteX2" fmla="*/ 542 w 13986"/>
                <a:gd name="connsiteY2" fmla="*/ 8170 h 20421"/>
                <a:gd name="connsiteX3" fmla="*/ 3365 w 13986"/>
                <a:gd name="connsiteY3" fmla="*/ 536 h 20421"/>
                <a:gd name="connsiteX4" fmla="*/ 11082 w 13986"/>
                <a:gd name="connsiteY4" fmla="*/ 3329 h 20421"/>
                <a:gd name="connsiteX5" fmla="*/ 11591 w 13986"/>
                <a:gd name="connsiteY5" fmla="*/ 5154 h 20421"/>
                <a:gd name="connsiteX6" fmla="*/ 13781 w 13986"/>
                <a:gd name="connsiteY6" fmla="*/ 13258 h 20421"/>
                <a:gd name="connsiteX7" fmla="*/ 9782 w 13986"/>
                <a:gd name="connsiteY7" fmla="*/ 20205 h 20421"/>
                <a:gd name="connsiteX8" fmla="*/ 9686 w 13986"/>
                <a:gd name="connsiteY8" fmla="*/ 20231 h 20421"/>
                <a:gd name="connsiteX9" fmla="*/ 8352 w 13986"/>
                <a:gd name="connsiteY9" fmla="*/ 20419 h 20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86" h="20421">
                  <a:moveTo>
                    <a:pt x="8352" y="20419"/>
                  </a:moveTo>
                  <a:cubicBezTo>
                    <a:pt x="5725" y="20425"/>
                    <a:pt x="3421" y="18686"/>
                    <a:pt x="2732" y="16179"/>
                  </a:cubicBezTo>
                  <a:lnTo>
                    <a:pt x="542" y="8170"/>
                  </a:lnTo>
                  <a:cubicBezTo>
                    <a:pt x="-810" y="5290"/>
                    <a:pt x="454" y="1873"/>
                    <a:pt x="3365" y="536"/>
                  </a:cubicBezTo>
                  <a:cubicBezTo>
                    <a:pt x="6275" y="-801"/>
                    <a:pt x="9730" y="449"/>
                    <a:pt x="11082" y="3329"/>
                  </a:cubicBezTo>
                  <a:cubicBezTo>
                    <a:pt x="11352" y="3905"/>
                    <a:pt x="11524" y="4522"/>
                    <a:pt x="11591" y="5154"/>
                  </a:cubicBezTo>
                  <a:lnTo>
                    <a:pt x="13781" y="13258"/>
                  </a:lnTo>
                  <a:cubicBezTo>
                    <a:pt x="14616" y="16269"/>
                    <a:pt x="12826" y="19380"/>
                    <a:pt x="9782" y="20205"/>
                  </a:cubicBezTo>
                  <a:cubicBezTo>
                    <a:pt x="9750" y="20214"/>
                    <a:pt x="9718" y="20222"/>
                    <a:pt x="9686" y="20231"/>
                  </a:cubicBezTo>
                  <a:cubicBezTo>
                    <a:pt x="9257" y="20373"/>
                    <a:pt x="8805" y="20437"/>
                    <a:pt x="8352" y="20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2A9B765C-1C3E-6348-9087-B52FB54BF239}"/>
                </a:ext>
              </a:extLst>
            </p:cNvPr>
            <p:cNvSpPr/>
            <p:nvPr/>
          </p:nvSpPr>
          <p:spPr>
            <a:xfrm>
              <a:off x="6167100" y="2311896"/>
              <a:ext cx="17195" cy="16989"/>
            </a:xfrm>
            <a:custGeom>
              <a:avLst/>
              <a:gdLst>
                <a:gd name="connsiteX0" fmla="*/ 5448 w 17195"/>
                <a:gd name="connsiteY0" fmla="*/ 16975 h 16989"/>
                <a:gd name="connsiteX1" fmla="*/ 12 w 17195"/>
                <a:gd name="connsiteY1" fmla="*/ 10880 h 16989"/>
                <a:gd name="connsiteX2" fmla="*/ 1352 w 17195"/>
                <a:gd name="connsiteY2" fmla="*/ 7553 h 16989"/>
                <a:gd name="connsiteX3" fmla="*/ 7353 w 17195"/>
                <a:gd name="connsiteY3" fmla="*/ 1711 h 16989"/>
                <a:gd name="connsiteX4" fmla="*/ 15434 w 17195"/>
                <a:gd name="connsiteY4" fmla="*/ 1602 h 16989"/>
                <a:gd name="connsiteX5" fmla="*/ 15545 w 17195"/>
                <a:gd name="connsiteY5" fmla="*/ 1711 h 16989"/>
                <a:gd name="connsiteX6" fmla="*/ 15545 w 17195"/>
                <a:gd name="connsiteY6" fmla="*/ 9814 h 16989"/>
                <a:gd name="connsiteX7" fmla="*/ 9544 w 17195"/>
                <a:gd name="connsiteY7" fmla="*/ 15656 h 16989"/>
                <a:gd name="connsiteX8" fmla="*/ 5448 w 17195"/>
                <a:gd name="connsiteY8" fmla="*/ 16975 h 16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195" h="16989">
                  <a:moveTo>
                    <a:pt x="5448" y="16975"/>
                  </a:moveTo>
                  <a:cubicBezTo>
                    <a:pt x="2245" y="16777"/>
                    <a:pt x="-189" y="14048"/>
                    <a:pt x="12" y="10880"/>
                  </a:cubicBezTo>
                  <a:cubicBezTo>
                    <a:pt x="89" y="9658"/>
                    <a:pt x="558" y="8492"/>
                    <a:pt x="1352" y="7553"/>
                  </a:cubicBezTo>
                  <a:lnTo>
                    <a:pt x="7353" y="1711"/>
                  </a:lnTo>
                  <a:cubicBezTo>
                    <a:pt x="9554" y="-527"/>
                    <a:pt x="13172" y="-576"/>
                    <a:pt x="15434" y="1602"/>
                  </a:cubicBezTo>
                  <a:cubicBezTo>
                    <a:pt x="15472" y="1638"/>
                    <a:pt x="15508" y="1674"/>
                    <a:pt x="15545" y="1711"/>
                  </a:cubicBezTo>
                  <a:cubicBezTo>
                    <a:pt x="17746" y="3973"/>
                    <a:pt x="17746" y="7552"/>
                    <a:pt x="15545" y="9814"/>
                  </a:cubicBezTo>
                  <a:lnTo>
                    <a:pt x="9544" y="15656"/>
                  </a:lnTo>
                  <a:cubicBezTo>
                    <a:pt x="8405" y="16607"/>
                    <a:pt x="6935" y="17081"/>
                    <a:pt x="5448" y="16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81C0716A-F4B3-C041-BB78-AD9E9123A525}"/>
                </a:ext>
              </a:extLst>
            </p:cNvPr>
            <p:cNvSpPr/>
            <p:nvPr/>
          </p:nvSpPr>
          <p:spPr>
            <a:xfrm>
              <a:off x="6116337" y="2280796"/>
              <a:ext cx="13768" cy="19317"/>
            </a:xfrm>
            <a:custGeom>
              <a:avLst/>
              <a:gdLst>
                <a:gd name="connsiteX0" fmla="*/ 5825 w 13768"/>
                <a:gd name="connsiteY0" fmla="*/ 19243 h 19317"/>
                <a:gd name="connsiteX1" fmla="*/ 4301 w 13768"/>
                <a:gd name="connsiteY1" fmla="*/ 19243 h 19317"/>
                <a:gd name="connsiteX2" fmla="*/ 179 w 13768"/>
                <a:gd name="connsiteY2" fmla="*/ 12365 h 19317"/>
                <a:gd name="connsiteX3" fmla="*/ 205 w 13768"/>
                <a:gd name="connsiteY3" fmla="*/ 12270 h 19317"/>
                <a:gd name="connsiteX4" fmla="*/ 2396 w 13768"/>
                <a:gd name="connsiteY4" fmla="*/ 4167 h 19317"/>
                <a:gd name="connsiteX5" fmla="*/ 9414 w 13768"/>
                <a:gd name="connsiteY5" fmla="*/ 201 h 19317"/>
                <a:gd name="connsiteX6" fmla="*/ 9444 w 13768"/>
                <a:gd name="connsiteY6" fmla="*/ 209 h 19317"/>
                <a:gd name="connsiteX7" fmla="*/ 13615 w 13768"/>
                <a:gd name="connsiteY7" fmla="*/ 6902 h 19317"/>
                <a:gd name="connsiteX8" fmla="*/ 13540 w 13768"/>
                <a:gd name="connsiteY8" fmla="*/ 7182 h 19317"/>
                <a:gd name="connsiteX9" fmla="*/ 11254 w 13768"/>
                <a:gd name="connsiteY9" fmla="*/ 15097 h 19317"/>
                <a:gd name="connsiteX10" fmla="*/ 5825 w 13768"/>
                <a:gd name="connsiteY10" fmla="*/ 19243 h 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8" h="19317">
                  <a:moveTo>
                    <a:pt x="5825" y="19243"/>
                  </a:moveTo>
                  <a:cubicBezTo>
                    <a:pt x="5322" y="19342"/>
                    <a:pt x="4804" y="19342"/>
                    <a:pt x="4301" y="19243"/>
                  </a:cubicBezTo>
                  <a:cubicBezTo>
                    <a:pt x="1243" y="18469"/>
                    <a:pt x="-602" y="15390"/>
                    <a:pt x="179" y="12365"/>
                  </a:cubicBezTo>
                  <a:cubicBezTo>
                    <a:pt x="188" y="12333"/>
                    <a:pt x="196" y="12302"/>
                    <a:pt x="205" y="12270"/>
                  </a:cubicBezTo>
                  <a:lnTo>
                    <a:pt x="2396" y="4167"/>
                  </a:lnTo>
                  <a:cubicBezTo>
                    <a:pt x="3227" y="1154"/>
                    <a:pt x="6369" y="-621"/>
                    <a:pt x="9414" y="201"/>
                  </a:cubicBezTo>
                  <a:cubicBezTo>
                    <a:pt x="9424" y="204"/>
                    <a:pt x="9434" y="206"/>
                    <a:pt x="9444" y="209"/>
                  </a:cubicBezTo>
                  <a:cubicBezTo>
                    <a:pt x="12464" y="918"/>
                    <a:pt x="14331" y="3914"/>
                    <a:pt x="13615" y="6902"/>
                  </a:cubicBezTo>
                  <a:cubicBezTo>
                    <a:pt x="13592" y="6996"/>
                    <a:pt x="13567" y="7089"/>
                    <a:pt x="13540" y="7182"/>
                  </a:cubicBezTo>
                  <a:lnTo>
                    <a:pt x="11254" y="15097"/>
                  </a:lnTo>
                  <a:cubicBezTo>
                    <a:pt x="10577" y="17519"/>
                    <a:pt x="8365" y="19208"/>
                    <a:pt x="5825" y="1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2162B4ED-9958-454F-B38A-FCC658AA0F8D}"/>
                </a:ext>
              </a:extLst>
            </p:cNvPr>
            <p:cNvSpPr/>
            <p:nvPr/>
          </p:nvSpPr>
          <p:spPr>
            <a:xfrm>
              <a:off x="5946615" y="2257071"/>
              <a:ext cx="290681" cy="289650"/>
            </a:xfrm>
            <a:custGeom>
              <a:avLst/>
              <a:gdLst>
                <a:gd name="connsiteX0" fmla="*/ 146399 w 290681"/>
                <a:gd name="connsiteY0" fmla="*/ 289650 h 289650"/>
                <a:gd name="connsiteX1" fmla="*/ 0 w 290681"/>
                <a:gd name="connsiteY1" fmla="*/ 144825 h 289650"/>
                <a:gd name="connsiteX2" fmla="*/ 146399 w 290681"/>
                <a:gd name="connsiteY2" fmla="*/ 0 h 289650"/>
                <a:gd name="connsiteX3" fmla="*/ 290608 w 290681"/>
                <a:gd name="connsiteY3" fmla="*/ 114767 h 289650"/>
                <a:gd name="connsiteX4" fmla="*/ 285790 w 290681"/>
                <a:gd name="connsiteY4" fmla="*/ 121352 h 289650"/>
                <a:gd name="connsiteX5" fmla="*/ 279273 w 290681"/>
                <a:gd name="connsiteY5" fmla="*/ 117217 h 289650"/>
                <a:gd name="connsiteX6" fmla="*/ 146399 w 290681"/>
                <a:gd name="connsiteY6" fmla="*/ 11401 h 289650"/>
                <a:gd name="connsiteX7" fmla="*/ 11525 w 290681"/>
                <a:gd name="connsiteY7" fmla="*/ 144825 h 289650"/>
                <a:gd name="connsiteX8" fmla="*/ 146399 w 290681"/>
                <a:gd name="connsiteY8" fmla="*/ 278249 h 289650"/>
                <a:gd name="connsiteX9" fmla="*/ 204121 w 290681"/>
                <a:gd name="connsiteY9" fmla="*/ 265340 h 289650"/>
                <a:gd name="connsiteX10" fmla="*/ 211836 w 290681"/>
                <a:gd name="connsiteY10" fmla="*/ 268072 h 289650"/>
                <a:gd name="connsiteX11" fmla="*/ 209219 w 290681"/>
                <a:gd name="connsiteY11" fmla="*/ 275637 h 289650"/>
                <a:gd name="connsiteX12" fmla="*/ 209074 w 290681"/>
                <a:gd name="connsiteY12" fmla="*/ 275705 h 289650"/>
                <a:gd name="connsiteX13" fmla="*/ 146399 w 290681"/>
                <a:gd name="connsiteY13" fmla="*/ 289650 h 28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81" h="289650">
                  <a:moveTo>
                    <a:pt x="146399" y="289650"/>
                  </a:moveTo>
                  <a:cubicBezTo>
                    <a:pt x="65545" y="289650"/>
                    <a:pt x="0" y="224810"/>
                    <a:pt x="0" y="144825"/>
                  </a:cubicBezTo>
                  <a:cubicBezTo>
                    <a:pt x="0" y="64840"/>
                    <a:pt x="65545" y="0"/>
                    <a:pt x="146399" y="0"/>
                  </a:cubicBezTo>
                  <a:cubicBezTo>
                    <a:pt x="215625" y="354"/>
                    <a:pt x="275432" y="47951"/>
                    <a:pt x="290608" y="114767"/>
                  </a:cubicBezTo>
                  <a:cubicBezTo>
                    <a:pt x="291115" y="117901"/>
                    <a:pt x="288958" y="120850"/>
                    <a:pt x="285790" y="121352"/>
                  </a:cubicBezTo>
                  <a:cubicBezTo>
                    <a:pt x="282871" y="121815"/>
                    <a:pt x="280065" y="120035"/>
                    <a:pt x="279273" y="117217"/>
                  </a:cubicBezTo>
                  <a:cubicBezTo>
                    <a:pt x="265362" y="55598"/>
                    <a:pt x="210222" y="11686"/>
                    <a:pt x="146399" y="11401"/>
                  </a:cubicBezTo>
                  <a:cubicBezTo>
                    <a:pt x="71910" y="11401"/>
                    <a:pt x="11525" y="71137"/>
                    <a:pt x="11525" y="144825"/>
                  </a:cubicBezTo>
                  <a:cubicBezTo>
                    <a:pt x="11525" y="218513"/>
                    <a:pt x="71910" y="278249"/>
                    <a:pt x="146399" y="278249"/>
                  </a:cubicBezTo>
                  <a:cubicBezTo>
                    <a:pt x="166377" y="278303"/>
                    <a:pt x="186109" y="273890"/>
                    <a:pt x="204121" y="265340"/>
                  </a:cubicBezTo>
                  <a:cubicBezTo>
                    <a:pt x="207014" y="263996"/>
                    <a:pt x="210462" y="265217"/>
                    <a:pt x="211836" y="268072"/>
                  </a:cubicBezTo>
                  <a:cubicBezTo>
                    <a:pt x="213225" y="270876"/>
                    <a:pt x="212053" y="274263"/>
                    <a:pt x="209219" y="275637"/>
                  </a:cubicBezTo>
                  <a:cubicBezTo>
                    <a:pt x="209171" y="275660"/>
                    <a:pt x="209122" y="275683"/>
                    <a:pt x="209074" y="275705"/>
                  </a:cubicBezTo>
                  <a:cubicBezTo>
                    <a:pt x="189499" y="284931"/>
                    <a:pt x="168082" y="289697"/>
                    <a:pt x="146399" y="28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495938F-EEF2-DA42-BD5A-157812A26DF5}"/>
                </a:ext>
              </a:extLst>
            </p:cNvPr>
            <p:cNvSpPr/>
            <p:nvPr/>
          </p:nvSpPr>
          <p:spPr>
            <a:xfrm>
              <a:off x="6087156" y="2336617"/>
              <a:ext cx="11621" cy="55481"/>
            </a:xfrm>
            <a:custGeom>
              <a:avLst/>
              <a:gdLst>
                <a:gd name="connsiteX0" fmla="*/ 5859 w 11621"/>
                <a:gd name="connsiteY0" fmla="*/ 55480 h 55481"/>
                <a:gd name="connsiteX1" fmla="*/ 49 w 11621"/>
                <a:gd name="connsiteY1" fmla="*/ 49922 h 55481"/>
                <a:gd name="connsiteX2" fmla="*/ 48 w 11621"/>
                <a:gd name="connsiteY2" fmla="*/ 49827 h 55481"/>
                <a:gd name="connsiteX3" fmla="*/ 48 w 11621"/>
                <a:gd name="connsiteY3" fmla="*/ 6483 h 55481"/>
                <a:gd name="connsiteX4" fmla="*/ 5068 w 11621"/>
                <a:gd name="connsiteY4" fmla="*/ 48 h 55481"/>
                <a:gd name="connsiteX5" fmla="*/ 11574 w 11621"/>
                <a:gd name="connsiteY5" fmla="*/ 5014 h 55481"/>
                <a:gd name="connsiteX6" fmla="*/ 11574 w 11621"/>
                <a:gd name="connsiteY6" fmla="*/ 6483 h 55481"/>
                <a:gd name="connsiteX7" fmla="*/ 11574 w 11621"/>
                <a:gd name="connsiteY7" fmla="*/ 49827 h 55481"/>
                <a:gd name="connsiteX8" fmla="*/ 5859 w 11621"/>
                <a:gd name="connsiteY8" fmla="*/ 55480 h 5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21" h="55481">
                  <a:moveTo>
                    <a:pt x="5859" y="55480"/>
                  </a:moveTo>
                  <a:cubicBezTo>
                    <a:pt x="2703" y="55532"/>
                    <a:pt x="102" y="53044"/>
                    <a:pt x="49" y="49922"/>
                  </a:cubicBezTo>
                  <a:cubicBezTo>
                    <a:pt x="49" y="49890"/>
                    <a:pt x="48" y="49858"/>
                    <a:pt x="48" y="49827"/>
                  </a:cubicBezTo>
                  <a:lnTo>
                    <a:pt x="48" y="6483"/>
                  </a:lnTo>
                  <a:cubicBezTo>
                    <a:pt x="-362" y="3334"/>
                    <a:pt x="1886" y="453"/>
                    <a:pt x="5068" y="48"/>
                  </a:cubicBezTo>
                  <a:cubicBezTo>
                    <a:pt x="8251" y="-358"/>
                    <a:pt x="11164" y="1866"/>
                    <a:pt x="11574" y="5014"/>
                  </a:cubicBezTo>
                  <a:cubicBezTo>
                    <a:pt x="11637" y="5502"/>
                    <a:pt x="11637" y="5995"/>
                    <a:pt x="11574" y="6483"/>
                  </a:cubicBezTo>
                  <a:lnTo>
                    <a:pt x="11574" y="49827"/>
                  </a:lnTo>
                  <a:cubicBezTo>
                    <a:pt x="11574" y="52949"/>
                    <a:pt x="9015" y="55480"/>
                    <a:pt x="5859" y="554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B508D2E1-AF39-9D44-A655-B339EBF59B91}"/>
                </a:ext>
              </a:extLst>
            </p:cNvPr>
            <p:cNvSpPr/>
            <p:nvPr/>
          </p:nvSpPr>
          <p:spPr>
            <a:xfrm>
              <a:off x="6038646" y="2396384"/>
              <a:ext cx="39490" cy="11496"/>
            </a:xfrm>
            <a:custGeom>
              <a:avLst/>
              <a:gdLst>
                <a:gd name="connsiteX0" fmla="*/ 32938 w 39490"/>
                <a:gd name="connsiteY0" fmla="*/ 11449 h 11496"/>
                <a:gd name="connsiteX1" fmla="*/ 6553 w 39490"/>
                <a:gd name="connsiteY1" fmla="*/ 11449 h 11496"/>
                <a:gd name="connsiteX2" fmla="*/ 48 w 39490"/>
                <a:gd name="connsiteY2" fmla="*/ 6483 h 11496"/>
                <a:gd name="connsiteX3" fmla="*/ 5068 w 39490"/>
                <a:gd name="connsiteY3" fmla="*/ 48 h 11496"/>
                <a:gd name="connsiteX4" fmla="*/ 6553 w 39490"/>
                <a:gd name="connsiteY4" fmla="*/ 48 h 11496"/>
                <a:gd name="connsiteX5" fmla="*/ 32938 w 39490"/>
                <a:gd name="connsiteY5" fmla="*/ 48 h 11496"/>
                <a:gd name="connsiteX6" fmla="*/ 39443 w 39490"/>
                <a:gd name="connsiteY6" fmla="*/ 5014 h 11496"/>
                <a:gd name="connsiteX7" fmla="*/ 34422 w 39490"/>
                <a:gd name="connsiteY7" fmla="*/ 11449 h 11496"/>
                <a:gd name="connsiteX8" fmla="*/ 32938 w 39490"/>
                <a:gd name="connsiteY8" fmla="*/ 11449 h 1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90" h="11496">
                  <a:moveTo>
                    <a:pt x="32938" y="11449"/>
                  </a:moveTo>
                  <a:lnTo>
                    <a:pt x="6553" y="11449"/>
                  </a:lnTo>
                  <a:cubicBezTo>
                    <a:pt x="3371" y="11855"/>
                    <a:pt x="458" y="9631"/>
                    <a:pt x="48" y="6483"/>
                  </a:cubicBezTo>
                  <a:cubicBezTo>
                    <a:pt x="-362" y="3334"/>
                    <a:pt x="1886" y="453"/>
                    <a:pt x="5068" y="48"/>
                  </a:cubicBezTo>
                  <a:cubicBezTo>
                    <a:pt x="5561" y="-15"/>
                    <a:pt x="6060" y="-15"/>
                    <a:pt x="6553" y="48"/>
                  </a:cubicBezTo>
                  <a:lnTo>
                    <a:pt x="32938" y="48"/>
                  </a:lnTo>
                  <a:cubicBezTo>
                    <a:pt x="36120" y="-358"/>
                    <a:pt x="39033" y="1866"/>
                    <a:pt x="39443" y="5014"/>
                  </a:cubicBezTo>
                  <a:cubicBezTo>
                    <a:pt x="39853" y="8162"/>
                    <a:pt x="37605" y="11043"/>
                    <a:pt x="34422" y="11449"/>
                  </a:cubicBezTo>
                  <a:cubicBezTo>
                    <a:pt x="33929" y="11512"/>
                    <a:pt x="33430" y="11512"/>
                    <a:pt x="32938" y="11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25D56CB7-E164-B24F-AC2B-A19524DEB0D7}"/>
                </a:ext>
              </a:extLst>
            </p:cNvPr>
            <p:cNvSpPr/>
            <p:nvPr/>
          </p:nvSpPr>
          <p:spPr>
            <a:xfrm>
              <a:off x="6182836" y="2364395"/>
              <a:ext cx="71628" cy="70857"/>
            </a:xfrm>
            <a:custGeom>
              <a:avLst/>
              <a:gdLst>
                <a:gd name="connsiteX0" fmla="*/ 35909 w 71628"/>
                <a:gd name="connsiteY0" fmla="*/ 70858 h 70857"/>
                <a:gd name="connsiteX1" fmla="*/ 0 w 71628"/>
                <a:gd name="connsiteY1" fmla="*/ 35523 h 70857"/>
                <a:gd name="connsiteX2" fmla="*/ 35719 w 71628"/>
                <a:gd name="connsiteY2" fmla="*/ 0 h 70857"/>
                <a:gd name="connsiteX3" fmla="*/ 71628 w 71628"/>
                <a:gd name="connsiteY3" fmla="*/ 35335 h 70857"/>
                <a:gd name="connsiteX4" fmla="*/ 71628 w 71628"/>
                <a:gd name="connsiteY4" fmla="*/ 35523 h 70857"/>
                <a:gd name="connsiteX5" fmla="*/ 35909 w 71628"/>
                <a:gd name="connsiteY5" fmla="*/ 70858 h 70857"/>
                <a:gd name="connsiteX6" fmla="*/ 35909 w 71628"/>
                <a:gd name="connsiteY6" fmla="*/ 11495 h 70857"/>
                <a:gd name="connsiteX7" fmla="*/ 11525 w 71628"/>
                <a:gd name="connsiteY7" fmla="*/ 35429 h 70857"/>
                <a:gd name="connsiteX8" fmla="*/ 35719 w 71628"/>
                <a:gd name="connsiteY8" fmla="*/ 59550 h 70857"/>
                <a:gd name="connsiteX9" fmla="*/ 60102 w 71628"/>
                <a:gd name="connsiteY9" fmla="*/ 35617 h 70857"/>
                <a:gd name="connsiteX10" fmla="*/ 60103 w 71628"/>
                <a:gd name="connsiteY10" fmla="*/ 35523 h 70857"/>
                <a:gd name="connsiteX11" fmla="*/ 35909 w 71628"/>
                <a:gd name="connsiteY11" fmla="*/ 11495 h 70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628" h="70857">
                  <a:moveTo>
                    <a:pt x="35909" y="70858"/>
                  </a:moveTo>
                  <a:cubicBezTo>
                    <a:pt x="16130" y="70910"/>
                    <a:pt x="53" y="55090"/>
                    <a:pt x="0" y="35523"/>
                  </a:cubicBezTo>
                  <a:cubicBezTo>
                    <a:pt x="-52" y="15956"/>
                    <a:pt x="15939" y="52"/>
                    <a:pt x="35719" y="0"/>
                  </a:cubicBezTo>
                  <a:cubicBezTo>
                    <a:pt x="55498" y="-52"/>
                    <a:pt x="71575" y="15768"/>
                    <a:pt x="71628" y="35335"/>
                  </a:cubicBezTo>
                  <a:cubicBezTo>
                    <a:pt x="71628" y="35398"/>
                    <a:pt x="71628" y="35460"/>
                    <a:pt x="71628" y="35523"/>
                  </a:cubicBezTo>
                  <a:cubicBezTo>
                    <a:pt x="71576" y="55016"/>
                    <a:pt x="55614" y="70806"/>
                    <a:pt x="35909" y="70858"/>
                  </a:cubicBezTo>
                  <a:close/>
                  <a:moveTo>
                    <a:pt x="35909" y="11495"/>
                  </a:moveTo>
                  <a:cubicBezTo>
                    <a:pt x="22495" y="11443"/>
                    <a:pt x="11578" y="22159"/>
                    <a:pt x="11525" y="35429"/>
                  </a:cubicBezTo>
                  <a:cubicBezTo>
                    <a:pt x="11473" y="48699"/>
                    <a:pt x="22304" y="59498"/>
                    <a:pt x="35719" y="59550"/>
                  </a:cubicBezTo>
                  <a:cubicBezTo>
                    <a:pt x="49133" y="59602"/>
                    <a:pt x="60050" y="48887"/>
                    <a:pt x="60102" y="35617"/>
                  </a:cubicBezTo>
                  <a:cubicBezTo>
                    <a:pt x="60103" y="35586"/>
                    <a:pt x="60103" y="35554"/>
                    <a:pt x="60103" y="35523"/>
                  </a:cubicBezTo>
                  <a:cubicBezTo>
                    <a:pt x="60051" y="22311"/>
                    <a:pt x="49265" y="11599"/>
                    <a:pt x="35909" y="114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E32161D0-B6C0-014E-B5BD-6A8B17EE6570}"/>
                </a:ext>
              </a:extLst>
            </p:cNvPr>
            <p:cNvSpPr/>
            <p:nvPr/>
          </p:nvSpPr>
          <p:spPr>
            <a:xfrm>
              <a:off x="6251606" y="2474827"/>
              <a:ext cx="11640" cy="64921"/>
            </a:xfrm>
            <a:custGeom>
              <a:avLst/>
              <a:gdLst>
                <a:gd name="connsiteX0" fmla="*/ 5810 w 11640"/>
                <a:gd name="connsiteY0" fmla="*/ 64922 h 64921"/>
                <a:gd name="connsiteX1" fmla="*/ 0 w 11640"/>
                <a:gd name="connsiteY1" fmla="*/ 59174 h 64921"/>
                <a:gd name="connsiteX2" fmla="*/ 0 w 11640"/>
                <a:gd name="connsiteY2" fmla="*/ 5748 h 64921"/>
                <a:gd name="connsiteX3" fmla="*/ 5810 w 11640"/>
                <a:gd name="connsiteY3" fmla="*/ 0 h 64921"/>
                <a:gd name="connsiteX4" fmla="*/ 11621 w 11640"/>
                <a:gd name="connsiteY4" fmla="*/ 5748 h 64921"/>
                <a:gd name="connsiteX5" fmla="*/ 11621 w 11640"/>
                <a:gd name="connsiteY5" fmla="*/ 58703 h 64921"/>
                <a:gd name="connsiteX6" fmla="*/ 6306 w 11640"/>
                <a:gd name="connsiteY6" fmla="*/ 64902 h 64921"/>
                <a:gd name="connsiteX7" fmla="*/ 5810 w 11640"/>
                <a:gd name="connsiteY7" fmla="*/ 64922 h 6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0" h="64921">
                  <a:moveTo>
                    <a:pt x="5810" y="64922"/>
                  </a:moveTo>
                  <a:cubicBezTo>
                    <a:pt x="2601" y="64922"/>
                    <a:pt x="0" y="62348"/>
                    <a:pt x="0" y="59174"/>
                  </a:cubicBezTo>
                  <a:lnTo>
                    <a:pt x="0" y="5748"/>
                  </a:lnTo>
                  <a:cubicBezTo>
                    <a:pt x="0" y="2573"/>
                    <a:pt x="2601" y="0"/>
                    <a:pt x="5810" y="0"/>
                  </a:cubicBezTo>
                  <a:cubicBezTo>
                    <a:pt x="9019" y="0"/>
                    <a:pt x="11621" y="2573"/>
                    <a:pt x="11621" y="5748"/>
                  </a:cubicBezTo>
                  <a:lnTo>
                    <a:pt x="11621" y="58703"/>
                  </a:lnTo>
                  <a:cubicBezTo>
                    <a:pt x="11884" y="61866"/>
                    <a:pt x="9504" y="64642"/>
                    <a:pt x="6306" y="64902"/>
                  </a:cubicBezTo>
                  <a:cubicBezTo>
                    <a:pt x="6141" y="64916"/>
                    <a:pt x="5976" y="64922"/>
                    <a:pt x="5810" y="649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61FB4EA2-6C14-6746-83D9-80E6782EF2A4}"/>
                </a:ext>
              </a:extLst>
            </p:cNvPr>
            <p:cNvSpPr/>
            <p:nvPr/>
          </p:nvSpPr>
          <p:spPr>
            <a:xfrm>
              <a:off x="6174263" y="2475561"/>
              <a:ext cx="11554" cy="64187"/>
            </a:xfrm>
            <a:custGeom>
              <a:avLst/>
              <a:gdLst>
                <a:gd name="connsiteX0" fmla="*/ 5810 w 11554"/>
                <a:gd name="connsiteY0" fmla="*/ 64188 h 64187"/>
                <a:gd name="connsiteX1" fmla="*/ 0 w 11554"/>
                <a:gd name="connsiteY1" fmla="*/ 58440 h 64187"/>
                <a:gd name="connsiteX2" fmla="*/ 0 w 11554"/>
                <a:gd name="connsiteY2" fmla="*/ 5014 h 64187"/>
                <a:gd name="connsiteX3" fmla="*/ 6505 w 11554"/>
                <a:gd name="connsiteY3" fmla="*/ 48 h 64187"/>
                <a:gd name="connsiteX4" fmla="*/ 11525 w 11554"/>
                <a:gd name="connsiteY4" fmla="*/ 5014 h 64187"/>
                <a:gd name="connsiteX5" fmla="*/ 11525 w 11554"/>
                <a:gd name="connsiteY5" fmla="*/ 57969 h 64187"/>
                <a:gd name="connsiteX6" fmla="*/ 6410 w 11554"/>
                <a:gd name="connsiteY6" fmla="*/ 64160 h 64187"/>
                <a:gd name="connsiteX7" fmla="*/ 5810 w 11554"/>
                <a:gd name="connsiteY7" fmla="*/ 64188 h 64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54" h="64187">
                  <a:moveTo>
                    <a:pt x="5810" y="64188"/>
                  </a:moveTo>
                  <a:cubicBezTo>
                    <a:pt x="2601" y="64188"/>
                    <a:pt x="0" y="61614"/>
                    <a:pt x="0" y="58440"/>
                  </a:cubicBezTo>
                  <a:lnTo>
                    <a:pt x="0" y="5014"/>
                  </a:lnTo>
                  <a:cubicBezTo>
                    <a:pt x="410" y="1866"/>
                    <a:pt x="3322" y="-358"/>
                    <a:pt x="6505" y="48"/>
                  </a:cubicBezTo>
                  <a:cubicBezTo>
                    <a:pt x="9125" y="382"/>
                    <a:pt x="11188" y="2422"/>
                    <a:pt x="11525" y="5014"/>
                  </a:cubicBezTo>
                  <a:lnTo>
                    <a:pt x="11525" y="57969"/>
                  </a:lnTo>
                  <a:cubicBezTo>
                    <a:pt x="11841" y="61076"/>
                    <a:pt x="9551" y="63847"/>
                    <a:pt x="6410" y="64160"/>
                  </a:cubicBezTo>
                  <a:cubicBezTo>
                    <a:pt x="6211" y="64179"/>
                    <a:pt x="6011" y="64189"/>
                    <a:pt x="5810" y="64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F6DC00C0-DA1A-5746-8D1C-E49CF8B4FAB2}"/>
                </a:ext>
              </a:extLst>
            </p:cNvPr>
            <p:cNvSpPr/>
            <p:nvPr/>
          </p:nvSpPr>
          <p:spPr>
            <a:xfrm>
              <a:off x="6147641" y="2439870"/>
              <a:ext cx="141878" cy="102310"/>
            </a:xfrm>
            <a:custGeom>
              <a:avLst/>
              <a:gdLst>
                <a:gd name="connsiteX0" fmla="*/ 136350 w 141878"/>
                <a:gd name="connsiteY0" fmla="*/ 101764 h 102310"/>
                <a:gd name="connsiteX1" fmla="*/ 130540 w 141878"/>
                <a:gd name="connsiteY1" fmla="*/ 96016 h 102310"/>
                <a:gd name="connsiteX2" fmla="*/ 130540 w 141878"/>
                <a:gd name="connsiteY2" fmla="*/ 43344 h 102310"/>
                <a:gd name="connsiteX3" fmla="*/ 99774 w 141878"/>
                <a:gd name="connsiteY3" fmla="*/ 11496 h 102310"/>
                <a:gd name="connsiteX4" fmla="*/ 42624 w 141878"/>
                <a:gd name="connsiteY4" fmla="*/ 11496 h 102310"/>
                <a:gd name="connsiteX5" fmla="*/ 11573 w 141878"/>
                <a:gd name="connsiteY5" fmla="*/ 43344 h 102310"/>
                <a:gd name="connsiteX6" fmla="*/ 11573 w 141878"/>
                <a:gd name="connsiteY6" fmla="*/ 95828 h 102310"/>
                <a:gd name="connsiteX7" fmla="*/ 6553 w 141878"/>
                <a:gd name="connsiteY7" fmla="*/ 102263 h 102310"/>
                <a:gd name="connsiteX8" fmla="*/ 48 w 141878"/>
                <a:gd name="connsiteY8" fmla="*/ 97296 h 102310"/>
                <a:gd name="connsiteX9" fmla="*/ 48 w 141878"/>
                <a:gd name="connsiteY9" fmla="*/ 95828 h 102310"/>
                <a:gd name="connsiteX10" fmla="*/ 48 w 141878"/>
                <a:gd name="connsiteY10" fmla="*/ 43344 h 102310"/>
                <a:gd name="connsiteX11" fmla="*/ 43863 w 141878"/>
                <a:gd name="connsiteY11" fmla="*/ 0 h 102310"/>
                <a:gd name="connsiteX12" fmla="*/ 46720 w 141878"/>
                <a:gd name="connsiteY12" fmla="*/ 754 h 102310"/>
                <a:gd name="connsiteX13" fmla="*/ 95393 w 141878"/>
                <a:gd name="connsiteY13" fmla="*/ 754 h 102310"/>
                <a:gd name="connsiteX14" fmla="*/ 98346 w 141878"/>
                <a:gd name="connsiteY14" fmla="*/ 0 h 102310"/>
                <a:gd name="connsiteX15" fmla="*/ 141875 w 141878"/>
                <a:gd name="connsiteY15" fmla="*/ 43344 h 102310"/>
                <a:gd name="connsiteX16" fmla="*/ 141875 w 141878"/>
                <a:gd name="connsiteY16" fmla="*/ 95828 h 102310"/>
                <a:gd name="connsiteX17" fmla="*/ 136350 w 141878"/>
                <a:gd name="connsiteY17" fmla="*/ 101764 h 10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1878" h="102310">
                  <a:moveTo>
                    <a:pt x="136350" y="101764"/>
                  </a:moveTo>
                  <a:cubicBezTo>
                    <a:pt x="133141" y="101764"/>
                    <a:pt x="130540" y="99191"/>
                    <a:pt x="130540" y="96016"/>
                  </a:cubicBezTo>
                  <a:lnTo>
                    <a:pt x="130540" y="43344"/>
                  </a:lnTo>
                  <a:cubicBezTo>
                    <a:pt x="130557" y="26292"/>
                    <a:pt x="116995" y="12252"/>
                    <a:pt x="99774" y="11496"/>
                  </a:cubicBezTo>
                  <a:cubicBezTo>
                    <a:pt x="81913" y="20910"/>
                    <a:pt x="60486" y="20910"/>
                    <a:pt x="42624" y="11496"/>
                  </a:cubicBezTo>
                  <a:cubicBezTo>
                    <a:pt x="25313" y="12153"/>
                    <a:pt x="11611" y="26207"/>
                    <a:pt x="11573" y="43344"/>
                  </a:cubicBezTo>
                  <a:lnTo>
                    <a:pt x="11573" y="95828"/>
                  </a:lnTo>
                  <a:cubicBezTo>
                    <a:pt x="11983" y="98976"/>
                    <a:pt x="9735" y="101857"/>
                    <a:pt x="6553" y="102263"/>
                  </a:cubicBezTo>
                  <a:cubicBezTo>
                    <a:pt x="3370" y="102668"/>
                    <a:pt x="458" y="100445"/>
                    <a:pt x="48" y="97296"/>
                  </a:cubicBezTo>
                  <a:cubicBezTo>
                    <a:pt x="-16" y="96809"/>
                    <a:pt x="-16" y="96315"/>
                    <a:pt x="48" y="95828"/>
                  </a:cubicBezTo>
                  <a:lnTo>
                    <a:pt x="48" y="43344"/>
                  </a:lnTo>
                  <a:cubicBezTo>
                    <a:pt x="48" y="19406"/>
                    <a:pt x="19664" y="0"/>
                    <a:pt x="43863" y="0"/>
                  </a:cubicBezTo>
                  <a:cubicBezTo>
                    <a:pt x="44865" y="3"/>
                    <a:pt x="45849" y="263"/>
                    <a:pt x="46720" y="754"/>
                  </a:cubicBezTo>
                  <a:cubicBezTo>
                    <a:pt x="61764" y="9414"/>
                    <a:pt x="80349" y="9414"/>
                    <a:pt x="95393" y="754"/>
                  </a:cubicBezTo>
                  <a:cubicBezTo>
                    <a:pt x="96302" y="274"/>
                    <a:pt x="97315" y="15"/>
                    <a:pt x="98346" y="0"/>
                  </a:cubicBezTo>
                  <a:cubicBezTo>
                    <a:pt x="122432" y="155"/>
                    <a:pt x="141875" y="19516"/>
                    <a:pt x="141875" y="43344"/>
                  </a:cubicBezTo>
                  <a:lnTo>
                    <a:pt x="141875" y="95828"/>
                  </a:lnTo>
                  <a:cubicBezTo>
                    <a:pt x="141983" y="98967"/>
                    <a:pt x="139522" y="101611"/>
                    <a:pt x="136350" y="101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9084B269-3AA6-8548-9F70-C77EA7ED023A}"/>
              </a:ext>
            </a:extLst>
          </p:cNvPr>
          <p:cNvSpPr txBox="1"/>
          <p:nvPr/>
        </p:nvSpPr>
        <p:spPr>
          <a:xfrm>
            <a:off x="4918654" y="2642697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02282D29-53F6-9D4F-A880-F2BB6F8C34A0}"/>
              </a:ext>
            </a:extLst>
          </p:cNvPr>
          <p:cNvSpPr txBox="1"/>
          <p:nvPr/>
        </p:nvSpPr>
        <p:spPr>
          <a:xfrm>
            <a:off x="6949346" y="2254947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587DF43-6325-9247-BD3D-DD10F667480B}"/>
              </a:ext>
            </a:extLst>
          </p:cNvPr>
          <p:cNvSpPr txBox="1"/>
          <p:nvPr/>
        </p:nvSpPr>
        <p:spPr>
          <a:xfrm>
            <a:off x="7610691" y="4226235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790B69A8-3599-5D43-94B0-73E4161F6720}"/>
              </a:ext>
            </a:extLst>
          </p:cNvPr>
          <p:cNvSpPr txBox="1"/>
          <p:nvPr/>
        </p:nvSpPr>
        <p:spPr>
          <a:xfrm>
            <a:off x="6118625" y="5608350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A1CB468A-E1C0-E147-8B0D-D5D2D75A23AE}"/>
              </a:ext>
            </a:extLst>
          </p:cNvPr>
          <p:cNvSpPr txBox="1"/>
          <p:nvPr/>
        </p:nvSpPr>
        <p:spPr>
          <a:xfrm>
            <a:off x="4282609" y="4615597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1773589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735A8CC-5A58-4642-9BAA-A5FEB81D5188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7789E1A-896D-FA43-8883-60AF921B1508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2500858-D4CE-4E46-9E84-5E91405C6A3A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62775ED6-132C-F649-9C20-50107B086C08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D7084CE1-8D0A-444A-A274-FF5E01CD6072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55726F1F-2AF8-714B-9E2C-8E1DFEB34179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8" name="AutoShape 3">
            <a:extLst>
              <a:ext uri="{FF2B5EF4-FFF2-40B4-BE49-F238E27FC236}">
                <a16:creationId xmlns:a16="http://schemas.microsoft.com/office/drawing/2014/main" id="{47629EFE-9C12-9E4B-ABB1-59828066E83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177888" y="2399814"/>
            <a:ext cx="3836483" cy="37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94C60BE3-0F87-2840-98B0-FAA03BB73B63}"/>
              </a:ext>
            </a:extLst>
          </p:cNvPr>
          <p:cNvSpPr>
            <a:spLocks/>
          </p:cNvSpPr>
          <p:nvPr/>
        </p:nvSpPr>
        <p:spPr bwMode="auto">
          <a:xfrm>
            <a:off x="4205006" y="3777123"/>
            <a:ext cx="1651343" cy="1919669"/>
          </a:xfrm>
          <a:custGeom>
            <a:avLst/>
            <a:gdLst>
              <a:gd name="T0" fmla="*/ 806 w 1157"/>
              <a:gd name="T1" fmla="*/ 0 h 1345"/>
              <a:gd name="T2" fmla="*/ 403 w 1157"/>
              <a:gd name="T3" fmla="*/ 131 h 1345"/>
              <a:gd name="T4" fmla="*/ 0 w 1157"/>
              <a:gd name="T5" fmla="*/ 263 h 1345"/>
              <a:gd name="T6" fmla="*/ 351 w 1157"/>
              <a:gd name="T7" fmla="*/ 1345 h 1345"/>
              <a:gd name="T8" fmla="*/ 752 w 1157"/>
              <a:gd name="T9" fmla="*/ 1213 h 1345"/>
              <a:gd name="T10" fmla="*/ 752 w 1157"/>
              <a:gd name="T11" fmla="*/ 1213 h 1345"/>
              <a:gd name="T12" fmla="*/ 754 w 1157"/>
              <a:gd name="T13" fmla="*/ 1213 h 1345"/>
              <a:gd name="T14" fmla="*/ 1157 w 1157"/>
              <a:gd name="T15" fmla="*/ 1081 h 1345"/>
              <a:gd name="T16" fmla="*/ 806 w 1157"/>
              <a:gd name="T17" fmla="*/ 0 h 1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57" h="1345">
                <a:moveTo>
                  <a:pt x="806" y="0"/>
                </a:moveTo>
                <a:lnTo>
                  <a:pt x="403" y="131"/>
                </a:lnTo>
                <a:lnTo>
                  <a:pt x="0" y="263"/>
                </a:lnTo>
                <a:lnTo>
                  <a:pt x="351" y="1345"/>
                </a:lnTo>
                <a:lnTo>
                  <a:pt x="752" y="1213"/>
                </a:lnTo>
                <a:lnTo>
                  <a:pt x="752" y="1213"/>
                </a:lnTo>
                <a:lnTo>
                  <a:pt x="754" y="1213"/>
                </a:lnTo>
                <a:lnTo>
                  <a:pt x="1157" y="1081"/>
                </a:lnTo>
                <a:lnTo>
                  <a:pt x="806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2088C8EE-54E0-1F4F-8E07-3B6B7EF44D1C}"/>
              </a:ext>
            </a:extLst>
          </p:cNvPr>
          <p:cNvSpPr>
            <a:spLocks/>
          </p:cNvSpPr>
          <p:nvPr/>
        </p:nvSpPr>
        <p:spPr bwMode="auto">
          <a:xfrm>
            <a:off x="4424805" y="2519704"/>
            <a:ext cx="2028141" cy="1931088"/>
          </a:xfrm>
          <a:custGeom>
            <a:avLst/>
            <a:gdLst>
              <a:gd name="T0" fmla="*/ 1170 w 1421"/>
              <a:gd name="T1" fmla="*/ 342 h 1353"/>
              <a:gd name="T2" fmla="*/ 921 w 1421"/>
              <a:gd name="T3" fmla="*/ 0 h 1353"/>
              <a:gd name="T4" fmla="*/ 0 w 1421"/>
              <a:gd name="T5" fmla="*/ 668 h 1353"/>
              <a:gd name="T6" fmla="*/ 249 w 1421"/>
              <a:gd name="T7" fmla="*/ 1010 h 1353"/>
              <a:gd name="T8" fmla="*/ 249 w 1421"/>
              <a:gd name="T9" fmla="*/ 1010 h 1353"/>
              <a:gd name="T10" fmla="*/ 251 w 1421"/>
              <a:gd name="T11" fmla="*/ 1010 h 1353"/>
              <a:gd name="T12" fmla="*/ 499 w 1421"/>
              <a:gd name="T13" fmla="*/ 1353 h 1353"/>
              <a:gd name="T14" fmla="*/ 1421 w 1421"/>
              <a:gd name="T15" fmla="*/ 684 h 1353"/>
              <a:gd name="T16" fmla="*/ 1170 w 1421"/>
              <a:gd name="T17" fmla="*/ 342 h 1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21" h="1353">
                <a:moveTo>
                  <a:pt x="1170" y="342"/>
                </a:moveTo>
                <a:lnTo>
                  <a:pt x="921" y="0"/>
                </a:lnTo>
                <a:lnTo>
                  <a:pt x="0" y="668"/>
                </a:lnTo>
                <a:lnTo>
                  <a:pt x="249" y="1010"/>
                </a:lnTo>
                <a:lnTo>
                  <a:pt x="249" y="1010"/>
                </a:lnTo>
                <a:lnTo>
                  <a:pt x="251" y="1010"/>
                </a:lnTo>
                <a:lnTo>
                  <a:pt x="499" y="1353"/>
                </a:lnTo>
                <a:lnTo>
                  <a:pt x="1421" y="684"/>
                </a:lnTo>
                <a:lnTo>
                  <a:pt x="1170" y="342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A2E1E626-32CF-884D-9FEE-A00E021FDF91}"/>
              </a:ext>
            </a:extLst>
          </p:cNvPr>
          <p:cNvSpPr>
            <a:spLocks/>
          </p:cNvSpPr>
          <p:nvPr/>
        </p:nvSpPr>
        <p:spPr bwMode="auto">
          <a:xfrm>
            <a:off x="5742168" y="2519704"/>
            <a:ext cx="2025286" cy="1933942"/>
          </a:xfrm>
          <a:custGeom>
            <a:avLst/>
            <a:gdLst>
              <a:gd name="T0" fmla="*/ 498 w 1419"/>
              <a:gd name="T1" fmla="*/ 0 h 1355"/>
              <a:gd name="T2" fmla="*/ 249 w 1419"/>
              <a:gd name="T3" fmla="*/ 342 h 1355"/>
              <a:gd name="T4" fmla="*/ 0 w 1419"/>
              <a:gd name="T5" fmla="*/ 687 h 1355"/>
              <a:gd name="T6" fmla="*/ 922 w 1419"/>
              <a:gd name="T7" fmla="*/ 1355 h 1355"/>
              <a:gd name="T8" fmla="*/ 1170 w 1419"/>
              <a:gd name="T9" fmla="*/ 1012 h 1355"/>
              <a:gd name="T10" fmla="*/ 1419 w 1419"/>
              <a:gd name="T11" fmla="*/ 670 h 1355"/>
              <a:gd name="T12" fmla="*/ 498 w 1419"/>
              <a:gd name="T13" fmla="*/ 0 h 1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19" h="1355">
                <a:moveTo>
                  <a:pt x="498" y="0"/>
                </a:moveTo>
                <a:lnTo>
                  <a:pt x="249" y="342"/>
                </a:lnTo>
                <a:lnTo>
                  <a:pt x="0" y="687"/>
                </a:lnTo>
                <a:lnTo>
                  <a:pt x="922" y="1355"/>
                </a:lnTo>
                <a:lnTo>
                  <a:pt x="1170" y="1012"/>
                </a:lnTo>
                <a:lnTo>
                  <a:pt x="1419" y="670"/>
                </a:lnTo>
                <a:lnTo>
                  <a:pt x="498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74CC6A15-0B7F-6C43-9C50-E38BDB8A54AC}"/>
              </a:ext>
            </a:extLst>
          </p:cNvPr>
          <p:cNvSpPr>
            <a:spLocks/>
          </p:cNvSpPr>
          <p:nvPr/>
        </p:nvSpPr>
        <p:spPr bwMode="auto">
          <a:xfrm>
            <a:off x="6333055" y="3779978"/>
            <a:ext cx="1654198" cy="1916814"/>
          </a:xfrm>
          <a:custGeom>
            <a:avLst/>
            <a:gdLst>
              <a:gd name="T0" fmla="*/ 756 w 1159"/>
              <a:gd name="T1" fmla="*/ 129 h 1343"/>
              <a:gd name="T2" fmla="*/ 353 w 1159"/>
              <a:gd name="T3" fmla="*/ 0 h 1343"/>
              <a:gd name="T4" fmla="*/ 0 w 1159"/>
              <a:gd name="T5" fmla="*/ 1082 h 1343"/>
              <a:gd name="T6" fmla="*/ 403 w 1159"/>
              <a:gd name="T7" fmla="*/ 1211 h 1343"/>
              <a:gd name="T8" fmla="*/ 806 w 1159"/>
              <a:gd name="T9" fmla="*/ 1343 h 1343"/>
              <a:gd name="T10" fmla="*/ 1159 w 1159"/>
              <a:gd name="T11" fmla="*/ 261 h 1343"/>
              <a:gd name="T12" fmla="*/ 756 w 1159"/>
              <a:gd name="T13" fmla="*/ 129 h 1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59" h="1343">
                <a:moveTo>
                  <a:pt x="756" y="129"/>
                </a:moveTo>
                <a:lnTo>
                  <a:pt x="353" y="0"/>
                </a:lnTo>
                <a:lnTo>
                  <a:pt x="0" y="1082"/>
                </a:lnTo>
                <a:lnTo>
                  <a:pt x="403" y="1211"/>
                </a:lnTo>
                <a:lnTo>
                  <a:pt x="806" y="1343"/>
                </a:lnTo>
                <a:lnTo>
                  <a:pt x="1159" y="261"/>
                </a:lnTo>
                <a:lnTo>
                  <a:pt x="756" y="129"/>
                </a:ln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B806DD25-D441-E94F-86ED-3B7D68702B60}"/>
              </a:ext>
            </a:extLst>
          </p:cNvPr>
          <p:cNvSpPr>
            <a:spLocks/>
          </p:cNvSpPr>
          <p:nvPr/>
        </p:nvSpPr>
        <p:spPr bwMode="auto">
          <a:xfrm>
            <a:off x="5284017" y="4906088"/>
            <a:ext cx="1624226" cy="1210319"/>
          </a:xfrm>
          <a:custGeom>
            <a:avLst/>
            <a:gdLst>
              <a:gd name="T0" fmla="*/ 714 w 1138"/>
              <a:gd name="T1" fmla="*/ 0 h 848"/>
              <a:gd name="T2" fmla="*/ 0 w 1138"/>
              <a:gd name="T3" fmla="*/ 0 h 848"/>
              <a:gd name="T4" fmla="*/ 0 w 1138"/>
              <a:gd name="T5" fmla="*/ 424 h 848"/>
              <a:gd name="T6" fmla="*/ 0 w 1138"/>
              <a:gd name="T7" fmla="*/ 424 h 848"/>
              <a:gd name="T8" fmla="*/ 0 w 1138"/>
              <a:gd name="T9" fmla="*/ 424 h 848"/>
              <a:gd name="T10" fmla="*/ 0 w 1138"/>
              <a:gd name="T11" fmla="*/ 848 h 848"/>
              <a:gd name="T12" fmla="*/ 714 w 1138"/>
              <a:gd name="T13" fmla="*/ 848 h 848"/>
              <a:gd name="T14" fmla="*/ 1138 w 1138"/>
              <a:gd name="T15" fmla="*/ 848 h 848"/>
              <a:gd name="T16" fmla="*/ 1138 w 1138"/>
              <a:gd name="T17" fmla="*/ 424 h 848"/>
              <a:gd name="T18" fmla="*/ 1138 w 1138"/>
              <a:gd name="T19" fmla="*/ 424 h 848"/>
              <a:gd name="T20" fmla="*/ 1138 w 1138"/>
              <a:gd name="T21" fmla="*/ 0 h 848"/>
              <a:gd name="T22" fmla="*/ 714 w 1138"/>
              <a:gd name="T23" fmla="*/ 0 h 8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38" h="848">
                <a:moveTo>
                  <a:pt x="714" y="0"/>
                </a:moveTo>
                <a:lnTo>
                  <a:pt x="0" y="0"/>
                </a:lnTo>
                <a:lnTo>
                  <a:pt x="0" y="424"/>
                </a:lnTo>
                <a:lnTo>
                  <a:pt x="0" y="424"/>
                </a:lnTo>
                <a:lnTo>
                  <a:pt x="0" y="424"/>
                </a:lnTo>
                <a:lnTo>
                  <a:pt x="0" y="848"/>
                </a:lnTo>
                <a:lnTo>
                  <a:pt x="714" y="848"/>
                </a:lnTo>
                <a:lnTo>
                  <a:pt x="1138" y="848"/>
                </a:lnTo>
                <a:lnTo>
                  <a:pt x="1138" y="424"/>
                </a:lnTo>
                <a:lnTo>
                  <a:pt x="1138" y="424"/>
                </a:lnTo>
                <a:lnTo>
                  <a:pt x="1138" y="0"/>
                </a:lnTo>
                <a:lnTo>
                  <a:pt x="714" y="0"/>
                </a:ln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43FBD3AB-0DB8-964F-B01D-1FB7C01FD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619" y="3394617"/>
            <a:ext cx="1998169" cy="1993887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53766A52-B338-CB44-BFEF-2937C37B3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6906" y="3358935"/>
            <a:ext cx="1207465" cy="1210319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256C0BA8-13F0-DF4E-A1FF-3AD237A15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9651" y="3481680"/>
            <a:ext cx="964830" cy="96625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55EFD34-6CD2-404F-A793-0E2CF0D3C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9542" y="2402669"/>
            <a:ext cx="1210319" cy="1210319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88900" dist="38100" dir="9540000" algn="tr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4FC02581-6199-4749-9C3D-C8F525CAE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2287" y="2525413"/>
            <a:ext cx="964830" cy="96483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41D2E51F-1BD2-BB4F-89EB-CF3BD8A72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033" y="3363217"/>
            <a:ext cx="1207465" cy="1206038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984D4BD5-6D06-CC4A-9C50-6974FCA9E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3495" y="3481680"/>
            <a:ext cx="966258" cy="96625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1F0FBBE2-AA4A-2045-9D66-BCC3ECEB7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6003" y="4906088"/>
            <a:ext cx="1210319" cy="1210319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1080000" algn="l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08A9C92B-56AF-6E4C-A717-B1C2D0294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320" y="5028833"/>
            <a:ext cx="966258" cy="96483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9748CF63-36B6-6E44-AC60-D4B128580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937" y="4906088"/>
            <a:ext cx="1207465" cy="1210319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18600000" algn="bl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6C27C9AF-5554-5244-A6F1-F2AED3363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5827" y="5028833"/>
            <a:ext cx="969112" cy="96483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448CF9F-B9CA-4246-BDB0-328613C34B2F}"/>
              </a:ext>
            </a:extLst>
          </p:cNvPr>
          <p:cNvSpPr>
            <a:spLocks noChangeAspect="1"/>
          </p:cNvSpPr>
          <p:nvPr/>
        </p:nvSpPr>
        <p:spPr>
          <a:xfrm>
            <a:off x="4443689" y="3631874"/>
            <a:ext cx="665873" cy="665873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143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A8D7C9CE-899D-7149-90AA-A972B4589260}"/>
              </a:ext>
            </a:extLst>
          </p:cNvPr>
          <p:cNvSpPr>
            <a:spLocks noChangeAspect="1"/>
          </p:cNvSpPr>
          <p:nvPr/>
        </p:nvSpPr>
        <p:spPr>
          <a:xfrm>
            <a:off x="5761767" y="2674892"/>
            <a:ext cx="665873" cy="665873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143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FC8C55FD-9BDE-A044-A50C-17F5D8E837F4}"/>
              </a:ext>
            </a:extLst>
          </p:cNvPr>
          <p:cNvSpPr>
            <a:spLocks noChangeAspect="1"/>
          </p:cNvSpPr>
          <p:nvPr/>
        </p:nvSpPr>
        <p:spPr>
          <a:xfrm>
            <a:off x="7079130" y="3631874"/>
            <a:ext cx="665873" cy="665873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143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0EA75B2-05E9-A24E-BF9A-A344D2A05C4F}"/>
              </a:ext>
            </a:extLst>
          </p:cNvPr>
          <p:cNvSpPr>
            <a:spLocks noChangeAspect="1"/>
          </p:cNvSpPr>
          <p:nvPr/>
        </p:nvSpPr>
        <p:spPr>
          <a:xfrm>
            <a:off x="6577447" y="5178312"/>
            <a:ext cx="665873" cy="665873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143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9CE01685-DB26-9346-8AF4-853961E3E411}"/>
              </a:ext>
            </a:extLst>
          </p:cNvPr>
          <p:cNvSpPr>
            <a:spLocks noChangeAspect="1"/>
          </p:cNvSpPr>
          <p:nvPr/>
        </p:nvSpPr>
        <p:spPr>
          <a:xfrm>
            <a:off x="4947512" y="5178312"/>
            <a:ext cx="665873" cy="665873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14300" dist="381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20B32E4-D357-1E40-95BE-C66B2884E860}"/>
              </a:ext>
            </a:extLst>
          </p:cNvPr>
          <p:cNvGrpSpPr/>
          <p:nvPr/>
        </p:nvGrpSpPr>
        <p:grpSpPr>
          <a:xfrm flipH="1">
            <a:off x="1193932" y="3609170"/>
            <a:ext cx="2783072" cy="723275"/>
            <a:chOff x="7825488" y="1404017"/>
            <a:chExt cx="3368029" cy="723275"/>
          </a:xfrm>
        </p:grpSpPr>
        <p:sp>
          <p:nvSpPr>
            <p:cNvPr id="57" name="Inhaltsplatzhalter 4">
              <a:extLst>
                <a:ext uri="{FF2B5EF4-FFF2-40B4-BE49-F238E27FC236}">
                  <a16:creationId xmlns:a16="http://schemas.microsoft.com/office/drawing/2014/main" id="{F723D345-5B02-5845-8F38-5E6AC771002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E621944-266A-C54A-A086-74B004EB422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1C21C782-B04E-F346-8F55-AF9571E07874}"/>
              </a:ext>
            </a:extLst>
          </p:cNvPr>
          <p:cNvGrpSpPr/>
          <p:nvPr/>
        </p:nvGrpSpPr>
        <p:grpSpPr>
          <a:xfrm flipH="1">
            <a:off x="1504120" y="5191807"/>
            <a:ext cx="2783072" cy="723275"/>
            <a:chOff x="7825488" y="1404017"/>
            <a:chExt cx="3368029" cy="723275"/>
          </a:xfrm>
        </p:grpSpPr>
        <p:sp>
          <p:nvSpPr>
            <p:cNvPr id="60" name="Inhaltsplatzhalter 4">
              <a:extLst>
                <a:ext uri="{FF2B5EF4-FFF2-40B4-BE49-F238E27FC236}">
                  <a16:creationId xmlns:a16="http://schemas.microsoft.com/office/drawing/2014/main" id="{ED48C700-D56F-FB46-B469-98D5E38DF91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79DF25EC-45FF-1944-8B1D-29F64FEF98A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FCD51A9-513A-9044-9640-AE436CA5A548}"/>
              </a:ext>
            </a:extLst>
          </p:cNvPr>
          <p:cNvGrpSpPr/>
          <p:nvPr/>
        </p:nvGrpSpPr>
        <p:grpSpPr>
          <a:xfrm>
            <a:off x="4755280" y="1501017"/>
            <a:ext cx="2687134" cy="765204"/>
            <a:chOff x="7941590" y="1404017"/>
            <a:chExt cx="3251927" cy="765204"/>
          </a:xfrm>
        </p:grpSpPr>
        <p:sp>
          <p:nvSpPr>
            <p:cNvPr id="63" name="Inhaltsplatzhalter 4">
              <a:extLst>
                <a:ext uri="{FF2B5EF4-FFF2-40B4-BE49-F238E27FC236}">
                  <a16:creationId xmlns:a16="http://schemas.microsoft.com/office/drawing/2014/main" id="{533A6567-0070-494E-A558-E06B9747AAD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D855F506-58A6-C74E-A380-EA7F729C3801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9567553" y="1810670"/>
              <a:ext cx="0" cy="717102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6DB7A49D-D23E-5340-B20A-A88CE4474514}"/>
              </a:ext>
            </a:extLst>
          </p:cNvPr>
          <p:cNvGrpSpPr/>
          <p:nvPr/>
        </p:nvGrpSpPr>
        <p:grpSpPr>
          <a:xfrm>
            <a:off x="8225650" y="3609170"/>
            <a:ext cx="2783072" cy="723275"/>
            <a:chOff x="7825488" y="1404017"/>
            <a:chExt cx="3368029" cy="723275"/>
          </a:xfrm>
        </p:grpSpPr>
        <p:sp>
          <p:nvSpPr>
            <p:cNvPr id="66" name="Inhaltsplatzhalter 4">
              <a:extLst>
                <a:ext uri="{FF2B5EF4-FFF2-40B4-BE49-F238E27FC236}">
                  <a16:creationId xmlns:a16="http://schemas.microsoft.com/office/drawing/2014/main" id="{295D4E47-C60C-004F-B526-D1BD64C3CB5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2E03FF9D-2FCD-E34A-9B5C-3E9524D45D7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39A8BA19-E1DC-2C45-BDC3-0AF307915A18}"/>
              </a:ext>
            </a:extLst>
          </p:cNvPr>
          <p:cNvGrpSpPr/>
          <p:nvPr/>
        </p:nvGrpSpPr>
        <p:grpSpPr>
          <a:xfrm>
            <a:off x="7998246" y="5191807"/>
            <a:ext cx="2783072" cy="723275"/>
            <a:chOff x="7825488" y="1404017"/>
            <a:chExt cx="3368029" cy="723275"/>
          </a:xfrm>
        </p:grpSpPr>
        <p:sp>
          <p:nvSpPr>
            <p:cNvPr id="69" name="Inhaltsplatzhalter 4">
              <a:extLst>
                <a:ext uri="{FF2B5EF4-FFF2-40B4-BE49-F238E27FC236}">
                  <a16:creationId xmlns:a16="http://schemas.microsoft.com/office/drawing/2014/main" id="{DCD91A5C-E335-2A44-AE6D-40076F0A9CD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A5CB1E0-8879-2B48-9412-448ECB8E04D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Freeform 17">
            <a:extLst>
              <a:ext uri="{FF2B5EF4-FFF2-40B4-BE49-F238E27FC236}">
                <a16:creationId xmlns:a16="http://schemas.microsoft.com/office/drawing/2014/main" id="{D1153651-A6F7-7544-B492-932B815B96A6}"/>
              </a:ext>
            </a:extLst>
          </p:cNvPr>
          <p:cNvSpPr>
            <a:spLocks noChangeAspect="1"/>
          </p:cNvSpPr>
          <p:nvPr/>
        </p:nvSpPr>
        <p:spPr bwMode="auto">
          <a:xfrm>
            <a:off x="5383799" y="3677062"/>
            <a:ext cx="1433225" cy="1434625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85" name="Graphic 75">
            <a:extLst>
              <a:ext uri="{FF2B5EF4-FFF2-40B4-BE49-F238E27FC236}">
                <a16:creationId xmlns:a16="http://schemas.microsoft.com/office/drawing/2014/main" id="{D628B506-E0B4-B04F-8644-DA07BD435F0B}"/>
              </a:ext>
            </a:extLst>
          </p:cNvPr>
          <p:cNvGrpSpPr/>
          <p:nvPr/>
        </p:nvGrpSpPr>
        <p:grpSpPr>
          <a:xfrm>
            <a:off x="5092377" y="5328341"/>
            <a:ext cx="376142" cy="365814"/>
            <a:chOff x="5913586" y="2806388"/>
            <a:chExt cx="376142" cy="365814"/>
          </a:xfrm>
          <a:solidFill>
            <a:srgbClr val="FFFFFF"/>
          </a:solidFill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56A3E1E5-DC16-6242-A4F0-DD4B8E9AF73A}"/>
                </a:ext>
              </a:extLst>
            </p:cNvPr>
            <p:cNvSpPr/>
            <p:nvPr/>
          </p:nvSpPr>
          <p:spPr>
            <a:xfrm>
              <a:off x="6034071" y="2878721"/>
              <a:ext cx="128041" cy="120801"/>
            </a:xfrm>
            <a:custGeom>
              <a:avLst/>
              <a:gdLst>
                <a:gd name="connsiteX0" fmla="*/ 67167 w 128041"/>
                <a:gd name="connsiteY0" fmla="*/ 120485 h 120801"/>
                <a:gd name="connsiteX1" fmla="*/ 319 w 128041"/>
                <a:gd name="connsiteY1" fmla="*/ 66523 h 120801"/>
                <a:gd name="connsiteX2" fmla="*/ 54800 w 128041"/>
                <a:gd name="connsiteY2" fmla="*/ 311 h 120801"/>
                <a:gd name="connsiteX3" fmla="*/ 67167 w 128041"/>
                <a:gd name="connsiteY3" fmla="*/ 311 h 120801"/>
                <a:gd name="connsiteX4" fmla="*/ 73455 w 128041"/>
                <a:gd name="connsiteY4" fmla="*/ 6537 h 120801"/>
                <a:gd name="connsiteX5" fmla="*/ 73454 w 128041"/>
                <a:gd name="connsiteY5" fmla="*/ 6642 h 120801"/>
                <a:gd name="connsiteX6" fmla="*/ 73454 w 128041"/>
                <a:gd name="connsiteY6" fmla="*/ 25944 h 120801"/>
                <a:gd name="connsiteX7" fmla="*/ 67167 w 128041"/>
                <a:gd name="connsiteY7" fmla="*/ 32171 h 120801"/>
                <a:gd name="connsiteX8" fmla="*/ 38983 w 128041"/>
                <a:gd name="connsiteY8" fmla="*/ 60087 h 120801"/>
                <a:gd name="connsiteX9" fmla="*/ 67167 w 128041"/>
                <a:gd name="connsiteY9" fmla="*/ 88003 h 120801"/>
                <a:gd name="connsiteX10" fmla="*/ 95352 w 128041"/>
                <a:gd name="connsiteY10" fmla="*/ 60087 h 120801"/>
                <a:gd name="connsiteX11" fmla="*/ 101638 w 128041"/>
                <a:gd name="connsiteY11" fmla="*/ 53860 h 120801"/>
                <a:gd name="connsiteX12" fmla="*/ 121650 w 128041"/>
                <a:gd name="connsiteY12" fmla="*/ 53860 h 120801"/>
                <a:gd name="connsiteX13" fmla="*/ 128041 w 128041"/>
                <a:gd name="connsiteY13" fmla="*/ 59982 h 120801"/>
                <a:gd name="connsiteX14" fmla="*/ 128042 w 128041"/>
                <a:gd name="connsiteY14" fmla="*/ 60087 h 120801"/>
                <a:gd name="connsiteX15" fmla="*/ 67167 w 128041"/>
                <a:gd name="connsiteY15" fmla="*/ 120485 h 120801"/>
                <a:gd name="connsiteX16" fmla="*/ 60776 w 128041"/>
                <a:gd name="connsiteY16" fmla="*/ 12765 h 120801"/>
                <a:gd name="connsiteX17" fmla="*/ 19405 w 128041"/>
                <a:gd name="connsiteY17" fmla="*/ 66417 h 120801"/>
                <a:gd name="connsiteX18" fmla="*/ 73574 w 128041"/>
                <a:gd name="connsiteY18" fmla="*/ 107394 h 120801"/>
                <a:gd name="connsiteX19" fmla="*/ 114945 w 128041"/>
                <a:gd name="connsiteY19" fmla="*/ 66417 h 120801"/>
                <a:gd name="connsiteX20" fmla="*/ 107506 w 128041"/>
                <a:gd name="connsiteY20" fmla="*/ 66417 h 120801"/>
                <a:gd name="connsiteX21" fmla="*/ 60776 w 128041"/>
                <a:gd name="connsiteY21" fmla="*/ 100090 h 120801"/>
                <a:gd name="connsiteX22" fmla="*/ 26779 w 128041"/>
                <a:gd name="connsiteY22" fmla="*/ 53806 h 120801"/>
                <a:gd name="connsiteX23" fmla="*/ 60776 w 128041"/>
                <a:gd name="connsiteY23" fmla="*/ 20133 h 12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041" h="120801">
                  <a:moveTo>
                    <a:pt x="67167" y="120485"/>
                  </a:moveTo>
                  <a:cubicBezTo>
                    <a:pt x="33663" y="123868"/>
                    <a:pt x="3734" y="99708"/>
                    <a:pt x="319" y="66523"/>
                  </a:cubicBezTo>
                  <a:cubicBezTo>
                    <a:pt x="-3096" y="33338"/>
                    <a:pt x="21296" y="3694"/>
                    <a:pt x="54800" y="311"/>
                  </a:cubicBezTo>
                  <a:cubicBezTo>
                    <a:pt x="58912" y="-104"/>
                    <a:pt x="63056" y="-104"/>
                    <a:pt x="67167" y="311"/>
                  </a:cubicBezTo>
                  <a:cubicBezTo>
                    <a:pt x="70639" y="311"/>
                    <a:pt x="73454" y="3098"/>
                    <a:pt x="73455" y="6537"/>
                  </a:cubicBezTo>
                  <a:cubicBezTo>
                    <a:pt x="73455" y="6572"/>
                    <a:pt x="73454" y="6607"/>
                    <a:pt x="73454" y="6642"/>
                  </a:cubicBezTo>
                  <a:lnTo>
                    <a:pt x="73454" y="25944"/>
                  </a:lnTo>
                  <a:cubicBezTo>
                    <a:pt x="73454" y="29383"/>
                    <a:pt x="70639" y="32171"/>
                    <a:pt x="67167" y="32171"/>
                  </a:cubicBezTo>
                  <a:cubicBezTo>
                    <a:pt x="51601" y="32171"/>
                    <a:pt x="38983" y="44669"/>
                    <a:pt x="38983" y="60087"/>
                  </a:cubicBezTo>
                  <a:cubicBezTo>
                    <a:pt x="38983" y="75505"/>
                    <a:pt x="51601" y="88003"/>
                    <a:pt x="67167" y="88003"/>
                  </a:cubicBezTo>
                  <a:cubicBezTo>
                    <a:pt x="82733" y="88003"/>
                    <a:pt x="95352" y="75505"/>
                    <a:pt x="95352" y="60087"/>
                  </a:cubicBezTo>
                  <a:cubicBezTo>
                    <a:pt x="95352" y="56648"/>
                    <a:pt x="98166" y="53860"/>
                    <a:pt x="101638" y="53860"/>
                  </a:cubicBezTo>
                  <a:lnTo>
                    <a:pt x="121650" y="53860"/>
                  </a:lnTo>
                  <a:cubicBezTo>
                    <a:pt x="125122" y="53803"/>
                    <a:pt x="127983" y="56544"/>
                    <a:pt x="128041" y="59982"/>
                  </a:cubicBezTo>
                  <a:cubicBezTo>
                    <a:pt x="128041" y="60017"/>
                    <a:pt x="128042" y="60052"/>
                    <a:pt x="128042" y="60087"/>
                  </a:cubicBezTo>
                  <a:cubicBezTo>
                    <a:pt x="128042" y="93404"/>
                    <a:pt x="100804" y="120428"/>
                    <a:pt x="67167" y="120485"/>
                  </a:cubicBezTo>
                  <a:close/>
                  <a:moveTo>
                    <a:pt x="60776" y="12765"/>
                  </a:moveTo>
                  <a:cubicBezTo>
                    <a:pt x="34393" y="16265"/>
                    <a:pt x="15871" y="40286"/>
                    <a:pt x="19405" y="66417"/>
                  </a:cubicBezTo>
                  <a:cubicBezTo>
                    <a:pt x="22939" y="92549"/>
                    <a:pt x="47191" y="110895"/>
                    <a:pt x="73574" y="107394"/>
                  </a:cubicBezTo>
                  <a:cubicBezTo>
                    <a:pt x="95114" y="104536"/>
                    <a:pt x="112059" y="87753"/>
                    <a:pt x="114945" y="66417"/>
                  </a:cubicBezTo>
                  <a:lnTo>
                    <a:pt x="107506" y="66417"/>
                  </a:lnTo>
                  <a:cubicBezTo>
                    <a:pt x="103990" y="88497"/>
                    <a:pt x="83068" y="103573"/>
                    <a:pt x="60776" y="100090"/>
                  </a:cubicBezTo>
                  <a:cubicBezTo>
                    <a:pt x="38484" y="96608"/>
                    <a:pt x="23263" y="75886"/>
                    <a:pt x="26779" y="53806"/>
                  </a:cubicBezTo>
                  <a:cubicBezTo>
                    <a:pt x="29540" y="36467"/>
                    <a:pt x="43270" y="22868"/>
                    <a:pt x="60776" y="2013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7EDB7D70-4F05-4B40-9E6E-9AFF98F4582F}"/>
                </a:ext>
              </a:extLst>
            </p:cNvPr>
            <p:cNvSpPr/>
            <p:nvPr/>
          </p:nvSpPr>
          <p:spPr>
            <a:xfrm>
              <a:off x="5975928" y="3101427"/>
              <a:ext cx="251355" cy="70776"/>
            </a:xfrm>
            <a:custGeom>
              <a:avLst/>
              <a:gdLst>
                <a:gd name="connsiteX0" fmla="*/ 215627 w 251355"/>
                <a:gd name="connsiteY0" fmla="*/ 70776 h 70776"/>
                <a:gd name="connsiteX1" fmla="*/ 35728 w 251355"/>
                <a:gd name="connsiteY1" fmla="*/ 70776 h 70776"/>
                <a:gd name="connsiteX2" fmla="*/ 0 w 251355"/>
                <a:gd name="connsiteY2" fmla="*/ 35388 h 70776"/>
                <a:gd name="connsiteX3" fmla="*/ 35728 w 251355"/>
                <a:gd name="connsiteY3" fmla="*/ 0 h 70776"/>
                <a:gd name="connsiteX4" fmla="*/ 215627 w 251355"/>
                <a:gd name="connsiteY4" fmla="*/ 0 h 70776"/>
                <a:gd name="connsiteX5" fmla="*/ 251355 w 251355"/>
                <a:gd name="connsiteY5" fmla="*/ 35388 h 70776"/>
                <a:gd name="connsiteX6" fmla="*/ 215627 w 251355"/>
                <a:gd name="connsiteY6" fmla="*/ 70776 h 70776"/>
                <a:gd name="connsiteX7" fmla="*/ 35728 w 251355"/>
                <a:gd name="connsiteY7" fmla="*/ 12557 h 70776"/>
                <a:gd name="connsiteX8" fmla="*/ 12678 w 251355"/>
                <a:gd name="connsiteY8" fmla="*/ 35388 h 70776"/>
                <a:gd name="connsiteX9" fmla="*/ 35728 w 251355"/>
                <a:gd name="connsiteY9" fmla="*/ 58219 h 70776"/>
                <a:gd name="connsiteX10" fmla="*/ 215627 w 251355"/>
                <a:gd name="connsiteY10" fmla="*/ 58219 h 70776"/>
                <a:gd name="connsiteX11" fmla="*/ 238677 w 251355"/>
                <a:gd name="connsiteY11" fmla="*/ 35388 h 70776"/>
                <a:gd name="connsiteX12" fmla="*/ 215627 w 251355"/>
                <a:gd name="connsiteY12" fmla="*/ 12557 h 7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355" h="70776">
                  <a:moveTo>
                    <a:pt x="215627" y="70776"/>
                  </a:moveTo>
                  <a:lnTo>
                    <a:pt x="35728" y="70776"/>
                  </a:lnTo>
                  <a:cubicBezTo>
                    <a:pt x="15996" y="70776"/>
                    <a:pt x="0" y="54932"/>
                    <a:pt x="0" y="35388"/>
                  </a:cubicBezTo>
                  <a:cubicBezTo>
                    <a:pt x="0" y="15844"/>
                    <a:pt x="15996" y="0"/>
                    <a:pt x="35728" y="0"/>
                  </a:cubicBezTo>
                  <a:lnTo>
                    <a:pt x="215627" y="0"/>
                  </a:lnTo>
                  <a:cubicBezTo>
                    <a:pt x="235359" y="0"/>
                    <a:pt x="251355" y="15844"/>
                    <a:pt x="251355" y="35388"/>
                  </a:cubicBezTo>
                  <a:cubicBezTo>
                    <a:pt x="251355" y="54932"/>
                    <a:pt x="235359" y="70776"/>
                    <a:pt x="215627" y="70776"/>
                  </a:cubicBezTo>
                  <a:close/>
                  <a:moveTo>
                    <a:pt x="35728" y="12557"/>
                  </a:moveTo>
                  <a:cubicBezTo>
                    <a:pt x="22998" y="12557"/>
                    <a:pt x="12678" y="22779"/>
                    <a:pt x="12678" y="35388"/>
                  </a:cubicBezTo>
                  <a:cubicBezTo>
                    <a:pt x="12678" y="47997"/>
                    <a:pt x="22998" y="58219"/>
                    <a:pt x="35728" y="58219"/>
                  </a:cubicBezTo>
                  <a:lnTo>
                    <a:pt x="215627" y="58219"/>
                  </a:lnTo>
                  <a:cubicBezTo>
                    <a:pt x="228357" y="58219"/>
                    <a:pt x="238677" y="47997"/>
                    <a:pt x="238677" y="35388"/>
                  </a:cubicBezTo>
                  <a:cubicBezTo>
                    <a:pt x="238677" y="22779"/>
                    <a:pt x="228357" y="12557"/>
                    <a:pt x="215627" y="1255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1F8A1B18-1892-D847-9AFF-E575E5A8C57E}"/>
                </a:ext>
              </a:extLst>
            </p:cNvPr>
            <p:cNvSpPr/>
            <p:nvPr/>
          </p:nvSpPr>
          <p:spPr>
            <a:xfrm>
              <a:off x="6039308" y="3054623"/>
              <a:ext cx="125019" cy="59361"/>
            </a:xfrm>
            <a:custGeom>
              <a:avLst/>
              <a:gdLst>
                <a:gd name="connsiteX0" fmla="*/ 118719 w 125019"/>
                <a:gd name="connsiteY0" fmla="*/ 59361 h 59361"/>
                <a:gd name="connsiteX1" fmla="*/ 5981 w 125019"/>
                <a:gd name="connsiteY1" fmla="*/ 59361 h 59361"/>
                <a:gd name="connsiteX2" fmla="*/ 9 w 125019"/>
                <a:gd name="connsiteY2" fmla="*/ 52720 h 59361"/>
                <a:gd name="connsiteX3" fmla="*/ 9 w 125019"/>
                <a:gd name="connsiteY3" fmla="*/ 6227 h 59361"/>
                <a:gd name="connsiteX4" fmla="*/ 6294 w 125019"/>
                <a:gd name="connsiteY4" fmla="*/ 0 h 59361"/>
                <a:gd name="connsiteX5" fmla="*/ 6400 w 125019"/>
                <a:gd name="connsiteY5" fmla="*/ 1 h 59361"/>
                <a:gd name="connsiteX6" fmla="*/ 118719 w 125019"/>
                <a:gd name="connsiteY6" fmla="*/ 1 h 59361"/>
                <a:gd name="connsiteX7" fmla="*/ 125005 w 125019"/>
                <a:gd name="connsiteY7" fmla="*/ 6227 h 59361"/>
                <a:gd name="connsiteX8" fmla="*/ 125005 w 125019"/>
                <a:gd name="connsiteY8" fmla="*/ 52720 h 59361"/>
                <a:gd name="connsiteX9" fmla="*/ 119152 w 125019"/>
                <a:gd name="connsiteY9" fmla="*/ 59348 h 59361"/>
                <a:gd name="connsiteX10" fmla="*/ 118719 w 125019"/>
                <a:gd name="connsiteY10" fmla="*/ 59361 h 59361"/>
                <a:gd name="connsiteX11" fmla="*/ 12267 w 125019"/>
                <a:gd name="connsiteY11" fmla="*/ 46804 h 59361"/>
                <a:gd name="connsiteX12" fmla="*/ 112327 w 125019"/>
                <a:gd name="connsiteY12" fmla="*/ 46804 h 59361"/>
                <a:gd name="connsiteX13" fmla="*/ 112327 w 125019"/>
                <a:gd name="connsiteY13" fmla="*/ 12558 h 59361"/>
                <a:gd name="connsiteX14" fmla="*/ 12267 w 125019"/>
                <a:gd name="connsiteY14" fmla="*/ 12558 h 5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019" h="59361">
                  <a:moveTo>
                    <a:pt x="118719" y="59361"/>
                  </a:moveTo>
                  <a:lnTo>
                    <a:pt x="5981" y="59361"/>
                  </a:lnTo>
                  <a:cubicBezTo>
                    <a:pt x="2491" y="59139"/>
                    <a:pt x="-171" y="56179"/>
                    <a:pt x="9" y="52720"/>
                  </a:cubicBezTo>
                  <a:lnTo>
                    <a:pt x="9" y="6227"/>
                  </a:lnTo>
                  <a:cubicBezTo>
                    <a:pt x="8" y="2789"/>
                    <a:pt x="2822" y="0"/>
                    <a:pt x="6294" y="0"/>
                  </a:cubicBezTo>
                  <a:cubicBezTo>
                    <a:pt x="6329" y="0"/>
                    <a:pt x="6365" y="0"/>
                    <a:pt x="6400" y="1"/>
                  </a:cubicBezTo>
                  <a:lnTo>
                    <a:pt x="118719" y="1"/>
                  </a:lnTo>
                  <a:cubicBezTo>
                    <a:pt x="122191" y="1"/>
                    <a:pt x="125005" y="2789"/>
                    <a:pt x="125005" y="6227"/>
                  </a:cubicBezTo>
                  <a:lnTo>
                    <a:pt x="125005" y="52720"/>
                  </a:lnTo>
                  <a:cubicBezTo>
                    <a:pt x="125237" y="56151"/>
                    <a:pt x="122616" y="59118"/>
                    <a:pt x="119152" y="59348"/>
                  </a:cubicBezTo>
                  <a:cubicBezTo>
                    <a:pt x="119008" y="59357"/>
                    <a:pt x="118863" y="59362"/>
                    <a:pt x="118719" y="59361"/>
                  </a:cubicBezTo>
                  <a:close/>
                  <a:moveTo>
                    <a:pt x="12267" y="46804"/>
                  </a:moveTo>
                  <a:lnTo>
                    <a:pt x="112327" y="46804"/>
                  </a:lnTo>
                  <a:lnTo>
                    <a:pt x="112327" y="12558"/>
                  </a:lnTo>
                  <a:lnTo>
                    <a:pt x="12267" y="12558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BD668C73-688B-724B-9431-D2CD2112490A}"/>
                </a:ext>
              </a:extLst>
            </p:cNvPr>
            <p:cNvSpPr/>
            <p:nvPr/>
          </p:nvSpPr>
          <p:spPr>
            <a:xfrm>
              <a:off x="5913586" y="2806388"/>
              <a:ext cx="376142" cy="260791"/>
            </a:xfrm>
            <a:custGeom>
              <a:avLst/>
              <a:gdLst>
                <a:gd name="connsiteX0" fmla="*/ 357702 w 376142"/>
                <a:gd name="connsiteY0" fmla="*/ 260792 h 260791"/>
                <a:gd name="connsiteX1" fmla="*/ 18440 w 376142"/>
                <a:gd name="connsiteY1" fmla="*/ 260792 h 260791"/>
                <a:gd name="connsiteX2" fmla="*/ 0 w 376142"/>
                <a:gd name="connsiteY2" fmla="*/ 242527 h 260791"/>
                <a:gd name="connsiteX3" fmla="*/ 0 w 376142"/>
                <a:gd name="connsiteY3" fmla="*/ 18265 h 260791"/>
                <a:gd name="connsiteX4" fmla="*/ 18440 w 376142"/>
                <a:gd name="connsiteY4" fmla="*/ 0 h 260791"/>
                <a:gd name="connsiteX5" fmla="*/ 357702 w 376142"/>
                <a:gd name="connsiteY5" fmla="*/ 0 h 260791"/>
                <a:gd name="connsiteX6" fmla="*/ 376142 w 376142"/>
                <a:gd name="connsiteY6" fmla="*/ 18265 h 260791"/>
                <a:gd name="connsiteX7" fmla="*/ 376142 w 376142"/>
                <a:gd name="connsiteY7" fmla="*/ 242527 h 260791"/>
                <a:gd name="connsiteX8" fmla="*/ 357702 w 376142"/>
                <a:gd name="connsiteY8" fmla="*/ 260792 h 260791"/>
                <a:gd name="connsiteX9" fmla="*/ 18440 w 376142"/>
                <a:gd name="connsiteY9" fmla="*/ 12557 h 260791"/>
                <a:gd name="connsiteX10" fmla="*/ 12678 w 376142"/>
                <a:gd name="connsiteY10" fmla="*/ 18265 h 260791"/>
                <a:gd name="connsiteX11" fmla="*/ 12678 w 376142"/>
                <a:gd name="connsiteY11" fmla="*/ 242527 h 260791"/>
                <a:gd name="connsiteX12" fmla="*/ 18440 w 376142"/>
                <a:gd name="connsiteY12" fmla="*/ 248235 h 260791"/>
                <a:gd name="connsiteX13" fmla="*/ 357702 w 376142"/>
                <a:gd name="connsiteY13" fmla="*/ 248235 h 260791"/>
                <a:gd name="connsiteX14" fmla="*/ 363360 w 376142"/>
                <a:gd name="connsiteY14" fmla="*/ 242527 h 260791"/>
                <a:gd name="connsiteX15" fmla="*/ 363360 w 376142"/>
                <a:gd name="connsiteY15" fmla="*/ 18265 h 260791"/>
                <a:gd name="connsiteX16" fmla="*/ 357702 w 376142"/>
                <a:gd name="connsiteY16" fmla="*/ 12557 h 26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6142" h="260791">
                  <a:moveTo>
                    <a:pt x="357702" y="260792"/>
                  </a:moveTo>
                  <a:lnTo>
                    <a:pt x="18440" y="260792"/>
                  </a:lnTo>
                  <a:cubicBezTo>
                    <a:pt x="8256" y="260792"/>
                    <a:pt x="0" y="252615"/>
                    <a:pt x="0" y="242527"/>
                  </a:cubicBezTo>
                  <a:lnTo>
                    <a:pt x="0" y="18265"/>
                  </a:lnTo>
                  <a:cubicBezTo>
                    <a:pt x="0" y="8177"/>
                    <a:pt x="8256" y="0"/>
                    <a:pt x="18440" y="0"/>
                  </a:cubicBezTo>
                  <a:lnTo>
                    <a:pt x="357702" y="0"/>
                  </a:lnTo>
                  <a:cubicBezTo>
                    <a:pt x="367886" y="0"/>
                    <a:pt x="376142" y="8177"/>
                    <a:pt x="376142" y="18265"/>
                  </a:cubicBezTo>
                  <a:lnTo>
                    <a:pt x="376142" y="242527"/>
                  </a:lnTo>
                  <a:cubicBezTo>
                    <a:pt x="376142" y="252615"/>
                    <a:pt x="367886" y="260792"/>
                    <a:pt x="357702" y="260792"/>
                  </a:cubicBezTo>
                  <a:close/>
                  <a:moveTo>
                    <a:pt x="18440" y="12557"/>
                  </a:moveTo>
                  <a:cubicBezTo>
                    <a:pt x="15258" y="12557"/>
                    <a:pt x="12678" y="15112"/>
                    <a:pt x="12678" y="18265"/>
                  </a:cubicBezTo>
                  <a:lnTo>
                    <a:pt x="12678" y="242527"/>
                  </a:lnTo>
                  <a:cubicBezTo>
                    <a:pt x="12678" y="245679"/>
                    <a:pt x="15258" y="248235"/>
                    <a:pt x="18440" y="248235"/>
                  </a:cubicBezTo>
                  <a:lnTo>
                    <a:pt x="357702" y="248235"/>
                  </a:lnTo>
                  <a:cubicBezTo>
                    <a:pt x="360843" y="248178"/>
                    <a:pt x="363360" y="245639"/>
                    <a:pt x="363360" y="242527"/>
                  </a:cubicBezTo>
                  <a:lnTo>
                    <a:pt x="363360" y="18265"/>
                  </a:lnTo>
                  <a:cubicBezTo>
                    <a:pt x="363360" y="15153"/>
                    <a:pt x="360844" y="12614"/>
                    <a:pt x="357702" y="1255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8A91AB6-48A2-F64B-AECC-8109BE7B2CD2}"/>
                </a:ext>
              </a:extLst>
            </p:cNvPr>
            <p:cNvSpPr/>
            <p:nvPr/>
          </p:nvSpPr>
          <p:spPr>
            <a:xfrm>
              <a:off x="5946695" y="2837522"/>
              <a:ext cx="309819" cy="198421"/>
            </a:xfrm>
            <a:custGeom>
              <a:avLst/>
              <a:gdLst>
                <a:gd name="connsiteX0" fmla="*/ 303533 w 309819"/>
                <a:gd name="connsiteY0" fmla="*/ 198422 h 198421"/>
                <a:gd name="connsiteX1" fmla="*/ 6391 w 309819"/>
                <a:gd name="connsiteY1" fmla="*/ 198422 h 198421"/>
                <a:gd name="connsiteX2" fmla="*/ 0 w 309819"/>
                <a:gd name="connsiteY2" fmla="*/ 192195 h 198421"/>
                <a:gd name="connsiteX3" fmla="*/ 0 w 309819"/>
                <a:gd name="connsiteY3" fmla="*/ 6330 h 198421"/>
                <a:gd name="connsiteX4" fmla="*/ 6391 w 309819"/>
                <a:gd name="connsiteY4" fmla="*/ 0 h 198421"/>
                <a:gd name="connsiteX5" fmla="*/ 303533 w 309819"/>
                <a:gd name="connsiteY5" fmla="*/ 0 h 198421"/>
                <a:gd name="connsiteX6" fmla="*/ 309820 w 309819"/>
                <a:gd name="connsiteY6" fmla="*/ 6227 h 198421"/>
                <a:gd name="connsiteX7" fmla="*/ 309820 w 309819"/>
                <a:gd name="connsiteY7" fmla="*/ 192195 h 198421"/>
                <a:gd name="connsiteX8" fmla="*/ 303533 w 309819"/>
                <a:gd name="connsiteY8" fmla="*/ 198422 h 198421"/>
                <a:gd name="connsiteX9" fmla="*/ 12783 w 309819"/>
                <a:gd name="connsiteY9" fmla="*/ 185865 h 198421"/>
                <a:gd name="connsiteX10" fmla="*/ 297142 w 309819"/>
                <a:gd name="connsiteY10" fmla="*/ 185865 h 198421"/>
                <a:gd name="connsiteX11" fmla="*/ 297142 w 309819"/>
                <a:gd name="connsiteY11" fmla="*/ 12661 h 198421"/>
                <a:gd name="connsiteX12" fmla="*/ 12783 w 309819"/>
                <a:gd name="connsiteY12" fmla="*/ 12661 h 19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9819" h="198421">
                  <a:moveTo>
                    <a:pt x="303533" y="198422"/>
                  </a:moveTo>
                  <a:lnTo>
                    <a:pt x="6391" y="198422"/>
                  </a:lnTo>
                  <a:cubicBezTo>
                    <a:pt x="2902" y="198422"/>
                    <a:pt x="57" y="195651"/>
                    <a:pt x="0" y="192195"/>
                  </a:cubicBezTo>
                  <a:lnTo>
                    <a:pt x="0" y="6330"/>
                  </a:lnTo>
                  <a:cubicBezTo>
                    <a:pt x="0" y="2834"/>
                    <a:pt x="2861" y="0"/>
                    <a:pt x="6391" y="0"/>
                  </a:cubicBezTo>
                  <a:lnTo>
                    <a:pt x="303533" y="0"/>
                  </a:lnTo>
                  <a:cubicBezTo>
                    <a:pt x="307005" y="0"/>
                    <a:pt x="309820" y="2788"/>
                    <a:pt x="309820" y="6227"/>
                  </a:cubicBezTo>
                  <a:lnTo>
                    <a:pt x="309820" y="192195"/>
                  </a:lnTo>
                  <a:cubicBezTo>
                    <a:pt x="309820" y="195634"/>
                    <a:pt x="307005" y="198422"/>
                    <a:pt x="303533" y="198422"/>
                  </a:cubicBezTo>
                  <a:close/>
                  <a:moveTo>
                    <a:pt x="12783" y="185865"/>
                  </a:moveTo>
                  <a:lnTo>
                    <a:pt x="297142" y="185865"/>
                  </a:lnTo>
                  <a:lnTo>
                    <a:pt x="297142" y="12661"/>
                  </a:lnTo>
                  <a:lnTo>
                    <a:pt x="12783" y="12661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CB6D4B74-D72C-2E43-A01E-E291E7F3E049}"/>
                </a:ext>
              </a:extLst>
            </p:cNvPr>
            <p:cNvSpPr/>
            <p:nvPr/>
          </p:nvSpPr>
          <p:spPr>
            <a:xfrm>
              <a:off x="6111926" y="2861598"/>
              <a:ext cx="67265" cy="66624"/>
            </a:xfrm>
            <a:custGeom>
              <a:avLst/>
              <a:gdLst>
                <a:gd name="connsiteX0" fmla="*/ 60874 w 67265"/>
                <a:gd name="connsiteY0" fmla="*/ 66625 h 66624"/>
                <a:gd name="connsiteX1" fmla="*/ 40862 w 67265"/>
                <a:gd name="connsiteY1" fmla="*/ 66625 h 66624"/>
                <a:gd name="connsiteX2" fmla="*/ 34575 w 67265"/>
                <a:gd name="connsiteY2" fmla="*/ 60399 h 66624"/>
                <a:gd name="connsiteX3" fmla="*/ 34576 w 67265"/>
                <a:gd name="connsiteY3" fmla="*/ 60295 h 66624"/>
                <a:gd name="connsiteX4" fmla="*/ 6391 w 67265"/>
                <a:gd name="connsiteY4" fmla="*/ 32378 h 66624"/>
                <a:gd name="connsiteX5" fmla="*/ 1 w 67265"/>
                <a:gd name="connsiteY5" fmla="*/ 26256 h 66624"/>
                <a:gd name="connsiteX6" fmla="*/ 0 w 67265"/>
                <a:gd name="connsiteY6" fmla="*/ 26152 h 66624"/>
                <a:gd name="connsiteX7" fmla="*/ 0 w 67265"/>
                <a:gd name="connsiteY7" fmla="*/ 6330 h 66624"/>
                <a:gd name="connsiteX8" fmla="*/ 6391 w 67265"/>
                <a:gd name="connsiteY8" fmla="*/ 0 h 66624"/>
                <a:gd name="connsiteX9" fmla="*/ 67266 w 67265"/>
                <a:gd name="connsiteY9" fmla="*/ 60295 h 66624"/>
                <a:gd name="connsiteX10" fmla="*/ 60874 w 67265"/>
                <a:gd name="connsiteY10" fmla="*/ 66625 h 66624"/>
                <a:gd name="connsiteX11" fmla="*/ 46730 w 67265"/>
                <a:gd name="connsiteY11" fmla="*/ 54068 h 66624"/>
                <a:gd name="connsiteX12" fmla="*/ 54169 w 67265"/>
                <a:gd name="connsiteY12" fmla="*/ 54068 h 66624"/>
                <a:gd name="connsiteX13" fmla="*/ 12259 w 67265"/>
                <a:gd name="connsiteY13" fmla="*/ 12557 h 66624"/>
                <a:gd name="connsiteX14" fmla="*/ 12259 w 67265"/>
                <a:gd name="connsiteY14" fmla="*/ 19925 h 66624"/>
                <a:gd name="connsiteX15" fmla="*/ 46730 w 67265"/>
                <a:gd name="connsiteY15" fmla="*/ 54068 h 6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265" h="66624">
                  <a:moveTo>
                    <a:pt x="60874" y="66625"/>
                  </a:moveTo>
                  <a:lnTo>
                    <a:pt x="40862" y="66625"/>
                  </a:lnTo>
                  <a:cubicBezTo>
                    <a:pt x="37390" y="66625"/>
                    <a:pt x="34575" y="63838"/>
                    <a:pt x="34575" y="60399"/>
                  </a:cubicBezTo>
                  <a:cubicBezTo>
                    <a:pt x="34575" y="60364"/>
                    <a:pt x="34575" y="60329"/>
                    <a:pt x="34576" y="60295"/>
                  </a:cubicBezTo>
                  <a:cubicBezTo>
                    <a:pt x="34518" y="44901"/>
                    <a:pt x="21933" y="32435"/>
                    <a:pt x="6391" y="32378"/>
                  </a:cubicBezTo>
                  <a:cubicBezTo>
                    <a:pt x="2920" y="32436"/>
                    <a:pt x="59" y="29695"/>
                    <a:pt x="1" y="26256"/>
                  </a:cubicBezTo>
                  <a:cubicBezTo>
                    <a:pt x="0" y="26222"/>
                    <a:pt x="0" y="26187"/>
                    <a:pt x="0" y="26152"/>
                  </a:cubicBezTo>
                  <a:lnTo>
                    <a:pt x="0" y="6330"/>
                  </a:lnTo>
                  <a:cubicBezTo>
                    <a:pt x="0" y="2834"/>
                    <a:pt x="2861" y="0"/>
                    <a:pt x="6391" y="0"/>
                  </a:cubicBezTo>
                  <a:cubicBezTo>
                    <a:pt x="39987" y="57"/>
                    <a:pt x="67208" y="27018"/>
                    <a:pt x="67266" y="60295"/>
                  </a:cubicBezTo>
                  <a:cubicBezTo>
                    <a:pt x="67266" y="63791"/>
                    <a:pt x="64404" y="66625"/>
                    <a:pt x="60874" y="66625"/>
                  </a:cubicBezTo>
                  <a:close/>
                  <a:moveTo>
                    <a:pt x="46730" y="54068"/>
                  </a:moveTo>
                  <a:lnTo>
                    <a:pt x="54169" y="54068"/>
                  </a:lnTo>
                  <a:cubicBezTo>
                    <a:pt x="51349" y="32404"/>
                    <a:pt x="34131" y="15350"/>
                    <a:pt x="12259" y="12557"/>
                  </a:cubicBezTo>
                  <a:lnTo>
                    <a:pt x="12259" y="19925"/>
                  </a:lnTo>
                  <a:cubicBezTo>
                    <a:pt x="30079" y="22560"/>
                    <a:pt x="44070" y="36417"/>
                    <a:pt x="46730" y="5406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2" name="Graphic 77">
            <a:extLst>
              <a:ext uri="{FF2B5EF4-FFF2-40B4-BE49-F238E27FC236}">
                <a16:creationId xmlns:a16="http://schemas.microsoft.com/office/drawing/2014/main" id="{30303B4A-C0DD-8148-B939-EF2CFAB5059C}"/>
              </a:ext>
            </a:extLst>
          </p:cNvPr>
          <p:cNvGrpSpPr/>
          <p:nvPr/>
        </p:nvGrpSpPr>
        <p:grpSpPr>
          <a:xfrm>
            <a:off x="7222549" y="3775150"/>
            <a:ext cx="379034" cy="379320"/>
            <a:chOff x="5913502" y="2799368"/>
            <a:chExt cx="379034" cy="379320"/>
          </a:xfrm>
          <a:solidFill>
            <a:srgbClr val="FFFFFF"/>
          </a:solidFill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34DB19B-1D57-4A48-927A-B20CEE548B7A}"/>
                </a:ext>
              </a:extLst>
            </p:cNvPr>
            <p:cNvSpPr/>
            <p:nvPr/>
          </p:nvSpPr>
          <p:spPr>
            <a:xfrm>
              <a:off x="5913502" y="2799727"/>
              <a:ext cx="379034" cy="378441"/>
            </a:xfrm>
            <a:custGeom>
              <a:avLst/>
              <a:gdLst>
                <a:gd name="connsiteX0" fmla="*/ 76675 w 379034"/>
                <a:gd name="connsiteY0" fmla="*/ 378438 h 378441"/>
                <a:gd name="connsiteX1" fmla="*/ 57501 w 379034"/>
                <a:gd name="connsiteY1" fmla="*/ 376028 h 378441"/>
                <a:gd name="connsiteX2" fmla="*/ 53085 w 379034"/>
                <a:gd name="connsiteY2" fmla="*/ 368312 h 378441"/>
                <a:gd name="connsiteX3" fmla="*/ 54672 w 379034"/>
                <a:gd name="connsiteY3" fmla="*/ 365551 h 378441"/>
                <a:gd name="connsiteX4" fmla="*/ 76989 w 379034"/>
                <a:gd name="connsiteY4" fmla="*/ 343129 h 378441"/>
                <a:gd name="connsiteX5" fmla="*/ 77412 w 379034"/>
                <a:gd name="connsiteY5" fmla="*/ 301642 h 378441"/>
                <a:gd name="connsiteX6" fmla="*/ 76989 w 379034"/>
                <a:gd name="connsiteY6" fmla="*/ 301219 h 378441"/>
                <a:gd name="connsiteX7" fmla="*/ 35353 w 379034"/>
                <a:gd name="connsiteY7" fmla="*/ 300945 h 378441"/>
                <a:gd name="connsiteX8" fmla="*/ 35079 w 379034"/>
                <a:gd name="connsiteY8" fmla="*/ 301219 h 378441"/>
                <a:gd name="connsiteX9" fmla="*/ 13181 w 379034"/>
                <a:gd name="connsiteY9" fmla="*/ 324479 h 378441"/>
                <a:gd name="connsiteX10" fmla="*/ 6999 w 379034"/>
                <a:gd name="connsiteY10" fmla="*/ 326051 h 378441"/>
                <a:gd name="connsiteX11" fmla="*/ 2494 w 379034"/>
                <a:gd name="connsiteY11" fmla="*/ 321545 h 378441"/>
                <a:gd name="connsiteX12" fmla="*/ 57295 w 379034"/>
                <a:gd name="connsiteY12" fmla="*/ 228115 h 378441"/>
                <a:gd name="connsiteX13" fmla="*/ 100459 w 379034"/>
                <a:gd name="connsiteY13" fmla="*/ 229448 h 378441"/>
                <a:gd name="connsiteX14" fmla="*/ 228913 w 379034"/>
                <a:gd name="connsiteY14" fmla="*/ 100470 h 378441"/>
                <a:gd name="connsiteX15" fmla="*/ 277806 w 379034"/>
                <a:gd name="connsiteY15" fmla="*/ 3818 h 378441"/>
                <a:gd name="connsiteX16" fmla="*/ 321115 w 379034"/>
                <a:gd name="connsiteY16" fmla="*/ 2505 h 378441"/>
                <a:gd name="connsiteX17" fmla="*/ 325620 w 379034"/>
                <a:gd name="connsiteY17" fmla="*/ 6906 h 378441"/>
                <a:gd name="connsiteX18" fmla="*/ 323944 w 379034"/>
                <a:gd name="connsiteY18" fmla="*/ 13088 h 378441"/>
                <a:gd name="connsiteX19" fmla="*/ 301627 w 379034"/>
                <a:gd name="connsiteY19" fmla="*/ 35509 h 378441"/>
                <a:gd name="connsiteX20" fmla="*/ 301203 w 379034"/>
                <a:gd name="connsiteY20" fmla="*/ 76996 h 378441"/>
                <a:gd name="connsiteX21" fmla="*/ 301627 w 379034"/>
                <a:gd name="connsiteY21" fmla="*/ 77419 h 378441"/>
                <a:gd name="connsiteX22" fmla="*/ 343263 w 379034"/>
                <a:gd name="connsiteY22" fmla="*/ 77693 h 378441"/>
                <a:gd name="connsiteX23" fmla="*/ 343537 w 379034"/>
                <a:gd name="connsiteY23" fmla="*/ 77419 h 378441"/>
                <a:gd name="connsiteX24" fmla="*/ 365854 w 379034"/>
                <a:gd name="connsiteY24" fmla="*/ 54998 h 378441"/>
                <a:gd name="connsiteX25" fmla="*/ 372035 w 379034"/>
                <a:gd name="connsiteY25" fmla="*/ 53321 h 378441"/>
                <a:gd name="connsiteX26" fmla="*/ 376541 w 379034"/>
                <a:gd name="connsiteY26" fmla="*/ 57931 h 378441"/>
                <a:gd name="connsiteX27" fmla="*/ 321740 w 379034"/>
                <a:gd name="connsiteY27" fmla="*/ 151361 h 378441"/>
                <a:gd name="connsiteX28" fmla="*/ 278576 w 379034"/>
                <a:gd name="connsiteY28" fmla="*/ 150029 h 378441"/>
                <a:gd name="connsiteX29" fmla="*/ 149703 w 379034"/>
                <a:gd name="connsiteY29" fmla="*/ 278064 h 378441"/>
                <a:gd name="connsiteX30" fmla="*/ 100936 w 379034"/>
                <a:gd name="connsiteY30" fmla="*/ 374614 h 378441"/>
                <a:gd name="connsiteX31" fmla="*/ 76360 w 379034"/>
                <a:gd name="connsiteY31" fmla="*/ 378438 h 378441"/>
                <a:gd name="connsiteX32" fmla="*/ 72379 w 379034"/>
                <a:gd name="connsiteY32" fmla="*/ 365656 h 378441"/>
                <a:gd name="connsiteX33" fmla="*/ 140502 w 379034"/>
                <a:gd name="connsiteY33" fmla="*/ 306251 h 378441"/>
                <a:gd name="connsiteX34" fmla="*/ 136292 w 379034"/>
                <a:gd name="connsiteY34" fmla="*/ 278692 h 378441"/>
                <a:gd name="connsiteX35" fmla="*/ 137759 w 379034"/>
                <a:gd name="connsiteY35" fmla="*/ 271987 h 378441"/>
                <a:gd name="connsiteX36" fmla="*/ 272499 w 379034"/>
                <a:gd name="connsiteY36" fmla="*/ 137875 h 378441"/>
                <a:gd name="connsiteX37" fmla="*/ 279310 w 379034"/>
                <a:gd name="connsiteY37" fmla="*/ 136408 h 378441"/>
                <a:gd name="connsiteX38" fmla="*/ 362006 w 379034"/>
                <a:gd name="connsiteY38" fmla="*/ 99925 h 378441"/>
                <a:gd name="connsiteX39" fmla="*/ 366168 w 379034"/>
                <a:gd name="connsiteY39" fmla="*/ 72285 h 378441"/>
                <a:gd name="connsiteX40" fmla="*/ 352547 w 379034"/>
                <a:gd name="connsiteY40" fmla="*/ 85906 h 378441"/>
                <a:gd name="connsiteX41" fmla="*/ 293278 w 379034"/>
                <a:gd name="connsiteY41" fmla="*/ 86044 h 378441"/>
                <a:gd name="connsiteX42" fmla="*/ 293140 w 379034"/>
                <a:gd name="connsiteY42" fmla="*/ 85906 h 378441"/>
                <a:gd name="connsiteX43" fmla="*/ 280253 w 379034"/>
                <a:gd name="connsiteY43" fmla="*/ 56255 h 378441"/>
                <a:gd name="connsiteX44" fmla="*/ 292616 w 379034"/>
                <a:gd name="connsiteY44" fmla="*/ 26499 h 378441"/>
                <a:gd name="connsiteX45" fmla="*/ 306237 w 379034"/>
                <a:gd name="connsiteY45" fmla="*/ 12878 h 378441"/>
                <a:gd name="connsiteX46" fmla="*/ 237955 w 379034"/>
                <a:gd name="connsiteY46" fmla="*/ 72326 h 378441"/>
                <a:gd name="connsiteX47" fmla="*/ 242114 w 379034"/>
                <a:gd name="connsiteY47" fmla="*/ 99841 h 378441"/>
                <a:gd name="connsiteX48" fmla="*/ 240752 w 379034"/>
                <a:gd name="connsiteY48" fmla="*/ 106547 h 378441"/>
                <a:gd name="connsiteX49" fmla="*/ 106640 w 379034"/>
                <a:gd name="connsiteY49" fmla="*/ 240659 h 378441"/>
                <a:gd name="connsiteX50" fmla="*/ 99830 w 379034"/>
                <a:gd name="connsiteY50" fmla="*/ 242126 h 378441"/>
                <a:gd name="connsiteX51" fmla="*/ 17175 w 379034"/>
                <a:gd name="connsiteY51" fmla="*/ 278334 h 378441"/>
                <a:gd name="connsiteX52" fmla="*/ 12972 w 379034"/>
                <a:gd name="connsiteY52" fmla="*/ 306248 h 378441"/>
                <a:gd name="connsiteX53" fmla="*/ 26592 w 379034"/>
                <a:gd name="connsiteY53" fmla="*/ 293046 h 378441"/>
                <a:gd name="connsiteX54" fmla="*/ 85780 w 379034"/>
                <a:gd name="connsiteY54" fmla="*/ 289928 h 378441"/>
                <a:gd name="connsiteX55" fmla="*/ 88899 w 379034"/>
                <a:gd name="connsiteY55" fmla="*/ 349115 h 378441"/>
                <a:gd name="connsiteX56" fmla="*/ 86000 w 379034"/>
                <a:gd name="connsiteY56" fmla="*/ 352035 h 37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79034" h="378441">
                  <a:moveTo>
                    <a:pt x="76675" y="378438"/>
                  </a:moveTo>
                  <a:cubicBezTo>
                    <a:pt x="70206" y="378464"/>
                    <a:pt x="63762" y="377654"/>
                    <a:pt x="57501" y="376028"/>
                  </a:cubicBezTo>
                  <a:cubicBezTo>
                    <a:pt x="54151" y="375117"/>
                    <a:pt x="52173" y="371662"/>
                    <a:pt x="53085" y="368312"/>
                  </a:cubicBezTo>
                  <a:cubicBezTo>
                    <a:pt x="53368" y="367271"/>
                    <a:pt x="53915" y="366320"/>
                    <a:pt x="54672" y="365551"/>
                  </a:cubicBezTo>
                  <a:lnTo>
                    <a:pt x="76989" y="343129"/>
                  </a:lnTo>
                  <a:cubicBezTo>
                    <a:pt x="88562" y="331790"/>
                    <a:pt x="88752" y="313215"/>
                    <a:pt x="77412" y="301642"/>
                  </a:cubicBezTo>
                  <a:cubicBezTo>
                    <a:pt x="77273" y="301500"/>
                    <a:pt x="77132" y="301359"/>
                    <a:pt x="76989" y="301219"/>
                  </a:cubicBezTo>
                  <a:cubicBezTo>
                    <a:pt x="65567" y="289646"/>
                    <a:pt x="46926" y="289523"/>
                    <a:pt x="35353" y="300945"/>
                  </a:cubicBezTo>
                  <a:cubicBezTo>
                    <a:pt x="35261" y="301036"/>
                    <a:pt x="35170" y="301127"/>
                    <a:pt x="35079" y="301219"/>
                  </a:cubicBezTo>
                  <a:lnTo>
                    <a:pt x="13181" y="324479"/>
                  </a:lnTo>
                  <a:cubicBezTo>
                    <a:pt x="11548" y="326067"/>
                    <a:pt x="9193" y="326666"/>
                    <a:pt x="6999" y="326051"/>
                  </a:cubicBezTo>
                  <a:cubicBezTo>
                    <a:pt x="4791" y="325477"/>
                    <a:pt x="3067" y="323753"/>
                    <a:pt x="2494" y="321545"/>
                  </a:cubicBezTo>
                  <a:cubicBezTo>
                    <a:pt x="-8173" y="280613"/>
                    <a:pt x="16362" y="238783"/>
                    <a:pt x="57295" y="228115"/>
                  </a:cubicBezTo>
                  <a:cubicBezTo>
                    <a:pt x="71513" y="224410"/>
                    <a:pt x="86496" y="224873"/>
                    <a:pt x="100459" y="229448"/>
                  </a:cubicBezTo>
                  <a:lnTo>
                    <a:pt x="228913" y="100470"/>
                  </a:lnTo>
                  <a:cubicBezTo>
                    <a:pt x="215725" y="60279"/>
                    <a:pt x="237615" y="17006"/>
                    <a:pt x="277806" y="3818"/>
                  </a:cubicBezTo>
                  <a:cubicBezTo>
                    <a:pt x="291815" y="-779"/>
                    <a:pt x="306853" y="-1235"/>
                    <a:pt x="321115" y="2505"/>
                  </a:cubicBezTo>
                  <a:cubicBezTo>
                    <a:pt x="323307" y="3040"/>
                    <a:pt x="325034" y="4727"/>
                    <a:pt x="325620" y="6906"/>
                  </a:cubicBezTo>
                  <a:cubicBezTo>
                    <a:pt x="326256" y="9118"/>
                    <a:pt x="325610" y="11500"/>
                    <a:pt x="323944" y="13088"/>
                  </a:cubicBezTo>
                  <a:lnTo>
                    <a:pt x="301627" y="35509"/>
                  </a:lnTo>
                  <a:cubicBezTo>
                    <a:pt x="290054" y="46849"/>
                    <a:pt x="289864" y="65423"/>
                    <a:pt x="301203" y="76996"/>
                  </a:cubicBezTo>
                  <a:cubicBezTo>
                    <a:pt x="301343" y="77139"/>
                    <a:pt x="301484" y="77280"/>
                    <a:pt x="301627" y="77419"/>
                  </a:cubicBezTo>
                  <a:cubicBezTo>
                    <a:pt x="313049" y="88993"/>
                    <a:pt x="331690" y="89115"/>
                    <a:pt x="343263" y="77693"/>
                  </a:cubicBezTo>
                  <a:cubicBezTo>
                    <a:pt x="343355" y="77603"/>
                    <a:pt x="343446" y="77511"/>
                    <a:pt x="343537" y="77419"/>
                  </a:cubicBezTo>
                  <a:lnTo>
                    <a:pt x="365854" y="54998"/>
                  </a:lnTo>
                  <a:cubicBezTo>
                    <a:pt x="367497" y="53427"/>
                    <a:pt x="369824" y="52796"/>
                    <a:pt x="372035" y="53321"/>
                  </a:cubicBezTo>
                  <a:cubicBezTo>
                    <a:pt x="374237" y="53970"/>
                    <a:pt x="375942" y="55716"/>
                    <a:pt x="376541" y="57931"/>
                  </a:cubicBezTo>
                  <a:cubicBezTo>
                    <a:pt x="387208" y="98864"/>
                    <a:pt x="362673" y="140694"/>
                    <a:pt x="321740" y="151361"/>
                  </a:cubicBezTo>
                  <a:cubicBezTo>
                    <a:pt x="307522" y="155066"/>
                    <a:pt x="292539" y="154604"/>
                    <a:pt x="278576" y="150029"/>
                  </a:cubicBezTo>
                  <a:lnTo>
                    <a:pt x="149703" y="278064"/>
                  </a:lnTo>
                  <a:cubicBezTo>
                    <a:pt x="162898" y="318192"/>
                    <a:pt x="141064" y="361419"/>
                    <a:pt x="100936" y="374614"/>
                  </a:cubicBezTo>
                  <a:cubicBezTo>
                    <a:pt x="93008" y="377221"/>
                    <a:pt x="84706" y="378513"/>
                    <a:pt x="76360" y="378438"/>
                  </a:cubicBezTo>
                  <a:close/>
                  <a:moveTo>
                    <a:pt x="72379" y="365656"/>
                  </a:moveTo>
                  <a:cubicBezTo>
                    <a:pt x="107595" y="368063"/>
                    <a:pt x="138095" y="341467"/>
                    <a:pt x="140502" y="306251"/>
                  </a:cubicBezTo>
                  <a:cubicBezTo>
                    <a:pt x="141144" y="296867"/>
                    <a:pt x="139706" y="287457"/>
                    <a:pt x="136292" y="278692"/>
                  </a:cubicBezTo>
                  <a:cubicBezTo>
                    <a:pt x="135410" y="276364"/>
                    <a:pt x="135985" y="273734"/>
                    <a:pt x="137759" y="271987"/>
                  </a:cubicBezTo>
                  <a:lnTo>
                    <a:pt x="272499" y="137875"/>
                  </a:lnTo>
                  <a:cubicBezTo>
                    <a:pt x="274266" y="136058"/>
                    <a:pt x="276951" y="135479"/>
                    <a:pt x="279310" y="136408"/>
                  </a:cubicBezTo>
                  <a:cubicBezTo>
                    <a:pt x="312220" y="149169"/>
                    <a:pt x="349244" y="132835"/>
                    <a:pt x="362006" y="99925"/>
                  </a:cubicBezTo>
                  <a:cubicBezTo>
                    <a:pt x="365416" y="91132"/>
                    <a:pt x="366837" y="81693"/>
                    <a:pt x="366168" y="72285"/>
                  </a:cubicBezTo>
                  <a:lnTo>
                    <a:pt x="352547" y="85906"/>
                  </a:lnTo>
                  <a:cubicBezTo>
                    <a:pt x="336219" y="102311"/>
                    <a:pt x="309683" y="102373"/>
                    <a:pt x="293278" y="86044"/>
                  </a:cubicBezTo>
                  <a:cubicBezTo>
                    <a:pt x="293232" y="85998"/>
                    <a:pt x="293186" y="85952"/>
                    <a:pt x="293140" y="85906"/>
                  </a:cubicBezTo>
                  <a:cubicBezTo>
                    <a:pt x="285051" y="78144"/>
                    <a:pt x="280410" y="67465"/>
                    <a:pt x="280253" y="56255"/>
                  </a:cubicBezTo>
                  <a:cubicBezTo>
                    <a:pt x="280244" y="45085"/>
                    <a:pt x="284694" y="34374"/>
                    <a:pt x="292616" y="26499"/>
                  </a:cubicBezTo>
                  <a:lnTo>
                    <a:pt x="306237" y="12878"/>
                  </a:lnTo>
                  <a:cubicBezTo>
                    <a:pt x="270965" y="10439"/>
                    <a:pt x="240394" y="37054"/>
                    <a:pt x="237955" y="72326"/>
                  </a:cubicBezTo>
                  <a:cubicBezTo>
                    <a:pt x="237307" y="81692"/>
                    <a:pt x="238727" y="91085"/>
                    <a:pt x="242114" y="99841"/>
                  </a:cubicBezTo>
                  <a:cubicBezTo>
                    <a:pt x="243052" y="102147"/>
                    <a:pt x="242515" y="104790"/>
                    <a:pt x="240752" y="106547"/>
                  </a:cubicBezTo>
                  <a:lnTo>
                    <a:pt x="106640" y="240659"/>
                  </a:lnTo>
                  <a:cubicBezTo>
                    <a:pt x="104874" y="242476"/>
                    <a:pt x="102188" y="243054"/>
                    <a:pt x="99830" y="242126"/>
                  </a:cubicBezTo>
                  <a:cubicBezTo>
                    <a:pt x="67007" y="229300"/>
                    <a:pt x="30001" y="245511"/>
                    <a:pt x="17175" y="278334"/>
                  </a:cubicBezTo>
                  <a:cubicBezTo>
                    <a:pt x="13708" y="287209"/>
                    <a:pt x="12271" y="296746"/>
                    <a:pt x="12972" y="306248"/>
                  </a:cubicBezTo>
                  <a:lnTo>
                    <a:pt x="26592" y="293046"/>
                  </a:lnTo>
                  <a:cubicBezTo>
                    <a:pt x="42075" y="275841"/>
                    <a:pt x="68574" y="274445"/>
                    <a:pt x="85780" y="289928"/>
                  </a:cubicBezTo>
                  <a:cubicBezTo>
                    <a:pt x="102985" y="305411"/>
                    <a:pt x="104382" y="331910"/>
                    <a:pt x="88899" y="349115"/>
                  </a:cubicBezTo>
                  <a:cubicBezTo>
                    <a:pt x="87981" y="350135"/>
                    <a:pt x="87013" y="351110"/>
                    <a:pt x="86000" y="35203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2650B219-4B04-2B44-83D1-F96824B49A81}"/>
                </a:ext>
              </a:extLst>
            </p:cNvPr>
            <p:cNvSpPr/>
            <p:nvPr/>
          </p:nvSpPr>
          <p:spPr>
            <a:xfrm>
              <a:off x="6015202" y="2799368"/>
              <a:ext cx="69691" cy="69815"/>
            </a:xfrm>
            <a:custGeom>
              <a:avLst/>
              <a:gdLst>
                <a:gd name="connsiteX0" fmla="*/ 41088 w 69691"/>
                <a:gd name="connsiteY0" fmla="*/ 69815 h 69815"/>
                <a:gd name="connsiteX1" fmla="*/ 36583 w 69691"/>
                <a:gd name="connsiteY1" fmla="*/ 67929 h 69815"/>
                <a:gd name="connsiteX2" fmla="*/ 1902 w 69691"/>
                <a:gd name="connsiteY2" fmla="*/ 33249 h 69815"/>
                <a:gd name="connsiteX3" fmla="*/ 1781 w 69691"/>
                <a:gd name="connsiteY3" fmla="*/ 24359 h 69815"/>
                <a:gd name="connsiteX4" fmla="*/ 1902 w 69691"/>
                <a:gd name="connsiteY4" fmla="*/ 24238 h 69815"/>
                <a:gd name="connsiteX5" fmla="*/ 24114 w 69691"/>
                <a:gd name="connsiteY5" fmla="*/ 1816 h 69815"/>
                <a:gd name="connsiteX6" fmla="*/ 33125 w 69691"/>
                <a:gd name="connsiteY6" fmla="*/ 1816 h 69815"/>
                <a:gd name="connsiteX7" fmla="*/ 67806 w 69691"/>
                <a:gd name="connsiteY7" fmla="*/ 36497 h 69815"/>
                <a:gd name="connsiteX8" fmla="*/ 69692 w 69691"/>
                <a:gd name="connsiteY8" fmla="*/ 41002 h 69815"/>
                <a:gd name="connsiteX9" fmla="*/ 67806 w 69691"/>
                <a:gd name="connsiteY9" fmla="*/ 45507 h 69815"/>
                <a:gd name="connsiteX10" fmla="*/ 45593 w 69691"/>
                <a:gd name="connsiteY10" fmla="*/ 67929 h 69815"/>
                <a:gd name="connsiteX11" fmla="*/ 41088 w 69691"/>
                <a:gd name="connsiteY11" fmla="*/ 69815 h 69815"/>
                <a:gd name="connsiteX12" fmla="*/ 15313 w 69691"/>
                <a:gd name="connsiteY12" fmla="*/ 28743 h 69815"/>
                <a:gd name="connsiteX13" fmla="*/ 41088 w 69691"/>
                <a:gd name="connsiteY13" fmla="*/ 54518 h 69815"/>
                <a:gd name="connsiteX14" fmla="*/ 54604 w 69691"/>
                <a:gd name="connsiteY14" fmla="*/ 41002 h 69815"/>
                <a:gd name="connsiteX15" fmla="*/ 28829 w 69691"/>
                <a:gd name="connsiteY15" fmla="*/ 15332 h 69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691" h="69815">
                  <a:moveTo>
                    <a:pt x="41088" y="69815"/>
                  </a:moveTo>
                  <a:cubicBezTo>
                    <a:pt x="39393" y="69819"/>
                    <a:pt x="37769" y="69139"/>
                    <a:pt x="36583" y="67929"/>
                  </a:cubicBezTo>
                  <a:lnTo>
                    <a:pt x="1902" y="33249"/>
                  </a:lnTo>
                  <a:cubicBezTo>
                    <a:pt x="-586" y="30827"/>
                    <a:pt x="-640" y="26847"/>
                    <a:pt x="1781" y="24359"/>
                  </a:cubicBezTo>
                  <a:cubicBezTo>
                    <a:pt x="1821" y="24318"/>
                    <a:pt x="1861" y="24278"/>
                    <a:pt x="1902" y="24238"/>
                  </a:cubicBezTo>
                  <a:lnTo>
                    <a:pt x="24114" y="1816"/>
                  </a:lnTo>
                  <a:cubicBezTo>
                    <a:pt x="26630" y="-605"/>
                    <a:pt x="30610" y="-605"/>
                    <a:pt x="33125" y="1816"/>
                  </a:cubicBezTo>
                  <a:lnTo>
                    <a:pt x="67806" y="36497"/>
                  </a:lnTo>
                  <a:cubicBezTo>
                    <a:pt x="68978" y="37708"/>
                    <a:pt x="69652" y="39317"/>
                    <a:pt x="69692" y="41002"/>
                  </a:cubicBezTo>
                  <a:cubicBezTo>
                    <a:pt x="69673" y="42692"/>
                    <a:pt x="68996" y="44308"/>
                    <a:pt x="67806" y="45507"/>
                  </a:cubicBezTo>
                  <a:lnTo>
                    <a:pt x="45593" y="67929"/>
                  </a:lnTo>
                  <a:cubicBezTo>
                    <a:pt x="44400" y="69130"/>
                    <a:pt x="42780" y="69808"/>
                    <a:pt x="41088" y="69815"/>
                  </a:cubicBezTo>
                  <a:close/>
                  <a:moveTo>
                    <a:pt x="15313" y="28743"/>
                  </a:moveTo>
                  <a:lnTo>
                    <a:pt x="41088" y="54518"/>
                  </a:lnTo>
                  <a:lnTo>
                    <a:pt x="54604" y="41002"/>
                  </a:lnTo>
                  <a:lnTo>
                    <a:pt x="28829" y="15332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9E60101-ABFF-1E4A-B763-F9DCE00D9F1D}"/>
                </a:ext>
              </a:extLst>
            </p:cNvPr>
            <p:cNvSpPr/>
            <p:nvPr/>
          </p:nvSpPr>
          <p:spPr>
            <a:xfrm>
              <a:off x="5933666" y="2828086"/>
              <a:ext cx="131564" cy="190191"/>
            </a:xfrm>
            <a:custGeom>
              <a:avLst/>
              <a:gdLst>
                <a:gd name="connsiteX0" fmla="*/ 18582 w 131564"/>
                <a:gd name="connsiteY0" fmla="*/ 189773 h 190191"/>
                <a:gd name="connsiteX1" fmla="*/ 12715 w 131564"/>
                <a:gd name="connsiteY1" fmla="*/ 186001 h 190191"/>
                <a:gd name="connsiteX2" fmla="*/ 56616 w 131564"/>
                <a:gd name="connsiteY2" fmla="*/ 29991 h 190191"/>
                <a:gd name="connsiteX3" fmla="*/ 83752 w 131564"/>
                <a:gd name="connsiteY3" fmla="*/ 7779 h 190191"/>
                <a:gd name="connsiteX4" fmla="*/ 89725 w 131564"/>
                <a:gd name="connsiteY4" fmla="*/ 1807 h 190191"/>
                <a:gd name="connsiteX5" fmla="*/ 98630 w 131564"/>
                <a:gd name="connsiteY5" fmla="*/ 1807 h 190191"/>
                <a:gd name="connsiteX6" fmla="*/ 119585 w 131564"/>
                <a:gd name="connsiteY6" fmla="*/ 22762 h 190191"/>
                <a:gd name="connsiteX7" fmla="*/ 120319 w 131564"/>
                <a:gd name="connsiteY7" fmla="*/ 30829 h 190191"/>
                <a:gd name="connsiteX8" fmla="*/ 103660 w 131564"/>
                <a:gd name="connsiteY8" fmla="*/ 55137 h 190191"/>
                <a:gd name="connsiteX9" fmla="*/ 104812 w 131564"/>
                <a:gd name="connsiteY9" fmla="*/ 67710 h 190191"/>
                <a:gd name="connsiteX10" fmla="*/ 129749 w 131564"/>
                <a:gd name="connsiteY10" fmla="*/ 92542 h 190191"/>
                <a:gd name="connsiteX11" fmla="*/ 129749 w 131564"/>
                <a:gd name="connsiteY11" fmla="*/ 101552 h 190191"/>
                <a:gd name="connsiteX12" fmla="*/ 87839 w 131564"/>
                <a:gd name="connsiteY12" fmla="*/ 143462 h 190191"/>
                <a:gd name="connsiteX13" fmla="*/ 78828 w 131564"/>
                <a:gd name="connsiteY13" fmla="*/ 143462 h 190191"/>
                <a:gd name="connsiteX14" fmla="*/ 53263 w 131564"/>
                <a:gd name="connsiteY14" fmla="*/ 118002 h 190191"/>
                <a:gd name="connsiteX15" fmla="*/ 45405 w 131564"/>
                <a:gd name="connsiteY15" fmla="*/ 115068 h 190191"/>
                <a:gd name="connsiteX16" fmla="*/ 36813 w 131564"/>
                <a:gd name="connsiteY16" fmla="*/ 121983 h 190191"/>
                <a:gd name="connsiteX17" fmla="*/ 24869 w 131564"/>
                <a:gd name="connsiteY17" fmla="*/ 184115 h 190191"/>
                <a:gd name="connsiteX18" fmla="*/ 19735 w 131564"/>
                <a:gd name="connsiteY18" fmla="*/ 190192 h 190191"/>
                <a:gd name="connsiteX19" fmla="*/ 94125 w 131564"/>
                <a:gd name="connsiteY19" fmla="*/ 15323 h 190191"/>
                <a:gd name="connsiteX20" fmla="*/ 92658 w 131564"/>
                <a:gd name="connsiteY20" fmla="*/ 16789 h 190191"/>
                <a:gd name="connsiteX21" fmla="*/ 63740 w 131564"/>
                <a:gd name="connsiteY21" fmla="*/ 40573 h 190191"/>
                <a:gd name="connsiteX22" fmla="*/ 15020 w 131564"/>
                <a:gd name="connsiteY22" fmla="*/ 152473 h 190191"/>
                <a:gd name="connsiteX23" fmla="*/ 25497 w 131564"/>
                <a:gd name="connsiteY23" fmla="*/ 115383 h 190191"/>
                <a:gd name="connsiteX24" fmla="*/ 43519 w 131564"/>
                <a:gd name="connsiteY24" fmla="*/ 101971 h 190191"/>
                <a:gd name="connsiteX25" fmla="*/ 62169 w 131564"/>
                <a:gd name="connsiteY25" fmla="*/ 108468 h 190191"/>
                <a:gd name="connsiteX26" fmla="*/ 83124 w 131564"/>
                <a:gd name="connsiteY26" fmla="*/ 129423 h 190191"/>
                <a:gd name="connsiteX27" fmla="*/ 116128 w 131564"/>
                <a:gd name="connsiteY27" fmla="*/ 97047 h 190191"/>
                <a:gd name="connsiteX28" fmla="*/ 95906 w 131564"/>
                <a:gd name="connsiteY28" fmla="*/ 76092 h 190191"/>
                <a:gd name="connsiteX29" fmla="*/ 93287 w 131564"/>
                <a:gd name="connsiteY29" fmla="*/ 47384 h 190191"/>
                <a:gd name="connsiteX30" fmla="*/ 106803 w 131564"/>
                <a:gd name="connsiteY30" fmla="*/ 27686 h 19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31564" h="190191">
                  <a:moveTo>
                    <a:pt x="18582" y="189773"/>
                  </a:moveTo>
                  <a:cubicBezTo>
                    <a:pt x="16060" y="189761"/>
                    <a:pt x="13773" y="188291"/>
                    <a:pt x="12715" y="186001"/>
                  </a:cubicBezTo>
                  <a:cubicBezTo>
                    <a:pt x="-19346" y="112554"/>
                    <a:pt x="14391" y="57233"/>
                    <a:pt x="56616" y="29991"/>
                  </a:cubicBezTo>
                  <a:cubicBezTo>
                    <a:pt x="66395" y="23531"/>
                    <a:pt x="75487" y="16088"/>
                    <a:pt x="83752" y="7779"/>
                  </a:cubicBezTo>
                  <a:lnTo>
                    <a:pt x="89725" y="1807"/>
                  </a:lnTo>
                  <a:cubicBezTo>
                    <a:pt x="92205" y="-602"/>
                    <a:pt x="96150" y="-602"/>
                    <a:pt x="98630" y="1807"/>
                  </a:cubicBezTo>
                  <a:lnTo>
                    <a:pt x="119585" y="22762"/>
                  </a:lnTo>
                  <a:cubicBezTo>
                    <a:pt x="121682" y="24950"/>
                    <a:pt x="121986" y="28298"/>
                    <a:pt x="120319" y="30829"/>
                  </a:cubicBezTo>
                  <a:lnTo>
                    <a:pt x="103660" y="55137"/>
                  </a:lnTo>
                  <a:cubicBezTo>
                    <a:pt x="101192" y="59115"/>
                    <a:pt x="101662" y="64247"/>
                    <a:pt x="104812" y="67710"/>
                  </a:cubicBezTo>
                  <a:lnTo>
                    <a:pt x="129749" y="92542"/>
                  </a:lnTo>
                  <a:cubicBezTo>
                    <a:pt x="132170" y="95057"/>
                    <a:pt x="132170" y="99037"/>
                    <a:pt x="129749" y="101552"/>
                  </a:cubicBezTo>
                  <a:lnTo>
                    <a:pt x="87839" y="143462"/>
                  </a:lnTo>
                  <a:cubicBezTo>
                    <a:pt x="85323" y="145884"/>
                    <a:pt x="81343" y="145884"/>
                    <a:pt x="78828" y="143462"/>
                  </a:cubicBezTo>
                  <a:lnTo>
                    <a:pt x="53263" y="118002"/>
                  </a:lnTo>
                  <a:cubicBezTo>
                    <a:pt x="51276" y="115805"/>
                    <a:pt x="48345" y="114711"/>
                    <a:pt x="45405" y="115068"/>
                  </a:cubicBezTo>
                  <a:cubicBezTo>
                    <a:pt x="41622" y="115913"/>
                    <a:pt x="38446" y="118468"/>
                    <a:pt x="36813" y="121983"/>
                  </a:cubicBezTo>
                  <a:cubicBezTo>
                    <a:pt x="26336" y="142205"/>
                    <a:pt x="24869" y="183696"/>
                    <a:pt x="24869" y="184115"/>
                  </a:cubicBezTo>
                  <a:cubicBezTo>
                    <a:pt x="24820" y="187104"/>
                    <a:pt x="22673" y="189644"/>
                    <a:pt x="19735" y="190192"/>
                  </a:cubicBezTo>
                  <a:close/>
                  <a:moveTo>
                    <a:pt x="94125" y="15323"/>
                  </a:moveTo>
                  <a:lnTo>
                    <a:pt x="92658" y="16789"/>
                  </a:lnTo>
                  <a:cubicBezTo>
                    <a:pt x="83898" y="25729"/>
                    <a:pt x="74203" y="33703"/>
                    <a:pt x="63740" y="40573"/>
                  </a:cubicBezTo>
                  <a:cubicBezTo>
                    <a:pt x="25336" y="63699"/>
                    <a:pt x="5784" y="108605"/>
                    <a:pt x="15020" y="152473"/>
                  </a:cubicBezTo>
                  <a:cubicBezTo>
                    <a:pt x="16547" y="139637"/>
                    <a:pt x="20083" y="127121"/>
                    <a:pt x="25497" y="115383"/>
                  </a:cubicBezTo>
                  <a:cubicBezTo>
                    <a:pt x="29063" y="108328"/>
                    <a:pt x="35738" y="103361"/>
                    <a:pt x="43519" y="101971"/>
                  </a:cubicBezTo>
                  <a:cubicBezTo>
                    <a:pt x="50414" y="101051"/>
                    <a:pt x="57337" y="103463"/>
                    <a:pt x="62169" y="108468"/>
                  </a:cubicBezTo>
                  <a:lnTo>
                    <a:pt x="83124" y="129423"/>
                  </a:lnTo>
                  <a:lnTo>
                    <a:pt x="116128" y="97047"/>
                  </a:lnTo>
                  <a:lnTo>
                    <a:pt x="95906" y="76092"/>
                  </a:lnTo>
                  <a:cubicBezTo>
                    <a:pt x="88182" y="68426"/>
                    <a:pt x="87078" y="56321"/>
                    <a:pt x="93287" y="47384"/>
                  </a:cubicBezTo>
                  <a:lnTo>
                    <a:pt x="106803" y="27686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A33F787F-4484-B549-A889-9523115964B6}"/>
                </a:ext>
              </a:extLst>
            </p:cNvPr>
            <p:cNvSpPr/>
            <p:nvPr/>
          </p:nvSpPr>
          <p:spPr>
            <a:xfrm>
              <a:off x="6016713" y="2923317"/>
              <a:ext cx="77845" cy="77568"/>
            </a:xfrm>
            <a:custGeom>
              <a:avLst/>
              <a:gdLst>
                <a:gd name="connsiteX0" fmla="*/ 40310 w 77845"/>
                <a:gd name="connsiteY0" fmla="*/ 77569 h 77568"/>
                <a:gd name="connsiteX1" fmla="*/ 35910 w 77845"/>
                <a:gd name="connsiteY1" fmla="*/ 75683 h 77568"/>
                <a:gd name="connsiteX2" fmla="*/ 1648 w 77845"/>
                <a:gd name="connsiteY2" fmla="*/ 41736 h 77568"/>
                <a:gd name="connsiteX3" fmla="*/ 1648 w 77845"/>
                <a:gd name="connsiteY3" fmla="*/ 33249 h 77568"/>
                <a:gd name="connsiteX4" fmla="*/ 33081 w 77845"/>
                <a:gd name="connsiteY4" fmla="*/ 1816 h 77568"/>
                <a:gd name="connsiteX5" fmla="*/ 42091 w 77845"/>
                <a:gd name="connsiteY5" fmla="*/ 1816 h 77568"/>
                <a:gd name="connsiteX6" fmla="*/ 76038 w 77845"/>
                <a:gd name="connsiteY6" fmla="*/ 35763 h 77568"/>
                <a:gd name="connsiteX7" fmla="*/ 76038 w 77845"/>
                <a:gd name="connsiteY7" fmla="*/ 44669 h 77568"/>
                <a:gd name="connsiteX8" fmla="*/ 44606 w 77845"/>
                <a:gd name="connsiteY8" fmla="*/ 75578 h 77568"/>
                <a:gd name="connsiteX9" fmla="*/ 40310 w 77845"/>
                <a:gd name="connsiteY9" fmla="*/ 77569 h 77568"/>
                <a:gd name="connsiteX10" fmla="*/ 15374 w 77845"/>
                <a:gd name="connsiteY10" fmla="*/ 37230 h 77568"/>
                <a:gd name="connsiteX11" fmla="*/ 40310 w 77845"/>
                <a:gd name="connsiteY11" fmla="*/ 62167 h 77568"/>
                <a:gd name="connsiteX12" fmla="*/ 62208 w 77845"/>
                <a:gd name="connsiteY12" fmla="*/ 40269 h 77568"/>
                <a:gd name="connsiteX13" fmla="*/ 37272 w 77845"/>
                <a:gd name="connsiteY13" fmla="*/ 15332 h 7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845" h="77568">
                  <a:moveTo>
                    <a:pt x="40310" y="77569"/>
                  </a:moveTo>
                  <a:cubicBezTo>
                    <a:pt x="38652" y="77545"/>
                    <a:pt x="37070" y="76867"/>
                    <a:pt x="35910" y="75683"/>
                  </a:cubicBezTo>
                  <a:lnTo>
                    <a:pt x="1648" y="41736"/>
                  </a:lnTo>
                  <a:cubicBezTo>
                    <a:pt x="-549" y="39333"/>
                    <a:pt x="-549" y="35651"/>
                    <a:pt x="1648" y="33249"/>
                  </a:cubicBezTo>
                  <a:lnTo>
                    <a:pt x="33081" y="1816"/>
                  </a:lnTo>
                  <a:cubicBezTo>
                    <a:pt x="35596" y="-605"/>
                    <a:pt x="39576" y="-605"/>
                    <a:pt x="42091" y="1816"/>
                  </a:cubicBezTo>
                  <a:lnTo>
                    <a:pt x="76038" y="35763"/>
                  </a:lnTo>
                  <a:cubicBezTo>
                    <a:pt x="78447" y="38243"/>
                    <a:pt x="78447" y="42189"/>
                    <a:pt x="76038" y="44669"/>
                  </a:cubicBezTo>
                  <a:lnTo>
                    <a:pt x="44606" y="75578"/>
                  </a:lnTo>
                  <a:cubicBezTo>
                    <a:pt x="43488" y="76776"/>
                    <a:pt x="41947" y="77490"/>
                    <a:pt x="40310" y="77569"/>
                  </a:cubicBezTo>
                  <a:close/>
                  <a:moveTo>
                    <a:pt x="15374" y="37230"/>
                  </a:moveTo>
                  <a:lnTo>
                    <a:pt x="40310" y="62167"/>
                  </a:lnTo>
                  <a:lnTo>
                    <a:pt x="62208" y="40269"/>
                  </a:lnTo>
                  <a:lnTo>
                    <a:pt x="37272" y="15332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24A3290-0719-FE42-BA4F-5A3F642FA804}"/>
                </a:ext>
              </a:extLst>
            </p:cNvPr>
            <p:cNvSpPr/>
            <p:nvPr/>
          </p:nvSpPr>
          <p:spPr>
            <a:xfrm>
              <a:off x="6090970" y="2997517"/>
              <a:ext cx="181112" cy="181172"/>
            </a:xfrm>
            <a:custGeom>
              <a:avLst/>
              <a:gdLst>
                <a:gd name="connsiteX0" fmla="*/ 152972 w 181112"/>
                <a:gd name="connsiteY0" fmla="*/ 181172 h 181172"/>
                <a:gd name="connsiteX1" fmla="*/ 133065 w 181112"/>
                <a:gd name="connsiteY1" fmla="*/ 172895 h 181172"/>
                <a:gd name="connsiteX2" fmla="*/ 1887 w 181112"/>
                <a:gd name="connsiteY2" fmla="*/ 41717 h 181172"/>
                <a:gd name="connsiteX3" fmla="*/ 1 w 181112"/>
                <a:gd name="connsiteY3" fmla="*/ 37211 h 181172"/>
                <a:gd name="connsiteX4" fmla="*/ 1887 w 181112"/>
                <a:gd name="connsiteY4" fmla="*/ 32706 h 181172"/>
                <a:gd name="connsiteX5" fmla="*/ 32691 w 181112"/>
                <a:gd name="connsiteY5" fmla="*/ 1902 h 181172"/>
                <a:gd name="connsiteX6" fmla="*/ 41580 w 181112"/>
                <a:gd name="connsiteY6" fmla="*/ 1781 h 181172"/>
                <a:gd name="connsiteX7" fmla="*/ 41701 w 181112"/>
                <a:gd name="connsiteY7" fmla="*/ 1902 h 181172"/>
                <a:gd name="connsiteX8" fmla="*/ 172880 w 181112"/>
                <a:gd name="connsiteY8" fmla="*/ 133081 h 181172"/>
                <a:gd name="connsiteX9" fmla="*/ 172835 w 181112"/>
                <a:gd name="connsiteY9" fmla="*/ 172939 h 181172"/>
                <a:gd name="connsiteX10" fmla="*/ 152972 w 181112"/>
                <a:gd name="connsiteY10" fmla="*/ 181172 h 181172"/>
                <a:gd name="connsiteX11" fmla="*/ 15298 w 181112"/>
                <a:gd name="connsiteY11" fmla="*/ 37211 h 181172"/>
                <a:gd name="connsiteX12" fmla="*/ 141971 w 181112"/>
                <a:gd name="connsiteY12" fmla="*/ 163884 h 181172"/>
                <a:gd name="connsiteX13" fmla="*/ 163869 w 181112"/>
                <a:gd name="connsiteY13" fmla="*/ 162704 h 181172"/>
                <a:gd name="connsiteX14" fmla="*/ 163869 w 181112"/>
                <a:gd name="connsiteY14" fmla="*/ 141986 h 181172"/>
                <a:gd name="connsiteX15" fmla="*/ 37196 w 181112"/>
                <a:gd name="connsiteY15" fmla="*/ 15313 h 18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1112" h="181172">
                  <a:moveTo>
                    <a:pt x="152972" y="181172"/>
                  </a:moveTo>
                  <a:cubicBezTo>
                    <a:pt x="145493" y="181207"/>
                    <a:pt x="138315" y="178223"/>
                    <a:pt x="133065" y="172895"/>
                  </a:cubicBezTo>
                  <a:lnTo>
                    <a:pt x="1887" y="41717"/>
                  </a:lnTo>
                  <a:cubicBezTo>
                    <a:pt x="677" y="40530"/>
                    <a:pt x="-3" y="38906"/>
                    <a:pt x="1" y="37211"/>
                  </a:cubicBezTo>
                  <a:cubicBezTo>
                    <a:pt x="-28" y="35512"/>
                    <a:pt x="656" y="33878"/>
                    <a:pt x="1887" y="32706"/>
                  </a:cubicBezTo>
                  <a:lnTo>
                    <a:pt x="32691" y="1902"/>
                  </a:lnTo>
                  <a:cubicBezTo>
                    <a:pt x="35112" y="-586"/>
                    <a:pt x="39092" y="-640"/>
                    <a:pt x="41580" y="1781"/>
                  </a:cubicBezTo>
                  <a:cubicBezTo>
                    <a:pt x="41621" y="1821"/>
                    <a:pt x="41662" y="1861"/>
                    <a:pt x="41701" y="1902"/>
                  </a:cubicBezTo>
                  <a:lnTo>
                    <a:pt x="172880" y="133081"/>
                  </a:lnTo>
                  <a:cubicBezTo>
                    <a:pt x="183874" y="144099"/>
                    <a:pt x="183854" y="161945"/>
                    <a:pt x="172835" y="172939"/>
                  </a:cubicBezTo>
                  <a:cubicBezTo>
                    <a:pt x="167562" y="178201"/>
                    <a:pt x="160421" y="181161"/>
                    <a:pt x="152972" y="181172"/>
                  </a:cubicBezTo>
                  <a:close/>
                  <a:moveTo>
                    <a:pt x="15298" y="37211"/>
                  </a:moveTo>
                  <a:lnTo>
                    <a:pt x="141971" y="163884"/>
                  </a:lnTo>
                  <a:cubicBezTo>
                    <a:pt x="148344" y="169605"/>
                    <a:pt x="158148" y="169077"/>
                    <a:pt x="163869" y="162704"/>
                  </a:cubicBezTo>
                  <a:cubicBezTo>
                    <a:pt x="169159" y="156811"/>
                    <a:pt x="169159" y="147879"/>
                    <a:pt x="163869" y="141986"/>
                  </a:cubicBezTo>
                  <a:lnTo>
                    <a:pt x="37196" y="15313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05CD44C-A9F6-4D46-9BE7-3D59A519A07C}"/>
                </a:ext>
              </a:extLst>
            </p:cNvPr>
            <p:cNvSpPr/>
            <p:nvPr/>
          </p:nvSpPr>
          <p:spPr>
            <a:xfrm>
              <a:off x="6123024" y="3029062"/>
              <a:ext cx="43999" cy="44122"/>
            </a:xfrm>
            <a:custGeom>
              <a:avLst/>
              <a:gdLst>
                <a:gd name="connsiteX0" fmla="*/ 6399 w 43999"/>
                <a:gd name="connsiteY0" fmla="*/ 44118 h 44122"/>
                <a:gd name="connsiteX1" fmla="*/ 1894 w 43999"/>
                <a:gd name="connsiteY1" fmla="*/ 42232 h 44122"/>
                <a:gd name="connsiteX2" fmla="*/ 1729 w 43999"/>
                <a:gd name="connsiteY2" fmla="*/ 33492 h 44122"/>
                <a:gd name="connsiteX3" fmla="*/ 1894 w 43999"/>
                <a:gd name="connsiteY3" fmla="*/ 33326 h 44122"/>
                <a:gd name="connsiteX4" fmla="*/ 32803 w 43999"/>
                <a:gd name="connsiteY4" fmla="*/ 1894 h 44122"/>
                <a:gd name="connsiteX5" fmla="*/ 41543 w 43999"/>
                <a:gd name="connsiteY5" fmla="*/ 1729 h 44122"/>
                <a:gd name="connsiteX6" fmla="*/ 41708 w 43999"/>
                <a:gd name="connsiteY6" fmla="*/ 1894 h 44122"/>
                <a:gd name="connsiteX7" fmla="*/ 42566 w 43999"/>
                <a:gd name="connsiteY7" fmla="*/ 10743 h 44122"/>
                <a:gd name="connsiteX8" fmla="*/ 42023 w 43999"/>
                <a:gd name="connsiteY8" fmla="*/ 11324 h 44122"/>
                <a:gd name="connsiteX9" fmla="*/ 10590 w 43999"/>
                <a:gd name="connsiteY9" fmla="*/ 42756 h 44122"/>
                <a:gd name="connsiteX10" fmla="*/ 6399 w 43999"/>
                <a:gd name="connsiteY10" fmla="*/ 44118 h 4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999" h="44122">
                  <a:moveTo>
                    <a:pt x="6399" y="44118"/>
                  </a:moveTo>
                  <a:cubicBezTo>
                    <a:pt x="4705" y="44123"/>
                    <a:pt x="3080" y="43442"/>
                    <a:pt x="1894" y="42232"/>
                  </a:cubicBezTo>
                  <a:cubicBezTo>
                    <a:pt x="-565" y="39864"/>
                    <a:pt x="-639" y="35951"/>
                    <a:pt x="1729" y="33492"/>
                  </a:cubicBezTo>
                  <a:cubicBezTo>
                    <a:pt x="1783" y="33435"/>
                    <a:pt x="1838" y="33380"/>
                    <a:pt x="1894" y="33326"/>
                  </a:cubicBezTo>
                  <a:lnTo>
                    <a:pt x="32803" y="1894"/>
                  </a:lnTo>
                  <a:cubicBezTo>
                    <a:pt x="35171" y="-565"/>
                    <a:pt x="39084" y="-639"/>
                    <a:pt x="41543" y="1729"/>
                  </a:cubicBezTo>
                  <a:cubicBezTo>
                    <a:pt x="41599" y="1783"/>
                    <a:pt x="41654" y="1838"/>
                    <a:pt x="41708" y="1894"/>
                  </a:cubicBezTo>
                  <a:cubicBezTo>
                    <a:pt x="44389" y="4101"/>
                    <a:pt x="44773" y="8063"/>
                    <a:pt x="42566" y="10743"/>
                  </a:cubicBezTo>
                  <a:cubicBezTo>
                    <a:pt x="42397" y="10948"/>
                    <a:pt x="42216" y="11142"/>
                    <a:pt x="42023" y="11324"/>
                  </a:cubicBezTo>
                  <a:lnTo>
                    <a:pt x="10590" y="42756"/>
                  </a:lnTo>
                  <a:cubicBezTo>
                    <a:pt x="9399" y="43693"/>
                    <a:pt x="7914" y="44175"/>
                    <a:pt x="6399" y="4411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9" name="Graphic 79">
            <a:extLst>
              <a:ext uri="{FF2B5EF4-FFF2-40B4-BE49-F238E27FC236}">
                <a16:creationId xmlns:a16="http://schemas.microsoft.com/office/drawing/2014/main" id="{EE6F1DC4-A1FE-B549-A6AC-A3C9AB5B4195}"/>
              </a:ext>
            </a:extLst>
          </p:cNvPr>
          <p:cNvGrpSpPr/>
          <p:nvPr/>
        </p:nvGrpSpPr>
        <p:grpSpPr>
          <a:xfrm>
            <a:off x="4608229" y="3774581"/>
            <a:ext cx="336792" cy="380458"/>
            <a:chOff x="5934608" y="2799398"/>
            <a:chExt cx="336792" cy="380458"/>
          </a:xfrm>
          <a:solidFill>
            <a:srgbClr val="FFFFFF"/>
          </a:solidFill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67A6275B-3E88-9642-AF31-811A6B2B7783}"/>
                </a:ext>
              </a:extLst>
            </p:cNvPr>
            <p:cNvSpPr/>
            <p:nvPr/>
          </p:nvSpPr>
          <p:spPr>
            <a:xfrm>
              <a:off x="5958849" y="2875657"/>
              <a:ext cx="288340" cy="280547"/>
            </a:xfrm>
            <a:custGeom>
              <a:avLst/>
              <a:gdLst>
                <a:gd name="connsiteX0" fmla="*/ 144170 w 288340"/>
                <a:gd name="connsiteY0" fmla="*/ 280548 h 280547"/>
                <a:gd name="connsiteX1" fmla="*/ 0 w 288340"/>
                <a:gd name="connsiteY1" fmla="*/ 140274 h 280547"/>
                <a:gd name="connsiteX2" fmla="*/ 144170 w 288340"/>
                <a:gd name="connsiteY2" fmla="*/ 0 h 280547"/>
                <a:gd name="connsiteX3" fmla="*/ 288341 w 288340"/>
                <a:gd name="connsiteY3" fmla="*/ 140274 h 280547"/>
                <a:gd name="connsiteX4" fmla="*/ 144170 w 288340"/>
                <a:gd name="connsiteY4" fmla="*/ 280548 h 280547"/>
                <a:gd name="connsiteX5" fmla="*/ 144170 w 288340"/>
                <a:gd name="connsiteY5" fmla="*/ 12437 h 280547"/>
                <a:gd name="connsiteX6" fmla="*/ 12678 w 288340"/>
                <a:gd name="connsiteY6" fmla="*/ 140376 h 280547"/>
                <a:gd name="connsiteX7" fmla="*/ 144170 w 288340"/>
                <a:gd name="connsiteY7" fmla="*/ 268315 h 280547"/>
                <a:gd name="connsiteX8" fmla="*/ 275663 w 288340"/>
                <a:gd name="connsiteY8" fmla="*/ 140376 h 280547"/>
                <a:gd name="connsiteX9" fmla="*/ 275663 w 288340"/>
                <a:gd name="connsiteY9" fmla="*/ 140274 h 280547"/>
                <a:gd name="connsiteX10" fmla="*/ 144170 w 288340"/>
                <a:gd name="connsiteY10" fmla="*/ 12335 h 280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8340" h="280547">
                  <a:moveTo>
                    <a:pt x="144170" y="280548"/>
                  </a:moveTo>
                  <a:cubicBezTo>
                    <a:pt x="64547" y="280548"/>
                    <a:pt x="0" y="217745"/>
                    <a:pt x="0" y="140274"/>
                  </a:cubicBezTo>
                  <a:cubicBezTo>
                    <a:pt x="0" y="62803"/>
                    <a:pt x="64547" y="0"/>
                    <a:pt x="144170" y="0"/>
                  </a:cubicBezTo>
                  <a:cubicBezTo>
                    <a:pt x="223794" y="0"/>
                    <a:pt x="288341" y="62803"/>
                    <a:pt x="288341" y="140274"/>
                  </a:cubicBezTo>
                  <a:cubicBezTo>
                    <a:pt x="288283" y="217722"/>
                    <a:pt x="223770" y="280492"/>
                    <a:pt x="144170" y="280548"/>
                  </a:cubicBezTo>
                  <a:close/>
                  <a:moveTo>
                    <a:pt x="144170" y="12437"/>
                  </a:moveTo>
                  <a:cubicBezTo>
                    <a:pt x="71549" y="12437"/>
                    <a:pt x="12678" y="69717"/>
                    <a:pt x="12678" y="140376"/>
                  </a:cubicBezTo>
                  <a:cubicBezTo>
                    <a:pt x="12678" y="211035"/>
                    <a:pt x="71549" y="268315"/>
                    <a:pt x="144170" y="268315"/>
                  </a:cubicBezTo>
                  <a:cubicBezTo>
                    <a:pt x="216792" y="268315"/>
                    <a:pt x="275663" y="211034"/>
                    <a:pt x="275663" y="140376"/>
                  </a:cubicBezTo>
                  <a:cubicBezTo>
                    <a:pt x="275663" y="140342"/>
                    <a:pt x="275663" y="140308"/>
                    <a:pt x="275663" y="140274"/>
                  </a:cubicBezTo>
                  <a:cubicBezTo>
                    <a:pt x="275605" y="69639"/>
                    <a:pt x="216768" y="12391"/>
                    <a:pt x="144170" y="12335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0B5E209B-FDA2-D94C-B325-265DC7FEE160}"/>
                </a:ext>
              </a:extLst>
            </p:cNvPr>
            <p:cNvSpPr/>
            <p:nvPr/>
          </p:nvSpPr>
          <p:spPr>
            <a:xfrm>
              <a:off x="6238785" y="2933711"/>
              <a:ext cx="19707" cy="26153"/>
            </a:xfrm>
            <a:custGeom>
              <a:avLst/>
              <a:gdLst>
                <a:gd name="connsiteX0" fmla="*/ 13330 w 19707"/>
                <a:gd name="connsiteY0" fmla="*/ 26151 h 26153"/>
                <a:gd name="connsiteX1" fmla="*/ 7462 w 19707"/>
                <a:gd name="connsiteY1" fmla="*/ 22481 h 26153"/>
                <a:gd name="connsiteX2" fmla="*/ 757 w 19707"/>
                <a:gd name="connsiteY2" fmla="*/ 9127 h 26153"/>
                <a:gd name="connsiteX3" fmla="*/ 3271 w 19707"/>
                <a:gd name="connsiteY3" fmla="*/ 767 h 26153"/>
                <a:gd name="connsiteX4" fmla="*/ 11967 w 19707"/>
                <a:gd name="connsiteY4" fmla="*/ 3112 h 26153"/>
                <a:gd name="connsiteX5" fmla="*/ 19197 w 19707"/>
                <a:gd name="connsiteY5" fmla="*/ 17588 h 26153"/>
                <a:gd name="connsiteX6" fmla="*/ 15896 w 19707"/>
                <a:gd name="connsiteY6" fmla="*/ 25620 h 26153"/>
                <a:gd name="connsiteX7" fmla="*/ 15844 w 19707"/>
                <a:gd name="connsiteY7" fmla="*/ 25641 h 26153"/>
                <a:gd name="connsiteX8" fmla="*/ 13330 w 19707"/>
                <a:gd name="connsiteY8" fmla="*/ 26151 h 2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07" h="26153">
                  <a:moveTo>
                    <a:pt x="13330" y="26151"/>
                  </a:moveTo>
                  <a:cubicBezTo>
                    <a:pt x="10807" y="26140"/>
                    <a:pt x="8520" y="24709"/>
                    <a:pt x="7462" y="22481"/>
                  </a:cubicBezTo>
                  <a:cubicBezTo>
                    <a:pt x="5502" y="17904"/>
                    <a:pt x="3263" y="13444"/>
                    <a:pt x="757" y="9127"/>
                  </a:cubicBezTo>
                  <a:cubicBezTo>
                    <a:pt x="-886" y="6139"/>
                    <a:pt x="232" y="2422"/>
                    <a:pt x="3271" y="767"/>
                  </a:cubicBezTo>
                  <a:cubicBezTo>
                    <a:pt x="6346" y="-857"/>
                    <a:pt x="10191" y="179"/>
                    <a:pt x="11967" y="3112"/>
                  </a:cubicBezTo>
                  <a:cubicBezTo>
                    <a:pt x="14587" y="7801"/>
                    <a:pt x="16997" y="12695"/>
                    <a:pt x="19197" y="17588"/>
                  </a:cubicBezTo>
                  <a:cubicBezTo>
                    <a:pt x="20565" y="20693"/>
                    <a:pt x="19087" y="24289"/>
                    <a:pt x="15896" y="25620"/>
                  </a:cubicBezTo>
                  <a:cubicBezTo>
                    <a:pt x="15879" y="25627"/>
                    <a:pt x="15862" y="25634"/>
                    <a:pt x="15844" y="25641"/>
                  </a:cubicBezTo>
                  <a:cubicBezTo>
                    <a:pt x="15060" y="26004"/>
                    <a:pt x="14198" y="26179"/>
                    <a:pt x="13330" y="2615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3DC8A6C6-4AD1-E143-BF8C-35340DBCA47E}"/>
                </a:ext>
              </a:extLst>
            </p:cNvPr>
            <p:cNvSpPr/>
            <p:nvPr/>
          </p:nvSpPr>
          <p:spPr>
            <a:xfrm>
              <a:off x="6242477" y="2979838"/>
              <a:ext cx="28923" cy="111224"/>
            </a:xfrm>
            <a:custGeom>
              <a:avLst/>
              <a:gdLst>
                <a:gd name="connsiteX0" fmla="*/ 6389 w 28923"/>
                <a:gd name="connsiteY0" fmla="*/ 111225 h 111224"/>
                <a:gd name="connsiteX1" fmla="*/ 3560 w 28923"/>
                <a:gd name="connsiteY1" fmla="*/ 110511 h 111224"/>
                <a:gd name="connsiteX2" fmla="*/ 627 w 28923"/>
                <a:gd name="connsiteY2" fmla="*/ 102254 h 111224"/>
                <a:gd name="connsiteX3" fmla="*/ 11942 w 28923"/>
                <a:gd name="connsiteY3" fmla="*/ 71671 h 111224"/>
                <a:gd name="connsiteX4" fmla="*/ 19330 w 28923"/>
                <a:gd name="connsiteY4" fmla="*/ 67122 h 111224"/>
                <a:gd name="connsiteX5" fmla="*/ 19591 w 28923"/>
                <a:gd name="connsiteY5" fmla="*/ 67185 h 111224"/>
                <a:gd name="connsiteX6" fmla="*/ 24306 w 28923"/>
                <a:gd name="connsiteY6" fmla="*/ 74627 h 111224"/>
                <a:gd name="connsiteX7" fmla="*/ 12047 w 28923"/>
                <a:gd name="connsiteY7" fmla="*/ 107555 h 111224"/>
                <a:gd name="connsiteX8" fmla="*/ 6389 w 28923"/>
                <a:gd name="connsiteY8" fmla="*/ 111225 h 111224"/>
                <a:gd name="connsiteX9" fmla="*/ 22525 w 28923"/>
                <a:gd name="connsiteY9" fmla="*/ 45981 h 111224"/>
                <a:gd name="connsiteX10" fmla="*/ 16238 w 28923"/>
                <a:gd name="connsiteY10" fmla="*/ 39662 h 111224"/>
                <a:gd name="connsiteX11" fmla="*/ 16238 w 28923"/>
                <a:gd name="connsiteY11" fmla="*/ 39660 h 111224"/>
                <a:gd name="connsiteX12" fmla="*/ 16238 w 28923"/>
                <a:gd name="connsiteY12" fmla="*/ 36092 h 111224"/>
                <a:gd name="connsiteX13" fmla="*/ 13514 w 28923"/>
                <a:gd name="connsiteY13" fmla="*/ 7344 h 111224"/>
                <a:gd name="connsiteX14" fmla="*/ 18419 w 28923"/>
                <a:gd name="connsiteY14" fmla="*/ 130 h 111224"/>
                <a:gd name="connsiteX15" fmla="*/ 18543 w 28923"/>
                <a:gd name="connsiteY15" fmla="*/ 106 h 111224"/>
                <a:gd name="connsiteX16" fmla="*/ 25982 w 28923"/>
                <a:gd name="connsiteY16" fmla="*/ 5000 h 111224"/>
                <a:gd name="connsiteX17" fmla="*/ 28916 w 28923"/>
                <a:gd name="connsiteY17" fmla="*/ 35583 h 111224"/>
                <a:gd name="connsiteX18" fmla="*/ 28916 w 28923"/>
                <a:gd name="connsiteY18" fmla="*/ 39355 h 111224"/>
                <a:gd name="connsiteX19" fmla="*/ 22745 w 28923"/>
                <a:gd name="connsiteY19" fmla="*/ 45976 h 111224"/>
                <a:gd name="connsiteX20" fmla="*/ 22630 w 28923"/>
                <a:gd name="connsiteY20" fmla="*/ 45981 h 1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23" h="111224">
                  <a:moveTo>
                    <a:pt x="6389" y="111225"/>
                  </a:moveTo>
                  <a:cubicBezTo>
                    <a:pt x="5398" y="111232"/>
                    <a:pt x="4423" y="110986"/>
                    <a:pt x="3560" y="110511"/>
                  </a:cubicBezTo>
                  <a:cubicBezTo>
                    <a:pt x="425" y="109003"/>
                    <a:pt x="-882" y="105323"/>
                    <a:pt x="627" y="102254"/>
                  </a:cubicBezTo>
                  <a:cubicBezTo>
                    <a:pt x="5548" y="92497"/>
                    <a:pt x="9343" y="82240"/>
                    <a:pt x="11942" y="71671"/>
                  </a:cubicBezTo>
                  <a:cubicBezTo>
                    <a:pt x="12692" y="68430"/>
                    <a:pt x="15999" y="66393"/>
                    <a:pt x="19330" y="67122"/>
                  </a:cubicBezTo>
                  <a:cubicBezTo>
                    <a:pt x="19417" y="67141"/>
                    <a:pt x="19504" y="67162"/>
                    <a:pt x="19591" y="67185"/>
                  </a:cubicBezTo>
                  <a:cubicBezTo>
                    <a:pt x="22992" y="67991"/>
                    <a:pt x="25094" y="71309"/>
                    <a:pt x="24306" y="74627"/>
                  </a:cubicBezTo>
                  <a:cubicBezTo>
                    <a:pt x="21478" y="86009"/>
                    <a:pt x="17367" y="97051"/>
                    <a:pt x="12047" y="107555"/>
                  </a:cubicBezTo>
                  <a:cubicBezTo>
                    <a:pt x="11063" y="109750"/>
                    <a:pt x="8851" y="111185"/>
                    <a:pt x="6389" y="111225"/>
                  </a:cubicBezTo>
                  <a:close/>
                  <a:moveTo>
                    <a:pt x="22525" y="45981"/>
                  </a:moveTo>
                  <a:cubicBezTo>
                    <a:pt x="18995" y="45925"/>
                    <a:pt x="16181" y="43096"/>
                    <a:pt x="16238" y="39662"/>
                  </a:cubicBezTo>
                  <a:cubicBezTo>
                    <a:pt x="16238" y="39662"/>
                    <a:pt x="16238" y="39661"/>
                    <a:pt x="16238" y="39660"/>
                  </a:cubicBezTo>
                  <a:lnTo>
                    <a:pt x="16238" y="36092"/>
                  </a:lnTo>
                  <a:cubicBezTo>
                    <a:pt x="16230" y="26449"/>
                    <a:pt x="15318" y="16827"/>
                    <a:pt x="13514" y="7344"/>
                  </a:cubicBezTo>
                  <a:cubicBezTo>
                    <a:pt x="12821" y="4034"/>
                    <a:pt x="15017" y="804"/>
                    <a:pt x="18419" y="130"/>
                  </a:cubicBezTo>
                  <a:cubicBezTo>
                    <a:pt x="18460" y="122"/>
                    <a:pt x="18502" y="114"/>
                    <a:pt x="18543" y="106"/>
                  </a:cubicBezTo>
                  <a:cubicBezTo>
                    <a:pt x="21981" y="-517"/>
                    <a:pt x="25296" y="1663"/>
                    <a:pt x="25982" y="5000"/>
                  </a:cubicBezTo>
                  <a:cubicBezTo>
                    <a:pt x="27927" y="15084"/>
                    <a:pt x="28909" y="25322"/>
                    <a:pt x="28916" y="35583"/>
                  </a:cubicBezTo>
                  <a:lnTo>
                    <a:pt x="28916" y="39355"/>
                  </a:lnTo>
                  <a:cubicBezTo>
                    <a:pt x="29091" y="42841"/>
                    <a:pt x="26329" y="45806"/>
                    <a:pt x="22745" y="45976"/>
                  </a:cubicBezTo>
                  <a:cubicBezTo>
                    <a:pt x="22707" y="45978"/>
                    <a:pt x="22668" y="45980"/>
                    <a:pt x="22630" y="4598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80C701A-1024-304D-BEB9-1E4338584F11}"/>
                </a:ext>
              </a:extLst>
            </p:cNvPr>
            <p:cNvSpPr/>
            <p:nvPr/>
          </p:nvSpPr>
          <p:spPr>
            <a:xfrm>
              <a:off x="6213795" y="3107350"/>
              <a:ext cx="23675" cy="24051"/>
            </a:xfrm>
            <a:custGeom>
              <a:avLst/>
              <a:gdLst>
                <a:gd name="connsiteX0" fmla="*/ 6259 w 23675"/>
                <a:gd name="connsiteY0" fmla="*/ 23981 h 24051"/>
                <a:gd name="connsiteX1" fmla="*/ 1858 w 23675"/>
                <a:gd name="connsiteY1" fmla="*/ 22248 h 24051"/>
                <a:gd name="connsiteX2" fmla="*/ 1858 w 23675"/>
                <a:gd name="connsiteY2" fmla="*/ 13480 h 24051"/>
                <a:gd name="connsiteX3" fmla="*/ 12336 w 23675"/>
                <a:gd name="connsiteY3" fmla="*/ 2369 h 24051"/>
                <a:gd name="connsiteX4" fmla="*/ 21156 w 23675"/>
                <a:gd name="connsiteY4" fmla="*/ 1283 h 24051"/>
                <a:gd name="connsiteX5" fmla="*/ 21241 w 23675"/>
                <a:gd name="connsiteY5" fmla="*/ 1349 h 24051"/>
                <a:gd name="connsiteX6" fmla="*/ 22357 w 23675"/>
                <a:gd name="connsiteY6" fmla="*/ 9931 h 24051"/>
                <a:gd name="connsiteX7" fmla="*/ 22289 w 23675"/>
                <a:gd name="connsiteY7" fmla="*/ 10014 h 24051"/>
                <a:gd name="connsiteX8" fmla="*/ 11812 w 23675"/>
                <a:gd name="connsiteY8" fmla="*/ 22044 h 24051"/>
                <a:gd name="connsiteX9" fmla="*/ 6259 w 23675"/>
                <a:gd name="connsiteY9" fmla="*/ 23981 h 24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75" h="24051">
                  <a:moveTo>
                    <a:pt x="6259" y="23981"/>
                  </a:moveTo>
                  <a:cubicBezTo>
                    <a:pt x="4622" y="23954"/>
                    <a:pt x="3053" y="23336"/>
                    <a:pt x="1858" y="22248"/>
                  </a:cubicBezTo>
                  <a:cubicBezTo>
                    <a:pt x="-619" y="19822"/>
                    <a:pt x="-619" y="15906"/>
                    <a:pt x="1858" y="13480"/>
                  </a:cubicBezTo>
                  <a:cubicBezTo>
                    <a:pt x="5420" y="9912"/>
                    <a:pt x="8773" y="6140"/>
                    <a:pt x="12336" y="2369"/>
                  </a:cubicBezTo>
                  <a:cubicBezTo>
                    <a:pt x="14463" y="-301"/>
                    <a:pt x="18412" y="-787"/>
                    <a:pt x="21156" y="1283"/>
                  </a:cubicBezTo>
                  <a:cubicBezTo>
                    <a:pt x="21184" y="1305"/>
                    <a:pt x="21213" y="1327"/>
                    <a:pt x="21241" y="1349"/>
                  </a:cubicBezTo>
                  <a:cubicBezTo>
                    <a:pt x="23985" y="3419"/>
                    <a:pt x="24484" y="7261"/>
                    <a:pt x="22357" y="9931"/>
                  </a:cubicBezTo>
                  <a:cubicBezTo>
                    <a:pt x="22334" y="9959"/>
                    <a:pt x="22312" y="9987"/>
                    <a:pt x="22289" y="10014"/>
                  </a:cubicBezTo>
                  <a:cubicBezTo>
                    <a:pt x="18936" y="14194"/>
                    <a:pt x="15269" y="18170"/>
                    <a:pt x="11812" y="22044"/>
                  </a:cubicBezTo>
                  <a:cubicBezTo>
                    <a:pt x="10417" y="23562"/>
                    <a:pt x="8327" y="24291"/>
                    <a:pt x="6259" y="2398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7C0A695-42C0-1C45-9658-0623E5994391}"/>
                </a:ext>
              </a:extLst>
            </p:cNvPr>
            <p:cNvSpPr/>
            <p:nvPr/>
          </p:nvSpPr>
          <p:spPr>
            <a:xfrm>
              <a:off x="5934608" y="2852006"/>
              <a:ext cx="316039" cy="327849"/>
            </a:xfrm>
            <a:custGeom>
              <a:avLst/>
              <a:gdLst>
                <a:gd name="connsiteX0" fmla="*/ 168412 w 316039"/>
                <a:gd name="connsiteY0" fmla="*/ 327849 h 327849"/>
                <a:gd name="connsiteX1" fmla="*/ 0 w 316039"/>
                <a:gd name="connsiteY1" fmla="*/ 163860 h 327849"/>
                <a:gd name="connsiteX2" fmla="*/ 168545 w 316039"/>
                <a:gd name="connsiteY2" fmla="*/ 0 h 327849"/>
                <a:gd name="connsiteX3" fmla="*/ 316040 w 316039"/>
                <a:gd name="connsiteY3" fmla="*/ 84817 h 327849"/>
                <a:gd name="connsiteX4" fmla="*/ 304933 w 316039"/>
                <a:gd name="connsiteY4" fmla="*/ 90831 h 327849"/>
                <a:gd name="connsiteX5" fmla="*/ 93229 w 316039"/>
                <a:gd name="connsiteY5" fmla="*/ 30901 h 327849"/>
                <a:gd name="connsiteX6" fmla="*/ 31634 w 316039"/>
                <a:gd name="connsiteY6" fmla="*/ 236884 h 327849"/>
                <a:gd name="connsiteX7" fmla="*/ 243338 w 316039"/>
                <a:gd name="connsiteY7" fmla="*/ 296814 h 327849"/>
                <a:gd name="connsiteX8" fmla="*/ 280835 w 316039"/>
                <a:gd name="connsiteY8" fmla="*/ 268824 h 327849"/>
                <a:gd name="connsiteX9" fmla="*/ 290055 w 316039"/>
                <a:gd name="connsiteY9" fmla="*/ 277388 h 327849"/>
                <a:gd name="connsiteX10" fmla="*/ 168412 w 316039"/>
                <a:gd name="connsiteY10" fmla="*/ 327849 h 327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039" h="327849">
                  <a:moveTo>
                    <a:pt x="168412" y="327849"/>
                  </a:moveTo>
                  <a:cubicBezTo>
                    <a:pt x="75364" y="327814"/>
                    <a:pt x="-37" y="254393"/>
                    <a:pt x="0" y="163860"/>
                  </a:cubicBezTo>
                  <a:cubicBezTo>
                    <a:pt x="37" y="73327"/>
                    <a:pt x="75497" y="-36"/>
                    <a:pt x="168545" y="0"/>
                  </a:cubicBezTo>
                  <a:cubicBezTo>
                    <a:pt x="229917" y="24"/>
                    <a:pt x="286422" y="32517"/>
                    <a:pt x="316040" y="84817"/>
                  </a:cubicBezTo>
                  <a:lnTo>
                    <a:pt x="304933" y="90831"/>
                  </a:lnTo>
                  <a:cubicBezTo>
                    <a:pt x="263482" y="17401"/>
                    <a:pt x="168698" y="-9430"/>
                    <a:pt x="93229" y="30901"/>
                  </a:cubicBezTo>
                  <a:cubicBezTo>
                    <a:pt x="17759" y="71233"/>
                    <a:pt x="-9818" y="163454"/>
                    <a:pt x="31634" y="236884"/>
                  </a:cubicBezTo>
                  <a:cubicBezTo>
                    <a:pt x="73085" y="310314"/>
                    <a:pt x="167869" y="337146"/>
                    <a:pt x="243338" y="296814"/>
                  </a:cubicBezTo>
                  <a:cubicBezTo>
                    <a:pt x="257227" y="289393"/>
                    <a:pt x="269871" y="279954"/>
                    <a:pt x="280835" y="268824"/>
                  </a:cubicBezTo>
                  <a:lnTo>
                    <a:pt x="290055" y="277388"/>
                  </a:lnTo>
                  <a:cubicBezTo>
                    <a:pt x="258327" y="309715"/>
                    <a:pt x="214353" y="327957"/>
                    <a:pt x="168412" y="327849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ACD80B38-F1F6-8D41-8008-365299E02F16}"/>
                </a:ext>
              </a:extLst>
            </p:cNvPr>
            <p:cNvSpPr/>
            <p:nvPr/>
          </p:nvSpPr>
          <p:spPr>
            <a:xfrm>
              <a:off x="6096732" y="2901223"/>
              <a:ext cx="12678" cy="33051"/>
            </a:xfrm>
            <a:custGeom>
              <a:avLst/>
              <a:gdLst>
                <a:gd name="connsiteX0" fmla="*/ 6287 w 12678"/>
                <a:gd name="connsiteY0" fmla="*/ 33051 h 33051"/>
                <a:gd name="connsiteX1" fmla="*/ 0 w 12678"/>
                <a:gd name="connsiteY1" fmla="*/ 26936 h 33051"/>
                <a:gd name="connsiteX2" fmla="*/ 1 w 12678"/>
                <a:gd name="connsiteY2" fmla="*/ 26833 h 33051"/>
                <a:gd name="connsiteX3" fmla="*/ 1 w 12678"/>
                <a:gd name="connsiteY3" fmla="*/ 5425 h 33051"/>
                <a:gd name="connsiteX4" fmla="*/ 7156 w 12678"/>
                <a:gd name="connsiteY4" fmla="*/ 52 h 33051"/>
                <a:gd name="connsiteX5" fmla="*/ 12679 w 12678"/>
                <a:gd name="connsiteY5" fmla="*/ 5425 h 33051"/>
                <a:gd name="connsiteX6" fmla="*/ 12679 w 12678"/>
                <a:gd name="connsiteY6" fmla="*/ 26833 h 33051"/>
                <a:gd name="connsiteX7" fmla="*/ 6287 w 12678"/>
                <a:gd name="connsiteY7" fmla="*/ 33051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78" h="33051">
                  <a:moveTo>
                    <a:pt x="6287" y="33051"/>
                  </a:moveTo>
                  <a:cubicBezTo>
                    <a:pt x="2815" y="33052"/>
                    <a:pt x="0" y="30314"/>
                    <a:pt x="0" y="26936"/>
                  </a:cubicBezTo>
                  <a:cubicBezTo>
                    <a:pt x="0" y="26901"/>
                    <a:pt x="0" y="26867"/>
                    <a:pt x="1" y="26833"/>
                  </a:cubicBezTo>
                  <a:lnTo>
                    <a:pt x="1" y="5425"/>
                  </a:lnTo>
                  <a:cubicBezTo>
                    <a:pt x="452" y="2018"/>
                    <a:pt x="3656" y="-387"/>
                    <a:pt x="7156" y="52"/>
                  </a:cubicBezTo>
                  <a:cubicBezTo>
                    <a:pt x="10038" y="413"/>
                    <a:pt x="12307" y="2620"/>
                    <a:pt x="12679" y="5425"/>
                  </a:cubicBezTo>
                  <a:lnTo>
                    <a:pt x="12679" y="26833"/>
                  </a:lnTo>
                  <a:cubicBezTo>
                    <a:pt x="12679" y="30267"/>
                    <a:pt x="9817" y="33051"/>
                    <a:pt x="6287" y="3305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17A7566-4777-D14C-B769-E0D13B3096F5}"/>
                </a:ext>
              </a:extLst>
            </p:cNvPr>
            <p:cNvSpPr/>
            <p:nvPr/>
          </p:nvSpPr>
          <p:spPr>
            <a:xfrm>
              <a:off x="6141878" y="2915157"/>
              <a:ext cx="23181" cy="30843"/>
            </a:xfrm>
            <a:custGeom>
              <a:avLst/>
              <a:gdLst>
                <a:gd name="connsiteX0" fmla="*/ 6299 w 23181"/>
                <a:gd name="connsiteY0" fmla="*/ 30840 h 30843"/>
                <a:gd name="connsiteX1" fmla="*/ 3156 w 23181"/>
                <a:gd name="connsiteY1" fmla="*/ 30025 h 30843"/>
                <a:gd name="connsiteX2" fmla="*/ 851 w 23181"/>
                <a:gd name="connsiteY2" fmla="*/ 21564 h 30843"/>
                <a:gd name="connsiteX3" fmla="*/ 11329 w 23181"/>
                <a:gd name="connsiteY3" fmla="*/ 3112 h 30843"/>
                <a:gd name="connsiteX4" fmla="*/ 20025 w 23181"/>
                <a:gd name="connsiteY4" fmla="*/ 767 h 30843"/>
                <a:gd name="connsiteX5" fmla="*/ 22330 w 23181"/>
                <a:gd name="connsiteY5" fmla="*/ 9228 h 30843"/>
                <a:gd name="connsiteX6" fmla="*/ 11329 w 23181"/>
                <a:gd name="connsiteY6" fmla="*/ 27782 h 30843"/>
                <a:gd name="connsiteX7" fmla="*/ 6299 w 23181"/>
                <a:gd name="connsiteY7" fmla="*/ 30840 h 3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181" h="30843">
                  <a:moveTo>
                    <a:pt x="6299" y="30840"/>
                  </a:moveTo>
                  <a:cubicBezTo>
                    <a:pt x="5192" y="30874"/>
                    <a:pt x="4099" y="30590"/>
                    <a:pt x="3156" y="30025"/>
                  </a:cubicBezTo>
                  <a:cubicBezTo>
                    <a:pt x="132" y="28297"/>
                    <a:pt x="-896" y="24522"/>
                    <a:pt x="851" y="21564"/>
                  </a:cubicBezTo>
                  <a:lnTo>
                    <a:pt x="11329" y="3112"/>
                  </a:lnTo>
                  <a:cubicBezTo>
                    <a:pt x="13105" y="179"/>
                    <a:pt x="16950" y="-857"/>
                    <a:pt x="20025" y="767"/>
                  </a:cubicBezTo>
                  <a:cubicBezTo>
                    <a:pt x="23049" y="2495"/>
                    <a:pt x="24077" y="6270"/>
                    <a:pt x="22330" y="9228"/>
                  </a:cubicBezTo>
                  <a:lnTo>
                    <a:pt x="11329" y="27782"/>
                  </a:lnTo>
                  <a:cubicBezTo>
                    <a:pt x="10283" y="29555"/>
                    <a:pt x="8396" y="30703"/>
                    <a:pt x="6299" y="3084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312A2509-3761-FB45-B6E2-9B721DD0B4F5}"/>
                </a:ext>
              </a:extLst>
            </p:cNvPr>
            <p:cNvSpPr/>
            <p:nvPr/>
          </p:nvSpPr>
          <p:spPr>
            <a:xfrm>
              <a:off x="6174984" y="2955160"/>
              <a:ext cx="31608" cy="23051"/>
            </a:xfrm>
            <a:custGeom>
              <a:avLst/>
              <a:gdLst>
                <a:gd name="connsiteX0" fmla="*/ 6198 w 31608"/>
                <a:gd name="connsiteY0" fmla="*/ 23052 h 23051"/>
                <a:gd name="connsiteX1" fmla="*/ 3 w 31608"/>
                <a:gd name="connsiteY1" fmla="*/ 16648 h 23051"/>
                <a:gd name="connsiteX2" fmla="*/ 3055 w 31608"/>
                <a:gd name="connsiteY2" fmla="*/ 11532 h 23051"/>
                <a:gd name="connsiteX3" fmla="*/ 22124 w 31608"/>
                <a:gd name="connsiteY3" fmla="*/ 828 h 23051"/>
                <a:gd name="connsiteX4" fmla="*/ 30820 w 31608"/>
                <a:gd name="connsiteY4" fmla="*/ 3071 h 23051"/>
                <a:gd name="connsiteX5" fmla="*/ 28410 w 31608"/>
                <a:gd name="connsiteY5" fmla="*/ 11532 h 23051"/>
                <a:gd name="connsiteX6" fmla="*/ 9446 w 31608"/>
                <a:gd name="connsiteY6" fmla="*/ 22236 h 23051"/>
                <a:gd name="connsiteX7" fmla="*/ 6198 w 31608"/>
                <a:gd name="connsiteY7" fmla="*/ 23052 h 2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08" h="23051">
                  <a:moveTo>
                    <a:pt x="6198" y="23052"/>
                  </a:moveTo>
                  <a:cubicBezTo>
                    <a:pt x="2670" y="22948"/>
                    <a:pt x="-104" y="20081"/>
                    <a:pt x="3" y="16648"/>
                  </a:cubicBezTo>
                  <a:cubicBezTo>
                    <a:pt x="68" y="14551"/>
                    <a:pt x="1216" y="12627"/>
                    <a:pt x="3055" y="11532"/>
                  </a:cubicBezTo>
                  <a:lnTo>
                    <a:pt x="22124" y="828"/>
                  </a:lnTo>
                  <a:cubicBezTo>
                    <a:pt x="25164" y="-872"/>
                    <a:pt x="29045" y="129"/>
                    <a:pt x="30820" y="3071"/>
                  </a:cubicBezTo>
                  <a:cubicBezTo>
                    <a:pt x="32490" y="6062"/>
                    <a:pt x="31425" y="9803"/>
                    <a:pt x="28410" y="11532"/>
                  </a:cubicBezTo>
                  <a:lnTo>
                    <a:pt x="9446" y="22236"/>
                  </a:lnTo>
                  <a:cubicBezTo>
                    <a:pt x="8446" y="22756"/>
                    <a:pt x="7332" y="23035"/>
                    <a:pt x="6198" y="23052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237514E5-B752-E241-92F9-FAB792BDAF04}"/>
                </a:ext>
              </a:extLst>
            </p:cNvPr>
            <p:cNvSpPr/>
            <p:nvPr/>
          </p:nvSpPr>
          <p:spPr>
            <a:xfrm>
              <a:off x="6186127" y="3009661"/>
              <a:ext cx="34786" cy="12437"/>
            </a:xfrm>
            <a:custGeom>
              <a:avLst/>
              <a:gdLst>
                <a:gd name="connsiteX0" fmla="*/ 29211 w 34786"/>
                <a:gd name="connsiteY0" fmla="*/ 12386 h 12437"/>
                <a:gd name="connsiteX1" fmla="*/ 7209 w 34786"/>
                <a:gd name="connsiteY1" fmla="*/ 12386 h 12437"/>
                <a:gd name="connsiteX2" fmla="*/ 53 w 34786"/>
                <a:gd name="connsiteY2" fmla="*/ 7013 h 12437"/>
                <a:gd name="connsiteX3" fmla="*/ 5575 w 34786"/>
                <a:gd name="connsiteY3" fmla="*/ 51 h 12437"/>
                <a:gd name="connsiteX4" fmla="*/ 7209 w 34786"/>
                <a:gd name="connsiteY4" fmla="*/ 51 h 12437"/>
                <a:gd name="connsiteX5" fmla="*/ 29211 w 34786"/>
                <a:gd name="connsiteY5" fmla="*/ 51 h 12437"/>
                <a:gd name="connsiteX6" fmla="*/ 34734 w 34786"/>
                <a:gd name="connsiteY6" fmla="*/ 7013 h 12437"/>
                <a:gd name="connsiteX7" fmla="*/ 29211 w 34786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86" h="12437">
                  <a:moveTo>
                    <a:pt x="29211" y="12386"/>
                  </a:moveTo>
                  <a:lnTo>
                    <a:pt x="7209" y="12386"/>
                  </a:lnTo>
                  <a:cubicBezTo>
                    <a:pt x="3708" y="12825"/>
                    <a:pt x="504" y="10419"/>
                    <a:pt x="53" y="7013"/>
                  </a:cubicBezTo>
                  <a:cubicBezTo>
                    <a:pt x="-398" y="3607"/>
                    <a:pt x="2074" y="490"/>
                    <a:pt x="5575" y="51"/>
                  </a:cubicBezTo>
                  <a:cubicBezTo>
                    <a:pt x="6118" y="-17"/>
                    <a:pt x="6666" y="-17"/>
                    <a:pt x="7209" y="51"/>
                  </a:cubicBezTo>
                  <a:lnTo>
                    <a:pt x="29211" y="51"/>
                  </a:lnTo>
                  <a:cubicBezTo>
                    <a:pt x="32712" y="490"/>
                    <a:pt x="35185" y="3607"/>
                    <a:pt x="34734" y="7013"/>
                  </a:cubicBezTo>
                  <a:cubicBezTo>
                    <a:pt x="34362" y="9817"/>
                    <a:pt x="32093" y="12025"/>
                    <a:pt x="29211" y="12386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0A0025FB-24D4-A248-9006-B0E680828F2C}"/>
                </a:ext>
              </a:extLst>
            </p:cNvPr>
            <p:cNvSpPr/>
            <p:nvPr/>
          </p:nvSpPr>
          <p:spPr>
            <a:xfrm>
              <a:off x="6174781" y="3053436"/>
              <a:ext cx="31811" cy="23252"/>
            </a:xfrm>
            <a:custGeom>
              <a:avLst/>
              <a:gdLst>
                <a:gd name="connsiteX0" fmla="*/ 25470 w 31811"/>
                <a:gd name="connsiteY0" fmla="*/ 23253 h 23252"/>
                <a:gd name="connsiteX1" fmla="*/ 22327 w 31811"/>
                <a:gd name="connsiteY1" fmla="*/ 22437 h 23252"/>
                <a:gd name="connsiteX2" fmla="*/ 3258 w 31811"/>
                <a:gd name="connsiteY2" fmla="*/ 11733 h 23252"/>
                <a:gd name="connsiteX3" fmla="*/ 848 w 31811"/>
                <a:gd name="connsiteY3" fmla="*/ 3170 h 23252"/>
                <a:gd name="connsiteX4" fmla="*/ 9649 w 31811"/>
                <a:gd name="connsiteY4" fmla="*/ 825 h 23252"/>
                <a:gd name="connsiteX5" fmla="*/ 28613 w 31811"/>
                <a:gd name="connsiteY5" fmla="*/ 11529 h 23252"/>
                <a:gd name="connsiteX6" fmla="*/ 31023 w 31811"/>
                <a:gd name="connsiteY6" fmla="*/ 19990 h 23252"/>
                <a:gd name="connsiteX7" fmla="*/ 25470 w 31811"/>
                <a:gd name="connsiteY7" fmla="*/ 23253 h 2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11" h="23252">
                  <a:moveTo>
                    <a:pt x="25470" y="23253"/>
                  </a:moveTo>
                  <a:cubicBezTo>
                    <a:pt x="24369" y="23236"/>
                    <a:pt x="23290" y="22956"/>
                    <a:pt x="22327" y="22437"/>
                  </a:cubicBezTo>
                  <a:lnTo>
                    <a:pt x="3258" y="11733"/>
                  </a:lnTo>
                  <a:cubicBezTo>
                    <a:pt x="162" y="10016"/>
                    <a:pt x="-917" y="6182"/>
                    <a:pt x="848" y="3170"/>
                  </a:cubicBezTo>
                  <a:cubicBezTo>
                    <a:pt x="2613" y="158"/>
                    <a:pt x="6553" y="-892"/>
                    <a:pt x="9649" y="825"/>
                  </a:cubicBezTo>
                  <a:lnTo>
                    <a:pt x="28613" y="11529"/>
                  </a:lnTo>
                  <a:cubicBezTo>
                    <a:pt x="31628" y="13258"/>
                    <a:pt x="32693" y="16999"/>
                    <a:pt x="31023" y="19990"/>
                  </a:cubicBezTo>
                  <a:cubicBezTo>
                    <a:pt x="29887" y="21949"/>
                    <a:pt x="27781" y="23186"/>
                    <a:pt x="25470" y="23253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7A0805E-D4D7-3F48-AE0B-C808C0A83300}"/>
                </a:ext>
              </a:extLst>
            </p:cNvPr>
            <p:cNvSpPr/>
            <p:nvPr/>
          </p:nvSpPr>
          <p:spPr>
            <a:xfrm>
              <a:off x="6141338" y="3084628"/>
              <a:ext cx="24559" cy="32049"/>
            </a:xfrm>
            <a:custGeom>
              <a:avLst/>
              <a:gdLst>
                <a:gd name="connsiteX0" fmla="*/ 17841 w 24559"/>
                <a:gd name="connsiteY0" fmla="*/ 32023 h 32049"/>
                <a:gd name="connsiteX1" fmla="*/ 12288 w 24559"/>
                <a:gd name="connsiteY1" fmla="*/ 28965 h 32049"/>
                <a:gd name="connsiteX2" fmla="*/ 1810 w 24559"/>
                <a:gd name="connsiteY2" fmla="*/ 10411 h 32049"/>
                <a:gd name="connsiteX3" fmla="*/ 1873 w 24559"/>
                <a:gd name="connsiteY3" fmla="*/ 1761 h 32049"/>
                <a:gd name="connsiteX4" fmla="*/ 10763 w 24559"/>
                <a:gd name="connsiteY4" fmla="*/ 1822 h 32049"/>
                <a:gd name="connsiteX5" fmla="*/ 12288 w 24559"/>
                <a:gd name="connsiteY5" fmla="*/ 4295 h 32049"/>
                <a:gd name="connsiteX6" fmla="*/ 23708 w 24559"/>
                <a:gd name="connsiteY6" fmla="*/ 22746 h 32049"/>
                <a:gd name="connsiteX7" fmla="*/ 21403 w 24559"/>
                <a:gd name="connsiteY7" fmla="*/ 31208 h 32049"/>
                <a:gd name="connsiteX8" fmla="*/ 17841 w 24559"/>
                <a:gd name="connsiteY8" fmla="*/ 32023 h 3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59" h="32049">
                  <a:moveTo>
                    <a:pt x="17841" y="32023"/>
                  </a:moveTo>
                  <a:cubicBezTo>
                    <a:pt x="15573" y="32000"/>
                    <a:pt x="13476" y="30845"/>
                    <a:pt x="12288" y="28965"/>
                  </a:cubicBezTo>
                  <a:lnTo>
                    <a:pt x="1810" y="10411"/>
                  </a:lnTo>
                  <a:cubicBezTo>
                    <a:pt x="-628" y="8006"/>
                    <a:pt x="-600" y="4133"/>
                    <a:pt x="1873" y="1761"/>
                  </a:cubicBezTo>
                  <a:cubicBezTo>
                    <a:pt x="4345" y="-611"/>
                    <a:pt x="8325" y="-583"/>
                    <a:pt x="10763" y="1822"/>
                  </a:cubicBezTo>
                  <a:cubicBezTo>
                    <a:pt x="11466" y="2516"/>
                    <a:pt x="11989" y="3364"/>
                    <a:pt x="12288" y="4295"/>
                  </a:cubicBezTo>
                  <a:lnTo>
                    <a:pt x="23708" y="22746"/>
                  </a:lnTo>
                  <a:cubicBezTo>
                    <a:pt x="25456" y="25704"/>
                    <a:pt x="24427" y="29480"/>
                    <a:pt x="21403" y="31208"/>
                  </a:cubicBezTo>
                  <a:cubicBezTo>
                    <a:pt x="20341" y="31856"/>
                    <a:pt x="19088" y="32143"/>
                    <a:pt x="17841" y="32023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928F5EC-370D-8742-A9AE-88E3631BB31E}"/>
                </a:ext>
              </a:extLst>
            </p:cNvPr>
            <p:cNvSpPr/>
            <p:nvPr/>
          </p:nvSpPr>
          <p:spPr>
            <a:xfrm>
              <a:off x="6096732" y="3098279"/>
              <a:ext cx="12678" cy="33051"/>
            </a:xfrm>
            <a:custGeom>
              <a:avLst/>
              <a:gdLst>
                <a:gd name="connsiteX0" fmla="*/ 6287 w 12678"/>
                <a:gd name="connsiteY0" fmla="*/ 33051 h 33051"/>
                <a:gd name="connsiteX1" fmla="*/ 0 w 12678"/>
                <a:gd name="connsiteY1" fmla="*/ 26936 h 33051"/>
                <a:gd name="connsiteX2" fmla="*/ 1 w 12678"/>
                <a:gd name="connsiteY2" fmla="*/ 26833 h 33051"/>
                <a:gd name="connsiteX3" fmla="*/ 1 w 12678"/>
                <a:gd name="connsiteY3" fmla="*/ 5425 h 33051"/>
                <a:gd name="connsiteX4" fmla="*/ 7156 w 12678"/>
                <a:gd name="connsiteY4" fmla="*/ 52 h 33051"/>
                <a:gd name="connsiteX5" fmla="*/ 12679 w 12678"/>
                <a:gd name="connsiteY5" fmla="*/ 5425 h 33051"/>
                <a:gd name="connsiteX6" fmla="*/ 12679 w 12678"/>
                <a:gd name="connsiteY6" fmla="*/ 27342 h 33051"/>
                <a:gd name="connsiteX7" fmla="*/ 6287 w 12678"/>
                <a:gd name="connsiteY7" fmla="*/ 33051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78" h="33051">
                  <a:moveTo>
                    <a:pt x="6287" y="33051"/>
                  </a:moveTo>
                  <a:cubicBezTo>
                    <a:pt x="2815" y="33052"/>
                    <a:pt x="0" y="30314"/>
                    <a:pt x="0" y="26936"/>
                  </a:cubicBezTo>
                  <a:cubicBezTo>
                    <a:pt x="0" y="26901"/>
                    <a:pt x="0" y="26867"/>
                    <a:pt x="1" y="26833"/>
                  </a:cubicBezTo>
                  <a:lnTo>
                    <a:pt x="1" y="5425"/>
                  </a:lnTo>
                  <a:cubicBezTo>
                    <a:pt x="452" y="2018"/>
                    <a:pt x="3656" y="-387"/>
                    <a:pt x="7156" y="52"/>
                  </a:cubicBezTo>
                  <a:cubicBezTo>
                    <a:pt x="10038" y="413"/>
                    <a:pt x="12307" y="2620"/>
                    <a:pt x="12679" y="5425"/>
                  </a:cubicBezTo>
                  <a:lnTo>
                    <a:pt x="12679" y="27342"/>
                  </a:lnTo>
                  <a:cubicBezTo>
                    <a:pt x="12405" y="30576"/>
                    <a:pt x="9622" y="33062"/>
                    <a:pt x="6287" y="3305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C4D7989-7B71-CF48-8812-18AFA761B43E}"/>
                </a:ext>
              </a:extLst>
            </p:cNvPr>
            <p:cNvSpPr/>
            <p:nvPr/>
          </p:nvSpPr>
          <p:spPr>
            <a:xfrm>
              <a:off x="6040561" y="3085851"/>
              <a:ext cx="23737" cy="30800"/>
            </a:xfrm>
            <a:custGeom>
              <a:avLst/>
              <a:gdLst>
                <a:gd name="connsiteX0" fmla="*/ 6299 w 23737"/>
                <a:gd name="connsiteY0" fmla="*/ 30799 h 30800"/>
                <a:gd name="connsiteX1" fmla="*/ 3156 w 23737"/>
                <a:gd name="connsiteY1" fmla="*/ 29984 h 30800"/>
                <a:gd name="connsiteX2" fmla="*/ 851 w 23737"/>
                <a:gd name="connsiteY2" fmla="*/ 21523 h 30800"/>
                <a:gd name="connsiteX3" fmla="*/ 11852 w 23737"/>
                <a:gd name="connsiteY3" fmla="*/ 3071 h 30800"/>
                <a:gd name="connsiteX4" fmla="*/ 20549 w 23737"/>
                <a:gd name="connsiteY4" fmla="*/ 828 h 30800"/>
                <a:gd name="connsiteX5" fmla="*/ 22963 w 23737"/>
                <a:gd name="connsiteY5" fmla="*/ 9003 h 30800"/>
                <a:gd name="connsiteX6" fmla="*/ 22854 w 23737"/>
                <a:gd name="connsiteY6" fmla="*/ 9187 h 30800"/>
                <a:gd name="connsiteX7" fmla="*/ 11852 w 23737"/>
                <a:gd name="connsiteY7" fmla="*/ 27741 h 30800"/>
                <a:gd name="connsiteX8" fmla="*/ 6299 w 23737"/>
                <a:gd name="connsiteY8" fmla="*/ 30799 h 3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37" h="30800">
                  <a:moveTo>
                    <a:pt x="6299" y="30799"/>
                  </a:moveTo>
                  <a:cubicBezTo>
                    <a:pt x="5194" y="30821"/>
                    <a:pt x="4104" y="30539"/>
                    <a:pt x="3156" y="29984"/>
                  </a:cubicBezTo>
                  <a:cubicBezTo>
                    <a:pt x="132" y="28256"/>
                    <a:pt x="-896" y="24481"/>
                    <a:pt x="851" y="21523"/>
                  </a:cubicBezTo>
                  <a:lnTo>
                    <a:pt x="11852" y="3071"/>
                  </a:lnTo>
                  <a:cubicBezTo>
                    <a:pt x="13628" y="129"/>
                    <a:pt x="17509" y="-872"/>
                    <a:pt x="20549" y="828"/>
                  </a:cubicBezTo>
                  <a:cubicBezTo>
                    <a:pt x="23536" y="2437"/>
                    <a:pt x="24617" y="6097"/>
                    <a:pt x="22963" y="9003"/>
                  </a:cubicBezTo>
                  <a:cubicBezTo>
                    <a:pt x="22928" y="9065"/>
                    <a:pt x="22891" y="9127"/>
                    <a:pt x="22854" y="9187"/>
                  </a:cubicBezTo>
                  <a:lnTo>
                    <a:pt x="11852" y="27741"/>
                  </a:lnTo>
                  <a:cubicBezTo>
                    <a:pt x="10679" y="29636"/>
                    <a:pt x="8573" y="30796"/>
                    <a:pt x="6299" y="30799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ECA40691-1B16-7949-A51A-7F166541C451}"/>
                </a:ext>
              </a:extLst>
            </p:cNvPr>
            <p:cNvSpPr/>
            <p:nvPr/>
          </p:nvSpPr>
          <p:spPr>
            <a:xfrm>
              <a:off x="5999590" y="3053434"/>
              <a:ext cx="31608" cy="23255"/>
            </a:xfrm>
            <a:custGeom>
              <a:avLst/>
              <a:gdLst>
                <a:gd name="connsiteX0" fmla="*/ 6198 w 31608"/>
                <a:gd name="connsiteY0" fmla="*/ 23256 h 23255"/>
                <a:gd name="connsiteX1" fmla="*/ 3 w 31608"/>
                <a:gd name="connsiteY1" fmla="*/ 16852 h 23255"/>
                <a:gd name="connsiteX2" fmla="*/ 3055 w 31608"/>
                <a:gd name="connsiteY2" fmla="*/ 11736 h 23255"/>
                <a:gd name="connsiteX3" fmla="*/ 22124 w 31608"/>
                <a:gd name="connsiteY3" fmla="*/ 828 h 23255"/>
                <a:gd name="connsiteX4" fmla="*/ 30820 w 31608"/>
                <a:gd name="connsiteY4" fmla="*/ 3071 h 23255"/>
                <a:gd name="connsiteX5" fmla="*/ 28410 w 31608"/>
                <a:gd name="connsiteY5" fmla="*/ 11532 h 23255"/>
                <a:gd name="connsiteX6" fmla="*/ 9446 w 31608"/>
                <a:gd name="connsiteY6" fmla="*/ 22440 h 23255"/>
                <a:gd name="connsiteX7" fmla="*/ 6198 w 31608"/>
                <a:gd name="connsiteY7" fmla="*/ 23256 h 2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08" h="23255">
                  <a:moveTo>
                    <a:pt x="6198" y="23256"/>
                  </a:moveTo>
                  <a:cubicBezTo>
                    <a:pt x="2670" y="23152"/>
                    <a:pt x="-104" y="20285"/>
                    <a:pt x="3" y="16852"/>
                  </a:cubicBezTo>
                  <a:cubicBezTo>
                    <a:pt x="68" y="14755"/>
                    <a:pt x="1216" y="12831"/>
                    <a:pt x="3055" y="11736"/>
                  </a:cubicBezTo>
                  <a:lnTo>
                    <a:pt x="22124" y="828"/>
                  </a:lnTo>
                  <a:cubicBezTo>
                    <a:pt x="25164" y="-872"/>
                    <a:pt x="29045" y="129"/>
                    <a:pt x="30820" y="3071"/>
                  </a:cubicBezTo>
                  <a:cubicBezTo>
                    <a:pt x="32490" y="6062"/>
                    <a:pt x="31425" y="9803"/>
                    <a:pt x="28410" y="11532"/>
                  </a:cubicBezTo>
                  <a:lnTo>
                    <a:pt x="9446" y="22440"/>
                  </a:lnTo>
                  <a:cubicBezTo>
                    <a:pt x="8446" y="22960"/>
                    <a:pt x="7332" y="23239"/>
                    <a:pt x="6198" y="23256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4FBA7752-6ADC-4B41-93B5-A15F75568627}"/>
                </a:ext>
              </a:extLst>
            </p:cNvPr>
            <p:cNvSpPr/>
            <p:nvPr/>
          </p:nvSpPr>
          <p:spPr>
            <a:xfrm>
              <a:off x="5983597" y="3009661"/>
              <a:ext cx="34786" cy="12437"/>
            </a:xfrm>
            <a:custGeom>
              <a:avLst/>
              <a:gdLst>
                <a:gd name="connsiteX0" fmla="*/ 29211 w 34786"/>
                <a:gd name="connsiteY0" fmla="*/ 12386 h 12437"/>
                <a:gd name="connsiteX1" fmla="*/ 7209 w 34786"/>
                <a:gd name="connsiteY1" fmla="*/ 12386 h 12437"/>
                <a:gd name="connsiteX2" fmla="*/ 53 w 34786"/>
                <a:gd name="connsiteY2" fmla="*/ 7013 h 12437"/>
                <a:gd name="connsiteX3" fmla="*/ 5575 w 34786"/>
                <a:gd name="connsiteY3" fmla="*/ 51 h 12437"/>
                <a:gd name="connsiteX4" fmla="*/ 7209 w 34786"/>
                <a:gd name="connsiteY4" fmla="*/ 51 h 12437"/>
                <a:gd name="connsiteX5" fmla="*/ 29211 w 34786"/>
                <a:gd name="connsiteY5" fmla="*/ 51 h 12437"/>
                <a:gd name="connsiteX6" fmla="*/ 34734 w 34786"/>
                <a:gd name="connsiteY6" fmla="*/ 7013 h 12437"/>
                <a:gd name="connsiteX7" fmla="*/ 29211 w 34786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86" h="12437">
                  <a:moveTo>
                    <a:pt x="29211" y="12386"/>
                  </a:moveTo>
                  <a:lnTo>
                    <a:pt x="7209" y="12386"/>
                  </a:lnTo>
                  <a:cubicBezTo>
                    <a:pt x="3708" y="12825"/>
                    <a:pt x="504" y="10419"/>
                    <a:pt x="53" y="7013"/>
                  </a:cubicBezTo>
                  <a:cubicBezTo>
                    <a:pt x="-398" y="3607"/>
                    <a:pt x="2074" y="490"/>
                    <a:pt x="5575" y="51"/>
                  </a:cubicBezTo>
                  <a:cubicBezTo>
                    <a:pt x="6118" y="-17"/>
                    <a:pt x="6666" y="-17"/>
                    <a:pt x="7209" y="51"/>
                  </a:cubicBezTo>
                  <a:lnTo>
                    <a:pt x="29211" y="51"/>
                  </a:lnTo>
                  <a:cubicBezTo>
                    <a:pt x="32712" y="490"/>
                    <a:pt x="35185" y="3607"/>
                    <a:pt x="34734" y="7013"/>
                  </a:cubicBezTo>
                  <a:cubicBezTo>
                    <a:pt x="34362" y="9817"/>
                    <a:pt x="32093" y="12025"/>
                    <a:pt x="29211" y="12386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1E760A4-6AC8-F244-964B-45560A2778E3}"/>
                </a:ext>
              </a:extLst>
            </p:cNvPr>
            <p:cNvSpPr/>
            <p:nvPr/>
          </p:nvSpPr>
          <p:spPr>
            <a:xfrm>
              <a:off x="5999981" y="2955422"/>
              <a:ext cx="31247" cy="22789"/>
            </a:xfrm>
            <a:custGeom>
              <a:avLst/>
              <a:gdLst>
                <a:gd name="connsiteX0" fmla="*/ 24876 w 31247"/>
                <a:gd name="connsiteY0" fmla="*/ 22790 h 22789"/>
                <a:gd name="connsiteX1" fmla="*/ 21733 w 31247"/>
                <a:gd name="connsiteY1" fmla="*/ 21974 h 22789"/>
                <a:gd name="connsiteX2" fmla="*/ 2664 w 31247"/>
                <a:gd name="connsiteY2" fmla="*/ 11270 h 22789"/>
                <a:gd name="connsiteX3" fmla="*/ 1200 w 31247"/>
                <a:gd name="connsiteY3" fmla="*/ 2592 h 22789"/>
                <a:gd name="connsiteX4" fmla="*/ 9055 w 31247"/>
                <a:gd name="connsiteY4" fmla="*/ 566 h 22789"/>
                <a:gd name="connsiteX5" fmla="*/ 28020 w 31247"/>
                <a:gd name="connsiteY5" fmla="*/ 11270 h 22789"/>
                <a:gd name="connsiteX6" fmla="*/ 30452 w 31247"/>
                <a:gd name="connsiteY6" fmla="*/ 19590 h 22789"/>
                <a:gd name="connsiteX7" fmla="*/ 30429 w 31247"/>
                <a:gd name="connsiteY7" fmla="*/ 19630 h 22789"/>
                <a:gd name="connsiteX8" fmla="*/ 24876 w 31247"/>
                <a:gd name="connsiteY8" fmla="*/ 22790 h 2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247" h="22789">
                  <a:moveTo>
                    <a:pt x="24876" y="22790"/>
                  </a:moveTo>
                  <a:cubicBezTo>
                    <a:pt x="23776" y="22773"/>
                    <a:pt x="22696" y="22493"/>
                    <a:pt x="21733" y="21974"/>
                  </a:cubicBezTo>
                  <a:lnTo>
                    <a:pt x="2664" y="11270"/>
                  </a:lnTo>
                  <a:cubicBezTo>
                    <a:pt x="-203" y="9267"/>
                    <a:pt x="-859" y="5382"/>
                    <a:pt x="1200" y="2592"/>
                  </a:cubicBezTo>
                  <a:cubicBezTo>
                    <a:pt x="2984" y="176"/>
                    <a:pt x="6276" y="-673"/>
                    <a:pt x="9055" y="566"/>
                  </a:cubicBezTo>
                  <a:lnTo>
                    <a:pt x="28020" y="11270"/>
                  </a:lnTo>
                  <a:cubicBezTo>
                    <a:pt x="31053" y="12914"/>
                    <a:pt x="32142" y="16639"/>
                    <a:pt x="30452" y="19590"/>
                  </a:cubicBezTo>
                  <a:cubicBezTo>
                    <a:pt x="30445" y="19604"/>
                    <a:pt x="30437" y="19617"/>
                    <a:pt x="30429" y="19630"/>
                  </a:cubicBezTo>
                  <a:cubicBezTo>
                    <a:pt x="29282" y="21564"/>
                    <a:pt x="27171" y="22765"/>
                    <a:pt x="24876" y="2279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222E9090-4E37-2946-A6CF-5CC5CA97264C}"/>
                </a:ext>
              </a:extLst>
            </p:cNvPr>
            <p:cNvSpPr/>
            <p:nvPr/>
          </p:nvSpPr>
          <p:spPr>
            <a:xfrm>
              <a:off x="6040561" y="2915157"/>
              <a:ext cx="23704" cy="30842"/>
            </a:xfrm>
            <a:custGeom>
              <a:avLst/>
              <a:gdLst>
                <a:gd name="connsiteX0" fmla="*/ 17301 w 23704"/>
                <a:gd name="connsiteY0" fmla="*/ 30840 h 30842"/>
                <a:gd name="connsiteX1" fmla="*/ 11852 w 23704"/>
                <a:gd name="connsiteY1" fmla="*/ 27782 h 30842"/>
                <a:gd name="connsiteX2" fmla="*/ 851 w 23704"/>
                <a:gd name="connsiteY2" fmla="*/ 9228 h 30842"/>
                <a:gd name="connsiteX3" fmla="*/ 3156 w 23704"/>
                <a:gd name="connsiteY3" fmla="*/ 767 h 30842"/>
                <a:gd name="connsiteX4" fmla="*/ 11852 w 23704"/>
                <a:gd name="connsiteY4" fmla="*/ 3112 h 30842"/>
                <a:gd name="connsiteX5" fmla="*/ 22854 w 23704"/>
                <a:gd name="connsiteY5" fmla="*/ 21564 h 30842"/>
                <a:gd name="connsiteX6" fmla="*/ 20549 w 23704"/>
                <a:gd name="connsiteY6" fmla="*/ 30025 h 30842"/>
                <a:gd name="connsiteX7" fmla="*/ 17301 w 23704"/>
                <a:gd name="connsiteY7" fmla="*/ 30840 h 3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04" h="30842">
                  <a:moveTo>
                    <a:pt x="17301" y="30840"/>
                  </a:moveTo>
                  <a:cubicBezTo>
                    <a:pt x="15059" y="30821"/>
                    <a:pt x="12992" y="29661"/>
                    <a:pt x="11852" y="27782"/>
                  </a:cubicBezTo>
                  <a:lnTo>
                    <a:pt x="851" y="9228"/>
                  </a:lnTo>
                  <a:cubicBezTo>
                    <a:pt x="-896" y="6270"/>
                    <a:pt x="132" y="2495"/>
                    <a:pt x="3156" y="767"/>
                  </a:cubicBezTo>
                  <a:cubicBezTo>
                    <a:pt x="6231" y="-857"/>
                    <a:pt x="10076" y="179"/>
                    <a:pt x="11852" y="3112"/>
                  </a:cubicBezTo>
                  <a:lnTo>
                    <a:pt x="22854" y="21564"/>
                  </a:lnTo>
                  <a:cubicBezTo>
                    <a:pt x="24601" y="24522"/>
                    <a:pt x="23573" y="28297"/>
                    <a:pt x="20549" y="30025"/>
                  </a:cubicBezTo>
                  <a:cubicBezTo>
                    <a:pt x="19566" y="30588"/>
                    <a:pt x="18441" y="30870"/>
                    <a:pt x="17301" y="3084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5829FFA-209D-2148-B924-71B3CD048519}"/>
                </a:ext>
              </a:extLst>
            </p:cNvPr>
            <p:cNvSpPr/>
            <p:nvPr/>
          </p:nvSpPr>
          <p:spPr>
            <a:xfrm>
              <a:off x="6096680" y="2968752"/>
              <a:ext cx="65453" cy="104981"/>
            </a:xfrm>
            <a:custGeom>
              <a:avLst/>
              <a:gdLst>
                <a:gd name="connsiteX0" fmla="*/ 59461 w 65453"/>
                <a:gd name="connsiteY0" fmla="*/ 104981 h 104981"/>
                <a:gd name="connsiteX1" fmla="*/ 54955 w 65453"/>
                <a:gd name="connsiteY1" fmla="*/ 103146 h 104981"/>
                <a:gd name="connsiteX2" fmla="*/ 1834 w 65453"/>
                <a:gd name="connsiteY2" fmla="*/ 51563 h 104981"/>
                <a:gd name="connsiteX3" fmla="*/ 53 w 65453"/>
                <a:gd name="connsiteY3" fmla="*/ 47179 h 104981"/>
                <a:gd name="connsiteX4" fmla="*/ 53 w 65453"/>
                <a:gd name="connsiteY4" fmla="*/ 7014 h 104981"/>
                <a:gd name="connsiteX5" fmla="*/ 5575 w 65453"/>
                <a:gd name="connsiteY5" fmla="*/ 52 h 104981"/>
                <a:gd name="connsiteX6" fmla="*/ 12731 w 65453"/>
                <a:gd name="connsiteY6" fmla="*/ 5425 h 104981"/>
                <a:gd name="connsiteX7" fmla="*/ 12731 w 65453"/>
                <a:gd name="connsiteY7" fmla="*/ 7014 h 104981"/>
                <a:gd name="connsiteX8" fmla="*/ 12731 w 65453"/>
                <a:gd name="connsiteY8" fmla="*/ 44733 h 104981"/>
                <a:gd name="connsiteX9" fmla="*/ 63966 w 65453"/>
                <a:gd name="connsiteY9" fmla="*/ 94583 h 104981"/>
                <a:gd name="connsiteX10" fmla="*/ 63161 w 65453"/>
                <a:gd name="connsiteY10" fmla="*/ 103342 h 104981"/>
                <a:gd name="connsiteX11" fmla="*/ 59461 w 65453"/>
                <a:gd name="connsiteY11" fmla="*/ 104777 h 104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453" h="104981">
                  <a:moveTo>
                    <a:pt x="59461" y="104981"/>
                  </a:moveTo>
                  <a:cubicBezTo>
                    <a:pt x="57766" y="104985"/>
                    <a:pt x="56141" y="104324"/>
                    <a:pt x="54955" y="103146"/>
                  </a:cubicBezTo>
                  <a:lnTo>
                    <a:pt x="1834" y="51563"/>
                  </a:lnTo>
                  <a:cubicBezTo>
                    <a:pt x="691" y="50374"/>
                    <a:pt x="54" y="48807"/>
                    <a:pt x="53" y="47179"/>
                  </a:cubicBezTo>
                  <a:lnTo>
                    <a:pt x="53" y="7014"/>
                  </a:lnTo>
                  <a:cubicBezTo>
                    <a:pt x="-398" y="3608"/>
                    <a:pt x="2074" y="490"/>
                    <a:pt x="5575" y="52"/>
                  </a:cubicBezTo>
                  <a:cubicBezTo>
                    <a:pt x="9076" y="-387"/>
                    <a:pt x="12280" y="2018"/>
                    <a:pt x="12731" y="5425"/>
                  </a:cubicBezTo>
                  <a:cubicBezTo>
                    <a:pt x="12801" y="5952"/>
                    <a:pt x="12801" y="6486"/>
                    <a:pt x="12731" y="7014"/>
                  </a:cubicBezTo>
                  <a:lnTo>
                    <a:pt x="12731" y="44733"/>
                  </a:lnTo>
                  <a:lnTo>
                    <a:pt x="63966" y="94583"/>
                  </a:lnTo>
                  <a:cubicBezTo>
                    <a:pt x="66229" y="97218"/>
                    <a:pt x="65869" y="101140"/>
                    <a:pt x="63161" y="103342"/>
                  </a:cubicBezTo>
                  <a:cubicBezTo>
                    <a:pt x="62116" y="104192"/>
                    <a:pt x="60819" y="104695"/>
                    <a:pt x="59461" y="104777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78F3855F-6821-D14D-976F-E59221B72AF2}"/>
                </a:ext>
              </a:extLst>
            </p:cNvPr>
            <p:cNvSpPr/>
            <p:nvPr/>
          </p:nvSpPr>
          <p:spPr>
            <a:xfrm>
              <a:off x="6070225" y="2829986"/>
              <a:ext cx="65693" cy="37515"/>
            </a:xfrm>
            <a:custGeom>
              <a:avLst/>
              <a:gdLst>
                <a:gd name="connsiteX0" fmla="*/ 65694 w 65693"/>
                <a:gd name="connsiteY0" fmla="*/ 37515 h 37515"/>
                <a:gd name="connsiteX1" fmla="*/ 58360 w 65693"/>
                <a:gd name="connsiteY1" fmla="*/ 36394 h 37515"/>
                <a:gd name="connsiteX2" fmla="*/ 7334 w 65693"/>
                <a:gd name="connsiteY2" fmla="*/ 36394 h 37515"/>
                <a:gd name="connsiteX3" fmla="*/ 0 w 65693"/>
                <a:gd name="connsiteY3" fmla="*/ 37515 h 37515"/>
                <a:gd name="connsiteX4" fmla="*/ 0 w 65693"/>
                <a:gd name="connsiteY4" fmla="*/ 0 h 37515"/>
                <a:gd name="connsiteX5" fmla="*/ 65694 w 65693"/>
                <a:gd name="connsiteY5" fmla="*/ 0 h 37515"/>
                <a:gd name="connsiteX6" fmla="*/ 32795 w 65693"/>
                <a:gd name="connsiteY6" fmla="*/ 22020 h 37515"/>
                <a:gd name="connsiteX7" fmla="*/ 52911 w 65693"/>
                <a:gd name="connsiteY7" fmla="*/ 23141 h 37515"/>
                <a:gd name="connsiteX8" fmla="*/ 52911 w 65693"/>
                <a:gd name="connsiteY8" fmla="*/ 12029 h 37515"/>
                <a:gd name="connsiteX9" fmla="*/ 12678 w 65693"/>
                <a:gd name="connsiteY9" fmla="*/ 12029 h 37515"/>
                <a:gd name="connsiteX10" fmla="*/ 12678 w 65693"/>
                <a:gd name="connsiteY10" fmla="*/ 23141 h 37515"/>
                <a:gd name="connsiteX11" fmla="*/ 32795 w 65693"/>
                <a:gd name="connsiteY11" fmla="*/ 22020 h 3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693" h="37515">
                  <a:moveTo>
                    <a:pt x="65694" y="37515"/>
                  </a:moveTo>
                  <a:lnTo>
                    <a:pt x="58360" y="36394"/>
                  </a:lnTo>
                  <a:cubicBezTo>
                    <a:pt x="41469" y="33641"/>
                    <a:pt x="24225" y="33641"/>
                    <a:pt x="7334" y="36394"/>
                  </a:cubicBezTo>
                  <a:lnTo>
                    <a:pt x="0" y="37515"/>
                  </a:lnTo>
                  <a:lnTo>
                    <a:pt x="0" y="0"/>
                  </a:lnTo>
                  <a:lnTo>
                    <a:pt x="65694" y="0"/>
                  </a:lnTo>
                  <a:close/>
                  <a:moveTo>
                    <a:pt x="32795" y="22020"/>
                  </a:moveTo>
                  <a:cubicBezTo>
                    <a:pt x="39516" y="22044"/>
                    <a:pt x="46231" y="22419"/>
                    <a:pt x="52911" y="23141"/>
                  </a:cubicBezTo>
                  <a:lnTo>
                    <a:pt x="52911" y="12029"/>
                  </a:lnTo>
                  <a:lnTo>
                    <a:pt x="12678" y="12029"/>
                  </a:lnTo>
                  <a:lnTo>
                    <a:pt x="12678" y="23141"/>
                  </a:lnTo>
                  <a:cubicBezTo>
                    <a:pt x="19358" y="22415"/>
                    <a:pt x="26073" y="22041"/>
                    <a:pt x="32795" y="2202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E84686C6-71EF-7F44-B17A-01CCA6EFEF2D}"/>
                </a:ext>
              </a:extLst>
            </p:cNvPr>
            <p:cNvSpPr/>
            <p:nvPr/>
          </p:nvSpPr>
          <p:spPr>
            <a:xfrm>
              <a:off x="6056919" y="2799398"/>
              <a:ext cx="92202" cy="42621"/>
            </a:xfrm>
            <a:custGeom>
              <a:avLst/>
              <a:gdLst>
                <a:gd name="connsiteX0" fmla="*/ 77429 w 92202"/>
                <a:gd name="connsiteY0" fmla="*/ 42618 h 42621"/>
                <a:gd name="connsiteX1" fmla="*/ 14564 w 92202"/>
                <a:gd name="connsiteY1" fmla="*/ 42618 h 42621"/>
                <a:gd name="connsiteX2" fmla="*/ 0 w 92202"/>
                <a:gd name="connsiteY2" fmla="*/ 28448 h 42621"/>
                <a:gd name="connsiteX3" fmla="*/ 0 w 92202"/>
                <a:gd name="connsiteY3" fmla="*/ 14074 h 42621"/>
                <a:gd name="connsiteX4" fmla="*/ 14453 w 92202"/>
                <a:gd name="connsiteY4" fmla="*/ 0 h 42621"/>
                <a:gd name="connsiteX5" fmla="*/ 14878 w 92202"/>
                <a:gd name="connsiteY5" fmla="*/ 6 h 42621"/>
                <a:gd name="connsiteX6" fmla="*/ 77743 w 92202"/>
                <a:gd name="connsiteY6" fmla="*/ 6 h 42621"/>
                <a:gd name="connsiteX7" fmla="*/ 92202 w 92202"/>
                <a:gd name="connsiteY7" fmla="*/ 14074 h 42621"/>
                <a:gd name="connsiteX8" fmla="*/ 92202 w 92202"/>
                <a:gd name="connsiteY8" fmla="*/ 28448 h 42621"/>
                <a:gd name="connsiteX9" fmla="*/ 77852 w 92202"/>
                <a:gd name="connsiteY9" fmla="*/ 42621 h 42621"/>
                <a:gd name="connsiteX10" fmla="*/ 77429 w 92202"/>
                <a:gd name="connsiteY10" fmla="*/ 42618 h 42621"/>
                <a:gd name="connsiteX11" fmla="*/ 14564 w 92202"/>
                <a:gd name="connsiteY11" fmla="*/ 12035 h 42621"/>
                <a:gd name="connsiteX12" fmla="*/ 12783 w 92202"/>
                <a:gd name="connsiteY12" fmla="*/ 13768 h 42621"/>
                <a:gd name="connsiteX13" fmla="*/ 12783 w 92202"/>
                <a:gd name="connsiteY13" fmla="*/ 28448 h 42621"/>
                <a:gd name="connsiteX14" fmla="*/ 13732 w 92202"/>
                <a:gd name="connsiteY14" fmla="*/ 30562 h 42621"/>
                <a:gd name="connsiteX15" fmla="*/ 14878 w 92202"/>
                <a:gd name="connsiteY15" fmla="*/ 30589 h 42621"/>
                <a:gd name="connsiteX16" fmla="*/ 77743 w 92202"/>
                <a:gd name="connsiteY16" fmla="*/ 30589 h 42621"/>
                <a:gd name="connsiteX17" fmla="*/ 79524 w 92202"/>
                <a:gd name="connsiteY17" fmla="*/ 28856 h 42621"/>
                <a:gd name="connsiteX18" fmla="*/ 79524 w 92202"/>
                <a:gd name="connsiteY18" fmla="*/ 14074 h 42621"/>
                <a:gd name="connsiteX19" fmla="*/ 77743 w 92202"/>
                <a:gd name="connsiteY19" fmla="*/ 12341 h 4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202" h="42621">
                  <a:moveTo>
                    <a:pt x="77429" y="42618"/>
                  </a:moveTo>
                  <a:lnTo>
                    <a:pt x="14564" y="42618"/>
                  </a:lnTo>
                  <a:cubicBezTo>
                    <a:pt x="6520" y="42618"/>
                    <a:pt x="0" y="36274"/>
                    <a:pt x="0" y="28448"/>
                  </a:cubicBezTo>
                  <a:lnTo>
                    <a:pt x="0" y="14074"/>
                  </a:lnTo>
                  <a:cubicBezTo>
                    <a:pt x="-3" y="6304"/>
                    <a:pt x="6467" y="3"/>
                    <a:pt x="14453" y="0"/>
                  </a:cubicBezTo>
                  <a:cubicBezTo>
                    <a:pt x="14595" y="0"/>
                    <a:pt x="14736" y="2"/>
                    <a:pt x="14878" y="6"/>
                  </a:cubicBezTo>
                  <a:lnTo>
                    <a:pt x="77743" y="6"/>
                  </a:lnTo>
                  <a:cubicBezTo>
                    <a:pt x="85729" y="6"/>
                    <a:pt x="92202" y="6304"/>
                    <a:pt x="92202" y="14074"/>
                  </a:cubicBezTo>
                  <a:lnTo>
                    <a:pt x="92202" y="28448"/>
                  </a:lnTo>
                  <a:cubicBezTo>
                    <a:pt x="92262" y="36217"/>
                    <a:pt x="85837" y="42563"/>
                    <a:pt x="77852" y="42621"/>
                  </a:cubicBezTo>
                  <a:cubicBezTo>
                    <a:pt x="77711" y="42622"/>
                    <a:pt x="77570" y="42621"/>
                    <a:pt x="77429" y="42618"/>
                  </a:cubicBezTo>
                  <a:close/>
                  <a:moveTo>
                    <a:pt x="14564" y="12035"/>
                  </a:moveTo>
                  <a:cubicBezTo>
                    <a:pt x="13580" y="12035"/>
                    <a:pt x="12783" y="12811"/>
                    <a:pt x="12783" y="13768"/>
                  </a:cubicBezTo>
                  <a:lnTo>
                    <a:pt x="12783" y="28448"/>
                  </a:lnTo>
                  <a:cubicBezTo>
                    <a:pt x="12445" y="29287"/>
                    <a:pt x="12870" y="30233"/>
                    <a:pt x="13732" y="30562"/>
                  </a:cubicBezTo>
                  <a:cubicBezTo>
                    <a:pt x="14099" y="30701"/>
                    <a:pt x="14505" y="30711"/>
                    <a:pt x="14878" y="30589"/>
                  </a:cubicBezTo>
                  <a:lnTo>
                    <a:pt x="77743" y="30589"/>
                  </a:lnTo>
                  <a:cubicBezTo>
                    <a:pt x="78727" y="30589"/>
                    <a:pt x="79524" y="29813"/>
                    <a:pt x="79524" y="28856"/>
                  </a:cubicBezTo>
                  <a:lnTo>
                    <a:pt x="79524" y="14074"/>
                  </a:lnTo>
                  <a:cubicBezTo>
                    <a:pt x="79472" y="13139"/>
                    <a:pt x="78704" y="12392"/>
                    <a:pt x="77743" y="1234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9BDE32F3-AF35-5949-86B6-EBC876C0A061}"/>
                </a:ext>
              </a:extLst>
            </p:cNvPr>
            <p:cNvSpPr/>
            <p:nvPr/>
          </p:nvSpPr>
          <p:spPr>
            <a:xfrm>
              <a:off x="6179086" y="2846734"/>
              <a:ext cx="65221" cy="63787"/>
            </a:xfrm>
            <a:custGeom>
              <a:avLst/>
              <a:gdLst>
                <a:gd name="connsiteX0" fmla="*/ 36147 w 65221"/>
                <a:gd name="connsiteY0" fmla="*/ 63787 h 63787"/>
                <a:gd name="connsiteX1" fmla="*/ 31223 w 65221"/>
                <a:gd name="connsiteY1" fmla="*/ 59302 h 63787"/>
                <a:gd name="connsiteX2" fmla="*/ 6182 w 65221"/>
                <a:gd name="connsiteY2" fmla="*/ 40442 h 63787"/>
                <a:gd name="connsiteX3" fmla="*/ 0 w 65221"/>
                <a:gd name="connsiteY3" fmla="*/ 36670 h 63787"/>
                <a:gd name="connsiteX4" fmla="*/ 25041 w 65221"/>
                <a:gd name="connsiteY4" fmla="*/ 7820 h 63787"/>
                <a:gd name="connsiteX5" fmla="*/ 40548 w 65221"/>
                <a:gd name="connsiteY5" fmla="*/ 73 h 63787"/>
                <a:gd name="connsiteX6" fmla="*/ 65147 w 65221"/>
                <a:gd name="connsiteY6" fmla="*/ 20442 h 63787"/>
                <a:gd name="connsiteX7" fmla="*/ 59826 w 65221"/>
                <a:gd name="connsiteY7" fmla="*/ 36568 h 63787"/>
                <a:gd name="connsiteX8" fmla="*/ 19069 w 65221"/>
                <a:gd name="connsiteY8" fmla="*/ 34224 h 63787"/>
                <a:gd name="connsiteX9" fmla="*/ 35100 w 65221"/>
                <a:gd name="connsiteY9" fmla="*/ 46355 h 63787"/>
                <a:gd name="connsiteX10" fmla="*/ 50187 w 65221"/>
                <a:gd name="connsiteY10" fmla="*/ 29025 h 63787"/>
                <a:gd name="connsiteX11" fmla="*/ 48825 w 65221"/>
                <a:gd name="connsiteY11" fmla="*/ 14753 h 63787"/>
                <a:gd name="connsiteX12" fmla="*/ 41491 w 65221"/>
                <a:gd name="connsiteY12" fmla="*/ 12408 h 63787"/>
                <a:gd name="connsiteX13" fmla="*/ 34576 w 65221"/>
                <a:gd name="connsiteY13" fmla="*/ 15874 h 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21" h="63787">
                  <a:moveTo>
                    <a:pt x="36147" y="63787"/>
                  </a:moveTo>
                  <a:lnTo>
                    <a:pt x="31223" y="59302"/>
                  </a:lnTo>
                  <a:cubicBezTo>
                    <a:pt x="23565" y="52194"/>
                    <a:pt x="15173" y="45874"/>
                    <a:pt x="6182" y="40442"/>
                  </a:cubicBezTo>
                  <a:lnTo>
                    <a:pt x="0" y="36670"/>
                  </a:lnTo>
                  <a:lnTo>
                    <a:pt x="25041" y="7820"/>
                  </a:lnTo>
                  <a:cubicBezTo>
                    <a:pt x="28947" y="3336"/>
                    <a:pt x="34526" y="548"/>
                    <a:pt x="40548" y="73"/>
                  </a:cubicBezTo>
                  <a:cubicBezTo>
                    <a:pt x="53122" y="-912"/>
                    <a:pt x="64136" y="8208"/>
                    <a:pt x="65147" y="20442"/>
                  </a:cubicBezTo>
                  <a:cubicBezTo>
                    <a:pt x="65631" y="26290"/>
                    <a:pt x="63718" y="32087"/>
                    <a:pt x="59826" y="36568"/>
                  </a:cubicBezTo>
                  <a:close/>
                  <a:moveTo>
                    <a:pt x="19069" y="34224"/>
                  </a:moveTo>
                  <a:cubicBezTo>
                    <a:pt x="24640" y="37975"/>
                    <a:pt x="29991" y="42025"/>
                    <a:pt x="35100" y="46355"/>
                  </a:cubicBezTo>
                  <a:lnTo>
                    <a:pt x="50187" y="29025"/>
                  </a:lnTo>
                  <a:cubicBezTo>
                    <a:pt x="53827" y="24707"/>
                    <a:pt x="53220" y="18344"/>
                    <a:pt x="48825" y="14753"/>
                  </a:cubicBezTo>
                  <a:cubicBezTo>
                    <a:pt x="46816" y="13022"/>
                    <a:pt x="44163" y="12174"/>
                    <a:pt x="41491" y="12408"/>
                  </a:cubicBezTo>
                  <a:cubicBezTo>
                    <a:pt x="38814" y="12657"/>
                    <a:pt x="36338" y="13898"/>
                    <a:pt x="34576" y="15874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1" name="Graphic 81">
            <a:extLst>
              <a:ext uri="{FF2B5EF4-FFF2-40B4-BE49-F238E27FC236}">
                <a16:creationId xmlns:a16="http://schemas.microsoft.com/office/drawing/2014/main" id="{5E77655B-725E-9846-943E-EF544EED8305}"/>
              </a:ext>
            </a:extLst>
          </p:cNvPr>
          <p:cNvGrpSpPr/>
          <p:nvPr/>
        </p:nvGrpSpPr>
        <p:grpSpPr>
          <a:xfrm>
            <a:off x="6724513" y="5320768"/>
            <a:ext cx="371741" cy="380961"/>
            <a:chOff x="5913587" y="2799302"/>
            <a:chExt cx="371741" cy="380961"/>
          </a:xfrm>
          <a:solidFill>
            <a:srgbClr val="FFFFFF"/>
          </a:solidFill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7E7CC7D-6105-4B4C-88C9-69D478C770B6}"/>
                </a:ext>
              </a:extLst>
            </p:cNvPr>
            <p:cNvSpPr/>
            <p:nvPr/>
          </p:nvSpPr>
          <p:spPr>
            <a:xfrm>
              <a:off x="5989129" y="2799302"/>
              <a:ext cx="74180" cy="72175"/>
            </a:xfrm>
            <a:custGeom>
              <a:avLst/>
              <a:gdLst>
                <a:gd name="connsiteX0" fmla="*/ 37090 w 74180"/>
                <a:gd name="connsiteY0" fmla="*/ 72176 h 72175"/>
                <a:gd name="connsiteX1" fmla="*/ 0 w 74180"/>
                <a:gd name="connsiteY1" fmla="*/ 36088 h 72175"/>
                <a:gd name="connsiteX2" fmla="*/ 37091 w 74180"/>
                <a:gd name="connsiteY2" fmla="*/ 0 h 72175"/>
                <a:gd name="connsiteX3" fmla="*/ 74181 w 74180"/>
                <a:gd name="connsiteY3" fmla="*/ 36088 h 72175"/>
                <a:gd name="connsiteX4" fmla="*/ 74181 w 74180"/>
                <a:gd name="connsiteY4" fmla="*/ 36190 h 72175"/>
                <a:gd name="connsiteX5" fmla="*/ 37090 w 74180"/>
                <a:gd name="connsiteY5" fmla="*/ 72176 h 72175"/>
                <a:gd name="connsiteX6" fmla="*/ 37090 w 74180"/>
                <a:gd name="connsiteY6" fmla="*/ 12437 h 72175"/>
                <a:gd name="connsiteX7" fmla="*/ 12678 w 74180"/>
                <a:gd name="connsiteY7" fmla="*/ 36190 h 72175"/>
                <a:gd name="connsiteX8" fmla="*/ 37090 w 74180"/>
                <a:gd name="connsiteY8" fmla="*/ 59943 h 72175"/>
                <a:gd name="connsiteX9" fmla="*/ 61503 w 74180"/>
                <a:gd name="connsiteY9" fmla="*/ 36190 h 72175"/>
                <a:gd name="connsiteX10" fmla="*/ 37090 w 74180"/>
                <a:gd name="connsiteY10" fmla="*/ 12437 h 7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180" h="72175">
                  <a:moveTo>
                    <a:pt x="37090" y="72176"/>
                  </a:moveTo>
                  <a:cubicBezTo>
                    <a:pt x="16606" y="72176"/>
                    <a:pt x="0" y="56019"/>
                    <a:pt x="0" y="36088"/>
                  </a:cubicBezTo>
                  <a:cubicBezTo>
                    <a:pt x="0" y="16157"/>
                    <a:pt x="16606" y="0"/>
                    <a:pt x="37091" y="0"/>
                  </a:cubicBezTo>
                  <a:cubicBezTo>
                    <a:pt x="57575" y="0"/>
                    <a:pt x="74181" y="16157"/>
                    <a:pt x="74181" y="36088"/>
                  </a:cubicBezTo>
                  <a:cubicBezTo>
                    <a:pt x="74181" y="36122"/>
                    <a:pt x="74181" y="36156"/>
                    <a:pt x="74181" y="36190"/>
                  </a:cubicBezTo>
                  <a:cubicBezTo>
                    <a:pt x="74123" y="56081"/>
                    <a:pt x="57534" y="72176"/>
                    <a:pt x="37090" y="72176"/>
                  </a:cubicBezTo>
                  <a:close/>
                  <a:moveTo>
                    <a:pt x="37090" y="12437"/>
                  </a:moveTo>
                  <a:cubicBezTo>
                    <a:pt x="23608" y="12437"/>
                    <a:pt x="12678" y="23072"/>
                    <a:pt x="12678" y="36190"/>
                  </a:cubicBezTo>
                  <a:cubicBezTo>
                    <a:pt x="12678" y="49308"/>
                    <a:pt x="23608" y="59943"/>
                    <a:pt x="37090" y="59943"/>
                  </a:cubicBezTo>
                  <a:cubicBezTo>
                    <a:pt x="50573" y="59943"/>
                    <a:pt x="61503" y="49308"/>
                    <a:pt x="61503" y="36190"/>
                  </a:cubicBezTo>
                  <a:cubicBezTo>
                    <a:pt x="61503" y="23072"/>
                    <a:pt x="50573" y="12437"/>
                    <a:pt x="37090" y="1243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DAE985A7-662E-344E-ADE1-B142051EFD52}"/>
                </a:ext>
              </a:extLst>
            </p:cNvPr>
            <p:cNvSpPr/>
            <p:nvPr/>
          </p:nvSpPr>
          <p:spPr>
            <a:xfrm>
              <a:off x="5931503" y="2992381"/>
              <a:ext cx="336118" cy="187882"/>
            </a:xfrm>
            <a:custGeom>
              <a:avLst/>
              <a:gdLst>
                <a:gd name="connsiteX0" fmla="*/ 329727 w 336118"/>
                <a:gd name="connsiteY0" fmla="*/ 187882 h 187882"/>
                <a:gd name="connsiteX1" fmla="*/ 6391 w 336118"/>
                <a:gd name="connsiteY1" fmla="*/ 187882 h 187882"/>
                <a:gd name="connsiteX2" fmla="*/ 0 w 336118"/>
                <a:gd name="connsiteY2" fmla="*/ 181664 h 187882"/>
                <a:gd name="connsiteX3" fmla="*/ 0 w 336118"/>
                <a:gd name="connsiteY3" fmla="*/ 6117 h 187882"/>
                <a:gd name="connsiteX4" fmla="*/ 6286 w 336118"/>
                <a:gd name="connsiteY4" fmla="*/ 0 h 187882"/>
                <a:gd name="connsiteX5" fmla="*/ 6391 w 336118"/>
                <a:gd name="connsiteY5" fmla="*/ 1 h 187882"/>
                <a:gd name="connsiteX6" fmla="*/ 329727 w 336118"/>
                <a:gd name="connsiteY6" fmla="*/ 1 h 187882"/>
                <a:gd name="connsiteX7" fmla="*/ 336117 w 336118"/>
                <a:gd name="connsiteY7" fmla="*/ 6015 h 187882"/>
                <a:gd name="connsiteX8" fmla="*/ 336118 w 336118"/>
                <a:gd name="connsiteY8" fmla="*/ 6117 h 187882"/>
                <a:gd name="connsiteX9" fmla="*/ 336118 w 336118"/>
                <a:gd name="connsiteY9" fmla="*/ 181664 h 187882"/>
                <a:gd name="connsiteX10" fmla="*/ 329727 w 336118"/>
                <a:gd name="connsiteY10" fmla="*/ 187882 h 187882"/>
                <a:gd name="connsiteX11" fmla="*/ 12678 w 336118"/>
                <a:gd name="connsiteY11" fmla="*/ 175547 h 187882"/>
                <a:gd name="connsiteX12" fmla="*/ 323336 w 336118"/>
                <a:gd name="connsiteY12" fmla="*/ 175547 h 187882"/>
                <a:gd name="connsiteX13" fmla="*/ 323336 w 336118"/>
                <a:gd name="connsiteY13" fmla="*/ 12438 h 187882"/>
                <a:gd name="connsiteX14" fmla="*/ 12678 w 336118"/>
                <a:gd name="connsiteY14" fmla="*/ 12438 h 187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118" h="187882">
                  <a:moveTo>
                    <a:pt x="329727" y="187882"/>
                  </a:moveTo>
                  <a:lnTo>
                    <a:pt x="6391" y="187882"/>
                  </a:lnTo>
                  <a:cubicBezTo>
                    <a:pt x="2861" y="187882"/>
                    <a:pt x="0" y="185098"/>
                    <a:pt x="0" y="181664"/>
                  </a:cubicBezTo>
                  <a:lnTo>
                    <a:pt x="0" y="6117"/>
                  </a:lnTo>
                  <a:cubicBezTo>
                    <a:pt x="0" y="2739"/>
                    <a:pt x="2814" y="0"/>
                    <a:pt x="6286" y="0"/>
                  </a:cubicBezTo>
                  <a:cubicBezTo>
                    <a:pt x="6321" y="0"/>
                    <a:pt x="6356" y="0"/>
                    <a:pt x="6391" y="1"/>
                  </a:cubicBezTo>
                  <a:lnTo>
                    <a:pt x="329727" y="1"/>
                  </a:lnTo>
                  <a:cubicBezTo>
                    <a:pt x="333198" y="-55"/>
                    <a:pt x="336059" y="2637"/>
                    <a:pt x="336117" y="6015"/>
                  </a:cubicBezTo>
                  <a:cubicBezTo>
                    <a:pt x="336118" y="6049"/>
                    <a:pt x="336118" y="6083"/>
                    <a:pt x="336118" y="6117"/>
                  </a:cubicBezTo>
                  <a:lnTo>
                    <a:pt x="336118" y="181664"/>
                  </a:lnTo>
                  <a:cubicBezTo>
                    <a:pt x="336118" y="185098"/>
                    <a:pt x="333257" y="187882"/>
                    <a:pt x="329727" y="187882"/>
                  </a:cubicBezTo>
                  <a:close/>
                  <a:moveTo>
                    <a:pt x="12678" y="175547"/>
                  </a:moveTo>
                  <a:lnTo>
                    <a:pt x="323336" y="175547"/>
                  </a:lnTo>
                  <a:lnTo>
                    <a:pt x="323336" y="12438"/>
                  </a:lnTo>
                  <a:lnTo>
                    <a:pt x="12678" y="12438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B7855D3B-D67F-F649-A480-045FF6EF62F7}"/>
                </a:ext>
              </a:extLst>
            </p:cNvPr>
            <p:cNvSpPr/>
            <p:nvPr/>
          </p:nvSpPr>
          <p:spPr>
            <a:xfrm>
              <a:off x="5913587" y="2963940"/>
              <a:ext cx="371741" cy="40777"/>
            </a:xfrm>
            <a:custGeom>
              <a:avLst/>
              <a:gdLst>
                <a:gd name="connsiteX0" fmla="*/ 350787 w 371741"/>
                <a:gd name="connsiteY0" fmla="*/ 40777 h 40777"/>
                <a:gd name="connsiteX1" fmla="*/ 20955 w 371741"/>
                <a:gd name="connsiteY1" fmla="*/ 40777 h 40777"/>
                <a:gd name="connsiteX2" fmla="*/ 0 w 371741"/>
                <a:gd name="connsiteY2" fmla="*/ 20389 h 40777"/>
                <a:gd name="connsiteX3" fmla="*/ 20955 w 371741"/>
                <a:gd name="connsiteY3" fmla="*/ 0 h 40777"/>
                <a:gd name="connsiteX4" fmla="*/ 350787 w 371741"/>
                <a:gd name="connsiteY4" fmla="*/ 0 h 40777"/>
                <a:gd name="connsiteX5" fmla="*/ 371742 w 371741"/>
                <a:gd name="connsiteY5" fmla="*/ 20389 h 40777"/>
                <a:gd name="connsiteX6" fmla="*/ 350787 w 371741"/>
                <a:gd name="connsiteY6" fmla="*/ 40777 h 40777"/>
                <a:gd name="connsiteX7" fmla="*/ 20955 w 371741"/>
                <a:gd name="connsiteY7" fmla="*/ 12029 h 40777"/>
                <a:gd name="connsiteX8" fmla="*/ 13462 w 371741"/>
                <a:gd name="connsiteY8" fmla="*/ 21152 h 40777"/>
                <a:gd name="connsiteX9" fmla="*/ 20955 w 371741"/>
                <a:gd name="connsiteY9" fmla="*/ 28442 h 40777"/>
                <a:gd name="connsiteX10" fmla="*/ 350787 w 371741"/>
                <a:gd name="connsiteY10" fmla="*/ 28442 h 40777"/>
                <a:gd name="connsiteX11" fmla="*/ 358280 w 371741"/>
                <a:gd name="connsiteY11" fmla="*/ 19320 h 40777"/>
                <a:gd name="connsiteX12" fmla="*/ 350787 w 371741"/>
                <a:gd name="connsiteY12" fmla="*/ 12029 h 4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741" h="40777">
                  <a:moveTo>
                    <a:pt x="350787" y="40777"/>
                  </a:moveTo>
                  <a:lnTo>
                    <a:pt x="20955" y="40777"/>
                  </a:lnTo>
                  <a:cubicBezTo>
                    <a:pt x="9382" y="40777"/>
                    <a:pt x="0" y="31649"/>
                    <a:pt x="0" y="20389"/>
                  </a:cubicBezTo>
                  <a:cubicBezTo>
                    <a:pt x="0" y="9128"/>
                    <a:pt x="9382" y="0"/>
                    <a:pt x="20955" y="0"/>
                  </a:cubicBezTo>
                  <a:lnTo>
                    <a:pt x="350787" y="0"/>
                  </a:lnTo>
                  <a:cubicBezTo>
                    <a:pt x="362360" y="0"/>
                    <a:pt x="371742" y="9128"/>
                    <a:pt x="371742" y="20389"/>
                  </a:cubicBezTo>
                  <a:cubicBezTo>
                    <a:pt x="371742" y="31649"/>
                    <a:pt x="362360" y="40777"/>
                    <a:pt x="350787" y="40777"/>
                  </a:cubicBezTo>
                  <a:close/>
                  <a:moveTo>
                    <a:pt x="20955" y="12029"/>
                  </a:moveTo>
                  <a:cubicBezTo>
                    <a:pt x="16297" y="12535"/>
                    <a:pt x="12942" y="16620"/>
                    <a:pt x="13462" y="21152"/>
                  </a:cubicBezTo>
                  <a:cubicBezTo>
                    <a:pt x="13902" y="24987"/>
                    <a:pt x="17013" y="28014"/>
                    <a:pt x="20955" y="28442"/>
                  </a:cubicBezTo>
                  <a:lnTo>
                    <a:pt x="350787" y="28442"/>
                  </a:lnTo>
                  <a:cubicBezTo>
                    <a:pt x="355445" y="27936"/>
                    <a:pt x="358800" y="23852"/>
                    <a:pt x="358280" y="19320"/>
                  </a:cubicBezTo>
                  <a:cubicBezTo>
                    <a:pt x="357840" y="15485"/>
                    <a:pt x="354728" y="12457"/>
                    <a:pt x="350787" y="1202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57D0B00D-E2C0-3B42-A576-8203EFAA2C0F}"/>
                </a:ext>
              </a:extLst>
            </p:cNvPr>
            <p:cNvSpPr/>
            <p:nvPr/>
          </p:nvSpPr>
          <p:spPr>
            <a:xfrm>
              <a:off x="6122089" y="2850375"/>
              <a:ext cx="144903" cy="92870"/>
            </a:xfrm>
            <a:custGeom>
              <a:avLst/>
              <a:gdLst>
                <a:gd name="connsiteX0" fmla="*/ 125835 w 144903"/>
                <a:gd name="connsiteY0" fmla="*/ 92870 h 92870"/>
                <a:gd name="connsiteX1" fmla="*/ 19069 w 144903"/>
                <a:gd name="connsiteY1" fmla="*/ 92870 h 92870"/>
                <a:gd name="connsiteX2" fmla="*/ 0 w 144903"/>
                <a:gd name="connsiteY2" fmla="*/ 74317 h 92870"/>
                <a:gd name="connsiteX3" fmla="*/ 0 w 144903"/>
                <a:gd name="connsiteY3" fmla="*/ 18452 h 92870"/>
                <a:gd name="connsiteX4" fmla="*/ 19069 w 144903"/>
                <a:gd name="connsiteY4" fmla="*/ 0 h 92870"/>
                <a:gd name="connsiteX5" fmla="*/ 125835 w 144903"/>
                <a:gd name="connsiteY5" fmla="*/ 0 h 92870"/>
                <a:gd name="connsiteX6" fmla="*/ 144904 w 144903"/>
                <a:gd name="connsiteY6" fmla="*/ 18554 h 92870"/>
                <a:gd name="connsiteX7" fmla="*/ 144904 w 144903"/>
                <a:gd name="connsiteY7" fmla="*/ 74419 h 92870"/>
                <a:gd name="connsiteX8" fmla="*/ 125835 w 144903"/>
                <a:gd name="connsiteY8" fmla="*/ 92870 h 92870"/>
                <a:gd name="connsiteX9" fmla="*/ 19069 w 144903"/>
                <a:gd name="connsiteY9" fmla="*/ 12335 h 92870"/>
                <a:gd name="connsiteX10" fmla="*/ 12783 w 144903"/>
                <a:gd name="connsiteY10" fmla="*/ 18452 h 92870"/>
                <a:gd name="connsiteX11" fmla="*/ 12783 w 144903"/>
                <a:gd name="connsiteY11" fmla="*/ 74317 h 92870"/>
                <a:gd name="connsiteX12" fmla="*/ 18963 w 144903"/>
                <a:gd name="connsiteY12" fmla="*/ 80534 h 92870"/>
                <a:gd name="connsiteX13" fmla="*/ 19069 w 144903"/>
                <a:gd name="connsiteY13" fmla="*/ 80535 h 92870"/>
                <a:gd name="connsiteX14" fmla="*/ 125835 w 144903"/>
                <a:gd name="connsiteY14" fmla="*/ 80535 h 92870"/>
                <a:gd name="connsiteX15" fmla="*/ 132122 w 144903"/>
                <a:gd name="connsiteY15" fmla="*/ 74419 h 92870"/>
                <a:gd name="connsiteX16" fmla="*/ 132121 w 144903"/>
                <a:gd name="connsiteY16" fmla="*/ 74317 h 92870"/>
                <a:gd name="connsiteX17" fmla="*/ 132121 w 144903"/>
                <a:gd name="connsiteY17" fmla="*/ 18452 h 92870"/>
                <a:gd name="connsiteX18" fmla="*/ 125835 w 144903"/>
                <a:gd name="connsiteY18" fmla="*/ 12335 h 9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4903" h="92870">
                  <a:moveTo>
                    <a:pt x="125835" y="92870"/>
                  </a:moveTo>
                  <a:lnTo>
                    <a:pt x="19069" y="92870"/>
                  </a:lnTo>
                  <a:cubicBezTo>
                    <a:pt x="8538" y="92870"/>
                    <a:pt x="0" y="84564"/>
                    <a:pt x="0" y="74317"/>
                  </a:cubicBezTo>
                  <a:lnTo>
                    <a:pt x="0" y="18452"/>
                  </a:lnTo>
                  <a:cubicBezTo>
                    <a:pt x="114" y="8268"/>
                    <a:pt x="8602" y="55"/>
                    <a:pt x="19069" y="0"/>
                  </a:cubicBezTo>
                  <a:lnTo>
                    <a:pt x="125835" y="0"/>
                  </a:lnTo>
                  <a:cubicBezTo>
                    <a:pt x="136343" y="56"/>
                    <a:pt x="144847" y="8330"/>
                    <a:pt x="144904" y="18554"/>
                  </a:cubicBezTo>
                  <a:lnTo>
                    <a:pt x="144904" y="74419"/>
                  </a:lnTo>
                  <a:cubicBezTo>
                    <a:pt x="144846" y="84626"/>
                    <a:pt x="136326" y="92870"/>
                    <a:pt x="125835" y="92870"/>
                  </a:cubicBezTo>
                  <a:close/>
                  <a:moveTo>
                    <a:pt x="19069" y="12335"/>
                  </a:moveTo>
                  <a:cubicBezTo>
                    <a:pt x="15597" y="12335"/>
                    <a:pt x="12783" y="15074"/>
                    <a:pt x="12783" y="18452"/>
                  </a:cubicBezTo>
                  <a:lnTo>
                    <a:pt x="12783" y="74317"/>
                  </a:lnTo>
                  <a:cubicBezTo>
                    <a:pt x="12725" y="77694"/>
                    <a:pt x="15492" y="80478"/>
                    <a:pt x="18963" y="80534"/>
                  </a:cubicBezTo>
                  <a:cubicBezTo>
                    <a:pt x="18999" y="80535"/>
                    <a:pt x="19034" y="80535"/>
                    <a:pt x="19069" y="80535"/>
                  </a:cubicBezTo>
                  <a:lnTo>
                    <a:pt x="125835" y="80535"/>
                  </a:lnTo>
                  <a:cubicBezTo>
                    <a:pt x="129307" y="80536"/>
                    <a:pt x="132122" y="77798"/>
                    <a:pt x="132122" y="74419"/>
                  </a:cubicBezTo>
                  <a:cubicBezTo>
                    <a:pt x="132122" y="74385"/>
                    <a:pt x="132122" y="74351"/>
                    <a:pt x="132121" y="74317"/>
                  </a:cubicBezTo>
                  <a:lnTo>
                    <a:pt x="132121" y="18452"/>
                  </a:lnTo>
                  <a:cubicBezTo>
                    <a:pt x="132121" y="15074"/>
                    <a:pt x="129307" y="12335"/>
                    <a:pt x="125835" y="1233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DDDA3686-B40A-E348-BEC9-0DF2D09A1446}"/>
                </a:ext>
              </a:extLst>
            </p:cNvPr>
            <p:cNvSpPr/>
            <p:nvPr/>
          </p:nvSpPr>
          <p:spPr>
            <a:xfrm>
              <a:off x="6160540" y="2930910"/>
              <a:ext cx="68104" cy="43631"/>
            </a:xfrm>
            <a:custGeom>
              <a:avLst/>
              <a:gdLst>
                <a:gd name="connsiteX0" fmla="*/ 61713 w 68104"/>
                <a:gd name="connsiteY0" fmla="*/ 43632 h 43631"/>
                <a:gd name="connsiteX1" fmla="*/ 6287 w 68104"/>
                <a:gd name="connsiteY1" fmla="*/ 43632 h 43631"/>
                <a:gd name="connsiteX2" fmla="*/ 0 w 68104"/>
                <a:gd name="connsiteY2" fmla="*/ 37516 h 43631"/>
                <a:gd name="connsiteX3" fmla="*/ 1 w 68104"/>
                <a:gd name="connsiteY3" fmla="*/ 37413 h 43631"/>
                <a:gd name="connsiteX4" fmla="*/ 1 w 68104"/>
                <a:gd name="connsiteY4" fmla="*/ 6219 h 43631"/>
                <a:gd name="connsiteX5" fmla="*/ 6182 w 68104"/>
                <a:gd name="connsiteY5" fmla="*/ 1 h 43631"/>
                <a:gd name="connsiteX6" fmla="*/ 6287 w 68104"/>
                <a:gd name="connsiteY6" fmla="*/ 0 h 43631"/>
                <a:gd name="connsiteX7" fmla="*/ 61713 w 68104"/>
                <a:gd name="connsiteY7" fmla="*/ 0 h 43631"/>
                <a:gd name="connsiteX8" fmla="*/ 68105 w 68104"/>
                <a:gd name="connsiteY8" fmla="*/ 6219 h 43631"/>
                <a:gd name="connsiteX9" fmla="*/ 68105 w 68104"/>
                <a:gd name="connsiteY9" fmla="*/ 37413 h 43631"/>
                <a:gd name="connsiteX10" fmla="*/ 61713 w 68104"/>
                <a:gd name="connsiteY10" fmla="*/ 43632 h 43631"/>
                <a:gd name="connsiteX11" fmla="*/ 12679 w 68104"/>
                <a:gd name="connsiteY11" fmla="*/ 31602 h 43631"/>
                <a:gd name="connsiteX12" fmla="*/ 55322 w 68104"/>
                <a:gd name="connsiteY12" fmla="*/ 31602 h 43631"/>
                <a:gd name="connsiteX13" fmla="*/ 55322 w 68104"/>
                <a:gd name="connsiteY13" fmla="*/ 12335 h 43631"/>
                <a:gd name="connsiteX14" fmla="*/ 12679 w 68104"/>
                <a:gd name="connsiteY14" fmla="*/ 12335 h 4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8104" h="43631">
                  <a:moveTo>
                    <a:pt x="61713" y="43632"/>
                  </a:moveTo>
                  <a:lnTo>
                    <a:pt x="6287" y="43632"/>
                  </a:lnTo>
                  <a:cubicBezTo>
                    <a:pt x="2815" y="43632"/>
                    <a:pt x="1" y="40894"/>
                    <a:pt x="0" y="37516"/>
                  </a:cubicBezTo>
                  <a:cubicBezTo>
                    <a:pt x="0" y="37482"/>
                    <a:pt x="0" y="37447"/>
                    <a:pt x="1" y="37413"/>
                  </a:cubicBezTo>
                  <a:lnTo>
                    <a:pt x="1" y="6219"/>
                  </a:lnTo>
                  <a:cubicBezTo>
                    <a:pt x="-57" y="2841"/>
                    <a:pt x="2710" y="57"/>
                    <a:pt x="6182" y="1"/>
                  </a:cubicBezTo>
                  <a:cubicBezTo>
                    <a:pt x="6217" y="0"/>
                    <a:pt x="6252" y="0"/>
                    <a:pt x="6287" y="0"/>
                  </a:cubicBezTo>
                  <a:lnTo>
                    <a:pt x="61713" y="0"/>
                  </a:lnTo>
                  <a:cubicBezTo>
                    <a:pt x="65243" y="0"/>
                    <a:pt x="68105" y="2784"/>
                    <a:pt x="68105" y="6219"/>
                  </a:cubicBezTo>
                  <a:lnTo>
                    <a:pt x="68105" y="37413"/>
                  </a:lnTo>
                  <a:cubicBezTo>
                    <a:pt x="68105" y="40848"/>
                    <a:pt x="65243" y="43632"/>
                    <a:pt x="61713" y="43632"/>
                  </a:cubicBezTo>
                  <a:close/>
                  <a:moveTo>
                    <a:pt x="12679" y="31602"/>
                  </a:moveTo>
                  <a:lnTo>
                    <a:pt x="55322" y="31602"/>
                  </a:lnTo>
                  <a:lnTo>
                    <a:pt x="55322" y="12335"/>
                  </a:lnTo>
                  <a:lnTo>
                    <a:pt x="12679" y="12335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C627E5E-9D1E-9941-93D2-32136880A7A5}"/>
                </a:ext>
              </a:extLst>
            </p:cNvPr>
            <p:cNvSpPr/>
            <p:nvPr/>
          </p:nvSpPr>
          <p:spPr>
            <a:xfrm>
              <a:off x="5962307" y="2881672"/>
              <a:ext cx="128244" cy="94305"/>
            </a:xfrm>
            <a:custGeom>
              <a:avLst/>
              <a:gdLst>
                <a:gd name="connsiteX0" fmla="*/ 121644 w 128244"/>
                <a:gd name="connsiteY0" fmla="*/ 94298 h 94305"/>
                <a:gd name="connsiteX1" fmla="*/ 6391 w 128244"/>
                <a:gd name="connsiteY1" fmla="*/ 94298 h 94305"/>
                <a:gd name="connsiteX2" fmla="*/ 1 w 128244"/>
                <a:gd name="connsiteY2" fmla="*/ 88284 h 94305"/>
                <a:gd name="connsiteX3" fmla="*/ 0 w 128244"/>
                <a:gd name="connsiteY3" fmla="*/ 88181 h 94305"/>
                <a:gd name="connsiteX4" fmla="*/ 0 w 128244"/>
                <a:gd name="connsiteY4" fmla="*/ 32520 h 94305"/>
                <a:gd name="connsiteX5" fmla="*/ 33528 w 128244"/>
                <a:gd name="connsiteY5" fmla="*/ 0 h 94305"/>
                <a:gd name="connsiteX6" fmla="*/ 94717 w 128244"/>
                <a:gd name="connsiteY6" fmla="*/ 0 h 94305"/>
                <a:gd name="connsiteX7" fmla="*/ 128245 w 128244"/>
                <a:gd name="connsiteY7" fmla="*/ 32520 h 94305"/>
                <a:gd name="connsiteX8" fmla="*/ 128245 w 128244"/>
                <a:gd name="connsiteY8" fmla="*/ 88181 h 94305"/>
                <a:gd name="connsiteX9" fmla="*/ 121966 w 128244"/>
                <a:gd name="connsiteY9" fmla="*/ 94305 h 94305"/>
                <a:gd name="connsiteX10" fmla="*/ 121644 w 128244"/>
                <a:gd name="connsiteY10" fmla="*/ 94298 h 94305"/>
                <a:gd name="connsiteX11" fmla="*/ 12468 w 128244"/>
                <a:gd name="connsiteY11" fmla="*/ 81962 h 94305"/>
                <a:gd name="connsiteX12" fmla="*/ 115357 w 128244"/>
                <a:gd name="connsiteY12" fmla="*/ 81962 h 94305"/>
                <a:gd name="connsiteX13" fmla="*/ 115357 w 128244"/>
                <a:gd name="connsiteY13" fmla="*/ 32520 h 94305"/>
                <a:gd name="connsiteX14" fmla="*/ 94402 w 128244"/>
                <a:gd name="connsiteY14" fmla="*/ 12131 h 94305"/>
                <a:gd name="connsiteX15" fmla="*/ 33318 w 128244"/>
                <a:gd name="connsiteY15" fmla="*/ 12131 h 94305"/>
                <a:gd name="connsiteX16" fmla="*/ 12363 w 128244"/>
                <a:gd name="connsiteY16" fmla="*/ 32520 h 9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8244" h="94305">
                  <a:moveTo>
                    <a:pt x="121644" y="94298"/>
                  </a:moveTo>
                  <a:lnTo>
                    <a:pt x="6391" y="94298"/>
                  </a:lnTo>
                  <a:cubicBezTo>
                    <a:pt x="2920" y="94354"/>
                    <a:pt x="59" y="91661"/>
                    <a:pt x="1" y="88284"/>
                  </a:cubicBezTo>
                  <a:cubicBezTo>
                    <a:pt x="0" y="88249"/>
                    <a:pt x="0" y="88215"/>
                    <a:pt x="0" y="88181"/>
                  </a:cubicBezTo>
                  <a:lnTo>
                    <a:pt x="0" y="32520"/>
                  </a:lnTo>
                  <a:cubicBezTo>
                    <a:pt x="58" y="14543"/>
                    <a:pt x="15052" y="0"/>
                    <a:pt x="33528" y="0"/>
                  </a:cubicBezTo>
                  <a:lnTo>
                    <a:pt x="94717" y="0"/>
                  </a:lnTo>
                  <a:cubicBezTo>
                    <a:pt x="113193" y="0"/>
                    <a:pt x="128187" y="14543"/>
                    <a:pt x="128245" y="32520"/>
                  </a:cubicBezTo>
                  <a:lnTo>
                    <a:pt x="128245" y="88181"/>
                  </a:lnTo>
                  <a:cubicBezTo>
                    <a:pt x="128249" y="91559"/>
                    <a:pt x="125438" y="94301"/>
                    <a:pt x="121966" y="94305"/>
                  </a:cubicBezTo>
                  <a:cubicBezTo>
                    <a:pt x="121859" y="94305"/>
                    <a:pt x="121751" y="94303"/>
                    <a:pt x="121644" y="94298"/>
                  </a:cubicBezTo>
                  <a:close/>
                  <a:moveTo>
                    <a:pt x="12468" y="81962"/>
                  </a:moveTo>
                  <a:lnTo>
                    <a:pt x="115357" y="81962"/>
                  </a:lnTo>
                  <a:lnTo>
                    <a:pt x="115357" y="32520"/>
                  </a:lnTo>
                  <a:cubicBezTo>
                    <a:pt x="115357" y="21260"/>
                    <a:pt x="105975" y="12131"/>
                    <a:pt x="94402" y="12131"/>
                  </a:cubicBezTo>
                  <a:lnTo>
                    <a:pt x="33318" y="12131"/>
                  </a:lnTo>
                  <a:cubicBezTo>
                    <a:pt x="21745" y="12131"/>
                    <a:pt x="12363" y="21260"/>
                    <a:pt x="12363" y="3252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B8314589-472F-1F4C-AB82-6EC30BC0206A}"/>
                </a:ext>
              </a:extLst>
            </p:cNvPr>
            <p:cNvSpPr/>
            <p:nvPr/>
          </p:nvSpPr>
          <p:spPr>
            <a:xfrm>
              <a:off x="6047855" y="2923489"/>
              <a:ext cx="12783" cy="52481"/>
            </a:xfrm>
            <a:custGeom>
              <a:avLst/>
              <a:gdLst>
                <a:gd name="connsiteX0" fmla="*/ 6340 w 12783"/>
                <a:gd name="connsiteY0" fmla="*/ 52480 h 52481"/>
                <a:gd name="connsiteX1" fmla="*/ 53 w 12783"/>
                <a:gd name="connsiteY1" fmla="*/ 46364 h 52481"/>
                <a:gd name="connsiteX2" fmla="*/ 53 w 12783"/>
                <a:gd name="connsiteY2" fmla="*/ 7014 h 52481"/>
                <a:gd name="connsiteX3" fmla="*/ 5575 w 12783"/>
                <a:gd name="connsiteY3" fmla="*/ 52 h 52481"/>
                <a:gd name="connsiteX4" fmla="*/ 12731 w 12783"/>
                <a:gd name="connsiteY4" fmla="*/ 5425 h 52481"/>
                <a:gd name="connsiteX5" fmla="*/ 12731 w 12783"/>
                <a:gd name="connsiteY5" fmla="*/ 7014 h 52481"/>
                <a:gd name="connsiteX6" fmla="*/ 12731 w 12783"/>
                <a:gd name="connsiteY6" fmla="*/ 46364 h 52481"/>
                <a:gd name="connsiteX7" fmla="*/ 6445 w 12783"/>
                <a:gd name="connsiteY7" fmla="*/ 52481 h 52481"/>
                <a:gd name="connsiteX8" fmla="*/ 6340 w 12783"/>
                <a:gd name="connsiteY8" fmla="*/ 52480 h 5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52481">
                  <a:moveTo>
                    <a:pt x="6340" y="52480"/>
                  </a:moveTo>
                  <a:cubicBezTo>
                    <a:pt x="2868" y="52480"/>
                    <a:pt x="53" y="49742"/>
                    <a:pt x="53" y="46364"/>
                  </a:cubicBezTo>
                  <a:lnTo>
                    <a:pt x="53" y="7014"/>
                  </a:lnTo>
                  <a:cubicBezTo>
                    <a:pt x="-398" y="3608"/>
                    <a:pt x="2074" y="490"/>
                    <a:pt x="5575" y="52"/>
                  </a:cubicBezTo>
                  <a:cubicBezTo>
                    <a:pt x="9076" y="-387"/>
                    <a:pt x="12280" y="2018"/>
                    <a:pt x="12731" y="5425"/>
                  </a:cubicBezTo>
                  <a:cubicBezTo>
                    <a:pt x="12801" y="5952"/>
                    <a:pt x="12801" y="6486"/>
                    <a:pt x="12731" y="7014"/>
                  </a:cubicBezTo>
                  <a:lnTo>
                    <a:pt x="12731" y="46364"/>
                  </a:lnTo>
                  <a:cubicBezTo>
                    <a:pt x="12731" y="49742"/>
                    <a:pt x="9917" y="52481"/>
                    <a:pt x="6445" y="52481"/>
                  </a:cubicBezTo>
                  <a:cubicBezTo>
                    <a:pt x="6410" y="52481"/>
                    <a:pt x="6375" y="52481"/>
                    <a:pt x="6340" y="5248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7B1904D-9600-324B-B4DF-BF3A9B0ADC70}"/>
                </a:ext>
              </a:extLst>
            </p:cNvPr>
            <p:cNvSpPr/>
            <p:nvPr/>
          </p:nvSpPr>
          <p:spPr>
            <a:xfrm>
              <a:off x="5991800" y="2923489"/>
              <a:ext cx="12783" cy="52481"/>
            </a:xfrm>
            <a:custGeom>
              <a:avLst/>
              <a:gdLst>
                <a:gd name="connsiteX0" fmla="*/ 6444 w 12783"/>
                <a:gd name="connsiteY0" fmla="*/ 52480 h 52481"/>
                <a:gd name="connsiteX1" fmla="*/ 54 w 12783"/>
                <a:gd name="connsiteY1" fmla="*/ 46467 h 52481"/>
                <a:gd name="connsiteX2" fmla="*/ 53 w 12783"/>
                <a:gd name="connsiteY2" fmla="*/ 46364 h 52481"/>
                <a:gd name="connsiteX3" fmla="*/ 53 w 12783"/>
                <a:gd name="connsiteY3" fmla="*/ 7014 h 52481"/>
                <a:gd name="connsiteX4" fmla="*/ 5575 w 12783"/>
                <a:gd name="connsiteY4" fmla="*/ 52 h 52481"/>
                <a:gd name="connsiteX5" fmla="*/ 12731 w 12783"/>
                <a:gd name="connsiteY5" fmla="*/ 5425 h 52481"/>
                <a:gd name="connsiteX6" fmla="*/ 12731 w 12783"/>
                <a:gd name="connsiteY6" fmla="*/ 7014 h 52481"/>
                <a:gd name="connsiteX7" fmla="*/ 12731 w 12783"/>
                <a:gd name="connsiteY7" fmla="*/ 46364 h 52481"/>
                <a:gd name="connsiteX8" fmla="*/ 6444 w 12783"/>
                <a:gd name="connsiteY8" fmla="*/ 52480 h 5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52481">
                  <a:moveTo>
                    <a:pt x="6444" y="52480"/>
                  </a:moveTo>
                  <a:cubicBezTo>
                    <a:pt x="2973" y="52537"/>
                    <a:pt x="112" y="49844"/>
                    <a:pt x="54" y="46467"/>
                  </a:cubicBezTo>
                  <a:cubicBezTo>
                    <a:pt x="53" y="46432"/>
                    <a:pt x="53" y="46398"/>
                    <a:pt x="53" y="46364"/>
                  </a:cubicBezTo>
                  <a:lnTo>
                    <a:pt x="53" y="7014"/>
                  </a:lnTo>
                  <a:cubicBezTo>
                    <a:pt x="-398" y="3608"/>
                    <a:pt x="2074" y="490"/>
                    <a:pt x="5575" y="52"/>
                  </a:cubicBezTo>
                  <a:cubicBezTo>
                    <a:pt x="9076" y="-387"/>
                    <a:pt x="12280" y="2018"/>
                    <a:pt x="12731" y="5425"/>
                  </a:cubicBezTo>
                  <a:cubicBezTo>
                    <a:pt x="12801" y="5952"/>
                    <a:pt x="12801" y="6486"/>
                    <a:pt x="12731" y="7014"/>
                  </a:cubicBezTo>
                  <a:lnTo>
                    <a:pt x="12731" y="46364"/>
                  </a:lnTo>
                  <a:cubicBezTo>
                    <a:pt x="12731" y="49742"/>
                    <a:pt x="9916" y="52480"/>
                    <a:pt x="6444" y="5248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263BA65C-0A1B-9D4B-BBD4-E835CBA285C1}"/>
                </a:ext>
              </a:extLst>
            </p:cNvPr>
            <p:cNvSpPr/>
            <p:nvPr/>
          </p:nvSpPr>
          <p:spPr>
            <a:xfrm>
              <a:off x="5963878" y="3021436"/>
              <a:ext cx="159467" cy="12437"/>
            </a:xfrm>
            <a:custGeom>
              <a:avLst/>
              <a:gdLst>
                <a:gd name="connsiteX0" fmla="*/ 153076 w 159467"/>
                <a:gd name="connsiteY0" fmla="*/ 12437 h 12437"/>
                <a:gd name="connsiteX1" fmla="*/ 6391 w 159467"/>
                <a:gd name="connsiteY1" fmla="*/ 12437 h 12437"/>
                <a:gd name="connsiteX2" fmla="*/ 0 w 159467"/>
                <a:gd name="connsiteY2" fmla="*/ 6219 h 12437"/>
                <a:gd name="connsiteX3" fmla="*/ 6391 w 159467"/>
                <a:gd name="connsiteY3" fmla="*/ 0 h 12437"/>
                <a:gd name="connsiteX4" fmla="*/ 153076 w 159467"/>
                <a:gd name="connsiteY4" fmla="*/ 0 h 12437"/>
                <a:gd name="connsiteX5" fmla="*/ 159468 w 159467"/>
                <a:gd name="connsiteY5" fmla="*/ 6219 h 12437"/>
                <a:gd name="connsiteX6" fmla="*/ 153076 w 159467"/>
                <a:gd name="connsiteY6" fmla="*/ 12437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467" h="12437">
                  <a:moveTo>
                    <a:pt x="153076" y="12437"/>
                  </a:moveTo>
                  <a:lnTo>
                    <a:pt x="6391" y="12437"/>
                  </a:lnTo>
                  <a:cubicBezTo>
                    <a:pt x="2861" y="12437"/>
                    <a:pt x="0" y="9653"/>
                    <a:pt x="0" y="6219"/>
                  </a:cubicBezTo>
                  <a:cubicBezTo>
                    <a:pt x="0" y="2784"/>
                    <a:pt x="2861" y="0"/>
                    <a:pt x="6391" y="0"/>
                  </a:cubicBezTo>
                  <a:lnTo>
                    <a:pt x="153076" y="0"/>
                  </a:lnTo>
                  <a:cubicBezTo>
                    <a:pt x="156606" y="0"/>
                    <a:pt x="159468" y="2784"/>
                    <a:pt x="159468" y="6219"/>
                  </a:cubicBezTo>
                  <a:cubicBezTo>
                    <a:pt x="159468" y="9653"/>
                    <a:pt x="156606" y="12437"/>
                    <a:pt x="153076" y="1243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1" name="Graphic 83">
            <a:extLst>
              <a:ext uri="{FF2B5EF4-FFF2-40B4-BE49-F238E27FC236}">
                <a16:creationId xmlns:a16="http://schemas.microsoft.com/office/drawing/2014/main" id="{1D8AA227-E03F-314C-8C13-C08E709CBC08}"/>
              </a:ext>
            </a:extLst>
          </p:cNvPr>
          <p:cNvGrpSpPr/>
          <p:nvPr/>
        </p:nvGrpSpPr>
        <p:grpSpPr>
          <a:xfrm>
            <a:off x="5906107" y="2848521"/>
            <a:ext cx="377193" cy="318615"/>
            <a:chOff x="5913586" y="2827343"/>
            <a:chExt cx="377193" cy="318615"/>
          </a:xfrm>
          <a:solidFill>
            <a:srgbClr val="FFFFFF"/>
          </a:solidFill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2AE2E38C-85A6-D443-823C-5941436D9BBD}"/>
                </a:ext>
              </a:extLst>
            </p:cNvPr>
            <p:cNvSpPr/>
            <p:nvPr/>
          </p:nvSpPr>
          <p:spPr>
            <a:xfrm>
              <a:off x="6068181" y="2847887"/>
              <a:ext cx="12783" cy="41024"/>
            </a:xfrm>
            <a:custGeom>
              <a:avLst/>
              <a:gdLst>
                <a:gd name="connsiteX0" fmla="*/ 6444 w 12783"/>
                <a:gd name="connsiteY0" fmla="*/ 41024 h 41024"/>
                <a:gd name="connsiteX1" fmla="*/ 53 w 12783"/>
                <a:gd name="connsiteY1" fmla="*/ 34702 h 41024"/>
                <a:gd name="connsiteX2" fmla="*/ 53 w 12783"/>
                <a:gd name="connsiteY2" fmla="*/ 7131 h 41024"/>
                <a:gd name="connsiteX3" fmla="*/ 5575 w 12783"/>
                <a:gd name="connsiteY3" fmla="*/ 53 h 41024"/>
                <a:gd name="connsiteX4" fmla="*/ 12731 w 12783"/>
                <a:gd name="connsiteY4" fmla="*/ 5515 h 41024"/>
                <a:gd name="connsiteX5" fmla="*/ 12731 w 12783"/>
                <a:gd name="connsiteY5" fmla="*/ 7131 h 41024"/>
                <a:gd name="connsiteX6" fmla="*/ 12731 w 12783"/>
                <a:gd name="connsiteY6" fmla="*/ 34702 h 41024"/>
                <a:gd name="connsiteX7" fmla="*/ 6550 w 12783"/>
                <a:gd name="connsiteY7" fmla="*/ 41023 h 41024"/>
                <a:gd name="connsiteX8" fmla="*/ 6444 w 12783"/>
                <a:gd name="connsiteY8" fmla="*/ 41024 h 4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41024">
                  <a:moveTo>
                    <a:pt x="6444" y="41024"/>
                  </a:moveTo>
                  <a:cubicBezTo>
                    <a:pt x="2915" y="41024"/>
                    <a:pt x="53" y="38193"/>
                    <a:pt x="53" y="34702"/>
                  </a:cubicBezTo>
                  <a:lnTo>
                    <a:pt x="53" y="7131"/>
                  </a:lnTo>
                  <a:cubicBezTo>
                    <a:pt x="-398" y="3668"/>
                    <a:pt x="2074" y="499"/>
                    <a:pt x="5575" y="53"/>
                  </a:cubicBezTo>
                  <a:cubicBezTo>
                    <a:pt x="9076" y="-394"/>
                    <a:pt x="12280" y="2052"/>
                    <a:pt x="12731" y="5515"/>
                  </a:cubicBezTo>
                  <a:cubicBezTo>
                    <a:pt x="12801" y="6052"/>
                    <a:pt x="12801" y="6595"/>
                    <a:pt x="12731" y="7131"/>
                  </a:cubicBezTo>
                  <a:lnTo>
                    <a:pt x="12731" y="34702"/>
                  </a:lnTo>
                  <a:cubicBezTo>
                    <a:pt x="12789" y="38136"/>
                    <a:pt x="10021" y="40966"/>
                    <a:pt x="6550" y="41023"/>
                  </a:cubicBezTo>
                  <a:cubicBezTo>
                    <a:pt x="6515" y="41024"/>
                    <a:pt x="6480" y="41024"/>
                    <a:pt x="6444" y="4102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2FDDEB4D-BBCE-4042-BB4E-600FBC4C7E84}"/>
                </a:ext>
              </a:extLst>
            </p:cNvPr>
            <p:cNvSpPr/>
            <p:nvPr/>
          </p:nvSpPr>
          <p:spPr>
            <a:xfrm>
              <a:off x="6001722" y="2866374"/>
              <a:ext cx="26605" cy="36428"/>
            </a:xfrm>
            <a:custGeom>
              <a:avLst/>
              <a:gdLst>
                <a:gd name="connsiteX0" fmla="*/ 20307 w 26605"/>
                <a:gd name="connsiteY0" fmla="*/ 36425 h 36428"/>
                <a:gd name="connsiteX1" fmla="*/ 14858 w 26605"/>
                <a:gd name="connsiteY1" fmla="*/ 33523 h 36428"/>
                <a:gd name="connsiteX2" fmla="*/ 818 w 26605"/>
                <a:gd name="connsiteY2" fmla="*/ 9373 h 36428"/>
                <a:gd name="connsiteX3" fmla="*/ 3188 w 26605"/>
                <a:gd name="connsiteY3" fmla="*/ 896 h 36428"/>
                <a:gd name="connsiteX4" fmla="*/ 3228 w 26605"/>
                <a:gd name="connsiteY4" fmla="*/ 874 h 36428"/>
                <a:gd name="connsiteX5" fmla="*/ 11711 w 26605"/>
                <a:gd name="connsiteY5" fmla="*/ 2967 h 36428"/>
                <a:gd name="connsiteX6" fmla="*/ 11820 w 26605"/>
                <a:gd name="connsiteY6" fmla="*/ 3154 h 36428"/>
                <a:gd name="connsiteX7" fmla="*/ 25755 w 26605"/>
                <a:gd name="connsiteY7" fmla="*/ 26993 h 36428"/>
                <a:gd name="connsiteX8" fmla="*/ 23450 w 26605"/>
                <a:gd name="connsiteY8" fmla="*/ 35596 h 36428"/>
                <a:gd name="connsiteX9" fmla="*/ 20307 w 26605"/>
                <a:gd name="connsiteY9" fmla="*/ 36425 h 36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05" h="36428">
                  <a:moveTo>
                    <a:pt x="20307" y="36425"/>
                  </a:moveTo>
                  <a:cubicBezTo>
                    <a:pt x="18102" y="36470"/>
                    <a:pt x="16034" y="35369"/>
                    <a:pt x="14858" y="33523"/>
                  </a:cubicBezTo>
                  <a:lnTo>
                    <a:pt x="818" y="9373"/>
                  </a:lnTo>
                  <a:cubicBezTo>
                    <a:pt x="-894" y="6385"/>
                    <a:pt x="167" y="2590"/>
                    <a:pt x="3188" y="896"/>
                  </a:cubicBezTo>
                  <a:cubicBezTo>
                    <a:pt x="3201" y="889"/>
                    <a:pt x="3215" y="881"/>
                    <a:pt x="3228" y="874"/>
                  </a:cubicBezTo>
                  <a:cubicBezTo>
                    <a:pt x="6155" y="-865"/>
                    <a:pt x="9953" y="72"/>
                    <a:pt x="11711" y="2967"/>
                  </a:cubicBezTo>
                  <a:cubicBezTo>
                    <a:pt x="11748" y="3029"/>
                    <a:pt x="11785" y="3091"/>
                    <a:pt x="11820" y="3154"/>
                  </a:cubicBezTo>
                  <a:lnTo>
                    <a:pt x="25755" y="26993"/>
                  </a:lnTo>
                  <a:cubicBezTo>
                    <a:pt x="27502" y="30001"/>
                    <a:pt x="26474" y="33840"/>
                    <a:pt x="23450" y="35596"/>
                  </a:cubicBezTo>
                  <a:cubicBezTo>
                    <a:pt x="22507" y="36171"/>
                    <a:pt x="21414" y="36459"/>
                    <a:pt x="20307" y="3642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5509F5E2-C462-0F46-9D34-5C0FE2E60593}"/>
                </a:ext>
              </a:extLst>
            </p:cNvPr>
            <p:cNvSpPr/>
            <p:nvPr/>
          </p:nvSpPr>
          <p:spPr>
            <a:xfrm>
              <a:off x="5953002" y="2914561"/>
              <a:ext cx="38657" cy="27018"/>
            </a:xfrm>
            <a:custGeom>
              <a:avLst/>
              <a:gdLst>
                <a:gd name="connsiteX0" fmla="*/ 30575 w 38657"/>
                <a:gd name="connsiteY0" fmla="*/ 26796 h 27018"/>
                <a:gd name="connsiteX1" fmla="*/ 27327 w 38657"/>
                <a:gd name="connsiteY1" fmla="*/ 25863 h 27018"/>
                <a:gd name="connsiteX2" fmla="*/ 3228 w 38657"/>
                <a:gd name="connsiteY2" fmla="*/ 11663 h 27018"/>
                <a:gd name="connsiteX3" fmla="*/ 796 w 38657"/>
                <a:gd name="connsiteY3" fmla="*/ 3204 h 27018"/>
                <a:gd name="connsiteX4" fmla="*/ 818 w 38657"/>
                <a:gd name="connsiteY4" fmla="*/ 3164 h 27018"/>
                <a:gd name="connsiteX5" fmla="*/ 9515 w 38657"/>
                <a:gd name="connsiteY5" fmla="*/ 780 h 27018"/>
                <a:gd name="connsiteX6" fmla="*/ 33927 w 38657"/>
                <a:gd name="connsiteY6" fmla="*/ 14565 h 27018"/>
                <a:gd name="connsiteX7" fmla="*/ 38433 w 38657"/>
                <a:gd name="connsiteY7" fmla="*/ 22339 h 27018"/>
                <a:gd name="connsiteX8" fmla="*/ 30575 w 38657"/>
                <a:gd name="connsiteY8" fmla="*/ 26796 h 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57" h="27018">
                  <a:moveTo>
                    <a:pt x="30575" y="26796"/>
                  </a:moveTo>
                  <a:cubicBezTo>
                    <a:pt x="29425" y="26790"/>
                    <a:pt x="28300" y="26467"/>
                    <a:pt x="27327" y="25863"/>
                  </a:cubicBezTo>
                  <a:lnTo>
                    <a:pt x="3228" y="11663"/>
                  </a:lnTo>
                  <a:cubicBezTo>
                    <a:pt x="195" y="9992"/>
                    <a:pt x="-894" y="6204"/>
                    <a:pt x="796" y="3204"/>
                  </a:cubicBezTo>
                  <a:cubicBezTo>
                    <a:pt x="803" y="3191"/>
                    <a:pt x="811" y="3177"/>
                    <a:pt x="818" y="3164"/>
                  </a:cubicBezTo>
                  <a:cubicBezTo>
                    <a:pt x="2595" y="182"/>
                    <a:pt x="6440" y="-872"/>
                    <a:pt x="9515" y="780"/>
                  </a:cubicBezTo>
                  <a:lnTo>
                    <a:pt x="33927" y="14565"/>
                  </a:lnTo>
                  <a:cubicBezTo>
                    <a:pt x="37341" y="15481"/>
                    <a:pt x="39359" y="18962"/>
                    <a:pt x="38433" y="22339"/>
                  </a:cubicBezTo>
                  <a:cubicBezTo>
                    <a:pt x="37507" y="25716"/>
                    <a:pt x="33989" y="27712"/>
                    <a:pt x="30575" y="2679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3C7850C8-5594-BA40-A380-310D6AFABE65}"/>
                </a:ext>
              </a:extLst>
            </p:cNvPr>
            <p:cNvSpPr/>
            <p:nvPr/>
          </p:nvSpPr>
          <p:spPr>
            <a:xfrm>
              <a:off x="5934353" y="2980587"/>
              <a:ext cx="42287" cy="12646"/>
            </a:xfrm>
            <a:custGeom>
              <a:avLst/>
              <a:gdLst>
                <a:gd name="connsiteX0" fmla="*/ 35079 w 42287"/>
                <a:gd name="connsiteY0" fmla="*/ 12594 h 12646"/>
                <a:gd name="connsiteX1" fmla="*/ 7209 w 42287"/>
                <a:gd name="connsiteY1" fmla="*/ 12594 h 12646"/>
                <a:gd name="connsiteX2" fmla="*/ 53 w 42287"/>
                <a:gd name="connsiteY2" fmla="*/ 7131 h 12646"/>
                <a:gd name="connsiteX3" fmla="*/ 5575 w 42287"/>
                <a:gd name="connsiteY3" fmla="*/ 53 h 12646"/>
                <a:gd name="connsiteX4" fmla="*/ 7209 w 42287"/>
                <a:gd name="connsiteY4" fmla="*/ 53 h 12646"/>
                <a:gd name="connsiteX5" fmla="*/ 35079 w 42287"/>
                <a:gd name="connsiteY5" fmla="*/ 53 h 12646"/>
                <a:gd name="connsiteX6" fmla="*/ 42234 w 42287"/>
                <a:gd name="connsiteY6" fmla="*/ 5515 h 12646"/>
                <a:gd name="connsiteX7" fmla="*/ 36712 w 42287"/>
                <a:gd name="connsiteY7" fmla="*/ 12594 h 12646"/>
                <a:gd name="connsiteX8" fmla="*/ 35079 w 42287"/>
                <a:gd name="connsiteY8" fmla="*/ 12594 h 1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87" h="12646">
                  <a:moveTo>
                    <a:pt x="35079" y="12594"/>
                  </a:moveTo>
                  <a:lnTo>
                    <a:pt x="7209" y="12594"/>
                  </a:lnTo>
                  <a:cubicBezTo>
                    <a:pt x="3708" y="13040"/>
                    <a:pt x="504" y="10594"/>
                    <a:pt x="53" y="7131"/>
                  </a:cubicBezTo>
                  <a:cubicBezTo>
                    <a:pt x="-398" y="3668"/>
                    <a:pt x="2074" y="499"/>
                    <a:pt x="5575" y="53"/>
                  </a:cubicBezTo>
                  <a:cubicBezTo>
                    <a:pt x="6118" y="-17"/>
                    <a:pt x="6666" y="-17"/>
                    <a:pt x="7209" y="53"/>
                  </a:cubicBezTo>
                  <a:lnTo>
                    <a:pt x="35079" y="53"/>
                  </a:lnTo>
                  <a:cubicBezTo>
                    <a:pt x="38580" y="-394"/>
                    <a:pt x="41783" y="2052"/>
                    <a:pt x="42234" y="5515"/>
                  </a:cubicBezTo>
                  <a:cubicBezTo>
                    <a:pt x="42685" y="8979"/>
                    <a:pt x="40213" y="12148"/>
                    <a:pt x="36712" y="12594"/>
                  </a:cubicBezTo>
                  <a:cubicBezTo>
                    <a:pt x="36170" y="12663"/>
                    <a:pt x="35621" y="12663"/>
                    <a:pt x="35079" y="1259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45F6C337-C3E5-2C46-A252-A65BD8D9BB00}"/>
                </a:ext>
              </a:extLst>
            </p:cNvPr>
            <p:cNvSpPr/>
            <p:nvPr/>
          </p:nvSpPr>
          <p:spPr>
            <a:xfrm>
              <a:off x="5953032" y="3032384"/>
              <a:ext cx="36844" cy="26305"/>
            </a:xfrm>
            <a:custGeom>
              <a:avLst/>
              <a:gdLst>
                <a:gd name="connsiteX0" fmla="*/ 6342 w 36844"/>
                <a:gd name="connsiteY0" fmla="*/ 26303 h 26305"/>
                <a:gd name="connsiteX1" fmla="*/ 789 w 36844"/>
                <a:gd name="connsiteY1" fmla="*/ 23194 h 26305"/>
                <a:gd name="connsiteX2" fmla="*/ 3198 w 36844"/>
                <a:gd name="connsiteY2" fmla="*/ 14591 h 26305"/>
                <a:gd name="connsiteX3" fmla="*/ 27297 w 36844"/>
                <a:gd name="connsiteY3" fmla="*/ 806 h 26305"/>
                <a:gd name="connsiteX4" fmla="*/ 35993 w 36844"/>
                <a:gd name="connsiteY4" fmla="*/ 3086 h 26305"/>
                <a:gd name="connsiteX5" fmla="*/ 33688 w 36844"/>
                <a:gd name="connsiteY5" fmla="*/ 11689 h 26305"/>
                <a:gd name="connsiteX6" fmla="*/ 9485 w 36844"/>
                <a:gd name="connsiteY6" fmla="*/ 25474 h 26305"/>
                <a:gd name="connsiteX7" fmla="*/ 6342 w 36844"/>
                <a:gd name="connsiteY7" fmla="*/ 26303 h 2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844" h="26305">
                  <a:moveTo>
                    <a:pt x="6342" y="26303"/>
                  </a:moveTo>
                  <a:cubicBezTo>
                    <a:pt x="4063" y="26320"/>
                    <a:pt x="1947" y="25135"/>
                    <a:pt x="789" y="23194"/>
                  </a:cubicBezTo>
                  <a:cubicBezTo>
                    <a:pt x="-881" y="20152"/>
                    <a:pt x="184" y="16348"/>
                    <a:pt x="3198" y="14591"/>
                  </a:cubicBezTo>
                  <a:lnTo>
                    <a:pt x="27297" y="806"/>
                  </a:lnTo>
                  <a:cubicBezTo>
                    <a:pt x="30344" y="-864"/>
                    <a:pt x="34181" y="142"/>
                    <a:pt x="35993" y="3086"/>
                  </a:cubicBezTo>
                  <a:cubicBezTo>
                    <a:pt x="37740" y="6093"/>
                    <a:pt x="36712" y="9932"/>
                    <a:pt x="33688" y="11689"/>
                  </a:cubicBezTo>
                  <a:lnTo>
                    <a:pt x="9485" y="25474"/>
                  </a:lnTo>
                  <a:cubicBezTo>
                    <a:pt x="8542" y="26049"/>
                    <a:pt x="7449" y="26337"/>
                    <a:pt x="6342" y="2630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7B5F7A72-6595-6945-B40E-363B0F164D77}"/>
                </a:ext>
              </a:extLst>
            </p:cNvPr>
            <p:cNvSpPr/>
            <p:nvPr/>
          </p:nvSpPr>
          <p:spPr>
            <a:xfrm>
              <a:off x="6001542" y="3072070"/>
              <a:ext cx="25591" cy="35126"/>
            </a:xfrm>
            <a:custGeom>
              <a:avLst/>
              <a:gdLst>
                <a:gd name="connsiteX0" fmla="*/ 6342 w 25591"/>
                <a:gd name="connsiteY0" fmla="*/ 35124 h 35126"/>
                <a:gd name="connsiteX1" fmla="*/ 3198 w 25591"/>
                <a:gd name="connsiteY1" fmla="*/ 34294 h 35126"/>
                <a:gd name="connsiteX2" fmla="*/ 789 w 25591"/>
                <a:gd name="connsiteY2" fmla="*/ 25692 h 35126"/>
                <a:gd name="connsiteX3" fmla="*/ 14828 w 25591"/>
                <a:gd name="connsiteY3" fmla="*/ 1853 h 35126"/>
                <a:gd name="connsiteX4" fmla="*/ 23719 w 25591"/>
                <a:gd name="connsiteY4" fmla="*/ 1791 h 35126"/>
                <a:gd name="connsiteX5" fmla="*/ 25306 w 25591"/>
                <a:gd name="connsiteY5" fmla="*/ 8071 h 35126"/>
                <a:gd name="connsiteX6" fmla="*/ 11999 w 25591"/>
                <a:gd name="connsiteY6" fmla="*/ 31703 h 35126"/>
                <a:gd name="connsiteX7" fmla="*/ 6342 w 25591"/>
                <a:gd name="connsiteY7" fmla="*/ 35124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91" h="35126">
                  <a:moveTo>
                    <a:pt x="6342" y="35124"/>
                  </a:moveTo>
                  <a:cubicBezTo>
                    <a:pt x="5234" y="35158"/>
                    <a:pt x="4141" y="34869"/>
                    <a:pt x="3198" y="34294"/>
                  </a:cubicBezTo>
                  <a:cubicBezTo>
                    <a:pt x="184" y="32537"/>
                    <a:pt x="-881" y="28733"/>
                    <a:pt x="789" y="25692"/>
                  </a:cubicBezTo>
                  <a:lnTo>
                    <a:pt x="14828" y="1853"/>
                  </a:lnTo>
                  <a:cubicBezTo>
                    <a:pt x="17266" y="-593"/>
                    <a:pt x="21246" y="-621"/>
                    <a:pt x="23719" y="1791"/>
                  </a:cubicBezTo>
                  <a:cubicBezTo>
                    <a:pt x="25394" y="3425"/>
                    <a:pt x="26007" y="5849"/>
                    <a:pt x="25306" y="8071"/>
                  </a:cubicBezTo>
                  <a:lnTo>
                    <a:pt x="11999" y="31703"/>
                  </a:lnTo>
                  <a:cubicBezTo>
                    <a:pt x="10924" y="33815"/>
                    <a:pt x="8731" y="35140"/>
                    <a:pt x="6342" y="3512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D077AD1-A442-7949-9669-240B74D0C473}"/>
                </a:ext>
              </a:extLst>
            </p:cNvPr>
            <p:cNvSpPr/>
            <p:nvPr/>
          </p:nvSpPr>
          <p:spPr>
            <a:xfrm>
              <a:off x="6068181" y="3083583"/>
              <a:ext cx="12783" cy="41024"/>
            </a:xfrm>
            <a:custGeom>
              <a:avLst/>
              <a:gdLst>
                <a:gd name="connsiteX0" fmla="*/ 6444 w 12783"/>
                <a:gd name="connsiteY0" fmla="*/ 41024 h 41024"/>
                <a:gd name="connsiteX1" fmla="*/ 53 w 12783"/>
                <a:gd name="connsiteY1" fmla="*/ 34702 h 41024"/>
                <a:gd name="connsiteX2" fmla="*/ 53 w 12783"/>
                <a:gd name="connsiteY2" fmla="*/ 7131 h 41024"/>
                <a:gd name="connsiteX3" fmla="*/ 5575 w 12783"/>
                <a:gd name="connsiteY3" fmla="*/ 53 h 41024"/>
                <a:gd name="connsiteX4" fmla="*/ 12731 w 12783"/>
                <a:gd name="connsiteY4" fmla="*/ 5515 h 41024"/>
                <a:gd name="connsiteX5" fmla="*/ 12731 w 12783"/>
                <a:gd name="connsiteY5" fmla="*/ 7131 h 41024"/>
                <a:gd name="connsiteX6" fmla="*/ 12731 w 12783"/>
                <a:gd name="connsiteY6" fmla="*/ 34702 h 41024"/>
                <a:gd name="connsiteX7" fmla="*/ 6444 w 12783"/>
                <a:gd name="connsiteY7" fmla="*/ 41024 h 4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83" h="41024">
                  <a:moveTo>
                    <a:pt x="6444" y="41024"/>
                  </a:moveTo>
                  <a:cubicBezTo>
                    <a:pt x="2915" y="41024"/>
                    <a:pt x="53" y="38193"/>
                    <a:pt x="53" y="34702"/>
                  </a:cubicBezTo>
                  <a:lnTo>
                    <a:pt x="53" y="7131"/>
                  </a:lnTo>
                  <a:cubicBezTo>
                    <a:pt x="-398" y="3668"/>
                    <a:pt x="2074" y="499"/>
                    <a:pt x="5575" y="53"/>
                  </a:cubicBezTo>
                  <a:cubicBezTo>
                    <a:pt x="9076" y="-394"/>
                    <a:pt x="12280" y="2052"/>
                    <a:pt x="12731" y="5515"/>
                  </a:cubicBezTo>
                  <a:cubicBezTo>
                    <a:pt x="12801" y="6052"/>
                    <a:pt x="12801" y="6595"/>
                    <a:pt x="12731" y="7131"/>
                  </a:cubicBezTo>
                  <a:lnTo>
                    <a:pt x="12731" y="34702"/>
                  </a:lnTo>
                  <a:cubicBezTo>
                    <a:pt x="12731" y="38153"/>
                    <a:pt x="9933" y="40968"/>
                    <a:pt x="6444" y="4102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403E21AC-B0A3-AA4A-88B9-76D9BCA74EA1}"/>
                </a:ext>
              </a:extLst>
            </p:cNvPr>
            <p:cNvSpPr/>
            <p:nvPr/>
          </p:nvSpPr>
          <p:spPr>
            <a:xfrm>
              <a:off x="6159376" y="2914983"/>
              <a:ext cx="36834" cy="26374"/>
            </a:xfrm>
            <a:custGeom>
              <a:avLst/>
              <a:gdLst>
                <a:gd name="connsiteX0" fmla="*/ 6299 w 36834"/>
                <a:gd name="connsiteY0" fmla="*/ 26374 h 26374"/>
                <a:gd name="connsiteX1" fmla="*/ 851 w 36834"/>
                <a:gd name="connsiteY1" fmla="*/ 23161 h 26374"/>
                <a:gd name="connsiteX2" fmla="*/ 3156 w 36834"/>
                <a:gd name="connsiteY2" fmla="*/ 14558 h 26374"/>
                <a:gd name="connsiteX3" fmla="*/ 27359 w 36834"/>
                <a:gd name="connsiteY3" fmla="*/ 773 h 26374"/>
                <a:gd name="connsiteX4" fmla="*/ 35951 w 36834"/>
                <a:gd name="connsiteY4" fmla="*/ 3157 h 26374"/>
                <a:gd name="connsiteX5" fmla="*/ 33835 w 36834"/>
                <a:gd name="connsiteY5" fmla="*/ 11548 h 26374"/>
                <a:gd name="connsiteX6" fmla="*/ 33646 w 36834"/>
                <a:gd name="connsiteY6" fmla="*/ 11656 h 26374"/>
                <a:gd name="connsiteX7" fmla="*/ 9443 w 36834"/>
                <a:gd name="connsiteY7" fmla="*/ 25441 h 26374"/>
                <a:gd name="connsiteX8" fmla="*/ 6299 w 36834"/>
                <a:gd name="connsiteY8" fmla="*/ 26374 h 2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34" h="26374">
                  <a:moveTo>
                    <a:pt x="6299" y="26374"/>
                  </a:moveTo>
                  <a:cubicBezTo>
                    <a:pt x="4024" y="26376"/>
                    <a:pt x="1931" y="25142"/>
                    <a:pt x="851" y="23161"/>
                  </a:cubicBezTo>
                  <a:cubicBezTo>
                    <a:pt x="-896" y="20153"/>
                    <a:pt x="132" y="16314"/>
                    <a:pt x="3156" y="14558"/>
                  </a:cubicBezTo>
                  <a:lnTo>
                    <a:pt x="27359" y="773"/>
                  </a:lnTo>
                  <a:cubicBezTo>
                    <a:pt x="30403" y="-869"/>
                    <a:pt x="34214" y="189"/>
                    <a:pt x="35951" y="3157"/>
                  </a:cubicBezTo>
                  <a:cubicBezTo>
                    <a:pt x="37709" y="6052"/>
                    <a:pt x="36762" y="9809"/>
                    <a:pt x="33835" y="11548"/>
                  </a:cubicBezTo>
                  <a:cubicBezTo>
                    <a:pt x="33772" y="11585"/>
                    <a:pt x="33709" y="11621"/>
                    <a:pt x="33646" y="11656"/>
                  </a:cubicBezTo>
                  <a:lnTo>
                    <a:pt x="9443" y="25441"/>
                  </a:lnTo>
                  <a:cubicBezTo>
                    <a:pt x="8514" y="26058"/>
                    <a:pt x="7418" y="26383"/>
                    <a:pt x="6299" y="2637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36D21A6B-1A59-BF49-9B23-C0AE85E57A8D}"/>
                </a:ext>
              </a:extLst>
            </p:cNvPr>
            <p:cNvSpPr/>
            <p:nvPr/>
          </p:nvSpPr>
          <p:spPr>
            <a:xfrm>
              <a:off x="6120881" y="2866493"/>
              <a:ext cx="26399" cy="36311"/>
            </a:xfrm>
            <a:custGeom>
              <a:avLst/>
              <a:gdLst>
                <a:gd name="connsiteX0" fmla="*/ 6342 w 26399"/>
                <a:gd name="connsiteY0" fmla="*/ 36307 h 36311"/>
                <a:gd name="connsiteX1" fmla="*/ 3198 w 26399"/>
                <a:gd name="connsiteY1" fmla="*/ 35478 h 36311"/>
                <a:gd name="connsiteX2" fmla="*/ 789 w 26399"/>
                <a:gd name="connsiteY2" fmla="*/ 26875 h 36311"/>
                <a:gd name="connsiteX3" fmla="*/ 14724 w 26399"/>
                <a:gd name="connsiteY3" fmla="*/ 3036 h 36311"/>
                <a:gd name="connsiteX4" fmla="*/ 23210 w 26399"/>
                <a:gd name="connsiteY4" fmla="*/ 755 h 36311"/>
                <a:gd name="connsiteX5" fmla="*/ 25625 w 26399"/>
                <a:gd name="connsiteY5" fmla="*/ 9067 h 36311"/>
                <a:gd name="connsiteX6" fmla="*/ 25515 w 26399"/>
                <a:gd name="connsiteY6" fmla="*/ 9255 h 36311"/>
                <a:gd name="connsiteX7" fmla="*/ 11790 w 26399"/>
                <a:gd name="connsiteY7" fmla="*/ 33405 h 36311"/>
                <a:gd name="connsiteX8" fmla="*/ 6342 w 26399"/>
                <a:gd name="connsiteY8" fmla="*/ 36307 h 3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399" h="36311">
                  <a:moveTo>
                    <a:pt x="6342" y="36307"/>
                  </a:moveTo>
                  <a:cubicBezTo>
                    <a:pt x="5233" y="36353"/>
                    <a:pt x="4136" y="36064"/>
                    <a:pt x="3198" y="35478"/>
                  </a:cubicBezTo>
                  <a:cubicBezTo>
                    <a:pt x="184" y="33720"/>
                    <a:pt x="-881" y="29916"/>
                    <a:pt x="789" y="26875"/>
                  </a:cubicBezTo>
                  <a:lnTo>
                    <a:pt x="14724" y="3036"/>
                  </a:lnTo>
                  <a:cubicBezTo>
                    <a:pt x="16490" y="165"/>
                    <a:pt x="20218" y="-837"/>
                    <a:pt x="23210" y="755"/>
                  </a:cubicBezTo>
                  <a:cubicBezTo>
                    <a:pt x="26197" y="2391"/>
                    <a:pt x="27278" y="6113"/>
                    <a:pt x="25625" y="9067"/>
                  </a:cubicBezTo>
                  <a:cubicBezTo>
                    <a:pt x="25589" y="9130"/>
                    <a:pt x="25553" y="9193"/>
                    <a:pt x="25515" y="9255"/>
                  </a:cubicBezTo>
                  <a:lnTo>
                    <a:pt x="11790" y="33405"/>
                  </a:lnTo>
                  <a:cubicBezTo>
                    <a:pt x="10614" y="35250"/>
                    <a:pt x="8547" y="36352"/>
                    <a:pt x="6342" y="3630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708E68EF-63A0-A645-95FC-3CB9B2244E88}"/>
                </a:ext>
              </a:extLst>
            </p:cNvPr>
            <p:cNvSpPr/>
            <p:nvPr/>
          </p:nvSpPr>
          <p:spPr>
            <a:xfrm>
              <a:off x="6033820" y="2853230"/>
              <a:ext cx="15128" cy="21385"/>
            </a:xfrm>
            <a:custGeom>
              <a:avLst/>
              <a:gdLst>
                <a:gd name="connsiteX0" fmla="*/ 8745 w 15128"/>
                <a:gd name="connsiteY0" fmla="*/ 21377 h 21385"/>
                <a:gd name="connsiteX1" fmla="*/ 2668 w 15128"/>
                <a:gd name="connsiteY1" fmla="*/ 16817 h 21385"/>
                <a:gd name="connsiteX2" fmla="*/ 258 w 15128"/>
                <a:gd name="connsiteY2" fmla="*/ 7903 h 21385"/>
                <a:gd name="connsiteX3" fmla="*/ 4421 w 15128"/>
                <a:gd name="connsiteY3" fmla="*/ 298 h 21385"/>
                <a:gd name="connsiteX4" fmla="*/ 4659 w 15128"/>
                <a:gd name="connsiteY4" fmla="*/ 233 h 21385"/>
                <a:gd name="connsiteX5" fmla="*/ 12517 w 15128"/>
                <a:gd name="connsiteY5" fmla="*/ 4586 h 21385"/>
                <a:gd name="connsiteX6" fmla="*/ 14927 w 15128"/>
                <a:gd name="connsiteY6" fmla="*/ 13500 h 21385"/>
                <a:gd name="connsiteX7" fmla="*/ 10421 w 15128"/>
                <a:gd name="connsiteY7" fmla="*/ 21170 h 21385"/>
                <a:gd name="connsiteX8" fmla="*/ 8745 w 15128"/>
                <a:gd name="connsiteY8" fmla="*/ 21377 h 2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28" h="21385">
                  <a:moveTo>
                    <a:pt x="8745" y="21377"/>
                  </a:moveTo>
                  <a:cubicBezTo>
                    <a:pt x="5900" y="21422"/>
                    <a:pt x="3391" y="19539"/>
                    <a:pt x="2668" y="16817"/>
                  </a:cubicBezTo>
                  <a:lnTo>
                    <a:pt x="258" y="7903"/>
                  </a:lnTo>
                  <a:cubicBezTo>
                    <a:pt x="-715" y="4666"/>
                    <a:pt x="1148" y="1261"/>
                    <a:pt x="4421" y="298"/>
                  </a:cubicBezTo>
                  <a:cubicBezTo>
                    <a:pt x="4500" y="275"/>
                    <a:pt x="4579" y="253"/>
                    <a:pt x="4659" y="233"/>
                  </a:cubicBezTo>
                  <a:cubicBezTo>
                    <a:pt x="8042" y="-698"/>
                    <a:pt x="11551" y="1246"/>
                    <a:pt x="12517" y="4586"/>
                  </a:cubicBezTo>
                  <a:lnTo>
                    <a:pt x="14927" y="13500"/>
                  </a:lnTo>
                  <a:cubicBezTo>
                    <a:pt x="15794" y="16845"/>
                    <a:pt x="13788" y="20259"/>
                    <a:pt x="10421" y="21170"/>
                  </a:cubicBezTo>
                  <a:cubicBezTo>
                    <a:pt x="9880" y="21341"/>
                    <a:pt x="9312" y="21411"/>
                    <a:pt x="8745" y="2137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D5E87B60-E3D6-D945-8FD7-AD5B410B06C3}"/>
                </a:ext>
              </a:extLst>
            </p:cNvPr>
            <p:cNvSpPr/>
            <p:nvPr/>
          </p:nvSpPr>
          <p:spPr>
            <a:xfrm>
              <a:off x="5975758" y="2888848"/>
              <a:ext cx="17674" cy="17506"/>
            </a:xfrm>
            <a:custGeom>
              <a:avLst/>
              <a:gdLst>
                <a:gd name="connsiteX0" fmla="*/ 11171 w 17674"/>
                <a:gd name="connsiteY0" fmla="*/ 17475 h 17506"/>
                <a:gd name="connsiteX1" fmla="*/ 6665 w 17674"/>
                <a:gd name="connsiteY1" fmla="*/ 15610 h 17506"/>
                <a:gd name="connsiteX2" fmla="*/ 693 w 17674"/>
                <a:gd name="connsiteY2" fmla="*/ 9183 h 17506"/>
                <a:gd name="connsiteX3" fmla="*/ 3501 w 17674"/>
                <a:gd name="connsiteY3" fmla="*/ 684 h 17506"/>
                <a:gd name="connsiteX4" fmla="*/ 9285 w 17674"/>
                <a:gd name="connsiteY4" fmla="*/ 684 h 17506"/>
                <a:gd name="connsiteX5" fmla="*/ 15781 w 17674"/>
                <a:gd name="connsiteY5" fmla="*/ 7214 h 17506"/>
                <a:gd name="connsiteX6" fmla="*/ 15946 w 17674"/>
                <a:gd name="connsiteY6" fmla="*/ 15861 h 17506"/>
                <a:gd name="connsiteX7" fmla="*/ 15781 w 17674"/>
                <a:gd name="connsiteY7" fmla="*/ 16024 h 17506"/>
                <a:gd name="connsiteX8" fmla="*/ 11171 w 17674"/>
                <a:gd name="connsiteY8" fmla="*/ 17475 h 1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74" h="17506">
                  <a:moveTo>
                    <a:pt x="11171" y="17475"/>
                  </a:moveTo>
                  <a:cubicBezTo>
                    <a:pt x="9476" y="17480"/>
                    <a:pt x="7852" y="16807"/>
                    <a:pt x="6665" y="15610"/>
                  </a:cubicBezTo>
                  <a:lnTo>
                    <a:pt x="693" y="9183"/>
                  </a:lnTo>
                  <a:cubicBezTo>
                    <a:pt x="-904" y="6070"/>
                    <a:pt x="353" y="2264"/>
                    <a:pt x="3501" y="684"/>
                  </a:cubicBezTo>
                  <a:cubicBezTo>
                    <a:pt x="5318" y="-228"/>
                    <a:pt x="7467" y="-228"/>
                    <a:pt x="9285" y="684"/>
                  </a:cubicBezTo>
                  <a:lnTo>
                    <a:pt x="15781" y="7214"/>
                  </a:lnTo>
                  <a:cubicBezTo>
                    <a:pt x="18240" y="9557"/>
                    <a:pt x="18314" y="13428"/>
                    <a:pt x="15946" y="15861"/>
                  </a:cubicBezTo>
                  <a:cubicBezTo>
                    <a:pt x="15892" y="15916"/>
                    <a:pt x="15837" y="15971"/>
                    <a:pt x="15781" y="16024"/>
                  </a:cubicBezTo>
                  <a:cubicBezTo>
                    <a:pt x="14513" y="17118"/>
                    <a:pt x="12844" y="17644"/>
                    <a:pt x="11171" y="1747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73C2637C-5DEE-1644-B8F8-AFB663047DA8}"/>
                </a:ext>
              </a:extLst>
            </p:cNvPr>
            <p:cNvSpPr/>
            <p:nvPr/>
          </p:nvSpPr>
          <p:spPr>
            <a:xfrm>
              <a:off x="5940173" y="2946516"/>
              <a:ext cx="20963" cy="14740"/>
            </a:xfrm>
            <a:custGeom>
              <a:avLst/>
              <a:gdLst>
                <a:gd name="connsiteX0" fmla="*/ 15323 w 20963"/>
                <a:gd name="connsiteY0" fmla="*/ 14741 h 14740"/>
                <a:gd name="connsiteX1" fmla="*/ 13647 w 20963"/>
                <a:gd name="connsiteY1" fmla="*/ 14741 h 14740"/>
                <a:gd name="connsiteX2" fmla="*/ 4636 w 20963"/>
                <a:gd name="connsiteY2" fmla="*/ 12357 h 14740"/>
                <a:gd name="connsiteX3" fmla="*/ 235 w 20963"/>
                <a:gd name="connsiteY3" fmla="*/ 4583 h 14740"/>
                <a:gd name="connsiteX4" fmla="*/ 7955 w 20963"/>
                <a:gd name="connsiteY4" fmla="*/ 221 h 14740"/>
                <a:gd name="connsiteX5" fmla="*/ 7989 w 20963"/>
                <a:gd name="connsiteY5" fmla="*/ 230 h 14740"/>
                <a:gd name="connsiteX6" fmla="*/ 16999 w 20963"/>
                <a:gd name="connsiteY6" fmla="*/ 2614 h 14740"/>
                <a:gd name="connsiteX7" fmla="*/ 20483 w 20963"/>
                <a:gd name="connsiteY7" fmla="*/ 10865 h 14740"/>
                <a:gd name="connsiteX8" fmla="*/ 15323 w 20963"/>
                <a:gd name="connsiteY8" fmla="*/ 14741 h 1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63" h="14740">
                  <a:moveTo>
                    <a:pt x="15323" y="14741"/>
                  </a:moveTo>
                  <a:lnTo>
                    <a:pt x="13647" y="14741"/>
                  </a:lnTo>
                  <a:lnTo>
                    <a:pt x="4636" y="12357"/>
                  </a:lnTo>
                  <a:cubicBezTo>
                    <a:pt x="1259" y="11402"/>
                    <a:pt x="-706" y="7930"/>
                    <a:pt x="235" y="4583"/>
                  </a:cubicBezTo>
                  <a:cubicBezTo>
                    <a:pt x="1149" y="1270"/>
                    <a:pt x="4606" y="-683"/>
                    <a:pt x="7955" y="221"/>
                  </a:cubicBezTo>
                  <a:cubicBezTo>
                    <a:pt x="7966" y="224"/>
                    <a:pt x="7978" y="227"/>
                    <a:pt x="7989" y="230"/>
                  </a:cubicBezTo>
                  <a:lnTo>
                    <a:pt x="16999" y="2614"/>
                  </a:lnTo>
                  <a:cubicBezTo>
                    <a:pt x="20264" y="3941"/>
                    <a:pt x="21824" y="7635"/>
                    <a:pt x="20483" y="10865"/>
                  </a:cubicBezTo>
                  <a:cubicBezTo>
                    <a:pt x="19601" y="12987"/>
                    <a:pt x="17626" y="14471"/>
                    <a:pt x="15323" y="1474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D855DBED-BB35-4048-A49A-CD0B64CA8DD8}"/>
                </a:ext>
              </a:extLst>
            </p:cNvPr>
            <p:cNvSpPr/>
            <p:nvPr/>
          </p:nvSpPr>
          <p:spPr>
            <a:xfrm>
              <a:off x="5939959" y="3012052"/>
              <a:ext cx="21427" cy="14926"/>
            </a:xfrm>
            <a:custGeom>
              <a:avLst/>
              <a:gdLst>
                <a:gd name="connsiteX0" fmla="*/ 6108 w 21427"/>
                <a:gd name="connsiteY0" fmla="*/ 14918 h 14926"/>
                <a:gd name="connsiteX1" fmla="*/ 6 w 21427"/>
                <a:gd name="connsiteY1" fmla="*/ 8321 h 14926"/>
                <a:gd name="connsiteX2" fmla="*/ 4431 w 21427"/>
                <a:gd name="connsiteY2" fmla="*/ 2584 h 14926"/>
                <a:gd name="connsiteX3" fmla="*/ 13442 w 21427"/>
                <a:gd name="connsiteY3" fmla="*/ 200 h 14926"/>
                <a:gd name="connsiteX4" fmla="*/ 21195 w 21427"/>
                <a:gd name="connsiteY4" fmla="*/ 4657 h 14926"/>
                <a:gd name="connsiteX5" fmla="*/ 16828 w 21427"/>
                <a:gd name="connsiteY5" fmla="*/ 12317 h 14926"/>
                <a:gd name="connsiteX6" fmla="*/ 16795 w 21427"/>
                <a:gd name="connsiteY6" fmla="*/ 12327 h 14926"/>
                <a:gd name="connsiteX7" fmla="*/ 7784 w 21427"/>
                <a:gd name="connsiteY7" fmla="*/ 14711 h 14926"/>
                <a:gd name="connsiteX8" fmla="*/ 6108 w 21427"/>
                <a:gd name="connsiteY8" fmla="*/ 14918 h 1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27" h="14926">
                  <a:moveTo>
                    <a:pt x="6108" y="14918"/>
                  </a:moveTo>
                  <a:cubicBezTo>
                    <a:pt x="2581" y="14763"/>
                    <a:pt x="-150" y="11809"/>
                    <a:pt x="6" y="8321"/>
                  </a:cubicBezTo>
                  <a:cubicBezTo>
                    <a:pt x="125" y="5682"/>
                    <a:pt x="1890" y="3394"/>
                    <a:pt x="4431" y="2584"/>
                  </a:cubicBezTo>
                  <a:lnTo>
                    <a:pt x="13442" y="200"/>
                  </a:lnTo>
                  <a:cubicBezTo>
                    <a:pt x="16823" y="-658"/>
                    <a:pt x="20275" y="1326"/>
                    <a:pt x="21195" y="4657"/>
                  </a:cubicBezTo>
                  <a:cubicBezTo>
                    <a:pt x="22128" y="7965"/>
                    <a:pt x="20173" y="11395"/>
                    <a:pt x="16828" y="12317"/>
                  </a:cubicBezTo>
                  <a:cubicBezTo>
                    <a:pt x="16817" y="12321"/>
                    <a:pt x="16806" y="12324"/>
                    <a:pt x="16795" y="12327"/>
                  </a:cubicBezTo>
                  <a:lnTo>
                    <a:pt x="7784" y="14711"/>
                  </a:lnTo>
                  <a:cubicBezTo>
                    <a:pt x="7243" y="14881"/>
                    <a:pt x="6675" y="14952"/>
                    <a:pt x="6108" y="1491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A7776CCD-FCB5-204B-8F15-80BA8B7E7284}"/>
                </a:ext>
              </a:extLst>
            </p:cNvPr>
            <p:cNvSpPr/>
            <p:nvPr/>
          </p:nvSpPr>
          <p:spPr>
            <a:xfrm>
              <a:off x="5974549" y="3066953"/>
              <a:ext cx="19311" cy="19511"/>
            </a:xfrm>
            <a:custGeom>
              <a:avLst/>
              <a:gdLst>
                <a:gd name="connsiteX0" fmla="*/ 5988 w 19311"/>
                <a:gd name="connsiteY0" fmla="*/ 19511 h 19511"/>
                <a:gd name="connsiteX1" fmla="*/ 1902 w 19311"/>
                <a:gd name="connsiteY1" fmla="*/ 17231 h 19511"/>
                <a:gd name="connsiteX2" fmla="*/ 1781 w 19311"/>
                <a:gd name="connsiteY2" fmla="*/ 8437 h 19511"/>
                <a:gd name="connsiteX3" fmla="*/ 1902 w 19311"/>
                <a:gd name="connsiteY3" fmla="*/ 8317 h 19511"/>
                <a:gd name="connsiteX4" fmla="*/ 8503 w 19311"/>
                <a:gd name="connsiteY4" fmla="*/ 1787 h 19511"/>
                <a:gd name="connsiteX5" fmla="*/ 17409 w 19311"/>
                <a:gd name="connsiteY5" fmla="*/ 1787 h 19511"/>
                <a:gd name="connsiteX6" fmla="*/ 17530 w 19311"/>
                <a:gd name="connsiteY6" fmla="*/ 10581 h 19511"/>
                <a:gd name="connsiteX7" fmla="*/ 17409 w 19311"/>
                <a:gd name="connsiteY7" fmla="*/ 10701 h 19511"/>
                <a:gd name="connsiteX8" fmla="*/ 10913 w 19311"/>
                <a:gd name="connsiteY8" fmla="*/ 17231 h 19511"/>
                <a:gd name="connsiteX9" fmla="*/ 5988 w 19311"/>
                <a:gd name="connsiteY9" fmla="*/ 19511 h 19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311" h="19511">
                  <a:moveTo>
                    <a:pt x="5988" y="19511"/>
                  </a:moveTo>
                  <a:cubicBezTo>
                    <a:pt x="4376" y="19312"/>
                    <a:pt x="2908" y="18492"/>
                    <a:pt x="1902" y="17231"/>
                  </a:cubicBezTo>
                  <a:cubicBezTo>
                    <a:pt x="-586" y="14835"/>
                    <a:pt x="-640" y="10898"/>
                    <a:pt x="1781" y="8437"/>
                  </a:cubicBezTo>
                  <a:cubicBezTo>
                    <a:pt x="1821" y="8396"/>
                    <a:pt x="1861" y="8356"/>
                    <a:pt x="1902" y="8317"/>
                  </a:cubicBezTo>
                  <a:lnTo>
                    <a:pt x="8503" y="1787"/>
                  </a:lnTo>
                  <a:cubicBezTo>
                    <a:pt x="10983" y="-596"/>
                    <a:pt x="14929" y="-596"/>
                    <a:pt x="17409" y="1787"/>
                  </a:cubicBezTo>
                  <a:cubicBezTo>
                    <a:pt x="19897" y="4182"/>
                    <a:pt x="19951" y="8120"/>
                    <a:pt x="17530" y="10581"/>
                  </a:cubicBezTo>
                  <a:cubicBezTo>
                    <a:pt x="17490" y="10622"/>
                    <a:pt x="17450" y="10662"/>
                    <a:pt x="17409" y="10701"/>
                  </a:cubicBezTo>
                  <a:lnTo>
                    <a:pt x="10913" y="17231"/>
                  </a:lnTo>
                  <a:cubicBezTo>
                    <a:pt x="9706" y="18690"/>
                    <a:pt x="7894" y="19529"/>
                    <a:pt x="5988" y="1951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287B9FC5-8FBA-8445-B0AD-D851FC651C98}"/>
                </a:ext>
              </a:extLst>
            </p:cNvPr>
            <p:cNvSpPr/>
            <p:nvPr/>
          </p:nvSpPr>
          <p:spPr>
            <a:xfrm>
              <a:off x="6033845" y="3098806"/>
              <a:ext cx="15105" cy="21311"/>
            </a:xfrm>
            <a:custGeom>
              <a:avLst/>
              <a:gdLst>
                <a:gd name="connsiteX0" fmla="*/ 6310 w 15105"/>
                <a:gd name="connsiteY0" fmla="*/ 21240 h 21311"/>
                <a:gd name="connsiteX1" fmla="*/ 4633 w 15105"/>
                <a:gd name="connsiteY1" fmla="*/ 21240 h 21311"/>
                <a:gd name="connsiteX2" fmla="*/ 223 w 15105"/>
                <a:gd name="connsiteY2" fmla="*/ 13604 h 21311"/>
                <a:gd name="connsiteX3" fmla="*/ 233 w 15105"/>
                <a:gd name="connsiteY3" fmla="*/ 13570 h 21311"/>
                <a:gd name="connsiteX4" fmla="*/ 2642 w 15105"/>
                <a:gd name="connsiteY4" fmla="*/ 4657 h 21311"/>
                <a:gd name="connsiteX5" fmla="*/ 10396 w 15105"/>
                <a:gd name="connsiteY5" fmla="*/ 200 h 21311"/>
                <a:gd name="connsiteX6" fmla="*/ 14901 w 15105"/>
                <a:gd name="connsiteY6" fmla="*/ 7973 h 21311"/>
                <a:gd name="connsiteX7" fmla="*/ 12491 w 15105"/>
                <a:gd name="connsiteY7" fmla="*/ 16784 h 21311"/>
                <a:gd name="connsiteX8" fmla="*/ 6310 w 15105"/>
                <a:gd name="connsiteY8" fmla="*/ 21240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5" h="21311">
                  <a:moveTo>
                    <a:pt x="6310" y="21240"/>
                  </a:moveTo>
                  <a:cubicBezTo>
                    <a:pt x="5755" y="21335"/>
                    <a:pt x="5188" y="21335"/>
                    <a:pt x="4633" y="21240"/>
                  </a:cubicBezTo>
                  <a:cubicBezTo>
                    <a:pt x="1284" y="20336"/>
                    <a:pt x="-691" y="16917"/>
                    <a:pt x="223" y="13604"/>
                  </a:cubicBezTo>
                  <a:cubicBezTo>
                    <a:pt x="226" y="13593"/>
                    <a:pt x="229" y="13582"/>
                    <a:pt x="233" y="13570"/>
                  </a:cubicBezTo>
                  <a:lnTo>
                    <a:pt x="2642" y="4657"/>
                  </a:lnTo>
                  <a:cubicBezTo>
                    <a:pt x="3563" y="1326"/>
                    <a:pt x="7015" y="-658"/>
                    <a:pt x="10396" y="200"/>
                  </a:cubicBezTo>
                  <a:cubicBezTo>
                    <a:pt x="13777" y="1157"/>
                    <a:pt x="15774" y="4603"/>
                    <a:pt x="14901" y="7973"/>
                  </a:cubicBezTo>
                  <a:lnTo>
                    <a:pt x="12491" y="16784"/>
                  </a:lnTo>
                  <a:cubicBezTo>
                    <a:pt x="11627" y="19439"/>
                    <a:pt x="9130" y="21240"/>
                    <a:pt x="6310" y="2124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E88682E6-E3D0-BC44-8C6D-9A262106CEE3}"/>
                </a:ext>
              </a:extLst>
            </p:cNvPr>
            <p:cNvSpPr/>
            <p:nvPr/>
          </p:nvSpPr>
          <p:spPr>
            <a:xfrm>
              <a:off x="6099909" y="3097586"/>
              <a:ext cx="15385" cy="22464"/>
            </a:xfrm>
            <a:custGeom>
              <a:avLst/>
              <a:gdLst>
                <a:gd name="connsiteX0" fmla="*/ 9187 w 15385"/>
                <a:gd name="connsiteY0" fmla="*/ 22461 h 22464"/>
                <a:gd name="connsiteX1" fmla="*/ 3006 w 15385"/>
                <a:gd name="connsiteY1" fmla="*/ 17797 h 22464"/>
                <a:gd name="connsiteX2" fmla="*/ 596 w 15385"/>
                <a:gd name="connsiteY2" fmla="*/ 8987 h 22464"/>
                <a:gd name="connsiteX3" fmla="*/ 3701 w 15385"/>
                <a:gd name="connsiteY3" fmla="*/ 589 h 22464"/>
                <a:gd name="connsiteX4" fmla="*/ 12190 w 15385"/>
                <a:gd name="connsiteY4" fmla="*/ 3662 h 22464"/>
                <a:gd name="connsiteX5" fmla="*/ 12750 w 15385"/>
                <a:gd name="connsiteY5" fmla="*/ 5670 h 22464"/>
                <a:gd name="connsiteX6" fmla="*/ 15160 w 15385"/>
                <a:gd name="connsiteY6" fmla="*/ 14584 h 22464"/>
                <a:gd name="connsiteX7" fmla="*/ 10760 w 15385"/>
                <a:gd name="connsiteY7" fmla="*/ 22226 h 22464"/>
                <a:gd name="connsiteX8" fmla="*/ 10654 w 15385"/>
                <a:gd name="connsiteY8" fmla="*/ 22254 h 22464"/>
                <a:gd name="connsiteX9" fmla="*/ 9187 w 15385"/>
                <a:gd name="connsiteY9" fmla="*/ 22461 h 2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385" h="22464">
                  <a:moveTo>
                    <a:pt x="9187" y="22461"/>
                  </a:moveTo>
                  <a:cubicBezTo>
                    <a:pt x="6298" y="22467"/>
                    <a:pt x="3764" y="20555"/>
                    <a:pt x="3006" y="17797"/>
                  </a:cubicBezTo>
                  <a:lnTo>
                    <a:pt x="596" y="8987"/>
                  </a:lnTo>
                  <a:cubicBezTo>
                    <a:pt x="-891" y="5819"/>
                    <a:pt x="500" y="2060"/>
                    <a:pt x="3701" y="589"/>
                  </a:cubicBezTo>
                  <a:cubicBezTo>
                    <a:pt x="6903" y="-881"/>
                    <a:pt x="10703" y="494"/>
                    <a:pt x="12190" y="3662"/>
                  </a:cubicBezTo>
                  <a:cubicBezTo>
                    <a:pt x="12487" y="4296"/>
                    <a:pt x="12677" y="4974"/>
                    <a:pt x="12750" y="5670"/>
                  </a:cubicBezTo>
                  <a:lnTo>
                    <a:pt x="15160" y="14584"/>
                  </a:lnTo>
                  <a:cubicBezTo>
                    <a:pt x="16078" y="17896"/>
                    <a:pt x="14108" y="21317"/>
                    <a:pt x="10760" y="22226"/>
                  </a:cubicBezTo>
                  <a:cubicBezTo>
                    <a:pt x="10725" y="22235"/>
                    <a:pt x="10690" y="22245"/>
                    <a:pt x="10654" y="22254"/>
                  </a:cubicBezTo>
                  <a:cubicBezTo>
                    <a:pt x="10182" y="22411"/>
                    <a:pt x="9685" y="22481"/>
                    <a:pt x="9187" y="2246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F8A585ED-6C26-D442-B33C-1F7F52CC7F25}"/>
                </a:ext>
              </a:extLst>
            </p:cNvPr>
            <p:cNvSpPr/>
            <p:nvPr/>
          </p:nvSpPr>
          <p:spPr>
            <a:xfrm>
              <a:off x="6156120" y="2887651"/>
              <a:ext cx="18915" cy="18688"/>
            </a:xfrm>
            <a:custGeom>
              <a:avLst/>
              <a:gdLst>
                <a:gd name="connsiteX0" fmla="*/ 5993 w 18915"/>
                <a:gd name="connsiteY0" fmla="*/ 18673 h 18688"/>
                <a:gd name="connsiteX1" fmla="*/ 13 w 18915"/>
                <a:gd name="connsiteY1" fmla="*/ 11968 h 18688"/>
                <a:gd name="connsiteX2" fmla="*/ 1487 w 18915"/>
                <a:gd name="connsiteY2" fmla="*/ 8308 h 18688"/>
                <a:gd name="connsiteX3" fmla="*/ 8088 w 18915"/>
                <a:gd name="connsiteY3" fmla="*/ 1882 h 18688"/>
                <a:gd name="connsiteX4" fmla="*/ 16978 w 18915"/>
                <a:gd name="connsiteY4" fmla="*/ 1762 h 18688"/>
                <a:gd name="connsiteX5" fmla="*/ 17099 w 18915"/>
                <a:gd name="connsiteY5" fmla="*/ 1882 h 18688"/>
                <a:gd name="connsiteX6" fmla="*/ 17099 w 18915"/>
                <a:gd name="connsiteY6" fmla="*/ 10796 h 18688"/>
                <a:gd name="connsiteX7" fmla="*/ 10498 w 18915"/>
                <a:gd name="connsiteY7" fmla="*/ 17222 h 18688"/>
                <a:gd name="connsiteX8" fmla="*/ 5993 w 18915"/>
                <a:gd name="connsiteY8" fmla="*/ 18673 h 1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15" h="18688">
                  <a:moveTo>
                    <a:pt x="5993" y="18673"/>
                  </a:moveTo>
                  <a:cubicBezTo>
                    <a:pt x="2470" y="18455"/>
                    <a:pt x="-208" y="15453"/>
                    <a:pt x="13" y="11968"/>
                  </a:cubicBezTo>
                  <a:cubicBezTo>
                    <a:pt x="98" y="10624"/>
                    <a:pt x="614" y="9341"/>
                    <a:pt x="1487" y="8308"/>
                  </a:cubicBezTo>
                  <a:lnTo>
                    <a:pt x="8088" y="1882"/>
                  </a:lnTo>
                  <a:cubicBezTo>
                    <a:pt x="10510" y="-580"/>
                    <a:pt x="14490" y="-633"/>
                    <a:pt x="16978" y="1762"/>
                  </a:cubicBezTo>
                  <a:cubicBezTo>
                    <a:pt x="17019" y="1801"/>
                    <a:pt x="17059" y="1841"/>
                    <a:pt x="17099" y="1882"/>
                  </a:cubicBezTo>
                  <a:cubicBezTo>
                    <a:pt x="19521" y="4370"/>
                    <a:pt x="19521" y="8307"/>
                    <a:pt x="17099" y="10796"/>
                  </a:cubicBezTo>
                  <a:lnTo>
                    <a:pt x="10498" y="17222"/>
                  </a:lnTo>
                  <a:cubicBezTo>
                    <a:pt x="9245" y="18268"/>
                    <a:pt x="7628" y="18789"/>
                    <a:pt x="5993" y="1867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747B3158-1FAE-6646-9153-20BB80C62D3A}"/>
                </a:ext>
              </a:extLst>
            </p:cNvPr>
            <p:cNvSpPr/>
            <p:nvPr/>
          </p:nvSpPr>
          <p:spPr>
            <a:xfrm>
              <a:off x="6100280" y="2853440"/>
              <a:ext cx="15144" cy="21248"/>
            </a:xfrm>
            <a:custGeom>
              <a:avLst/>
              <a:gdLst>
                <a:gd name="connsiteX0" fmla="*/ 6407 w 15144"/>
                <a:gd name="connsiteY0" fmla="*/ 21167 h 21248"/>
                <a:gd name="connsiteX1" fmla="*/ 4731 w 15144"/>
                <a:gd name="connsiteY1" fmla="*/ 21167 h 21248"/>
                <a:gd name="connsiteX2" fmla="*/ 197 w 15144"/>
                <a:gd name="connsiteY2" fmla="*/ 13601 h 21248"/>
                <a:gd name="connsiteX3" fmla="*/ 225 w 15144"/>
                <a:gd name="connsiteY3" fmla="*/ 13497 h 21248"/>
                <a:gd name="connsiteX4" fmla="*/ 2635 w 15144"/>
                <a:gd name="connsiteY4" fmla="*/ 4583 h 21248"/>
                <a:gd name="connsiteX5" fmla="*/ 10355 w 15144"/>
                <a:gd name="connsiteY5" fmla="*/ 221 h 21248"/>
                <a:gd name="connsiteX6" fmla="*/ 10389 w 15144"/>
                <a:gd name="connsiteY6" fmla="*/ 230 h 21248"/>
                <a:gd name="connsiteX7" fmla="*/ 14976 w 15144"/>
                <a:gd name="connsiteY7" fmla="*/ 7592 h 21248"/>
                <a:gd name="connsiteX8" fmla="*/ 14894 w 15144"/>
                <a:gd name="connsiteY8" fmla="*/ 7900 h 21248"/>
                <a:gd name="connsiteX9" fmla="*/ 12379 w 15144"/>
                <a:gd name="connsiteY9" fmla="*/ 16607 h 21248"/>
                <a:gd name="connsiteX10" fmla="*/ 6407 w 15144"/>
                <a:gd name="connsiteY10" fmla="*/ 21167 h 2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44" h="21248">
                  <a:moveTo>
                    <a:pt x="6407" y="21167"/>
                  </a:moveTo>
                  <a:cubicBezTo>
                    <a:pt x="5854" y="21276"/>
                    <a:pt x="5284" y="21276"/>
                    <a:pt x="4731" y="21167"/>
                  </a:cubicBezTo>
                  <a:cubicBezTo>
                    <a:pt x="1367" y="20316"/>
                    <a:pt x="-663" y="16929"/>
                    <a:pt x="197" y="13601"/>
                  </a:cubicBezTo>
                  <a:cubicBezTo>
                    <a:pt x="206" y="13567"/>
                    <a:pt x="216" y="13532"/>
                    <a:pt x="225" y="13497"/>
                  </a:cubicBezTo>
                  <a:lnTo>
                    <a:pt x="2635" y="4583"/>
                  </a:lnTo>
                  <a:cubicBezTo>
                    <a:pt x="3549" y="1270"/>
                    <a:pt x="7005" y="-683"/>
                    <a:pt x="10355" y="221"/>
                  </a:cubicBezTo>
                  <a:cubicBezTo>
                    <a:pt x="10366" y="224"/>
                    <a:pt x="10377" y="227"/>
                    <a:pt x="10389" y="230"/>
                  </a:cubicBezTo>
                  <a:cubicBezTo>
                    <a:pt x="13710" y="1010"/>
                    <a:pt x="15765" y="4306"/>
                    <a:pt x="14976" y="7592"/>
                  </a:cubicBezTo>
                  <a:cubicBezTo>
                    <a:pt x="14952" y="7695"/>
                    <a:pt x="14924" y="7798"/>
                    <a:pt x="14894" y="7900"/>
                  </a:cubicBezTo>
                  <a:lnTo>
                    <a:pt x="12379" y="16607"/>
                  </a:lnTo>
                  <a:cubicBezTo>
                    <a:pt x="11634" y="19271"/>
                    <a:pt x="9201" y="21129"/>
                    <a:pt x="6407" y="2116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4CAFC095-3B47-EE45-B01A-183267A5B557}"/>
                </a:ext>
              </a:extLst>
            </p:cNvPr>
            <p:cNvSpPr/>
            <p:nvPr/>
          </p:nvSpPr>
          <p:spPr>
            <a:xfrm>
              <a:off x="5913586" y="2827343"/>
              <a:ext cx="319749" cy="318615"/>
            </a:xfrm>
            <a:custGeom>
              <a:avLst/>
              <a:gdLst>
                <a:gd name="connsiteX0" fmla="*/ 161039 w 319749"/>
                <a:gd name="connsiteY0" fmla="*/ 318615 h 318615"/>
                <a:gd name="connsiteX1" fmla="*/ 0 w 319749"/>
                <a:gd name="connsiteY1" fmla="*/ 159308 h 318615"/>
                <a:gd name="connsiteX2" fmla="*/ 161039 w 319749"/>
                <a:gd name="connsiteY2" fmla="*/ 0 h 318615"/>
                <a:gd name="connsiteX3" fmla="*/ 319669 w 319749"/>
                <a:gd name="connsiteY3" fmla="*/ 126244 h 318615"/>
                <a:gd name="connsiteX4" fmla="*/ 314369 w 319749"/>
                <a:gd name="connsiteY4" fmla="*/ 133487 h 318615"/>
                <a:gd name="connsiteX5" fmla="*/ 307200 w 319749"/>
                <a:gd name="connsiteY5" fmla="*/ 128939 h 318615"/>
                <a:gd name="connsiteX6" fmla="*/ 161039 w 319749"/>
                <a:gd name="connsiteY6" fmla="*/ 12541 h 318615"/>
                <a:gd name="connsiteX7" fmla="*/ 12678 w 319749"/>
                <a:gd name="connsiteY7" fmla="*/ 159308 h 318615"/>
                <a:gd name="connsiteX8" fmla="*/ 161039 w 319749"/>
                <a:gd name="connsiteY8" fmla="*/ 306074 h 318615"/>
                <a:gd name="connsiteX9" fmla="*/ 224533 w 319749"/>
                <a:gd name="connsiteY9" fmla="*/ 291874 h 318615"/>
                <a:gd name="connsiteX10" fmla="*/ 233020 w 319749"/>
                <a:gd name="connsiteY10" fmla="*/ 294880 h 318615"/>
                <a:gd name="connsiteX11" fmla="*/ 230141 w 319749"/>
                <a:gd name="connsiteY11" fmla="*/ 303201 h 318615"/>
                <a:gd name="connsiteX12" fmla="*/ 229981 w 319749"/>
                <a:gd name="connsiteY12" fmla="*/ 303275 h 318615"/>
                <a:gd name="connsiteX13" fmla="*/ 161039 w 319749"/>
                <a:gd name="connsiteY13" fmla="*/ 318615 h 31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749" h="318615">
                  <a:moveTo>
                    <a:pt x="161039" y="318615"/>
                  </a:moveTo>
                  <a:cubicBezTo>
                    <a:pt x="72100" y="318615"/>
                    <a:pt x="0" y="247291"/>
                    <a:pt x="0" y="159308"/>
                  </a:cubicBezTo>
                  <a:cubicBezTo>
                    <a:pt x="0" y="71324"/>
                    <a:pt x="72100" y="0"/>
                    <a:pt x="161039" y="0"/>
                  </a:cubicBezTo>
                  <a:cubicBezTo>
                    <a:pt x="237187" y="389"/>
                    <a:pt x="302975" y="52746"/>
                    <a:pt x="319669" y="126244"/>
                  </a:cubicBezTo>
                  <a:cubicBezTo>
                    <a:pt x="320227" y="129692"/>
                    <a:pt x="317854" y="132935"/>
                    <a:pt x="314369" y="133487"/>
                  </a:cubicBezTo>
                  <a:cubicBezTo>
                    <a:pt x="311158" y="133996"/>
                    <a:pt x="308072" y="132038"/>
                    <a:pt x="307200" y="128939"/>
                  </a:cubicBezTo>
                  <a:cubicBezTo>
                    <a:pt x="291899" y="61157"/>
                    <a:pt x="231244" y="12855"/>
                    <a:pt x="161039" y="12541"/>
                  </a:cubicBezTo>
                  <a:cubicBezTo>
                    <a:pt x="79101" y="12541"/>
                    <a:pt x="12678" y="78251"/>
                    <a:pt x="12678" y="159308"/>
                  </a:cubicBezTo>
                  <a:cubicBezTo>
                    <a:pt x="12678" y="240364"/>
                    <a:pt x="79101" y="306074"/>
                    <a:pt x="161039" y="306074"/>
                  </a:cubicBezTo>
                  <a:cubicBezTo>
                    <a:pt x="183015" y="306133"/>
                    <a:pt x="204720" y="301279"/>
                    <a:pt x="224533" y="291874"/>
                  </a:cubicBezTo>
                  <a:cubicBezTo>
                    <a:pt x="227716" y="290396"/>
                    <a:pt x="231508" y="291739"/>
                    <a:pt x="233020" y="294880"/>
                  </a:cubicBezTo>
                  <a:cubicBezTo>
                    <a:pt x="234547" y="297964"/>
                    <a:pt x="233258" y="301689"/>
                    <a:pt x="230141" y="303201"/>
                  </a:cubicBezTo>
                  <a:cubicBezTo>
                    <a:pt x="230088" y="303226"/>
                    <a:pt x="230035" y="303251"/>
                    <a:pt x="229981" y="303275"/>
                  </a:cubicBezTo>
                  <a:cubicBezTo>
                    <a:pt x="208449" y="313424"/>
                    <a:pt x="184890" y="318666"/>
                    <a:pt x="161039" y="31861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02E50F7E-ECE2-6842-8C23-3D295E330B1D}"/>
                </a:ext>
              </a:extLst>
            </p:cNvPr>
            <p:cNvSpPr/>
            <p:nvPr/>
          </p:nvSpPr>
          <p:spPr>
            <a:xfrm>
              <a:off x="6068181" y="2914843"/>
              <a:ext cx="12783" cy="61029"/>
            </a:xfrm>
            <a:custGeom>
              <a:avLst/>
              <a:gdLst>
                <a:gd name="connsiteX0" fmla="*/ 6444 w 12783"/>
                <a:gd name="connsiteY0" fmla="*/ 61028 h 61029"/>
                <a:gd name="connsiteX1" fmla="*/ 54 w 12783"/>
                <a:gd name="connsiteY1" fmla="*/ 54914 h 61029"/>
                <a:gd name="connsiteX2" fmla="*/ 53 w 12783"/>
                <a:gd name="connsiteY2" fmla="*/ 54809 h 61029"/>
                <a:gd name="connsiteX3" fmla="*/ 53 w 12783"/>
                <a:gd name="connsiteY3" fmla="*/ 7131 h 61029"/>
                <a:gd name="connsiteX4" fmla="*/ 5575 w 12783"/>
                <a:gd name="connsiteY4" fmla="*/ 53 h 61029"/>
                <a:gd name="connsiteX5" fmla="*/ 12731 w 12783"/>
                <a:gd name="connsiteY5" fmla="*/ 5515 h 61029"/>
                <a:gd name="connsiteX6" fmla="*/ 12731 w 12783"/>
                <a:gd name="connsiteY6" fmla="*/ 7131 h 61029"/>
                <a:gd name="connsiteX7" fmla="*/ 12731 w 12783"/>
                <a:gd name="connsiteY7" fmla="*/ 54809 h 61029"/>
                <a:gd name="connsiteX8" fmla="*/ 6444 w 12783"/>
                <a:gd name="connsiteY8" fmla="*/ 61028 h 6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61029">
                  <a:moveTo>
                    <a:pt x="6444" y="61028"/>
                  </a:moveTo>
                  <a:cubicBezTo>
                    <a:pt x="2973" y="61086"/>
                    <a:pt x="112" y="58348"/>
                    <a:pt x="54" y="54914"/>
                  </a:cubicBezTo>
                  <a:cubicBezTo>
                    <a:pt x="53" y="54879"/>
                    <a:pt x="53" y="54844"/>
                    <a:pt x="53" y="54809"/>
                  </a:cubicBezTo>
                  <a:lnTo>
                    <a:pt x="53" y="7131"/>
                  </a:lnTo>
                  <a:cubicBezTo>
                    <a:pt x="-398" y="3668"/>
                    <a:pt x="2074" y="499"/>
                    <a:pt x="5575" y="53"/>
                  </a:cubicBezTo>
                  <a:cubicBezTo>
                    <a:pt x="9076" y="-394"/>
                    <a:pt x="12280" y="2052"/>
                    <a:pt x="12731" y="5515"/>
                  </a:cubicBezTo>
                  <a:cubicBezTo>
                    <a:pt x="12801" y="6052"/>
                    <a:pt x="12801" y="6595"/>
                    <a:pt x="12731" y="7131"/>
                  </a:cubicBezTo>
                  <a:lnTo>
                    <a:pt x="12731" y="54809"/>
                  </a:lnTo>
                  <a:cubicBezTo>
                    <a:pt x="12731" y="58244"/>
                    <a:pt x="9916" y="61028"/>
                    <a:pt x="6444" y="6102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C1BDFCE-5E40-E04D-9544-3894347F022A}"/>
                </a:ext>
              </a:extLst>
            </p:cNvPr>
            <p:cNvSpPr/>
            <p:nvPr/>
          </p:nvSpPr>
          <p:spPr>
            <a:xfrm>
              <a:off x="6014820" y="2980587"/>
              <a:ext cx="43439" cy="12646"/>
            </a:xfrm>
            <a:custGeom>
              <a:avLst/>
              <a:gdLst>
                <a:gd name="connsiteX0" fmla="*/ 36231 w 43439"/>
                <a:gd name="connsiteY0" fmla="*/ 12594 h 12646"/>
                <a:gd name="connsiteX1" fmla="*/ 7209 w 43439"/>
                <a:gd name="connsiteY1" fmla="*/ 12594 h 12646"/>
                <a:gd name="connsiteX2" fmla="*/ 53 w 43439"/>
                <a:gd name="connsiteY2" fmla="*/ 7131 h 12646"/>
                <a:gd name="connsiteX3" fmla="*/ 5575 w 43439"/>
                <a:gd name="connsiteY3" fmla="*/ 53 h 12646"/>
                <a:gd name="connsiteX4" fmla="*/ 7209 w 43439"/>
                <a:gd name="connsiteY4" fmla="*/ 53 h 12646"/>
                <a:gd name="connsiteX5" fmla="*/ 36231 w 43439"/>
                <a:gd name="connsiteY5" fmla="*/ 53 h 12646"/>
                <a:gd name="connsiteX6" fmla="*/ 43387 w 43439"/>
                <a:gd name="connsiteY6" fmla="*/ 5515 h 12646"/>
                <a:gd name="connsiteX7" fmla="*/ 37865 w 43439"/>
                <a:gd name="connsiteY7" fmla="*/ 12594 h 12646"/>
                <a:gd name="connsiteX8" fmla="*/ 36231 w 43439"/>
                <a:gd name="connsiteY8" fmla="*/ 12594 h 1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39" h="12646">
                  <a:moveTo>
                    <a:pt x="36231" y="12594"/>
                  </a:moveTo>
                  <a:lnTo>
                    <a:pt x="7209" y="12594"/>
                  </a:lnTo>
                  <a:cubicBezTo>
                    <a:pt x="3708" y="13040"/>
                    <a:pt x="504" y="10594"/>
                    <a:pt x="53" y="7131"/>
                  </a:cubicBezTo>
                  <a:cubicBezTo>
                    <a:pt x="-398" y="3668"/>
                    <a:pt x="2074" y="499"/>
                    <a:pt x="5575" y="53"/>
                  </a:cubicBezTo>
                  <a:cubicBezTo>
                    <a:pt x="6118" y="-17"/>
                    <a:pt x="6666" y="-17"/>
                    <a:pt x="7209" y="53"/>
                  </a:cubicBezTo>
                  <a:lnTo>
                    <a:pt x="36231" y="53"/>
                  </a:lnTo>
                  <a:cubicBezTo>
                    <a:pt x="39732" y="-394"/>
                    <a:pt x="42936" y="2052"/>
                    <a:pt x="43387" y="5515"/>
                  </a:cubicBezTo>
                  <a:cubicBezTo>
                    <a:pt x="43838" y="8979"/>
                    <a:pt x="41365" y="12148"/>
                    <a:pt x="37865" y="12594"/>
                  </a:cubicBezTo>
                  <a:cubicBezTo>
                    <a:pt x="37322" y="12663"/>
                    <a:pt x="36773" y="12663"/>
                    <a:pt x="36231" y="1259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38803B58-938D-7340-90FC-CE261FB626B2}"/>
                </a:ext>
              </a:extLst>
            </p:cNvPr>
            <p:cNvSpPr/>
            <p:nvPr/>
          </p:nvSpPr>
          <p:spPr>
            <a:xfrm>
              <a:off x="6173429" y="2945399"/>
              <a:ext cx="78790" cy="77943"/>
            </a:xfrm>
            <a:custGeom>
              <a:avLst/>
              <a:gdLst>
                <a:gd name="connsiteX0" fmla="*/ 39500 w 78790"/>
                <a:gd name="connsiteY0" fmla="*/ 77943 h 77943"/>
                <a:gd name="connsiteX1" fmla="*/ 0 w 78790"/>
                <a:gd name="connsiteY1" fmla="*/ 39075 h 77943"/>
                <a:gd name="connsiteX2" fmla="*/ 39291 w 78790"/>
                <a:gd name="connsiteY2" fmla="*/ 0 h 77943"/>
                <a:gd name="connsiteX3" fmla="*/ 78791 w 78790"/>
                <a:gd name="connsiteY3" fmla="*/ 38868 h 77943"/>
                <a:gd name="connsiteX4" fmla="*/ 78791 w 78790"/>
                <a:gd name="connsiteY4" fmla="*/ 39075 h 77943"/>
                <a:gd name="connsiteX5" fmla="*/ 39500 w 78790"/>
                <a:gd name="connsiteY5" fmla="*/ 77943 h 77943"/>
                <a:gd name="connsiteX6" fmla="*/ 39500 w 78790"/>
                <a:gd name="connsiteY6" fmla="*/ 12645 h 77943"/>
                <a:gd name="connsiteX7" fmla="*/ 12678 w 78790"/>
                <a:gd name="connsiteY7" fmla="*/ 38971 h 77943"/>
                <a:gd name="connsiteX8" fmla="*/ 39290 w 78790"/>
                <a:gd name="connsiteY8" fmla="*/ 65505 h 77943"/>
                <a:gd name="connsiteX9" fmla="*/ 66113 w 78790"/>
                <a:gd name="connsiteY9" fmla="*/ 39179 h 77943"/>
                <a:gd name="connsiteX10" fmla="*/ 66113 w 78790"/>
                <a:gd name="connsiteY10" fmla="*/ 39075 h 77943"/>
                <a:gd name="connsiteX11" fmla="*/ 39500 w 78790"/>
                <a:gd name="connsiteY11" fmla="*/ 12645 h 7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790" h="77943">
                  <a:moveTo>
                    <a:pt x="39500" y="77943"/>
                  </a:moveTo>
                  <a:cubicBezTo>
                    <a:pt x="17743" y="78001"/>
                    <a:pt x="58" y="60599"/>
                    <a:pt x="0" y="39075"/>
                  </a:cubicBezTo>
                  <a:cubicBezTo>
                    <a:pt x="-58" y="17552"/>
                    <a:pt x="17533" y="57"/>
                    <a:pt x="39291" y="0"/>
                  </a:cubicBezTo>
                  <a:cubicBezTo>
                    <a:pt x="61048" y="-57"/>
                    <a:pt x="78733" y="17345"/>
                    <a:pt x="78791" y="38868"/>
                  </a:cubicBezTo>
                  <a:cubicBezTo>
                    <a:pt x="78791" y="38937"/>
                    <a:pt x="78791" y="39006"/>
                    <a:pt x="78791" y="39075"/>
                  </a:cubicBezTo>
                  <a:cubicBezTo>
                    <a:pt x="78733" y="60518"/>
                    <a:pt x="61176" y="77887"/>
                    <a:pt x="39500" y="77943"/>
                  </a:cubicBezTo>
                  <a:close/>
                  <a:moveTo>
                    <a:pt x="39500" y="12645"/>
                  </a:moveTo>
                  <a:cubicBezTo>
                    <a:pt x="24744" y="12588"/>
                    <a:pt x="12736" y="24374"/>
                    <a:pt x="12678" y="38971"/>
                  </a:cubicBezTo>
                  <a:cubicBezTo>
                    <a:pt x="12620" y="53568"/>
                    <a:pt x="24535" y="65448"/>
                    <a:pt x="39290" y="65505"/>
                  </a:cubicBezTo>
                  <a:cubicBezTo>
                    <a:pt x="54046" y="65562"/>
                    <a:pt x="66055" y="53776"/>
                    <a:pt x="66113" y="39179"/>
                  </a:cubicBezTo>
                  <a:cubicBezTo>
                    <a:pt x="66113" y="39144"/>
                    <a:pt x="66113" y="39110"/>
                    <a:pt x="66113" y="39075"/>
                  </a:cubicBezTo>
                  <a:cubicBezTo>
                    <a:pt x="66056" y="24542"/>
                    <a:pt x="54191" y="12758"/>
                    <a:pt x="39500" y="1264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E446EFC6-9611-B248-86D6-A3D0F54048BF}"/>
                </a:ext>
              </a:extLst>
            </p:cNvPr>
            <p:cNvSpPr/>
            <p:nvPr/>
          </p:nvSpPr>
          <p:spPr>
            <a:xfrm>
              <a:off x="6249076" y="3066875"/>
              <a:ext cx="12804" cy="71413"/>
            </a:xfrm>
            <a:custGeom>
              <a:avLst/>
              <a:gdLst>
                <a:gd name="connsiteX0" fmla="*/ 6391 w 12804"/>
                <a:gd name="connsiteY0" fmla="*/ 71414 h 71413"/>
                <a:gd name="connsiteX1" fmla="*/ 0 w 12804"/>
                <a:gd name="connsiteY1" fmla="*/ 65091 h 71413"/>
                <a:gd name="connsiteX2" fmla="*/ 0 w 12804"/>
                <a:gd name="connsiteY2" fmla="*/ 6323 h 71413"/>
                <a:gd name="connsiteX3" fmla="*/ 6391 w 12804"/>
                <a:gd name="connsiteY3" fmla="*/ 0 h 71413"/>
                <a:gd name="connsiteX4" fmla="*/ 12783 w 12804"/>
                <a:gd name="connsiteY4" fmla="*/ 6323 h 71413"/>
                <a:gd name="connsiteX5" fmla="*/ 12783 w 12804"/>
                <a:gd name="connsiteY5" fmla="*/ 64573 h 71413"/>
                <a:gd name="connsiteX6" fmla="*/ 6937 w 12804"/>
                <a:gd name="connsiteY6" fmla="*/ 71393 h 71413"/>
                <a:gd name="connsiteX7" fmla="*/ 6391 w 12804"/>
                <a:gd name="connsiteY7" fmla="*/ 71414 h 7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04" h="71413">
                  <a:moveTo>
                    <a:pt x="6391" y="71414"/>
                  </a:moveTo>
                  <a:cubicBezTo>
                    <a:pt x="2861" y="71414"/>
                    <a:pt x="0" y="68583"/>
                    <a:pt x="0" y="65091"/>
                  </a:cubicBezTo>
                  <a:lnTo>
                    <a:pt x="0" y="6323"/>
                  </a:lnTo>
                  <a:cubicBezTo>
                    <a:pt x="0" y="2831"/>
                    <a:pt x="2861" y="0"/>
                    <a:pt x="6391" y="0"/>
                  </a:cubicBezTo>
                  <a:cubicBezTo>
                    <a:pt x="9921" y="0"/>
                    <a:pt x="12783" y="2831"/>
                    <a:pt x="12783" y="6323"/>
                  </a:cubicBezTo>
                  <a:lnTo>
                    <a:pt x="12783" y="64573"/>
                  </a:lnTo>
                  <a:cubicBezTo>
                    <a:pt x="13072" y="68053"/>
                    <a:pt x="10455" y="71106"/>
                    <a:pt x="6937" y="71393"/>
                  </a:cubicBezTo>
                  <a:cubicBezTo>
                    <a:pt x="6755" y="71407"/>
                    <a:pt x="6573" y="71414"/>
                    <a:pt x="6391" y="7141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5ADCD74B-FB82-784C-BAB1-0802335540CD}"/>
                </a:ext>
              </a:extLst>
            </p:cNvPr>
            <p:cNvSpPr/>
            <p:nvPr/>
          </p:nvSpPr>
          <p:spPr>
            <a:xfrm>
              <a:off x="6163999" y="3067682"/>
              <a:ext cx="12709" cy="70606"/>
            </a:xfrm>
            <a:custGeom>
              <a:avLst/>
              <a:gdLst>
                <a:gd name="connsiteX0" fmla="*/ 6391 w 12709"/>
                <a:gd name="connsiteY0" fmla="*/ 70607 h 70606"/>
                <a:gd name="connsiteX1" fmla="*/ 0 w 12709"/>
                <a:gd name="connsiteY1" fmla="*/ 64284 h 70606"/>
                <a:gd name="connsiteX2" fmla="*/ 0 w 12709"/>
                <a:gd name="connsiteY2" fmla="*/ 5515 h 70606"/>
                <a:gd name="connsiteX3" fmla="*/ 7156 w 12709"/>
                <a:gd name="connsiteY3" fmla="*/ 53 h 70606"/>
                <a:gd name="connsiteX4" fmla="*/ 12678 w 12709"/>
                <a:gd name="connsiteY4" fmla="*/ 5515 h 70606"/>
                <a:gd name="connsiteX5" fmla="*/ 12678 w 12709"/>
                <a:gd name="connsiteY5" fmla="*/ 63766 h 70606"/>
                <a:gd name="connsiteX6" fmla="*/ 7052 w 12709"/>
                <a:gd name="connsiteY6" fmla="*/ 70575 h 70606"/>
                <a:gd name="connsiteX7" fmla="*/ 6391 w 12709"/>
                <a:gd name="connsiteY7" fmla="*/ 70607 h 70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09" h="70606">
                  <a:moveTo>
                    <a:pt x="6391" y="70607"/>
                  </a:moveTo>
                  <a:cubicBezTo>
                    <a:pt x="2861" y="70607"/>
                    <a:pt x="0" y="67776"/>
                    <a:pt x="0" y="64284"/>
                  </a:cubicBezTo>
                  <a:lnTo>
                    <a:pt x="0" y="5515"/>
                  </a:lnTo>
                  <a:cubicBezTo>
                    <a:pt x="451" y="2052"/>
                    <a:pt x="3655" y="-394"/>
                    <a:pt x="7156" y="53"/>
                  </a:cubicBezTo>
                  <a:cubicBezTo>
                    <a:pt x="10038" y="420"/>
                    <a:pt x="12306" y="2664"/>
                    <a:pt x="12678" y="5515"/>
                  </a:cubicBezTo>
                  <a:lnTo>
                    <a:pt x="12678" y="63766"/>
                  </a:lnTo>
                  <a:cubicBezTo>
                    <a:pt x="13025" y="67183"/>
                    <a:pt x="10506" y="70232"/>
                    <a:pt x="7052" y="70575"/>
                  </a:cubicBezTo>
                  <a:cubicBezTo>
                    <a:pt x="6832" y="70597"/>
                    <a:pt x="6612" y="70608"/>
                    <a:pt x="6391" y="7060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06ADA3AF-63F8-EA4E-9105-EDCF4149C5F7}"/>
                </a:ext>
              </a:extLst>
            </p:cNvPr>
            <p:cNvSpPr/>
            <p:nvPr/>
          </p:nvSpPr>
          <p:spPr>
            <a:xfrm>
              <a:off x="6134714" y="3028421"/>
              <a:ext cx="156066" cy="112541"/>
            </a:xfrm>
            <a:custGeom>
              <a:avLst/>
              <a:gdLst>
                <a:gd name="connsiteX0" fmla="*/ 149985 w 156066"/>
                <a:gd name="connsiteY0" fmla="*/ 111940 h 112541"/>
                <a:gd name="connsiteX1" fmla="*/ 143594 w 156066"/>
                <a:gd name="connsiteY1" fmla="*/ 105618 h 112541"/>
                <a:gd name="connsiteX2" fmla="*/ 143594 w 156066"/>
                <a:gd name="connsiteY2" fmla="*/ 47678 h 112541"/>
                <a:gd name="connsiteX3" fmla="*/ 109752 w 156066"/>
                <a:gd name="connsiteY3" fmla="*/ 12645 h 112541"/>
                <a:gd name="connsiteX4" fmla="*/ 46887 w 156066"/>
                <a:gd name="connsiteY4" fmla="*/ 12645 h 112541"/>
                <a:gd name="connsiteX5" fmla="*/ 12730 w 156066"/>
                <a:gd name="connsiteY5" fmla="*/ 47678 h 112541"/>
                <a:gd name="connsiteX6" fmla="*/ 12730 w 156066"/>
                <a:gd name="connsiteY6" fmla="*/ 105410 h 112541"/>
                <a:gd name="connsiteX7" fmla="*/ 7208 w 156066"/>
                <a:gd name="connsiteY7" fmla="*/ 112489 h 112541"/>
                <a:gd name="connsiteX8" fmla="*/ 52 w 156066"/>
                <a:gd name="connsiteY8" fmla="*/ 107026 h 112541"/>
                <a:gd name="connsiteX9" fmla="*/ 52 w 156066"/>
                <a:gd name="connsiteY9" fmla="*/ 105410 h 112541"/>
                <a:gd name="connsiteX10" fmla="*/ 52 w 156066"/>
                <a:gd name="connsiteY10" fmla="*/ 47678 h 112541"/>
                <a:gd name="connsiteX11" fmla="*/ 48249 w 156066"/>
                <a:gd name="connsiteY11" fmla="*/ 0 h 112541"/>
                <a:gd name="connsiteX12" fmla="*/ 51392 w 156066"/>
                <a:gd name="connsiteY12" fmla="*/ 829 h 112541"/>
                <a:gd name="connsiteX13" fmla="*/ 104932 w 156066"/>
                <a:gd name="connsiteY13" fmla="*/ 829 h 112541"/>
                <a:gd name="connsiteX14" fmla="*/ 108180 w 156066"/>
                <a:gd name="connsiteY14" fmla="*/ 0 h 112541"/>
                <a:gd name="connsiteX15" fmla="*/ 156062 w 156066"/>
                <a:gd name="connsiteY15" fmla="*/ 47678 h 112541"/>
                <a:gd name="connsiteX16" fmla="*/ 156062 w 156066"/>
                <a:gd name="connsiteY16" fmla="*/ 105410 h 112541"/>
                <a:gd name="connsiteX17" fmla="*/ 149985 w 156066"/>
                <a:gd name="connsiteY17" fmla="*/ 111940 h 11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066" h="112541">
                  <a:moveTo>
                    <a:pt x="149985" y="111940"/>
                  </a:moveTo>
                  <a:cubicBezTo>
                    <a:pt x="146456" y="111940"/>
                    <a:pt x="143594" y="109110"/>
                    <a:pt x="143594" y="105618"/>
                  </a:cubicBezTo>
                  <a:lnTo>
                    <a:pt x="143594" y="47678"/>
                  </a:lnTo>
                  <a:cubicBezTo>
                    <a:pt x="143613" y="28921"/>
                    <a:pt x="128694" y="13478"/>
                    <a:pt x="109752" y="12645"/>
                  </a:cubicBezTo>
                  <a:cubicBezTo>
                    <a:pt x="90104" y="23001"/>
                    <a:pt x="66534" y="23001"/>
                    <a:pt x="46887" y="12645"/>
                  </a:cubicBezTo>
                  <a:cubicBezTo>
                    <a:pt x="27845" y="13368"/>
                    <a:pt x="12772" y="28827"/>
                    <a:pt x="12730" y="47678"/>
                  </a:cubicBezTo>
                  <a:lnTo>
                    <a:pt x="12730" y="105410"/>
                  </a:lnTo>
                  <a:cubicBezTo>
                    <a:pt x="13181" y="108874"/>
                    <a:pt x="10709" y="112043"/>
                    <a:pt x="7208" y="112489"/>
                  </a:cubicBezTo>
                  <a:cubicBezTo>
                    <a:pt x="3707" y="112935"/>
                    <a:pt x="503" y="110489"/>
                    <a:pt x="52" y="107026"/>
                  </a:cubicBezTo>
                  <a:cubicBezTo>
                    <a:pt x="-17" y="106490"/>
                    <a:pt x="-17" y="105947"/>
                    <a:pt x="52" y="105410"/>
                  </a:cubicBezTo>
                  <a:lnTo>
                    <a:pt x="52" y="47678"/>
                  </a:lnTo>
                  <a:cubicBezTo>
                    <a:pt x="52" y="21346"/>
                    <a:pt x="21631" y="0"/>
                    <a:pt x="48249" y="0"/>
                  </a:cubicBezTo>
                  <a:cubicBezTo>
                    <a:pt x="49351" y="4"/>
                    <a:pt x="50434" y="289"/>
                    <a:pt x="51392" y="829"/>
                  </a:cubicBezTo>
                  <a:cubicBezTo>
                    <a:pt x="67940" y="10355"/>
                    <a:pt x="88384" y="10355"/>
                    <a:pt x="104932" y="829"/>
                  </a:cubicBezTo>
                  <a:cubicBezTo>
                    <a:pt x="105933" y="301"/>
                    <a:pt x="107046" y="17"/>
                    <a:pt x="108180" y="0"/>
                  </a:cubicBezTo>
                  <a:cubicBezTo>
                    <a:pt x="134676" y="171"/>
                    <a:pt x="156063" y="21467"/>
                    <a:pt x="156062" y="47678"/>
                  </a:cubicBezTo>
                  <a:lnTo>
                    <a:pt x="156062" y="105410"/>
                  </a:lnTo>
                  <a:cubicBezTo>
                    <a:pt x="156181" y="108864"/>
                    <a:pt x="153475" y="111772"/>
                    <a:pt x="149985" y="11194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534544A2-161C-264E-9A85-200A4831059E}"/>
              </a:ext>
            </a:extLst>
          </p:cNvPr>
          <p:cNvGrpSpPr/>
          <p:nvPr/>
        </p:nvGrpSpPr>
        <p:grpSpPr>
          <a:xfrm>
            <a:off x="5430976" y="3827187"/>
            <a:ext cx="1338870" cy="1134375"/>
            <a:chOff x="5398240" y="3822078"/>
            <a:chExt cx="1338870" cy="1134375"/>
          </a:xfrm>
        </p:grpSpPr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7EE23EAD-7688-4C40-96C9-C147625861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17361" y="3822078"/>
              <a:ext cx="500629" cy="443352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59" name="Title 1">
              <a:extLst>
                <a:ext uri="{FF2B5EF4-FFF2-40B4-BE49-F238E27FC236}">
                  <a16:creationId xmlns:a16="http://schemas.microsoft.com/office/drawing/2014/main" id="{220D5681-8355-EE42-962B-2492BA5CCCB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9794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2FF84D48-BC4B-6E42-8E0C-D386D5C3C52C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FCF570F-52A9-B743-85C8-B294D5D4B353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DE7C29AC-4715-F843-AE94-9464E5D2097D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E270D498-0ED9-8244-8C4F-4E837DEB9349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1CF3BCE4-5834-AC4D-A55B-B63B654CDBDD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2226BD8-17CC-CF41-ADEB-45F4046D9E50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Freeform 8">
            <a:extLst>
              <a:ext uri="{FF2B5EF4-FFF2-40B4-BE49-F238E27FC236}">
                <a16:creationId xmlns:a16="http://schemas.microsoft.com/office/drawing/2014/main" id="{CE755E80-D51A-EF40-BEB3-8E094D9A4B3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86463" y="4951120"/>
            <a:ext cx="748800" cy="74899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112AEE9E-5DEA-E64D-BB6C-15FB0580775A}"/>
              </a:ext>
            </a:extLst>
          </p:cNvPr>
          <p:cNvSpPr>
            <a:spLocks/>
          </p:cNvSpPr>
          <p:nvPr/>
        </p:nvSpPr>
        <p:spPr bwMode="auto">
          <a:xfrm rot="5400000">
            <a:off x="6987399" y="4573656"/>
            <a:ext cx="661742" cy="321462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A2FAA75F-43F8-F045-8C23-29E6C99075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01290" y="5490073"/>
            <a:ext cx="748800" cy="750486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6CD0970-0ECB-C84D-AE71-2B844DE5D90A}"/>
              </a:ext>
            </a:extLst>
          </p:cNvPr>
          <p:cNvSpPr>
            <a:spLocks/>
          </p:cNvSpPr>
          <p:nvPr/>
        </p:nvSpPr>
        <p:spPr bwMode="auto">
          <a:xfrm rot="5400000">
            <a:off x="6199977" y="5356717"/>
            <a:ext cx="333583" cy="675478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F401CBE5-8377-D846-A6D3-322536D7969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86463" y="2395004"/>
            <a:ext cx="748800" cy="74899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C8AB436-50D4-0B4C-92A8-435E6CD57D7F}"/>
              </a:ext>
            </a:extLst>
          </p:cNvPr>
          <p:cNvSpPr>
            <a:spLocks/>
          </p:cNvSpPr>
          <p:nvPr/>
        </p:nvSpPr>
        <p:spPr bwMode="auto">
          <a:xfrm rot="5400000">
            <a:off x="6199298" y="2066312"/>
            <a:ext cx="334940" cy="675478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6" name="Freeform 6">
            <a:extLst>
              <a:ext uri="{FF2B5EF4-FFF2-40B4-BE49-F238E27FC236}">
                <a16:creationId xmlns:a16="http://schemas.microsoft.com/office/drawing/2014/main" id="{376DB75D-2317-494F-85D3-694FCEAB07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01291" y="1855913"/>
            <a:ext cx="748800" cy="750486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7" name="Freeform 9">
            <a:extLst>
              <a:ext uri="{FF2B5EF4-FFF2-40B4-BE49-F238E27FC236}">
                <a16:creationId xmlns:a16="http://schemas.microsoft.com/office/drawing/2014/main" id="{205718A3-BBCF-D64B-9179-3F977BA1A3B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00532" y="3673739"/>
            <a:ext cx="748800" cy="74899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8" name="Freeform 14">
            <a:extLst>
              <a:ext uri="{FF2B5EF4-FFF2-40B4-BE49-F238E27FC236}">
                <a16:creationId xmlns:a16="http://schemas.microsoft.com/office/drawing/2014/main" id="{8332AEEB-12BB-F74E-BB1A-1D7347A6ACE6}"/>
              </a:ext>
            </a:extLst>
          </p:cNvPr>
          <p:cNvSpPr>
            <a:spLocks/>
          </p:cNvSpPr>
          <p:nvPr/>
        </p:nvSpPr>
        <p:spPr bwMode="auto">
          <a:xfrm rot="5400000">
            <a:off x="6986043" y="3201354"/>
            <a:ext cx="664455" cy="321462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19" name="Freeform 7">
            <a:extLst>
              <a:ext uri="{FF2B5EF4-FFF2-40B4-BE49-F238E27FC236}">
                <a16:creationId xmlns:a16="http://schemas.microsoft.com/office/drawing/2014/main" id="{EBC69AA5-E9C5-B140-838C-D631892C99D7}"/>
              </a:ext>
            </a:extLst>
          </p:cNvPr>
          <p:cNvSpPr>
            <a:spLocks noEditPoints="1"/>
          </p:cNvSpPr>
          <p:nvPr/>
        </p:nvSpPr>
        <p:spPr bwMode="auto">
          <a:xfrm rot="5400000">
            <a:off x="4377024" y="2823975"/>
            <a:ext cx="2448912" cy="2449550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tx2">
              <a:alpha val="80000"/>
            </a:schemeClr>
          </a:solidFill>
          <a:ln>
            <a:noFill/>
          </a:ln>
        </p:spPr>
        <p:txBody>
          <a:bodyPr vert="horz" wrap="square" lIns="91422" tIns="45711" rIns="91422" bIns="45711" numCol="1" anchor="t" anchorCtr="0" compatLnSpc="1">
            <a:prstTxWarp prst="textNoShape">
              <a:avLst/>
            </a:prstTxWarp>
          </a:bodyPr>
          <a:lstStyle/>
          <a:p>
            <a:endParaRPr lang="id-ID" sz="1677" dirty="0">
              <a:latin typeface="Lato Light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679958F-18F1-944C-919F-58B39E1425DB}"/>
              </a:ext>
            </a:extLst>
          </p:cNvPr>
          <p:cNvSpPr>
            <a:spLocks noChangeAspect="1"/>
          </p:cNvSpPr>
          <p:nvPr/>
        </p:nvSpPr>
        <p:spPr>
          <a:xfrm>
            <a:off x="5419524" y="1974989"/>
            <a:ext cx="512334" cy="512334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 dirty="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DDAE91DB-7F06-9E4A-AA52-98FF827B584D}"/>
              </a:ext>
            </a:extLst>
          </p:cNvPr>
          <p:cNvSpPr>
            <a:spLocks noChangeAspect="1"/>
          </p:cNvSpPr>
          <p:nvPr/>
        </p:nvSpPr>
        <p:spPr>
          <a:xfrm>
            <a:off x="6704696" y="2513334"/>
            <a:ext cx="512334" cy="512334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F92DDD2-9AD0-4347-A73E-D2BC419A9D1C}"/>
              </a:ext>
            </a:extLst>
          </p:cNvPr>
          <p:cNvSpPr>
            <a:spLocks noChangeAspect="1"/>
          </p:cNvSpPr>
          <p:nvPr/>
        </p:nvSpPr>
        <p:spPr>
          <a:xfrm>
            <a:off x="7218765" y="3792069"/>
            <a:ext cx="512334" cy="512334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BEF53E4A-4334-6845-8E1B-CC0BFD9F5E0B}"/>
              </a:ext>
            </a:extLst>
          </p:cNvPr>
          <p:cNvSpPr>
            <a:spLocks noChangeAspect="1"/>
          </p:cNvSpPr>
          <p:nvPr/>
        </p:nvSpPr>
        <p:spPr>
          <a:xfrm>
            <a:off x="6704696" y="5069450"/>
            <a:ext cx="512334" cy="512334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D09FDB8-1FF1-9F49-AE5C-45893F7FC750}"/>
              </a:ext>
            </a:extLst>
          </p:cNvPr>
          <p:cNvSpPr>
            <a:spLocks noChangeAspect="1"/>
          </p:cNvSpPr>
          <p:nvPr/>
        </p:nvSpPr>
        <p:spPr>
          <a:xfrm>
            <a:off x="5419523" y="5609149"/>
            <a:ext cx="512334" cy="512334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31" name="Freeform 17">
            <a:extLst>
              <a:ext uri="{FF2B5EF4-FFF2-40B4-BE49-F238E27FC236}">
                <a16:creationId xmlns:a16="http://schemas.microsoft.com/office/drawing/2014/main" id="{03D5BD8D-2ECB-2246-8394-D48A9E3123FB}"/>
              </a:ext>
            </a:extLst>
          </p:cNvPr>
          <p:cNvSpPr>
            <a:spLocks noChangeAspect="1"/>
          </p:cNvSpPr>
          <p:nvPr/>
        </p:nvSpPr>
        <p:spPr bwMode="auto">
          <a:xfrm>
            <a:off x="4647669" y="3094007"/>
            <a:ext cx="1907623" cy="190948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59BD12F-4AD2-AD48-8DD4-6E0E6E0489F2}"/>
              </a:ext>
            </a:extLst>
          </p:cNvPr>
          <p:cNvGrpSpPr/>
          <p:nvPr/>
        </p:nvGrpSpPr>
        <p:grpSpPr>
          <a:xfrm flipH="1">
            <a:off x="2281318" y="5495197"/>
            <a:ext cx="2783072" cy="723275"/>
            <a:chOff x="7825488" y="1404017"/>
            <a:chExt cx="3368029" cy="723275"/>
          </a:xfrm>
        </p:grpSpPr>
        <p:sp>
          <p:nvSpPr>
            <p:cNvPr id="37" name="Inhaltsplatzhalter 4">
              <a:extLst>
                <a:ext uri="{FF2B5EF4-FFF2-40B4-BE49-F238E27FC236}">
                  <a16:creationId xmlns:a16="http://schemas.microsoft.com/office/drawing/2014/main" id="{B78C0D01-223F-1747-A5A8-B014BA003C2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D4DAEE9-23DF-3C47-967F-679939D268B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B1ADDC4-A8CC-074D-826E-ECFCC6DF4657}"/>
              </a:ext>
            </a:extLst>
          </p:cNvPr>
          <p:cNvGrpSpPr/>
          <p:nvPr/>
        </p:nvGrpSpPr>
        <p:grpSpPr>
          <a:xfrm>
            <a:off x="7571144" y="4962918"/>
            <a:ext cx="2783072" cy="723275"/>
            <a:chOff x="7825488" y="1404017"/>
            <a:chExt cx="3368029" cy="723275"/>
          </a:xfrm>
        </p:grpSpPr>
        <p:sp>
          <p:nvSpPr>
            <p:cNvPr id="40" name="Inhaltsplatzhalter 4">
              <a:extLst>
                <a:ext uri="{FF2B5EF4-FFF2-40B4-BE49-F238E27FC236}">
                  <a16:creationId xmlns:a16="http://schemas.microsoft.com/office/drawing/2014/main" id="{C9660E12-379E-AD48-A0BA-3D66A87BB40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6ABE1EB-6546-F446-9797-0259C9FF178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F133BEF4-D386-E64A-89F4-5B3D0E6AF3F2}"/>
              </a:ext>
            </a:extLst>
          </p:cNvPr>
          <p:cNvGrpSpPr/>
          <p:nvPr/>
        </p:nvGrpSpPr>
        <p:grpSpPr>
          <a:xfrm flipH="1">
            <a:off x="2281318" y="1855459"/>
            <a:ext cx="2783072" cy="723275"/>
            <a:chOff x="7825488" y="1404017"/>
            <a:chExt cx="3368029" cy="723275"/>
          </a:xfrm>
        </p:grpSpPr>
        <p:sp>
          <p:nvSpPr>
            <p:cNvPr id="43" name="Inhaltsplatzhalter 4">
              <a:extLst>
                <a:ext uri="{FF2B5EF4-FFF2-40B4-BE49-F238E27FC236}">
                  <a16:creationId xmlns:a16="http://schemas.microsoft.com/office/drawing/2014/main" id="{86FB5CB0-4425-7442-B5A8-3B360292E16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BEBD469C-119C-2645-94C5-4D915E44326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F8E36E7B-7E9D-C14A-93E8-50DB9D862FB5}"/>
              </a:ext>
            </a:extLst>
          </p:cNvPr>
          <p:cNvGrpSpPr/>
          <p:nvPr/>
        </p:nvGrpSpPr>
        <p:grpSpPr>
          <a:xfrm>
            <a:off x="7571144" y="2392112"/>
            <a:ext cx="2783072" cy="723275"/>
            <a:chOff x="7825488" y="1404017"/>
            <a:chExt cx="3368029" cy="723275"/>
          </a:xfrm>
        </p:grpSpPr>
        <p:sp>
          <p:nvSpPr>
            <p:cNvPr id="46" name="Inhaltsplatzhalter 4">
              <a:extLst>
                <a:ext uri="{FF2B5EF4-FFF2-40B4-BE49-F238E27FC236}">
                  <a16:creationId xmlns:a16="http://schemas.microsoft.com/office/drawing/2014/main" id="{7584043E-E239-7041-ACB0-1F143BFAF22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E7F721A7-8E83-154E-8992-E97038335F9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88CCC572-F740-914D-B711-188935E97E75}"/>
              </a:ext>
            </a:extLst>
          </p:cNvPr>
          <p:cNvGrpSpPr/>
          <p:nvPr/>
        </p:nvGrpSpPr>
        <p:grpSpPr>
          <a:xfrm>
            <a:off x="8123610" y="3679888"/>
            <a:ext cx="2783072" cy="723275"/>
            <a:chOff x="7825488" y="1404017"/>
            <a:chExt cx="3368029" cy="723275"/>
          </a:xfrm>
        </p:grpSpPr>
        <p:sp>
          <p:nvSpPr>
            <p:cNvPr id="49" name="Inhaltsplatzhalter 4">
              <a:extLst>
                <a:ext uri="{FF2B5EF4-FFF2-40B4-BE49-F238E27FC236}">
                  <a16:creationId xmlns:a16="http://schemas.microsoft.com/office/drawing/2014/main" id="{A65AA3EF-4D2C-9440-9EA4-9D63EA2A55B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F32FC25-09D7-3C45-BF8B-3A8D90467D1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Graphic 51">
            <a:extLst>
              <a:ext uri="{FF2B5EF4-FFF2-40B4-BE49-F238E27FC236}">
                <a16:creationId xmlns:a16="http://schemas.microsoft.com/office/drawing/2014/main" id="{2C4FD267-1288-E545-9C3A-55A3878B32F9}"/>
              </a:ext>
            </a:extLst>
          </p:cNvPr>
          <p:cNvGrpSpPr/>
          <p:nvPr/>
        </p:nvGrpSpPr>
        <p:grpSpPr>
          <a:xfrm>
            <a:off x="7319502" y="3897073"/>
            <a:ext cx="310861" cy="30232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087FF6CA-FBB8-E047-963F-EE351842E530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CB5B62FB-7454-0A4A-B624-4B2CB8D685A2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8532FADF-DD65-864F-AD92-065995FFCF36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1BC7214F-007B-FF40-A044-6E641E6CF1C1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1FBC1FD7-BFC6-2E41-BE6E-33CEBDFE9ACF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A2E546B2-0FFB-1846-97FB-8874C6619658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8" name="Graphic 53">
            <a:extLst>
              <a:ext uri="{FF2B5EF4-FFF2-40B4-BE49-F238E27FC236}">
                <a16:creationId xmlns:a16="http://schemas.microsoft.com/office/drawing/2014/main" id="{5ECA0B91-38B7-1842-BD1D-9EAF343D6AC0}"/>
              </a:ext>
            </a:extLst>
          </p:cNvPr>
          <p:cNvGrpSpPr/>
          <p:nvPr/>
        </p:nvGrpSpPr>
        <p:grpSpPr>
          <a:xfrm>
            <a:off x="5519066" y="2074412"/>
            <a:ext cx="313251" cy="313488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46F48A8-3CEE-7B4A-AF8C-A11C542EBBB0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FE231379-2EEF-D941-B049-18DB5C0257B0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314CF128-72E2-0D4B-BDE7-41F1BB2EE33E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29F74E2C-704A-404A-8B0F-DE56E6011B9A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3F48FCA9-D150-C44C-A0D2-5A1E95E30853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DA63E97F-644D-C24D-91DC-A4EA8575AB12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5" name="Graphic 55">
            <a:extLst>
              <a:ext uri="{FF2B5EF4-FFF2-40B4-BE49-F238E27FC236}">
                <a16:creationId xmlns:a16="http://schemas.microsoft.com/office/drawing/2014/main" id="{1170D001-1885-F041-BD81-D6A00E03851E}"/>
              </a:ext>
            </a:extLst>
          </p:cNvPr>
          <p:cNvGrpSpPr/>
          <p:nvPr/>
        </p:nvGrpSpPr>
        <p:grpSpPr>
          <a:xfrm>
            <a:off x="5536520" y="5708102"/>
            <a:ext cx="278341" cy="31442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E351AACF-AB0A-F749-A254-170470BBCB37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EA8212F3-C371-1542-BF03-A2ED87138458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63CDA3C-CFAB-894A-8D20-1E2E62B6789E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95C52E3-D63D-F841-B3F4-13A685201CB4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5488752B-F6CB-DC47-80A5-25C92A1E0EFD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067732F2-E9A8-1044-89CE-F141F8869EE6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960B4EFC-6D31-9743-B843-E32A91184744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D7BE6671-9D7B-6C48-8827-4BA385C0E8BA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E5D633E0-192F-DE44-968D-6C3EA30035B9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DA3C9499-7D6C-F645-BCA4-29E21425C3EC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5FBEF8E-1B96-E049-8C5B-F8C4F3B4F690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B94A490E-B64F-EC4A-91F1-01F97D93D525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C29FE184-EE36-D745-88F8-0BA944FCA595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DDC7C27E-DBE6-1340-80EA-2AF06FEDE677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4A30449-EC02-E043-964C-B49C47844848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D0A39BC-10F5-2D46-8643-6CDADD940D31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651B9A51-B8CD-1B4B-8D63-F67467CE7050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2F00898-EC05-F042-A5DF-B3301F7B4DB6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C51DF2C-FD0D-104B-AEA5-481BD015E36D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7EBED2DB-FEA2-8445-8AAC-D52D5D914747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02961D95-6AE1-5A4E-B694-0B87F757A738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7" name="Graphic 57">
            <a:extLst>
              <a:ext uri="{FF2B5EF4-FFF2-40B4-BE49-F238E27FC236}">
                <a16:creationId xmlns:a16="http://schemas.microsoft.com/office/drawing/2014/main" id="{AC4CF09D-F748-7B4A-87D5-70E2D6D5465F}"/>
              </a:ext>
            </a:extLst>
          </p:cNvPr>
          <p:cNvGrpSpPr/>
          <p:nvPr/>
        </p:nvGrpSpPr>
        <p:grpSpPr>
          <a:xfrm>
            <a:off x="6807251" y="2612079"/>
            <a:ext cx="307224" cy="314844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5C6617D4-0AF3-1348-96D4-21E4A967A2F1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062EFE6D-7DCF-C64F-830E-D527BDFF8E70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9EB49FA2-9A96-A641-9A5E-7C2ECC2CE2AF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ED35CF2-0C29-C540-9353-408020DBFD8C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F1CDA29-CDEC-8C4D-ADF8-EB8A1706D224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2DCC799-201B-3F42-9626-688EA2179CE3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D159A1CA-B69E-1042-8E84-E71F7F61E8AA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DF980DE4-E0BF-7D42-9893-D96D030950AD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BC94F805-97AA-B741-BB2D-84D6AE12538F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7" name="Graphic 59">
            <a:extLst>
              <a:ext uri="{FF2B5EF4-FFF2-40B4-BE49-F238E27FC236}">
                <a16:creationId xmlns:a16="http://schemas.microsoft.com/office/drawing/2014/main" id="{6BAA7A41-922E-6F41-9FE9-AD17226FD6AF}"/>
              </a:ext>
            </a:extLst>
          </p:cNvPr>
          <p:cNvGrpSpPr/>
          <p:nvPr/>
        </p:nvGrpSpPr>
        <p:grpSpPr>
          <a:xfrm>
            <a:off x="6804998" y="5193958"/>
            <a:ext cx="311730" cy="263318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0665B92D-3E34-0140-B39C-4EB85D6E0AED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52740990-BC3C-304E-B1E7-E93ADCCF82F0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0FEC79A8-EC36-9140-99E1-5FEFCD2AC679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D77478D-2109-374B-A1F8-6A9CB114BDA4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C3F1428-2D6E-8446-8ADE-A9C4E694F96F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07FCA132-48B6-DC41-B6FB-28FF12CDC37A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1C4B46A-1C26-D04A-970A-871CE268F9F2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F5BF9CFA-3639-4247-ADC1-A87FE5C37005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6A70D2D-5A3E-E549-B947-EF7EB529A8AE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52F528F-60F4-A940-8E0A-7060A62D3CDE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1E272C47-0E1E-1544-8E9D-195E2093733A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414BEC6-1642-C340-8241-7CBD973EFBE7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34249A1A-5CDE-9247-859D-72B0C61FF8AF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3D1BFDBC-512D-9B40-8E37-24DDA88ECE90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59B357B-49D6-A443-B79F-80E1B402519A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187CEB0B-7243-6A42-8C62-C8AF5588A241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1C03FF79-B033-6E47-B8D0-DC3F40D09FAF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90193002-5109-7D47-9D39-6D3F6279A87B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B01E2956-BB04-634D-9BFA-A28EC547509C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 dirty="0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F30DE69-F564-A442-A841-39E97FF9FC43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1A46FBE5-0781-044B-9969-43D372B30713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6DC73CB-F948-0C49-972D-6BF57E5DBDE2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A0ABAA46-097B-5F40-AD6B-89CA5CB3317E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17AB3128-C8A2-B742-BDA3-045A956B27F0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6E5F1D38-2B85-7540-9A0D-B51F7A264BC8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37841378-3376-0541-82A3-CA7DE40F8AC0}"/>
              </a:ext>
            </a:extLst>
          </p:cNvPr>
          <p:cNvGrpSpPr/>
          <p:nvPr/>
        </p:nvGrpSpPr>
        <p:grpSpPr>
          <a:xfrm>
            <a:off x="4932045" y="3429741"/>
            <a:ext cx="1338870" cy="1238019"/>
            <a:chOff x="5398240" y="3718434"/>
            <a:chExt cx="1338870" cy="1238019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054D70C5-C216-FF4E-B137-473959F9E1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35" name="Title 1">
              <a:extLst>
                <a:ext uri="{FF2B5EF4-FFF2-40B4-BE49-F238E27FC236}">
                  <a16:creationId xmlns:a16="http://schemas.microsoft.com/office/drawing/2014/main" id="{E5DB1BC6-9A85-924A-B0D2-A264D2ED4C3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81751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A37B77F8-609B-3742-83CF-916705A9ED3D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B3B7EBF-00B1-C448-B604-381FB542B9F5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69C3B78-E0CB-934F-BF56-CE76186753D0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C930885F-E05C-C04F-8739-8EA6EEC95278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A6FA020D-DD26-B049-BFBC-99F5A78DE8E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9C4359CD-A4C9-EF4D-908A-4A2BDED2048D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B9F1F74-9FBA-A24B-A892-D4825D66CED8}"/>
              </a:ext>
            </a:extLst>
          </p:cNvPr>
          <p:cNvGrpSpPr/>
          <p:nvPr/>
        </p:nvGrpSpPr>
        <p:grpSpPr>
          <a:xfrm>
            <a:off x="4752433" y="1344119"/>
            <a:ext cx="2687134" cy="765204"/>
            <a:chOff x="7941590" y="1404017"/>
            <a:chExt cx="3251927" cy="765204"/>
          </a:xfrm>
        </p:grpSpPr>
        <p:sp>
          <p:nvSpPr>
            <p:cNvPr id="79" name="Inhaltsplatzhalter 4">
              <a:extLst>
                <a:ext uri="{FF2B5EF4-FFF2-40B4-BE49-F238E27FC236}">
                  <a16:creationId xmlns:a16="http://schemas.microsoft.com/office/drawing/2014/main" id="{46B00353-18A9-0D4F-806A-3D8495F7E43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F548DC1D-022F-0948-A10D-7A7D32BCE7B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9567553" y="1810670"/>
              <a:ext cx="0" cy="717102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C389EAE0-6343-6C41-9705-4D28F5F7861F}"/>
              </a:ext>
            </a:extLst>
          </p:cNvPr>
          <p:cNvGrpSpPr/>
          <p:nvPr/>
        </p:nvGrpSpPr>
        <p:grpSpPr>
          <a:xfrm>
            <a:off x="8329419" y="3609170"/>
            <a:ext cx="2783072" cy="723275"/>
            <a:chOff x="7825488" y="1404017"/>
            <a:chExt cx="3368029" cy="723275"/>
          </a:xfrm>
        </p:grpSpPr>
        <p:sp>
          <p:nvSpPr>
            <p:cNvPr id="73" name="Inhaltsplatzhalter 4">
              <a:extLst>
                <a:ext uri="{FF2B5EF4-FFF2-40B4-BE49-F238E27FC236}">
                  <a16:creationId xmlns:a16="http://schemas.microsoft.com/office/drawing/2014/main" id="{93CA3EC2-7094-174B-ACB1-79018B4E63F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64971462-D831-624E-A0A2-1606CC2A169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A062779-9811-7A4A-B59E-2166BF66321F}"/>
              </a:ext>
            </a:extLst>
          </p:cNvPr>
          <p:cNvGrpSpPr/>
          <p:nvPr/>
        </p:nvGrpSpPr>
        <p:grpSpPr>
          <a:xfrm>
            <a:off x="7915462" y="5191807"/>
            <a:ext cx="2783072" cy="723275"/>
            <a:chOff x="7825488" y="1404017"/>
            <a:chExt cx="3368029" cy="723275"/>
          </a:xfrm>
        </p:grpSpPr>
        <p:sp>
          <p:nvSpPr>
            <p:cNvPr id="76" name="Inhaltsplatzhalter 4">
              <a:extLst>
                <a:ext uri="{FF2B5EF4-FFF2-40B4-BE49-F238E27FC236}">
                  <a16:creationId xmlns:a16="http://schemas.microsoft.com/office/drawing/2014/main" id="{FBC55768-E769-914F-9E4B-7012A8F8743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3AD7F76-03F4-384B-A911-4346698BE78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761093FE-6E28-1C47-B6A3-080CC11C5090}"/>
              </a:ext>
            </a:extLst>
          </p:cNvPr>
          <p:cNvGrpSpPr/>
          <p:nvPr/>
        </p:nvGrpSpPr>
        <p:grpSpPr>
          <a:xfrm flipH="1">
            <a:off x="1037170" y="3609170"/>
            <a:ext cx="2783072" cy="723275"/>
            <a:chOff x="7825488" y="1404017"/>
            <a:chExt cx="3368029" cy="723275"/>
          </a:xfrm>
        </p:grpSpPr>
        <p:sp>
          <p:nvSpPr>
            <p:cNvPr id="82" name="Inhaltsplatzhalter 4">
              <a:extLst>
                <a:ext uri="{FF2B5EF4-FFF2-40B4-BE49-F238E27FC236}">
                  <a16:creationId xmlns:a16="http://schemas.microsoft.com/office/drawing/2014/main" id="{5DE449C7-DC83-594D-9CA6-CA08ED7CAEA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BAD9EE9E-A421-2843-9FCF-E9A48D91E78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514228B-A387-6B44-BB20-5A804472D8F7}"/>
              </a:ext>
            </a:extLst>
          </p:cNvPr>
          <p:cNvGrpSpPr/>
          <p:nvPr/>
        </p:nvGrpSpPr>
        <p:grpSpPr>
          <a:xfrm flipH="1">
            <a:off x="1421336" y="5191807"/>
            <a:ext cx="2783072" cy="723275"/>
            <a:chOff x="7825488" y="1404017"/>
            <a:chExt cx="3368029" cy="723275"/>
          </a:xfrm>
        </p:grpSpPr>
        <p:sp>
          <p:nvSpPr>
            <p:cNvPr id="85" name="Inhaltsplatzhalter 4">
              <a:extLst>
                <a:ext uri="{FF2B5EF4-FFF2-40B4-BE49-F238E27FC236}">
                  <a16:creationId xmlns:a16="http://schemas.microsoft.com/office/drawing/2014/main" id="{DD9AA475-95AD-234B-B03A-BA24DD5E0F7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06E0B43A-CD66-4845-A5BA-E14CB5EBD95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8A873334-58F9-F745-8A3A-0643DA81A690}"/>
              </a:ext>
            </a:extLst>
          </p:cNvPr>
          <p:cNvGrpSpPr/>
          <p:nvPr/>
        </p:nvGrpSpPr>
        <p:grpSpPr>
          <a:xfrm>
            <a:off x="3964874" y="2248075"/>
            <a:ext cx="4262252" cy="4057230"/>
            <a:chOff x="3964874" y="2213239"/>
            <a:chExt cx="4262252" cy="405723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C6A84759-1074-FD48-8146-09A70CF14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7229" y="4438241"/>
              <a:ext cx="1720007" cy="1832228"/>
            </a:xfrm>
            <a:custGeom>
              <a:avLst/>
              <a:gdLst>
                <a:gd name="T0" fmla="*/ 255 w 336"/>
                <a:gd name="T1" fmla="*/ 310 h 358"/>
                <a:gd name="T2" fmla="*/ 288 w 336"/>
                <a:gd name="T3" fmla="*/ 103 h 358"/>
                <a:gd name="T4" fmla="*/ 30 w 336"/>
                <a:gd name="T5" fmla="*/ 0 h 358"/>
                <a:gd name="T6" fmla="*/ 48 w 336"/>
                <a:gd name="T7" fmla="*/ 277 h 358"/>
                <a:gd name="T8" fmla="*/ 255 w 336"/>
                <a:gd name="T9" fmla="*/ 310 h 358"/>
                <a:gd name="T10" fmla="*/ 98 w 336"/>
                <a:gd name="T11" fmla="*/ 94 h 358"/>
                <a:gd name="T12" fmla="*/ 273 w 336"/>
                <a:gd name="T13" fmla="*/ 122 h 358"/>
                <a:gd name="T14" fmla="*/ 245 w 336"/>
                <a:gd name="T15" fmla="*/ 297 h 358"/>
                <a:gd name="T16" fmla="*/ 71 w 336"/>
                <a:gd name="T17" fmla="*/ 269 h 358"/>
                <a:gd name="T18" fmla="*/ 98 w 336"/>
                <a:gd name="T19" fmla="*/ 94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6" h="358">
                  <a:moveTo>
                    <a:pt x="255" y="310"/>
                  </a:moveTo>
                  <a:cubicBezTo>
                    <a:pt x="321" y="262"/>
                    <a:pt x="336" y="169"/>
                    <a:pt x="288" y="103"/>
                  </a:cubicBezTo>
                  <a:cubicBezTo>
                    <a:pt x="240" y="37"/>
                    <a:pt x="30" y="0"/>
                    <a:pt x="30" y="0"/>
                  </a:cubicBezTo>
                  <a:cubicBezTo>
                    <a:pt x="30" y="0"/>
                    <a:pt x="0" y="211"/>
                    <a:pt x="48" y="277"/>
                  </a:cubicBezTo>
                  <a:cubicBezTo>
                    <a:pt x="96" y="344"/>
                    <a:pt x="189" y="358"/>
                    <a:pt x="255" y="310"/>
                  </a:cubicBezTo>
                  <a:close/>
                  <a:moveTo>
                    <a:pt x="98" y="94"/>
                  </a:moveTo>
                  <a:cubicBezTo>
                    <a:pt x="154" y="54"/>
                    <a:pt x="232" y="66"/>
                    <a:pt x="273" y="122"/>
                  </a:cubicBezTo>
                  <a:cubicBezTo>
                    <a:pt x="314" y="178"/>
                    <a:pt x="301" y="256"/>
                    <a:pt x="245" y="297"/>
                  </a:cubicBezTo>
                  <a:cubicBezTo>
                    <a:pt x="189" y="337"/>
                    <a:pt x="111" y="325"/>
                    <a:pt x="71" y="269"/>
                  </a:cubicBezTo>
                  <a:cubicBezTo>
                    <a:pt x="30" y="213"/>
                    <a:pt x="42" y="135"/>
                    <a:pt x="98" y="9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3A1E3FD-92C0-B04E-BCE7-D04EA4B307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6228440" y="4762109"/>
              <a:ext cx="1315197" cy="1315196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9AD5A4B1-BCEC-9244-B125-CA4671C45B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6330733" y="4864402"/>
              <a:ext cx="1110611" cy="111061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54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7962FB2A-C046-F745-9A39-379E44BF5F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1743" y="2213239"/>
              <a:ext cx="1519304" cy="1963872"/>
            </a:xfrm>
            <a:custGeom>
              <a:avLst/>
              <a:gdLst>
                <a:gd name="T0" fmla="*/ 149 w 297"/>
                <a:gd name="T1" fmla="*/ 0 h 384"/>
                <a:gd name="T2" fmla="*/ 0 w 297"/>
                <a:gd name="T3" fmla="*/ 149 h 384"/>
                <a:gd name="T4" fmla="*/ 149 w 297"/>
                <a:gd name="T5" fmla="*/ 384 h 384"/>
                <a:gd name="T6" fmla="*/ 297 w 297"/>
                <a:gd name="T7" fmla="*/ 149 h 384"/>
                <a:gd name="T8" fmla="*/ 149 w 297"/>
                <a:gd name="T9" fmla="*/ 0 h 384"/>
                <a:gd name="T10" fmla="*/ 149 w 297"/>
                <a:gd name="T11" fmla="*/ 267 h 384"/>
                <a:gd name="T12" fmla="*/ 24 w 297"/>
                <a:gd name="T13" fmla="*/ 142 h 384"/>
                <a:gd name="T14" fmla="*/ 149 w 297"/>
                <a:gd name="T15" fmla="*/ 17 h 384"/>
                <a:gd name="T16" fmla="*/ 274 w 297"/>
                <a:gd name="T17" fmla="*/ 142 h 384"/>
                <a:gd name="T18" fmla="*/ 149 w 297"/>
                <a:gd name="T19" fmla="*/ 267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7" h="384">
                  <a:moveTo>
                    <a:pt x="149" y="0"/>
                  </a:moveTo>
                  <a:cubicBezTo>
                    <a:pt x="67" y="0"/>
                    <a:pt x="0" y="67"/>
                    <a:pt x="0" y="149"/>
                  </a:cubicBezTo>
                  <a:cubicBezTo>
                    <a:pt x="0" y="231"/>
                    <a:pt x="149" y="384"/>
                    <a:pt x="149" y="384"/>
                  </a:cubicBezTo>
                  <a:cubicBezTo>
                    <a:pt x="149" y="384"/>
                    <a:pt x="297" y="231"/>
                    <a:pt x="297" y="149"/>
                  </a:cubicBezTo>
                  <a:cubicBezTo>
                    <a:pt x="297" y="67"/>
                    <a:pt x="231" y="0"/>
                    <a:pt x="149" y="0"/>
                  </a:cubicBezTo>
                  <a:close/>
                  <a:moveTo>
                    <a:pt x="149" y="267"/>
                  </a:moveTo>
                  <a:cubicBezTo>
                    <a:pt x="80" y="267"/>
                    <a:pt x="24" y="211"/>
                    <a:pt x="24" y="142"/>
                  </a:cubicBezTo>
                  <a:cubicBezTo>
                    <a:pt x="24" y="73"/>
                    <a:pt x="80" y="17"/>
                    <a:pt x="149" y="17"/>
                  </a:cubicBezTo>
                  <a:cubicBezTo>
                    <a:pt x="218" y="17"/>
                    <a:pt x="274" y="73"/>
                    <a:pt x="274" y="142"/>
                  </a:cubicBezTo>
                  <a:cubicBezTo>
                    <a:pt x="274" y="211"/>
                    <a:pt x="218" y="267"/>
                    <a:pt x="149" y="26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03417F30-B3C8-F043-AB0A-D07E3B94F8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5431824" y="2289833"/>
              <a:ext cx="1315197" cy="1315196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91F74DE5-11E6-1542-9804-D43596B96F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5534117" y="2392126"/>
              <a:ext cx="1110611" cy="111061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54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6">
              <a:extLst>
                <a:ext uri="{FF2B5EF4-FFF2-40B4-BE49-F238E27FC236}">
                  <a16:creationId xmlns:a16="http://schemas.microsoft.com/office/drawing/2014/main" id="{E940F3A8-900B-D849-B5B2-DBC05901F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565" y="3061373"/>
              <a:ext cx="2000561" cy="1698425"/>
            </a:xfrm>
            <a:custGeom>
              <a:avLst/>
              <a:gdLst>
                <a:gd name="T0" fmla="*/ 365 w 391"/>
                <a:gd name="T1" fmla="*/ 120 h 332"/>
                <a:gd name="T2" fmla="*/ 178 w 391"/>
                <a:gd name="T3" fmla="*/ 25 h 332"/>
                <a:gd name="T4" fmla="*/ 0 w 391"/>
                <a:gd name="T5" fmla="*/ 239 h 332"/>
                <a:gd name="T6" fmla="*/ 270 w 391"/>
                <a:gd name="T7" fmla="*/ 307 h 332"/>
                <a:gd name="T8" fmla="*/ 365 w 391"/>
                <a:gd name="T9" fmla="*/ 120 h 332"/>
                <a:gd name="T10" fmla="*/ 112 w 391"/>
                <a:gd name="T11" fmla="*/ 203 h 332"/>
                <a:gd name="T12" fmla="*/ 192 w 391"/>
                <a:gd name="T13" fmla="*/ 45 h 332"/>
                <a:gd name="T14" fmla="*/ 350 w 391"/>
                <a:gd name="T15" fmla="*/ 125 h 332"/>
                <a:gd name="T16" fmla="*/ 269 w 391"/>
                <a:gd name="T17" fmla="*/ 283 h 332"/>
                <a:gd name="T18" fmla="*/ 112 w 391"/>
                <a:gd name="T19" fmla="*/ 203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1" h="332">
                  <a:moveTo>
                    <a:pt x="365" y="120"/>
                  </a:moveTo>
                  <a:cubicBezTo>
                    <a:pt x="340" y="42"/>
                    <a:pt x="256" y="0"/>
                    <a:pt x="178" y="25"/>
                  </a:cubicBezTo>
                  <a:cubicBezTo>
                    <a:pt x="101" y="50"/>
                    <a:pt x="0" y="239"/>
                    <a:pt x="0" y="239"/>
                  </a:cubicBezTo>
                  <a:cubicBezTo>
                    <a:pt x="0" y="239"/>
                    <a:pt x="192" y="332"/>
                    <a:pt x="270" y="307"/>
                  </a:cubicBezTo>
                  <a:cubicBezTo>
                    <a:pt x="348" y="282"/>
                    <a:pt x="391" y="198"/>
                    <a:pt x="365" y="120"/>
                  </a:cubicBezTo>
                  <a:close/>
                  <a:moveTo>
                    <a:pt x="112" y="203"/>
                  </a:moveTo>
                  <a:cubicBezTo>
                    <a:pt x="90" y="137"/>
                    <a:pt x="126" y="66"/>
                    <a:pt x="192" y="45"/>
                  </a:cubicBezTo>
                  <a:cubicBezTo>
                    <a:pt x="258" y="24"/>
                    <a:pt x="328" y="60"/>
                    <a:pt x="350" y="125"/>
                  </a:cubicBezTo>
                  <a:cubicBezTo>
                    <a:pt x="371" y="191"/>
                    <a:pt x="335" y="262"/>
                    <a:pt x="269" y="283"/>
                  </a:cubicBezTo>
                  <a:cubicBezTo>
                    <a:pt x="203" y="304"/>
                    <a:pt x="133" y="268"/>
                    <a:pt x="112" y="203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74E5DF8C-41C8-1149-8C2C-A353A9813FD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6730460" y="3250347"/>
              <a:ext cx="1315197" cy="1315196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447558FF-F506-5043-983A-1500DD8047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6832753" y="3352640"/>
              <a:ext cx="1110611" cy="111061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54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">
              <a:extLst>
                <a:ext uri="{FF2B5EF4-FFF2-40B4-BE49-F238E27FC236}">
                  <a16:creationId xmlns:a16="http://schemas.microsoft.com/office/drawing/2014/main" id="{A9D6FCA4-9BBE-8949-B912-5B1D53329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4874" y="3041950"/>
              <a:ext cx="1996245" cy="1702742"/>
            </a:xfrm>
            <a:custGeom>
              <a:avLst/>
              <a:gdLst>
                <a:gd name="T0" fmla="*/ 25 w 390"/>
                <a:gd name="T1" fmla="*/ 121 h 333"/>
                <a:gd name="T2" fmla="*/ 121 w 390"/>
                <a:gd name="T3" fmla="*/ 308 h 333"/>
                <a:gd name="T4" fmla="*/ 390 w 390"/>
                <a:gd name="T5" fmla="*/ 239 h 333"/>
                <a:gd name="T6" fmla="*/ 212 w 390"/>
                <a:gd name="T7" fmla="*/ 25 h 333"/>
                <a:gd name="T8" fmla="*/ 25 w 390"/>
                <a:gd name="T9" fmla="*/ 121 h 333"/>
                <a:gd name="T10" fmla="*/ 279 w 390"/>
                <a:gd name="T11" fmla="*/ 203 h 333"/>
                <a:gd name="T12" fmla="*/ 122 w 390"/>
                <a:gd name="T13" fmla="*/ 283 h 333"/>
                <a:gd name="T14" fmla="*/ 41 w 390"/>
                <a:gd name="T15" fmla="*/ 126 h 333"/>
                <a:gd name="T16" fmla="*/ 199 w 390"/>
                <a:gd name="T17" fmla="*/ 46 h 333"/>
                <a:gd name="T18" fmla="*/ 279 w 390"/>
                <a:gd name="T19" fmla="*/ 20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0" h="333">
                  <a:moveTo>
                    <a:pt x="25" y="121"/>
                  </a:moveTo>
                  <a:cubicBezTo>
                    <a:pt x="0" y="199"/>
                    <a:pt x="43" y="282"/>
                    <a:pt x="121" y="308"/>
                  </a:cubicBezTo>
                  <a:cubicBezTo>
                    <a:pt x="199" y="333"/>
                    <a:pt x="390" y="239"/>
                    <a:pt x="390" y="239"/>
                  </a:cubicBezTo>
                  <a:cubicBezTo>
                    <a:pt x="390" y="239"/>
                    <a:pt x="290" y="51"/>
                    <a:pt x="212" y="25"/>
                  </a:cubicBezTo>
                  <a:cubicBezTo>
                    <a:pt x="134" y="0"/>
                    <a:pt x="51" y="43"/>
                    <a:pt x="25" y="121"/>
                  </a:cubicBezTo>
                  <a:close/>
                  <a:moveTo>
                    <a:pt x="279" y="203"/>
                  </a:moveTo>
                  <a:cubicBezTo>
                    <a:pt x="258" y="269"/>
                    <a:pt x="187" y="305"/>
                    <a:pt x="122" y="283"/>
                  </a:cubicBezTo>
                  <a:cubicBezTo>
                    <a:pt x="56" y="262"/>
                    <a:pt x="20" y="192"/>
                    <a:pt x="41" y="126"/>
                  </a:cubicBezTo>
                  <a:cubicBezTo>
                    <a:pt x="63" y="60"/>
                    <a:pt x="133" y="24"/>
                    <a:pt x="199" y="46"/>
                  </a:cubicBezTo>
                  <a:cubicBezTo>
                    <a:pt x="265" y="67"/>
                    <a:pt x="301" y="137"/>
                    <a:pt x="279" y="203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AD54497E-4C49-6B41-87FB-EA3A6C2E44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4142580" y="3219320"/>
              <a:ext cx="1315197" cy="1315196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95E8DB47-6748-D14B-8AC1-46A02577654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4244873" y="3321613"/>
              <a:ext cx="1110611" cy="111061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54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8">
              <a:extLst>
                <a:ext uri="{FF2B5EF4-FFF2-40B4-BE49-F238E27FC236}">
                  <a16:creationId xmlns:a16="http://schemas.microsoft.com/office/drawing/2014/main" id="{0D864440-5685-814E-BBC8-438B2A13A4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5340" y="4427451"/>
              <a:ext cx="1720007" cy="1832228"/>
            </a:xfrm>
            <a:custGeom>
              <a:avLst/>
              <a:gdLst>
                <a:gd name="T0" fmla="*/ 81 w 336"/>
                <a:gd name="T1" fmla="*/ 310 h 358"/>
                <a:gd name="T2" fmla="*/ 288 w 336"/>
                <a:gd name="T3" fmla="*/ 277 h 358"/>
                <a:gd name="T4" fmla="*/ 306 w 336"/>
                <a:gd name="T5" fmla="*/ 0 h 358"/>
                <a:gd name="T6" fmla="*/ 48 w 336"/>
                <a:gd name="T7" fmla="*/ 103 h 358"/>
                <a:gd name="T8" fmla="*/ 81 w 336"/>
                <a:gd name="T9" fmla="*/ 310 h 358"/>
                <a:gd name="T10" fmla="*/ 238 w 336"/>
                <a:gd name="T11" fmla="*/ 94 h 358"/>
                <a:gd name="T12" fmla="*/ 265 w 336"/>
                <a:gd name="T13" fmla="*/ 269 h 358"/>
                <a:gd name="T14" fmla="*/ 91 w 336"/>
                <a:gd name="T15" fmla="*/ 296 h 358"/>
                <a:gd name="T16" fmla="*/ 63 w 336"/>
                <a:gd name="T17" fmla="*/ 122 h 358"/>
                <a:gd name="T18" fmla="*/ 238 w 336"/>
                <a:gd name="T19" fmla="*/ 94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6" h="358">
                  <a:moveTo>
                    <a:pt x="81" y="310"/>
                  </a:moveTo>
                  <a:cubicBezTo>
                    <a:pt x="147" y="358"/>
                    <a:pt x="240" y="343"/>
                    <a:pt x="288" y="277"/>
                  </a:cubicBezTo>
                  <a:cubicBezTo>
                    <a:pt x="336" y="211"/>
                    <a:pt x="306" y="0"/>
                    <a:pt x="306" y="0"/>
                  </a:cubicBezTo>
                  <a:cubicBezTo>
                    <a:pt x="306" y="0"/>
                    <a:pt x="96" y="36"/>
                    <a:pt x="48" y="103"/>
                  </a:cubicBezTo>
                  <a:cubicBezTo>
                    <a:pt x="0" y="169"/>
                    <a:pt x="15" y="262"/>
                    <a:pt x="81" y="310"/>
                  </a:cubicBezTo>
                  <a:close/>
                  <a:moveTo>
                    <a:pt x="238" y="94"/>
                  </a:moveTo>
                  <a:cubicBezTo>
                    <a:pt x="294" y="135"/>
                    <a:pt x="306" y="213"/>
                    <a:pt x="265" y="269"/>
                  </a:cubicBezTo>
                  <a:cubicBezTo>
                    <a:pt x="225" y="325"/>
                    <a:pt x="147" y="337"/>
                    <a:pt x="91" y="296"/>
                  </a:cubicBezTo>
                  <a:cubicBezTo>
                    <a:pt x="35" y="256"/>
                    <a:pt x="22" y="178"/>
                    <a:pt x="63" y="122"/>
                  </a:cubicBezTo>
                  <a:cubicBezTo>
                    <a:pt x="104" y="66"/>
                    <a:pt x="182" y="53"/>
                    <a:pt x="238" y="94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E4C2DAAC-5A01-294A-B093-416E39E09C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4637745" y="4759798"/>
              <a:ext cx="1315197" cy="1315196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C0EF7FEF-B03B-9440-8252-0BB60F7CA8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flipV="1">
              <a:off x="4740038" y="4862091"/>
              <a:ext cx="1110611" cy="111061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54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AF9AFD8B-8A03-4A4A-BCD1-BDC66D7122C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429303" y="4962973"/>
              <a:ext cx="913470" cy="913468"/>
              <a:chOff x="912987" y="3985306"/>
              <a:chExt cx="1332461" cy="1332461"/>
            </a:xfrm>
          </p:grpSpPr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979A5B64-F32B-2343-85FA-7B80C189AC72}"/>
                  </a:ext>
                </a:extLst>
              </p:cNvPr>
              <p:cNvSpPr/>
              <p:nvPr/>
            </p:nvSpPr>
            <p:spPr>
              <a:xfrm>
                <a:off x="912987" y="3985306"/>
                <a:ext cx="1332461" cy="1332461"/>
              </a:xfrm>
              <a:prstGeom prst="ellipse">
                <a:avLst/>
              </a:prstGeom>
              <a:solidFill>
                <a:schemeClr val="accent3">
                  <a:alpha val="2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DD5D6441-B479-E14B-9020-1E06975AC405}"/>
                  </a:ext>
                </a:extLst>
              </p:cNvPr>
              <p:cNvSpPr/>
              <p:nvPr/>
            </p:nvSpPr>
            <p:spPr>
              <a:xfrm>
                <a:off x="1008481" y="4080800"/>
                <a:ext cx="1141474" cy="1141474"/>
              </a:xfrm>
              <a:prstGeom prst="ellipse">
                <a:avLst/>
              </a:prstGeom>
              <a:solidFill>
                <a:schemeClr val="accent3">
                  <a:alpha val="3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B1D2EE9C-3C5A-BE42-8977-BBC2E7ED4FE2}"/>
                  </a:ext>
                </a:extLst>
              </p:cNvPr>
              <p:cNvSpPr/>
              <p:nvPr/>
            </p:nvSpPr>
            <p:spPr>
              <a:xfrm>
                <a:off x="1108900" y="4181219"/>
                <a:ext cx="940635" cy="94063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500" dirty="0">
                  <a:solidFill>
                    <a:schemeClr val="bg1"/>
                  </a:solidFill>
                  <a:latin typeface="Montserrat SemiBold" panose="00000700000000000000" pitchFamily="2" charset="0"/>
                </a:endParaRP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FCC27D7F-3D65-214F-A9C4-C30248ABA33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838608" y="4960662"/>
              <a:ext cx="913470" cy="913468"/>
              <a:chOff x="912987" y="3985306"/>
              <a:chExt cx="1332461" cy="1332461"/>
            </a:xfrm>
          </p:grpSpPr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7F106532-46EC-E440-B6CF-C1C7D8DF2EA3}"/>
                  </a:ext>
                </a:extLst>
              </p:cNvPr>
              <p:cNvSpPr/>
              <p:nvPr/>
            </p:nvSpPr>
            <p:spPr>
              <a:xfrm>
                <a:off x="912987" y="3985306"/>
                <a:ext cx="1332461" cy="1332461"/>
              </a:xfrm>
              <a:prstGeom prst="ellipse">
                <a:avLst/>
              </a:prstGeom>
              <a:solidFill>
                <a:schemeClr val="accent4">
                  <a:alpha val="2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FEC108C1-E587-AA4B-AB0E-538E47B33AC1}"/>
                  </a:ext>
                </a:extLst>
              </p:cNvPr>
              <p:cNvSpPr/>
              <p:nvPr/>
            </p:nvSpPr>
            <p:spPr>
              <a:xfrm>
                <a:off x="1008481" y="4080800"/>
                <a:ext cx="1141474" cy="1141474"/>
              </a:xfrm>
              <a:prstGeom prst="ellipse">
                <a:avLst/>
              </a:prstGeom>
              <a:solidFill>
                <a:schemeClr val="accent4">
                  <a:alpha val="3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FB285882-D5F5-CA4E-B535-7DA5BCC22557}"/>
                  </a:ext>
                </a:extLst>
              </p:cNvPr>
              <p:cNvSpPr/>
              <p:nvPr/>
            </p:nvSpPr>
            <p:spPr>
              <a:xfrm>
                <a:off x="1108900" y="4181219"/>
                <a:ext cx="940635" cy="940635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500" dirty="0">
                  <a:solidFill>
                    <a:schemeClr val="bg1"/>
                  </a:solidFill>
                  <a:latin typeface="Montserrat SemiBold" panose="00000700000000000000" pitchFamily="2" charset="0"/>
                </a:endParaRPr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FE924FC9-7750-1A48-BCDE-D4D2FA18317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31323" y="3451211"/>
              <a:ext cx="913470" cy="913468"/>
              <a:chOff x="912987" y="3985306"/>
              <a:chExt cx="1332461" cy="1332461"/>
            </a:xfrm>
          </p:grpSpPr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DADBD9C8-58BC-A34A-8D15-F987FDAA5AC0}"/>
                  </a:ext>
                </a:extLst>
              </p:cNvPr>
              <p:cNvSpPr/>
              <p:nvPr/>
            </p:nvSpPr>
            <p:spPr>
              <a:xfrm>
                <a:off x="912987" y="3985306"/>
                <a:ext cx="1332461" cy="1332461"/>
              </a:xfrm>
              <a:prstGeom prst="ellipse">
                <a:avLst/>
              </a:prstGeom>
              <a:solidFill>
                <a:schemeClr val="accent2">
                  <a:alpha val="2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C03D4758-A584-CD48-8547-C81F5D94B8B5}"/>
                  </a:ext>
                </a:extLst>
              </p:cNvPr>
              <p:cNvSpPr/>
              <p:nvPr/>
            </p:nvSpPr>
            <p:spPr>
              <a:xfrm>
                <a:off x="1008481" y="4080800"/>
                <a:ext cx="1141474" cy="1141474"/>
              </a:xfrm>
              <a:prstGeom prst="ellipse">
                <a:avLst/>
              </a:prstGeom>
              <a:solidFill>
                <a:schemeClr val="accent2">
                  <a:alpha val="3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603DA343-E00D-CD4C-B8E5-D2D0AE1C26FB}"/>
                  </a:ext>
                </a:extLst>
              </p:cNvPr>
              <p:cNvSpPr/>
              <p:nvPr/>
            </p:nvSpPr>
            <p:spPr>
              <a:xfrm>
                <a:off x="1108900" y="4181219"/>
                <a:ext cx="940635" cy="94063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500" dirty="0">
                  <a:solidFill>
                    <a:schemeClr val="bg1"/>
                  </a:solidFill>
                  <a:latin typeface="Montserrat SemiBold" panose="00000700000000000000" pitchFamily="2" charset="0"/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4576981-82B7-3140-9306-E787F76C353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632687" y="2490697"/>
              <a:ext cx="913470" cy="913468"/>
              <a:chOff x="912987" y="3985306"/>
              <a:chExt cx="1332461" cy="1332461"/>
            </a:xfrm>
          </p:grpSpPr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06EB418E-1A7A-F642-A4D9-C71B43A3142E}"/>
                  </a:ext>
                </a:extLst>
              </p:cNvPr>
              <p:cNvSpPr/>
              <p:nvPr/>
            </p:nvSpPr>
            <p:spPr>
              <a:xfrm>
                <a:off x="912987" y="3985306"/>
                <a:ext cx="1332461" cy="1332461"/>
              </a:xfrm>
              <a:prstGeom prst="ellipse">
                <a:avLst/>
              </a:prstGeom>
              <a:solidFill>
                <a:schemeClr val="accent1">
                  <a:alpha val="2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6F5DBC6D-31DD-3B4F-9FB0-5C8A675EE4B5}"/>
                  </a:ext>
                </a:extLst>
              </p:cNvPr>
              <p:cNvSpPr/>
              <p:nvPr/>
            </p:nvSpPr>
            <p:spPr>
              <a:xfrm>
                <a:off x="1008481" y="4080800"/>
                <a:ext cx="1141474" cy="1141474"/>
              </a:xfrm>
              <a:prstGeom prst="ellipse">
                <a:avLst/>
              </a:prstGeom>
              <a:solidFill>
                <a:schemeClr val="accent1">
                  <a:alpha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28366E53-B45F-CB4D-B1C4-419512000970}"/>
                  </a:ext>
                </a:extLst>
              </p:cNvPr>
              <p:cNvSpPr/>
              <p:nvPr/>
            </p:nvSpPr>
            <p:spPr>
              <a:xfrm>
                <a:off x="1108900" y="4181219"/>
                <a:ext cx="940635" cy="940635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500" dirty="0">
                  <a:solidFill>
                    <a:schemeClr val="bg1"/>
                  </a:solidFill>
                  <a:latin typeface="Montserrat SemiBold" panose="00000700000000000000" pitchFamily="2" charset="0"/>
                </a:endParaRPr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5BFDAB58-F6E5-7D41-97AD-D7C1DBC1F1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343443" y="3420184"/>
              <a:ext cx="913470" cy="913468"/>
              <a:chOff x="912987" y="3985306"/>
              <a:chExt cx="1332461" cy="1332460"/>
            </a:xfrm>
          </p:grpSpPr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D80DF24A-6D79-BC4F-BA65-7B38433D1AFD}"/>
                  </a:ext>
                </a:extLst>
              </p:cNvPr>
              <p:cNvSpPr/>
              <p:nvPr/>
            </p:nvSpPr>
            <p:spPr>
              <a:xfrm>
                <a:off x="912987" y="3985306"/>
                <a:ext cx="1332461" cy="1332460"/>
              </a:xfrm>
              <a:prstGeom prst="ellipse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42319EC2-9191-B240-9949-D26089FAFA1D}"/>
                  </a:ext>
                </a:extLst>
              </p:cNvPr>
              <p:cNvSpPr/>
              <p:nvPr/>
            </p:nvSpPr>
            <p:spPr>
              <a:xfrm>
                <a:off x="1008482" y="4080798"/>
                <a:ext cx="1141475" cy="1141474"/>
              </a:xfrm>
              <a:prstGeom prst="ellipse">
                <a:avLst/>
              </a:prstGeom>
              <a:solidFill>
                <a:schemeClr val="accent5">
                  <a:alpha val="3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76">
                  <a:solidFill>
                    <a:schemeClr val="bg1"/>
                  </a:solidFill>
                  <a:latin typeface="Montserrat Light" panose="00000400000000000000" pitchFamily="50" charset="0"/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94FBFAB1-473A-024E-BB6B-D08B3B8EF209}"/>
                  </a:ext>
                </a:extLst>
              </p:cNvPr>
              <p:cNvSpPr/>
              <p:nvPr/>
            </p:nvSpPr>
            <p:spPr>
              <a:xfrm>
                <a:off x="1108899" y="4181215"/>
                <a:ext cx="940635" cy="94063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500" dirty="0">
                  <a:solidFill>
                    <a:schemeClr val="bg1"/>
                  </a:solidFill>
                  <a:latin typeface="Montserrat SemiBold" panose="00000700000000000000" pitchFamily="2" charset="0"/>
                </a:endParaRPr>
              </a:p>
            </p:txBody>
          </p:sp>
        </p:grpSp>
        <p:grpSp>
          <p:nvGrpSpPr>
            <p:cNvPr id="98" name="Graphic 88">
              <a:extLst>
                <a:ext uri="{FF2B5EF4-FFF2-40B4-BE49-F238E27FC236}">
                  <a16:creationId xmlns:a16="http://schemas.microsoft.com/office/drawing/2014/main" id="{03DB7A73-5372-774F-9B84-95078E5B7DDB}"/>
                </a:ext>
              </a:extLst>
            </p:cNvPr>
            <p:cNvGrpSpPr/>
            <p:nvPr/>
          </p:nvGrpSpPr>
          <p:grpSpPr>
            <a:xfrm>
              <a:off x="6714588" y="5248257"/>
              <a:ext cx="342900" cy="342900"/>
              <a:chOff x="5926757" y="2740471"/>
              <a:chExt cx="342900" cy="342900"/>
            </a:xfrm>
            <a:solidFill>
              <a:srgbClr val="FFFFFF"/>
            </a:solidFill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0D690FA8-34E4-E146-9A77-5A70F8F8EB84}"/>
                  </a:ext>
                </a:extLst>
              </p:cNvPr>
              <p:cNvSpPr/>
              <p:nvPr/>
            </p:nvSpPr>
            <p:spPr>
              <a:xfrm>
                <a:off x="5926757" y="2740471"/>
                <a:ext cx="342900" cy="342900"/>
              </a:xfrm>
              <a:custGeom>
                <a:avLst/>
                <a:gdLst>
                  <a:gd name="connsiteX0" fmla="*/ 171450 w 342900"/>
                  <a:gd name="connsiteY0" fmla="*/ 342900 h 342900"/>
                  <a:gd name="connsiteX1" fmla="*/ 0 w 342900"/>
                  <a:gd name="connsiteY1" fmla="*/ 171450 h 342900"/>
                  <a:gd name="connsiteX2" fmla="*/ 171450 w 342900"/>
                  <a:gd name="connsiteY2" fmla="*/ 0 h 342900"/>
                  <a:gd name="connsiteX3" fmla="*/ 342900 w 342900"/>
                  <a:gd name="connsiteY3" fmla="*/ 171450 h 342900"/>
                  <a:gd name="connsiteX4" fmla="*/ 171450 w 342900"/>
                  <a:gd name="connsiteY4" fmla="*/ 342900 h 342900"/>
                  <a:gd name="connsiteX5" fmla="*/ 171450 w 342900"/>
                  <a:gd name="connsiteY5" fmla="*/ 11525 h 342900"/>
                  <a:gd name="connsiteX6" fmla="*/ 11526 w 342900"/>
                  <a:gd name="connsiteY6" fmla="*/ 170879 h 342900"/>
                  <a:gd name="connsiteX7" fmla="*/ 170879 w 342900"/>
                  <a:gd name="connsiteY7" fmla="*/ 330803 h 342900"/>
                  <a:gd name="connsiteX8" fmla="*/ 330803 w 342900"/>
                  <a:gd name="connsiteY8" fmla="*/ 171450 h 342900"/>
                  <a:gd name="connsiteX9" fmla="*/ 171450 w 342900"/>
                  <a:gd name="connsiteY9" fmla="*/ 11525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2900" h="342900">
                    <a:moveTo>
                      <a:pt x="171450" y="342900"/>
                    </a:moveTo>
                    <a:cubicBezTo>
                      <a:pt x="76761" y="342900"/>
                      <a:pt x="0" y="266139"/>
                      <a:pt x="0" y="171450"/>
                    </a:cubicBezTo>
                    <a:cubicBezTo>
                      <a:pt x="0" y="76761"/>
                      <a:pt x="76761" y="0"/>
                      <a:pt x="171450" y="0"/>
                    </a:cubicBezTo>
                    <a:cubicBezTo>
                      <a:pt x="266139" y="0"/>
                      <a:pt x="342900" y="76761"/>
                      <a:pt x="342900" y="171450"/>
                    </a:cubicBezTo>
                    <a:cubicBezTo>
                      <a:pt x="342900" y="266139"/>
                      <a:pt x="266139" y="342900"/>
                      <a:pt x="171450" y="342900"/>
                    </a:cubicBezTo>
                    <a:close/>
                    <a:moveTo>
                      <a:pt x="171450" y="11525"/>
                    </a:moveTo>
                    <a:cubicBezTo>
                      <a:pt x="83284" y="11368"/>
                      <a:pt x="11683" y="82712"/>
                      <a:pt x="11526" y="170879"/>
                    </a:cubicBezTo>
                    <a:cubicBezTo>
                      <a:pt x="11368" y="259045"/>
                      <a:pt x="82713" y="330645"/>
                      <a:pt x="170879" y="330803"/>
                    </a:cubicBezTo>
                    <a:cubicBezTo>
                      <a:pt x="259045" y="330960"/>
                      <a:pt x="330645" y="259616"/>
                      <a:pt x="330803" y="171450"/>
                    </a:cubicBezTo>
                    <a:cubicBezTo>
                      <a:pt x="330856" y="83327"/>
                      <a:pt x="259573" y="11788"/>
                      <a:pt x="171450" y="1152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AA066AB1-B4A9-7744-87D1-279E98830FAA}"/>
                  </a:ext>
                </a:extLst>
              </p:cNvPr>
              <p:cNvSpPr/>
              <p:nvPr/>
            </p:nvSpPr>
            <p:spPr>
              <a:xfrm>
                <a:off x="5926757" y="2740471"/>
                <a:ext cx="342900" cy="342900"/>
              </a:xfrm>
              <a:custGeom>
                <a:avLst/>
                <a:gdLst>
                  <a:gd name="connsiteX0" fmla="*/ 171450 w 342900"/>
                  <a:gd name="connsiteY0" fmla="*/ 342900 h 342900"/>
                  <a:gd name="connsiteX1" fmla="*/ 0 w 342900"/>
                  <a:gd name="connsiteY1" fmla="*/ 171450 h 342900"/>
                  <a:gd name="connsiteX2" fmla="*/ 171450 w 342900"/>
                  <a:gd name="connsiteY2" fmla="*/ 0 h 342900"/>
                  <a:gd name="connsiteX3" fmla="*/ 342900 w 342900"/>
                  <a:gd name="connsiteY3" fmla="*/ 171450 h 342900"/>
                  <a:gd name="connsiteX4" fmla="*/ 171450 w 342900"/>
                  <a:gd name="connsiteY4" fmla="*/ 342900 h 342900"/>
                  <a:gd name="connsiteX5" fmla="*/ 171450 w 342900"/>
                  <a:gd name="connsiteY5" fmla="*/ 11525 h 342900"/>
                  <a:gd name="connsiteX6" fmla="*/ 11526 w 342900"/>
                  <a:gd name="connsiteY6" fmla="*/ 170879 h 342900"/>
                  <a:gd name="connsiteX7" fmla="*/ 170879 w 342900"/>
                  <a:gd name="connsiteY7" fmla="*/ 330803 h 342900"/>
                  <a:gd name="connsiteX8" fmla="*/ 330803 w 342900"/>
                  <a:gd name="connsiteY8" fmla="*/ 171450 h 342900"/>
                  <a:gd name="connsiteX9" fmla="*/ 171450 w 342900"/>
                  <a:gd name="connsiteY9" fmla="*/ 11525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2900" h="342900">
                    <a:moveTo>
                      <a:pt x="171450" y="342900"/>
                    </a:moveTo>
                    <a:cubicBezTo>
                      <a:pt x="76761" y="342900"/>
                      <a:pt x="0" y="266139"/>
                      <a:pt x="0" y="171450"/>
                    </a:cubicBezTo>
                    <a:cubicBezTo>
                      <a:pt x="0" y="76761"/>
                      <a:pt x="76761" y="0"/>
                      <a:pt x="171450" y="0"/>
                    </a:cubicBezTo>
                    <a:cubicBezTo>
                      <a:pt x="266139" y="0"/>
                      <a:pt x="342900" y="76761"/>
                      <a:pt x="342900" y="171450"/>
                    </a:cubicBezTo>
                    <a:cubicBezTo>
                      <a:pt x="342900" y="266139"/>
                      <a:pt x="266139" y="342900"/>
                      <a:pt x="171450" y="342900"/>
                    </a:cubicBezTo>
                    <a:close/>
                    <a:moveTo>
                      <a:pt x="171450" y="11525"/>
                    </a:moveTo>
                    <a:cubicBezTo>
                      <a:pt x="83284" y="11368"/>
                      <a:pt x="11683" y="82712"/>
                      <a:pt x="11526" y="170879"/>
                    </a:cubicBezTo>
                    <a:cubicBezTo>
                      <a:pt x="11368" y="259045"/>
                      <a:pt x="82713" y="330645"/>
                      <a:pt x="170879" y="330803"/>
                    </a:cubicBezTo>
                    <a:cubicBezTo>
                      <a:pt x="259045" y="330960"/>
                      <a:pt x="330645" y="259616"/>
                      <a:pt x="330803" y="171450"/>
                    </a:cubicBezTo>
                    <a:cubicBezTo>
                      <a:pt x="330856" y="83327"/>
                      <a:pt x="259573" y="11788"/>
                      <a:pt x="171450" y="1152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CEDE956C-41F0-2E4A-9F7A-0109470D671E}"/>
                  </a:ext>
                </a:extLst>
              </p:cNvPr>
              <p:cNvSpPr/>
              <p:nvPr/>
            </p:nvSpPr>
            <p:spPr>
              <a:xfrm>
                <a:off x="6010481" y="2740662"/>
                <a:ext cx="174688" cy="342708"/>
              </a:xfrm>
              <a:custGeom>
                <a:avLst/>
                <a:gdLst>
                  <a:gd name="connsiteX0" fmla="*/ 87725 w 174688"/>
                  <a:gd name="connsiteY0" fmla="*/ 342708 h 342708"/>
                  <a:gd name="connsiteX1" fmla="*/ 41624 w 174688"/>
                  <a:gd name="connsiteY1" fmla="*/ 336327 h 342708"/>
                  <a:gd name="connsiteX2" fmla="*/ 39529 w 174688"/>
                  <a:gd name="connsiteY2" fmla="*/ 335755 h 342708"/>
                  <a:gd name="connsiteX3" fmla="*/ 38100 w 174688"/>
                  <a:gd name="connsiteY3" fmla="*/ 333183 h 342708"/>
                  <a:gd name="connsiteX4" fmla="*/ 0 w 174688"/>
                  <a:gd name="connsiteY4" fmla="*/ 170687 h 342708"/>
                  <a:gd name="connsiteX5" fmla="*/ 38100 w 174688"/>
                  <a:gd name="connsiteY5" fmla="*/ 8762 h 342708"/>
                  <a:gd name="connsiteX6" fmla="*/ 39243 w 174688"/>
                  <a:gd name="connsiteY6" fmla="*/ 6952 h 342708"/>
                  <a:gd name="connsiteX7" fmla="*/ 41339 w 174688"/>
                  <a:gd name="connsiteY7" fmla="*/ 6285 h 342708"/>
                  <a:gd name="connsiteX8" fmla="*/ 133541 w 174688"/>
                  <a:gd name="connsiteY8" fmla="*/ 6285 h 342708"/>
                  <a:gd name="connsiteX9" fmla="*/ 135350 w 174688"/>
                  <a:gd name="connsiteY9" fmla="*/ 6762 h 342708"/>
                  <a:gd name="connsiteX10" fmla="*/ 136589 w 174688"/>
                  <a:gd name="connsiteY10" fmla="*/ 8571 h 342708"/>
                  <a:gd name="connsiteX11" fmla="*/ 174689 w 174688"/>
                  <a:gd name="connsiteY11" fmla="*/ 170496 h 342708"/>
                  <a:gd name="connsiteX12" fmla="*/ 136589 w 174688"/>
                  <a:gd name="connsiteY12" fmla="*/ 332993 h 342708"/>
                  <a:gd name="connsiteX13" fmla="*/ 135350 w 174688"/>
                  <a:gd name="connsiteY13" fmla="*/ 334803 h 342708"/>
                  <a:gd name="connsiteX14" fmla="*/ 133255 w 174688"/>
                  <a:gd name="connsiteY14" fmla="*/ 335374 h 342708"/>
                  <a:gd name="connsiteX15" fmla="*/ 87725 w 174688"/>
                  <a:gd name="connsiteY15" fmla="*/ 342708 h 342708"/>
                  <a:gd name="connsiteX16" fmla="*/ 46863 w 174688"/>
                  <a:gd name="connsiteY16" fmla="*/ 325754 h 342708"/>
                  <a:gd name="connsiteX17" fmla="*/ 128683 w 174688"/>
                  <a:gd name="connsiteY17" fmla="*/ 325754 h 342708"/>
                  <a:gd name="connsiteX18" fmla="*/ 163544 w 174688"/>
                  <a:gd name="connsiteY18" fmla="*/ 171449 h 342708"/>
                  <a:gd name="connsiteX19" fmla="*/ 128397 w 174688"/>
                  <a:gd name="connsiteY19" fmla="*/ 16668 h 342708"/>
                  <a:gd name="connsiteX20" fmla="*/ 46577 w 174688"/>
                  <a:gd name="connsiteY20" fmla="*/ 16668 h 342708"/>
                  <a:gd name="connsiteX21" fmla="*/ 11525 w 174688"/>
                  <a:gd name="connsiteY21" fmla="*/ 171258 h 342708"/>
                  <a:gd name="connsiteX22" fmla="*/ 46577 w 174688"/>
                  <a:gd name="connsiteY22" fmla="*/ 325278 h 34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4688" h="342708">
                    <a:moveTo>
                      <a:pt x="87725" y="342708"/>
                    </a:moveTo>
                    <a:cubicBezTo>
                      <a:pt x="72140" y="342679"/>
                      <a:pt x="56631" y="340532"/>
                      <a:pt x="41624" y="336327"/>
                    </a:cubicBezTo>
                    <a:lnTo>
                      <a:pt x="39529" y="335755"/>
                    </a:lnTo>
                    <a:lnTo>
                      <a:pt x="38100" y="333183"/>
                    </a:lnTo>
                    <a:cubicBezTo>
                      <a:pt x="14383" y="296893"/>
                      <a:pt x="0" y="236219"/>
                      <a:pt x="0" y="170687"/>
                    </a:cubicBezTo>
                    <a:cubicBezTo>
                      <a:pt x="0" y="105155"/>
                      <a:pt x="14192" y="44481"/>
                      <a:pt x="38100" y="8762"/>
                    </a:cubicBezTo>
                    <a:lnTo>
                      <a:pt x="39243" y="6952"/>
                    </a:lnTo>
                    <a:lnTo>
                      <a:pt x="41339" y="6285"/>
                    </a:lnTo>
                    <a:cubicBezTo>
                      <a:pt x="71501" y="-2095"/>
                      <a:pt x="103378" y="-2095"/>
                      <a:pt x="133541" y="6285"/>
                    </a:cubicBezTo>
                    <a:lnTo>
                      <a:pt x="135350" y="6762"/>
                    </a:lnTo>
                    <a:lnTo>
                      <a:pt x="136589" y="8571"/>
                    </a:lnTo>
                    <a:cubicBezTo>
                      <a:pt x="160306" y="44766"/>
                      <a:pt x="174689" y="105536"/>
                      <a:pt x="174689" y="170496"/>
                    </a:cubicBezTo>
                    <a:cubicBezTo>
                      <a:pt x="174689" y="235457"/>
                      <a:pt x="160496" y="296798"/>
                      <a:pt x="136589" y="332993"/>
                    </a:cubicBezTo>
                    <a:lnTo>
                      <a:pt x="135350" y="334803"/>
                    </a:lnTo>
                    <a:lnTo>
                      <a:pt x="133255" y="335374"/>
                    </a:lnTo>
                    <a:cubicBezTo>
                      <a:pt x="118476" y="339851"/>
                      <a:pt x="103162" y="342318"/>
                      <a:pt x="87725" y="342708"/>
                    </a:cubicBezTo>
                    <a:close/>
                    <a:moveTo>
                      <a:pt x="46863" y="325754"/>
                    </a:moveTo>
                    <a:cubicBezTo>
                      <a:pt x="73669" y="332897"/>
                      <a:pt x="101877" y="332897"/>
                      <a:pt x="128683" y="325754"/>
                    </a:cubicBezTo>
                    <a:cubicBezTo>
                      <a:pt x="150495" y="291178"/>
                      <a:pt x="163544" y="233742"/>
                      <a:pt x="163544" y="171449"/>
                    </a:cubicBezTo>
                    <a:cubicBezTo>
                      <a:pt x="163544" y="109155"/>
                      <a:pt x="150209" y="51339"/>
                      <a:pt x="128397" y="16668"/>
                    </a:cubicBezTo>
                    <a:cubicBezTo>
                      <a:pt x="101579" y="9621"/>
                      <a:pt x="73395" y="9621"/>
                      <a:pt x="46577" y="16668"/>
                    </a:cubicBezTo>
                    <a:cubicBezTo>
                      <a:pt x="24670" y="51339"/>
                      <a:pt x="11525" y="108774"/>
                      <a:pt x="11525" y="171258"/>
                    </a:cubicBezTo>
                    <a:cubicBezTo>
                      <a:pt x="11525" y="233742"/>
                      <a:pt x="24670" y="290702"/>
                      <a:pt x="46577" y="3252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169A69BA-AA84-7B44-8173-225CD8403B94}"/>
                  </a:ext>
                </a:extLst>
              </p:cNvPr>
              <p:cNvSpPr/>
              <p:nvPr/>
            </p:nvSpPr>
            <p:spPr>
              <a:xfrm>
                <a:off x="6092206" y="2746281"/>
                <a:ext cx="11525" cy="330803"/>
              </a:xfrm>
              <a:custGeom>
                <a:avLst/>
                <a:gdLst>
                  <a:gd name="connsiteX0" fmla="*/ 0 w 11525"/>
                  <a:gd name="connsiteY0" fmla="*/ 0 h 330803"/>
                  <a:gd name="connsiteX1" fmla="*/ 11525 w 11525"/>
                  <a:gd name="connsiteY1" fmla="*/ 0 h 330803"/>
                  <a:gd name="connsiteX2" fmla="*/ 11525 w 11525"/>
                  <a:gd name="connsiteY2" fmla="*/ 330803 h 330803"/>
                  <a:gd name="connsiteX3" fmla="*/ 0 w 11525"/>
                  <a:gd name="connsiteY3" fmla="*/ 330803 h 330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25" h="330803">
                    <a:moveTo>
                      <a:pt x="0" y="0"/>
                    </a:moveTo>
                    <a:lnTo>
                      <a:pt x="11525" y="0"/>
                    </a:lnTo>
                    <a:lnTo>
                      <a:pt x="11525" y="330803"/>
                    </a:lnTo>
                    <a:lnTo>
                      <a:pt x="0" y="33080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9936DDB-36D9-9B4B-845B-347851E5C83F}"/>
                  </a:ext>
                </a:extLst>
              </p:cNvPr>
              <p:cNvSpPr/>
              <p:nvPr/>
            </p:nvSpPr>
            <p:spPr>
              <a:xfrm>
                <a:off x="5932567" y="2905920"/>
                <a:ext cx="330803" cy="11525"/>
              </a:xfrm>
              <a:custGeom>
                <a:avLst/>
                <a:gdLst>
                  <a:gd name="connsiteX0" fmla="*/ 0 w 330803"/>
                  <a:gd name="connsiteY0" fmla="*/ 0 h 11525"/>
                  <a:gd name="connsiteX1" fmla="*/ 330803 w 330803"/>
                  <a:gd name="connsiteY1" fmla="*/ 0 h 11525"/>
                  <a:gd name="connsiteX2" fmla="*/ 330803 w 330803"/>
                  <a:gd name="connsiteY2" fmla="*/ 11525 h 11525"/>
                  <a:gd name="connsiteX3" fmla="*/ 0 w 330803"/>
                  <a:gd name="connsiteY3" fmla="*/ 11525 h 1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803" h="11525">
                    <a:moveTo>
                      <a:pt x="0" y="0"/>
                    </a:moveTo>
                    <a:lnTo>
                      <a:pt x="330803" y="0"/>
                    </a:lnTo>
                    <a:lnTo>
                      <a:pt x="330803" y="11525"/>
                    </a:lnTo>
                    <a:lnTo>
                      <a:pt x="0" y="1152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92B07898-E193-0348-9FDA-EE048C07AC69}"/>
                  </a:ext>
                </a:extLst>
              </p:cNvPr>
              <p:cNvSpPr/>
              <p:nvPr/>
            </p:nvSpPr>
            <p:spPr>
              <a:xfrm>
                <a:off x="5926758" y="2823910"/>
                <a:ext cx="341945" cy="175069"/>
              </a:xfrm>
              <a:custGeom>
                <a:avLst/>
                <a:gdLst>
                  <a:gd name="connsiteX0" fmla="*/ 171449 w 341945"/>
                  <a:gd name="connsiteY0" fmla="*/ 175069 h 175069"/>
                  <a:gd name="connsiteX1" fmla="*/ 9524 w 341945"/>
                  <a:gd name="connsiteY1" fmla="*/ 136969 h 175069"/>
                  <a:gd name="connsiteX2" fmla="*/ 6952 w 341945"/>
                  <a:gd name="connsiteY2" fmla="*/ 135636 h 175069"/>
                  <a:gd name="connsiteX3" fmla="*/ 6285 w 341945"/>
                  <a:gd name="connsiteY3" fmla="*/ 133541 h 175069"/>
                  <a:gd name="connsiteX4" fmla="*/ 6285 w 341945"/>
                  <a:gd name="connsiteY4" fmla="*/ 41339 h 175069"/>
                  <a:gd name="connsiteX5" fmla="*/ 6952 w 341945"/>
                  <a:gd name="connsiteY5" fmla="*/ 39243 h 175069"/>
                  <a:gd name="connsiteX6" fmla="*/ 8762 w 341945"/>
                  <a:gd name="connsiteY6" fmla="*/ 38100 h 175069"/>
                  <a:gd name="connsiteX7" fmla="*/ 170687 w 341945"/>
                  <a:gd name="connsiteY7" fmla="*/ 0 h 175069"/>
                  <a:gd name="connsiteX8" fmla="*/ 333183 w 341945"/>
                  <a:gd name="connsiteY8" fmla="*/ 38100 h 175069"/>
                  <a:gd name="connsiteX9" fmla="*/ 334993 w 341945"/>
                  <a:gd name="connsiteY9" fmla="*/ 39243 h 175069"/>
                  <a:gd name="connsiteX10" fmla="*/ 335565 w 341945"/>
                  <a:gd name="connsiteY10" fmla="*/ 41339 h 175069"/>
                  <a:gd name="connsiteX11" fmla="*/ 335565 w 341945"/>
                  <a:gd name="connsiteY11" fmla="*/ 133541 h 175069"/>
                  <a:gd name="connsiteX12" fmla="*/ 334993 w 341945"/>
                  <a:gd name="connsiteY12" fmla="*/ 135636 h 175069"/>
                  <a:gd name="connsiteX13" fmla="*/ 333183 w 341945"/>
                  <a:gd name="connsiteY13" fmla="*/ 136874 h 175069"/>
                  <a:gd name="connsiteX14" fmla="*/ 171449 w 341945"/>
                  <a:gd name="connsiteY14" fmla="*/ 175069 h 175069"/>
                  <a:gd name="connsiteX15" fmla="*/ 16858 w 341945"/>
                  <a:gd name="connsiteY15" fmla="*/ 128683 h 175069"/>
                  <a:gd name="connsiteX16" fmla="*/ 171163 w 341945"/>
                  <a:gd name="connsiteY16" fmla="*/ 163544 h 175069"/>
                  <a:gd name="connsiteX17" fmla="*/ 325468 w 341945"/>
                  <a:gd name="connsiteY17" fmla="*/ 128683 h 175069"/>
                  <a:gd name="connsiteX18" fmla="*/ 325468 w 341945"/>
                  <a:gd name="connsiteY18" fmla="*/ 46863 h 175069"/>
                  <a:gd name="connsiteX19" fmla="*/ 171449 w 341945"/>
                  <a:gd name="connsiteY19" fmla="*/ 11811 h 175069"/>
                  <a:gd name="connsiteX20" fmla="*/ 16858 w 341945"/>
                  <a:gd name="connsiteY20" fmla="*/ 46863 h 175069"/>
                  <a:gd name="connsiteX21" fmla="*/ 16858 w 341945"/>
                  <a:gd name="connsiteY21" fmla="*/ 128683 h 17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41945" h="175069">
                    <a:moveTo>
                      <a:pt x="171449" y="175069"/>
                    </a:moveTo>
                    <a:cubicBezTo>
                      <a:pt x="106012" y="175069"/>
                      <a:pt x="45243" y="160877"/>
                      <a:pt x="9524" y="136969"/>
                    </a:cubicBezTo>
                    <a:lnTo>
                      <a:pt x="6952" y="135636"/>
                    </a:lnTo>
                    <a:lnTo>
                      <a:pt x="6285" y="133541"/>
                    </a:lnTo>
                    <a:cubicBezTo>
                      <a:pt x="-2095" y="103378"/>
                      <a:pt x="-2095" y="71501"/>
                      <a:pt x="6285" y="41339"/>
                    </a:cubicBezTo>
                    <a:lnTo>
                      <a:pt x="6952" y="39243"/>
                    </a:lnTo>
                    <a:lnTo>
                      <a:pt x="8762" y="38100"/>
                    </a:lnTo>
                    <a:cubicBezTo>
                      <a:pt x="44957" y="14383"/>
                      <a:pt x="105726" y="0"/>
                      <a:pt x="170687" y="0"/>
                    </a:cubicBezTo>
                    <a:cubicBezTo>
                      <a:pt x="235647" y="0"/>
                      <a:pt x="296893" y="14192"/>
                      <a:pt x="333183" y="38100"/>
                    </a:cubicBezTo>
                    <a:lnTo>
                      <a:pt x="334993" y="39243"/>
                    </a:lnTo>
                    <a:lnTo>
                      <a:pt x="335565" y="41339"/>
                    </a:lnTo>
                    <a:cubicBezTo>
                      <a:pt x="344072" y="71484"/>
                      <a:pt x="344072" y="103395"/>
                      <a:pt x="335565" y="133541"/>
                    </a:cubicBezTo>
                    <a:lnTo>
                      <a:pt x="334993" y="135636"/>
                    </a:lnTo>
                    <a:lnTo>
                      <a:pt x="333183" y="136874"/>
                    </a:lnTo>
                    <a:cubicBezTo>
                      <a:pt x="297369" y="160877"/>
                      <a:pt x="236695" y="175069"/>
                      <a:pt x="171449" y="175069"/>
                    </a:cubicBezTo>
                    <a:close/>
                    <a:moveTo>
                      <a:pt x="16858" y="128683"/>
                    </a:moveTo>
                    <a:cubicBezTo>
                      <a:pt x="51529" y="150495"/>
                      <a:pt x="108965" y="163544"/>
                      <a:pt x="171163" y="163544"/>
                    </a:cubicBezTo>
                    <a:cubicBezTo>
                      <a:pt x="233361" y="163544"/>
                      <a:pt x="290892" y="150495"/>
                      <a:pt x="325468" y="128683"/>
                    </a:cubicBezTo>
                    <a:cubicBezTo>
                      <a:pt x="332580" y="101873"/>
                      <a:pt x="332580" y="73673"/>
                      <a:pt x="325468" y="46863"/>
                    </a:cubicBezTo>
                    <a:cubicBezTo>
                      <a:pt x="290892" y="24955"/>
                      <a:pt x="233457" y="11811"/>
                      <a:pt x="171449" y="11811"/>
                    </a:cubicBezTo>
                    <a:cubicBezTo>
                      <a:pt x="109441" y="11811"/>
                      <a:pt x="51529" y="24955"/>
                      <a:pt x="16858" y="46863"/>
                    </a:cubicBezTo>
                    <a:cubicBezTo>
                      <a:pt x="9746" y="73673"/>
                      <a:pt x="9746" y="101873"/>
                      <a:pt x="16858" y="1286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05" name="Graphic 90">
              <a:extLst>
                <a:ext uri="{FF2B5EF4-FFF2-40B4-BE49-F238E27FC236}">
                  <a16:creationId xmlns:a16="http://schemas.microsoft.com/office/drawing/2014/main" id="{956E5BFF-B518-8947-89E8-072CFABF8528}"/>
                </a:ext>
              </a:extLst>
            </p:cNvPr>
            <p:cNvGrpSpPr/>
            <p:nvPr/>
          </p:nvGrpSpPr>
          <p:grpSpPr>
            <a:xfrm>
              <a:off x="5136716" y="5307868"/>
              <a:ext cx="317254" cy="219057"/>
              <a:chOff x="5939396" y="2803864"/>
              <a:chExt cx="317254" cy="219057"/>
            </a:xfrm>
            <a:solidFill>
              <a:srgbClr val="FFFFFF"/>
            </a:solidFill>
          </p:grpSpPr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6BE326FC-9AE1-2348-9F43-A1974DCD4136}"/>
                  </a:ext>
                </a:extLst>
              </p:cNvPr>
              <p:cNvSpPr/>
              <p:nvPr/>
            </p:nvSpPr>
            <p:spPr>
              <a:xfrm>
                <a:off x="6153694" y="3011469"/>
                <a:ext cx="26950" cy="11453"/>
              </a:xfrm>
              <a:custGeom>
                <a:avLst/>
                <a:gdLst>
                  <a:gd name="connsiteX0" fmla="*/ 20526 w 26950"/>
                  <a:gd name="connsiteY0" fmla="*/ 11406 h 11453"/>
                  <a:gd name="connsiteX1" fmla="*/ 6425 w 26950"/>
                  <a:gd name="connsiteY1" fmla="*/ 11406 h 11453"/>
                  <a:gd name="connsiteX2" fmla="*/ 47 w 26950"/>
                  <a:gd name="connsiteY2" fmla="*/ 6458 h 11453"/>
                  <a:gd name="connsiteX3" fmla="*/ 4969 w 26950"/>
                  <a:gd name="connsiteY3" fmla="*/ 48 h 11453"/>
                  <a:gd name="connsiteX4" fmla="*/ 6425 w 26950"/>
                  <a:gd name="connsiteY4" fmla="*/ 48 h 11453"/>
                  <a:gd name="connsiteX5" fmla="*/ 20526 w 26950"/>
                  <a:gd name="connsiteY5" fmla="*/ 48 h 11453"/>
                  <a:gd name="connsiteX6" fmla="*/ 26903 w 26950"/>
                  <a:gd name="connsiteY6" fmla="*/ 4995 h 11453"/>
                  <a:gd name="connsiteX7" fmla="*/ 21981 w 26950"/>
                  <a:gd name="connsiteY7" fmla="*/ 11406 h 11453"/>
                  <a:gd name="connsiteX8" fmla="*/ 20526 w 26950"/>
                  <a:gd name="connsiteY8" fmla="*/ 11406 h 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950" h="11453">
                    <a:moveTo>
                      <a:pt x="20526" y="11406"/>
                    </a:moveTo>
                    <a:lnTo>
                      <a:pt x="6425" y="11406"/>
                    </a:lnTo>
                    <a:cubicBezTo>
                      <a:pt x="3305" y="11810"/>
                      <a:pt x="449" y="9595"/>
                      <a:pt x="47" y="6458"/>
                    </a:cubicBezTo>
                    <a:cubicBezTo>
                      <a:pt x="-355" y="3322"/>
                      <a:pt x="1849" y="452"/>
                      <a:pt x="4969" y="48"/>
                    </a:cubicBezTo>
                    <a:cubicBezTo>
                      <a:pt x="5452" y="-15"/>
                      <a:pt x="5942" y="-15"/>
                      <a:pt x="6425" y="48"/>
                    </a:cubicBezTo>
                    <a:lnTo>
                      <a:pt x="20526" y="48"/>
                    </a:lnTo>
                    <a:cubicBezTo>
                      <a:pt x="23646" y="-357"/>
                      <a:pt x="26501" y="1859"/>
                      <a:pt x="26903" y="4995"/>
                    </a:cubicBezTo>
                    <a:cubicBezTo>
                      <a:pt x="27305" y="8132"/>
                      <a:pt x="25101" y="11002"/>
                      <a:pt x="21981" y="11406"/>
                    </a:cubicBezTo>
                    <a:cubicBezTo>
                      <a:pt x="21498" y="11468"/>
                      <a:pt x="21009" y="11468"/>
                      <a:pt x="20526" y="11406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9980EA9-4E12-734F-82ED-ED1D2CED9FD5}"/>
                  </a:ext>
                </a:extLst>
              </p:cNvPr>
              <p:cNvSpPr/>
              <p:nvPr/>
            </p:nvSpPr>
            <p:spPr>
              <a:xfrm>
                <a:off x="6035752" y="3011469"/>
                <a:ext cx="99920" cy="11452"/>
              </a:xfrm>
              <a:custGeom>
                <a:avLst/>
                <a:gdLst>
                  <a:gd name="connsiteX0" fmla="*/ 94951 w 99920"/>
                  <a:gd name="connsiteY0" fmla="*/ 11405 h 11452"/>
                  <a:gd name="connsiteX1" fmla="*/ 65536 w 99920"/>
                  <a:gd name="connsiteY1" fmla="*/ 11405 h 11452"/>
                  <a:gd name="connsiteX2" fmla="*/ 59158 w 99920"/>
                  <a:gd name="connsiteY2" fmla="*/ 6458 h 11452"/>
                  <a:gd name="connsiteX3" fmla="*/ 64080 w 99920"/>
                  <a:gd name="connsiteY3" fmla="*/ 47 h 11452"/>
                  <a:gd name="connsiteX4" fmla="*/ 65536 w 99920"/>
                  <a:gd name="connsiteY4" fmla="*/ 47 h 11452"/>
                  <a:gd name="connsiteX5" fmla="*/ 94951 w 99920"/>
                  <a:gd name="connsiteY5" fmla="*/ 47 h 11452"/>
                  <a:gd name="connsiteX6" fmla="*/ 99873 w 99920"/>
                  <a:gd name="connsiteY6" fmla="*/ 6458 h 11452"/>
                  <a:gd name="connsiteX7" fmla="*/ 94951 w 99920"/>
                  <a:gd name="connsiteY7" fmla="*/ 11405 h 11452"/>
                  <a:gd name="connsiteX8" fmla="*/ 36120 w 99920"/>
                  <a:gd name="connsiteY8" fmla="*/ 11405 h 11452"/>
                  <a:gd name="connsiteX9" fmla="*/ 6425 w 99920"/>
                  <a:gd name="connsiteY9" fmla="*/ 11405 h 11452"/>
                  <a:gd name="connsiteX10" fmla="*/ 47 w 99920"/>
                  <a:gd name="connsiteY10" fmla="*/ 6458 h 11452"/>
                  <a:gd name="connsiteX11" fmla="*/ 4969 w 99920"/>
                  <a:gd name="connsiteY11" fmla="*/ 47 h 11452"/>
                  <a:gd name="connsiteX12" fmla="*/ 6425 w 99920"/>
                  <a:gd name="connsiteY12" fmla="*/ 47 h 11452"/>
                  <a:gd name="connsiteX13" fmla="*/ 35840 w 99920"/>
                  <a:gd name="connsiteY13" fmla="*/ 47 h 11452"/>
                  <a:gd name="connsiteX14" fmla="*/ 40762 w 99920"/>
                  <a:gd name="connsiteY14" fmla="*/ 6458 h 11452"/>
                  <a:gd name="connsiteX15" fmla="*/ 35840 w 99920"/>
                  <a:gd name="connsiteY15" fmla="*/ 11405 h 11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9920" h="11452">
                    <a:moveTo>
                      <a:pt x="94951" y="11405"/>
                    </a:moveTo>
                    <a:lnTo>
                      <a:pt x="65536" y="11405"/>
                    </a:lnTo>
                    <a:cubicBezTo>
                      <a:pt x="62416" y="11809"/>
                      <a:pt x="59560" y="9594"/>
                      <a:pt x="59158" y="6458"/>
                    </a:cubicBezTo>
                    <a:cubicBezTo>
                      <a:pt x="58756" y="3321"/>
                      <a:pt x="60960" y="451"/>
                      <a:pt x="64080" y="47"/>
                    </a:cubicBezTo>
                    <a:cubicBezTo>
                      <a:pt x="64563" y="-16"/>
                      <a:pt x="65053" y="-16"/>
                      <a:pt x="65536" y="47"/>
                    </a:cubicBezTo>
                    <a:lnTo>
                      <a:pt x="94951" y="47"/>
                    </a:lnTo>
                    <a:cubicBezTo>
                      <a:pt x="98071" y="451"/>
                      <a:pt x="100275" y="3321"/>
                      <a:pt x="99873" y="6458"/>
                    </a:cubicBezTo>
                    <a:cubicBezTo>
                      <a:pt x="99542" y="9040"/>
                      <a:pt x="97520" y="11072"/>
                      <a:pt x="94951" y="11405"/>
                    </a:cubicBezTo>
                    <a:close/>
                    <a:moveTo>
                      <a:pt x="36120" y="11405"/>
                    </a:moveTo>
                    <a:lnTo>
                      <a:pt x="6425" y="11405"/>
                    </a:lnTo>
                    <a:cubicBezTo>
                      <a:pt x="3305" y="11809"/>
                      <a:pt x="449" y="9594"/>
                      <a:pt x="47" y="6458"/>
                    </a:cubicBezTo>
                    <a:cubicBezTo>
                      <a:pt x="-355" y="3321"/>
                      <a:pt x="1849" y="451"/>
                      <a:pt x="4969" y="47"/>
                    </a:cubicBezTo>
                    <a:cubicBezTo>
                      <a:pt x="5452" y="-16"/>
                      <a:pt x="5942" y="-16"/>
                      <a:pt x="6425" y="47"/>
                    </a:cubicBezTo>
                    <a:lnTo>
                      <a:pt x="35840" y="47"/>
                    </a:lnTo>
                    <a:cubicBezTo>
                      <a:pt x="38960" y="451"/>
                      <a:pt x="41164" y="3321"/>
                      <a:pt x="40762" y="6458"/>
                    </a:cubicBezTo>
                    <a:cubicBezTo>
                      <a:pt x="40431" y="9040"/>
                      <a:pt x="38409" y="11072"/>
                      <a:pt x="35840" y="11405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FDA6AD8C-ABCB-7245-A85C-C542EDECE799}"/>
                  </a:ext>
                </a:extLst>
              </p:cNvPr>
              <p:cNvSpPr/>
              <p:nvPr/>
            </p:nvSpPr>
            <p:spPr>
              <a:xfrm>
                <a:off x="5993879" y="3011516"/>
                <a:ext cx="24132" cy="11358"/>
              </a:xfrm>
              <a:custGeom>
                <a:avLst/>
                <a:gdLst>
                  <a:gd name="connsiteX0" fmla="*/ 19163 w 24132"/>
                  <a:gd name="connsiteY0" fmla="*/ 11358 h 11358"/>
                  <a:gd name="connsiteX1" fmla="*/ 4969 w 24132"/>
                  <a:gd name="connsiteY1" fmla="*/ 11358 h 11358"/>
                  <a:gd name="connsiteX2" fmla="*/ 47 w 24132"/>
                  <a:gd name="connsiteY2" fmla="*/ 4947 h 11358"/>
                  <a:gd name="connsiteX3" fmla="*/ 4969 w 24132"/>
                  <a:gd name="connsiteY3" fmla="*/ 0 h 11358"/>
                  <a:gd name="connsiteX4" fmla="*/ 19163 w 24132"/>
                  <a:gd name="connsiteY4" fmla="*/ 0 h 11358"/>
                  <a:gd name="connsiteX5" fmla="*/ 24085 w 24132"/>
                  <a:gd name="connsiteY5" fmla="*/ 6411 h 11358"/>
                  <a:gd name="connsiteX6" fmla="*/ 19163 w 24132"/>
                  <a:gd name="connsiteY6" fmla="*/ 11358 h 1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132" h="11358">
                    <a:moveTo>
                      <a:pt x="19163" y="11358"/>
                    </a:moveTo>
                    <a:lnTo>
                      <a:pt x="4969" y="11358"/>
                    </a:lnTo>
                    <a:cubicBezTo>
                      <a:pt x="1849" y="10954"/>
                      <a:pt x="-355" y="8084"/>
                      <a:pt x="47" y="4947"/>
                    </a:cubicBezTo>
                    <a:cubicBezTo>
                      <a:pt x="378" y="2365"/>
                      <a:pt x="2400" y="333"/>
                      <a:pt x="4969" y="0"/>
                    </a:cubicBezTo>
                    <a:lnTo>
                      <a:pt x="19163" y="0"/>
                    </a:lnTo>
                    <a:cubicBezTo>
                      <a:pt x="22283" y="404"/>
                      <a:pt x="24487" y="3274"/>
                      <a:pt x="24085" y="6411"/>
                    </a:cubicBezTo>
                    <a:cubicBezTo>
                      <a:pt x="23754" y="8993"/>
                      <a:pt x="21732" y="11026"/>
                      <a:pt x="19163" y="11358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DFBC2E56-95B4-CF47-90AF-1063338C9FE5}"/>
                  </a:ext>
                </a:extLst>
              </p:cNvPr>
              <p:cNvSpPr/>
              <p:nvPr/>
            </p:nvSpPr>
            <p:spPr>
              <a:xfrm>
                <a:off x="5939457" y="2803971"/>
                <a:ext cx="316846" cy="218950"/>
              </a:xfrm>
              <a:custGeom>
                <a:avLst/>
                <a:gdLst>
                  <a:gd name="connsiteX0" fmla="*/ 311150 w 316846"/>
                  <a:gd name="connsiteY0" fmla="*/ 218904 h 218950"/>
                  <a:gd name="connsiteX1" fmla="*/ 234763 w 316846"/>
                  <a:gd name="connsiteY1" fmla="*/ 218904 h 218950"/>
                  <a:gd name="connsiteX2" fmla="*/ 229841 w 316846"/>
                  <a:gd name="connsiteY2" fmla="*/ 212493 h 218950"/>
                  <a:gd name="connsiteX3" fmla="*/ 234763 w 316846"/>
                  <a:gd name="connsiteY3" fmla="*/ 207546 h 218950"/>
                  <a:gd name="connsiteX4" fmla="*/ 305454 w 316846"/>
                  <a:gd name="connsiteY4" fmla="*/ 207546 h 218950"/>
                  <a:gd name="connsiteX5" fmla="*/ 305454 w 316846"/>
                  <a:gd name="connsiteY5" fmla="*/ 11358 h 218950"/>
                  <a:gd name="connsiteX6" fmla="*/ 11299 w 316846"/>
                  <a:gd name="connsiteY6" fmla="*/ 11358 h 218950"/>
                  <a:gd name="connsiteX7" fmla="*/ 11299 w 316846"/>
                  <a:gd name="connsiteY7" fmla="*/ 207546 h 218950"/>
                  <a:gd name="connsiteX8" fmla="*/ 59391 w 316846"/>
                  <a:gd name="connsiteY8" fmla="*/ 207546 h 218950"/>
                  <a:gd name="connsiteX9" fmla="*/ 65769 w 316846"/>
                  <a:gd name="connsiteY9" fmla="*/ 212493 h 218950"/>
                  <a:gd name="connsiteX10" fmla="*/ 60847 w 316846"/>
                  <a:gd name="connsiteY10" fmla="*/ 218904 h 218950"/>
                  <a:gd name="connsiteX11" fmla="*/ 59391 w 316846"/>
                  <a:gd name="connsiteY11" fmla="*/ 218904 h 218950"/>
                  <a:gd name="connsiteX12" fmla="*/ 5696 w 316846"/>
                  <a:gd name="connsiteY12" fmla="*/ 218904 h 218950"/>
                  <a:gd name="connsiteX13" fmla="*/ 1 w 316846"/>
                  <a:gd name="connsiteY13" fmla="*/ 213366 h 218950"/>
                  <a:gd name="connsiteX14" fmla="*/ 0 w 316846"/>
                  <a:gd name="connsiteY14" fmla="*/ 213272 h 218950"/>
                  <a:gd name="connsiteX15" fmla="*/ 0 w 316846"/>
                  <a:gd name="connsiteY15" fmla="*/ 5726 h 218950"/>
                  <a:gd name="connsiteX16" fmla="*/ 5696 w 316846"/>
                  <a:gd name="connsiteY16" fmla="*/ 0 h 218950"/>
                  <a:gd name="connsiteX17" fmla="*/ 311150 w 316846"/>
                  <a:gd name="connsiteY17" fmla="*/ 0 h 218950"/>
                  <a:gd name="connsiteX18" fmla="*/ 316846 w 316846"/>
                  <a:gd name="connsiteY18" fmla="*/ 5726 h 218950"/>
                  <a:gd name="connsiteX19" fmla="*/ 316846 w 316846"/>
                  <a:gd name="connsiteY19" fmla="*/ 213272 h 218950"/>
                  <a:gd name="connsiteX20" fmla="*/ 311244 w 316846"/>
                  <a:gd name="connsiteY20" fmla="*/ 218905 h 218950"/>
                  <a:gd name="connsiteX21" fmla="*/ 311150 w 316846"/>
                  <a:gd name="connsiteY21" fmla="*/ 218904 h 21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16846" h="218950">
                    <a:moveTo>
                      <a:pt x="311150" y="218904"/>
                    </a:moveTo>
                    <a:lnTo>
                      <a:pt x="234763" y="218904"/>
                    </a:lnTo>
                    <a:cubicBezTo>
                      <a:pt x="231643" y="218500"/>
                      <a:pt x="229439" y="215630"/>
                      <a:pt x="229841" y="212493"/>
                    </a:cubicBezTo>
                    <a:cubicBezTo>
                      <a:pt x="230172" y="209911"/>
                      <a:pt x="232195" y="207878"/>
                      <a:pt x="234763" y="207546"/>
                    </a:cubicBezTo>
                    <a:lnTo>
                      <a:pt x="305454" y="207546"/>
                    </a:lnTo>
                    <a:lnTo>
                      <a:pt x="305454" y="11358"/>
                    </a:lnTo>
                    <a:lnTo>
                      <a:pt x="11299" y="11358"/>
                    </a:lnTo>
                    <a:lnTo>
                      <a:pt x="11299" y="207546"/>
                    </a:lnTo>
                    <a:lnTo>
                      <a:pt x="59391" y="207546"/>
                    </a:lnTo>
                    <a:cubicBezTo>
                      <a:pt x="62511" y="207142"/>
                      <a:pt x="65367" y="209357"/>
                      <a:pt x="65769" y="212493"/>
                    </a:cubicBezTo>
                    <a:cubicBezTo>
                      <a:pt x="66171" y="215630"/>
                      <a:pt x="63967" y="218500"/>
                      <a:pt x="60847" y="218904"/>
                    </a:cubicBezTo>
                    <a:cubicBezTo>
                      <a:pt x="60364" y="218966"/>
                      <a:pt x="59874" y="218966"/>
                      <a:pt x="59391" y="218904"/>
                    </a:cubicBezTo>
                    <a:lnTo>
                      <a:pt x="5696" y="218904"/>
                    </a:lnTo>
                    <a:cubicBezTo>
                      <a:pt x="2602" y="218956"/>
                      <a:pt x="52" y="216476"/>
                      <a:pt x="1" y="213366"/>
                    </a:cubicBezTo>
                    <a:cubicBezTo>
                      <a:pt x="0" y="213335"/>
                      <a:pt x="0" y="213303"/>
                      <a:pt x="0" y="213272"/>
                    </a:cubicBezTo>
                    <a:lnTo>
                      <a:pt x="0" y="5726"/>
                    </a:lnTo>
                    <a:cubicBezTo>
                      <a:pt x="0" y="2564"/>
                      <a:pt x="2550" y="0"/>
                      <a:pt x="5696" y="0"/>
                    </a:cubicBezTo>
                    <a:lnTo>
                      <a:pt x="311150" y="0"/>
                    </a:lnTo>
                    <a:cubicBezTo>
                      <a:pt x="314296" y="0"/>
                      <a:pt x="316846" y="2564"/>
                      <a:pt x="316846" y="5726"/>
                    </a:cubicBezTo>
                    <a:lnTo>
                      <a:pt x="316846" y="213272"/>
                    </a:lnTo>
                    <a:cubicBezTo>
                      <a:pt x="316847" y="216382"/>
                      <a:pt x="314339" y="218904"/>
                      <a:pt x="311244" y="218905"/>
                    </a:cubicBezTo>
                    <a:cubicBezTo>
                      <a:pt x="311213" y="218905"/>
                      <a:pt x="311181" y="218904"/>
                      <a:pt x="311150" y="218904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FB40CB66-5898-FA47-ADCB-F4914D232BE4}"/>
                  </a:ext>
                </a:extLst>
              </p:cNvPr>
              <p:cNvSpPr/>
              <p:nvPr/>
            </p:nvSpPr>
            <p:spPr>
              <a:xfrm>
                <a:off x="5939449" y="2803864"/>
                <a:ext cx="317202" cy="126642"/>
              </a:xfrm>
              <a:custGeom>
                <a:avLst/>
                <a:gdLst>
                  <a:gd name="connsiteX0" fmla="*/ 158758 w 317202"/>
                  <a:gd name="connsiteY0" fmla="*/ 126643 h 126642"/>
                  <a:gd name="connsiteX1" fmla="*/ 155396 w 317202"/>
                  <a:gd name="connsiteY1" fmla="*/ 125516 h 126642"/>
                  <a:gd name="connsiteX2" fmla="*/ 2249 w 317202"/>
                  <a:gd name="connsiteY2" fmla="*/ 10338 h 126642"/>
                  <a:gd name="connsiteX3" fmla="*/ 1128 w 317202"/>
                  <a:gd name="connsiteY3" fmla="*/ 2359 h 126642"/>
                  <a:gd name="connsiteX4" fmla="*/ 9226 w 317202"/>
                  <a:gd name="connsiteY4" fmla="*/ 1141 h 126642"/>
                  <a:gd name="connsiteX5" fmla="*/ 9346 w 317202"/>
                  <a:gd name="connsiteY5" fmla="*/ 1233 h 126642"/>
                  <a:gd name="connsiteX6" fmla="*/ 158758 w 317202"/>
                  <a:gd name="connsiteY6" fmla="*/ 113876 h 126642"/>
                  <a:gd name="connsiteX7" fmla="*/ 308170 w 317202"/>
                  <a:gd name="connsiteY7" fmla="*/ 1233 h 126642"/>
                  <a:gd name="connsiteX8" fmla="*/ 316107 w 317202"/>
                  <a:gd name="connsiteY8" fmla="*/ 2359 h 126642"/>
                  <a:gd name="connsiteX9" fmla="*/ 314893 w 317202"/>
                  <a:gd name="connsiteY9" fmla="*/ 10338 h 126642"/>
                  <a:gd name="connsiteX10" fmla="*/ 161840 w 317202"/>
                  <a:gd name="connsiteY10" fmla="*/ 125516 h 126642"/>
                  <a:gd name="connsiteX11" fmla="*/ 158758 w 317202"/>
                  <a:gd name="connsiteY11" fmla="*/ 126643 h 126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7202" h="126642">
                    <a:moveTo>
                      <a:pt x="158758" y="126643"/>
                    </a:moveTo>
                    <a:cubicBezTo>
                      <a:pt x="157548" y="126630"/>
                      <a:pt x="156372" y="126236"/>
                      <a:pt x="155396" y="125516"/>
                    </a:cubicBezTo>
                    <a:lnTo>
                      <a:pt x="2249" y="10338"/>
                    </a:lnTo>
                    <a:cubicBezTo>
                      <a:pt x="-238" y="8438"/>
                      <a:pt x="-738" y="4878"/>
                      <a:pt x="1128" y="2359"/>
                    </a:cubicBezTo>
                    <a:cubicBezTo>
                      <a:pt x="3030" y="-225"/>
                      <a:pt x="6655" y="-770"/>
                      <a:pt x="9226" y="1141"/>
                    </a:cubicBezTo>
                    <a:cubicBezTo>
                      <a:pt x="9267" y="1171"/>
                      <a:pt x="9307" y="1202"/>
                      <a:pt x="9346" y="1233"/>
                    </a:cubicBezTo>
                    <a:lnTo>
                      <a:pt x="158758" y="113876"/>
                    </a:lnTo>
                    <a:lnTo>
                      <a:pt x="308170" y="1233"/>
                    </a:lnTo>
                    <a:cubicBezTo>
                      <a:pt x="310688" y="-591"/>
                      <a:pt x="314190" y="-94"/>
                      <a:pt x="316107" y="2359"/>
                    </a:cubicBezTo>
                    <a:cubicBezTo>
                      <a:pt x="317953" y="4902"/>
                      <a:pt x="317411" y="8466"/>
                      <a:pt x="314893" y="10338"/>
                    </a:cubicBezTo>
                    <a:lnTo>
                      <a:pt x="161840" y="125516"/>
                    </a:lnTo>
                    <a:cubicBezTo>
                      <a:pt x="160939" y="126178"/>
                      <a:pt x="159871" y="126568"/>
                      <a:pt x="158758" y="126643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0DC7AFEE-0069-2241-8DB0-EE58C25A872E}"/>
                  </a:ext>
                </a:extLst>
              </p:cNvPr>
              <p:cNvSpPr/>
              <p:nvPr/>
            </p:nvSpPr>
            <p:spPr>
              <a:xfrm>
                <a:off x="5939396" y="2893727"/>
                <a:ext cx="131439" cy="129147"/>
              </a:xfrm>
              <a:custGeom>
                <a:avLst/>
                <a:gdLst>
                  <a:gd name="connsiteX0" fmla="*/ 5757 w 131439"/>
                  <a:gd name="connsiteY0" fmla="*/ 129147 h 129147"/>
                  <a:gd name="connsiteX1" fmla="*/ 1648 w 131439"/>
                  <a:gd name="connsiteY1" fmla="*/ 127458 h 129147"/>
                  <a:gd name="connsiteX2" fmla="*/ 1634 w 131439"/>
                  <a:gd name="connsiteY2" fmla="*/ 119492 h 129147"/>
                  <a:gd name="connsiteX3" fmla="*/ 1648 w 131439"/>
                  <a:gd name="connsiteY3" fmla="*/ 119479 h 129147"/>
                  <a:gd name="connsiteX4" fmla="*/ 121458 w 131439"/>
                  <a:gd name="connsiteY4" fmla="*/ 1954 h 129147"/>
                  <a:gd name="connsiteX5" fmla="*/ 129496 w 131439"/>
                  <a:gd name="connsiteY5" fmla="*/ 1418 h 129147"/>
                  <a:gd name="connsiteX6" fmla="*/ 130029 w 131439"/>
                  <a:gd name="connsiteY6" fmla="*/ 9498 h 129147"/>
                  <a:gd name="connsiteX7" fmla="*/ 129395 w 131439"/>
                  <a:gd name="connsiteY7" fmla="*/ 10121 h 129147"/>
                  <a:gd name="connsiteX8" fmla="*/ 9399 w 131439"/>
                  <a:gd name="connsiteY8" fmla="*/ 127551 h 129147"/>
                  <a:gd name="connsiteX9" fmla="*/ 5757 w 131439"/>
                  <a:gd name="connsiteY9" fmla="*/ 129147 h 129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1439" h="129147">
                    <a:moveTo>
                      <a:pt x="5757" y="129147"/>
                    </a:moveTo>
                    <a:cubicBezTo>
                      <a:pt x="4218" y="129155"/>
                      <a:pt x="2740" y="128547"/>
                      <a:pt x="1648" y="127458"/>
                    </a:cubicBezTo>
                    <a:cubicBezTo>
                      <a:pt x="-544" y="125262"/>
                      <a:pt x="-550" y="121696"/>
                      <a:pt x="1634" y="119492"/>
                    </a:cubicBezTo>
                    <a:cubicBezTo>
                      <a:pt x="1639" y="119488"/>
                      <a:pt x="1643" y="119483"/>
                      <a:pt x="1648" y="119479"/>
                    </a:cubicBezTo>
                    <a:lnTo>
                      <a:pt x="121458" y="1954"/>
                    </a:lnTo>
                    <a:cubicBezTo>
                      <a:pt x="123530" y="-425"/>
                      <a:pt x="127129" y="-665"/>
                      <a:pt x="129496" y="1418"/>
                    </a:cubicBezTo>
                    <a:cubicBezTo>
                      <a:pt x="131863" y="3501"/>
                      <a:pt x="132101" y="7119"/>
                      <a:pt x="130029" y="9498"/>
                    </a:cubicBezTo>
                    <a:cubicBezTo>
                      <a:pt x="129834" y="9722"/>
                      <a:pt x="129622" y="9930"/>
                      <a:pt x="129395" y="10121"/>
                    </a:cubicBezTo>
                    <a:lnTo>
                      <a:pt x="9399" y="127551"/>
                    </a:lnTo>
                    <a:cubicBezTo>
                      <a:pt x="8430" y="128528"/>
                      <a:pt x="7128" y="129098"/>
                      <a:pt x="5757" y="129147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9C687652-101F-1A41-87A5-0827881E1842}"/>
                  </a:ext>
                </a:extLst>
              </p:cNvPr>
              <p:cNvSpPr/>
              <p:nvPr/>
            </p:nvSpPr>
            <p:spPr>
              <a:xfrm>
                <a:off x="6125431" y="2894088"/>
                <a:ext cx="130786" cy="128787"/>
              </a:xfrm>
              <a:custGeom>
                <a:avLst/>
                <a:gdLst>
                  <a:gd name="connsiteX0" fmla="*/ 125176 w 130786"/>
                  <a:gd name="connsiteY0" fmla="*/ 128786 h 128787"/>
                  <a:gd name="connsiteX1" fmla="*/ 121254 w 130786"/>
                  <a:gd name="connsiteY1" fmla="*/ 127190 h 128787"/>
                  <a:gd name="connsiteX2" fmla="*/ 1724 w 130786"/>
                  <a:gd name="connsiteY2" fmla="*/ 9759 h 128787"/>
                  <a:gd name="connsiteX3" fmla="*/ 1584 w 130786"/>
                  <a:gd name="connsiteY3" fmla="*/ 1733 h 128787"/>
                  <a:gd name="connsiteX4" fmla="*/ 9569 w 130786"/>
                  <a:gd name="connsiteY4" fmla="*/ 1593 h 128787"/>
                  <a:gd name="connsiteX5" fmla="*/ 129098 w 130786"/>
                  <a:gd name="connsiteY5" fmla="*/ 119117 h 128787"/>
                  <a:gd name="connsiteX6" fmla="*/ 129245 w 130786"/>
                  <a:gd name="connsiteY6" fmla="*/ 126948 h 128787"/>
                  <a:gd name="connsiteX7" fmla="*/ 129098 w 130786"/>
                  <a:gd name="connsiteY7" fmla="*/ 127096 h 128787"/>
                  <a:gd name="connsiteX8" fmla="*/ 125176 w 130786"/>
                  <a:gd name="connsiteY8" fmla="*/ 128786 h 12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786" h="128787">
                    <a:moveTo>
                      <a:pt x="125176" y="128786"/>
                    </a:moveTo>
                    <a:cubicBezTo>
                      <a:pt x="123705" y="128822"/>
                      <a:pt x="122286" y="128244"/>
                      <a:pt x="121254" y="127190"/>
                    </a:cubicBezTo>
                    <a:lnTo>
                      <a:pt x="1724" y="9759"/>
                    </a:lnTo>
                    <a:cubicBezTo>
                      <a:pt x="-519" y="7582"/>
                      <a:pt x="-582" y="3989"/>
                      <a:pt x="1584" y="1733"/>
                    </a:cubicBezTo>
                    <a:cubicBezTo>
                      <a:pt x="3751" y="-522"/>
                      <a:pt x="7325" y="-585"/>
                      <a:pt x="9569" y="1593"/>
                    </a:cubicBezTo>
                    <a:lnTo>
                      <a:pt x="129098" y="119117"/>
                    </a:lnTo>
                    <a:cubicBezTo>
                      <a:pt x="131290" y="121239"/>
                      <a:pt x="131356" y="124745"/>
                      <a:pt x="129245" y="126948"/>
                    </a:cubicBezTo>
                    <a:cubicBezTo>
                      <a:pt x="129197" y="126999"/>
                      <a:pt x="129148" y="127048"/>
                      <a:pt x="129098" y="127096"/>
                    </a:cubicBezTo>
                    <a:cubicBezTo>
                      <a:pt x="128064" y="128157"/>
                      <a:pt x="126654" y="128765"/>
                      <a:pt x="125176" y="128786"/>
                    </a:cubicBezTo>
                    <a:close/>
                  </a:path>
                </a:pathLst>
              </a:custGeom>
              <a:grpFill/>
              <a:ln w="92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13" name="Graphic 92">
              <a:extLst>
                <a:ext uri="{FF2B5EF4-FFF2-40B4-BE49-F238E27FC236}">
                  <a16:creationId xmlns:a16="http://schemas.microsoft.com/office/drawing/2014/main" id="{D0C6662A-5D51-D242-AA09-D14C1757A665}"/>
                </a:ext>
              </a:extLst>
            </p:cNvPr>
            <p:cNvGrpSpPr/>
            <p:nvPr/>
          </p:nvGrpSpPr>
          <p:grpSpPr>
            <a:xfrm>
              <a:off x="7217093" y="3749662"/>
              <a:ext cx="341931" cy="316566"/>
              <a:chOff x="5926752" y="2753171"/>
              <a:chExt cx="341931" cy="316566"/>
            </a:xfrm>
            <a:solidFill>
              <a:srgbClr val="FFFFFF"/>
            </a:solidFill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3621A5D-9D96-954E-8588-7FE0990C24FF}"/>
                  </a:ext>
                </a:extLst>
              </p:cNvPr>
              <p:cNvSpPr/>
              <p:nvPr/>
            </p:nvSpPr>
            <p:spPr>
              <a:xfrm>
                <a:off x="6257376" y="2919596"/>
                <a:ext cx="11307" cy="23420"/>
              </a:xfrm>
              <a:custGeom>
                <a:avLst/>
                <a:gdLst>
                  <a:gd name="connsiteX0" fmla="*/ 5700 w 11307"/>
                  <a:gd name="connsiteY0" fmla="*/ 23420 h 23420"/>
                  <a:gd name="connsiteX1" fmla="*/ 47 w 11307"/>
                  <a:gd name="connsiteY1" fmla="*/ 17724 h 23420"/>
                  <a:gd name="connsiteX2" fmla="*/ 47 w 11307"/>
                  <a:gd name="connsiteY2" fmla="*/ 6425 h 23420"/>
                  <a:gd name="connsiteX3" fmla="*/ 4932 w 11307"/>
                  <a:gd name="connsiteY3" fmla="*/ 47 h 23420"/>
                  <a:gd name="connsiteX4" fmla="*/ 11261 w 11307"/>
                  <a:gd name="connsiteY4" fmla="*/ 4969 h 23420"/>
                  <a:gd name="connsiteX5" fmla="*/ 11261 w 11307"/>
                  <a:gd name="connsiteY5" fmla="*/ 6425 h 23420"/>
                  <a:gd name="connsiteX6" fmla="*/ 11261 w 11307"/>
                  <a:gd name="connsiteY6" fmla="*/ 17724 h 23420"/>
                  <a:gd name="connsiteX7" fmla="*/ 5700 w 11307"/>
                  <a:gd name="connsiteY7" fmla="*/ 23420 h 23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307" h="23420">
                    <a:moveTo>
                      <a:pt x="5700" y="23420"/>
                    </a:moveTo>
                    <a:cubicBezTo>
                      <a:pt x="2578" y="23420"/>
                      <a:pt x="47" y="20870"/>
                      <a:pt x="47" y="17724"/>
                    </a:cubicBezTo>
                    <a:lnTo>
                      <a:pt x="47" y="6425"/>
                    </a:lnTo>
                    <a:cubicBezTo>
                      <a:pt x="-352" y="3305"/>
                      <a:pt x="1835" y="449"/>
                      <a:pt x="4932" y="47"/>
                    </a:cubicBezTo>
                    <a:cubicBezTo>
                      <a:pt x="8028" y="-355"/>
                      <a:pt x="10862" y="1849"/>
                      <a:pt x="11261" y="4969"/>
                    </a:cubicBezTo>
                    <a:cubicBezTo>
                      <a:pt x="11323" y="5452"/>
                      <a:pt x="11323" y="5942"/>
                      <a:pt x="11261" y="6425"/>
                    </a:cubicBezTo>
                    <a:lnTo>
                      <a:pt x="11261" y="17724"/>
                    </a:lnTo>
                    <a:cubicBezTo>
                      <a:pt x="11261" y="20834"/>
                      <a:pt x="8786" y="23369"/>
                      <a:pt x="5700" y="23420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02182185-3FA6-254F-8FC6-1C1D5EC09BE6}"/>
                  </a:ext>
                </a:extLst>
              </p:cNvPr>
              <p:cNvSpPr/>
              <p:nvPr/>
            </p:nvSpPr>
            <p:spPr>
              <a:xfrm>
                <a:off x="6257376" y="2950973"/>
                <a:ext cx="11307" cy="32104"/>
              </a:xfrm>
              <a:custGeom>
                <a:avLst/>
                <a:gdLst>
                  <a:gd name="connsiteX0" fmla="*/ 5700 w 11307"/>
                  <a:gd name="connsiteY0" fmla="*/ 32105 h 32104"/>
                  <a:gd name="connsiteX1" fmla="*/ 47 w 11307"/>
                  <a:gd name="connsiteY1" fmla="*/ 26409 h 32104"/>
                  <a:gd name="connsiteX2" fmla="*/ 47 w 11307"/>
                  <a:gd name="connsiteY2" fmla="*/ 6425 h 32104"/>
                  <a:gd name="connsiteX3" fmla="*/ 4932 w 11307"/>
                  <a:gd name="connsiteY3" fmla="*/ 47 h 32104"/>
                  <a:gd name="connsiteX4" fmla="*/ 11261 w 11307"/>
                  <a:gd name="connsiteY4" fmla="*/ 4969 h 32104"/>
                  <a:gd name="connsiteX5" fmla="*/ 11261 w 11307"/>
                  <a:gd name="connsiteY5" fmla="*/ 6425 h 32104"/>
                  <a:gd name="connsiteX6" fmla="*/ 11261 w 11307"/>
                  <a:gd name="connsiteY6" fmla="*/ 26315 h 32104"/>
                  <a:gd name="connsiteX7" fmla="*/ 5889 w 11307"/>
                  <a:gd name="connsiteY7" fmla="*/ 32102 h 32104"/>
                  <a:gd name="connsiteX8" fmla="*/ 5700 w 11307"/>
                  <a:gd name="connsiteY8" fmla="*/ 32105 h 3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07" h="32104">
                    <a:moveTo>
                      <a:pt x="5700" y="32105"/>
                    </a:moveTo>
                    <a:cubicBezTo>
                      <a:pt x="2578" y="32105"/>
                      <a:pt x="47" y="29555"/>
                      <a:pt x="47" y="26409"/>
                    </a:cubicBezTo>
                    <a:lnTo>
                      <a:pt x="47" y="6425"/>
                    </a:lnTo>
                    <a:cubicBezTo>
                      <a:pt x="-352" y="3305"/>
                      <a:pt x="1835" y="449"/>
                      <a:pt x="4932" y="47"/>
                    </a:cubicBezTo>
                    <a:cubicBezTo>
                      <a:pt x="8028" y="-355"/>
                      <a:pt x="10862" y="1849"/>
                      <a:pt x="11261" y="4969"/>
                    </a:cubicBezTo>
                    <a:cubicBezTo>
                      <a:pt x="11323" y="5452"/>
                      <a:pt x="11323" y="5942"/>
                      <a:pt x="11261" y="6425"/>
                    </a:cubicBezTo>
                    <a:lnTo>
                      <a:pt x="11261" y="26315"/>
                    </a:lnTo>
                    <a:cubicBezTo>
                      <a:pt x="11363" y="29408"/>
                      <a:pt x="8958" y="31999"/>
                      <a:pt x="5889" y="32102"/>
                    </a:cubicBezTo>
                    <a:cubicBezTo>
                      <a:pt x="5826" y="32104"/>
                      <a:pt x="5763" y="32105"/>
                      <a:pt x="5700" y="32105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88ACC5DB-3A09-6E48-91CB-BCE0DAB2B9DB}"/>
                  </a:ext>
                </a:extLst>
              </p:cNvPr>
              <p:cNvSpPr/>
              <p:nvPr/>
            </p:nvSpPr>
            <p:spPr>
              <a:xfrm>
                <a:off x="6257376" y="2991034"/>
                <a:ext cx="11307" cy="23607"/>
              </a:xfrm>
              <a:custGeom>
                <a:avLst/>
                <a:gdLst>
                  <a:gd name="connsiteX0" fmla="*/ 5700 w 11307"/>
                  <a:gd name="connsiteY0" fmla="*/ 23607 h 23607"/>
                  <a:gd name="connsiteX1" fmla="*/ 48 w 11307"/>
                  <a:gd name="connsiteY1" fmla="*/ 18098 h 23607"/>
                  <a:gd name="connsiteX2" fmla="*/ 47 w 11307"/>
                  <a:gd name="connsiteY2" fmla="*/ 18004 h 23607"/>
                  <a:gd name="connsiteX3" fmla="*/ 47 w 11307"/>
                  <a:gd name="connsiteY3" fmla="*/ 6425 h 23607"/>
                  <a:gd name="connsiteX4" fmla="*/ 4932 w 11307"/>
                  <a:gd name="connsiteY4" fmla="*/ 47 h 23607"/>
                  <a:gd name="connsiteX5" fmla="*/ 11261 w 11307"/>
                  <a:gd name="connsiteY5" fmla="*/ 4969 h 23607"/>
                  <a:gd name="connsiteX6" fmla="*/ 11261 w 11307"/>
                  <a:gd name="connsiteY6" fmla="*/ 6425 h 23607"/>
                  <a:gd name="connsiteX7" fmla="*/ 11261 w 11307"/>
                  <a:gd name="connsiteY7" fmla="*/ 17724 h 23607"/>
                  <a:gd name="connsiteX8" fmla="*/ 5985 w 11307"/>
                  <a:gd name="connsiteY8" fmla="*/ 23600 h 23607"/>
                  <a:gd name="connsiteX9" fmla="*/ 5700 w 11307"/>
                  <a:gd name="connsiteY9" fmla="*/ 23607 h 23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307" h="23607">
                    <a:moveTo>
                      <a:pt x="5700" y="23607"/>
                    </a:moveTo>
                    <a:cubicBezTo>
                      <a:pt x="2630" y="23659"/>
                      <a:pt x="99" y="21192"/>
                      <a:pt x="48" y="18098"/>
                    </a:cubicBezTo>
                    <a:cubicBezTo>
                      <a:pt x="47" y="18067"/>
                      <a:pt x="47" y="18036"/>
                      <a:pt x="47" y="18004"/>
                    </a:cubicBezTo>
                    <a:lnTo>
                      <a:pt x="47" y="6425"/>
                    </a:lnTo>
                    <a:cubicBezTo>
                      <a:pt x="-352" y="3305"/>
                      <a:pt x="1835" y="449"/>
                      <a:pt x="4932" y="47"/>
                    </a:cubicBezTo>
                    <a:cubicBezTo>
                      <a:pt x="8028" y="-355"/>
                      <a:pt x="10862" y="1849"/>
                      <a:pt x="11261" y="4969"/>
                    </a:cubicBezTo>
                    <a:cubicBezTo>
                      <a:pt x="11323" y="5452"/>
                      <a:pt x="11323" y="5942"/>
                      <a:pt x="11261" y="6425"/>
                    </a:cubicBezTo>
                    <a:lnTo>
                      <a:pt x="11261" y="17724"/>
                    </a:lnTo>
                    <a:cubicBezTo>
                      <a:pt x="11414" y="20815"/>
                      <a:pt x="9052" y="23445"/>
                      <a:pt x="5985" y="23600"/>
                    </a:cubicBezTo>
                    <a:cubicBezTo>
                      <a:pt x="5890" y="23605"/>
                      <a:pt x="5795" y="23607"/>
                      <a:pt x="5700" y="23607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7DEDFD1F-343A-984E-8686-6B2103BF6D5D}"/>
                  </a:ext>
                </a:extLst>
              </p:cNvPr>
              <p:cNvSpPr/>
              <p:nvPr/>
            </p:nvSpPr>
            <p:spPr>
              <a:xfrm>
                <a:off x="5926752" y="2823393"/>
                <a:ext cx="341890" cy="246344"/>
              </a:xfrm>
              <a:custGeom>
                <a:avLst/>
                <a:gdLst>
                  <a:gd name="connsiteX0" fmla="*/ 319365 w 341890"/>
                  <a:gd name="connsiteY0" fmla="*/ 246343 h 246344"/>
                  <a:gd name="connsiteX1" fmla="*/ 22803 w 341890"/>
                  <a:gd name="connsiteY1" fmla="*/ 246343 h 246344"/>
                  <a:gd name="connsiteX2" fmla="*/ 6 w 341890"/>
                  <a:gd name="connsiteY2" fmla="*/ 223746 h 246344"/>
                  <a:gd name="connsiteX3" fmla="*/ 5 w 341890"/>
                  <a:gd name="connsiteY3" fmla="*/ 223558 h 246344"/>
                  <a:gd name="connsiteX4" fmla="*/ 5 w 341890"/>
                  <a:gd name="connsiteY4" fmla="*/ 23160 h 246344"/>
                  <a:gd name="connsiteX5" fmla="*/ 22057 w 341890"/>
                  <a:gd name="connsiteY5" fmla="*/ 5 h 246344"/>
                  <a:gd name="connsiteX6" fmla="*/ 22618 w 341890"/>
                  <a:gd name="connsiteY6" fmla="*/ 1 h 246344"/>
                  <a:gd name="connsiteX7" fmla="*/ 319180 w 341890"/>
                  <a:gd name="connsiteY7" fmla="*/ 1 h 246344"/>
                  <a:gd name="connsiteX8" fmla="*/ 341889 w 341890"/>
                  <a:gd name="connsiteY8" fmla="*/ 22500 h 246344"/>
                  <a:gd name="connsiteX9" fmla="*/ 341885 w 341890"/>
                  <a:gd name="connsiteY9" fmla="*/ 23160 h 246344"/>
                  <a:gd name="connsiteX10" fmla="*/ 341885 w 341890"/>
                  <a:gd name="connsiteY10" fmla="*/ 103095 h 246344"/>
                  <a:gd name="connsiteX11" fmla="*/ 335556 w 341890"/>
                  <a:gd name="connsiteY11" fmla="*/ 108017 h 246344"/>
                  <a:gd name="connsiteX12" fmla="*/ 330672 w 341890"/>
                  <a:gd name="connsiteY12" fmla="*/ 103095 h 246344"/>
                  <a:gd name="connsiteX13" fmla="*/ 330672 w 341890"/>
                  <a:gd name="connsiteY13" fmla="*/ 23160 h 246344"/>
                  <a:gd name="connsiteX14" fmla="*/ 319365 w 341890"/>
                  <a:gd name="connsiteY14" fmla="*/ 11767 h 246344"/>
                  <a:gd name="connsiteX15" fmla="*/ 22803 w 341890"/>
                  <a:gd name="connsiteY15" fmla="*/ 11767 h 246344"/>
                  <a:gd name="connsiteX16" fmla="*/ 11220 w 341890"/>
                  <a:gd name="connsiteY16" fmla="*/ 23064 h 246344"/>
                  <a:gd name="connsiteX17" fmla="*/ 11219 w 341890"/>
                  <a:gd name="connsiteY17" fmla="*/ 23160 h 246344"/>
                  <a:gd name="connsiteX18" fmla="*/ 11219 w 341890"/>
                  <a:gd name="connsiteY18" fmla="*/ 223558 h 246344"/>
                  <a:gd name="connsiteX19" fmla="*/ 22618 w 341890"/>
                  <a:gd name="connsiteY19" fmla="*/ 235044 h 246344"/>
                  <a:gd name="connsiteX20" fmla="*/ 319180 w 341890"/>
                  <a:gd name="connsiteY20" fmla="*/ 235044 h 246344"/>
                  <a:gd name="connsiteX21" fmla="*/ 330486 w 341890"/>
                  <a:gd name="connsiteY21" fmla="*/ 223558 h 246344"/>
                  <a:gd name="connsiteX22" fmla="*/ 330486 w 341890"/>
                  <a:gd name="connsiteY22" fmla="*/ 185365 h 246344"/>
                  <a:gd name="connsiteX23" fmla="*/ 335371 w 341890"/>
                  <a:gd name="connsiteY23" fmla="*/ 178987 h 246344"/>
                  <a:gd name="connsiteX24" fmla="*/ 341700 w 341890"/>
                  <a:gd name="connsiteY24" fmla="*/ 183909 h 246344"/>
                  <a:gd name="connsiteX25" fmla="*/ 341700 w 341890"/>
                  <a:gd name="connsiteY25" fmla="*/ 185365 h 246344"/>
                  <a:gd name="connsiteX26" fmla="*/ 341700 w 341890"/>
                  <a:gd name="connsiteY26" fmla="*/ 223558 h 246344"/>
                  <a:gd name="connsiteX27" fmla="*/ 319365 w 341890"/>
                  <a:gd name="connsiteY27" fmla="*/ 246343 h 246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41890" h="246344">
                    <a:moveTo>
                      <a:pt x="319365" y="246343"/>
                    </a:moveTo>
                    <a:lnTo>
                      <a:pt x="22803" y="246343"/>
                    </a:lnTo>
                    <a:cubicBezTo>
                      <a:pt x="10315" y="246447"/>
                      <a:pt x="108" y="236329"/>
                      <a:pt x="6" y="223746"/>
                    </a:cubicBezTo>
                    <a:cubicBezTo>
                      <a:pt x="5" y="223683"/>
                      <a:pt x="5" y="223621"/>
                      <a:pt x="5" y="223558"/>
                    </a:cubicBezTo>
                    <a:lnTo>
                      <a:pt x="5" y="23160"/>
                    </a:lnTo>
                    <a:cubicBezTo>
                      <a:pt x="-251" y="10630"/>
                      <a:pt x="9622" y="263"/>
                      <a:pt x="22057" y="5"/>
                    </a:cubicBezTo>
                    <a:cubicBezTo>
                      <a:pt x="22244" y="2"/>
                      <a:pt x="22431" y="0"/>
                      <a:pt x="22618" y="1"/>
                    </a:cubicBezTo>
                    <a:lnTo>
                      <a:pt x="319180" y="1"/>
                    </a:lnTo>
                    <a:cubicBezTo>
                      <a:pt x="331617" y="-105"/>
                      <a:pt x="341784" y="9968"/>
                      <a:pt x="341889" y="22500"/>
                    </a:cubicBezTo>
                    <a:cubicBezTo>
                      <a:pt x="341891" y="22720"/>
                      <a:pt x="341890" y="22940"/>
                      <a:pt x="341885" y="23160"/>
                    </a:cubicBezTo>
                    <a:lnTo>
                      <a:pt x="341885" y="103095"/>
                    </a:lnTo>
                    <a:cubicBezTo>
                      <a:pt x="341487" y="106215"/>
                      <a:pt x="338653" y="108419"/>
                      <a:pt x="335556" y="108017"/>
                    </a:cubicBezTo>
                    <a:cubicBezTo>
                      <a:pt x="333007" y="107686"/>
                      <a:pt x="331000" y="105664"/>
                      <a:pt x="330672" y="103095"/>
                    </a:cubicBezTo>
                    <a:lnTo>
                      <a:pt x="330672" y="23160"/>
                    </a:lnTo>
                    <a:cubicBezTo>
                      <a:pt x="330672" y="16868"/>
                      <a:pt x="325610" y="11767"/>
                      <a:pt x="319365" y="11767"/>
                    </a:cubicBezTo>
                    <a:lnTo>
                      <a:pt x="22803" y="11767"/>
                    </a:lnTo>
                    <a:cubicBezTo>
                      <a:pt x="16508" y="11664"/>
                      <a:pt x="11322" y="16722"/>
                      <a:pt x="11220" y="23064"/>
                    </a:cubicBezTo>
                    <a:cubicBezTo>
                      <a:pt x="11219" y="23096"/>
                      <a:pt x="11219" y="23128"/>
                      <a:pt x="11219" y="23160"/>
                    </a:cubicBezTo>
                    <a:lnTo>
                      <a:pt x="11219" y="223558"/>
                    </a:lnTo>
                    <a:cubicBezTo>
                      <a:pt x="11219" y="229902"/>
                      <a:pt x="16322" y="235044"/>
                      <a:pt x="22618" y="235044"/>
                    </a:cubicBezTo>
                    <a:lnTo>
                      <a:pt x="319180" y="235044"/>
                    </a:lnTo>
                    <a:cubicBezTo>
                      <a:pt x="325439" y="234993"/>
                      <a:pt x="330487" y="229865"/>
                      <a:pt x="330486" y="223558"/>
                    </a:cubicBezTo>
                    <a:lnTo>
                      <a:pt x="330486" y="185365"/>
                    </a:lnTo>
                    <a:cubicBezTo>
                      <a:pt x="330087" y="182245"/>
                      <a:pt x="332274" y="179389"/>
                      <a:pt x="335371" y="178987"/>
                    </a:cubicBezTo>
                    <a:cubicBezTo>
                      <a:pt x="338467" y="178585"/>
                      <a:pt x="341301" y="180789"/>
                      <a:pt x="341700" y="183909"/>
                    </a:cubicBezTo>
                    <a:cubicBezTo>
                      <a:pt x="341762" y="184392"/>
                      <a:pt x="341762" y="184882"/>
                      <a:pt x="341700" y="185365"/>
                    </a:cubicBezTo>
                    <a:lnTo>
                      <a:pt x="341700" y="223558"/>
                    </a:lnTo>
                    <a:cubicBezTo>
                      <a:pt x="341752" y="236054"/>
                      <a:pt x="331767" y="246241"/>
                      <a:pt x="319365" y="246343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E9B259A1-4290-D343-8F1E-06A868A3E5C9}"/>
                  </a:ext>
                </a:extLst>
              </p:cNvPr>
              <p:cNvSpPr/>
              <p:nvPr/>
            </p:nvSpPr>
            <p:spPr>
              <a:xfrm>
                <a:off x="5927249" y="2872446"/>
                <a:ext cx="341425" cy="55256"/>
              </a:xfrm>
              <a:custGeom>
                <a:avLst/>
                <a:gdLst>
                  <a:gd name="connsiteX0" fmla="*/ 214423 w 341425"/>
                  <a:gd name="connsiteY0" fmla="*/ 55256 h 55256"/>
                  <a:gd name="connsiteX1" fmla="*/ 126566 w 341425"/>
                  <a:gd name="connsiteY1" fmla="*/ 55256 h 55256"/>
                  <a:gd name="connsiteX2" fmla="*/ 83657 w 341425"/>
                  <a:gd name="connsiteY2" fmla="*/ 45918 h 55256"/>
                  <a:gd name="connsiteX3" fmla="*/ 2844 w 341425"/>
                  <a:gd name="connsiteY3" fmla="*/ 10806 h 55256"/>
                  <a:gd name="connsiteX4" fmla="*/ 749 w 341425"/>
                  <a:gd name="connsiteY4" fmla="*/ 3032 h 55256"/>
                  <a:gd name="connsiteX5" fmla="*/ 7385 w 341425"/>
                  <a:gd name="connsiteY5" fmla="*/ 441 h 55256"/>
                  <a:gd name="connsiteX6" fmla="*/ 88106 w 341425"/>
                  <a:gd name="connsiteY6" fmla="*/ 35833 h 55256"/>
                  <a:gd name="connsiteX7" fmla="*/ 126566 w 341425"/>
                  <a:gd name="connsiteY7" fmla="*/ 43957 h 55256"/>
                  <a:gd name="connsiteX8" fmla="*/ 214423 w 341425"/>
                  <a:gd name="connsiteY8" fmla="*/ 43957 h 55256"/>
                  <a:gd name="connsiteX9" fmla="*/ 252790 w 341425"/>
                  <a:gd name="connsiteY9" fmla="*/ 35833 h 55256"/>
                  <a:gd name="connsiteX10" fmla="*/ 333604 w 341425"/>
                  <a:gd name="connsiteY10" fmla="*/ 441 h 55256"/>
                  <a:gd name="connsiteX11" fmla="*/ 340925 w 341425"/>
                  <a:gd name="connsiteY11" fmla="*/ 3336 h 55256"/>
                  <a:gd name="connsiteX12" fmla="*/ 338166 w 341425"/>
                  <a:gd name="connsiteY12" fmla="*/ 10755 h 55256"/>
                  <a:gd name="connsiteX13" fmla="*/ 338052 w 341425"/>
                  <a:gd name="connsiteY13" fmla="*/ 10806 h 55256"/>
                  <a:gd name="connsiteX14" fmla="*/ 257239 w 341425"/>
                  <a:gd name="connsiteY14" fmla="*/ 46198 h 55256"/>
                  <a:gd name="connsiteX15" fmla="*/ 214423 w 341425"/>
                  <a:gd name="connsiteY15" fmla="*/ 55256 h 5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1425" h="55256">
                    <a:moveTo>
                      <a:pt x="214423" y="55256"/>
                    </a:moveTo>
                    <a:lnTo>
                      <a:pt x="126566" y="55256"/>
                    </a:lnTo>
                    <a:cubicBezTo>
                      <a:pt x="111776" y="55166"/>
                      <a:pt x="97166" y="51987"/>
                      <a:pt x="83657" y="45918"/>
                    </a:cubicBezTo>
                    <a:lnTo>
                      <a:pt x="2844" y="10806"/>
                    </a:lnTo>
                    <a:cubicBezTo>
                      <a:pt x="135" y="9242"/>
                      <a:pt x="-803" y="5762"/>
                      <a:pt x="749" y="3032"/>
                    </a:cubicBezTo>
                    <a:cubicBezTo>
                      <a:pt x="2076" y="697"/>
                      <a:pt x="4843" y="-383"/>
                      <a:pt x="7385" y="441"/>
                    </a:cubicBezTo>
                    <a:lnTo>
                      <a:pt x="88106" y="35833"/>
                    </a:lnTo>
                    <a:cubicBezTo>
                      <a:pt x="100222" y="41217"/>
                      <a:pt x="113324" y="43985"/>
                      <a:pt x="126566" y="43957"/>
                    </a:cubicBezTo>
                    <a:lnTo>
                      <a:pt x="214423" y="43957"/>
                    </a:lnTo>
                    <a:cubicBezTo>
                      <a:pt x="227635" y="43986"/>
                      <a:pt x="240707" y="41218"/>
                      <a:pt x="252790" y="35833"/>
                    </a:cubicBezTo>
                    <a:lnTo>
                      <a:pt x="333604" y="441"/>
                    </a:lnTo>
                    <a:cubicBezTo>
                      <a:pt x="336419" y="-743"/>
                      <a:pt x="339660" y="538"/>
                      <a:pt x="340925" y="3336"/>
                    </a:cubicBezTo>
                    <a:cubicBezTo>
                      <a:pt x="342196" y="6152"/>
                      <a:pt x="340961" y="9474"/>
                      <a:pt x="338166" y="10755"/>
                    </a:cubicBezTo>
                    <a:cubicBezTo>
                      <a:pt x="338128" y="10773"/>
                      <a:pt x="338090" y="10790"/>
                      <a:pt x="338052" y="10806"/>
                    </a:cubicBezTo>
                    <a:lnTo>
                      <a:pt x="257239" y="46198"/>
                    </a:lnTo>
                    <a:cubicBezTo>
                      <a:pt x="243742" y="52168"/>
                      <a:pt x="229163" y="55253"/>
                      <a:pt x="214423" y="55256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92A9477F-D1EA-E740-A866-349C351B9F33}"/>
                  </a:ext>
                </a:extLst>
              </p:cNvPr>
              <p:cNvSpPr/>
              <p:nvPr/>
            </p:nvSpPr>
            <p:spPr>
              <a:xfrm>
                <a:off x="6008774" y="2753171"/>
                <a:ext cx="178122" cy="81522"/>
              </a:xfrm>
              <a:custGeom>
                <a:avLst/>
                <a:gdLst>
                  <a:gd name="connsiteX0" fmla="*/ 172469 w 178122"/>
                  <a:gd name="connsiteY0" fmla="*/ 81523 h 81522"/>
                  <a:gd name="connsiteX1" fmla="*/ 5653 w 178122"/>
                  <a:gd name="connsiteY1" fmla="*/ 81523 h 81522"/>
                  <a:gd name="connsiteX2" fmla="*/ 0 w 178122"/>
                  <a:gd name="connsiteY2" fmla="*/ 75826 h 81522"/>
                  <a:gd name="connsiteX3" fmla="*/ 0 w 178122"/>
                  <a:gd name="connsiteY3" fmla="*/ 16996 h 81522"/>
                  <a:gd name="connsiteX4" fmla="*/ 16682 w 178122"/>
                  <a:gd name="connsiteY4" fmla="*/ 0 h 81522"/>
                  <a:gd name="connsiteX5" fmla="*/ 161256 w 178122"/>
                  <a:gd name="connsiteY5" fmla="*/ 0 h 81522"/>
                  <a:gd name="connsiteX6" fmla="*/ 178123 w 178122"/>
                  <a:gd name="connsiteY6" fmla="*/ 16996 h 81522"/>
                  <a:gd name="connsiteX7" fmla="*/ 178123 w 178122"/>
                  <a:gd name="connsiteY7" fmla="*/ 75826 h 81522"/>
                  <a:gd name="connsiteX8" fmla="*/ 172469 w 178122"/>
                  <a:gd name="connsiteY8" fmla="*/ 81523 h 81522"/>
                  <a:gd name="connsiteX9" fmla="*/ 10658 w 178122"/>
                  <a:gd name="connsiteY9" fmla="*/ 70224 h 81522"/>
                  <a:gd name="connsiteX10" fmla="*/ 166816 w 178122"/>
                  <a:gd name="connsiteY10" fmla="*/ 70224 h 81522"/>
                  <a:gd name="connsiteX11" fmla="*/ 166816 w 178122"/>
                  <a:gd name="connsiteY11" fmla="*/ 16996 h 81522"/>
                  <a:gd name="connsiteX12" fmla="*/ 161349 w 178122"/>
                  <a:gd name="connsiteY12" fmla="*/ 11300 h 81522"/>
                  <a:gd name="connsiteX13" fmla="*/ 161256 w 178122"/>
                  <a:gd name="connsiteY13" fmla="*/ 11299 h 81522"/>
                  <a:gd name="connsiteX14" fmla="*/ 16682 w 178122"/>
                  <a:gd name="connsiteY14" fmla="*/ 11299 h 81522"/>
                  <a:gd name="connsiteX15" fmla="*/ 11028 w 178122"/>
                  <a:gd name="connsiteY15" fmla="*/ 16996 h 81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8122" h="81522">
                    <a:moveTo>
                      <a:pt x="172469" y="81523"/>
                    </a:moveTo>
                    <a:lnTo>
                      <a:pt x="5653" y="81523"/>
                    </a:lnTo>
                    <a:cubicBezTo>
                      <a:pt x="2531" y="81523"/>
                      <a:pt x="0" y="78972"/>
                      <a:pt x="0" y="75826"/>
                    </a:cubicBezTo>
                    <a:lnTo>
                      <a:pt x="0" y="16996"/>
                    </a:lnTo>
                    <a:cubicBezTo>
                      <a:pt x="-1" y="7682"/>
                      <a:pt x="7439" y="102"/>
                      <a:pt x="16682" y="0"/>
                    </a:cubicBezTo>
                    <a:lnTo>
                      <a:pt x="161256" y="0"/>
                    </a:lnTo>
                    <a:cubicBezTo>
                      <a:pt x="170550" y="51"/>
                      <a:pt x="178072" y="7630"/>
                      <a:pt x="178123" y="16996"/>
                    </a:cubicBezTo>
                    <a:lnTo>
                      <a:pt x="178123" y="75826"/>
                    </a:lnTo>
                    <a:cubicBezTo>
                      <a:pt x="178123" y="78972"/>
                      <a:pt x="175592" y="81523"/>
                      <a:pt x="172469" y="81523"/>
                    </a:cubicBezTo>
                    <a:close/>
                    <a:moveTo>
                      <a:pt x="10658" y="70224"/>
                    </a:moveTo>
                    <a:lnTo>
                      <a:pt x="166816" y="70224"/>
                    </a:lnTo>
                    <a:lnTo>
                      <a:pt x="166816" y="16996"/>
                    </a:lnTo>
                    <a:cubicBezTo>
                      <a:pt x="166867" y="13902"/>
                      <a:pt x="164420" y="11352"/>
                      <a:pt x="161349" y="11300"/>
                    </a:cubicBezTo>
                    <a:cubicBezTo>
                      <a:pt x="161318" y="11300"/>
                      <a:pt x="161287" y="11299"/>
                      <a:pt x="161256" y="11299"/>
                    </a:cubicBezTo>
                    <a:lnTo>
                      <a:pt x="16682" y="11299"/>
                    </a:lnTo>
                    <a:cubicBezTo>
                      <a:pt x="13559" y="11299"/>
                      <a:pt x="11028" y="13850"/>
                      <a:pt x="11028" y="16996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59384371-1690-E44B-B3BA-2DE7CF64E002}"/>
                  </a:ext>
                </a:extLst>
              </p:cNvPr>
              <p:cNvSpPr/>
              <p:nvPr/>
            </p:nvSpPr>
            <p:spPr>
              <a:xfrm>
                <a:off x="6038801" y="2779411"/>
                <a:ext cx="117887" cy="55282"/>
              </a:xfrm>
              <a:custGeom>
                <a:avLst/>
                <a:gdLst>
                  <a:gd name="connsiteX0" fmla="*/ 112231 w 117887"/>
                  <a:gd name="connsiteY0" fmla="*/ 55282 h 55282"/>
                  <a:gd name="connsiteX1" fmla="*/ 5561 w 117887"/>
                  <a:gd name="connsiteY1" fmla="*/ 55282 h 55282"/>
                  <a:gd name="connsiteX2" fmla="*/ 0 w 117887"/>
                  <a:gd name="connsiteY2" fmla="*/ 49680 h 55282"/>
                  <a:gd name="connsiteX3" fmla="*/ 1 w 117887"/>
                  <a:gd name="connsiteY3" fmla="*/ 49586 h 55282"/>
                  <a:gd name="connsiteX4" fmla="*/ 1 w 117887"/>
                  <a:gd name="connsiteY4" fmla="*/ 11113 h 55282"/>
                  <a:gd name="connsiteX5" fmla="*/ 11215 w 117887"/>
                  <a:gd name="connsiteY5" fmla="*/ 0 h 55282"/>
                  <a:gd name="connsiteX6" fmla="*/ 106670 w 117887"/>
                  <a:gd name="connsiteY6" fmla="*/ 0 h 55282"/>
                  <a:gd name="connsiteX7" fmla="*/ 117884 w 117887"/>
                  <a:gd name="connsiteY7" fmla="*/ 11113 h 55282"/>
                  <a:gd name="connsiteX8" fmla="*/ 117884 w 117887"/>
                  <a:gd name="connsiteY8" fmla="*/ 49399 h 55282"/>
                  <a:gd name="connsiteX9" fmla="*/ 112419 w 117887"/>
                  <a:gd name="connsiteY9" fmla="*/ 55279 h 55282"/>
                  <a:gd name="connsiteX10" fmla="*/ 112231 w 117887"/>
                  <a:gd name="connsiteY10" fmla="*/ 55282 h 55282"/>
                  <a:gd name="connsiteX11" fmla="*/ 11215 w 117887"/>
                  <a:gd name="connsiteY11" fmla="*/ 43983 h 55282"/>
                  <a:gd name="connsiteX12" fmla="*/ 106670 w 117887"/>
                  <a:gd name="connsiteY12" fmla="*/ 43983 h 55282"/>
                  <a:gd name="connsiteX13" fmla="*/ 106670 w 117887"/>
                  <a:gd name="connsiteY13" fmla="*/ 11113 h 55282"/>
                  <a:gd name="connsiteX14" fmla="*/ 11215 w 117887"/>
                  <a:gd name="connsiteY14" fmla="*/ 11113 h 5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7887" h="55282">
                    <a:moveTo>
                      <a:pt x="112231" y="55282"/>
                    </a:moveTo>
                    <a:lnTo>
                      <a:pt x="5561" y="55282"/>
                    </a:lnTo>
                    <a:cubicBezTo>
                      <a:pt x="2490" y="55283"/>
                      <a:pt x="0" y="52775"/>
                      <a:pt x="0" y="49680"/>
                    </a:cubicBezTo>
                    <a:cubicBezTo>
                      <a:pt x="0" y="49649"/>
                      <a:pt x="0" y="49617"/>
                      <a:pt x="1" y="49586"/>
                    </a:cubicBezTo>
                    <a:lnTo>
                      <a:pt x="1" y="11113"/>
                    </a:lnTo>
                    <a:cubicBezTo>
                      <a:pt x="102" y="4945"/>
                      <a:pt x="5093" y="-1"/>
                      <a:pt x="11215" y="0"/>
                    </a:cubicBezTo>
                    <a:lnTo>
                      <a:pt x="106670" y="0"/>
                    </a:lnTo>
                    <a:cubicBezTo>
                      <a:pt x="112792" y="-1"/>
                      <a:pt x="117783" y="4945"/>
                      <a:pt x="117884" y="11113"/>
                    </a:cubicBezTo>
                    <a:lnTo>
                      <a:pt x="117884" y="49399"/>
                    </a:lnTo>
                    <a:cubicBezTo>
                      <a:pt x="117987" y="52544"/>
                      <a:pt x="115540" y="55176"/>
                      <a:pt x="112419" y="55279"/>
                    </a:cubicBezTo>
                    <a:cubicBezTo>
                      <a:pt x="112357" y="55281"/>
                      <a:pt x="112294" y="55282"/>
                      <a:pt x="112231" y="55282"/>
                    </a:cubicBezTo>
                    <a:close/>
                    <a:moveTo>
                      <a:pt x="11215" y="43983"/>
                    </a:moveTo>
                    <a:lnTo>
                      <a:pt x="106670" y="43983"/>
                    </a:lnTo>
                    <a:lnTo>
                      <a:pt x="106670" y="11113"/>
                    </a:lnTo>
                    <a:lnTo>
                      <a:pt x="11215" y="11113"/>
                    </a:ln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3F1A7D7B-6038-1A49-8964-0864689D1C36}"/>
                  </a:ext>
                </a:extLst>
              </p:cNvPr>
              <p:cNvSpPr/>
              <p:nvPr/>
            </p:nvSpPr>
            <p:spPr>
              <a:xfrm>
                <a:off x="6067994" y="2916402"/>
                <a:ext cx="59497" cy="63500"/>
              </a:xfrm>
              <a:custGeom>
                <a:avLst/>
                <a:gdLst>
                  <a:gd name="connsiteX0" fmla="*/ 42631 w 59497"/>
                  <a:gd name="connsiteY0" fmla="*/ 63501 h 63500"/>
                  <a:gd name="connsiteX1" fmla="*/ 16774 w 59497"/>
                  <a:gd name="connsiteY1" fmla="*/ 63501 h 63500"/>
                  <a:gd name="connsiteX2" fmla="*/ 0 w 59497"/>
                  <a:gd name="connsiteY2" fmla="*/ 46505 h 63500"/>
                  <a:gd name="connsiteX3" fmla="*/ 0 w 59497"/>
                  <a:gd name="connsiteY3" fmla="*/ 5604 h 63500"/>
                  <a:gd name="connsiteX4" fmla="*/ 5561 w 59497"/>
                  <a:gd name="connsiteY4" fmla="*/ 1 h 63500"/>
                  <a:gd name="connsiteX5" fmla="*/ 53845 w 59497"/>
                  <a:gd name="connsiteY5" fmla="*/ 1 h 63500"/>
                  <a:gd name="connsiteX6" fmla="*/ 59497 w 59497"/>
                  <a:gd name="connsiteY6" fmla="*/ 5510 h 63500"/>
                  <a:gd name="connsiteX7" fmla="*/ 59498 w 59497"/>
                  <a:gd name="connsiteY7" fmla="*/ 5604 h 63500"/>
                  <a:gd name="connsiteX8" fmla="*/ 59498 w 59497"/>
                  <a:gd name="connsiteY8" fmla="*/ 46505 h 63500"/>
                  <a:gd name="connsiteX9" fmla="*/ 42631 w 59497"/>
                  <a:gd name="connsiteY9" fmla="*/ 63501 h 63500"/>
                  <a:gd name="connsiteX10" fmla="*/ 11214 w 59497"/>
                  <a:gd name="connsiteY10" fmla="*/ 11300 h 63500"/>
                  <a:gd name="connsiteX11" fmla="*/ 11214 w 59497"/>
                  <a:gd name="connsiteY11" fmla="*/ 46505 h 63500"/>
                  <a:gd name="connsiteX12" fmla="*/ 16774 w 59497"/>
                  <a:gd name="connsiteY12" fmla="*/ 52202 h 63500"/>
                  <a:gd name="connsiteX13" fmla="*/ 42631 w 59497"/>
                  <a:gd name="connsiteY13" fmla="*/ 52202 h 63500"/>
                  <a:gd name="connsiteX14" fmla="*/ 48284 w 59497"/>
                  <a:gd name="connsiteY14" fmla="*/ 46505 h 63500"/>
                  <a:gd name="connsiteX15" fmla="*/ 48284 w 59497"/>
                  <a:gd name="connsiteY15" fmla="*/ 1130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497" h="63500">
                    <a:moveTo>
                      <a:pt x="42631" y="63501"/>
                    </a:moveTo>
                    <a:lnTo>
                      <a:pt x="16774" y="63501"/>
                    </a:lnTo>
                    <a:cubicBezTo>
                      <a:pt x="7495" y="63449"/>
                      <a:pt x="0" y="55855"/>
                      <a:pt x="0" y="46505"/>
                    </a:cubicBezTo>
                    <a:lnTo>
                      <a:pt x="0" y="5604"/>
                    </a:lnTo>
                    <a:cubicBezTo>
                      <a:pt x="0" y="2509"/>
                      <a:pt x="2490" y="1"/>
                      <a:pt x="5561" y="1"/>
                    </a:cubicBezTo>
                    <a:lnTo>
                      <a:pt x="53845" y="1"/>
                    </a:lnTo>
                    <a:cubicBezTo>
                      <a:pt x="56915" y="-51"/>
                      <a:pt x="59446" y="2416"/>
                      <a:pt x="59497" y="5510"/>
                    </a:cubicBezTo>
                    <a:cubicBezTo>
                      <a:pt x="59498" y="5541"/>
                      <a:pt x="59498" y="5572"/>
                      <a:pt x="59498" y="5604"/>
                    </a:cubicBezTo>
                    <a:lnTo>
                      <a:pt x="59498" y="46505"/>
                    </a:lnTo>
                    <a:cubicBezTo>
                      <a:pt x="59447" y="55870"/>
                      <a:pt x="51925" y="63450"/>
                      <a:pt x="42631" y="63501"/>
                    </a:cubicBezTo>
                    <a:close/>
                    <a:moveTo>
                      <a:pt x="11214" y="11300"/>
                    </a:moveTo>
                    <a:lnTo>
                      <a:pt x="11214" y="46505"/>
                    </a:lnTo>
                    <a:cubicBezTo>
                      <a:pt x="11213" y="49615"/>
                      <a:pt x="13688" y="52151"/>
                      <a:pt x="16774" y="52202"/>
                    </a:cubicBezTo>
                    <a:lnTo>
                      <a:pt x="42631" y="52202"/>
                    </a:lnTo>
                    <a:cubicBezTo>
                      <a:pt x="45732" y="52152"/>
                      <a:pt x="48234" y="49630"/>
                      <a:pt x="48284" y="46505"/>
                    </a:cubicBezTo>
                    <a:lnTo>
                      <a:pt x="48284" y="11300"/>
                    </a:ln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40D9595D-60D5-1F44-B6C7-943E3E452CA5}"/>
                  </a:ext>
                </a:extLst>
              </p:cNvPr>
              <p:cNvSpPr/>
              <p:nvPr/>
            </p:nvSpPr>
            <p:spPr>
              <a:xfrm>
                <a:off x="6068661" y="2942410"/>
                <a:ext cx="57645" cy="11393"/>
              </a:xfrm>
              <a:custGeom>
                <a:avLst/>
                <a:gdLst>
                  <a:gd name="connsiteX0" fmla="*/ 52158 w 57645"/>
                  <a:gd name="connsiteY0" fmla="*/ 11346 h 11393"/>
                  <a:gd name="connsiteX1" fmla="*/ 6376 w 57645"/>
                  <a:gd name="connsiteY1" fmla="*/ 11346 h 11393"/>
                  <a:gd name="connsiteX2" fmla="*/ 47 w 57645"/>
                  <a:gd name="connsiteY2" fmla="*/ 6424 h 11393"/>
                  <a:gd name="connsiteX3" fmla="*/ 4932 w 57645"/>
                  <a:gd name="connsiteY3" fmla="*/ 47 h 11393"/>
                  <a:gd name="connsiteX4" fmla="*/ 6376 w 57645"/>
                  <a:gd name="connsiteY4" fmla="*/ 47 h 11393"/>
                  <a:gd name="connsiteX5" fmla="*/ 52714 w 57645"/>
                  <a:gd name="connsiteY5" fmla="*/ 47 h 11393"/>
                  <a:gd name="connsiteX6" fmla="*/ 57599 w 57645"/>
                  <a:gd name="connsiteY6" fmla="*/ 6424 h 11393"/>
                  <a:gd name="connsiteX7" fmla="*/ 52714 w 57645"/>
                  <a:gd name="connsiteY7" fmla="*/ 11346 h 1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645" h="11393">
                    <a:moveTo>
                      <a:pt x="52158" y="11346"/>
                    </a:moveTo>
                    <a:lnTo>
                      <a:pt x="6376" y="11346"/>
                    </a:lnTo>
                    <a:cubicBezTo>
                      <a:pt x="3280" y="11748"/>
                      <a:pt x="446" y="9544"/>
                      <a:pt x="47" y="6424"/>
                    </a:cubicBezTo>
                    <a:cubicBezTo>
                      <a:pt x="-352" y="3304"/>
                      <a:pt x="1835" y="449"/>
                      <a:pt x="4932" y="47"/>
                    </a:cubicBezTo>
                    <a:cubicBezTo>
                      <a:pt x="5411" y="-16"/>
                      <a:pt x="5897" y="-16"/>
                      <a:pt x="6376" y="47"/>
                    </a:cubicBezTo>
                    <a:lnTo>
                      <a:pt x="52714" y="47"/>
                    </a:lnTo>
                    <a:cubicBezTo>
                      <a:pt x="55811" y="449"/>
                      <a:pt x="57997" y="3304"/>
                      <a:pt x="57599" y="6424"/>
                    </a:cubicBezTo>
                    <a:cubicBezTo>
                      <a:pt x="57270" y="8993"/>
                      <a:pt x="55263" y="11015"/>
                      <a:pt x="52714" y="11346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5DE29A78-A8BF-6E48-97FA-D648BF7D56EE}"/>
                  </a:ext>
                </a:extLst>
              </p:cNvPr>
              <p:cNvSpPr/>
              <p:nvPr/>
            </p:nvSpPr>
            <p:spPr>
              <a:xfrm>
                <a:off x="5956180" y="2941728"/>
                <a:ext cx="88181" cy="96818"/>
              </a:xfrm>
              <a:custGeom>
                <a:avLst/>
                <a:gdLst>
                  <a:gd name="connsiteX0" fmla="*/ 82528 w 88181"/>
                  <a:gd name="connsiteY0" fmla="*/ 96819 h 96818"/>
                  <a:gd name="connsiteX1" fmla="*/ 12465 w 88181"/>
                  <a:gd name="connsiteY1" fmla="*/ 96819 h 96818"/>
                  <a:gd name="connsiteX2" fmla="*/ 47 w 88181"/>
                  <a:gd name="connsiteY2" fmla="*/ 84306 h 96818"/>
                  <a:gd name="connsiteX3" fmla="*/ 47 w 88181"/>
                  <a:gd name="connsiteY3" fmla="*/ 6425 h 96818"/>
                  <a:gd name="connsiteX4" fmla="*/ 4932 w 88181"/>
                  <a:gd name="connsiteY4" fmla="*/ 47 h 96818"/>
                  <a:gd name="connsiteX5" fmla="*/ 11261 w 88181"/>
                  <a:gd name="connsiteY5" fmla="*/ 4969 h 96818"/>
                  <a:gd name="connsiteX6" fmla="*/ 11261 w 88181"/>
                  <a:gd name="connsiteY6" fmla="*/ 6425 h 96818"/>
                  <a:gd name="connsiteX7" fmla="*/ 11261 w 88181"/>
                  <a:gd name="connsiteY7" fmla="*/ 84306 h 96818"/>
                  <a:gd name="connsiteX8" fmla="*/ 12369 w 88181"/>
                  <a:gd name="connsiteY8" fmla="*/ 85430 h 96818"/>
                  <a:gd name="connsiteX9" fmla="*/ 12465 w 88181"/>
                  <a:gd name="connsiteY9" fmla="*/ 85426 h 96818"/>
                  <a:gd name="connsiteX10" fmla="*/ 82528 w 88181"/>
                  <a:gd name="connsiteY10" fmla="*/ 85426 h 96818"/>
                  <a:gd name="connsiteX11" fmla="*/ 88182 w 88181"/>
                  <a:gd name="connsiteY11" fmla="*/ 91123 h 96818"/>
                  <a:gd name="connsiteX12" fmla="*/ 82528 w 88181"/>
                  <a:gd name="connsiteY12" fmla="*/ 96819 h 9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8181" h="96818">
                    <a:moveTo>
                      <a:pt x="82528" y="96819"/>
                    </a:moveTo>
                    <a:lnTo>
                      <a:pt x="12465" y="96819"/>
                    </a:lnTo>
                    <a:cubicBezTo>
                      <a:pt x="5628" y="96768"/>
                      <a:pt x="97" y="91195"/>
                      <a:pt x="47" y="84306"/>
                    </a:cubicBezTo>
                    <a:lnTo>
                      <a:pt x="47" y="6425"/>
                    </a:lnTo>
                    <a:cubicBezTo>
                      <a:pt x="-352" y="3305"/>
                      <a:pt x="1835" y="449"/>
                      <a:pt x="4932" y="47"/>
                    </a:cubicBezTo>
                    <a:cubicBezTo>
                      <a:pt x="8028" y="-355"/>
                      <a:pt x="10862" y="1849"/>
                      <a:pt x="11261" y="4969"/>
                    </a:cubicBezTo>
                    <a:cubicBezTo>
                      <a:pt x="11322" y="5452"/>
                      <a:pt x="11322" y="5942"/>
                      <a:pt x="11261" y="6425"/>
                    </a:cubicBezTo>
                    <a:lnTo>
                      <a:pt x="11261" y="84306"/>
                    </a:lnTo>
                    <a:cubicBezTo>
                      <a:pt x="11259" y="84925"/>
                      <a:pt x="11755" y="85428"/>
                      <a:pt x="12369" y="85430"/>
                    </a:cubicBezTo>
                    <a:cubicBezTo>
                      <a:pt x="12401" y="85430"/>
                      <a:pt x="12433" y="85429"/>
                      <a:pt x="12465" y="85426"/>
                    </a:cubicBezTo>
                    <a:lnTo>
                      <a:pt x="82528" y="85426"/>
                    </a:lnTo>
                    <a:cubicBezTo>
                      <a:pt x="85651" y="85426"/>
                      <a:pt x="88182" y="87977"/>
                      <a:pt x="88182" y="91123"/>
                    </a:cubicBezTo>
                    <a:cubicBezTo>
                      <a:pt x="88182" y="94269"/>
                      <a:pt x="85650" y="96819"/>
                      <a:pt x="82528" y="96819"/>
                    </a:cubicBezTo>
                    <a:close/>
                  </a:path>
                </a:pathLst>
              </a:custGeom>
              <a:grpFill/>
              <a:ln w="92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24" name="Graphic 94">
              <a:extLst>
                <a:ext uri="{FF2B5EF4-FFF2-40B4-BE49-F238E27FC236}">
                  <a16:creationId xmlns:a16="http://schemas.microsoft.com/office/drawing/2014/main" id="{AFE28EBB-0F26-3542-948A-430F0ECE9896}"/>
                </a:ext>
              </a:extLst>
            </p:cNvPr>
            <p:cNvGrpSpPr/>
            <p:nvPr/>
          </p:nvGrpSpPr>
          <p:grpSpPr>
            <a:xfrm>
              <a:off x="5916121" y="2856223"/>
              <a:ext cx="346602" cy="182416"/>
              <a:chOff x="5926804" y="2822709"/>
              <a:chExt cx="346602" cy="182416"/>
            </a:xfrm>
            <a:solidFill>
              <a:srgbClr val="FFFFFF"/>
            </a:solidFill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8AED6F80-6954-EC44-A2BC-238A0671BFFC}"/>
                  </a:ext>
                </a:extLst>
              </p:cNvPr>
              <p:cNvSpPr/>
              <p:nvPr/>
            </p:nvSpPr>
            <p:spPr>
              <a:xfrm>
                <a:off x="6193267" y="2826490"/>
                <a:ext cx="80139" cy="120148"/>
              </a:xfrm>
              <a:custGeom>
                <a:avLst/>
                <a:gdLst>
                  <a:gd name="connsiteX0" fmla="*/ 32860 w 80139"/>
                  <a:gd name="connsiteY0" fmla="*/ 120149 h 120148"/>
                  <a:gd name="connsiteX1" fmla="*/ 27335 w 80139"/>
                  <a:gd name="connsiteY1" fmla="*/ 115938 h 120148"/>
                  <a:gd name="connsiteX2" fmla="*/ 189 w 80139"/>
                  <a:gd name="connsiteY2" fmla="*/ 18148 h 120148"/>
                  <a:gd name="connsiteX3" fmla="*/ 761 w 80139"/>
                  <a:gd name="connsiteY3" fmla="*/ 13843 h 120148"/>
                  <a:gd name="connsiteX4" fmla="*/ 4285 w 80139"/>
                  <a:gd name="connsiteY4" fmla="*/ 11223 h 120148"/>
                  <a:gd name="connsiteX5" fmla="*/ 46004 w 80139"/>
                  <a:gd name="connsiteY5" fmla="*/ 180 h 120148"/>
                  <a:gd name="connsiteX6" fmla="*/ 53053 w 80139"/>
                  <a:gd name="connsiteY6" fmla="*/ 4204 h 120148"/>
                  <a:gd name="connsiteX7" fmla="*/ 79913 w 80139"/>
                  <a:gd name="connsiteY7" fmla="*/ 102181 h 120148"/>
                  <a:gd name="connsiteX8" fmla="*/ 79342 w 80139"/>
                  <a:gd name="connsiteY8" fmla="*/ 106486 h 120148"/>
                  <a:gd name="connsiteX9" fmla="*/ 75818 w 80139"/>
                  <a:gd name="connsiteY9" fmla="*/ 109200 h 120148"/>
                  <a:gd name="connsiteX10" fmla="*/ 34384 w 80139"/>
                  <a:gd name="connsiteY10" fmla="*/ 119961 h 120148"/>
                  <a:gd name="connsiteX11" fmla="*/ 12953 w 80139"/>
                  <a:gd name="connsiteY11" fmla="*/ 20674 h 120148"/>
                  <a:gd name="connsiteX12" fmla="*/ 36956 w 80139"/>
                  <a:gd name="connsiteY12" fmla="*/ 107515 h 120148"/>
                  <a:gd name="connsiteX13" fmla="*/ 67340 w 80139"/>
                  <a:gd name="connsiteY13" fmla="*/ 99468 h 120148"/>
                  <a:gd name="connsiteX14" fmla="*/ 43433 w 80139"/>
                  <a:gd name="connsiteY14" fmla="*/ 12439 h 120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139" h="120148">
                    <a:moveTo>
                      <a:pt x="32860" y="120149"/>
                    </a:moveTo>
                    <a:cubicBezTo>
                      <a:pt x="30257" y="120145"/>
                      <a:pt x="27986" y="118413"/>
                      <a:pt x="27335" y="115938"/>
                    </a:cubicBezTo>
                    <a:lnTo>
                      <a:pt x="189" y="18148"/>
                    </a:lnTo>
                    <a:cubicBezTo>
                      <a:pt x="-195" y="16694"/>
                      <a:pt x="10" y="15151"/>
                      <a:pt x="761" y="13843"/>
                    </a:cubicBezTo>
                    <a:cubicBezTo>
                      <a:pt x="1513" y="12526"/>
                      <a:pt x="2790" y="11576"/>
                      <a:pt x="4285" y="11223"/>
                    </a:cubicBezTo>
                    <a:lnTo>
                      <a:pt x="46004" y="180"/>
                    </a:lnTo>
                    <a:cubicBezTo>
                      <a:pt x="49078" y="-594"/>
                      <a:pt x="52216" y="1197"/>
                      <a:pt x="53053" y="4204"/>
                    </a:cubicBezTo>
                    <a:lnTo>
                      <a:pt x="79913" y="102181"/>
                    </a:lnTo>
                    <a:cubicBezTo>
                      <a:pt x="80353" y="103631"/>
                      <a:pt x="80145" y="105196"/>
                      <a:pt x="79342" y="106486"/>
                    </a:cubicBezTo>
                    <a:cubicBezTo>
                      <a:pt x="78560" y="107797"/>
                      <a:pt x="77300" y="108767"/>
                      <a:pt x="75818" y="109200"/>
                    </a:cubicBezTo>
                    <a:lnTo>
                      <a:pt x="34384" y="119961"/>
                    </a:lnTo>
                    <a:close/>
                    <a:moveTo>
                      <a:pt x="12953" y="20674"/>
                    </a:moveTo>
                    <a:lnTo>
                      <a:pt x="36956" y="107515"/>
                    </a:lnTo>
                    <a:lnTo>
                      <a:pt x="67340" y="99468"/>
                    </a:lnTo>
                    <a:lnTo>
                      <a:pt x="43433" y="12439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72870580-FD37-264D-A6C6-B6A1FBBF5845}"/>
                  </a:ext>
                </a:extLst>
              </p:cNvPr>
              <p:cNvSpPr/>
              <p:nvPr/>
            </p:nvSpPr>
            <p:spPr>
              <a:xfrm>
                <a:off x="6063708" y="2841796"/>
                <a:ext cx="165576" cy="99136"/>
              </a:xfrm>
              <a:custGeom>
                <a:avLst/>
                <a:gdLst>
                  <a:gd name="connsiteX0" fmla="*/ 142893 w 165576"/>
                  <a:gd name="connsiteY0" fmla="*/ 99134 h 99136"/>
                  <a:gd name="connsiteX1" fmla="*/ 123367 w 165576"/>
                  <a:gd name="connsiteY1" fmla="*/ 93519 h 99136"/>
                  <a:gd name="connsiteX2" fmla="*/ 67360 w 165576"/>
                  <a:gd name="connsiteY2" fmla="*/ 57023 h 99136"/>
                  <a:gd name="connsiteX3" fmla="*/ 48976 w 165576"/>
                  <a:gd name="connsiteY3" fmla="*/ 57023 h 99136"/>
                  <a:gd name="connsiteX4" fmla="*/ 27640 w 165576"/>
                  <a:gd name="connsiteY4" fmla="*/ 70031 h 99136"/>
                  <a:gd name="connsiteX5" fmla="*/ 12972 w 165576"/>
                  <a:gd name="connsiteY5" fmla="*/ 72089 h 99136"/>
                  <a:gd name="connsiteX6" fmla="*/ 1732 w 165576"/>
                  <a:gd name="connsiteY6" fmla="*/ 62731 h 99136"/>
                  <a:gd name="connsiteX7" fmla="*/ 5923 w 165576"/>
                  <a:gd name="connsiteY7" fmla="*/ 42238 h 99136"/>
                  <a:gd name="connsiteX8" fmla="*/ 42595 w 165576"/>
                  <a:gd name="connsiteY8" fmla="*/ 9298 h 99136"/>
                  <a:gd name="connsiteX9" fmla="*/ 77551 w 165576"/>
                  <a:gd name="connsiteY9" fmla="*/ 1531 h 99136"/>
                  <a:gd name="connsiteX10" fmla="*/ 105650 w 165576"/>
                  <a:gd name="connsiteY10" fmla="*/ 9953 h 99136"/>
                  <a:gd name="connsiteX11" fmla="*/ 125176 w 165576"/>
                  <a:gd name="connsiteY11" fmla="*/ 9953 h 99136"/>
                  <a:gd name="connsiteX12" fmla="*/ 136892 w 165576"/>
                  <a:gd name="connsiteY12" fmla="*/ 6771 h 99136"/>
                  <a:gd name="connsiteX13" fmla="*/ 141274 w 165576"/>
                  <a:gd name="connsiteY13" fmla="*/ 7333 h 99136"/>
                  <a:gd name="connsiteX14" fmla="*/ 143941 w 165576"/>
                  <a:gd name="connsiteY14" fmla="*/ 10701 h 99136"/>
                  <a:gd name="connsiteX15" fmla="*/ 165372 w 165576"/>
                  <a:gd name="connsiteY15" fmla="*/ 88091 h 99136"/>
                  <a:gd name="connsiteX16" fmla="*/ 161562 w 165576"/>
                  <a:gd name="connsiteY16" fmla="*/ 95016 h 99136"/>
                  <a:gd name="connsiteX17" fmla="*/ 153656 w 165576"/>
                  <a:gd name="connsiteY17" fmla="*/ 97449 h 99136"/>
                  <a:gd name="connsiteX18" fmla="*/ 142893 w 165576"/>
                  <a:gd name="connsiteY18" fmla="*/ 99134 h 99136"/>
                  <a:gd name="connsiteX19" fmla="*/ 58025 w 165576"/>
                  <a:gd name="connsiteY19" fmla="*/ 42986 h 99136"/>
                  <a:gd name="connsiteX20" fmla="*/ 73741 w 165576"/>
                  <a:gd name="connsiteY20" fmla="*/ 47665 h 99136"/>
                  <a:gd name="connsiteX21" fmla="*/ 129748 w 165576"/>
                  <a:gd name="connsiteY21" fmla="*/ 84161 h 99136"/>
                  <a:gd name="connsiteX22" fmla="*/ 150132 w 165576"/>
                  <a:gd name="connsiteY22" fmla="*/ 86968 h 99136"/>
                  <a:gd name="connsiteX23" fmla="*/ 152799 w 165576"/>
                  <a:gd name="connsiteY23" fmla="*/ 86126 h 99136"/>
                  <a:gd name="connsiteX24" fmla="*/ 134320 w 165576"/>
                  <a:gd name="connsiteY24" fmla="*/ 19217 h 99136"/>
                  <a:gd name="connsiteX25" fmla="*/ 128224 w 165576"/>
                  <a:gd name="connsiteY25" fmla="*/ 20902 h 99136"/>
                  <a:gd name="connsiteX26" fmla="*/ 102316 w 165576"/>
                  <a:gd name="connsiteY26" fmla="*/ 20902 h 99136"/>
                  <a:gd name="connsiteX27" fmla="*/ 73741 w 165576"/>
                  <a:gd name="connsiteY27" fmla="*/ 12479 h 99136"/>
                  <a:gd name="connsiteX28" fmla="*/ 50024 w 165576"/>
                  <a:gd name="connsiteY28" fmla="*/ 17813 h 99136"/>
                  <a:gd name="connsiteX29" fmla="*/ 13639 w 165576"/>
                  <a:gd name="connsiteY29" fmla="*/ 50566 h 99136"/>
                  <a:gd name="connsiteX30" fmla="*/ 12210 w 165576"/>
                  <a:gd name="connsiteY30" fmla="*/ 57772 h 99136"/>
                  <a:gd name="connsiteX31" fmla="*/ 16210 w 165576"/>
                  <a:gd name="connsiteY31" fmla="*/ 61234 h 99136"/>
                  <a:gd name="connsiteX32" fmla="*/ 21449 w 165576"/>
                  <a:gd name="connsiteY32" fmla="*/ 60485 h 99136"/>
                  <a:gd name="connsiteX33" fmla="*/ 42785 w 165576"/>
                  <a:gd name="connsiteY33" fmla="*/ 46729 h 99136"/>
                  <a:gd name="connsiteX34" fmla="*/ 58025 w 165576"/>
                  <a:gd name="connsiteY34" fmla="*/ 42612 h 9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5576" h="99136">
                    <a:moveTo>
                      <a:pt x="142893" y="99134"/>
                    </a:moveTo>
                    <a:cubicBezTo>
                      <a:pt x="135959" y="99223"/>
                      <a:pt x="129157" y="97267"/>
                      <a:pt x="123367" y="93519"/>
                    </a:cubicBezTo>
                    <a:lnTo>
                      <a:pt x="67360" y="57023"/>
                    </a:lnTo>
                    <a:cubicBezTo>
                      <a:pt x="61764" y="53476"/>
                      <a:pt x="54572" y="53476"/>
                      <a:pt x="48976" y="57023"/>
                    </a:cubicBezTo>
                    <a:lnTo>
                      <a:pt x="27640" y="70031"/>
                    </a:lnTo>
                    <a:cubicBezTo>
                      <a:pt x="23274" y="72742"/>
                      <a:pt x="17936" y="73491"/>
                      <a:pt x="12972" y="72089"/>
                    </a:cubicBezTo>
                    <a:cubicBezTo>
                      <a:pt x="7996" y="70767"/>
                      <a:pt x="3876" y="67337"/>
                      <a:pt x="1732" y="62731"/>
                    </a:cubicBezTo>
                    <a:cubicBezTo>
                      <a:pt x="-1666" y="55745"/>
                      <a:pt x="42" y="47392"/>
                      <a:pt x="5923" y="42238"/>
                    </a:cubicBezTo>
                    <a:lnTo>
                      <a:pt x="42595" y="9298"/>
                    </a:lnTo>
                    <a:cubicBezTo>
                      <a:pt x="52042" y="842"/>
                      <a:pt x="65320" y="-2108"/>
                      <a:pt x="77551" y="1531"/>
                    </a:cubicBezTo>
                    <a:lnTo>
                      <a:pt x="105650" y="9953"/>
                    </a:lnTo>
                    <a:cubicBezTo>
                      <a:pt x="112020" y="11823"/>
                      <a:pt x="118807" y="11823"/>
                      <a:pt x="125176" y="9953"/>
                    </a:cubicBezTo>
                    <a:lnTo>
                      <a:pt x="136892" y="6771"/>
                    </a:lnTo>
                    <a:cubicBezTo>
                      <a:pt x="138372" y="6394"/>
                      <a:pt x="139942" y="6596"/>
                      <a:pt x="141274" y="7333"/>
                    </a:cubicBezTo>
                    <a:cubicBezTo>
                      <a:pt x="142586" y="8059"/>
                      <a:pt x="143547" y="9273"/>
                      <a:pt x="143941" y="10701"/>
                    </a:cubicBezTo>
                    <a:lnTo>
                      <a:pt x="165372" y="88091"/>
                    </a:lnTo>
                    <a:cubicBezTo>
                      <a:pt x="166184" y="91028"/>
                      <a:pt x="164508" y="94075"/>
                      <a:pt x="161562" y="95016"/>
                    </a:cubicBezTo>
                    <a:lnTo>
                      <a:pt x="153656" y="97449"/>
                    </a:lnTo>
                    <a:cubicBezTo>
                      <a:pt x="150181" y="98562"/>
                      <a:pt x="146548" y="99130"/>
                      <a:pt x="142893" y="99134"/>
                    </a:cubicBezTo>
                    <a:close/>
                    <a:moveTo>
                      <a:pt x="58025" y="42986"/>
                    </a:moveTo>
                    <a:cubicBezTo>
                      <a:pt x="63617" y="43001"/>
                      <a:pt x="69082" y="44628"/>
                      <a:pt x="73741" y="47665"/>
                    </a:cubicBezTo>
                    <a:lnTo>
                      <a:pt x="129748" y="84161"/>
                    </a:lnTo>
                    <a:cubicBezTo>
                      <a:pt x="135759" y="88082"/>
                      <a:pt x="143255" y="89115"/>
                      <a:pt x="150132" y="86968"/>
                    </a:cubicBezTo>
                    <a:lnTo>
                      <a:pt x="152799" y="86126"/>
                    </a:lnTo>
                    <a:lnTo>
                      <a:pt x="134320" y="19217"/>
                    </a:lnTo>
                    <a:lnTo>
                      <a:pt x="128224" y="20902"/>
                    </a:lnTo>
                    <a:cubicBezTo>
                      <a:pt x="119766" y="23335"/>
                      <a:pt x="110775" y="23335"/>
                      <a:pt x="102316" y="20902"/>
                    </a:cubicBezTo>
                    <a:lnTo>
                      <a:pt x="73741" y="12479"/>
                    </a:lnTo>
                    <a:cubicBezTo>
                      <a:pt x="65433" y="9979"/>
                      <a:pt x="56398" y="12011"/>
                      <a:pt x="50024" y="17813"/>
                    </a:cubicBezTo>
                    <a:lnTo>
                      <a:pt x="13639" y="50566"/>
                    </a:lnTo>
                    <a:cubicBezTo>
                      <a:pt x="11544" y="52366"/>
                      <a:pt x="10956" y="55331"/>
                      <a:pt x="12210" y="57772"/>
                    </a:cubicBezTo>
                    <a:cubicBezTo>
                      <a:pt x="12965" y="59444"/>
                      <a:pt x="14427" y="60709"/>
                      <a:pt x="16210" y="61234"/>
                    </a:cubicBezTo>
                    <a:cubicBezTo>
                      <a:pt x="17988" y="61694"/>
                      <a:pt x="19879" y="61424"/>
                      <a:pt x="21449" y="60485"/>
                    </a:cubicBezTo>
                    <a:lnTo>
                      <a:pt x="42785" y="46729"/>
                    </a:lnTo>
                    <a:cubicBezTo>
                      <a:pt x="47370" y="43976"/>
                      <a:pt x="52652" y="42549"/>
                      <a:pt x="58025" y="426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C8E7B661-10B9-EE4B-84D9-5BD9E801A278}"/>
                  </a:ext>
                </a:extLst>
              </p:cNvPr>
              <p:cNvSpPr/>
              <p:nvPr/>
            </p:nvSpPr>
            <p:spPr>
              <a:xfrm>
                <a:off x="5974441" y="2836377"/>
                <a:ext cx="149112" cy="109980"/>
              </a:xfrm>
              <a:custGeom>
                <a:avLst/>
                <a:gdLst>
                  <a:gd name="connsiteX0" fmla="*/ 31944 w 149112"/>
                  <a:gd name="connsiteY0" fmla="*/ 109981 h 109980"/>
                  <a:gd name="connsiteX1" fmla="*/ 29563 w 149112"/>
                  <a:gd name="connsiteY1" fmla="*/ 109419 h 109980"/>
                  <a:gd name="connsiteX2" fmla="*/ 3369 w 149112"/>
                  <a:gd name="connsiteY2" fmla="*/ 97441 h 109980"/>
                  <a:gd name="connsiteX3" fmla="*/ 417 w 149112"/>
                  <a:gd name="connsiteY3" fmla="*/ 90142 h 109980"/>
                  <a:gd name="connsiteX4" fmla="*/ 29754 w 149112"/>
                  <a:gd name="connsiteY4" fmla="*/ 18554 h 109980"/>
                  <a:gd name="connsiteX5" fmla="*/ 35945 w 149112"/>
                  <a:gd name="connsiteY5" fmla="*/ 14717 h 109980"/>
                  <a:gd name="connsiteX6" fmla="*/ 55852 w 149112"/>
                  <a:gd name="connsiteY6" fmla="*/ 17618 h 109980"/>
                  <a:gd name="connsiteX7" fmla="*/ 70806 w 149112"/>
                  <a:gd name="connsiteY7" fmla="*/ 16121 h 109980"/>
                  <a:gd name="connsiteX8" fmla="*/ 112335 w 149112"/>
                  <a:gd name="connsiteY8" fmla="*/ 1616 h 109980"/>
                  <a:gd name="connsiteX9" fmla="*/ 130052 w 149112"/>
                  <a:gd name="connsiteY9" fmla="*/ 1616 h 109980"/>
                  <a:gd name="connsiteX10" fmla="*/ 145863 w 149112"/>
                  <a:gd name="connsiteY10" fmla="*/ 7886 h 109980"/>
                  <a:gd name="connsiteX11" fmla="*/ 148515 w 149112"/>
                  <a:gd name="connsiteY11" fmla="*/ 15527 h 109980"/>
                  <a:gd name="connsiteX12" fmla="*/ 141577 w 149112"/>
                  <a:gd name="connsiteY12" fmla="*/ 18461 h 109980"/>
                  <a:gd name="connsiteX13" fmla="*/ 125766 w 149112"/>
                  <a:gd name="connsiteY13" fmla="*/ 12191 h 109980"/>
                  <a:gd name="connsiteX14" fmla="*/ 116241 w 149112"/>
                  <a:gd name="connsiteY14" fmla="*/ 12191 h 109980"/>
                  <a:gd name="connsiteX15" fmla="*/ 74712 w 149112"/>
                  <a:gd name="connsiteY15" fmla="*/ 27163 h 109980"/>
                  <a:gd name="connsiteX16" fmla="*/ 54233 w 149112"/>
                  <a:gd name="connsiteY16" fmla="*/ 29222 h 109980"/>
                  <a:gd name="connsiteX17" fmla="*/ 38802 w 149112"/>
                  <a:gd name="connsiteY17" fmla="*/ 26976 h 109980"/>
                  <a:gd name="connsiteX18" fmla="*/ 13180 w 149112"/>
                  <a:gd name="connsiteY18" fmla="*/ 89581 h 109980"/>
                  <a:gd name="connsiteX19" fmla="*/ 34421 w 149112"/>
                  <a:gd name="connsiteY19" fmla="*/ 98938 h 109980"/>
                  <a:gd name="connsiteX20" fmla="*/ 37387 w 149112"/>
                  <a:gd name="connsiteY20" fmla="*/ 106325 h 109980"/>
                  <a:gd name="connsiteX21" fmla="*/ 31944 w 149112"/>
                  <a:gd name="connsiteY21" fmla="*/ 109700 h 109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9112" h="109980">
                    <a:moveTo>
                      <a:pt x="31944" y="109981"/>
                    </a:moveTo>
                    <a:cubicBezTo>
                      <a:pt x="31117" y="109974"/>
                      <a:pt x="30303" y="109782"/>
                      <a:pt x="29563" y="109419"/>
                    </a:cubicBezTo>
                    <a:lnTo>
                      <a:pt x="3369" y="97441"/>
                    </a:lnTo>
                    <a:cubicBezTo>
                      <a:pt x="567" y="96166"/>
                      <a:pt x="-730" y="92959"/>
                      <a:pt x="417" y="90142"/>
                    </a:cubicBezTo>
                    <a:lnTo>
                      <a:pt x="29754" y="18554"/>
                    </a:lnTo>
                    <a:cubicBezTo>
                      <a:pt x="30635" y="15998"/>
                      <a:pt x="33217" y="14398"/>
                      <a:pt x="35945" y="14717"/>
                    </a:cubicBezTo>
                    <a:lnTo>
                      <a:pt x="55852" y="17618"/>
                    </a:lnTo>
                    <a:cubicBezTo>
                      <a:pt x="60886" y="18346"/>
                      <a:pt x="66025" y="17831"/>
                      <a:pt x="70806" y="16121"/>
                    </a:cubicBezTo>
                    <a:lnTo>
                      <a:pt x="112335" y="1616"/>
                    </a:lnTo>
                    <a:cubicBezTo>
                      <a:pt x="118037" y="-539"/>
                      <a:pt x="124350" y="-539"/>
                      <a:pt x="130052" y="1616"/>
                    </a:cubicBezTo>
                    <a:lnTo>
                      <a:pt x="145863" y="7886"/>
                    </a:lnTo>
                    <a:cubicBezTo>
                      <a:pt x="148743" y="9277"/>
                      <a:pt x="149930" y="12698"/>
                      <a:pt x="148515" y="15527"/>
                    </a:cubicBezTo>
                    <a:cubicBezTo>
                      <a:pt x="147253" y="18050"/>
                      <a:pt x="144309" y="19294"/>
                      <a:pt x="141577" y="18461"/>
                    </a:cubicBezTo>
                    <a:lnTo>
                      <a:pt x="125766" y="12191"/>
                    </a:lnTo>
                    <a:cubicBezTo>
                      <a:pt x="122702" y="11021"/>
                      <a:pt x="119304" y="11021"/>
                      <a:pt x="116241" y="12191"/>
                    </a:cubicBezTo>
                    <a:lnTo>
                      <a:pt x="74712" y="27163"/>
                    </a:lnTo>
                    <a:cubicBezTo>
                      <a:pt x="68157" y="29474"/>
                      <a:pt x="61128" y="30180"/>
                      <a:pt x="54233" y="29222"/>
                    </a:cubicBezTo>
                    <a:lnTo>
                      <a:pt x="38802" y="26976"/>
                    </a:lnTo>
                    <a:lnTo>
                      <a:pt x="13180" y="89581"/>
                    </a:lnTo>
                    <a:lnTo>
                      <a:pt x="34421" y="98938"/>
                    </a:lnTo>
                    <a:cubicBezTo>
                      <a:pt x="37316" y="100173"/>
                      <a:pt x="38644" y="103480"/>
                      <a:pt x="37387" y="106325"/>
                    </a:cubicBezTo>
                    <a:cubicBezTo>
                      <a:pt x="36452" y="108442"/>
                      <a:pt x="34292" y="109781"/>
                      <a:pt x="31944" y="10970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F1305F84-F3D2-334F-A4A7-232152850300}"/>
                  </a:ext>
                </a:extLst>
              </p:cNvPr>
              <p:cNvSpPr/>
              <p:nvPr/>
            </p:nvSpPr>
            <p:spPr>
              <a:xfrm>
                <a:off x="5995654" y="2924055"/>
                <a:ext cx="42147" cy="44217"/>
              </a:xfrm>
              <a:custGeom>
                <a:avLst/>
                <a:gdLst>
                  <a:gd name="connsiteX0" fmla="*/ 16827 w 42147"/>
                  <a:gd name="connsiteY0" fmla="*/ 44200 h 44217"/>
                  <a:gd name="connsiteX1" fmla="*/ 7302 w 42147"/>
                  <a:gd name="connsiteY1" fmla="*/ 41112 h 44217"/>
                  <a:gd name="connsiteX2" fmla="*/ 3155 w 42147"/>
                  <a:gd name="connsiteY2" fmla="*/ 17507 h 44217"/>
                  <a:gd name="connsiteX3" fmla="*/ 3206 w 42147"/>
                  <a:gd name="connsiteY3" fmla="*/ 17436 h 44217"/>
                  <a:gd name="connsiteX4" fmla="*/ 10445 w 42147"/>
                  <a:gd name="connsiteY4" fmla="*/ 7330 h 44217"/>
                  <a:gd name="connsiteX5" fmla="*/ 34686 w 42147"/>
                  <a:gd name="connsiteY5" fmla="*/ 3072 h 44217"/>
                  <a:gd name="connsiteX6" fmla="*/ 39020 w 42147"/>
                  <a:gd name="connsiteY6" fmla="*/ 26888 h 44217"/>
                  <a:gd name="connsiteX7" fmla="*/ 31781 w 42147"/>
                  <a:gd name="connsiteY7" fmla="*/ 37088 h 44217"/>
                  <a:gd name="connsiteX8" fmla="*/ 20542 w 42147"/>
                  <a:gd name="connsiteY8" fmla="*/ 43919 h 44217"/>
                  <a:gd name="connsiteX9" fmla="*/ 16827 w 42147"/>
                  <a:gd name="connsiteY9" fmla="*/ 44200 h 44217"/>
                  <a:gd name="connsiteX10" fmla="*/ 24447 w 42147"/>
                  <a:gd name="connsiteY10" fmla="*/ 11260 h 44217"/>
                  <a:gd name="connsiteX11" fmla="*/ 23495 w 42147"/>
                  <a:gd name="connsiteY11" fmla="*/ 11260 h 44217"/>
                  <a:gd name="connsiteX12" fmla="*/ 19780 w 42147"/>
                  <a:gd name="connsiteY12" fmla="*/ 13506 h 44217"/>
                  <a:gd name="connsiteX13" fmla="*/ 12541 w 42147"/>
                  <a:gd name="connsiteY13" fmla="*/ 23613 h 44217"/>
                  <a:gd name="connsiteX14" fmla="*/ 13874 w 42147"/>
                  <a:gd name="connsiteY14" fmla="*/ 31473 h 44217"/>
                  <a:gd name="connsiteX15" fmla="*/ 18161 w 42147"/>
                  <a:gd name="connsiteY15" fmla="*/ 32409 h 44217"/>
                  <a:gd name="connsiteX16" fmla="*/ 21875 w 42147"/>
                  <a:gd name="connsiteY16" fmla="*/ 30163 h 44217"/>
                  <a:gd name="connsiteX17" fmla="*/ 29114 w 42147"/>
                  <a:gd name="connsiteY17" fmla="*/ 20618 h 44217"/>
                  <a:gd name="connsiteX18" fmla="*/ 27862 w 42147"/>
                  <a:gd name="connsiteY18" fmla="*/ 12908 h 44217"/>
                  <a:gd name="connsiteX19" fmla="*/ 27781 w 42147"/>
                  <a:gd name="connsiteY19" fmla="*/ 12851 h 44217"/>
                  <a:gd name="connsiteX20" fmla="*/ 24447 w 42147"/>
                  <a:gd name="connsiteY20" fmla="*/ 11260 h 44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2147" h="44217">
                    <a:moveTo>
                      <a:pt x="16827" y="44200"/>
                    </a:moveTo>
                    <a:cubicBezTo>
                      <a:pt x="13408" y="44138"/>
                      <a:pt x="10087" y="43061"/>
                      <a:pt x="7302" y="41112"/>
                    </a:cubicBezTo>
                    <a:cubicBezTo>
                      <a:pt x="-478" y="35719"/>
                      <a:pt x="-2334" y="25151"/>
                      <a:pt x="3155" y="17507"/>
                    </a:cubicBezTo>
                    <a:cubicBezTo>
                      <a:pt x="3172" y="17484"/>
                      <a:pt x="3189" y="17460"/>
                      <a:pt x="3206" y="17436"/>
                    </a:cubicBezTo>
                    <a:lnTo>
                      <a:pt x="10445" y="7330"/>
                    </a:lnTo>
                    <a:cubicBezTo>
                      <a:pt x="15943" y="-422"/>
                      <a:pt x="26796" y="-2329"/>
                      <a:pt x="34686" y="3072"/>
                    </a:cubicBezTo>
                    <a:cubicBezTo>
                      <a:pt x="42577" y="8473"/>
                      <a:pt x="44518" y="19136"/>
                      <a:pt x="39020" y="26888"/>
                    </a:cubicBezTo>
                    <a:lnTo>
                      <a:pt x="31781" y="37088"/>
                    </a:lnTo>
                    <a:cubicBezTo>
                      <a:pt x="29107" y="40742"/>
                      <a:pt x="25063" y="43199"/>
                      <a:pt x="20542" y="43919"/>
                    </a:cubicBezTo>
                    <a:cubicBezTo>
                      <a:pt x="19321" y="44167"/>
                      <a:pt x="18072" y="44261"/>
                      <a:pt x="16827" y="44200"/>
                    </a:cubicBezTo>
                    <a:close/>
                    <a:moveTo>
                      <a:pt x="24447" y="11260"/>
                    </a:moveTo>
                    <a:lnTo>
                      <a:pt x="23495" y="11260"/>
                    </a:lnTo>
                    <a:cubicBezTo>
                      <a:pt x="21995" y="11477"/>
                      <a:pt x="20652" y="12289"/>
                      <a:pt x="19780" y="13506"/>
                    </a:cubicBezTo>
                    <a:lnTo>
                      <a:pt x="12541" y="23613"/>
                    </a:lnTo>
                    <a:cubicBezTo>
                      <a:pt x="10742" y="26155"/>
                      <a:pt x="11334" y="29642"/>
                      <a:pt x="13874" y="31473"/>
                    </a:cubicBezTo>
                    <a:cubicBezTo>
                      <a:pt x="15119" y="32333"/>
                      <a:pt x="16662" y="32670"/>
                      <a:pt x="18161" y="32409"/>
                    </a:cubicBezTo>
                    <a:cubicBezTo>
                      <a:pt x="19645" y="32154"/>
                      <a:pt x="20974" y="31350"/>
                      <a:pt x="21875" y="30163"/>
                    </a:cubicBezTo>
                    <a:lnTo>
                      <a:pt x="29114" y="20618"/>
                    </a:lnTo>
                    <a:cubicBezTo>
                      <a:pt x="30936" y="18149"/>
                      <a:pt x="30375" y="14697"/>
                      <a:pt x="27862" y="12908"/>
                    </a:cubicBezTo>
                    <a:cubicBezTo>
                      <a:pt x="27835" y="12888"/>
                      <a:pt x="27808" y="12870"/>
                      <a:pt x="27781" y="12851"/>
                    </a:cubicBezTo>
                    <a:cubicBezTo>
                      <a:pt x="26909" y="11932"/>
                      <a:pt x="25721" y="11365"/>
                      <a:pt x="24447" y="1126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B9C471A6-325F-B845-813C-A49DD325D978}"/>
                  </a:ext>
                </a:extLst>
              </p:cNvPr>
              <p:cNvSpPr/>
              <p:nvPr/>
            </p:nvSpPr>
            <p:spPr>
              <a:xfrm>
                <a:off x="6010876" y="2919648"/>
                <a:ext cx="58523" cy="67041"/>
              </a:xfrm>
              <a:custGeom>
                <a:avLst/>
                <a:gdLst>
                  <a:gd name="connsiteX0" fmla="*/ 17703 w 58523"/>
                  <a:gd name="connsiteY0" fmla="*/ 67042 h 67041"/>
                  <a:gd name="connsiteX1" fmla="*/ 7511 w 58523"/>
                  <a:gd name="connsiteY1" fmla="*/ 63860 h 67041"/>
                  <a:gd name="connsiteX2" fmla="*/ 3225 w 58523"/>
                  <a:gd name="connsiteY2" fmla="*/ 39623 h 67041"/>
                  <a:gd name="connsiteX3" fmla="*/ 25227 w 58523"/>
                  <a:gd name="connsiteY3" fmla="*/ 9116 h 67041"/>
                  <a:gd name="connsiteX4" fmla="*/ 49245 w 58523"/>
                  <a:gd name="connsiteY4" fmla="*/ 2106 h 67041"/>
                  <a:gd name="connsiteX5" fmla="*/ 56380 w 58523"/>
                  <a:gd name="connsiteY5" fmla="*/ 25702 h 67041"/>
                  <a:gd name="connsiteX6" fmla="*/ 53802 w 58523"/>
                  <a:gd name="connsiteY6" fmla="*/ 29236 h 67041"/>
                  <a:gd name="connsiteX7" fmla="*/ 31895 w 58523"/>
                  <a:gd name="connsiteY7" fmla="*/ 59649 h 67041"/>
                  <a:gd name="connsiteX8" fmla="*/ 17703 w 58523"/>
                  <a:gd name="connsiteY8" fmla="*/ 67042 h 67041"/>
                  <a:gd name="connsiteX9" fmla="*/ 39705 w 58523"/>
                  <a:gd name="connsiteY9" fmla="*/ 13140 h 67041"/>
                  <a:gd name="connsiteX10" fmla="*/ 34657 w 58523"/>
                  <a:gd name="connsiteY10" fmla="*/ 15667 h 67041"/>
                  <a:gd name="connsiteX11" fmla="*/ 12654 w 58523"/>
                  <a:gd name="connsiteY11" fmla="*/ 46174 h 67041"/>
                  <a:gd name="connsiteX12" fmla="*/ 14078 w 58523"/>
                  <a:gd name="connsiteY12" fmla="*/ 54527 h 67041"/>
                  <a:gd name="connsiteX13" fmla="*/ 14178 w 58523"/>
                  <a:gd name="connsiteY13" fmla="*/ 54596 h 67041"/>
                  <a:gd name="connsiteX14" fmla="*/ 22693 w 58523"/>
                  <a:gd name="connsiteY14" fmla="*/ 53271 h 67041"/>
                  <a:gd name="connsiteX15" fmla="*/ 22751 w 58523"/>
                  <a:gd name="connsiteY15" fmla="*/ 53192 h 67041"/>
                  <a:gd name="connsiteX16" fmla="*/ 44658 w 58523"/>
                  <a:gd name="connsiteY16" fmla="*/ 22685 h 67041"/>
                  <a:gd name="connsiteX17" fmla="*/ 43310 w 58523"/>
                  <a:gd name="connsiteY17" fmla="*/ 14320 h 67041"/>
                  <a:gd name="connsiteX18" fmla="*/ 43230 w 58523"/>
                  <a:gd name="connsiteY18" fmla="*/ 14263 h 67041"/>
                  <a:gd name="connsiteX19" fmla="*/ 39705 w 58523"/>
                  <a:gd name="connsiteY19" fmla="*/ 13140 h 6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8523" h="67041">
                    <a:moveTo>
                      <a:pt x="17703" y="67042"/>
                    </a:moveTo>
                    <a:cubicBezTo>
                      <a:pt x="14051" y="67050"/>
                      <a:pt x="10488" y="65938"/>
                      <a:pt x="7511" y="63860"/>
                    </a:cubicBezTo>
                    <a:cubicBezTo>
                      <a:pt x="-480" y="58327"/>
                      <a:pt x="-2398" y="47480"/>
                      <a:pt x="3225" y="39623"/>
                    </a:cubicBezTo>
                    <a:lnTo>
                      <a:pt x="25227" y="9116"/>
                    </a:lnTo>
                    <a:cubicBezTo>
                      <a:pt x="29889" y="665"/>
                      <a:pt x="40642" y="-2474"/>
                      <a:pt x="49245" y="2106"/>
                    </a:cubicBezTo>
                    <a:cubicBezTo>
                      <a:pt x="57847" y="6686"/>
                      <a:pt x="61042" y="17250"/>
                      <a:pt x="56380" y="25702"/>
                    </a:cubicBezTo>
                    <a:cubicBezTo>
                      <a:pt x="55675" y="26981"/>
                      <a:pt x="54809" y="28168"/>
                      <a:pt x="53802" y="29236"/>
                    </a:cubicBezTo>
                    <a:lnTo>
                      <a:pt x="31895" y="59649"/>
                    </a:lnTo>
                    <a:cubicBezTo>
                      <a:pt x="28660" y="64224"/>
                      <a:pt x="23372" y="66978"/>
                      <a:pt x="17703" y="67042"/>
                    </a:cubicBezTo>
                    <a:close/>
                    <a:moveTo>
                      <a:pt x="39705" y="13140"/>
                    </a:moveTo>
                    <a:cubicBezTo>
                      <a:pt x="37694" y="13083"/>
                      <a:pt x="35792" y="14035"/>
                      <a:pt x="34657" y="15667"/>
                    </a:cubicBezTo>
                    <a:lnTo>
                      <a:pt x="12654" y="46174"/>
                    </a:lnTo>
                    <a:cubicBezTo>
                      <a:pt x="10700" y="48867"/>
                      <a:pt x="11337" y="52607"/>
                      <a:pt x="14078" y="54527"/>
                    </a:cubicBezTo>
                    <a:cubicBezTo>
                      <a:pt x="14111" y="54550"/>
                      <a:pt x="14145" y="54573"/>
                      <a:pt x="14178" y="54596"/>
                    </a:cubicBezTo>
                    <a:cubicBezTo>
                      <a:pt x="16902" y="56540"/>
                      <a:pt x="20714" y="55947"/>
                      <a:pt x="22693" y="53271"/>
                    </a:cubicBezTo>
                    <a:cubicBezTo>
                      <a:pt x="22713" y="53245"/>
                      <a:pt x="22732" y="53219"/>
                      <a:pt x="22751" y="53192"/>
                    </a:cubicBezTo>
                    <a:lnTo>
                      <a:pt x="44658" y="22685"/>
                    </a:lnTo>
                    <a:cubicBezTo>
                      <a:pt x="46637" y="20009"/>
                      <a:pt x="46034" y="16264"/>
                      <a:pt x="43310" y="14320"/>
                    </a:cubicBezTo>
                    <a:cubicBezTo>
                      <a:pt x="43283" y="14301"/>
                      <a:pt x="43257" y="14282"/>
                      <a:pt x="43230" y="14263"/>
                    </a:cubicBezTo>
                    <a:cubicBezTo>
                      <a:pt x="42199" y="13544"/>
                      <a:pt x="40969" y="13152"/>
                      <a:pt x="39705" y="1314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F8716A2C-CC71-B941-AFD2-74D44FF945A8}"/>
                  </a:ext>
                </a:extLst>
              </p:cNvPr>
              <p:cNvSpPr/>
              <p:nvPr/>
            </p:nvSpPr>
            <p:spPr>
              <a:xfrm>
                <a:off x="6035538" y="2936551"/>
                <a:ext cx="51109" cy="56502"/>
              </a:xfrm>
              <a:custGeom>
                <a:avLst/>
                <a:gdLst>
                  <a:gd name="connsiteX0" fmla="*/ 17710 w 51109"/>
                  <a:gd name="connsiteY0" fmla="*/ 56503 h 56502"/>
                  <a:gd name="connsiteX1" fmla="*/ 7518 w 51109"/>
                  <a:gd name="connsiteY1" fmla="*/ 53321 h 56502"/>
                  <a:gd name="connsiteX2" fmla="*/ 3232 w 51109"/>
                  <a:gd name="connsiteY2" fmla="*/ 28991 h 56502"/>
                  <a:gd name="connsiteX3" fmla="*/ 18948 w 51109"/>
                  <a:gd name="connsiteY3" fmla="*/ 7280 h 56502"/>
                  <a:gd name="connsiteX4" fmla="*/ 43618 w 51109"/>
                  <a:gd name="connsiteY4" fmla="*/ 3163 h 56502"/>
                  <a:gd name="connsiteX5" fmla="*/ 50857 w 51109"/>
                  <a:gd name="connsiteY5" fmla="*/ 14392 h 56502"/>
                  <a:gd name="connsiteX6" fmla="*/ 47809 w 51109"/>
                  <a:gd name="connsiteY6" fmla="*/ 27400 h 56502"/>
                  <a:gd name="connsiteX7" fmla="*/ 32188 w 51109"/>
                  <a:gd name="connsiteY7" fmla="*/ 49110 h 56502"/>
                  <a:gd name="connsiteX8" fmla="*/ 17710 w 51109"/>
                  <a:gd name="connsiteY8" fmla="*/ 56503 h 56502"/>
                  <a:gd name="connsiteX9" fmla="*/ 33426 w 51109"/>
                  <a:gd name="connsiteY9" fmla="*/ 11304 h 56502"/>
                  <a:gd name="connsiteX10" fmla="*/ 32379 w 51109"/>
                  <a:gd name="connsiteY10" fmla="*/ 11304 h 56502"/>
                  <a:gd name="connsiteX11" fmla="*/ 28378 w 51109"/>
                  <a:gd name="connsiteY11" fmla="*/ 13737 h 56502"/>
                  <a:gd name="connsiteX12" fmla="*/ 12662 w 51109"/>
                  <a:gd name="connsiteY12" fmla="*/ 35447 h 56502"/>
                  <a:gd name="connsiteX13" fmla="*/ 14134 w 51109"/>
                  <a:gd name="connsiteY13" fmla="*/ 43927 h 56502"/>
                  <a:gd name="connsiteX14" fmla="*/ 14186 w 51109"/>
                  <a:gd name="connsiteY14" fmla="*/ 43963 h 56502"/>
                  <a:gd name="connsiteX15" fmla="*/ 22758 w 51109"/>
                  <a:gd name="connsiteY15" fmla="*/ 42466 h 56502"/>
                  <a:gd name="connsiteX16" fmla="*/ 38379 w 51109"/>
                  <a:gd name="connsiteY16" fmla="*/ 20756 h 56502"/>
                  <a:gd name="connsiteX17" fmla="*/ 39427 w 51109"/>
                  <a:gd name="connsiteY17" fmla="*/ 16264 h 56502"/>
                  <a:gd name="connsiteX18" fmla="*/ 36951 w 51109"/>
                  <a:gd name="connsiteY18" fmla="*/ 12334 h 56502"/>
                  <a:gd name="connsiteX19" fmla="*/ 33426 w 51109"/>
                  <a:gd name="connsiteY19" fmla="*/ 11304 h 56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1109" h="56502">
                    <a:moveTo>
                      <a:pt x="17710" y="56503"/>
                    </a:moveTo>
                    <a:cubicBezTo>
                      <a:pt x="14058" y="56511"/>
                      <a:pt x="10495" y="55399"/>
                      <a:pt x="7518" y="53321"/>
                    </a:cubicBezTo>
                    <a:cubicBezTo>
                      <a:pt x="-484" y="47753"/>
                      <a:pt x="-2400" y="36877"/>
                      <a:pt x="3232" y="28991"/>
                    </a:cubicBezTo>
                    <a:lnTo>
                      <a:pt x="18948" y="7280"/>
                    </a:lnTo>
                    <a:cubicBezTo>
                      <a:pt x="24640" y="-492"/>
                      <a:pt x="35633" y="-2326"/>
                      <a:pt x="43618" y="3163"/>
                    </a:cubicBezTo>
                    <a:cubicBezTo>
                      <a:pt x="47480" y="5788"/>
                      <a:pt x="50092" y="9840"/>
                      <a:pt x="50857" y="14392"/>
                    </a:cubicBezTo>
                    <a:cubicBezTo>
                      <a:pt x="51652" y="18954"/>
                      <a:pt x="50554" y="23638"/>
                      <a:pt x="47809" y="27400"/>
                    </a:cubicBezTo>
                    <a:lnTo>
                      <a:pt x="32188" y="49110"/>
                    </a:lnTo>
                    <a:cubicBezTo>
                      <a:pt x="28862" y="53729"/>
                      <a:pt x="23469" y="56483"/>
                      <a:pt x="17710" y="56503"/>
                    </a:cubicBezTo>
                    <a:close/>
                    <a:moveTo>
                      <a:pt x="33426" y="11304"/>
                    </a:moveTo>
                    <a:lnTo>
                      <a:pt x="32379" y="11304"/>
                    </a:lnTo>
                    <a:cubicBezTo>
                      <a:pt x="30771" y="11566"/>
                      <a:pt x="29334" y="12441"/>
                      <a:pt x="28378" y="13737"/>
                    </a:cubicBezTo>
                    <a:lnTo>
                      <a:pt x="12662" y="35447"/>
                    </a:lnTo>
                    <a:cubicBezTo>
                      <a:pt x="10685" y="38188"/>
                      <a:pt x="11344" y="41985"/>
                      <a:pt x="14134" y="43927"/>
                    </a:cubicBezTo>
                    <a:cubicBezTo>
                      <a:pt x="14151" y="43939"/>
                      <a:pt x="14168" y="43951"/>
                      <a:pt x="14186" y="43963"/>
                    </a:cubicBezTo>
                    <a:cubicBezTo>
                      <a:pt x="16978" y="45856"/>
                      <a:pt x="20801" y="45188"/>
                      <a:pt x="22758" y="42466"/>
                    </a:cubicBezTo>
                    <a:lnTo>
                      <a:pt x="38379" y="20756"/>
                    </a:lnTo>
                    <a:cubicBezTo>
                      <a:pt x="39378" y="19480"/>
                      <a:pt x="39761" y="17840"/>
                      <a:pt x="39427" y="16264"/>
                    </a:cubicBezTo>
                    <a:cubicBezTo>
                      <a:pt x="39203" y="14669"/>
                      <a:pt x="38303" y="13242"/>
                      <a:pt x="36951" y="12334"/>
                    </a:cubicBezTo>
                    <a:cubicBezTo>
                      <a:pt x="35914" y="11637"/>
                      <a:pt x="34682" y="11277"/>
                      <a:pt x="33426" y="1130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3A0BE9F7-5EB6-3B43-B267-90F1CF6F96C2}"/>
                  </a:ext>
                </a:extLst>
              </p:cNvPr>
              <p:cNvSpPr/>
              <p:nvPr/>
            </p:nvSpPr>
            <p:spPr>
              <a:xfrm>
                <a:off x="6056670" y="2952299"/>
                <a:ext cx="48662" cy="52826"/>
              </a:xfrm>
              <a:custGeom>
                <a:avLst/>
                <a:gdLst>
                  <a:gd name="connsiteX0" fmla="*/ 18105 w 48662"/>
                  <a:gd name="connsiteY0" fmla="*/ 52733 h 52826"/>
                  <a:gd name="connsiteX1" fmla="*/ 0 w 48662"/>
                  <a:gd name="connsiteY1" fmla="*/ 34960 h 52826"/>
                  <a:gd name="connsiteX2" fmla="*/ 3341 w 48662"/>
                  <a:gd name="connsiteY2" fmla="*/ 24659 h 52826"/>
                  <a:gd name="connsiteX3" fmla="*/ 15629 w 48662"/>
                  <a:gd name="connsiteY3" fmla="*/ 7534 h 52826"/>
                  <a:gd name="connsiteX4" fmla="*/ 40993 w 48662"/>
                  <a:gd name="connsiteY4" fmla="*/ 3297 h 52826"/>
                  <a:gd name="connsiteX5" fmla="*/ 48395 w 48662"/>
                  <a:gd name="connsiteY5" fmla="*/ 14833 h 52826"/>
                  <a:gd name="connsiteX6" fmla="*/ 45347 w 48662"/>
                  <a:gd name="connsiteY6" fmla="*/ 28215 h 52826"/>
                  <a:gd name="connsiteX7" fmla="*/ 32964 w 48662"/>
                  <a:gd name="connsiteY7" fmla="*/ 45246 h 52826"/>
                  <a:gd name="connsiteX8" fmla="*/ 18105 w 48662"/>
                  <a:gd name="connsiteY8" fmla="*/ 52826 h 52826"/>
                  <a:gd name="connsiteX9" fmla="*/ 30488 w 48662"/>
                  <a:gd name="connsiteY9" fmla="*/ 11090 h 52826"/>
                  <a:gd name="connsiteX10" fmla="*/ 29345 w 48662"/>
                  <a:gd name="connsiteY10" fmla="*/ 11090 h 52826"/>
                  <a:gd name="connsiteX11" fmla="*/ 25058 w 48662"/>
                  <a:gd name="connsiteY11" fmla="*/ 13804 h 52826"/>
                  <a:gd name="connsiteX12" fmla="*/ 12962 w 48662"/>
                  <a:gd name="connsiteY12" fmla="*/ 31116 h 52826"/>
                  <a:gd name="connsiteX13" fmla="*/ 14310 w 48662"/>
                  <a:gd name="connsiteY13" fmla="*/ 40285 h 52826"/>
                  <a:gd name="connsiteX14" fmla="*/ 14581 w 48662"/>
                  <a:gd name="connsiteY14" fmla="*/ 40474 h 52826"/>
                  <a:gd name="connsiteX15" fmla="*/ 19534 w 48662"/>
                  <a:gd name="connsiteY15" fmla="*/ 41597 h 52826"/>
                  <a:gd name="connsiteX16" fmla="*/ 23915 w 48662"/>
                  <a:gd name="connsiteY16" fmla="*/ 38883 h 52826"/>
                  <a:gd name="connsiteX17" fmla="*/ 36203 w 48662"/>
                  <a:gd name="connsiteY17" fmla="*/ 21852 h 52826"/>
                  <a:gd name="connsiteX18" fmla="*/ 37346 w 48662"/>
                  <a:gd name="connsiteY18" fmla="*/ 16892 h 52826"/>
                  <a:gd name="connsiteX19" fmla="*/ 34583 w 48662"/>
                  <a:gd name="connsiteY19" fmla="*/ 12681 h 52826"/>
                  <a:gd name="connsiteX20" fmla="*/ 30488 w 48662"/>
                  <a:gd name="connsiteY20" fmla="*/ 11090 h 52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8662" h="52826">
                    <a:moveTo>
                      <a:pt x="18105" y="52733"/>
                    </a:moveTo>
                    <a:cubicBezTo>
                      <a:pt x="8110" y="52737"/>
                      <a:pt x="4" y="44780"/>
                      <a:pt x="0" y="34960"/>
                    </a:cubicBezTo>
                    <a:cubicBezTo>
                      <a:pt x="-2" y="31269"/>
                      <a:pt x="1166" y="27669"/>
                      <a:pt x="3341" y="24659"/>
                    </a:cubicBezTo>
                    <a:lnTo>
                      <a:pt x="15629" y="7534"/>
                    </a:lnTo>
                    <a:cubicBezTo>
                      <a:pt x="21442" y="-517"/>
                      <a:pt x="32798" y="-2415"/>
                      <a:pt x="40993" y="3297"/>
                    </a:cubicBezTo>
                    <a:cubicBezTo>
                      <a:pt x="44915" y="6030"/>
                      <a:pt x="47576" y="10178"/>
                      <a:pt x="48395" y="14833"/>
                    </a:cubicBezTo>
                    <a:cubicBezTo>
                      <a:pt x="49219" y="19514"/>
                      <a:pt x="48123" y="24326"/>
                      <a:pt x="45347" y="28215"/>
                    </a:cubicBezTo>
                    <a:lnTo>
                      <a:pt x="32964" y="45246"/>
                    </a:lnTo>
                    <a:cubicBezTo>
                      <a:pt x="29548" y="49983"/>
                      <a:pt x="24014" y="52806"/>
                      <a:pt x="18105" y="52826"/>
                    </a:cubicBezTo>
                    <a:close/>
                    <a:moveTo>
                      <a:pt x="30488" y="11090"/>
                    </a:moveTo>
                    <a:lnTo>
                      <a:pt x="29345" y="11090"/>
                    </a:lnTo>
                    <a:cubicBezTo>
                      <a:pt x="27628" y="11454"/>
                      <a:pt x="26105" y="12418"/>
                      <a:pt x="25058" y="13804"/>
                    </a:cubicBezTo>
                    <a:lnTo>
                      <a:pt x="12962" y="31116"/>
                    </a:lnTo>
                    <a:cubicBezTo>
                      <a:pt x="10757" y="34013"/>
                      <a:pt x="11360" y="38118"/>
                      <a:pt x="14310" y="40285"/>
                    </a:cubicBezTo>
                    <a:cubicBezTo>
                      <a:pt x="14398" y="40350"/>
                      <a:pt x="14489" y="40413"/>
                      <a:pt x="14581" y="40474"/>
                    </a:cubicBezTo>
                    <a:cubicBezTo>
                      <a:pt x="16012" y="41486"/>
                      <a:pt x="17796" y="41890"/>
                      <a:pt x="19534" y="41597"/>
                    </a:cubicBezTo>
                    <a:cubicBezTo>
                      <a:pt x="21319" y="41341"/>
                      <a:pt x="22911" y="40355"/>
                      <a:pt x="23915" y="38883"/>
                    </a:cubicBezTo>
                    <a:lnTo>
                      <a:pt x="36203" y="21852"/>
                    </a:lnTo>
                    <a:cubicBezTo>
                      <a:pt x="37238" y="20413"/>
                      <a:pt x="37649" y="18629"/>
                      <a:pt x="37346" y="16892"/>
                    </a:cubicBezTo>
                    <a:cubicBezTo>
                      <a:pt x="37050" y="15176"/>
                      <a:pt x="36052" y="13654"/>
                      <a:pt x="34583" y="12681"/>
                    </a:cubicBezTo>
                    <a:cubicBezTo>
                      <a:pt x="33430" y="11729"/>
                      <a:pt x="31992" y="11170"/>
                      <a:pt x="30488" y="1109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85C6BB3-6E80-C745-91B5-D039D4E2FB30}"/>
                  </a:ext>
                </a:extLst>
              </p:cNvPr>
              <p:cNvSpPr/>
              <p:nvPr/>
            </p:nvSpPr>
            <p:spPr>
              <a:xfrm>
                <a:off x="6089307" y="2964198"/>
                <a:ext cx="50003" cy="34563"/>
              </a:xfrm>
              <a:custGeom>
                <a:avLst/>
                <a:gdLst>
                  <a:gd name="connsiteX0" fmla="*/ 36426 w 50003"/>
                  <a:gd name="connsiteY0" fmla="*/ 34564 h 34563"/>
                  <a:gd name="connsiteX1" fmla="*/ 30616 w 50003"/>
                  <a:gd name="connsiteY1" fmla="*/ 33347 h 34563"/>
                  <a:gd name="connsiteX2" fmla="*/ 3375 w 50003"/>
                  <a:gd name="connsiteY2" fmla="*/ 21088 h 34563"/>
                  <a:gd name="connsiteX3" fmla="*/ 517 w 50003"/>
                  <a:gd name="connsiteY3" fmla="*/ 13602 h 34563"/>
                  <a:gd name="connsiteX4" fmla="*/ 8137 w 50003"/>
                  <a:gd name="connsiteY4" fmla="*/ 10795 h 34563"/>
                  <a:gd name="connsiteX5" fmla="*/ 35379 w 50003"/>
                  <a:gd name="connsiteY5" fmla="*/ 23053 h 34563"/>
                  <a:gd name="connsiteX6" fmla="*/ 38427 w 50003"/>
                  <a:gd name="connsiteY6" fmla="*/ 22211 h 34563"/>
                  <a:gd name="connsiteX7" fmla="*/ 38427 w 50003"/>
                  <a:gd name="connsiteY7" fmla="*/ 20246 h 34563"/>
                  <a:gd name="connsiteX8" fmla="*/ 37188 w 50003"/>
                  <a:gd name="connsiteY8" fmla="*/ 18655 h 34563"/>
                  <a:gd name="connsiteX9" fmla="*/ 22044 w 50003"/>
                  <a:gd name="connsiteY9" fmla="*/ 10701 h 34563"/>
                  <a:gd name="connsiteX10" fmla="*/ 19758 w 50003"/>
                  <a:gd name="connsiteY10" fmla="*/ 3027 h 34563"/>
                  <a:gd name="connsiteX11" fmla="*/ 27464 w 50003"/>
                  <a:gd name="connsiteY11" fmla="*/ 633 h 34563"/>
                  <a:gd name="connsiteX12" fmla="*/ 27568 w 50003"/>
                  <a:gd name="connsiteY12" fmla="*/ 688 h 34563"/>
                  <a:gd name="connsiteX13" fmla="*/ 42713 w 50003"/>
                  <a:gd name="connsiteY13" fmla="*/ 8736 h 34563"/>
                  <a:gd name="connsiteX14" fmla="*/ 48287 w 50003"/>
                  <a:gd name="connsiteY14" fmla="*/ 27403 h 34563"/>
                  <a:gd name="connsiteX15" fmla="*/ 36045 w 50003"/>
                  <a:gd name="connsiteY15" fmla="*/ 34564 h 34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003" h="34563">
                    <a:moveTo>
                      <a:pt x="36426" y="34564"/>
                    </a:moveTo>
                    <a:cubicBezTo>
                      <a:pt x="34424" y="34565"/>
                      <a:pt x="32444" y="34151"/>
                      <a:pt x="30616" y="33347"/>
                    </a:cubicBezTo>
                    <a:lnTo>
                      <a:pt x="3375" y="21088"/>
                    </a:lnTo>
                    <a:cubicBezTo>
                      <a:pt x="481" y="19796"/>
                      <a:pt x="-798" y="16444"/>
                      <a:pt x="517" y="13602"/>
                    </a:cubicBezTo>
                    <a:cubicBezTo>
                      <a:pt x="1832" y="10759"/>
                      <a:pt x="5244" y="9503"/>
                      <a:pt x="8137" y="10795"/>
                    </a:cubicBezTo>
                    <a:lnTo>
                      <a:pt x="35379" y="23053"/>
                    </a:lnTo>
                    <a:cubicBezTo>
                      <a:pt x="36469" y="23531"/>
                      <a:pt x="37750" y="23177"/>
                      <a:pt x="38427" y="22211"/>
                    </a:cubicBezTo>
                    <a:cubicBezTo>
                      <a:pt x="38720" y="21588"/>
                      <a:pt x="38720" y="20869"/>
                      <a:pt x="38427" y="20246"/>
                    </a:cubicBezTo>
                    <a:cubicBezTo>
                      <a:pt x="38255" y="19571"/>
                      <a:pt x="37807" y="18995"/>
                      <a:pt x="37188" y="18655"/>
                    </a:cubicBezTo>
                    <a:lnTo>
                      <a:pt x="22044" y="10701"/>
                    </a:lnTo>
                    <a:cubicBezTo>
                      <a:pt x="19281" y="9182"/>
                      <a:pt x="18265" y="5770"/>
                      <a:pt x="19758" y="3027"/>
                    </a:cubicBezTo>
                    <a:cubicBezTo>
                      <a:pt x="21213" y="276"/>
                      <a:pt x="24663" y="-796"/>
                      <a:pt x="27464" y="633"/>
                    </a:cubicBezTo>
                    <a:cubicBezTo>
                      <a:pt x="27499" y="651"/>
                      <a:pt x="27534" y="669"/>
                      <a:pt x="27568" y="688"/>
                    </a:cubicBezTo>
                    <a:lnTo>
                      <a:pt x="42713" y="8736"/>
                    </a:lnTo>
                    <a:cubicBezTo>
                      <a:pt x="49499" y="12379"/>
                      <a:pt x="51995" y="20736"/>
                      <a:pt x="48287" y="27403"/>
                    </a:cubicBezTo>
                    <a:cubicBezTo>
                      <a:pt x="45840" y="31804"/>
                      <a:pt x="41149" y="34547"/>
                      <a:pt x="36045" y="3456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340E06BE-ADBB-3B4D-B0FE-FFE4F930AFFC}"/>
                  </a:ext>
                </a:extLst>
              </p:cNvPr>
              <p:cNvSpPr/>
              <p:nvPr/>
            </p:nvSpPr>
            <p:spPr>
              <a:xfrm>
                <a:off x="6103053" y="2934994"/>
                <a:ext cx="60505" cy="55907"/>
              </a:xfrm>
              <a:custGeom>
                <a:avLst/>
                <a:gdLst>
                  <a:gd name="connsiteX0" fmla="*/ 44398 w 60505"/>
                  <a:gd name="connsiteY0" fmla="*/ 55907 h 55907"/>
                  <a:gd name="connsiteX1" fmla="*/ 37159 w 60505"/>
                  <a:gd name="connsiteY1" fmla="*/ 54223 h 55907"/>
                  <a:gd name="connsiteX2" fmla="*/ 22300 w 60505"/>
                  <a:gd name="connsiteY2" fmla="*/ 47111 h 55907"/>
                  <a:gd name="connsiteX3" fmla="*/ 19583 w 60505"/>
                  <a:gd name="connsiteY3" fmla="*/ 39633 h 55907"/>
                  <a:gd name="connsiteX4" fmla="*/ 19633 w 60505"/>
                  <a:gd name="connsiteY4" fmla="*/ 39531 h 55907"/>
                  <a:gd name="connsiteX5" fmla="*/ 27348 w 60505"/>
                  <a:gd name="connsiteY5" fmla="*/ 36911 h 55907"/>
                  <a:gd name="connsiteX6" fmla="*/ 42303 w 60505"/>
                  <a:gd name="connsiteY6" fmla="*/ 44116 h 55907"/>
                  <a:gd name="connsiteX7" fmla="*/ 48724 w 60505"/>
                  <a:gd name="connsiteY7" fmla="*/ 41717 h 55907"/>
                  <a:gd name="connsiteX8" fmla="*/ 49066 w 60505"/>
                  <a:gd name="connsiteY8" fmla="*/ 38876 h 55907"/>
                  <a:gd name="connsiteX9" fmla="*/ 46780 w 60505"/>
                  <a:gd name="connsiteY9" fmla="*/ 35788 h 55907"/>
                  <a:gd name="connsiteX10" fmla="*/ 2869 w 60505"/>
                  <a:gd name="connsiteY10" fmla="*/ 10615 h 55907"/>
                  <a:gd name="connsiteX11" fmla="*/ 774 w 60505"/>
                  <a:gd name="connsiteY11" fmla="*/ 2848 h 55907"/>
                  <a:gd name="connsiteX12" fmla="*/ 8412 w 60505"/>
                  <a:gd name="connsiteY12" fmla="*/ 692 h 55907"/>
                  <a:gd name="connsiteX13" fmla="*/ 8584 w 60505"/>
                  <a:gd name="connsiteY13" fmla="*/ 789 h 55907"/>
                  <a:gd name="connsiteX14" fmla="*/ 52304 w 60505"/>
                  <a:gd name="connsiteY14" fmla="*/ 25868 h 55907"/>
                  <a:gd name="connsiteX15" fmla="*/ 58312 w 60505"/>
                  <a:gd name="connsiteY15" fmla="*/ 47852 h 55907"/>
                  <a:gd name="connsiteX16" fmla="*/ 44112 w 60505"/>
                  <a:gd name="connsiteY16" fmla="*/ 55907 h 5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505" h="55907">
                    <a:moveTo>
                      <a:pt x="44398" y="55907"/>
                    </a:moveTo>
                    <a:cubicBezTo>
                      <a:pt x="41887" y="55886"/>
                      <a:pt x="39413" y="55310"/>
                      <a:pt x="37159" y="54223"/>
                    </a:cubicBezTo>
                    <a:lnTo>
                      <a:pt x="22300" y="47111"/>
                    </a:lnTo>
                    <a:cubicBezTo>
                      <a:pt x="19448" y="45783"/>
                      <a:pt x="18231" y="42435"/>
                      <a:pt x="19583" y="39633"/>
                    </a:cubicBezTo>
                    <a:cubicBezTo>
                      <a:pt x="19599" y="39599"/>
                      <a:pt x="19616" y="39565"/>
                      <a:pt x="19633" y="39531"/>
                    </a:cubicBezTo>
                    <a:cubicBezTo>
                      <a:pt x="21042" y="36731"/>
                      <a:pt x="24480" y="35563"/>
                      <a:pt x="27348" y="36911"/>
                    </a:cubicBezTo>
                    <a:lnTo>
                      <a:pt x="42303" y="44116"/>
                    </a:lnTo>
                    <a:cubicBezTo>
                      <a:pt x="44750" y="45196"/>
                      <a:pt x="47625" y="44122"/>
                      <a:pt x="48724" y="41717"/>
                    </a:cubicBezTo>
                    <a:cubicBezTo>
                      <a:pt x="49131" y="40827"/>
                      <a:pt x="49250" y="39835"/>
                      <a:pt x="49066" y="38876"/>
                    </a:cubicBezTo>
                    <a:cubicBezTo>
                      <a:pt x="48774" y="37579"/>
                      <a:pt x="47946" y="36460"/>
                      <a:pt x="46780" y="35788"/>
                    </a:cubicBezTo>
                    <a:lnTo>
                      <a:pt x="2869" y="10615"/>
                    </a:lnTo>
                    <a:cubicBezTo>
                      <a:pt x="120" y="9029"/>
                      <a:pt x="-815" y="5563"/>
                      <a:pt x="774" y="2848"/>
                    </a:cubicBezTo>
                    <a:cubicBezTo>
                      <a:pt x="2277" y="180"/>
                      <a:pt x="5697" y="-785"/>
                      <a:pt x="8412" y="692"/>
                    </a:cubicBezTo>
                    <a:cubicBezTo>
                      <a:pt x="8470" y="723"/>
                      <a:pt x="8527" y="756"/>
                      <a:pt x="8584" y="789"/>
                    </a:cubicBezTo>
                    <a:lnTo>
                      <a:pt x="52304" y="25868"/>
                    </a:lnTo>
                    <a:cubicBezTo>
                      <a:pt x="60142" y="30309"/>
                      <a:pt x="62832" y="40152"/>
                      <a:pt x="58312" y="47852"/>
                    </a:cubicBezTo>
                    <a:cubicBezTo>
                      <a:pt x="55385" y="52839"/>
                      <a:pt x="49971" y="55910"/>
                      <a:pt x="44112" y="5590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F107BC33-1DE8-5D4C-8D07-0696CC994B25}"/>
                  </a:ext>
                </a:extLst>
              </p:cNvPr>
              <p:cNvSpPr/>
              <p:nvPr/>
            </p:nvSpPr>
            <p:spPr>
              <a:xfrm>
                <a:off x="6116053" y="2917627"/>
                <a:ext cx="63904" cy="58020"/>
              </a:xfrm>
              <a:custGeom>
                <a:avLst/>
                <a:gdLst>
                  <a:gd name="connsiteX0" fmla="*/ 46829 w 63904"/>
                  <a:gd name="connsiteY0" fmla="*/ 58021 h 58020"/>
                  <a:gd name="connsiteX1" fmla="*/ 38256 w 63904"/>
                  <a:gd name="connsiteY1" fmla="*/ 55775 h 58020"/>
                  <a:gd name="connsiteX2" fmla="*/ 3871 w 63904"/>
                  <a:gd name="connsiteY2" fmla="*/ 36404 h 58020"/>
                  <a:gd name="connsiteX3" fmla="*/ 308 w 63904"/>
                  <a:gd name="connsiteY3" fmla="*/ 29277 h 58020"/>
                  <a:gd name="connsiteX4" fmla="*/ 7562 w 63904"/>
                  <a:gd name="connsiteY4" fmla="*/ 25776 h 58020"/>
                  <a:gd name="connsiteX5" fmla="*/ 9681 w 63904"/>
                  <a:gd name="connsiteY5" fmla="*/ 27046 h 58020"/>
                  <a:gd name="connsiteX6" fmla="*/ 44162 w 63904"/>
                  <a:gd name="connsiteY6" fmla="*/ 45762 h 58020"/>
                  <a:gd name="connsiteX7" fmla="*/ 48353 w 63904"/>
                  <a:gd name="connsiteY7" fmla="*/ 46323 h 58020"/>
                  <a:gd name="connsiteX8" fmla="*/ 51686 w 63904"/>
                  <a:gd name="connsiteY8" fmla="*/ 43703 h 58020"/>
                  <a:gd name="connsiteX9" fmla="*/ 49781 w 63904"/>
                  <a:gd name="connsiteY9" fmla="*/ 36498 h 58020"/>
                  <a:gd name="connsiteX10" fmla="*/ 6633 w 63904"/>
                  <a:gd name="connsiteY10" fmla="*/ 10483 h 58020"/>
                  <a:gd name="connsiteX11" fmla="*/ 4728 w 63904"/>
                  <a:gd name="connsiteY11" fmla="*/ 2716 h 58020"/>
                  <a:gd name="connsiteX12" fmla="*/ 12574 w 63904"/>
                  <a:gd name="connsiteY12" fmla="*/ 808 h 58020"/>
                  <a:gd name="connsiteX13" fmla="*/ 12634 w 63904"/>
                  <a:gd name="connsiteY13" fmla="*/ 844 h 58020"/>
                  <a:gd name="connsiteX14" fmla="*/ 55782 w 63904"/>
                  <a:gd name="connsiteY14" fmla="*/ 27046 h 58020"/>
                  <a:gd name="connsiteX15" fmla="*/ 61377 w 63904"/>
                  <a:gd name="connsiteY15" fmla="*/ 50089 h 58020"/>
                  <a:gd name="connsiteX16" fmla="*/ 51401 w 63904"/>
                  <a:gd name="connsiteY16" fmla="*/ 57459 h 58020"/>
                  <a:gd name="connsiteX17" fmla="*/ 46829 w 63904"/>
                  <a:gd name="connsiteY17" fmla="*/ 58021 h 58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3904" h="58020">
                    <a:moveTo>
                      <a:pt x="46829" y="58021"/>
                    </a:moveTo>
                    <a:cubicBezTo>
                      <a:pt x="43821" y="58020"/>
                      <a:pt x="40865" y="57245"/>
                      <a:pt x="38256" y="55775"/>
                    </a:cubicBezTo>
                    <a:lnTo>
                      <a:pt x="3871" y="36404"/>
                    </a:lnTo>
                    <a:cubicBezTo>
                      <a:pt x="884" y="35403"/>
                      <a:pt x="-712" y="32212"/>
                      <a:pt x="308" y="29277"/>
                    </a:cubicBezTo>
                    <a:cubicBezTo>
                      <a:pt x="1327" y="26342"/>
                      <a:pt x="4575" y="24775"/>
                      <a:pt x="7562" y="25776"/>
                    </a:cubicBezTo>
                    <a:cubicBezTo>
                      <a:pt x="8355" y="26042"/>
                      <a:pt x="9078" y="26475"/>
                      <a:pt x="9681" y="27046"/>
                    </a:cubicBezTo>
                    <a:lnTo>
                      <a:pt x="44162" y="45762"/>
                    </a:lnTo>
                    <a:cubicBezTo>
                      <a:pt x="45420" y="46508"/>
                      <a:pt x="46937" y="46712"/>
                      <a:pt x="48353" y="46323"/>
                    </a:cubicBezTo>
                    <a:cubicBezTo>
                      <a:pt x="49792" y="45955"/>
                      <a:pt x="51004" y="45002"/>
                      <a:pt x="51686" y="43703"/>
                    </a:cubicBezTo>
                    <a:cubicBezTo>
                      <a:pt x="53092" y="41184"/>
                      <a:pt x="52257" y="38026"/>
                      <a:pt x="49781" y="36498"/>
                    </a:cubicBezTo>
                    <a:lnTo>
                      <a:pt x="6633" y="10483"/>
                    </a:lnTo>
                    <a:cubicBezTo>
                      <a:pt x="3952" y="8834"/>
                      <a:pt x="3106" y="5382"/>
                      <a:pt x="4728" y="2716"/>
                    </a:cubicBezTo>
                    <a:cubicBezTo>
                      <a:pt x="6358" y="60"/>
                      <a:pt x="9871" y="-794"/>
                      <a:pt x="12574" y="808"/>
                    </a:cubicBezTo>
                    <a:cubicBezTo>
                      <a:pt x="12594" y="820"/>
                      <a:pt x="12614" y="832"/>
                      <a:pt x="12634" y="844"/>
                    </a:cubicBezTo>
                    <a:lnTo>
                      <a:pt x="55782" y="27046"/>
                    </a:lnTo>
                    <a:cubicBezTo>
                      <a:pt x="63804" y="31891"/>
                      <a:pt x="66309" y="42208"/>
                      <a:pt x="61377" y="50089"/>
                    </a:cubicBezTo>
                    <a:cubicBezTo>
                      <a:pt x="59119" y="53696"/>
                      <a:pt x="55555" y="56330"/>
                      <a:pt x="51401" y="57459"/>
                    </a:cubicBezTo>
                    <a:cubicBezTo>
                      <a:pt x="49905" y="57827"/>
                      <a:pt x="48370" y="58016"/>
                      <a:pt x="46829" y="580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9F16B989-8278-BF43-838D-8D6DCC5805E2}"/>
                  </a:ext>
                </a:extLst>
              </p:cNvPr>
              <p:cNvSpPr/>
              <p:nvPr/>
            </p:nvSpPr>
            <p:spPr>
              <a:xfrm>
                <a:off x="6150055" y="2903480"/>
                <a:ext cx="50057" cy="56446"/>
              </a:xfrm>
              <a:custGeom>
                <a:avLst/>
                <a:gdLst>
                  <a:gd name="connsiteX0" fmla="*/ 30161 w 50057"/>
                  <a:gd name="connsiteY0" fmla="*/ 56446 h 56446"/>
                  <a:gd name="connsiteX1" fmla="*/ 19589 w 50057"/>
                  <a:gd name="connsiteY1" fmla="*/ 53451 h 56446"/>
                  <a:gd name="connsiteX2" fmla="*/ 2634 w 50057"/>
                  <a:gd name="connsiteY2" fmla="*/ 42971 h 56446"/>
                  <a:gd name="connsiteX3" fmla="*/ 920 w 50057"/>
                  <a:gd name="connsiteY3" fmla="*/ 35110 h 56446"/>
                  <a:gd name="connsiteX4" fmla="*/ 8792 w 50057"/>
                  <a:gd name="connsiteY4" fmla="*/ 33311 h 56446"/>
                  <a:gd name="connsiteX5" fmla="*/ 8825 w 50057"/>
                  <a:gd name="connsiteY5" fmla="*/ 33332 h 56446"/>
                  <a:gd name="connsiteX6" fmla="*/ 25780 w 50057"/>
                  <a:gd name="connsiteY6" fmla="*/ 43813 h 56446"/>
                  <a:gd name="connsiteX7" fmla="*/ 32162 w 50057"/>
                  <a:gd name="connsiteY7" fmla="*/ 44842 h 56446"/>
                  <a:gd name="connsiteX8" fmla="*/ 37400 w 50057"/>
                  <a:gd name="connsiteY8" fmla="*/ 41005 h 56446"/>
                  <a:gd name="connsiteX9" fmla="*/ 34733 w 50057"/>
                  <a:gd name="connsiteY9" fmla="*/ 30150 h 56446"/>
                  <a:gd name="connsiteX10" fmla="*/ 4444 w 50057"/>
                  <a:gd name="connsiteY10" fmla="*/ 10312 h 56446"/>
                  <a:gd name="connsiteX11" fmla="*/ 2872 w 50057"/>
                  <a:gd name="connsiteY11" fmla="*/ 2498 h 56446"/>
                  <a:gd name="connsiteX12" fmla="*/ 10826 w 50057"/>
                  <a:gd name="connsiteY12" fmla="*/ 954 h 56446"/>
                  <a:gd name="connsiteX13" fmla="*/ 41115 w 50057"/>
                  <a:gd name="connsiteY13" fmla="*/ 20699 h 56446"/>
                  <a:gd name="connsiteX14" fmla="*/ 46806 w 50057"/>
                  <a:gd name="connsiteY14" fmla="*/ 47652 h 56446"/>
                  <a:gd name="connsiteX15" fmla="*/ 34924 w 50057"/>
                  <a:gd name="connsiteY15" fmla="*/ 55885 h 56446"/>
                  <a:gd name="connsiteX16" fmla="*/ 30161 w 50057"/>
                  <a:gd name="connsiteY16" fmla="*/ 56446 h 5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057" h="56446">
                    <a:moveTo>
                      <a:pt x="30161" y="56446"/>
                    </a:moveTo>
                    <a:cubicBezTo>
                      <a:pt x="26422" y="56439"/>
                      <a:pt x="22759" y="55401"/>
                      <a:pt x="19589" y="53451"/>
                    </a:cubicBezTo>
                    <a:lnTo>
                      <a:pt x="2634" y="42971"/>
                    </a:lnTo>
                    <a:cubicBezTo>
                      <a:pt x="-37" y="41257"/>
                      <a:pt x="-802" y="37748"/>
                      <a:pt x="920" y="35110"/>
                    </a:cubicBezTo>
                    <a:cubicBezTo>
                      <a:pt x="2588" y="32478"/>
                      <a:pt x="6112" y="31672"/>
                      <a:pt x="8792" y="33311"/>
                    </a:cubicBezTo>
                    <a:cubicBezTo>
                      <a:pt x="8803" y="33318"/>
                      <a:pt x="8814" y="33325"/>
                      <a:pt x="8825" y="33332"/>
                    </a:cubicBezTo>
                    <a:lnTo>
                      <a:pt x="25780" y="43813"/>
                    </a:lnTo>
                    <a:cubicBezTo>
                      <a:pt x="27661" y="45034"/>
                      <a:pt x="29982" y="45409"/>
                      <a:pt x="32162" y="44842"/>
                    </a:cubicBezTo>
                    <a:cubicBezTo>
                      <a:pt x="34384" y="44354"/>
                      <a:pt x="36290" y="42959"/>
                      <a:pt x="37400" y="41005"/>
                    </a:cubicBezTo>
                    <a:cubicBezTo>
                      <a:pt x="39627" y="37271"/>
                      <a:pt x="38449" y="32476"/>
                      <a:pt x="34733" y="30150"/>
                    </a:cubicBezTo>
                    <a:lnTo>
                      <a:pt x="4444" y="10312"/>
                    </a:lnTo>
                    <a:cubicBezTo>
                      <a:pt x="1814" y="8580"/>
                      <a:pt x="1110" y="5082"/>
                      <a:pt x="2872" y="2498"/>
                    </a:cubicBezTo>
                    <a:cubicBezTo>
                      <a:pt x="4635" y="-86"/>
                      <a:pt x="8195" y="-778"/>
                      <a:pt x="10826" y="954"/>
                    </a:cubicBezTo>
                    <a:lnTo>
                      <a:pt x="41115" y="20699"/>
                    </a:lnTo>
                    <a:cubicBezTo>
                      <a:pt x="50263" y="26598"/>
                      <a:pt x="52811" y="38665"/>
                      <a:pt x="46806" y="47652"/>
                    </a:cubicBezTo>
                    <a:cubicBezTo>
                      <a:pt x="44051" y="51776"/>
                      <a:pt x="39804" y="54719"/>
                      <a:pt x="34924" y="55885"/>
                    </a:cubicBezTo>
                    <a:cubicBezTo>
                      <a:pt x="33364" y="56250"/>
                      <a:pt x="31766" y="56439"/>
                      <a:pt x="30161" y="564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39752ADF-F6DC-794D-8F19-7EA158EB0DA8}"/>
                  </a:ext>
                </a:extLst>
              </p:cNvPr>
              <p:cNvSpPr/>
              <p:nvPr/>
            </p:nvSpPr>
            <p:spPr>
              <a:xfrm>
                <a:off x="5926804" y="2822709"/>
                <a:ext cx="93895" cy="122719"/>
              </a:xfrm>
              <a:custGeom>
                <a:avLst/>
                <a:gdLst>
                  <a:gd name="connsiteX0" fmla="*/ 48530 w 93895"/>
                  <a:gd name="connsiteY0" fmla="*/ 122619 h 122719"/>
                  <a:gd name="connsiteX1" fmla="*/ 46530 w 93895"/>
                  <a:gd name="connsiteY1" fmla="*/ 122619 h 122719"/>
                  <a:gd name="connsiteX2" fmla="*/ 3667 w 93895"/>
                  <a:gd name="connsiteY2" fmla="*/ 106056 h 122719"/>
                  <a:gd name="connsiteX3" fmla="*/ 429 w 93895"/>
                  <a:gd name="connsiteY3" fmla="*/ 103248 h 122719"/>
                  <a:gd name="connsiteX4" fmla="*/ 429 w 93895"/>
                  <a:gd name="connsiteY4" fmla="*/ 98944 h 122719"/>
                  <a:gd name="connsiteX5" fmla="*/ 37481 w 93895"/>
                  <a:gd name="connsiteY5" fmla="*/ 3961 h 122719"/>
                  <a:gd name="connsiteX6" fmla="*/ 44627 w 93895"/>
                  <a:gd name="connsiteY6" fmla="*/ 251 h 122719"/>
                  <a:gd name="connsiteX7" fmla="*/ 44815 w 93895"/>
                  <a:gd name="connsiteY7" fmla="*/ 312 h 122719"/>
                  <a:gd name="connsiteX8" fmla="*/ 90059 w 93895"/>
                  <a:gd name="connsiteY8" fmla="*/ 16501 h 122719"/>
                  <a:gd name="connsiteX9" fmla="*/ 93393 w 93895"/>
                  <a:gd name="connsiteY9" fmla="*/ 19589 h 122719"/>
                  <a:gd name="connsiteX10" fmla="*/ 93393 w 93895"/>
                  <a:gd name="connsiteY10" fmla="*/ 23987 h 122719"/>
                  <a:gd name="connsiteX11" fmla="*/ 88059 w 93895"/>
                  <a:gd name="connsiteY11" fmla="*/ 36527 h 122719"/>
                  <a:gd name="connsiteX12" fmla="*/ 58722 w 93895"/>
                  <a:gd name="connsiteY12" fmla="*/ 108115 h 122719"/>
                  <a:gd name="connsiteX13" fmla="*/ 53864 w 93895"/>
                  <a:gd name="connsiteY13" fmla="*/ 119250 h 122719"/>
                  <a:gd name="connsiteX14" fmla="*/ 48530 w 93895"/>
                  <a:gd name="connsiteY14" fmla="*/ 122619 h 122719"/>
                  <a:gd name="connsiteX15" fmla="*/ 13192 w 93895"/>
                  <a:gd name="connsiteY15" fmla="*/ 97540 h 122719"/>
                  <a:gd name="connsiteX16" fmla="*/ 45482 w 93895"/>
                  <a:gd name="connsiteY16" fmla="*/ 109705 h 122719"/>
                  <a:gd name="connsiteX17" fmla="*/ 48149 w 93895"/>
                  <a:gd name="connsiteY17" fmla="*/ 103716 h 122719"/>
                  <a:gd name="connsiteX18" fmla="*/ 77391 w 93895"/>
                  <a:gd name="connsiteY18" fmla="*/ 32222 h 122719"/>
                  <a:gd name="connsiteX19" fmla="*/ 80439 w 93895"/>
                  <a:gd name="connsiteY19" fmla="*/ 25204 h 122719"/>
                  <a:gd name="connsiteX20" fmla="*/ 46244 w 93895"/>
                  <a:gd name="connsiteY20" fmla="*/ 13226 h 122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3895" h="122719">
                    <a:moveTo>
                      <a:pt x="48530" y="122619"/>
                    </a:moveTo>
                    <a:cubicBezTo>
                      <a:pt x="47870" y="122753"/>
                      <a:pt x="47190" y="122753"/>
                      <a:pt x="46530" y="122619"/>
                    </a:cubicBezTo>
                    <a:lnTo>
                      <a:pt x="3667" y="106056"/>
                    </a:lnTo>
                    <a:cubicBezTo>
                      <a:pt x="2271" y="105547"/>
                      <a:pt x="1116" y="104547"/>
                      <a:pt x="429" y="103248"/>
                    </a:cubicBezTo>
                    <a:cubicBezTo>
                      <a:pt x="-143" y="101869"/>
                      <a:pt x="-143" y="100324"/>
                      <a:pt x="429" y="98944"/>
                    </a:cubicBezTo>
                    <a:lnTo>
                      <a:pt x="37481" y="3961"/>
                    </a:lnTo>
                    <a:cubicBezTo>
                      <a:pt x="38411" y="998"/>
                      <a:pt x="41611" y="-663"/>
                      <a:pt x="44627" y="251"/>
                    </a:cubicBezTo>
                    <a:cubicBezTo>
                      <a:pt x="44690" y="270"/>
                      <a:pt x="44753" y="290"/>
                      <a:pt x="44815" y="312"/>
                    </a:cubicBezTo>
                    <a:lnTo>
                      <a:pt x="90059" y="16501"/>
                    </a:lnTo>
                    <a:cubicBezTo>
                      <a:pt x="91560" y="17028"/>
                      <a:pt x="92769" y="18148"/>
                      <a:pt x="93393" y="19589"/>
                    </a:cubicBezTo>
                    <a:cubicBezTo>
                      <a:pt x="94063" y="20981"/>
                      <a:pt x="94063" y="22595"/>
                      <a:pt x="93393" y="23987"/>
                    </a:cubicBezTo>
                    <a:lnTo>
                      <a:pt x="88059" y="36527"/>
                    </a:lnTo>
                    <a:lnTo>
                      <a:pt x="58722" y="108115"/>
                    </a:lnTo>
                    <a:lnTo>
                      <a:pt x="53864" y="119250"/>
                    </a:lnTo>
                    <a:cubicBezTo>
                      <a:pt x="52903" y="121296"/>
                      <a:pt x="50823" y="122609"/>
                      <a:pt x="48530" y="122619"/>
                    </a:cubicBezTo>
                    <a:close/>
                    <a:moveTo>
                      <a:pt x="13192" y="97540"/>
                    </a:moveTo>
                    <a:lnTo>
                      <a:pt x="45482" y="109705"/>
                    </a:lnTo>
                    <a:lnTo>
                      <a:pt x="48149" y="103716"/>
                    </a:lnTo>
                    <a:lnTo>
                      <a:pt x="77391" y="32222"/>
                    </a:lnTo>
                    <a:lnTo>
                      <a:pt x="80439" y="25204"/>
                    </a:lnTo>
                    <a:lnTo>
                      <a:pt x="46244" y="1322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37" name="Graphic 96">
              <a:extLst>
                <a:ext uri="{FF2B5EF4-FFF2-40B4-BE49-F238E27FC236}">
                  <a16:creationId xmlns:a16="http://schemas.microsoft.com/office/drawing/2014/main" id="{8365C0B8-9B3C-944C-93A9-FEA6B788E7F0}"/>
                </a:ext>
              </a:extLst>
            </p:cNvPr>
            <p:cNvGrpSpPr/>
            <p:nvPr/>
          </p:nvGrpSpPr>
          <p:grpSpPr>
            <a:xfrm>
              <a:off x="4634418" y="3744350"/>
              <a:ext cx="331520" cy="265136"/>
              <a:chOff x="5933107" y="2778571"/>
              <a:chExt cx="331520" cy="265136"/>
            </a:xfrm>
            <a:solidFill>
              <a:srgbClr val="FFFFFF"/>
            </a:solidFill>
          </p:grpSpPr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2D8E4F78-2C8A-E041-8E6D-8CE9CB9D4B52}"/>
                  </a:ext>
                </a:extLst>
              </p:cNvPr>
              <p:cNvSpPr/>
              <p:nvPr/>
            </p:nvSpPr>
            <p:spPr>
              <a:xfrm>
                <a:off x="5933107" y="2778571"/>
                <a:ext cx="220762" cy="167102"/>
              </a:xfrm>
              <a:custGeom>
                <a:avLst/>
                <a:gdLst>
                  <a:gd name="connsiteX0" fmla="*/ 9434 w 220762"/>
                  <a:gd name="connsiteY0" fmla="*/ 167101 h 167102"/>
                  <a:gd name="connsiteX1" fmla="*/ 6698 w 220762"/>
                  <a:gd name="connsiteY1" fmla="*/ 166458 h 167102"/>
                  <a:gd name="connsiteX2" fmla="*/ 3774 w 220762"/>
                  <a:gd name="connsiteY2" fmla="*/ 160940 h 167102"/>
                  <a:gd name="connsiteX3" fmla="*/ 8585 w 220762"/>
                  <a:gd name="connsiteY3" fmla="*/ 116612 h 167102"/>
                  <a:gd name="connsiteX4" fmla="*/ 6321 w 220762"/>
                  <a:gd name="connsiteY4" fmla="*/ 104657 h 167102"/>
                  <a:gd name="connsiteX5" fmla="*/ 0 w 220762"/>
                  <a:gd name="connsiteY5" fmla="*/ 78447 h 167102"/>
                  <a:gd name="connsiteX6" fmla="*/ 110381 w 220762"/>
                  <a:gd name="connsiteY6" fmla="*/ 0 h 167102"/>
                  <a:gd name="connsiteX7" fmla="*/ 220762 w 220762"/>
                  <a:gd name="connsiteY7" fmla="*/ 78447 h 167102"/>
                  <a:gd name="connsiteX8" fmla="*/ 110381 w 220762"/>
                  <a:gd name="connsiteY8" fmla="*/ 156893 h 167102"/>
                  <a:gd name="connsiteX9" fmla="*/ 55945 w 220762"/>
                  <a:gd name="connsiteY9" fmla="*/ 147145 h 167102"/>
                  <a:gd name="connsiteX10" fmla="*/ 33586 w 220762"/>
                  <a:gd name="connsiteY10" fmla="*/ 150272 h 167102"/>
                  <a:gd name="connsiteX11" fmla="*/ 13019 w 220762"/>
                  <a:gd name="connsiteY11" fmla="*/ 165538 h 167102"/>
                  <a:gd name="connsiteX12" fmla="*/ 9434 w 220762"/>
                  <a:gd name="connsiteY12" fmla="*/ 167101 h 167102"/>
                  <a:gd name="connsiteX13" fmla="*/ 110381 w 220762"/>
                  <a:gd name="connsiteY13" fmla="*/ 10760 h 167102"/>
                  <a:gd name="connsiteX14" fmla="*/ 11415 w 220762"/>
                  <a:gd name="connsiteY14" fmla="*/ 78447 h 167102"/>
                  <a:gd name="connsiteX15" fmla="*/ 16604 w 220762"/>
                  <a:gd name="connsiteY15" fmla="*/ 99783 h 167102"/>
                  <a:gd name="connsiteX16" fmla="*/ 20001 w 220762"/>
                  <a:gd name="connsiteY16" fmla="*/ 118176 h 167102"/>
                  <a:gd name="connsiteX17" fmla="*/ 16604 w 220762"/>
                  <a:gd name="connsiteY17" fmla="*/ 149260 h 167102"/>
                  <a:gd name="connsiteX18" fmla="*/ 26510 w 220762"/>
                  <a:gd name="connsiteY18" fmla="*/ 141535 h 167102"/>
                  <a:gd name="connsiteX19" fmla="*/ 60285 w 220762"/>
                  <a:gd name="connsiteY19" fmla="*/ 136845 h 167102"/>
                  <a:gd name="connsiteX20" fmla="*/ 110381 w 220762"/>
                  <a:gd name="connsiteY20" fmla="*/ 146041 h 167102"/>
                  <a:gd name="connsiteX21" fmla="*/ 209347 w 220762"/>
                  <a:gd name="connsiteY21" fmla="*/ 78722 h 167102"/>
                  <a:gd name="connsiteX22" fmla="*/ 110381 w 220762"/>
                  <a:gd name="connsiteY22" fmla="*/ 11128 h 167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20762" h="167102">
                    <a:moveTo>
                      <a:pt x="9434" y="167101"/>
                    </a:moveTo>
                    <a:cubicBezTo>
                      <a:pt x="8481" y="167119"/>
                      <a:pt x="7539" y="166897"/>
                      <a:pt x="6698" y="166458"/>
                    </a:cubicBezTo>
                    <a:cubicBezTo>
                      <a:pt x="4673" y="165360"/>
                      <a:pt x="3520" y="163185"/>
                      <a:pt x="3774" y="160940"/>
                    </a:cubicBezTo>
                    <a:lnTo>
                      <a:pt x="8585" y="116612"/>
                    </a:lnTo>
                    <a:cubicBezTo>
                      <a:pt x="9053" y="112497"/>
                      <a:pt x="8265" y="108338"/>
                      <a:pt x="6321" y="104657"/>
                    </a:cubicBezTo>
                    <a:cubicBezTo>
                      <a:pt x="2222" y="96494"/>
                      <a:pt x="61" y="87535"/>
                      <a:pt x="0" y="78447"/>
                    </a:cubicBezTo>
                    <a:cubicBezTo>
                      <a:pt x="0" y="35223"/>
                      <a:pt x="49530" y="0"/>
                      <a:pt x="110381" y="0"/>
                    </a:cubicBezTo>
                    <a:cubicBezTo>
                      <a:pt x="171232" y="0"/>
                      <a:pt x="220762" y="35223"/>
                      <a:pt x="220762" y="78447"/>
                    </a:cubicBezTo>
                    <a:cubicBezTo>
                      <a:pt x="220762" y="121670"/>
                      <a:pt x="171327" y="156893"/>
                      <a:pt x="110381" y="156893"/>
                    </a:cubicBezTo>
                    <a:cubicBezTo>
                      <a:pt x="91760" y="157102"/>
                      <a:pt x="73274" y="153791"/>
                      <a:pt x="55945" y="147145"/>
                    </a:cubicBezTo>
                    <a:cubicBezTo>
                      <a:pt x="48468" y="144110"/>
                      <a:pt x="39886" y="145310"/>
                      <a:pt x="33586" y="150272"/>
                    </a:cubicBezTo>
                    <a:lnTo>
                      <a:pt x="13019" y="165538"/>
                    </a:lnTo>
                    <a:cubicBezTo>
                      <a:pt x="12064" y="166474"/>
                      <a:pt x="10787" y="167031"/>
                      <a:pt x="9434" y="167101"/>
                    </a:cubicBezTo>
                    <a:close/>
                    <a:moveTo>
                      <a:pt x="110381" y="10760"/>
                    </a:moveTo>
                    <a:cubicBezTo>
                      <a:pt x="55851" y="11128"/>
                      <a:pt x="11415" y="41384"/>
                      <a:pt x="11415" y="78447"/>
                    </a:cubicBezTo>
                    <a:cubicBezTo>
                      <a:pt x="11473" y="85849"/>
                      <a:pt x="13247" y="93143"/>
                      <a:pt x="16604" y="99783"/>
                    </a:cubicBezTo>
                    <a:cubicBezTo>
                      <a:pt x="19505" y="105475"/>
                      <a:pt x="20683" y="111855"/>
                      <a:pt x="20001" y="118176"/>
                    </a:cubicBezTo>
                    <a:lnTo>
                      <a:pt x="16604" y="149260"/>
                    </a:lnTo>
                    <a:lnTo>
                      <a:pt x="26510" y="141535"/>
                    </a:lnTo>
                    <a:cubicBezTo>
                      <a:pt x="36038" y="134061"/>
                      <a:pt x="48995" y="132262"/>
                      <a:pt x="60285" y="136845"/>
                    </a:cubicBezTo>
                    <a:cubicBezTo>
                      <a:pt x="76217" y="143039"/>
                      <a:pt x="93230" y="146162"/>
                      <a:pt x="110381" y="146041"/>
                    </a:cubicBezTo>
                    <a:cubicBezTo>
                      <a:pt x="165006" y="146041"/>
                      <a:pt x="209347" y="115877"/>
                      <a:pt x="209347" y="78722"/>
                    </a:cubicBezTo>
                    <a:cubicBezTo>
                      <a:pt x="209347" y="41568"/>
                      <a:pt x="165006" y="11128"/>
                      <a:pt x="110381" y="11128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FBAC40BC-F95A-B549-AE40-382DF83F8DB0}"/>
                  </a:ext>
                </a:extLst>
              </p:cNvPr>
              <p:cNvSpPr/>
              <p:nvPr/>
            </p:nvSpPr>
            <p:spPr>
              <a:xfrm>
                <a:off x="5980938" y="2844878"/>
                <a:ext cx="26982" cy="26302"/>
              </a:xfrm>
              <a:custGeom>
                <a:avLst/>
                <a:gdLst>
                  <a:gd name="connsiteX0" fmla="*/ 26982 w 26982"/>
                  <a:gd name="connsiteY0" fmla="*/ 13151 h 26302"/>
                  <a:gd name="connsiteX1" fmla="*/ 13491 w 26982"/>
                  <a:gd name="connsiteY1" fmla="*/ 26302 h 26302"/>
                  <a:gd name="connsiteX2" fmla="*/ 0 w 26982"/>
                  <a:gd name="connsiteY2" fmla="*/ 13151 h 26302"/>
                  <a:gd name="connsiteX3" fmla="*/ 13491 w 26982"/>
                  <a:gd name="connsiteY3" fmla="*/ 0 h 26302"/>
                  <a:gd name="connsiteX4" fmla="*/ 26982 w 26982"/>
                  <a:gd name="connsiteY4" fmla="*/ 13151 h 2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26302">
                    <a:moveTo>
                      <a:pt x="26982" y="13151"/>
                    </a:moveTo>
                    <a:cubicBezTo>
                      <a:pt x="26982" y="20414"/>
                      <a:pt x="20942" y="26302"/>
                      <a:pt x="13491" y="26302"/>
                    </a:cubicBezTo>
                    <a:cubicBezTo>
                      <a:pt x="6040" y="26302"/>
                      <a:pt x="0" y="20414"/>
                      <a:pt x="0" y="13151"/>
                    </a:cubicBezTo>
                    <a:cubicBezTo>
                      <a:pt x="0" y="5888"/>
                      <a:pt x="6040" y="0"/>
                      <a:pt x="13491" y="0"/>
                    </a:cubicBezTo>
                    <a:cubicBezTo>
                      <a:pt x="20942" y="0"/>
                      <a:pt x="26982" y="5888"/>
                      <a:pt x="26982" y="1315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5185A471-E47A-004E-987D-B10810655E76}"/>
                  </a:ext>
                </a:extLst>
              </p:cNvPr>
              <p:cNvSpPr/>
              <p:nvPr/>
            </p:nvSpPr>
            <p:spPr>
              <a:xfrm>
                <a:off x="6029336" y="2844878"/>
                <a:ext cx="26982" cy="26302"/>
              </a:xfrm>
              <a:custGeom>
                <a:avLst/>
                <a:gdLst>
                  <a:gd name="connsiteX0" fmla="*/ 26982 w 26982"/>
                  <a:gd name="connsiteY0" fmla="*/ 13151 h 26302"/>
                  <a:gd name="connsiteX1" fmla="*/ 13491 w 26982"/>
                  <a:gd name="connsiteY1" fmla="*/ 26302 h 26302"/>
                  <a:gd name="connsiteX2" fmla="*/ 0 w 26982"/>
                  <a:gd name="connsiteY2" fmla="*/ 13151 h 26302"/>
                  <a:gd name="connsiteX3" fmla="*/ 13491 w 26982"/>
                  <a:gd name="connsiteY3" fmla="*/ 0 h 26302"/>
                  <a:gd name="connsiteX4" fmla="*/ 26982 w 26982"/>
                  <a:gd name="connsiteY4" fmla="*/ 13151 h 2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26302">
                    <a:moveTo>
                      <a:pt x="26982" y="13151"/>
                    </a:moveTo>
                    <a:cubicBezTo>
                      <a:pt x="26982" y="20414"/>
                      <a:pt x="20942" y="26302"/>
                      <a:pt x="13491" y="26302"/>
                    </a:cubicBezTo>
                    <a:cubicBezTo>
                      <a:pt x="6040" y="26302"/>
                      <a:pt x="0" y="20414"/>
                      <a:pt x="0" y="13151"/>
                    </a:cubicBezTo>
                    <a:cubicBezTo>
                      <a:pt x="0" y="5888"/>
                      <a:pt x="6040" y="0"/>
                      <a:pt x="13491" y="0"/>
                    </a:cubicBezTo>
                    <a:cubicBezTo>
                      <a:pt x="20942" y="0"/>
                      <a:pt x="26982" y="5888"/>
                      <a:pt x="26982" y="1315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956EE281-FDA0-2F4E-9C1B-1AC427F310CC}"/>
                  </a:ext>
                </a:extLst>
              </p:cNvPr>
              <p:cNvSpPr/>
              <p:nvPr/>
            </p:nvSpPr>
            <p:spPr>
              <a:xfrm>
                <a:off x="6077828" y="2844878"/>
                <a:ext cx="26982" cy="26302"/>
              </a:xfrm>
              <a:custGeom>
                <a:avLst/>
                <a:gdLst>
                  <a:gd name="connsiteX0" fmla="*/ 26982 w 26982"/>
                  <a:gd name="connsiteY0" fmla="*/ 13151 h 26302"/>
                  <a:gd name="connsiteX1" fmla="*/ 13491 w 26982"/>
                  <a:gd name="connsiteY1" fmla="*/ 26302 h 26302"/>
                  <a:gd name="connsiteX2" fmla="*/ 0 w 26982"/>
                  <a:gd name="connsiteY2" fmla="*/ 13151 h 26302"/>
                  <a:gd name="connsiteX3" fmla="*/ 13491 w 26982"/>
                  <a:gd name="connsiteY3" fmla="*/ 0 h 26302"/>
                  <a:gd name="connsiteX4" fmla="*/ 26982 w 26982"/>
                  <a:gd name="connsiteY4" fmla="*/ 13151 h 2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26302">
                    <a:moveTo>
                      <a:pt x="26982" y="13151"/>
                    </a:moveTo>
                    <a:cubicBezTo>
                      <a:pt x="26982" y="20414"/>
                      <a:pt x="20942" y="26302"/>
                      <a:pt x="13491" y="26302"/>
                    </a:cubicBezTo>
                    <a:cubicBezTo>
                      <a:pt x="6040" y="26302"/>
                      <a:pt x="0" y="20414"/>
                      <a:pt x="0" y="13151"/>
                    </a:cubicBezTo>
                    <a:cubicBezTo>
                      <a:pt x="0" y="5888"/>
                      <a:pt x="6040" y="0"/>
                      <a:pt x="13491" y="0"/>
                    </a:cubicBezTo>
                    <a:cubicBezTo>
                      <a:pt x="20942" y="0"/>
                      <a:pt x="26982" y="5888"/>
                      <a:pt x="26982" y="1315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8B0825C-00B3-2E49-A449-23D20294A3AD}"/>
                  </a:ext>
                </a:extLst>
              </p:cNvPr>
              <p:cNvSpPr/>
              <p:nvPr/>
            </p:nvSpPr>
            <p:spPr>
              <a:xfrm>
                <a:off x="6189908" y="2942821"/>
                <a:ext cx="26982" cy="26302"/>
              </a:xfrm>
              <a:custGeom>
                <a:avLst/>
                <a:gdLst>
                  <a:gd name="connsiteX0" fmla="*/ 26982 w 26982"/>
                  <a:gd name="connsiteY0" fmla="*/ 13151 h 26302"/>
                  <a:gd name="connsiteX1" fmla="*/ 13491 w 26982"/>
                  <a:gd name="connsiteY1" fmla="*/ 26302 h 26302"/>
                  <a:gd name="connsiteX2" fmla="*/ 0 w 26982"/>
                  <a:gd name="connsiteY2" fmla="*/ 13151 h 26302"/>
                  <a:gd name="connsiteX3" fmla="*/ 13491 w 26982"/>
                  <a:gd name="connsiteY3" fmla="*/ 0 h 26302"/>
                  <a:gd name="connsiteX4" fmla="*/ 26982 w 26982"/>
                  <a:gd name="connsiteY4" fmla="*/ 13151 h 2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26302">
                    <a:moveTo>
                      <a:pt x="26982" y="13151"/>
                    </a:moveTo>
                    <a:cubicBezTo>
                      <a:pt x="26982" y="20414"/>
                      <a:pt x="20942" y="26302"/>
                      <a:pt x="13491" y="26302"/>
                    </a:cubicBezTo>
                    <a:cubicBezTo>
                      <a:pt x="6040" y="26302"/>
                      <a:pt x="0" y="20414"/>
                      <a:pt x="0" y="13151"/>
                    </a:cubicBezTo>
                    <a:cubicBezTo>
                      <a:pt x="0" y="5888"/>
                      <a:pt x="6040" y="0"/>
                      <a:pt x="13491" y="0"/>
                    </a:cubicBezTo>
                    <a:cubicBezTo>
                      <a:pt x="20942" y="0"/>
                      <a:pt x="26982" y="5888"/>
                      <a:pt x="26982" y="1315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11ECFEC4-0112-5043-9F23-2F62664C1022}"/>
                  </a:ext>
                </a:extLst>
              </p:cNvPr>
              <p:cNvSpPr/>
              <p:nvPr/>
            </p:nvSpPr>
            <p:spPr>
              <a:xfrm>
                <a:off x="6141416" y="2942821"/>
                <a:ext cx="26982" cy="26302"/>
              </a:xfrm>
              <a:custGeom>
                <a:avLst/>
                <a:gdLst>
                  <a:gd name="connsiteX0" fmla="*/ 26982 w 26982"/>
                  <a:gd name="connsiteY0" fmla="*/ 13151 h 26302"/>
                  <a:gd name="connsiteX1" fmla="*/ 13491 w 26982"/>
                  <a:gd name="connsiteY1" fmla="*/ 26302 h 26302"/>
                  <a:gd name="connsiteX2" fmla="*/ 0 w 26982"/>
                  <a:gd name="connsiteY2" fmla="*/ 13151 h 26302"/>
                  <a:gd name="connsiteX3" fmla="*/ 13491 w 26982"/>
                  <a:gd name="connsiteY3" fmla="*/ 0 h 26302"/>
                  <a:gd name="connsiteX4" fmla="*/ 26982 w 26982"/>
                  <a:gd name="connsiteY4" fmla="*/ 13151 h 2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26302">
                    <a:moveTo>
                      <a:pt x="26982" y="13151"/>
                    </a:moveTo>
                    <a:cubicBezTo>
                      <a:pt x="26982" y="20414"/>
                      <a:pt x="20942" y="26302"/>
                      <a:pt x="13491" y="26302"/>
                    </a:cubicBezTo>
                    <a:cubicBezTo>
                      <a:pt x="6040" y="26302"/>
                      <a:pt x="0" y="20414"/>
                      <a:pt x="0" y="13151"/>
                    </a:cubicBezTo>
                    <a:cubicBezTo>
                      <a:pt x="0" y="5888"/>
                      <a:pt x="6040" y="0"/>
                      <a:pt x="13491" y="0"/>
                    </a:cubicBezTo>
                    <a:cubicBezTo>
                      <a:pt x="20942" y="0"/>
                      <a:pt x="26982" y="5888"/>
                      <a:pt x="26982" y="1315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54401989-AE64-844D-8FA6-B6853EA9AB44}"/>
                  </a:ext>
                </a:extLst>
              </p:cNvPr>
              <p:cNvSpPr/>
              <p:nvPr/>
            </p:nvSpPr>
            <p:spPr>
              <a:xfrm>
                <a:off x="6092923" y="2942821"/>
                <a:ext cx="26982" cy="26302"/>
              </a:xfrm>
              <a:custGeom>
                <a:avLst/>
                <a:gdLst>
                  <a:gd name="connsiteX0" fmla="*/ 26982 w 26982"/>
                  <a:gd name="connsiteY0" fmla="*/ 13151 h 26302"/>
                  <a:gd name="connsiteX1" fmla="*/ 13491 w 26982"/>
                  <a:gd name="connsiteY1" fmla="*/ 26302 h 26302"/>
                  <a:gd name="connsiteX2" fmla="*/ 0 w 26982"/>
                  <a:gd name="connsiteY2" fmla="*/ 13151 h 26302"/>
                  <a:gd name="connsiteX3" fmla="*/ 13491 w 26982"/>
                  <a:gd name="connsiteY3" fmla="*/ 0 h 26302"/>
                  <a:gd name="connsiteX4" fmla="*/ 26982 w 26982"/>
                  <a:gd name="connsiteY4" fmla="*/ 13151 h 2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26302">
                    <a:moveTo>
                      <a:pt x="26982" y="13151"/>
                    </a:moveTo>
                    <a:cubicBezTo>
                      <a:pt x="26982" y="20414"/>
                      <a:pt x="20942" y="26302"/>
                      <a:pt x="13491" y="26302"/>
                    </a:cubicBezTo>
                    <a:cubicBezTo>
                      <a:pt x="6040" y="26302"/>
                      <a:pt x="0" y="20414"/>
                      <a:pt x="0" y="13151"/>
                    </a:cubicBezTo>
                    <a:cubicBezTo>
                      <a:pt x="0" y="5888"/>
                      <a:pt x="6040" y="0"/>
                      <a:pt x="13491" y="0"/>
                    </a:cubicBezTo>
                    <a:cubicBezTo>
                      <a:pt x="20942" y="0"/>
                      <a:pt x="26982" y="5888"/>
                      <a:pt x="26982" y="1315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46653364-6747-8C4B-9561-7473D347D265}"/>
                  </a:ext>
                </a:extLst>
              </p:cNvPr>
              <p:cNvSpPr/>
              <p:nvPr/>
            </p:nvSpPr>
            <p:spPr>
              <a:xfrm>
                <a:off x="6043865" y="2876974"/>
                <a:ext cx="220762" cy="166733"/>
              </a:xfrm>
              <a:custGeom>
                <a:avLst/>
                <a:gdLst>
                  <a:gd name="connsiteX0" fmla="*/ 211328 w 220762"/>
                  <a:gd name="connsiteY0" fmla="*/ 166733 h 166733"/>
                  <a:gd name="connsiteX1" fmla="*/ 207743 w 220762"/>
                  <a:gd name="connsiteY1" fmla="*/ 165446 h 166733"/>
                  <a:gd name="connsiteX2" fmla="*/ 187176 w 220762"/>
                  <a:gd name="connsiteY2" fmla="*/ 149904 h 166733"/>
                  <a:gd name="connsiteX3" fmla="*/ 164911 w 220762"/>
                  <a:gd name="connsiteY3" fmla="*/ 146777 h 166733"/>
                  <a:gd name="connsiteX4" fmla="*/ 110381 w 220762"/>
                  <a:gd name="connsiteY4" fmla="*/ 156985 h 166733"/>
                  <a:gd name="connsiteX5" fmla="*/ 0 w 220762"/>
                  <a:gd name="connsiteY5" fmla="*/ 78447 h 166733"/>
                  <a:gd name="connsiteX6" fmla="*/ 7453 w 220762"/>
                  <a:gd name="connsiteY6" fmla="*/ 50213 h 166733"/>
                  <a:gd name="connsiteX7" fmla="*/ 11982 w 220762"/>
                  <a:gd name="connsiteY7" fmla="*/ 47270 h 166733"/>
                  <a:gd name="connsiteX8" fmla="*/ 92456 w 220762"/>
                  <a:gd name="connsiteY8" fmla="*/ 3587 h 166733"/>
                  <a:gd name="connsiteX9" fmla="*/ 97079 w 220762"/>
                  <a:gd name="connsiteY9" fmla="*/ 644 h 166733"/>
                  <a:gd name="connsiteX10" fmla="*/ 110381 w 220762"/>
                  <a:gd name="connsiteY10" fmla="*/ 0 h 166733"/>
                  <a:gd name="connsiteX11" fmla="*/ 220762 w 220762"/>
                  <a:gd name="connsiteY11" fmla="*/ 78447 h 166733"/>
                  <a:gd name="connsiteX12" fmla="*/ 214441 w 220762"/>
                  <a:gd name="connsiteY12" fmla="*/ 103921 h 166733"/>
                  <a:gd name="connsiteX13" fmla="*/ 212177 w 220762"/>
                  <a:gd name="connsiteY13" fmla="*/ 115877 h 166733"/>
                  <a:gd name="connsiteX14" fmla="*/ 216989 w 220762"/>
                  <a:gd name="connsiteY14" fmla="*/ 160296 h 166733"/>
                  <a:gd name="connsiteX15" fmla="*/ 214064 w 220762"/>
                  <a:gd name="connsiteY15" fmla="*/ 165722 h 166733"/>
                  <a:gd name="connsiteX16" fmla="*/ 211328 w 220762"/>
                  <a:gd name="connsiteY16" fmla="*/ 166733 h 166733"/>
                  <a:gd name="connsiteX17" fmla="*/ 173591 w 220762"/>
                  <a:gd name="connsiteY17" fmla="*/ 133534 h 166733"/>
                  <a:gd name="connsiteX18" fmla="*/ 194629 w 220762"/>
                  <a:gd name="connsiteY18" fmla="*/ 140707 h 166733"/>
                  <a:gd name="connsiteX19" fmla="*/ 204064 w 220762"/>
                  <a:gd name="connsiteY19" fmla="*/ 148432 h 166733"/>
                  <a:gd name="connsiteX20" fmla="*/ 200573 w 220762"/>
                  <a:gd name="connsiteY20" fmla="*/ 117348 h 166733"/>
                  <a:gd name="connsiteX21" fmla="*/ 203875 w 220762"/>
                  <a:gd name="connsiteY21" fmla="*/ 98955 h 166733"/>
                  <a:gd name="connsiteX22" fmla="*/ 209064 w 220762"/>
                  <a:gd name="connsiteY22" fmla="*/ 77619 h 166733"/>
                  <a:gd name="connsiteX23" fmla="*/ 110098 w 220762"/>
                  <a:gd name="connsiteY23" fmla="*/ 10300 h 166733"/>
                  <a:gd name="connsiteX24" fmla="*/ 100664 w 220762"/>
                  <a:gd name="connsiteY24" fmla="*/ 10300 h 166733"/>
                  <a:gd name="connsiteX25" fmla="*/ 15755 w 220762"/>
                  <a:gd name="connsiteY25" fmla="*/ 56835 h 166733"/>
                  <a:gd name="connsiteX26" fmla="*/ 11887 w 220762"/>
                  <a:gd name="connsiteY26" fmla="*/ 77987 h 166733"/>
                  <a:gd name="connsiteX27" fmla="*/ 110853 w 220762"/>
                  <a:gd name="connsiteY27" fmla="*/ 145306 h 166733"/>
                  <a:gd name="connsiteX28" fmla="*/ 160949 w 220762"/>
                  <a:gd name="connsiteY28" fmla="*/ 136109 h 166733"/>
                  <a:gd name="connsiteX29" fmla="*/ 173308 w 220762"/>
                  <a:gd name="connsiteY29" fmla="*/ 133534 h 16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762" h="166733">
                    <a:moveTo>
                      <a:pt x="211328" y="166733"/>
                    </a:moveTo>
                    <a:cubicBezTo>
                      <a:pt x="210019" y="166708"/>
                      <a:pt x="208756" y="166254"/>
                      <a:pt x="207743" y="165446"/>
                    </a:cubicBezTo>
                    <a:lnTo>
                      <a:pt x="187176" y="149904"/>
                    </a:lnTo>
                    <a:cubicBezTo>
                      <a:pt x="180905" y="144958"/>
                      <a:pt x="172359" y="143758"/>
                      <a:pt x="164911" y="146777"/>
                    </a:cubicBezTo>
                    <a:cubicBezTo>
                      <a:pt x="147582" y="153581"/>
                      <a:pt x="129064" y="157048"/>
                      <a:pt x="110381" y="156985"/>
                    </a:cubicBezTo>
                    <a:cubicBezTo>
                      <a:pt x="49530" y="156985"/>
                      <a:pt x="0" y="121762"/>
                      <a:pt x="0" y="78447"/>
                    </a:cubicBezTo>
                    <a:cubicBezTo>
                      <a:pt x="102" y="68586"/>
                      <a:pt x="2660" y="58897"/>
                      <a:pt x="7453" y="50213"/>
                    </a:cubicBezTo>
                    <a:cubicBezTo>
                      <a:pt x="8374" y="48566"/>
                      <a:pt x="10067" y="47465"/>
                      <a:pt x="11982" y="47270"/>
                    </a:cubicBezTo>
                    <a:cubicBezTo>
                      <a:pt x="48775" y="44143"/>
                      <a:pt x="79625" y="27406"/>
                      <a:pt x="92456" y="3587"/>
                    </a:cubicBezTo>
                    <a:cubicBezTo>
                      <a:pt x="93395" y="1914"/>
                      <a:pt x="95130" y="809"/>
                      <a:pt x="97079" y="644"/>
                    </a:cubicBezTo>
                    <a:cubicBezTo>
                      <a:pt x="102079" y="184"/>
                      <a:pt x="106513" y="0"/>
                      <a:pt x="110381" y="0"/>
                    </a:cubicBezTo>
                    <a:cubicBezTo>
                      <a:pt x="171232" y="0"/>
                      <a:pt x="220762" y="35223"/>
                      <a:pt x="220762" y="78447"/>
                    </a:cubicBezTo>
                    <a:cubicBezTo>
                      <a:pt x="220643" y="87293"/>
                      <a:pt x="218483" y="95999"/>
                      <a:pt x="214441" y="103921"/>
                    </a:cubicBezTo>
                    <a:cubicBezTo>
                      <a:pt x="212595" y="107635"/>
                      <a:pt x="211813" y="111765"/>
                      <a:pt x="212177" y="115877"/>
                    </a:cubicBezTo>
                    <a:lnTo>
                      <a:pt x="216989" y="160296"/>
                    </a:lnTo>
                    <a:cubicBezTo>
                      <a:pt x="217255" y="162520"/>
                      <a:pt x="216094" y="164675"/>
                      <a:pt x="214064" y="165722"/>
                    </a:cubicBezTo>
                    <a:cubicBezTo>
                      <a:pt x="213259" y="166287"/>
                      <a:pt x="212315" y="166636"/>
                      <a:pt x="211328" y="166733"/>
                    </a:cubicBezTo>
                    <a:close/>
                    <a:moveTo>
                      <a:pt x="173591" y="133534"/>
                    </a:moveTo>
                    <a:cubicBezTo>
                      <a:pt x="181232" y="133550"/>
                      <a:pt x="188644" y="136077"/>
                      <a:pt x="194629" y="140707"/>
                    </a:cubicBezTo>
                    <a:lnTo>
                      <a:pt x="204064" y="148432"/>
                    </a:lnTo>
                    <a:lnTo>
                      <a:pt x="200573" y="117348"/>
                    </a:lnTo>
                    <a:cubicBezTo>
                      <a:pt x="199856" y="111036"/>
                      <a:pt x="201002" y="104655"/>
                      <a:pt x="203875" y="98955"/>
                    </a:cubicBezTo>
                    <a:cubicBezTo>
                      <a:pt x="207276" y="92331"/>
                      <a:pt x="209053" y="85027"/>
                      <a:pt x="209064" y="77619"/>
                    </a:cubicBezTo>
                    <a:cubicBezTo>
                      <a:pt x="209064" y="40833"/>
                      <a:pt x="164723" y="10300"/>
                      <a:pt x="110098" y="10300"/>
                    </a:cubicBezTo>
                    <a:cubicBezTo>
                      <a:pt x="107173" y="10300"/>
                      <a:pt x="104155" y="10300"/>
                      <a:pt x="100664" y="10300"/>
                    </a:cubicBezTo>
                    <a:cubicBezTo>
                      <a:pt x="85663" y="35223"/>
                      <a:pt x="53492" y="52788"/>
                      <a:pt x="15755" y="56835"/>
                    </a:cubicBezTo>
                    <a:cubicBezTo>
                      <a:pt x="12849" y="63512"/>
                      <a:pt x="11527" y="70742"/>
                      <a:pt x="11887" y="77987"/>
                    </a:cubicBezTo>
                    <a:cubicBezTo>
                      <a:pt x="11887" y="114773"/>
                      <a:pt x="56323" y="145306"/>
                      <a:pt x="110853" y="145306"/>
                    </a:cubicBezTo>
                    <a:cubicBezTo>
                      <a:pt x="128004" y="145426"/>
                      <a:pt x="145017" y="142303"/>
                      <a:pt x="160949" y="136109"/>
                    </a:cubicBezTo>
                    <a:cubicBezTo>
                      <a:pt x="164866" y="134500"/>
                      <a:pt x="169059" y="133627"/>
                      <a:pt x="173308" y="133534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40BD8B23-D5D7-844E-91AE-4D78337EE12A}"/>
                  </a:ext>
                </a:extLst>
              </p:cNvPr>
              <p:cNvSpPr/>
              <p:nvPr/>
            </p:nvSpPr>
            <p:spPr>
              <a:xfrm>
                <a:off x="6244028" y="2876000"/>
                <a:ext cx="20469" cy="17711"/>
              </a:xfrm>
              <a:custGeom>
                <a:avLst/>
                <a:gdLst>
                  <a:gd name="connsiteX0" fmla="*/ 14939 w 20469"/>
                  <a:gd name="connsiteY0" fmla="*/ 17711 h 17711"/>
                  <a:gd name="connsiteX1" fmla="*/ 11354 w 20469"/>
                  <a:gd name="connsiteY1" fmla="*/ 16424 h 17711"/>
                  <a:gd name="connsiteX2" fmla="*/ 2580 w 20469"/>
                  <a:gd name="connsiteY2" fmla="*/ 10170 h 17711"/>
                  <a:gd name="connsiteX3" fmla="*/ 913 w 20469"/>
                  <a:gd name="connsiteY3" fmla="*/ 2538 h 17711"/>
                  <a:gd name="connsiteX4" fmla="*/ 976 w 20469"/>
                  <a:gd name="connsiteY4" fmla="*/ 2445 h 17711"/>
                  <a:gd name="connsiteX5" fmla="*/ 8901 w 20469"/>
                  <a:gd name="connsiteY5" fmla="*/ 882 h 17711"/>
                  <a:gd name="connsiteX6" fmla="*/ 18335 w 20469"/>
                  <a:gd name="connsiteY6" fmla="*/ 7779 h 17711"/>
                  <a:gd name="connsiteX7" fmla="*/ 19237 w 20469"/>
                  <a:gd name="connsiteY7" fmla="*/ 15533 h 17711"/>
                  <a:gd name="connsiteX8" fmla="*/ 19184 w 20469"/>
                  <a:gd name="connsiteY8" fmla="*/ 15596 h 17711"/>
                  <a:gd name="connsiteX9" fmla="*/ 14939 w 20469"/>
                  <a:gd name="connsiteY9" fmla="*/ 17711 h 17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469" h="17711">
                    <a:moveTo>
                      <a:pt x="14939" y="17711"/>
                    </a:moveTo>
                    <a:cubicBezTo>
                      <a:pt x="13630" y="17686"/>
                      <a:pt x="12367" y="17232"/>
                      <a:pt x="11354" y="16424"/>
                    </a:cubicBezTo>
                    <a:cubicBezTo>
                      <a:pt x="8618" y="14309"/>
                      <a:pt x="5599" y="12194"/>
                      <a:pt x="2580" y="10170"/>
                    </a:cubicBezTo>
                    <a:cubicBezTo>
                      <a:pt x="-43" y="8511"/>
                      <a:pt x="-789" y="5094"/>
                      <a:pt x="913" y="2538"/>
                    </a:cubicBezTo>
                    <a:cubicBezTo>
                      <a:pt x="934" y="2507"/>
                      <a:pt x="955" y="2476"/>
                      <a:pt x="976" y="2445"/>
                    </a:cubicBezTo>
                    <a:cubicBezTo>
                      <a:pt x="2763" y="-58"/>
                      <a:pt x="6255" y="-747"/>
                      <a:pt x="8901" y="882"/>
                    </a:cubicBezTo>
                    <a:cubicBezTo>
                      <a:pt x="12203" y="3089"/>
                      <a:pt x="15505" y="5388"/>
                      <a:pt x="18335" y="7779"/>
                    </a:cubicBezTo>
                    <a:cubicBezTo>
                      <a:pt x="20781" y="9678"/>
                      <a:pt x="21184" y="13149"/>
                      <a:pt x="19237" y="15533"/>
                    </a:cubicBezTo>
                    <a:cubicBezTo>
                      <a:pt x="19219" y="15554"/>
                      <a:pt x="19202" y="15575"/>
                      <a:pt x="19184" y="15596"/>
                    </a:cubicBezTo>
                    <a:cubicBezTo>
                      <a:pt x="18157" y="16876"/>
                      <a:pt x="16604" y="17650"/>
                      <a:pt x="14939" y="17711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CCE8128-A07A-CB4D-9F4E-02BB7CF4F779}"/>
                  </a:ext>
                </a:extLst>
              </p:cNvPr>
              <p:cNvSpPr/>
              <p:nvPr/>
            </p:nvSpPr>
            <p:spPr>
              <a:xfrm>
                <a:off x="6198519" y="2856764"/>
                <a:ext cx="34982" cy="18867"/>
              </a:xfrm>
              <a:custGeom>
                <a:avLst/>
                <a:gdLst>
                  <a:gd name="connsiteX0" fmla="*/ 29220 w 34982"/>
                  <a:gd name="connsiteY0" fmla="*/ 18738 h 18867"/>
                  <a:gd name="connsiteX1" fmla="*/ 26956 w 34982"/>
                  <a:gd name="connsiteY1" fmla="*/ 18738 h 18867"/>
                  <a:gd name="connsiteX2" fmla="*/ 4219 w 34982"/>
                  <a:gd name="connsiteY2" fmla="*/ 10921 h 18867"/>
                  <a:gd name="connsiteX3" fmla="*/ 162 w 34982"/>
                  <a:gd name="connsiteY3" fmla="*/ 4116 h 18867"/>
                  <a:gd name="connsiteX4" fmla="*/ 7238 w 34982"/>
                  <a:gd name="connsiteY4" fmla="*/ 161 h 18867"/>
                  <a:gd name="connsiteX5" fmla="*/ 31579 w 34982"/>
                  <a:gd name="connsiteY5" fmla="*/ 8530 h 18867"/>
                  <a:gd name="connsiteX6" fmla="*/ 34503 w 34982"/>
                  <a:gd name="connsiteY6" fmla="*/ 15887 h 18867"/>
                  <a:gd name="connsiteX7" fmla="*/ 29220 w 34982"/>
                  <a:gd name="connsiteY7" fmla="*/ 18738 h 1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982" h="18867">
                    <a:moveTo>
                      <a:pt x="29220" y="18738"/>
                    </a:moveTo>
                    <a:cubicBezTo>
                      <a:pt x="28476" y="18910"/>
                      <a:pt x="27700" y="18910"/>
                      <a:pt x="26956" y="18738"/>
                    </a:cubicBezTo>
                    <a:cubicBezTo>
                      <a:pt x="19593" y="15571"/>
                      <a:pt x="11992" y="12958"/>
                      <a:pt x="4219" y="10921"/>
                    </a:cubicBezTo>
                    <a:cubicBezTo>
                      <a:pt x="1220" y="10072"/>
                      <a:pt x="-566" y="7076"/>
                      <a:pt x="162" y="4116"/>
                    </a:cubicBezTo>
                    <a:cubicBezTo>
                      <a:pt x="1075" y="1179"/>
                      <a:pt x="4177" y="-555"/>
                      <a:pt x="7238" y="161"/>
                    </a:cubicBezTo>
                    <a:cubicBezTo>
                      <a:pt x="15541" y="2396"/>
                      <a:pt x="23674" y="5193"/>
                      <a:pt x="31579" y="8530"/>
                    </a:cubicBezTo>
                    <a:cubicBezTo>
                      <a:pt x="34457" y="9787"/>
                      <a:pt x="35761" y="13068"/>
                      <a:pt x="34503" y="15887"/>
                    </a:cubicBezTo>
                    <a:cubicBezTo>
                      <a:pt x="33453" y="17750"/>
                      <a:pt x="31397" y="18859"/>
                      <a:pt x="29220" y="18738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B9C0493F-6A74-994A-9B32-7267EBE4C3AA}"/>
                  </a:ext>
                </a:extLst>
              </p:cNvPr>
              <p:cNvSpPr/>
              <p:nvPr/>
            </p:nvSpPr>
            <p:spPr>
              <a:xfrm>
                <a:off x="6162171" y="2850304"/>
                <a:ext cx="23787" cy="12335"/>
              </a:xfrm>
              <a:custGeom>
                <a:avLst/>
                <a:gdLst>
                  <a:gd name="connsiteX0" fmla="*/ 17548 w 23787"/>
                  <a:gd name="connsiteY0" fmla="*/ 12323 h 12335"/>
                  <a:gd name="connsiteX1" fmla="*/ 16793 w 23787"/>
                  <a:gd name="connsiteY1" fmla="*/ 12323 h 12335"/>
                  <a:gd name="connsiteX2" fmla="*/ 5755 w 23787"/>
                  <a:gd name="connsiteY2" fmla="*/ 11220 h 12335"/>
                  <a:gd name="connsiteX3" fmla="*/ 0 w 23787"/>
                  <a:gd name="connsiteY3" fmla="*/ 5610 h 12335"/>
                  <a:gd name="connsiteX4" fmla="*/ 5755 w 23787"/>
                  <a:gd name="connsiteY4" fmla="*/ 0 h 12335"/>
                  <a:gd name="connsiteX5" fmla="*/ 6793 w 23787"/>
                  <a:gd name="connsiteY5" fmla="*/ 92 h 12335"/>
                  <a:gd name="connsiteX6" fmla="*/ 18491 w 23787"/>
                  <a:gd name="connsiteY6" fmla="*/ 1288 h 12335"/>
                  <a:gd name="connsiteX7" fmla="*/ 23774 w 23787"/>
                  <a:gd name="connsiteY7" fmla="*/ 7173 h 12335"/>
                  <a:gd name="connsiteX8" fmla="*/ 17736 w 23787"/>
                  <a:gd name="connsiteY8" fmla="*/ 12323 h 12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787" h="12335">
                    <a:moveTo>
                      <a:pt x="17548" y="12323"/>
                    </a:moveTo>
                    <a:lnTo>
                      <a:pt x="16793" y="12323"/>
                    </a:lnTo>
                    <a:cubicBezTo>
                      <a:pt x="13208" y="11833"/>
                      <a:pt x="9529" y="11465"/>
                      <a:pt x="5755" y="11220"/>
                    </a:cubicBezTo>
                    <a:cubicBezTo>
                      <a:pt x="2577" y="11220"/>
                      <a:pt x="0" y="8708"/>
                      <a:pt x="0" y="5610"/>
                    </a:cubicBezTo>
                    <a:cubicBezTo>
                      <a:pt x="0" y="2512"/>
                      <a:pt x="2577" y="0"/>
                      <a:pt x="5755" y="0"/>
                    </a:cubicBezTo>
                    <a:cubicBezTo>
                      <a:pt x="6103" y="0"/>
                      <a:pt x="6450" y="31"/>
                      <a:pt x="6793" y="92"/>
                    </a:cubicBezTo>
                    <a:cubicBezTo>
                      <a:pt x="10755" y="92"/>
                      <a:pt x="14623" y="736"/>
                      <a:pt x="18491" y="1288"/>
                    </a:cubicBezTo>
                    <a:cubicBezTo>
                      <a:pt x="21617" y="1491"/>
                      <a:pt x="23983" y="4126"/>
                      <a:pt x="23774" y="7173"/>
                    </a:cubicBezTo>
                    <a:cubicBezTo>
                      <a:pt x="23566" y="10221"/>
                      <a:pt x="20863" y="12527"/>
                      <a:pt x="17736" y="12323"/>
                    </a:cubicBezTo>
                    <a:close/>
                  </a:path>
                </a:pathLst>
              </a:custGeom>
              <a:grpFill/>
              <a:ln w="92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9B7B35C3-3158-CE4C-97E2-E29B7D451056}"/>
              </a:ext>
            </a:extLst>
          </p:cNvPr>
          <p:cNvSpPr txBox="1"/>
          <p:nvPr/>
        </p:nvSpPr>
        <p:spPr>
          <a:xfrm>
            <a:off x="5712347" y="4576169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ED246FAE-B825-9341-BE49-7D2E6F765A81}"/>
              </a:ext>
            </a:extLst>
          </p:cNvPr>
          <p:cNvSpPr txBox="1"/>
          <p:nvPr/>
        </p:nvSpPr>
        <p:spPr>
          <a:xfrm>
            <a:off x="5541294" y="4080906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D7FBE91B-E547-184A-A5BE-67618489FB2C}"/>
              </a:ext>
            </a:extLst>
          </p:cNvPr>
          <p:cNvSpPr txBox="1"/>
          <p:nvPr/>
        </p:nvSpPr>
        <p:spPr>
          <a:xfrm>
            <a:off x="6388658" y="4095997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8E69B86C-DE74-D04E-826E-96A614D82EAB}"/>
              </a:ext>
            </a:extLst>
          </p:cNvPr>
          <p:cNvSpPr txBox="1"/>
          <p:nvPr/>
        </p:nvSpPr>
        <p:spPr>
          <a:xfrm>
            <a:off x="5983988" y="3798796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62CDCED0-953C-E145-A2F1-669E5F65206A}"/>
              </a:ext>
            </a:extLst>
          </p:cNvPr>
          <p:cNvSpPr txBox="1"/>
          <p:nvPr/>
        </p:nvSpPr>
        <p:spPr>
          <a:xfrm>
            <a:off x="6222840" y="4576169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985912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18906E9C-BC7F-AC4F-8E91-E069C31A0151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980A4E2-8175-B447-AEC9-CD8C0CB0636B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343CB4FA-D376-DF4B-994B-375995783406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3FE5D817-4DF4-9948-A07C-69475309C2FC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4524A7D5-E460-E54F-8F18-CFF5F94AAA94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A9918D41-46D3-0D42-9E6E-E28AA0990999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10A319A-E008-4B4E-B203-1A4202F6D9F5}"/>
              </a:ext>
            </a:extLst>
          </p:cNvPr>
          <p:cNvGrpSpPr/>
          <p:nvPr/>
        </p:nvGrpSpPr>
        <p:grpSpPr>
          <a:xfrm>
            <a:off x="4752433" y="1344119"/>
            <a:ext cx="2687134" cy="765204"/>
            <a:chOff x="7941590" y="1404017"/>
            <a:chExt cx="3251927" cy="765204"/>
          </a:xfrm>
        </p:grpSpPr>
        <p:sp>
          <p:nvSpPr>
            <p:cNvPr id="65" name="Inhaltsplatzhalter 4">
              <a:extLst>
                <a:ext uri="{FF2B5EF4-FFF2-40B4-BE49-F238E27FC236}">
                  <a16:creationId xmlns:a16="http://schemas.microsoft.com/office/drawing/2014/main" id="{3CD75DE0-7EDC-064C-8466-A95EBDDDEEC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8DF8A280-B97B-7B4F-AF68-60C712BCD9C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9567553" y="1810670"/>
              <a:ext cx="0" cy="717102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DC6F56B-C64E-0344-B25A-A9FA6DE89D8A}"/>
              </a:ext>
            </a:extLst>
          </p:cNvPr>
          <p:cNvGrpSpPr/>
          <p:nvPr/>
        </p:nvGrpSpPr>
        <p:grpSpPr>
          <a:xfrm>
            <a:off x="8246496" y="3394669"/>
            <a:ext cx="2783072" cy="723275"/>
            <a:chOff x="7825488" y="1404017"/>
            <a:chExt cx="3368029" cy="723275"/>
          </a:xfrm>
        </p:grpSpPr>
        <p:sp>
          <p:nvSpPr>
            <p:cNvPr id="68" name="Inhaltsplatzhalter 4">
              <a:extLst>
                <a:ext uri="{FF2B5EF4-FFF2-40B4-BE49-F238E27FC236}">
                  <a16:creationId xmlns:a16="http://schemas.microsoft.com/office/drawing/2014/main" id="{CEEEA088-98E5-F242-8BBD-52D8B1BCD9E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1966CA78-32E5-7549-9CAC-41B2341CA72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E86291F0-6261-E94F-BEE8-61F877B46ABF}"/>
              </a:ext>
            </a:extLst>
          </p:cNvPr>
          <p:cNvGrpSpPr/>
          <p:nvPr/>
        </p:nvGrpSpPr>
        <p:grpSpPr>
          <a:xfrm>
            <a:off x="7925857" y="5147114"/>
            <a:ext cx="2783072" cy="723275"/>
            <a:chOff x="7825488" y="1404017"/>
            <a:chExt cx="3368029" cy="723275"/>
          </a:xfrm>
        </p:grpSpPr>
        <p:sp>
          <p:nvSpPr>
            <p:cNvPr id="71" name="Inhaltsplatzhalter 4">
              <a:extLst>
                <a:ext uri="{FF2B5EF4-FFF2-40B4-BE49-F238E27FC236}">
                  <a16:creationId xmlns:a16="http://schemas.microsoft.com/office/drawing/2014/main" id="{62E99126-AD4F-3E40-93F9-9C24718565B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843C9A0-412C-DF43-9CC8-E2F47670C57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3F1D86C2-E3A4-B74B-93FA-03EEFE0F70AB}"/>
              </a:ext>
            </a:extLst>
          </p:cNvPr>
          <p:cNvGrpSpPr/>
          <p:nvPr/>
        </p:nvGrpSpPr>
        <p:grpSpPr>
          <a:xfrm flipH="1">
            <a:off x="1151600" y="3593721"/>
            <a:ext cx="2783072" cy="723275"/>
            <a:chOff x="7825488" y="1404017"/>
            <a:chExt cx="3368029" cy="723275"/>
          </a:xfrm>
        </p:grpSpPr>
        <p:sp>
          <p:nvSpPr>
            <p:cNvPr id="74" name="Inhaltsplatzhalter 4">
              <a:extLst>
                <a:ext uri="{FF2B5EF4-FFF2-40B4-BE49-F238E27FC236}">
                  <a16:creationId xmlns:a16="http://schemas.microsoft.com/office/drawing/2014/main" id="{10FBD421-8370-5241-A102-AF6C714F50B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BB06A9AB-E0AC-454A-A77F-F08058618A4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46ECC8FB-E4E1-B549-A436-A260828EC3E0}"/>
              </a:ext>
            </a:extLst>
          </p:cNvPr>
          <p:cNvGrpSpPr/>
          <p:nvPr/>
        </p:nvGrpSpPr>
        <p:grpSpPr>
          <a:xfrm flipH="1">
            <a:off x="1593992" y="5202140"/>
            <a:ext cx="2783072" cy="723275"/>
            <a:chOff x="7825488" y="1404017"/>
            <a:chExt cx="3368029" cy="723275"/>
          </a:xfrm>
        </p:grpSpPr>
        <p:sp>
          <p:nvSpPr>
            <p:cNvPr id="77" name="Inhaltsplatzhalter 4">
              <a:extLst>
                <a:ext uri="{FF2B5EF4-FFF2-40B4-BE49-F238E27FC236}">
                  <a16:creationId xmlns:a16="http://schemas.microsoft.com/office/drawing/2014/main" id="{3D3CD36B-67DC-684E-9D79-DD0F393E51F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B10E75F5-8D02-9D45-9652-5D3CD7BD1E0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0" name="Freeform 17">
            <a:extLst>
              <a:ext uri="{FF2B5EF4-FFF2-40B4-BE49-F238E27FC236}">
                <a16:creationId xmlns:a16="http://schemas.microsoft.com/office/drawing/2014/main" id="{389016F0-BE3E-3742-B213-6E5193571F26}"/>
              </a:ext>
            </a:extLst>
          </p:cNvPr>
          <p:cNvSpPr>
            <a:spLocks noChangeAspect="1"/>
          </p:cNvSpPr>
          <p:nvPr/>
        </p:nvSpPr>
        <p:spPr bwMode="auto">
          <a:xfrm>
            <a:off x="5226710" y="3421929"/>
            <a:ext cx="1734203" cy="173589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395FD6C-C0C0-134B-8626-ACC944A47C0F}"/>
              </a:ext>
            </a:extLst>
          </p:cNvPr>
          <p:cNvGrpSpPr/>
          <p:nvPr/>
        </p:nvGrpSpPr>
        <p:grpSpPr>
          <a:xfrm>
            <a:off x="4146119" y="2298633"/>
            <a:ext cx="3899762" cy="3765455"/>
            <a:chOff x="4146119" y="2298633"/>
            <a:chExt cx="3899762" cy="3765455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62144C5B-C891-1E46-8CEA-C7505518BB72}"/>
                </a:ext>
              </a:extLst>
            </p:cNvPr>
            <p:cNvSpPr/>
            <p:nvPr/>
          </p:nvSpPr>
          <p:spPr>
            <a:xfrm>
              <a:off x="5196265" y="3085356"/>
              <a:ext cx="45545" cy="45535"/>
            </a:xfrm>
            <a:custGeom>
              <a:avLst/>
              <a:gdLst>
                <a:gd name="connsiteX0" fmla="*/ 291 w 45545"/>
                <a:gd name="connsiteY0" fmla="*/ 19208 h 45535"/>
                <a:gd name="connsiteX1" fmla="*/ 26336 w 45545"/>
                <a:gd name="connsiteY1" fmla="*/ 283 h 45535"/>
                <a:gd name="connsiteX2" fmla="*/ 45262 w 45545"/>
                <a:gd name="connsiteY2" fmla="*/ 26327 h 45535"/>
                <a:gd name="connsiteX3" fmla="*/ 19217 w 45545"/>
                <a:gd name="connsiteY3" fmla="*/ 45252 h 45535"/>
                <a:gd name="connsiteX4" fmla="*/ 19191 w 45545"/>
                <a:gd name="connsiteY4" fmla="*/ 45248 h 45535"/>
                <a:gd name="connsiteX5" fmla="*/ 278 w 45545"/>
                <a:gd name="connsiteY5" fmla="*/ 19288 h 45535"/>
                <a:gd name="connsiteX6" fmla="*/ 291 w 45545"/>
                <a:gd name="connsiteY6" fmla="*/ 19209 h 4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45" h="45535">
                  <a:moveTo>
                    <a:pt x="291" y="19208"/>
                  </a:moveTo>
                  <a:cubicBezTo>
                    <a:pt x="2257" y="6791"/>
                    <a:pt x="13917" y="-1682"/>
                    <a:pt x="26336" y="283"/>
                  </a:cubicBezTo>
                  <a:cubicBezTo>
                    <a:pt x="38754" y="2249"/>
                    <a:pt x="47228" y="13909"/>
                    <a:pt x="45262" y="26327"/>
                  </a:cubicBezTo>
                  <a:cubicBezTo>
                    <a:pt x="43296" y="38745"/>
                    <a:pt x="31635" y="47218"/>
                    <a:pt x="19217" y="45252"/>
                  </a:cubicBezTo>
                  <a:cubicBezTo>
                    <a:pt x="19208" y="45251"/>
                    <a:pt x="19199" y="45249"/>
                    <a:pt x="19191" y="45248"/>
                  </a:cubicBezTo>
                  <a:cubicBezTo>
                    <a:pt x="6799" y="43302"/>
                    <a:pt x="-1668" y="31679"/>
                    <a:pt x="278" y="19288"/>
                  </a:cubicBezTo>
                  <a:cubicBezTo>
                    <a:pt x="283" y="19262"/>
                    <a:pt x="287" y="19235"/>
                    <a:pt x="291" y="19209"/>
                  </a:cubicBezTo>
                  <a:close/>
                </a:path>
              </a:pathLst>
            </a:custGeom>
            <a:solidFill>
              <a:srgbClr val="536F70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6F514CB2-FF90-9247-ADCC-39D8915B9CAD}"/>
                </a:ext>
              </a:extLst>
            </p:cNvPr>
            <p:cNvSpPr/>
            <p:nvPr/>
          </p:nvSpPr>
          <p:spPr>
            <a:xfrm>
              <a:off x="5251054" y="2809113"/>
              <a:ext cx="1693336" cy="304320"/>
            </a:xfrm>
            <a:custGeom>
              <a:avLst/>
              <a:gdLst>
                <a:gd name="connsiteX0" fmla="*/ 1615537 w 1693336"/>
                <a:gd name="connsiteY0" fmla="*/ 147537 h 304320"/>
                <a:gd name="connsiteX1" fmla="*/ 1555455 w 1693336"/>
                <a:gd name="connsiteY1" fmla="*/ 175993 h 304320"/>
                <a:gd name="connsiteX2" fmla="*/ 139651 w 1693336"/>
                <a:gd name="connsiteY2" fmla="*/ 175993 h 304320"/>
                <a:gd name="connsiteX3" fmla="*/ 28988 w 1693336"/>
                <a:gd name="connsiteY3" fmla="*/ 164676 h 304320"/>
                <a:gd name="connsiteX4" fmla="*/ 17671 w 1693336"/>
                <a:gd name="connsiteY4" fmla="*/ 275334 h 304320"/>
                <a:gd name="connsiteX5" fmla="*/ 128334 w 1693336"/>
                <a:gd name="connsiteY5" fmla="*/ 286650 h 304320"/>
                <a:gd name="connsiteX6" fmla="*/ 152806 w 1693336"/>
                <a:gd name="connsiteY6" fmla="*/ 199401 h 304320"/>
                <a:gd name="connsiteX7" fmla="*/ 1542301 w 1693336"/>
                <a:gd name="connsiteY7" fmla="*/ 199401 h 304320"/>
                <a:gd name="connsiteX8" fmla="*/ 1537737 w 1693336"/>
                <a:gd name="connsiteY8" fmla="*/ 225280 h 304320"/>
                <a:gd name="connsiteX9" fmla="*/ 1615483 w 1693336"/>
                <a:gd name="connsiteY9" fmla="*/ 303129 h 304320"/>
                <a:gd name="connsiteX10" fmla="*/ 1693336 w 1693336"/>
                <a:gd name="connsiteY10" fmla="*/ 225387 h 304320"/>
                <a:gd name="connsiteX11" fmla="*/ 1615590 w 1693336"/>
                <a:gd name="connsiteY11" fmla="*/ 147537 h 304320"/>
                <a:gd name="connsiteX12" fmla="*/ 1615537 w 1693336"/>
                <a:gd name="connsiteY12" fmla="*/ 147537 h 304320"/>
                <a:gd name="connsiteX13" fmla="*/ 79516 w 1693336"/>
                <a:gd name="connsiteY13" fmla="*/ 276392 h 304320"/>
                <a:gd name="connsiteX14" fmla="*/ 28563 w 1693336"/>
                <a:gd name="connsiteY14" fmla="*/ 225441 h 304320"/>
                <a:gd name="connsiteX15" fmla="*/ 79516 w 1693336"/>
                <a:gd name="connsiteY15" fmla="*/ 174489 h 304320"/>
                <a:gd name="connsiteX16" fmla="*/ 130470 w 1693336"/>
                <a:gd name="connsiteY16" fmla="*/ 225441 h 304320"/>
                <a:gd name="connsiteX17" fmla="*/ 79516 w 1693336"/>
                <a:gd name="connsiteY17" fmla="*/ 276231 h 304320"/>
                <a:gd name="connsiteX18" fmla="*/ 1615537 w 1693336"/>
                <a:gd name="connsiteY18" fmla="*/ 276392 h 304320"/>
                <a:gd name="connsiteX19" fmla="*/ 1564583 w 1693336"/>
                <a:gd name="connsiteY19" fmla="*/ 225441 h 304320"/>
                <a:gd name="connsiteX20" fmla="*/ 1615537 w 1693336"/>
                <a:gd name="connsiteY20" fmla="*/ 174489 h 304320"/>
                <a:gd name="connsiteX21" fmla="*/ 1666490 w 1693336"/>
                <a:gd name="connsiteY21" fmla="*/ 225441 h 304320"/>
                <a:gd name="connsiteX22" fmla="*/ 1615537 w 1693336"/>
                <a:gd name="connsiteY22" fmla="*/ 276231 h 30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3336" h="304320">
                  <a:moveTo>
                    <a:pt x="1615537" y="147537"/>
                  </a:moveTo>
                  <a:cubicBezTo>
                    <a:pt x="1592254" y="147527"/>
                    <a:pt x="1570198" y="157974"/>
                    <a:pt x="1555455" y="175993"/>
                  </a:cubicBezTo>
                  <a:cubicBezTo>
                    <a:pt x="1112693" y="-58664"/>
                    <a:pt x="582414" y="-58664"/>
                    <a:pt x="139651" y="175993"/>
                  </a:cubicBezTo>
                  <a:cubicBezTo>
                    <a:pt x="112218" y="142310"/>
                    <a:pt x="62672" y="137244"/>
                    <a:pt x="28988" y="164676"/>
                  </a:cubicBezTo>
                  <a:cubicBezTo>
                    <a:pt x="-4696" y="192108"/>
                    <a:pt x="-9763" y="241651"/>
                    <a:pt x="17671" y="275334"/>
                  </a:cubicBezTo>
                  <a:cubicBezTo>
                    <a:pt x="45105" y="309016"/>
                    <a:pt x="94650" y="314083"/>
                    <a:pt x="128334" y="286650"/>
                  </a:cubicBezTo>
                  <a:cubicBezTo>
                    <a:pt x="154109" y="265660"/>
                    <a:pt x="163905" y="230733"/>
                    <a:pt x="152806" y="199401"/>
                  </a:cubicBezTo>
                  <a:cubicBezTo>
                    <a:pt x="587395" y="-30677"/>
                    <a:pt x="1107712" y="-30677"/>
                    <a:pt x="1542301" y="199401"/>
                  </a:cubicBezTo>
                  <a:cubicBezTo>
                    <a:pt x="1539301" y="207700"/>
                    <a:pt x="1537758" y="216455"/>
                    <a:pt x="1537737" y="225280"/>
                  </a:cubicBezTo>
                  <a:cubicBezTo>
                    <a:pt x="1537707" y="268245"/>
                    <a:pt x="1572515" y="303100"/>
                    <a:pt x="1615483" y="303129"/>
                  </a:cubicBezTo>
                  <a:cubicBezTo>
                    <a:pt x="1658451" y="303159"/>
                    <a:pt x="1693306" y="268353"/>
                    <a:pt x="1693336" y="225387"/>
                  </a:cubicBezTo>
                  <a:cubicBezTo>
                    <a:pt x="1693366" y="182421"/>
                    <a:pt x="1658558" y="147567"/>
                    <a:pt x="1615590" y="147537"/>
                  </a:cubicBezTo>
                  <a:cubicBezTo>
                    <a:pt x="1615572" y="147537"/>
                    <a:pt x="1615555" y="147537"/>
                    <a:pt x="1615537" y="147537"/>
                  </a:cubicBezTo>
                  <a:close/>
                  <a:moveTo>
                    <a:pt x="79516" y="276392"/>
                  </a:moveTo>
                  <a:cubicBezTo>
                    <a:pt x="51375" y="276392"/>
                    <a:pt x="28563" y="253580"/>
                    <a:pt x="28563" y="225441"/>
                  </a:cubicBezTo>
                  <a:cubicBezTo>
                    <a:pt x="28563" y="197301"/>
                    <a:pt x="51375" y="174489"/>
                    <a:pt x="79516" y="174489"/>
                  </a:cubicBezTo>
                  <a:cubicBezTo>
                    <a:pt x="107657" y="174489"/>
                    <a:pt x="130470" y="197301"/>
                    <a:pt x="130470" y="225441"/>
                  </a:cubicBezTo>
                  <a:cubicBezTo>
                    <a:pt x="130381" y="253517"/>
                    <a:pt x="107595" y="276231"/>
                    <a:pt x="79516" y="276231"/>
                  </a:cubicBezTo>
                  <a:close/>
                  <a:moveTo>
                    <a:pt x="1615537" y="276392"/>
                  </a:moveTo>
                  <a:cubicBezTo>
                    <a:pt x="1587396" y="276392"/>
                    <a:pt x="1564583" y="253580"/>
                    <a:pt x="1564583" y="225441"/>
                  </a:cubicBezTo>
                  <a:cubicBezTo>
                    <a:pt x="1564583" y="197301"/>
                    <a:pt x="1587396" y="174489"/>
                    <a:pt x="1615537" y="174489"/>
                  </a:cubicBezTo>
                  <a:cubicBezTo>
                    <a:pt x="1643677" y="174489"/>
                    <a:pt x="1666490" y="197301"/>
                    <a:pt x="1666490" y="225441"/>
                  </a:cubicBezTo>
                  <a:cubicBezTo>
                    <a:pt x="1666372" y="253505"/>
                    <a:pt x="1643603" y="276202"/>
                    <a:pt x="1615537" y="276231"/>
                  </a:cubicBezTo>
                  <a:close/>
                </a:path>
              </a:pathLst>
            </a:custGeom>
            <a:solidFill>
              <a:srgbClr val="93AAA8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C3555F42-B73F-324F-92E0-ECC11288CB6F}"/>
                </a:ext>
              </a:extLst>
            </p:cNvPr>
            <p:cNvSpPr/>
            <p:nvPr/>
          </p:nvSpPr>
          <p:spPr>
            <a:xfrm>
              <a:off x="4652661" y="4758333"/>
              <a:ext cx="45540" cy="45538"/>
            </a:xfrm>
            <a:custGeom>
              <a:avLst/>
              <a:gdLst>
                <a:gd name="connsiteX0" fmla="*/ 12398 w 45540"/>
                <a:gd name="connsiteY0" fmla="*/ 43033 h 45538"/>
                <a:gd name="connsiteX1" fmla="*/ 2505 w 45540"/>
                <a:gd name="connsiteY1" fmla="*/ 12397 h 45538"/>
                <a:gd name="connsiteX2" fmla="*/ 33143 w 45540"/>
                <a:gd name="connsiteY2" fmla="*/ 2505 h 45538"/>
                <a:gd name="connsiteX3" fmla="*/ 43056 w 45540"/>
                <a:gd name="connsiteY3" fmla="*/ 33101 h 45538"/>
                <a:gd name="connsiteX4" fmla="*/ 12438 w 45540"/>
                <a:gd name="connsiteY4" fmla="*/ 43054 h 45538"/>
                <a:gd name="connsiteX5" fmla="*/ 12398 w 45540"/>
                <a:gd name="connsiteY5" fmla="*/ 43033 h 4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40" h="45538">
                  <a:moveTo>
                    <a:pt x="12398" y="43033"/>
                  </a:moveTo>
                  <a:cubicBezTo>
                    <a:pt x="1206" y="37305"/>
                    <a:pt x="-3223" y="23589"/>
                    <a:pt x="2505" y="12397"/>
                  </a:cubicBezTo>
                  <a:cubicBezTo>
                    <a:pt x="8234" y="1206"/>
                    <a:pt x="21951" y="-3223"/>
                    <a:pt x="33143" y="2505"/>
                  </a:cubicBezTo>
                  <a:cubicBezTo>
                    <a:pt x="44319" y="8225"/>
                    <a:pt x="48754" y="21914"/>
                    <a:pt x="43056" y="33101"/>
                  </a:cubicBezTo>
                  <a:cubicBezTo>
                    <a:pt x="37350" y="44304"/>
                    <a:pt x="23642" y="48760"/>
                    <a:pt x="12438" y="43054"/>
                  </a:cubicBezTo>
                  <a:cubicBezTo>
                    <a:pt x="12425" y="43047"/>
                    <a:pt x="12411" y="43040"/>
                    <a:pt x="12398" y="43033"/>
                  </a:cubicBezTo>
                  <a:close/>
                </a:path>
              </a:pathLst>
            </a:custGeom>
            <a:solidFill>
              <a:srgbClr val="536F70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68D15813-D94F-054B-B5AB-6E51912A29BA}"/>
                </a:ext>
              </a:extLst>
            </p:cNvPr>
            <p:cNvSpPr/>
            <p:nvPr/>
          </p:nvSpPr>
          <p:spPr>
            <a:xfrm>
              <a:off x="4561318" y="3113409"/>
              <a:ext cx="630839" cy="1618629"/>
            </a:xfrm>
            <a:custGeom>
              <a:avLst/>
              <a:gdLst>
                <a:gd name="connsiteX0" fmla="*/ 479155 w 630839"/>
                <a:gd name="connsiteY0" fmla="*/ 54026 h 1618629"/>
                <a:gd name="connsiteX1" fmla="*/ 487638 w 630839"/>
                <a:gd name="connsiteY1" fmla="*/ 119957 h 1618629"/>
                <a:gd name="connsiteX2" fmla="*/ 50156 w 630839"/>
                <a:gd name="connsiteY2" fmla="*/ 1466381 h 1618629"/>
                <a:gd name="connsiteX3" fmla="*/ 5426 w 630839"/>
                <a:gd name="connsiteY3" fmla="*/ 1568476 h 1618629"/>
                <a:gd name="connsiteX4" fmla="*/ 107526 w 630839"/>
                <a:gd name="connsiteY4" fmla="*/ 1613204 h 1618629"/>
                <a:gd name="connsiteX5" fmla="*/ 152256 w 630839"/>
                <a:gd name="connsiteY5" fmla="*/ 1511109 h 1618629"/>
                <a:gd name="connsiteX6" fmla="*/ 76465 w 630839"/>
                <a:gd name="connsiteY6" fmla="*/ 1461012 h 1618629"/>
                <a:gd name="connsiteX7" fmla="*/ 506001 w 630839"/>
                <a:gd name="connsiteY7" fmla="*/ 139607 h 1618629"/>
                <a:gd name="connsiteX8" fmla="*/ 614953 w 630839"/>
                <a:gd name="connsiteY8" fmla="*/ 124833 h 1618629"/>
                <a:gd name="connsiteX9" fmla="*/ 600178 w 630839"/>
                <a:gd name="connsiteY9" fmla="*/ 15886 h 1618629"/>
                <a:gd name="connsiteX10" fmla="*/ 491226 w 630839"/>
                <a:gd name="connsiteY10" fmla="*/ 30660 h 1618629"/>
                <a:gd name="connsiteX11" fmla="*/ 479155 w 630839"/>
                <a:gd name="connsiteY11" fmla="*/ 53704 h 1618629"/>
                <a:gd name="connsiteX12" fmla="*/ 126828 w 630839"/>
                <a:gd name="connsiteY12" fmla="*/ 1554539 h 1618629"/>
                <a:gd name="connsiteX13" fmla="*/ 62483 w 630839"/>
                <a:gd name="connsiteY13" fmla="*/ 1586976 h 1618629"/>
                <a:gd name="connsiteX14" fmla="*/ 30045 w 630839"/>
                <a:gd name="connsiteY14" fmla="*/ 1522633 h 1618629"/>
                <a:gd name="connsiteX15" fmla="*/ 94130 w 630839"/>
                <a:gd name="connsiteY15" fmla="*/ 1490112 h 1618629"/>
                <a:gd name="connsiteX16" fmla="*/ 126880 w 630839"/>
                <a:gd name="connsiteY16" fmla="*/ 1554381 h 1618629"/>
                <a:gd name="connsiteX17" fmla="*/ 126828 w 630839"/>
                <a:gd name="connsiteY17" fmla="*/ 1554539 h 1618629"/>
                <a:gd name="connsiteX18" fmla="*/ 601465 w 630839"/>
                <a:gd name="connsiteY18" fmla="*/ 93756 h 1618629"/>
                <a:gd name="connsiteX19" fmla="*/ 537283 w 630839"/>
                <a:gd name="connsiteY19" fmla="*/ 126515 h 1618629"/>
                <a:gd name="connsiteX20" fmla="*/ 504523 w 630839"/>
                <a:gd name="connsiteY20" fmla="*/ 62336 h 1618629"/>
                <a:gd name="connsiteX21" fmla="*/ 568705 w 630839"/>
                <a:gd name="connsiteY21" fmla="*/ 29577 h 1618629"/>
                <a:gd name="connsiteX22" fmla="*/ 568767 w 630839"/>
                <a:gd name="connsiteY22" fmla="*/ 29597 h 1618629"/>
                <a:gd name="connsiteX23" fmla="*/ 601573 w 630839"/>
                <a:gd name="connsiteY23" fmla="*/ 93756 h 161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0839" h="1618629">
                  <a:moveTo>
                    <a:pt x="479155" y="54026"/>
                  </a:moveTo>
                  <a:cubicBezTo>
                    <a:pt x="471970" y="76165"/>
                    <a:pt x="475083" y="100358"/>
                    <a:pt x="487638" y="119957"/>
                  </a:cubicBezTo>
                  <a:cubicBezTo>
                    <a:pt x="127676" y="468532"/>
                    <a:pt x="-36175" y="972809"/>
                    <a:pt x="50156" y="1466381"/>
                  </a:cubicBezTo>
                  <a:cubicBezTo>
                    <a:pt x="9610" y="1482223"/>
                    <a:pt x="-10416" y="1527932"/>
                    <a:pt x="5426" y="1568476"/>
                  </a:cubicBezTo>
                  <a:cubicBezTo>
                    <a:pt x="21268" y="1609020"/>
                    <a:pt x="66980" y="1629045"/>
                    <a:pt x="107526" y="1613204"/>
                  </a:cubicBezTo>
                  <a:cubicBezTo>
                    <a:pt x="148072" y="1597362"/>
                    <a:pt x="168098" y="1551653"/>
                    <a:pt x="152256" y="1511109"/>
                  </a:cubicBezTo>
                  <a:cubicBezTo>
                    <a:pt x="140126" y="1480066"/>
                    <a:pt x="109780" y="1460007"/>
                    <a:pt x="76465" y="1461012"/>
                  </a:cubicBezTo>
                  <a:cubicBezTo>
                    <a:pt x="-8010" y="976595"/>
                    <a:pt x="152835" y="481778"/>
                    <a:pt x="506001" y="139607"/>
                  </a:cubicBezTo>
                  <a:cubicBezTo>
                    <a:pt x="540167" y="165612"/>
                    <a:pt x="588947" y="158998"/>
                    <a:pt x="614953" y="124833"/>
                  </a:cubicBezTo>
                  <a:cubicBezTo>
                    <a:pt x="640959" y="90668"/>
                    <a:pt x="634345" y="41891"/>
                    <a:pt x="600178" y="15886"/>
                  </a:cubicBezTo>
                  <a:cubicBezTo>
                    <a:pt x="566012" y="-10119"/>
                    <a:pt x="517232" y="-3505"/>
                    <a:pt x="491226" y="30660"/>
                  </a:cubicBezTo>
                  <a:cubicBezTo>
                    <a:pt x="485937" y="37609"/>
                    <a:pt x="481856" y="45399"/>
                    <a:pt x="479155" y="53704"/>
                  </a:cubicBezTo>
                  <a:close/>
                  <a:moveTo>
                    <a:pt x="126828" y="1554539"/>
                  </a:moveTo>
                  <a:cubicBezTo>
                    <a:pt x="118017" y="1581264"/>
                    <a:pt x="89209" y="1595786"/>
                    <a:pt x="62483" y="1586976"/>
                  </a:cubicBezTo>
                  <a:cubicBezTo>
                    <a:pt x="35757" y="1578165"/>
                    <a:pt x="21234" y="1549358"/>
                    <a:pt x="30045" y="1522633"/>
                  </a:cubicBezTo>
                  <a:cubicBezTo>
                    <a:pt x="38822" y="1496010"/>
                    <a:pt x="67458" y="1481478"/>
                    <a:pt x="94130" y="1490112"/>
                  </a:cubicBezTo>
                  <a:cubicBezTo>
                    <a:pt x="120922" y="1498816"/>
                    <a:pt x="135584" y="1527590"/>
                    <a:pt x="126880" y="1554381"/>
                  </a:cubicBezTo>
                  <a:cubicBezTo>
                    <a:pt x="126863" y="1554434"/>
                    <a:pt x="126845" y="1554486"/>
                    <a:pt x="126828" y="1554539"/>
                  </a:cubicBezTo>
                  <a:close/>
                  <a:moveTo>
                    <a:pt x="601465" y="93756"/>
                  </a:moveTo>
                  <a:cubicBezTo>
                    <a:pt x="592788" y="120525"/>
                    <a:pt x="564053" y="135191"/>
                    <a:pt x="537283" y="126515"/>
                  </a:cubicBezTo>
                  <a:cubicBezTo>
                    <a:pt x="510513" y="117838"/>
                    <a:pt x="495846" y="89104"/>
                    <a:pt x="504523" y="62336"/>
                  </a:cubicBezTo>
                  <a:cubicBezTo>
                    <a:pt x="513200" y="35567"/>
                    <a:pt x="541935" y="20901"/>
                    <a:pt x="568705" y="29577"/>
                  </a:cubicBezTo>
                  <a:cubicBezTo>
                    <a:pt x="568726" y="29584"/>
                    <a:pt x="568746" y="29591"/>
                    <a:pt x="568767" y="29597"/>
                  </a:cubicBezTo>
                  <a:cubicBezTo>
                    <a:pt x="595524" y="38279"/>
                    <a:pt x="610201" y="66983"/>
                    <a:pt x="601573" y="93756"/>
                  </a:cubicBezTo>
                  <a:close/>
                </a:path>
              </a:pathLst>
            </a:custGeom>
            <a:solidFill>
              <a:srgbClr val="93AAA8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8EBEAE7D-F060-8145-AB8A-CAEFDD0A5062}"/>
                </a:ext>
              </a:extLst>
            </p:cNvPr>
            <p:cNvSpPr/>
            <p:nvPr/>
          </p:nvSpPr>
          <p:spPr>
            <a:xfrm>
              <a:off x="6075835" y="5792528"/>
              <a:ext cx="45530" cy="45528"/>
            </a:xfrm>
            <a:custGeom>
              <a:avLst/>
              <a:gdLst>
                <a:gd name="connsiteX0" fmla="*/ 38853 w 45530"/>
                <a:gd name="connsiteY0" fmla="*/ 38871 h 45528"/>
                <a:gd name="connsiteX1" fmla="*/ 6658 w 45530"/>
                <a:gd name="connsiteY1" fmla="*/ 38851 h 45528"/>
                <a:gd name="connsiteX2" fmla="*/ 6678 w 45530"/>
                <a:gd name="connsiteY2" fmla="*/ 6657 h 45528"/>
                <a:gd name="connsiteX3" fmla="*/ 38853 w 45530"/>
                <a:gd name="connsiteY3" fmla="*/ 6657 h 45528"/>
                <a:gd name="connsiteX4" fmla="*/ 38873 w 45530"/>
                <a:gd name="connsiteY4" fmla="*/ 38851 h 45528"/>
                <a:gd name="connsiteX5" fmla="*/ 38853 w 45530"/>
                <a:gd name="connsiteY5" fmla="*/ 38871 h 45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0" h="45528">
                  <a:moveTo>
                    <a:pt x="38853" y="38871"/>
                  </a:moveTo>
                  <a:cubicBezTo>
                    <a:pt x="29957" y="47756"/>
                    <a:pt x="15543" y="47747"/>
                    <a:pt x="6658" y="38851"/>
                  </a:cubicBezTo>
                  <a:cubicBezTo>
                    <a:pt x="-2227" y="29956"/>
                    <a:pt x="-2218" y="15542"/>
                    <a:pt x="6678" y="6657"/>
                  </a:cubicBezTo>
                  <a:cubicBezTo>
                    <a:pt x="15566" y="-2219"/>
                    <a:pt x="29965" y="-2219"/>
                    <a:pt x="38853" y="6657"/>
                  </a:cubicBezTo>
                  <a:cubicBezTo>
                    <a:pt x="47749" y="15542"/>
                    <a:pt x="47758" y="29956"/>
                    <a:pt x="38873" y="38851"/>
                  </a:cubicBezTo>
                  <a:cubicBezTo>
                    <a:pt x="38866" y="38858"/>
                    <a:pt x="38859" y="38865"/>
                    <a:pt x="38853" y="38871"/>
                  </a:cubicBezTo>
                  <a:close/>
                </a:path>
              </a:pathLst>
            </a:custGeom>
            <a:solidFill>
              <a:srgbClr val="536F70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6F7CEDA1-14F1-E945-831E-E3C7CCD9FF43}"/>
                </a:ext>
              </a:extLst>
            </p:cNvPr>
            <p:cNvSpPr/>
            <p:nvPr/>
          </p:nvSpPr>
          <p:spPr>
            <a:xfrm>
              <a:off x="4644561" y="4828446"/>
              <a:ext cx="1400418" cy="1059698"/>
            </a:xfrm>
            <a:custGeom>
              <a:avLst/>
              <a:gdLst>
                <a:gd name="connsiteX0" fmla="*/ 32095 w 1400418"/>
                <a:gd name="connsiteY0" fmla="*/ 140754 h 1059698"/>
                <a:gd name="connsiteX1" fmla="*/ 97277 w 1400418"/>
                <a:gd name="connsiteY1" fmla="*/ 153049 h 1059698"/>
                <a:gd name="connsiteX2" fmla="*/ 1242688 w 1400418"/>
                <a:gd name="connsiteY2" fmla="*/ 985235 h 1059698"/>
                <a:gd name="connsiteX3" fmla="*/ 1325952 w 1400418"/>
                <a:gd name="connsiteY3" fmla="*/ 1059570 h 1059698"/>
                <a:gd name="connsiteX4" fmla="*/ 1400290 w 1400418"/>
                <a:gd name="connsiteY4" fmla="*/ 976311 h 1059698"/>
                <a:gd name="connsiteX5" fmla="*/ 1317026 w 1400418"/>
                <a:gd name="connsiteY5" fmla="*/ 901976 h 1059698"/>
                <a:gd name="connsiteX6" fmla="*/ 1245802 w 1400418"/>
                <a:gd name="connsiteY6" fmla="*/ 958391 h 1059698"/>
                <a:gd name="connsiteX7" fmla="*/ 121814 w 1400418"/>
                <a:gd name="connsiteY7" fmla="*/ 141881 h 1059698"/>
                <a:gd name="connsiteX8" fmla="*/ 140714 w 1400418"/>
                <a:gd name="connsiteY8" fmla="*/ 123573 h 1059698"/>
                <a:gd name="connsiteX9" fmla="*/ 123579 w 1400418"/>
                <a:gd name="connsiteY9" fmla="*/ 14896 h 1059698"/>
                <a:gd name="connsiteX10" fmla="*/ 14896 w 1400418"/>
                <a:gd name="connsiteY10" fmla="*/ 32030 h 1059698"/>
                <a:gd name="connsiteX11" fmla="*/ 32031 w 1400418"/>
                <a:gd name="connsiteY11" fmla="*/ 140707 h 1059698"/>
                <a:gd name="connsiteX12" fmla="*/ 32095 w 1400418"/>
                <a:gd name="connsiteY12" fmla="*/ 140754 h 1059698"/>
                <a:gd name="connsiteX13" fmla="*/ 1350394 w 1400418"/>
                <a:gd name="connsiteY13" fmla="*/ 939438 h 1059698"/>
                <a:gd name="connsiteX14" fmla="*/ 1361704 w 1400418"/>
                <a:gd name="connsiteY14" fmla="*/ 1010601 h 1059698"/>
                <a:gd name="connsiteX15" fmla="*/ 1290537 w 1400418"/>
                <a:gd name="connsiteY15" fmla="*/ 1021910 h 1059698"/>
                <a:gd name="connsiteX16" fmla="*/ 1279228 w 1400418"/>
                <a:gd name="connsiteY16" fmla="*/ 950747 h 1059698"/>
                <a:gd name="connsiteX17" fmla="*/ 1279253 w 1400418"/>
                <a:gd name="connsiteY17" fmla="*/ 950713 h 1059698"/>
                <a:gd name="connsiteX18" fmla="*/ 1350394 w 1400418"/>
                <a:gd name="connsiteY18" fmla="*/ 939438 h 1059698"/>
                <a:gd name="connsiteX19" fmla="*/ 108016 w 1400418"/>
                <a:gd name="connsiteY19" fmla="*/ 36543 h 1059698"/>
                <a:gd name="connsiteX20" fmla="*/ 119325 w 1400418"/>
                <a:gd name="connsiteY20" fmla="*/ 107706 h 1059698"/>
                <a:gd name="connsiteX21" fmla="*/ 48158 w 1400418"/>
                <a:gd name="connsiteY21" fmla="*/ 119014 h 1059698"/>
                <a:gd name="connsiteX22" fmla="*/ 36849 w 1400418"/>
                <a:gd name="connsiteY22" fmla="*/ 47851 h 1059698"/>
                <a:gd name="connsiteX23" fmla="*/ 36874 w 1400418"/>
                <a:gd name="connsiteY23" fmla="*/ 47817 h 1059698"/>
                <a:gd name="connsiteX24" fmla="*/ 108016 w 1400418"/>
                <a:gd name="connsiteY24" fmla="*/ 36543 h 1059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0418" h="1059698">
                  <a:moveTo>
                    <a:pt x="32095" y="140754"/>
                  </a:moveTo>
                  <a:cubicBezTo>
                    <a:pt x="50881" y="154416"/>
                    <a:pt x="74805" y="158928"/>
                    <a:pt x="97277" y="153049"/>
                  </a:cubicBezTo>
                  <a:cubicBezTo>
                    <a:pt x="317551" y="603130"/>
                    <a:pt x="746550" y="914814"/>
                    <a:pt x="1242688" y="985235"/>
                  </a:cubicBezTo>
                  <a:cubicBezTo>
                    <a:pt x="1245153" y="1028754"/>
                    <a:pt x="1282431" y="1062035"/>
                    <a:pt x="1325952" y="1059570"/>
                  </a:cubicBezTo>
                  <a:cubicBezTo>
                    <a:pt x="1369472" y="1057106"/>
                    <a:pt x="1402755" y="1019829"/>
                    <a:pt x="1400290" y="976311"/>
                  </a:cubicBezTo>
                  <a:cubicBezTo>
                    <a:pt x="1397825" y="932792"/>
                    <a:pt x="1360547" y="899511"/>
                    <a:pt x="1317026" y="901976"/>
                  </a:cubicBezTo>
                  <a:cubicBezTo>
                    <a:pt x="1283755" y="903860"/>
                    <a:pt x="1255253" y="926436"/>
                    <a:pt x="1245802" y="958391"/>
                  </a:cubicBezTo>
                  <a:cubicBezTo>
                    <a:pt x="759086" y="889017"/>
                    <a:pt x="338239" y="583297"/>
                    <a:pt x="121814" y="141881"/>
                  </a:cubicBezTo>
                  <a:cubicBezTo>
                    <a:pt x="129126" y="136918"/>
                    <a:pt x="135520" y="130723"/>
                    <a:pt x="140714" y="123573"/>
                  </a:cubicBezTo>
                  <a:cubicBezTo>
                    <a:pt x="165994" y="88831"/>
                    <a:pt x="158323" y="40175"/>
                    <a:pt x="123579" y="14896"/>
                  </a:cubicBezTo>
                  <a:cubicBezTo>
                    <a:pt x="88836" y="-10384"/>
                    <a:pt x="40177" y="-2712"/>
                    <a:pt x="14896" y="32030"/>
                  </a:cubicBezTo>
                  <a:cubicBezTo>
                    <a:pt x="-10384" y="66772"/>
                    <a:pt x="-2713" y="115428"/>
                    <a:pt x="32031" y="140707"/>
                  </a:cubicBezTo>
                  <a:cubicBezTo>
                    <a:pt x="32052" y="140723"/>
                    <a:pt x="32074" y="140738"/>
                    <a:pt x="32095" y="140754"/>
                  </a:cubicBezTo>
                  <a:close/>
                  <a:moveTo>
                    <a:pt x="1350394" y="939438"/>
                  </a:moveTo>
                  <a:cubicBezTo>
                    <a:pt x="1373169" y="955966"/>
                    <a:pt x="1378233" y="987827"/>
                    <a:pt x="1361704" y="1010601"/>
                  </a:cubicBezTo>
                  <a:cubicBezTo>
                    <a:pt x="1345174" y="1033375"/>
                    <a:pt x="1313312" y="1038438"/>
                    <a:pt x="1290537" y="1021910"/>
                  </a:cubicBezTo>
                  <a:cubicBezTo>
                    <a:pt x="1267762" y="1005382"/>
                    <a:pt x="1262699" y="973521"/>
                    <a:pt x="1279228" y="950747"/>
                  </a:cubicBezTo>
                  <a:cubicBezTo>
                    <a:pt x="1279236" y="950736"/>
                    <a:pt x="1279244" y="950724"/>
                    <a:pt x="1279253" y="950713"/>
                  </a:cubicBezTo>
                  <a:cubicBezTo>
                    <a:pt x="1295791" y="927966"/>
                    <a:pt x="1327633" y="922920"/>
                    <a:pt x="1350394" y="939438"/>
                  </a:cubicBezTo>
                  <a:close/>
                  <a:moveTo>
                    <a:pt x="108016" y="36543"/>
                  </a:moveTo>
                  <a:cubicBezTo>
                    <a:pt x="130791" y="53071"/>
                    <a:pt x="135854" y="84932"/>
                    <a:pt x="119325" y="107706"/>
                  </a:cubicBezTo>
                  <a:cubicBezTo>
                    <a:pt x="102796" y="130480"/>
                    <a:pt x="70933" y="135543"/>
                    <a:pt x="48158" y="119014"/>
                  </a:cubicBezTo>
                  <a:cubicBezTo>
                    <a:pt x="25383" y="102486"/>
                    <a:pt x="20320" y="70625"/>
                    <a:pt x="36849" y="47851"/>
                  </a:cubicBezTo>
                  <a:cubicBezTo>
                    <a:pt x="36858" y="47840"/>
                    <a:pt x="36866" y="47829"/>
                    <a:pt x="36874" y="47817"/>
                  </a:cubicBezTo>
                  <a:cubicBezTo>
                    <a:pt x="53429" y="25098"/>
                    <a:pt x="85247" y="20055"/>
                    <a:pt x="108016" y="36543"/>
                  </a:cubicBezTo>
                  <a:close/>
                </a:path>
              </a:pathLst>
            </a:custGeom>
            <a:solidFill>
              <a:srgbClr val="93AAA8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C1DD3D3E-11A4-D949-98E5-98BBEA9A8E4C}"/>
                </a:ext>
              </a:extLst>
            </p:cNvPr>
            <p:cNvSpPr/>
            <p:nvPr/>
          </p:nvSpPr>
          <p:spPr>
            <a:xfrm>
              <a:off x="7499012" y="4758283"/>
              <a:ext cx="45540" cy="45538"/>
            </a:xfrm>
            <a:custGeom>
              <a:avLst/>
              <a:gdLst>
                <a:gd name="connsiteX0" fmla="*/ 43078 w 45540"/>
                <a:gd name="connsiteY0" fmla="*/ 12480 h 45538"/>
                <a:gd name="connsiteX1" fmla="*/ 33060 w 45540"/>
                <a:gd name="connsiteY1" fmla="*/ 43076 h 45538"/>
                <a:gd name="connsiteX2" fmla="*/ 2463 w 45540"/>
                <a:gd name="connsiteY2" fmla="*/ 33058 h 45538"/>
                <a:gd name="connsiteX3" fmla="*/ 12419 w 45540"/>
                <a:gd name="connsiteY3" fmla="*/ 2494 h 45538"/>
                <a:gd name="connsiteX4" fmla="*/ 43046 w 45540"/>
                <a:gd name="connsiteY4" fmla="*/ 12419 h 45538"/>
                <a:gd name="connsiteX5" fmla="*/ 43078 w 45540"/>
                <a:gd name="connsiteY5" fmla="*/ 12480 h 4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40" h="45538">
                  <a:moveTo>
                    <a:pt x="43078" y="12480"/>
                  </a:moveTo>
                  <a:cubicBezTo>
                    <a:pt x="48760" y="23695"/>
                    <a:pt x="44275" y="37393"/>
                    <a:pt x="33060" y="43076"/>
                  </a:cubicBezTo>
                  <a:cubicBezTo>
                    <a:pt x="21844" y="48758"/>
                    <a:pt x="8146" y="44273"/>
                    <a:pt x="2463" y="33058"/>
                  </a:cubicBezTo>
                  <a:cubicBezTo>
                    <a:pt x="-3208" y="21867"/>
                    <a:pt x="1245" y="8198"/>
                    <a:pt x="12419" y="2494"/>
                  </a:cubicBezTo>
                  <a:cubicBezTo>
                    <a:pt x="23618" y="-3222"/>
                    <a:pt x="37330" y="1221"/>
                    <a:pt x="43046" y="12419"/>
                  </a:cubicBezTo>
                  <a:cubicBezTo>
                    <a:pt x="43057" y="12439"/>
                    <a:pt x="43067" y="12460"/>
                    <a:pt x="43078" y="12480"/>
                  </a:cubicBezTo>
                  <a:close/>
                </a:path>
              </a:pathLst>
            </a:custGeom>
            <a:solidFill>
              <a:srgbClr val="536F70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BD751A04-6132-6144-B5FB-31868958F957}"/>
                </a:ext>
              </a:extLst>
            </p:cNvPr>
            <p:cNvSpPr/>
            <p:nvPr/>
          </p:nvSpPr>
          <p:spPr>
            <a:xfrm>
              <a:off x="6154409" y="4828579"/>
              <a:ext cx="1397831" cy="1058358"/>
            </a:xfrm>
            <a:custGeom>
              <a:avLst/>
              <a:gdLst>
                <a:gd name="connsiteX0" fmla="*/ 123503 w 1397831"/>
                <a:gd name="connsiteY0" fmla="*/ 1043463 h 1058358"/>
                <a:gd name="connsiteX1" fmla="*/ 155235 w 1397831"/>
                <a:gd name="connsiteY1" fmla="*/ 985102 h 1058358"/>
                <a:gd name="connsiteX2" fmla="*/ 1300646 w 1397831"/>
                <a:gd name="connsiteY2" fmla="*/ 152916 h 1058358"/>
                <a:gd name="connsiteX3" fmla="*/ 1395333 w 1397831"/>
                <a:gd name="connsiteY3" fmla="*/ 97182 h 1058358"/>
                <a:gd name="connsiteX4" fmla="*/ 1339596 w 1397831"/>
                <a:gd name="connsiteY4" fmla="*/ 2499 h 1058358"/>
                <a:gd name="connsiteX5" fmla="*/ 1244909 w 1397831"/>
                <a:gd name="connsiteY5" fmla="*/ 58233 h 1058358"/>
                <a:gd name="connsiteX6" fmla="*/ 1257316 w 1397831"/>
                <a:gd name="connsiteY6" fmla="*/ 123440 h 1058358"/>
                <a:gd name="connsiteX7" fmla="*/ 1276216 w 1397831"/>
                <a:gd name="connsiteY7" fmla="*/ 141748 h 1058358"/>
                <a:gd name="connsiteX8" fmla="*/ 152282 w 1397831"/>
                <a:gd name="connsiteY8" fmla="*/ 958419 h 1058358"/>
                <a:gd name="connsiteX9" fmla="*/ 55588 w 1397831"/>
                <a:gd name="connsiteY9" fmla="*/ 906084 h 1058358"/>
                <a:gd name="connsiteX10" fmla="*/ 3251 w 1397831"/>
                <a:gd name="connsiteY10" fmla="*/ 1002773 h 1058358"/>
                <a:gd name="connsiteX11" fmla="*/ 99945 w 1397831"/>
                <a:gd name="connsiteY11" fmla="*/ 1055108 h 1058358"/>
                <a:gd name="connsiteX12" fmla="*/ 123503 w 1397831"/>
                <a:gd name="connsiteY12" fmla="*/ 1043463 h 1058358"/>
                <a:gd name="connsiteX13" fmla="*/ 1290498 w 1397831"/>
                <a:gd name="connsiteY13" fmla="*/ 36410 h 1058358"/>
                <a:gd name="connsiteX14" fmla="*/ 1361673 w 1397831"/>
                <a:gd name="connsiteY14" fmla="*/ 47660 h 1058358"/>
                <a:gd name="connsiteX15" fmla="*/ 1350423 w 1397831"/>
                <a:gd name="connsiteY15" fmla="*/ 118832 h 1058358"/>
                <a:gd name="connsiteX16" fmla="*/ 1279247 w 1397831"/>
                <a:gd name="connsiteY16" fmla="*/ 107582 h 1058358"/>
                <a:gd name="connsiteX17" fmla="*/ 1279223 w 1397831"/>
                <a:gd name="connsiteY17" fmla="*/ 107548 h 1058358"/>
                <a:gd name="connsiteX18" fmla="*/ 1290498 w 1397831"/>
                <a:gd name="connsiteY18" fmla="*/ 36410 h 1058358"/>
                <a:gd name="connsiteX19" fmla="*/ 47851 w 1397831"/>
                <a:gd name="connsiteY19" fmla="*/ 939305 h 1058358"/>
                <a:gd name="connsiteX20" fmla="*/ 119026 w 1397831"/>
                <a:gd name="connsiteY20" fmla="*/ 950555 h 1058358"/>
                <a:gd name="connsiteX21" fmla="*/ 107776 w 1397831"/>
                <a:gd name="connsiteY21" fmla="*/ 1021727 h 1058358"/>
                <a:gd name="connsiteX22" fmla="*/ 36600 w 1397831"/>
                <a:gd name="connsiteY22" fmla="*/ 1010477 h 1058358"/>
                <a:gd name="connsiteX23" fmla="*/ 36575 w 1397831"/>
                <a:gd name="connsiteY23" fmla="*/ 1010444 h 1058358"/>
                <a:gd name="connsiteX24" fmla="*/ 47851 w 1397831"/>
                <a:gd name="connsiteY24" fmla="*/ 939305 h 105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97831" h="1058358">
                  <a:moveTo>
                    <a:pt x="123503" y="1043463"/>
                  </a:moveTo>
                  <a:cubicBezTo>
                    <a:pt x="142278" y="1029735"/>
                    <a:pt x="153920" y="1008323"/>
                    <a:pt x="155235" y="985102"/>
                  </a:cubicBezTo>
                  <a:cubicBezTo>
                    <a:pt x="651373" y="914681"/>
                    <a:pt x="1080372" y="602997"/>
                    <a:pt x="1300646" y="152916"/>
                  </a:cubicBezTo>
                  <a:cubicBezTo>
                    <a:pt x="1342184" y="163671"/>
                    <a:pt x="1384577" y="138718"/>
                    <a:pt x="1395333" y="97182"/>
                  </a:cubicBezTo>
                  <a:cubicBezTo>
                    <a:pt x="1406088" y="55645"/>
                    <a:pt x="1381134" y="13254"/>
                    <a:pt x="1339596" y="2499"/>
                  </a:cubicBezTo>
                  <a:cubicBezTo>
                    <a:pt x="1298058" y="-8256"/>
                    <a:pt x="1255665" y="16697"/>
                    <a:pt x="1244909" y="58233"/>
                  </a:cubicBezTo>
                  <a:cubicBezTo>
                    <a:pt x="1239083" y="80731"/>
                    <a:pt x="1243636" y="104654"/>
                    <a:pt x="1257316" y="123440"/>
                  </a:cubicBezTo>
                  <a:cubicBezTo>
                    <a:pt x="1262538" y="130566"/>
                    <a:pt x="1268928" y="136756"/>
                    <a:pt x="1276216" y="141748"/>
                  </a:cubicBezTo>
                  <a:cubicBezTo>
                    <a:pt x="1059872" y="583237"/>
                    <a:pt x="639026" y="889031"/>
                    <a:pt x="152282" y="958419"/>
                  </a:cubicBezTo>
                  <a:cubicBezTo>
                    <a:pt x="140033" y="917267"/>
                    <a:pt x="96742" y="893836"/>
                    <a:pt x="55588" y="906084"/>
                  </a:cubicBezTo>
                  <a:cubicBezTo>
                    <a:pt x="14434" y="918332"/>
                    <a:pt x="-8998" y="961621"/>
                    <a:pt x="3251" y="1002773"/>
                  </a:cubicBezTo>
                  <a:cubicBezTo>
                    <a:pt x="15500" y="1043925"/>
                    <a:pt x="58791" y="1067356"/>
                    <a:pt x="99945" y="1055108"/>
                  </a:cubicBezTo>
                  <a:cubicBezTo>
                    <a:pt x="108402" y="1052591"/>
                    <a:pt x="116368" y="1048653"/>
                    <a:pt x="123503" y="1043463"/>
                  </a:cubicBezTo>
                  <a:close/>
                  <a:moveTo>
                    <a:pt x="1290498" y="36410"/>
                  </a:moveTo>
                  <a:cubicBezTo>
                    <a:pt x="1313259" y="19862"/>
                    <a:pt x="1345126" y="24899"/>
                    <a:pt x="1361673" y="47660"/>
                  </a:cubicBezTo>
                  <a:cubicBezTo>
                    <a:pt x="1378221" y="70420"/>
                    <a:pt x="1373184" y="102285"/>
                    <a:pt x="1350423" y="118832"/>
                  </a:cubicBezTo>
                  <a:cubicBezTo>
                    <a:pt x="1327661" y="135379"/>
                    <a:pt x="1295795" y="130342"/>
                    <a:pt x="1279247" y="107582"/>
                  </a:cubicBezTo>
                  <a:cubicBezTo>
                    <a:pt x="1279239" y="107571"/>
                    <a:pt x="1279231" y="107559"/>
                    <a:pt x="1279223" y="107548"/>
                  </a:cubicBezTo>
                  <a:cubicBezTo>
                    <a:pt x="1262703" y="84787"/>
                    <a:pt x="1267750" y="52947"/>
                    <a:pt x="1290498" y="36410"/>
                  </a:cubicBezTo>
                  <a:close/>
                  <a:moveTo>
                    <a:pt x="47851" y="939305"/>
                  </a:moveTo>
                  <a:cubicBezTo>
                    <a:pt x="70612" y="922758"/>
                    <a:pt x="102479" y="927795"/>
                    <a:pt x="119026" y="950555"/>
                  </a:cubicBezTo>
                  <a:cubicBezTo>
                    <a:pt x="135574" y="973316"/>
                    <a:pt x="130537" y="1005181"/>
                    <a:pt x="107776" y="1021727"/>
                  </a:cubicBezTo>
                  <a:cubicBezTo>
                    <a:pt x="85014" y="1038274"/>
                    <a:pt x="53148" y="1033238"/>
                    <a:pt x="36600" y="1010477"/>
                  </a:cubicBezTo>
                  <a:cubicBezTo>
                    <a:pt x="36592" y="1010466"/>
                    <a:pt x="36584" y="1010455"/>
                    <a:pt x="36575" y="1010444"/>
                  </a:cubicBezTo>
                  <a:cubicBezTo>
                    <a:pt x="20056" y="987683"/>
                    <a:pt x="25102" y="955843"/>
                    <a:pt x="47851" y="939305"/>
                  </a:cubicBezTo>
                  <a:close/>
                </a:path>
              </a:pathLst>
            </a:custGeom>
            <a:solidFill>
              <a:srgbClr val="93AAA8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41D5DA78-0D8B-AE49-8B04-108F618A417C}"/>
                </a:ext>
              </a:extLst>
            </p:cNvPr>
            <p:cNvSpPr/>
            <p:nvPr/>
          </p:nvSpPr>
          <p:spPr>
            <a:xfrm>
              <a:off x="6955375" y="3085335"/>
              <a:ext cx="45537" cy="45535"/>
            </a:xfrm>
            <a:custGeom>
              <a:avLst/>
              <a:gdLst>
                <a:gd name="connsiteX0" fmla="*/ 19243 w 45537"/>
                <a:gd name="connsiteY0" fmla="*/ 278 h 45535"/>
                <a:gd name="connsiteX1" fmla="*/ 45259 w 45537"/>
                <a:gd name="connsiteY1" fmla="*/ 19243 h 45535"/>
                <a:gd name="connsiteX2" fmla="*/ 26294 w 45537"/>
                <a:gd name="connsiteY2" fmla="*/ 45257 h 45535"/>
                <a:gd name="connsiteX3" fmla="*/ 290 w 45537"/>
                <a:gd name="connsiteY3" fmla="*/ 26371 h 45535"/>
                <a:gd name="connsiteX4" fmla="*/ 19165 w 45537"/>
                <a:gd name="connsiteY4" fmla="*/ 290 h 45535"/>
                <a:gd name="connsiteX5" fmla="*/ 19243 w 45537"/>
                <a:gd name="connsiteY5" fmla="*/ 278 h 4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7" h="45535">
                  <a:moveTo>
                    <a:pt x="19243" y="278"/>
                  </a:moveTo>
                  <a:cubicBezTo>
                    <a:pt x="31665" y="-1669"/>
                    <a:pt x="43312" y="6822"/>
                    <a:pt x="45259" y="19243"/>
                  </a:cubicBezTo>
                  <a:cubicBezTo>
                    <a:pt x="47206" y="31663"/>
                    <a:pt x="38715" y="43311"/>
                    <a:pt x="26294" y="45257"/>
                  </a:cubicBezTo>
                  <a:cubicBezTo>
                    <a:pt x="13903" y="47199"/>
                    <a:pt x="2276" y="38754"/>
                    <a:pt x="290" y="26371"/>
                  </a:cubicBezTo>
                  <a:cubicBezTo>
                    <a:pt x="-1700" y="13957"/>
                    <a:pt x="6751" y="2280"/>
                    <a:pt x="19165" y="290"/>
                  </a:cubicBezTo>
                  <a:cubicBezTo>
                    <a:pt x="19191" y="286"/>
                    <a:pt x="19217" y="282"/>
                    <a:pt x="19243" y="278"/>
                  </a:cubicBezTo>
                  <a:close/>
                </a:path>
              </a:pathLst>
            </a:custGeom>
            <a:solidFill>
              <a:srgbClr val="536F70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0585F44C-421E-7944-A257-1926D8E5412F}"/>
                </a:ext>
              </a:extLst>
            </p:cNvPr>
            <p:cNvSpPr/>
            <p:nvPr/>
          </p:nvSpPr>
          <p:spPr>
            <a:xfrm>
              <a:off x="7003527" y="3112162"/>
              <a:ext cx="631846" cy="1617872"/>
            </a:xfrm>
            <a:custGeom>
              <a:avLst/>
              <a:gdLst>
                <a:gd name="connsiteX0" fmla="*/ 627852 w 631846"/>
                <a:gd name="connsiteY0" fmla="*/ 1516002 h 1617872"/>
                <a:gd name="connsiteX1" fmla="*/ 582214 w 631846"/>
                <a:gd name="connsiteY1" fmla="*/ 1467682 h 1617872"/>
                <a:gd name="connsiteX2" fmla="*/ 144678 w 631846"/>
                <a:gd name="connsiteY2" fmla="*/ 121204 h 1617872"/>
                <a:gd name="connsiteX3" fmla="*/ 121209 w 631846"/>
                <a:gd name="connsiteY3" fmla="*/ 12550 h 1617872"/>
                <a:gd name="connsiteX4" fmla="*/ 12551 w 631846"/>
                <a:gd name="connsiteY4" fmla="*/ 36018 h 1617872"/>
                <a:gd name="connsiteX5" fmla="*/ 36020 w 631846"/>
                <a:gd name="connsiteY5" fmla="*/ 144672 h 1617872"/>
                <a:gd name="connsiteX6" fmla="*/ 126477 w 631846"/>
                <a:gd name="connsiteY6" fmla="*/ 140961 h 1617872"/>
                <a:gd name="connsiteX7" fmla="*/ 556012 w 631846"/>
                <a:gd name="connsiteY7" fmla="*/ 1462366 h 1617872"/>
                <a:gd name="connsiteX8" fmla="*/ 529972 w 631846"/>
                <a:gd name="connsiteY8" fmla="*/ 1466071 h 1617872"/>
                <a:gd name="connsiteX9" fmla="*/ 480038 w 631846"/>
                <a:gd name="connsiteY9" fmla="*/ 1564108 h 1617872"/>
                <a:gd name="connsiteX10" fmla="*/ 578079 w 631846"/>
                <a:gd name="connsiteY10" fmla="*/ 1614040 h 1617872"/>
                <a:gd name="connsiteX11" fmla="*/ 628014 w 631846"/>
                <a:gd name="connsiteY11" fmla="*/ 1516003 h 1617872"/>
                <a:gd name="connsiteX12" fmla="*/ 30959 w 631846"/>
                <a:gd name="connsiteY12" fmla="*/ 95003 h 1617872"/>
                <a:gd name="connsiteX13" fmla="*/ 63806 w 631846"/>
                <a:gd name="connsiteY13" fmla="*/ 30869 h 1617872"/>
                <a:gd name="connsiteX14" fmla="*/ 127944 w 631846"/>
                <a:gd name="connsiteY14" fmla="*/ 63715 h 1617872"/>
                <a:gd name="connsiteX15" fmla="*/ 95389 w 631846"/>
                <a:gd name="connsiteY15" fmla="*/ 127754 h 1617872"/>
                <a:gd name="connsiteX16" fmla="*/ 31021 w 631846"/>
                <a:gd name="connsiteY16" fmla="*/ 95194 h 1617872"/>
                <a:gd name="connsiteX17" fmla="*/ 30959 w 631846"/>
                <a:gd name="connsiteY17" fmla="*/ 95003 h 1617872"/>
                <a:gd name="connsiteX18" fmla="*/ 505435 w 631846"/>
                <a:gd name="connsiteY18" fmla="*/ 1555786 h 1617872"/>
                <a:gd name="connsiteX19" fmla="*/ 538218 w 631846"/>
                <a:gd name="connsiteY19" fmla="*/ 1491619 h 1617872"/>
                <a:gd name="connsiteX20" fmla="*/ 602388 w 631846"/>
                <a:gd name="connsiteY20" fmla="*/ 1524401 h 1617872"/>
                <a:gd name="connsiteX21" fmla="*/ 569865 w 631846"/>
                <a:gd name="connsiteY21" fmla="*/ 1588483 h 1617872"/>
                <a:gd name="connsiteX22" fmla="*/ 505486 w 631846"/>
                <a:gd name="connsiteY22" fmla="*/ 1555944 h 1617872"/>
                <a:gd name="connsiteX23" fmla="*/ 505435 w 631846"/>
                <a:gd name="connsiteY23" fmla="*/ 1555786 h 161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1846" h="1617872">
                  <a:moveTo>
                    <a:pt x="627852" y="1516002"/>
                  </a:moveTo>
                  <a:cubicBezTo>
                    <a:pt x="620646" y="1493873"/>
                    <a:pt x="603897" y="1476140"/>
                    <a:pt x="582214" y="1467682"/>
                  </a:cubicBezTo>
                  <a:cubicBezTo>
                    <a:pt x="668579" y="974081"/>
                    <a:pt x="504702" y="469764"/>
                    <a:pt x="144678" y="121204"/>
                  </a:cubicBezTo>
                  <a:cubicBezTo>
                    <a:pt x="168203" y="84719"/>
                    <a:pt x="157695" y="36073"/>
                    <a:pt x="121209" y="12550"/>
                  </a:cubicBezTo>
                  <a:cubicBezTo>
                    <a:pt x="84723" y="-10973"/>
                    <a:pt x="36075" y="-466"/>
                    <a:pt x="12551" y="36018"/>
                  </a:cubicBezTo>
                  <a:cubicBezTo>
                    <a:pt x="-10974" y="72502"/>
                    <a:pt x="-466" y="121148"/>
                    <a:pt x="36020" y="144672"/>
                  </a:cubicBezTo>
                  <a:cubicBezTo>
                    <a:pt x="63929" y="162665"/>
                    <a:pt x="100135" y="161180"/>
                    <a:pt x="126477" y="140961"/>
                  </a:cubicBezTo>
                  <a:cubicBezTo>
                    <a:pt x="479642" y="483132"/>
                    <a:pt x="640487" y="977949"/>
                    <a:pt x="556012" y="1462366"/>
                  </a:cubicBezTo>
                  <a:cubicBezTo>
                    <a:pt x="547184" y="1462100"/>
                    <a:pt x="538375" y="1463353"/>
                    <a:pt x="529972" y="1466071"/>
                  </a:cubicBezTo>
                  <a:cubicBezTo>
                    <a:pt x="489109" y="1479355"/>
                    <a:pt x="466753" y="1523248"/>
                    <a:pt x="480038" y="1564108"/>
                  </a:cubicBezTo>
                  <a:cubicBezTo>
                    <a:pt x="493322" y="1604969"/>
                    <a:pt x="537217" y="1627324"/>
                    <a:pt x="578079" y="1614040"/>
                  </a:cubicBezTo>
                  <a:cubicBezTo>
                    <a:pt x="618942" y="1600756"/>
                    <a:pt x="641298" y="1556863"/>
                    <a:pt x="628014" y="1516003"/>
                  </a:cubicBezTo>
                  <a:close/>
                  <a:moveTo>
                    <a:pt x="30959" y="95003"/>
                  </a:moveTo>
                  <a:cubicBezTo>
                    <a:pt x="22318" y="68223"/>
                    <a:pt x="37025" y="39509"/>
                    <a:pt x="63806" y="30869"/>
                  </a:cubicBezTo>
                  <a:cubicBezTo>
                    <a:pt x="90588" y="22229"/>
                    <a:pt x="119303" y="36935"/>
                    <a:pt x="127944" y="63715"/>
                  </a:cubicBezTo>
                  <a:cubicBezTo>
                    <a:pt x="136547" y="90381"/>
                    <a:pt x="122004" y="118989"/>
                    <a:pt x="95389" y="127754"/>
                  </a:cubicBezTo>
                  <a:cubicBezTo>
                    <a:pt x="68623" y="136536"/>
                    <a:pt x="39804" y="121959"/>
                    <a:pt x="31021" y="95194"/>
                  </a:cubicBezTo>
                  <a:cubicBezTo>
                    <a:pt x="31000" y="95130"/>
                    <a:pt x="30979" y="95067"/>
                    <a:pt x="30959" y="95003"/>
                  </a:cubicBezTo>
                  <a:close/>
                  <a:moveTo>
                    <a:pt x="505435" y="1555786"/>
                  </a:moveTo>
                  <a:cubicBezTo>
                    <a:pt x="496767" y="1529014"/>
                    <a:pt x="511445" y="1500286"/>
                    <a:pt x="538218" y="1491619"/>
                  </a:cubicBezTo>
                  <a:cubicBezTo>
                    <a:pt x="564991" y="1482952"/>
                    <a:pt x="593721" y="1497629"/>
                    <a:pt x="602388" y="1524401"/>
                  </a:cubicBezTo>
                  <a:cubicBezTo>
                    <a:pt x="611022" y="1551071"/>
                    <a:pt x="596489" y="1579706"/>
                    <a:pt x="569865" y="1588483"/>
                  </a:cubicBezTo>
                  <a:cubicBezTo>
                    <a:pt x="543102" y="1597274"/>
                    <a:pt x="514278" y="1582706"/>
                    <a:pt x="505486" y="1555944"/>
                  </a:cubicBezTo>
                  <a:cubicBezTo>
                    <a:pt x="505469" y="1555891"/>
                    <a:pt x="505452" y="1555838"/>
                    <a:pt x="505435" y="1555786"/>
                  </a:cubicBezTo>
                  <a:close/>
                </a:path>
              </a:pathLst>
            </a:custGeom>
            <a:solidFill>
              <a:srgbClr val="93AAA8"/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BD26D7FF-767E-0042-B00E-718D0E122183}"/>
                </a:ext>
              </a:extLst>
            </p:cNvPr>
            <p:cNvSpPr/>
            <p:nvPr/>
          </p:nvSpPr>
          <p:spPr>
            <a:xfrm rot="20253435">
              <a:off x="4147443" y="3330118"/>
              <a:ext cx="1043021" cy="1042972"/>
            </a:xfrm>
            <a:custGeom>
              <a:avLst/>
              <a:gdLst>
                <a:gd name="connsiteX0" fmla="*/ 1043020 w 1043021"/>
                <a:gd name="connsiteY0" fmla="*/ 521485 h 1042972"/>
                <a:gd name="connsiteX1" fmla="*/ 521510 w 1043021"/>
                <a:gd name="connsiteY1" fmla="*/ 1042971 h 1042972"/>
                <a:gd name="connsiteX2" fmla="*/ -1 w 1043021"/>
                <a:gd name="connsiteY2" fmla="*/ 521485 h 1042972"/>
                <a:gd name="connsiteX3" fmla="*/ 521510 w 1043021"/>
                <a:gd name="connsiteY3" fmla="*/ -1 h 1042972"/>
                <a:gd name="connsiteX4" fmla="*/ 1043020 w 1043021"/>
                <a:gd name="connsiteY4" fmla="*/ 521485 h 104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3021" h="1042972">
                  <a:moveTo>
                    <a:pt x="1043020" y="521485"/>
                  </a:moveTo>
                  <a:cubicBezTo>
                    <a:pt x="1043020" y="809494"/>
                    <a:pt x="809532" y="1042971"/>
                    <a:pt x="521510" y="1042971"/>
                  </a:cubicBezTo>
                  <a:cubicBezTo>
                    <a:pt x="233487" y="1042971"/>
                    <a:pt x="-1" y="809494"/>
                    <a:pt x="-1" y="521485"/>
                  </a:cubicBezTo>
                  <a:cubicBezTo>
                    <a:pt x="-1" y="233476"/>
                    <a:pt x="233487" y="-1"/>
                    <a:pt x="521510" y="-1"/>
                  </a:cubicBezTo>
                  <a:cubicBezTo>
                    <a:pt x="809532" y="-1"/>
                    <a:pt x="1043020" y="233476"/>
                    <a:pt x="1043020" y="521485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6200000" scaled="0"/>
            </a:gradFill>
            <a:ln w="5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AAE661B7-955C-0140-A839-D99BBA26DB92}"/>
                </a:ext>
              </a:extLst>
            </p:cNvPr>
            <p:cNvSpPr/>
            <p:nvPr/>
          </p:nvSpPr>
          <p:spPr>
            <a:xfrm>
              <a:off x="4146119" y="3332316"/>
              <a:ext cx="523926" cy="523901"/>
            </a:xfrm>
            <a:custGeom>
              <a:avLst/>
              <a:gdLst>
                <a:gd name="connsiteX0" fmla="*/ 523926 w 523926"/>
                <a:gd name="connsiteY0" fmla="*/ 38871 h 523901"/>
                <a:gd name="connsiteX1" fmla="*/ 523926 w 523926"/>
                <a:gd name="connsiteY1" fmla="*/ 0 h 523901"/>
                <a:gd name="connsiteX2" fmla="*/ 0 w 523926"/>
                <a:gd name="connsiteY2" fmla="*/ 523902 h 523901"/>
                <a:gd name="connsiteX3" fmla="*/ 164190 w 523926"/>
                <a:gd name="connsiteY3" fmla="*/ 523902 h 523901"/>
                <a:gd name="connsiteX4" fmla="*/ 523926 w 523926"/>
                <a:gd name="connsiteY4" fmla="*/ 38871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523926" y="38871"/>
                  </a:moveTo>
                  <a:lnTo>
                    <a:pt x="523926" y="0"/>
                  </a:lnTo>
                  <a:cubicBezTo>
                    <a:pt x="234570" y="0"/>
                    <a:pt x="0" y="234559"/>
                    <a:pt x="0" y="523902"/>
                  </a:cubicBezTo>
                  <a:lnTo>
                    <a:pt x="164190" y="523902"/>
                  </a:lnTo>
                  <a:cubicBezTo>
                    <a:pt x="164190" y="256045"/>
                    <a:pt x="325266" y="38871"/>
                    <a:pt x="523926" y="38871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C383E086-AF1A-ED45-9A3C-F0C42E8CD5CA}"/>
                </a:ext>
              </a:extLst>
            </p:cNvPr>
            <p:cNvSpPr/>
            <p:nvPr/>
          </p:nvSpPr>
          <p:spPr>
            <a:xfrm>
              <a:off x="4675153" y="3856217"/>
              <a:ext cx="523926" cy="523901"/>
            </a:xfrm>
            <a:custGeom>
              <a:avLst/>
              <a:gdLst>
                <a:gd name="connsiteX0" fmla="*/ 0 w 523926"/>
                <a:gd name="connsiteY0" fmla="*/ 484977 h 523901"/>
                <a:gd name="connsiteX1" fmla="*/ 0 w 523926"/>
                <a:gd name="connsiteY1" fmla="*/ 523902 h 523901"/>
                <a:gd name="connsiteX2" fmla="*/ 523926 w 523926"/>
                <a:gd name="connsiteY2" fmla="*/ 0 h 523901"/>
                <a:gd name="connsiteX3" fmla="*/ 359736 w 523926"/>
                <a:gd name="connsiteY3" fmla="*/ 0 h 523901"/>
                <a:gd name="connsiteX4" fmla="*/ 0 w 523926"/>
                <a:gd name="connsiteY4" fmla="*/ 484977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0" y="484977"/>
                  </a:moveTo>
                  <a:lnTo>
                    <a:pt x="0" y="523902"/>
                  </a:lnTo>
                  <a:cubicBezTo>
                    <a:pt x="289357" y="523902"/>
                    <a:pt x="523926" y="289343"/>
                    <a:pt x="523926" y="0"/>
                  </a:cubicBezTo>
                  <a:lnTo>
                    <a:pt x="359736" y="0"/>
                  </a:lnTo>
                  <a:cubicBezTo>
                    <a:pt x="359736" y="267857"/>
                    <a:pt x="198660" y="484977"/>
                    <a:pt x="0" y="484977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1809783B-C1B3-C049-A9AE-EF032D226C87}"/>
                </a:ext>
              </a:extLst>
            </p:cNvPr>
            <p:cNvSpPr/>
            <p:nvPr/>
          </p:nvSpPr>
          <p:spPr>
            <a:xfrm>
              <a:off x="4695180" y="5005279"/>
              <a:ext cx="1047852" cy="1047803"/>
            </a:xfrm>
            <a:custGeom>
              <a:avLst/>
              <a:gdLst>
                <a:gd name="connsiteX0" fmla="*/ 1047853 w 1047852"/>
                <a:gd name="connsiteY0" fmla="*/ 523902 h 1047803"/>
                <a:gd name="connsiteX1" fmla="*/ 523926 w 1047852"/>
                <a:gd name="connsiteY1" fmla="*/ 1047804 h 1047803"/>
                <a:gd name="connsiteX2" fmla="*/ 0 w 1047852"/>
                <a:gd name="connsiteY2" fmla="*/ 523902 h 1047803"/>
                <a:gd name="connsiteX3" fmla="*/ 523926 w 1047852"/>
                <a:gd name="connsiteY3" fmla="*/ 0 h 1047803"/>
                <a:gd name="connsiteX4" fmla="*/ 1047853 w 1047852"/>
                <a:gd name="connsiteY4" fmla="*/ 523902 h 104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852" h="1047803">
                  <a:moveTo>
                    <a:pt x="1047853" y="523902"/>
                  </a:moveTo>
                  <a:cubicBezTo>
                    <a:pt x="1047853" y="813245"/>
                    <a:pt x="813283" y="1047804"/>
                    <a:pt x="523926" y="1047804"/>
                  </a:cubicBezTo>
                  <a:cubicBezTo>
                    <a:pt x="234570" y="1047804"/>
                    <a:pt x="0" y="813245"/>
                    <a:pt x="0" y="523902"/>
                  </a:cubicBezTo>
                  <a:cubicBezTo>
                    <a:pt x="0" y="234559"/>
                    <a:pt x="234570" y="0"/>
                    <a:pt x="523926" y="0"/>
                  </a:cubicBezTo>
                  <a:cubicBezTo>
                    <a:pt x="813283" y="0"/>
                    <a:pt x="1047853" y="234559"/>
                    <a:pt x="1047853" y="523902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6200000" scaled="0"/>
            </a:gra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464DB967-40FA-5148-9CF3-0EE161025318}"/>
                </a:ext>
              </a:extLst>
            </p:cNvPr>
            <p:cNvSpPr/>
            <p:nvPr/>
          </p:nvSpPr>
          <p:spPr>
            <a:xfrm>
              <a:off x="4695180" y="5005279"/>
              <a:ext cx="523926" cy="523901"/>
            </a:xfrm>
            <a:custGeom>
              <a:avLst/>
              <a:gdLst>
                <a:gd name="connsiteX0" fmla="*/ 523926 w 523926"/>
                <a:gd name="connsiteY0" fmla="*/ 38871 h 523901"/>
                <a:gd name="connsiteX1" fmla="*/ 523926 w 523926"/>
                <a:gd name="connsiteY1" fmla="*/ 0 h 523901"/>
                <a:gd name="connsiteX2" fmla="*/ 0 w 523926"/>
                <a:gd name="connsiteY2" fmla="*/ 523902 h 523901"/>
                <a:gd name="connsiteX3" fmla="*/ 164190 w 523926"/>
                <a:gd name="connsiteY3" fmla="*/ 523902 h 523901"/>
                <a:gd name="connsiteX4" fmla="*/ 523926 w 523926"/>
                <a:gd name="connsiteY4" fmla="*/ 38871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523926" y="38871"/>
                  </a:moveTo>
                  <a:lnTo>
                    <a:pt x="523926" y="0"/>
                  </a:lnTo>
                  <a:cubicBezTo>
                    <a:pt x="234570" y="0"/>
                    <a:pt x="0" y="234559"/>
                    <a:pt x="0" y="523902"/>
                  </a:cubicBezTo>
                  <a:lnTo>
                    <a:pt x="164190" y="523902"/>
                  </a:lnTo>
                  <a:cubicBezTo>
                    <a:pt x="164190" y="256045"/>
                    <a:pt x="325266" y="38871"/>
                    <a:pt x="523926" y="3887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1E07FF90-B0AE-734B-9E25-E386C252D14C}"/>
                </a:ext>
              </a:extLst>
            </p:cNvPr>
            <p:cNvSpPr/>
            <p:nvPr/>
          </p:nvSpPr>
          <p:spPr>
            <a:xfrm>
              <a:off x="5219106" y="5528966"/>
              <a:ext cx="523926" cy="523901"/>
            </a:xfrm>
            <a:custGeom>
              <a:avLst/>
              <a:gdLst>
                <a:gd name="connsiteX0" fmla="*/ 0 w 523926"/>
                <a:gd name="connsiteY0" fmla="*/ 484977 h 523901"/>
                <a:gd name="connsiteX1" fmla="*/ 0 w 523926"/>
                <a:gd name="connsiteY1" fmla="*/ 523902 h 523901"/>
                <a:gd name="connsiteX2" fmla="*/ 523926 w 523926"/>
                <a:gd name="connsiteY2" fmla="*/ 0 h 523901"/>
                <a:gd name="connsiteX3" fmla="*/ 359736 w 523926"/>
                <a:gd name="connsiteY3" fmla="*/ 0 h 523901"/>
                <a:gd name="connsiteX4" fmla="*/ 0 w 523926"/>
                <a:gd name="connsiteY4" fmla="*/ 484977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0" y="484977"/>
                  </a:moveTo>
                  <a:lnTo>
                    <a:pt x="0" y="523902"/>
                  </a:lnTo>
                  <a:cubicBezTo>
                    <a:pt x="289357" y="523902"/>
                    <a:pt x="523926" y="289343"/>
                    <a:pt x="523926" y="0"/>
                  </a:cubicBezTo>
                  <a:lnTo>
                    <a:pt x="359736" y="0"/>
                  </a:lnTo>
                  <a:cubicBezTo>
                    <a:pt x="359736" y="268018"/>
                    <a:pt x="198660" y="484977"/>
                    <a:pt x="0" y="484977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54B3FADB-F7E8-7C47-AB2E-D19F238D0FB5}"/>
                </a:ext>
              </a:extLst>
            </p:cNvPr>
            <p:cNvSpPr/>
            <p:nvPr/>
          </p:nvSpPr>
          <p:spPr>
            <a:xfrm rot="21378000">
              <a:off x="6454047" y="5016270"/>
              <a:ext cx="1047852" cy="1047803"/>
            </a:xfrm>
            <a:custGeom>
              <a:avLst/>
              <a:gdLst>
                <a:gd name="connsiteX0" fmla="*/ 1047853 w 1047852"/>
                <a:gd name="connsiteY0" fmla="*/ 523902 h 1047803"/>
                <a:gd name="connsiteX1" fmla="*/ 523926 w 1047852"/>
                <a:gd name="connsiteY1" fmla="*/ 1047804 h 1047803"/>
                <a:gd name="connsiteX2" fmla="*/ 0 w 1047852"/>
                <a:gd name="connsiteY2" fmla="*/ 523902 h 1047803"/>
                <a:gd name="connsiteX3" fmla="*/ 523926 w 1047852"/>
                <a:gd name="connsiteY3" fmla="*/ 0 h 1047803"/>
                <a:gd name="connsiteX4" fmla="*/ 1047853 w 1047852"/>
                <a:gd name="connsiteY4" fmla="*/ 523902 h 104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852" h="1047803">
                  <a:moveTo>
                    <a:pt x="1047853" y="523902"/>
                  </a:moveTo>
                  <a:cubicBezTo>
                    <a:pt x="1047853" y="813245"/>
                    <a:pt x="813283" y="1047804"/>
                    <a:pt x="523926" y="1047804"/>
                  </a:cubicBezTo>
                  <a:cubicBezTo>
                    <a:pt x="234570" y="1047804"/>
                    <a:pt x="0" y="813245"/>
                    <a:pt x="0" y="523902"/>
                  </a:cubicBezTo>
                  <a:cubicBezTo>
                    <a:pt x="0" y="234559"/>
                    <a:pt x="234570" y="0"/>
                    <a:pt x="523926" y="0"/>
                  </a:cubicBezTo>
                  <a:cubicBezTo>
                    <a:pt x="813283" y="0"/>
                    <a:pt x="1047853" y="234559"/>
                    <a:pt x="1047853" y="52390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6200000" scaled="0"/>
            </a:gra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238CCDEE-88D5-3D42-BA6B-B7B2467CFD17}"/>
                </a:ext>
              </a:extLst>
            </p:cNvPr>
            <p:cNvSpPr/>
            <p:nvPr/>
          </p:nvSpPr>
          <p:spPr>
            <a:xfrm>
              <a:off x="6454021" y="5016285"/>
              <a:ext cx="523926" cy="523901"/>
            </a:xfrm>
            <a:custGeom>
              <a:avLst/>
              <a:gdLst>
                <a:gd name="connsiteX0" fmla="*/ 523926 w 523926"/>
                <a:gd name="connsiteY0" fmla="*/ 38925 h 523901"/>
                <a:gd name="connsiteX1" fmla="*/ 523926 w 523926"/>
                <a:gd name="connsiteY1" fmla="*/ 0 h 523901"/>
                <a:gd name="connsiteX2" fmla="*/ 0 w 523926"/>
                <a:gd name="connsiteY2" fmla="*/ 523902 h 523901"/>
                <a:gd name="connsiteX3" fmla="*/ 164190 w 523926"/>
                <a:gd name="connsiteY3" fmla="*/ 523902 h 523901"/>
                <a:gd name="connsiteX4" fmla="*/ 523926 w 523926"/>
                <a:gd name="connsiteY4" fmla="*/ 38925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523926" y="38925"/>
                  </a:moveTo>
                  <a:lnTo>
                    <a:pt x="523926" y="0"/>
                  </a:lnTo>
                  <a:cubicBezTo>
                    <a:pt x="234570" y="0"/>
                    <a:pt x="0" y="234559"/>
                    <a:pt x="0" y="523902"/>
                  </a:cubicBezTo>
                  <a:lnTo>
                    <a:pt x="164190" y="523902"/>
                  </a:lnTo>
                  <a:cubicBezTo>
                    <a:pt x="164190" y="256045"/>
                    <a:pt x="325266" y="38925"/>
                    <a:pt x="523926" y="38925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D68AFDE0-67D6-2A41-A74B-EBEA4B791E7F}"/>
                </a:ext>
              </a:extLst>
            </p:cNvPr>
            <p:cNvSpPr/>
            <p:nvPr/>
          </p:nvSpPr>
          <p:spPr>
            <a:xfrm>
              <a:off x="6977948" y="5540187"/>
              <a:ext cx="523926" cy="523901"/>
            </a:xfrm>
            <a:custGeom>
              <a:avLst/>
              <a:gdLst>
                <a:gd name="connsiteX0" fmla="*/ 0 w 523926"/>
                <a:gd name="connsiteY0" fmla="*/ 484977 h 523901"/>
                <a:gd name="connsiteX1" fmla="*/ 0 w 523926"/>
                <a:gd name="connsiteY1" fmla="*/ 523902 h 523901"/>
                <a:gd name="connsiteX2" fmla="*/ 523926 w 523926"/>
                <a:gd name="connsiteY2" fmla="*/ 0 h 523901"/>
                <a:gd name="connsiteX3" fmla="*/ 359736 w 523926"/>
                <a:gd name="connsiteY3" fmla="*/ 0 h 523901"/>
                <a:gd name="connsiteX4" fmla="*/ 0 w 523926"/>
                <a:gd name="connsiteY4" fmla="*/ 484977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0" y="484977"/>
                  </a:moveTo>
                  <a:lnTo>
                    <a:pt x="0" y="523902"/>
                  </a:lnTo>
                  <a:cubicBezTo>
                    <a:pt x="289357" y="523902"/>
                    <a:pt x="523926" y="289343"/>
                    <a:pt x="523926" y="0"/>
                  </a:cubicBezTo>
                  <a:lnTo>
                    <a:pt x="359736" y="0"/>
                  </a:lnTo>
                  <a:cubicBezTo>
                    <a:pt x="359736" y="267857"/>
                    <a:pt x="198660" y="484977"/>
                    <a:pt x="0" y="484977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7C3C0D61-84B0-9140-83C7-69E890DF61B3}"/>
                </a:ext>
              </a:extLst>
            </p:cNvPr>
            <p:cNvSpPr/>
            <p:nvPr/>
          </p:nvSpPr>
          <p:spPr>
            <a:xfrm rot="21570600">
              <a:off x="6997911" y="3332533"/>
              <a:ext cx="1047852" cy="1047803"/>
            </a:xfrm>
            <a:custGeom>
              <a:avLst/>
              <a:gdLst>
                <a:gd name="connsiteX0" fmla="*/ 1047853 w 1047852"/>
                <a:gd name="connsiteY0" fmla="*/ 523902 h 1047803"/>
                <a:gd name="connsiteX1" fmla="*/ 523926 w 1047852"/>
                <a:gd name="connsiteY1" fmla="*/ 1047803 h 1047803"/>
                <a:gd name="connsiteX2" fmla="*/ 0 w 1047852"/>
                <a:gd name="connsiteY2" fmla="*/ 523902 h 1047803"/>
                <a:gd name="connsiteX3" fmla="*/ 523926 w 1047852"/>
                <a:gd name="connsiteY3" fmla="*/ 0 h 1047803"/>
                <a:gd name="connsiteX4" fmla="*/ 1047853 w 1047852"/>
                <a:gd name="connsiteY4" fmla="*/ 523902 h 104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852" h="1047803">
                  <a:moveTo>
                    <a:pt x="1047853" y="523902"/>
                  </a:moveTo>
                  <a:cubicBezTo>
                    <a:pt x="1047853" y="813245"/>
                    <a:pt x="813283" y="1047803"/>
                    <a:pt x="523926" y="1047803"/>
                  </a:cubicBezTo>
                  <a:cubicBezTo>
                    <a:pt x="234570" y="1047803"/>
                    <a:pt x="0" y="813245"/>
                    <a:pt x="0" y="523902"/>
                  </a:cubicBezTo>
                  <a:cubicBezTo>
                    <a:pt x="0" y="234559"/>
                    <a:pt x="234570" y="0"/>
                    <a:pt x="523926" y="0"/>
                  </a:cubicBezTo>
                  <a:cubicBezTo>
                    <a:pt x="813283" y="0"/>
                    <a:pt x="1047853" y="234559"/>
                    <a:pt x="1047853" y="52390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16200000" scaled="0"/>
            </a:gra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BA83D528-1F11-BF41-B9C9-E78D2F2591FF}"/>
                </a:ext>
              </a:extLst>
            </p:cNvPr>
            <p:cNvSpPr/>
            <p:nvPr/>
          </p:nvSpPr>
          <p:spPr>
            <a:xfrm>
              <a:off x="6998028" y="3332316"/>
              <a:ext cx="523926" cy="523901"/>
            </a:xfrm>
            <a:custGeom>
              <a:avLst/>
              <a:gdLst>
                <a:gd name="connsiteX0" fmla="*/ 523926 w 523926"/>
                <a:gd name="connsiteY0" fmla="*/ 38925 h 523901"/>
                <a:gd name="connsiteX1" fmla="*/ 523926 w 523926"/>
                <a:gd name="connsiteY1" fmla="*/ 0 h 523901"/>
                <a:gd name="connsiteX2" fmla="*/ 0 w 523926"/>
                <a:gd name="connsiteY2" fmla="*/ 523902 h 523901"/>
                <a:gd name="connsiteX3" fmla="*/ 164190 w 523926"/>
                <a:gd name="connsiteY3" fmla="*/ 523902 h 523901"/>
                <a:gd name="connsiteX4" fmla="*/ 523926 w 523926"/>
                <a:gd name="connsiteY4" fmla="*/ 38925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523926" y="38925"/>
                  </a:moveTo>
                  <a:lnTo>
                    <a:pt x="523926" y="0"/>
                  </a:lnTo>
                  <a:cubicBezTo>
                    <a:pt x="234570" y="0"/>
                    <a:pt x="0" y="234559"/>
                    <a:pt x="0" y="523902"/>
                  </a:cubicBezTo>
                  <a:lnTo>
                    <a:pt x="164190" y="523902"/>
                  </a:lnTo>
                  <a:cubicBezTo>
                    <a:pt x="164190" y="256045"/>
                    <a:pt x="325266" y="38925"/>
                    <a:pt x="523926" y="3892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D3DD55FF-1958-B642-8CF4-F3D4187443C2}"/>
                </a:ext>
              </a:extLst>
            </p:cNvPr>
            <p:cNvSpPr/>
            <p:nvPr/>
          </p:nvSpPr>
          <p:spPr>
            <a:xfrm>
              <a:off x="7521955" y="3856217"/>
              <a:ext cx="523926" cy="523901"/>
            </a:xfrm>
            <a:custGeom>
              <a:avLst/>
              <a:gdLst>
                <a:gd name="connsiteX0" fmla="*/ 0 w 523926"/>
                <a:gd name="connsiteY0" fmla="*/ 485031 h 523901"/>
                <a:gd name="connsiteX1" fmla="*/ 0 w 523926"/>
                <a:gd name="connsiteY1" fmla="*/ 523902 h 523901"/>
                <a:gd name="connsiteX2" fmla="*/ 523926 w 523926"/>
                <a:gd name="connsiteY2" fmla="*/ 0 h 523901"/>
                <a:gd name="connsiteX3" fmla="*/ 359736 w 523926"/>
                <a:gd name="connsiteY3" fmla="*/ 0 h 523901"/>
                <a:gd name="connsiteX4" fmla="*/ 0 w 523926"/>
                <a:gd name="connsiteY4" fmla="*/ 485031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0" y="485031"/>
                  </a:moveTo>
                  <a:lnTo>
                    <a:pt x="0" y="523902"/>
                  </a:lnTo>
                  <a:cubicBezTo>
                    <a:pt x="289357" y="523902"/>
                    <a:pt x="523926" y="289343"/>
                    <a:pt x="523926" y="0"/>
                  </a:cubicBezTo>
                  <a:lnTo>
                    <a:pt x="359736" y="0"/>
                  </a:lnTo>
                  <a:cubicBezTo>
                    <a:pt x="359736" y="267857"/>
                    <a:pt x="198660" y="485031"/>
                    <a:pt x="0" y="485031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341A43C2-E698-084B-9582-108EB0F2F2AD}"/>
                </a:ext>
              </a:extLst>
            </p:cNvPr>
            <p:cNvSpPr/>
            <p:nvPr/>
          </p:nvSpPr>
          <p:spPr>
            <a:xfrm>
              <a:off x="5574654" y="2298633"/>
              <a:ext cx="1047852" cy="1047803"/>
            </a:xfrm>
            <a:custGeom>
              <a:avLst/>
              <a:gdLst>
                <a:gd name="connsiteX0" fmla="*/ 0 w 1047852"/>
                <a:gd name="connsiteY0" fmla="*/ 523902 h 1047803"/>
                <a:gd name="connsiteX1" fmla="*/ 523926 w 1047852"/>
                <a:gd name="connsiteY1" fmla="*/ 0 h 1047803"/>
                <a:gd name="connsiteX2" fmla="*/ 1047852 w 1047852"/>
                <a:gd name="connsiteY2" fmla="*/ 523902 h 1047803"/>
                <a:gd name="connsiteX3" fmla="*/ 523926 w 1047852"/>
                <a:gd name="connsiteY3" fmla="*/ 1047804 h 1047803"/>
                <a:gd name="connsiteX4" fmla="*/ 0 w 1047852"/>
                <a:gd name="connsiteY4" fmla="*/ 523902 h 104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852" h="1047803">
                  <a:moveTo>
                    <a:pt x="0" y="523902"/>
                  </a:moveTo>
                  <a:cubicBezTo>
                    <a:pt x="0" y="234559"/>
                    <a:pt x="234570" y="0"/>
                    <a:pt x="523926" y="0"/>
                  </a:cubicBezTo>
                  <a:cubicBezTo>
                    <a:pt x="813283" y="0"/>
                    <a:pt x="1047852" y="234559"/>
                    <a:pt x="1047852" y="523902"/>
                  </a:cubicBezTo>
                  <a:cubicBezTo>
                    <a:pt x="1047852" y="813245"/>
                    <a:pt x="813283" y="1047804"/>
                    <a:pt x="523926" y="1047804"/>
                  </a:cubicBezTo>
                  <a:cubicBezTo>
                    <a:pt x="234570" y="1047804"/>
                    <a:pt x="0" y="813245"/>
                    <a:pt x="0" y="52390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16200000" scaled="0"/>
            </a:gra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B3183A2F-62BA-DB43-AD33-04F4C0F9C2A9}"/>
                </a:ext>
              </a:extLst>
            </p:cNvPr>
            <p:cNvSpPr/>
            <p:nvPr/>
          </p:nvSpPr>
          <p:spPr>
            <a:xfrm>
              <a:off x="5574654" y="2298633"/>
              <a:ext cx="523926" cy="523901"/>
            </a:xfrm>
            <a:custGeom>
              <a:avLst/>
              <a:gdLst>
                <a:gd name="connsiteX0" fmla="*/ 523926 w 523926"/>
                <a:gd name="connsiteY0" fmla="*/ 38925 h 523901"/>
                <a:gd name="connsiteX1" fmla="*/ 523926 w 523926"/>
                <a:gd name="connsiteY1" fmla="*/ 0 h 523901"/>
                <a:gd name="connsiteX2" fmla="*/ 0 w 523926"/>
                <a:gd name="connsiteY2" fmla="*/ 523902 h 523901"/>
                <a:gd name="connsiteX3" fmla="*/ 164190 w 523926"/>
                <a:gd name="connsiteY3" fmla="*/ 523902 h 523901"/>
                <a:gd name="connsiteX4" fmla="*/ 523926 w 523926"/>
                <a:gd name="connsiteY4" fmla="*/ 38925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523926" y="38925"/>
                  </a:moveTo>
                  <a:lnTo>
                    <a:pt x="523926" y="0"/>
                  </a:lnTo>
                  <a:cubicBezTo>
                    <a:pt x="234570" y="0"/>
                    <a:pt x="0" y="234559"/>
                    <a:pt x="0" y="523902"/>
                  </a:cubicBezTo>
                  <a:lnTo>
                    <a:pt x="164190" y="523902"/>
                  </a:lnTo>
                  <a:cubicBezTo>
                    <a:pt x="164190" y="256045"/>
                    <a:pt x="325266" y="38925"/>
                    <a:pt x="523926" y="38925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D6F281DA-0BCC-454C-8970-0571FC9CC236}"/>
                </a:ext>
              </a:extLst>
            </p:cNvPr>
            <p:cNvSpPr/>
            <p:nvPr/>
          </p:nvSpPr>
          <p:spPr>
            <a:xfrm>
              <a:off x="6098581" y="2822534"/>
              <a:ext cx="523926" cy="523901"/>
            </a:xfrm>
            <a:custGeom>
              <a:avLst/>
              <a:gdLst>
                <a:gd name="connsiteX0" fmla="*/ 0 w 523926"/>
                <a:gd name="connsiteY0" fmla="*/ 484977 h 523901"/>
                <a:gd name="connsiteX1" fmla="*/ 0 w 523926"/>
                <a:gd name="connsiteY1" fmla="*/ 523902 h 523901"/>
                <a:gd name="connsiteX2" fmla="*/ 523926 w 523926"/>
                <a:gd name="connsiteY2" fmla="*/ 0 h 523901"/>
                <a:gd name="connsiteX3" fmla="*/ 359736 w 523926"/>
                <a:gd name="connsiteY3" fmla="*/ 0 h 523901"/>
                <a:gd name="connsiteX4" fmla="*/ 0 w 523926"/>
                <a:gd name="connsiteY4" fmla="*/ 484977 h 523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26" h="523901">
                  <a:moveTo>
                    <a:pt x="0" y="484977"/>
                  </a:moveTo>
                  <a:lnTo>
                    <a:pt x="0" y="523902"/>
                  </a:lnTo>
                  <a:cubicBezTo>
                    <a:pt x="289356" y="523902"/>
                    <a:pt x="523926" y="289343"/>
                    <a:pt x="523926" y="0"/>
                  </a:cubicBezTo>
                  <a:lnTo>
                    <a:pt x="359736" y="0"/>
                  </a:lnTo>
                  <a:cubicBezTo>
                    <a:pt x="359736" y="267857"/>
                    <a:pt x="198714" y="484977"/>
                    <a:pt x="0" y="48497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  <a:alpha val="50000"/>
              </a:schemeClr>
            </a:solidFill>
            <a:ln w="53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8DE4E3FE-E831-9C45-A5D6-A4E81FB151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52268" y="5262355"/>
              <a:ext cx="533676" cy="533651"/>
            </a:xfrm>
            <a:custGeom>
              <a:avLst/>
              <a:gdLst>
                <a:gd name="connsiteX0" fmla="*/ 0 w 485160"/>
                <a:gd name="connsiteY0" fmla="*/ 242569 h 485137"/>
                <a:gd name="connsiteX1" fmla="*/ 242580 w 485160"/>
                <a:gd name="connsiteY1" fmla="*/ 0 h 485137"/>
                <a:gd name="connsiteX2" fmla="*/ 485161 w 485160"/>
                <a:gd name="connsiteY2" fmla="*/ 242569 h 485137"/>
                <a:gd name="connsiteX3" fmla="*/ 242580 w 485160"/>
                <a:gd name="connsiteY3" fmla="*/ 485138 h 485137"/>
                <a:gd name="connsiteX4" fmla="*/ 242527 w 485160"/>
                <a:gd name="connsiteY4" fmla="*/ 485138 h 485137"/>
                <a:gd name="connsiteX5" fmla="*/ 0 w 485160"/>
                <a:gd name="connsiteY5" fmla="*/ 242623 h 485137"/>
                <a:gd name="connsiteX6" fmla="*/ 0 w 485160"/>
                <a:gd name="connsiteY6" fmla="*/ 242569 h 485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5160" h="485137">
                  <a:moveTo>
                    <a:pt x="0" y="242569"/>
                  </a:moveTo>
                  <a:cubicBezTo>
                    <a:pt x="0" y="108602"/>
                    <a:pt x="108607" y="0"/>
                    <a:pt x="242580" y="0"/>
                  </a:cubicBezTo>
                  <a:cubicBezTo>
                    <a:pt x="376554" y="0"/>
                    <a:pt x="485161" y="108602"/>
                    <a:pt x="485161" y="242569"/>
                  </a:cubicBezTo>
                  <a:cubicBezTo>
                    <a:pt x="485161" y="376536"/>
                    <a:pt x="376554" y="485138"/>
                    <a:pt x="242580" y="485138"/>
                  </a:cubicBezTo>
                  <a:cubicBezTo>
                    <a:pt x="242562" y="485138"/>
                    <a:pt x="242544" y="485138"/>
                    <a:pt x="242527" y="485138"/>
                  </a:cubicBezTo>
                  <a:cubicBezTo>
                    <a:pt x="108583" y="485138"/>
                    <a:pt x="0" y="376560"/>
                    <a:pt x="0" y="242623"/>
                  </a:cubicBezTo>
                  <a:cubicBezTo>
                    <a:pt x="0" y="242605"/>
                    <a:pt x="0" y="242587"/>
                    <a:pt x="0" y="242569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6200000" scaled="0"/>
            </a:gradFill>
            <a:ln w="12700" cap="rnd">
              <a:solidFill>
                <a:srgbClr val="FFFFFF">
                  <a:alpha val="50000"/>
                </a:srgbClr>
              </a:solidFill>
              <a:prstDash val="solid"/>
              <a:round/>
            </a:ln>
            <a:effectLst>
              <a:outerShdw blurRad="127000" sx="104000" sy="104000" algn="ctr" rotWithShape="0">
                <a:prstClr val="black">
                  <a:alpha val="30000"/>
                </a:prstClr>
              </a:outerShdw>
            </a:effectLst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F9DF64EB-1F5A-C94D-A8FA-CBEA7FFCD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08373" y="3589451"/>
              <a:ext cx="533558" cy="533533"/>
            </a:xfrm>
            <a:custGeom>
              <a:avLst/>
              <a:gdLst>
                <a:gd name="connsiteX0" fmla="*/ 0 w 485053"/>
                <a:gd name="connsiteY0" fmla="*/ 242515 h 485030"/>
                <a:gd name="connsiteX1" fmla="*/ 242527 w 485053"/>
                <a:gd name="connsiteY1" fmla="*/ 0 h 485030"/>
                <a:gd name="connsiteX2" fmla="*/ 485053 w 485053"/>
                <a:gd name="connsiteY2" fmla="*/ 242515 h 485030"/>
                <a:gd name="connsiteX3" fmla="*/ 242527 w 485053"/>
                <a:gd name="connsiteY3" fmla="*/ 485031 h 485030"/>
                <a:gd name="connsiteX4" fmla="*/ 0 w 485053"/>
                <a:gd name="connsiteY4" fmla="*/ 242515 h 48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053" h="485030">
                  <a:moveTo>
                    <a:pt x="0" y="242515"/>
                  </a:moveTo>
                  <a:cubicBezTo>
                    <a:pt x="0" y="108578"/>
                    <a:pt x="108583" y="0"/>
                    <a:pt x="242527" y="0"/>
                  </a:cubicBezTo>
                  <a:cubicBezTo>
                    <a:pt x="376470" y="0"/>
                    <a:pt x="485053" y="108578"/>
                    <a:pt x="485053" y="242515"/>
                  </a:cubicBezTo>
                  <a:cubicBezTo>
                    <a:pt x="485053" y="376453"/>
                    <a:pt x="376470" y="485031"/>
                    <a:pt x="242527" y="485031"/>
                  </a:cubicBezTo>
                  <a:cubicBezTo>
                    <a:pt x="108583" y="485031"/>
                    <a:pt x="0" y="376453"/>
                    <a:pt x="0" y="242515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6200000" scaled="0"/>
            </a:gradFill>
            <a:ln w="12700" cap="rnd">
              <a:solidFill>
                <a:srgbClr val="FFFFFF">
                  <a:alpha val="50000"/>
                </a:srgbClr>
              </a:solidFill>
              <a:prstDash val="solid"/>
              <a:round/>
            </a:ln>
            <a:effectLst>
              <a:outerShdw blurRad="127000" sx="104000" sy="104000" algn="ctr" rotWithShape="0">
                <a:prstClr val="black">
                  <a:alpha val="30000"/>
                </a:prstClr>
              </a:outerShdw>
            </a:effectLst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8F5FA77C-884C-8E40-948B-FC58BD4B03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831742" y="2555709"/>
              <a:ext cx="533676" cy="533651"/>
            </a:xfrm>
            <a:custGeom>
              <a:avLst/>
              <a:gdLst>
                <a:gd name="connsiteX0" fmla="*/ 0 w 485160"/>
                <a:gd name="connsiteY0" fmla="*/ 242569 h 485137"/>
                <a:gd name="connsiteX1" fmla="*/ 242580 w 485160"/>
                <a:gd name="connsiteY1" fmla="*/ 0 h 485137"/>
                <a:gd name="connsiteX2" fmla="*/ 485161 w 485160"/>
                <a:gd name="connsiteY2" fmla="*/ 242569 h 485137"/>
                <a:gd name="connsiteX3" fmla="*/ 242580 w 485160"/>
                <a:gd name="connsiteY3" fmla="*/ 485138 h 485137"/>
                <a:gd name="connsiteX4" fmla="*/ 242527 w 485160"/>
                <a:gd name="connsiteY4" fmla="*/ 485138 h 485137"/>
                <a:gd name="connsiteX5" fmla="*/ 0 w 485160"/>
                <a:gd name="connsiteY5" fmla="*/ 242623 h 485137"/>
                <a:gd name="connsiteX6" fmla="*/ 0 w 485160"/>
                <a:gd name="connsiteY6" fmla="*/ 242569 h 485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5160" h="485137">
                  <a:moveTo>
                    <a:pt x="0" y="242569"/>
                  </a:moveTo>
                  <a:cubicBezTo>
                    <a:pt x="0" y="108602"/>
                    <a:pt x="108607" y="0"/>
                    <a:pt x="242580" y="0"/>
                  </a:cubicBezTo>
                  <a:cubicBezTo>
                    <a:pt x="376554" y="0"/>
                    <a:pt x="485161" y="108602"/>
                    <a:pt x="485161" y="242569"/>
                  </a:cubicBezTo>
                  <a:cubicBezTo>
                    <a:pt x="485161" y="376536"/>
                    <a:pt x="376554" y="485138"/>
                    <a:pt x="242580" y="485138"/>
                  </a:cubicBezTo>
                  <a:cubicBezTo>
                    <a:pt x="242563" y="485138"/>
                    <a:pt x="242545" y="485138"/>
                    <a:pt x="242527" y="485138"/>
                  </a:cubicBezTo>
                  <a:cubicBezTo>
                    <a:pt x="108583" y="485138"/>
                    <a:pt x="0" y="376560"/>
                    <a:pt x="0" y="242623"/>
                  </a:cubicBezTo>
                  <a:cubicBezTo>
                    <a:pt x="0" y="242605"/>
                    <a:pt x="0" y="242587"/>
                    <a:pt x="0" y="24256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16200000" scaled="0"/>
            </a:gradFill>
            <a:ln w="12700" cap="rnd">
              <a:solidFill>
                <a:srgbClr val="FFFFFF">
                  <a:alpha val="50000"/>
                </a:srgbClr>
              </a:solidFill>
              <a:prstDash val="solid"/>
              <a:round/>
            </a:ln>
            <a:effectLst>
              <a:outerShdw blurRad="127000" sx="104000" sy="104000" algn="ctr" rotWithShape="0">
                <a:prstClr val="black">
                  <a:alpha val="30000"/>
                </a:prstClr>
              </a:outerShdw>
            </a:effectLst>
          </p:spPr>
          <p:txBody>
            <a:bodyPr rtlCol="0" anchor="ctr"/>
            <a:lstStyle/>
            <a:p>
              <a:endParaRPr lang="en-EG" dirty="0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DE09403-168D-CE4B-AC22-C745FF0B27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254999" y="3589609"/>
              <a:ext cx="533676" cy="533651"/>
            </a:xfrm>
            <a:custGeom>
              <a:avLst/>
              <a:gdLst>
                <a:gd name="connsiteX0" fmla="*/ 0 w 485160"/>
                <a:gd name="connsiteY0" fmla="*/ 242569 h 485137"/>
                <a:gd name="connsiteX1" fmla="*/ 242580 w 485160"/>
                <a:gd name="connsiteY1" fmla="*/ 0 h 485137"/>
                <a:gd name="connsiteX2" fmla="*/ 485161 w 485160"/>
                <a:gd name="connsiteY2" fmla="*/ 242569 h 485137"/>
                <a:gd name="connsiteX3" fmla="*/ 242580 w 485160"/>
                <a:gd name="connsiteY3" fmla="*/ 485138 h 485137"/>
                <a:gd name="connsiteX4" fmla="*/ 0 w 485160"/>
                <a:gd name="connsiteY4" fmla="*/ 242676 h 485137"/>
                <a:gd name="connsiteX5" fmla="*/ 0 w 485160"/>
                <a:gd name="connsiteY5" fmla="*/ 242569 h 485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5160" h="485137">
                  <a:moveTo>
                    <a:pt x="0" y="242569"/>
                  </a:moveTo>
                  <a:cubicBezTo>
                    <a:pt x="0" y="108602"/>
                    <a:pt x="108607" y="0"/>
                    <a:pt x="242580" y="0"/>
                  </a:cubicBezTo>
                  <a:cubicBezTo>
                    <a:pt x="376554" y="0"/>
                    <a:pt x="485161" y="108602"/>
                    <a:pt x="485161" y="242569"/>
                  </a:cubicBezTo>
                  <a:cubicBezTo>
                    <a:pt x="485161" y="376536"/>
                    <a:pt x="376554" y="485138"/>
                    <a:pt x="242580" y="485138"/>
                  </a:cubicBezTo>
                  <a:cubicBezTo>
                    <a:pt x="108636" y="485168"/>
                    <a:pt x="29" y="376614"/>
                    <a:pt x="0" y="242676"/>
                  </a:cubicBezTo>
                  <a:cubicBezTo>
                    <a:pt x="0" y="242641"/>
                    <a:pt x="0" y="242605"/>
                    <a:pt x="0" y="242569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16200000" scaled="0"/>
            </a:gradFill>
            <a:ln w="12700" cap="rnd">
              <a:solidFill>
                <a:srgbClr val="FFFFFF">
                  <a:alpha val="50000"/>
                </a:srgbClr>
              </a:solidFill>
              <a:prstDash val="solid"/>
              <a:round/>
            </a:ln>
            <a:effectLst>
              <a:outerShdw blurRad="127000" sx="104000" sy="104000" algn="ctr" rotWithShape="0">
                <a:prstClr val="black">
                  <a:alpha val="30000"/>
                </a:prstClr>
              </a:outerShdw>
            </a:effectLst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2D8B9E95-BF2E-D149-A4B8-D23EA22219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11135" y="5273346"/>
              <a:ext cx="533676" cy="533651"/>
            </a:xfrm>
            <a:custGeom>
              <a:avLst/>
              <a:gdLst>
                <a:gd name="connsiteX0" fmla="*/ 0 w 485160"/>
                <a:gd name="connsiteY0" fmla="*/ 242623 h 485137"/>
                <a:gd name="connsiteX1" fmla="*/ 242527 w 485160"/>
                <a:gd name="connsiteY1" fmla="*/ 0 h 485137"/>
                <a:gd name="connsiteX2" fmla="*/ 485161 w 485160"/>
                <a:gd name="connsiteY2" fmla="*/ 242515 h 485137"/>
                <a:gd name="connsiteX3" fmla="*/ 242634 w 485160"/>
                <a:gd name="connsiteY3" fmla="*/ 485138 h 485137"/>
                <a:gd name="connsiteX4" fmla="*/ 242580 w 485160"/>
                <a:gd name="connsiteY4" fmla="*/ 485138 h 485137"/>
                <a:gd name="connsiteX5" fmla="*/ 0 w 485160"/>
                <a:gd name="connsiteY5" fmla="*/ 242623 h 485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5160" h="485137">
                  <a:moveTo>
                    <a:pt x="0" y="242623"/>
                  </a:moveTo>
                  <a:cubicBezTo>
                    <a:pt x="-30" y="108656"/>
                    <a:pt x="108553" y="30"/>
                    <a:pt x="242527" y="0"/>
                  </a:cubicBezTo>
                  <a:cubicBezTo>
                    <a:pt x="376500" y="-29"/>
                    <a:pt x="485131" y="108548"/>
                    <a:pt x="485161" y="242515"/>
                  </a:cubicBezTo>
                  <a:cubicBezTo>
                    <a:pt x="485190" y="376482"/>
                    <a:pt x="376607" y="485108"/>
                    <a:pt x="242634" y="485138"/>
                  </a:cubicBezTo>
                  <a:cubicBezTo>
                    <a:pt x="242616" y="485138"/>
                    <a:pt x="242598" y="485138"/>
                    <a:pt x="242580" y="485138"/>
                  </a:cubicBezTo>
                  <a:cubicBezTo>
                    <a:pt x="108628" y="485138"/>
                    <a:pt x="30" y="376569"/>
                    <a:pt x="0" y="24262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6200000" scaled="0"/>
            </a:gradFill>
            <a:ln w="12700" cap="rnd">
              <a:solidFill>
                <a:srgbClr val="FFFFFF">
                  <a:alpha val="50000"/>
                </a:srgbClr>
              </a:solidFill>
              <a:prstDash val="solid"/>
              <a:round/>
            </a:ln>
            <a:effectLst>
              <a:outerShdw blurRad="127000" sx="104000" sy="104000" algn="ctr" rotWithShape="0">
                <a:prstClr val="black">
                  <a:alpha val="30000"/>
                </a:prstClr>
              </a:outerShdw>
            </a:effectLst>
          </p:spPr>
          <p:txBody>
            <a:bodyPr rtlCol="0" anchor="ctr"/>
            <a:lstStyle/>
            <a:p>
              <a:endParaRPr lang="en-EG"/>
            </a:p>
          </p:txBody>
        </p:sp>
        <p:grpSp>
          <p:nvGrpSpPr>
            <p:cNvPr id="89" name="Graphic 79">
              <a:extLst>
                <a:ext uri="{FF2B5EF4-FFF2-40B4-BE49-F238E27FC236}">
                  <a16:creationId xmlns:a16="http://schemas.microsoft.com/office/drawing/2014/main" id="{53C353EB-B0C3-6144-8936-6BC22EFD66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500086" y="3724498"/>
              <a:ext cx="350133" cy="263439"/>
              <a:chOff x="5954223" y="2586133"/>
              <a:chExt cx="385146" cy="289783"/>
            </a:xfrm>
            <a:solidFill>
              <a:srgbClr val="FFFFFF"/>
            </a:solidFill>
          </p:grpSpPr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8C798405-3B03-934D-ACBF-C911E946E179}"/>
                  </a:ext>
                </a:extLst>
              </p:cNvPr>
              <p:cNvSpPr/>
              <p:nvPr/>
            </p:nvSpPr>
            <p:spPr>
              <a:xfrm>
                <a:off x="5954223" y="2862215"/>
                <a:ext cx="385146" cy="13701"/>
              </a:xfrm>
              <a:custGeom>
                <a:avLst/>
                <a:gdLst>
                  <a:gd name="connsiteX0" fmla="*/ 377373 w 385146"/>
                  <a:gd name="connsiteY0" fmla="*/ 13645 h 13701"/>
                  <a:gd name="connsiteX1" fmla="*/ 7774 w 385146"/>
                  <a:gd name="connsiteY1" fmla="*/ 13645 h 13701"/>
                  <a:gd name="connsiteX2" fmla="*/ 57 w 385146"/>
                  <a:gd name="connsiteY2" fmla="*/ 7726 h 13701"/>
                  <a:gd name="connsiteX3" fmla="*/ 6013 w 385146"/>
                  <a:gd name="connsiteY3" fmla="*/ 57 h 13701"/>
                  <a:gd name="connsiteX4" fmla="*/ 7774 w 385146"/>
                  <a:gd name="connsiteY4" fmla="*/ 57 h 13701"/>
                  <a:gd name="connsiteX5" fmla="*/ 377373 w 385146"/>
                  <a:gd name="connsiteY5" fmla="*/ 57 h 13701"/>
                  <a:gd name="connsiteX6" fmla="*/ 385090 w 385146"/>
                  <a:gd name="connsiteY6" fmla="*/ 5976 h 13701"/>
                  <a:gd name="connsiteX7" fmla="*/ 379134 w 385146"/>
                  <a:gd name="connsiteY7" fmla="*/ 13645 h 13701"/>
                  <a:gd name="connsiteX8" fmla="*/ 377373 w 385146"/>
                  <a:gd name="connsiteY8" fmla="*/ 13645 h 13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5146" h="13701">
                    <a:moveTo>
                      <a:pt x="377373" y="13645"/>
                    </a:moveTo>
                    <a:lnTo>
                      <a:pt x="7774" y="13645"/>
                    </a:lnTo>
                    <a:cubicBezTo>
                      <a:pt x="3999" y="14128"/>
                      <a:pt x="544" y="11478"/>
                      <a:pt x="57" y="7726"/>
                    </a:cubicBezTo>
                    <a:cubicBezTo>
                      <a:pt x="-429" y="3974"/>
                      <a:pt x="2237" y="540"/>
                      <a:pt x="6013" y="57"/>
                    </a:cubicBezTo>
                    <a:cubicBezTo>
                      <a:pt x="6597" y="-18"/>
                      <a:pt x="7189" y="-18"/>
                      <a:pt x="7774" y="57"/>
                    </a:cubicBezTo>
                    <a:lnTo>
                      <a:pt x="377373" y="57"/>
                    </a:lnTo>
                    <a:cubicBezTo>
                      <a:pt x="381148" y="-427"/>
                      <a:pt x="384603" y="2223"/>
                      <a:pt x="385090" y="5976"/>
                    </a:cubicBezTo>
                    <a:cubicBezTo>
                      <a:pt x="385576" y="9728"/>
                      <a:pt x="382910" y="13161"/>
                      <a:pt x="379134" y="13645"/>
                    </a:cubicBezTo>
                    <a:cubicBezTo>
                      <a:pt x="378550" y="13720"/>
                      <a:pt x="377958" y="13720"/>
                      <a:pt x="377373" y="13645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D5C95B5D-53EB-9F4D-BF69-ED743F9037EC}"/>
                  </a:ext>
                </a:extLst>
              </p:cNvPr>
              <p:cNvSpPr/>
              <p:nvPr/>
            </p:nvSpPr>
            <p:spPr>
              <a:xfrm>
                <a:off x="5990980" y="2640596"/>
                <a:ext cx="78812" cy="197509"/>
              </a:xfrm>
              <a:custGeom>
                <a:avLst/>
                <a:gdLst>
                  <a:gd name="connsiteX0" fmla="*/ 71920 w 78812"/>
                  <a:gd name="connsiteY0" fmla="*/ 196634 h 197509"/>
                  <a:gd name="connsiteX1" fmla="*/ 65139 w 78812"/>
                  <a:gd name="connsiteY1" fmla="*/ 189897 h 197509"/>
                  <a:gd name="connsiteX2" fmla="*/ 65140 w 78812"/>
                  <a:gd name="connsiteY2" fmla="*/ 189783 h 197509"/>
                  <a:gd name="connsiteX3" fmla="*/ 65140 w 78812"/>
                  <a:gd name="connsiteY3" fmla="*/ 13589 h 197509"/>
                  <a:gd name="connsiteX4" fmla="*/ 13729 w 78812"/>
                  <a:gd name="connsiteY4" fmla="*/ 13589 h 197509"/>
                  <a:gd name="connsiteX5" fmla="*/ 13729 w 78812"/>
                  <a:gd name="connsiteY5" fmla="*/ 189783 h 197509"/>
                  <a:gd name="connsiteX6" fmla="*/ 7773 w 78812"/>
                  <a:gd name="connsiteY6" fmla="*/ 197453 h 197509"/>
                  <a:gd name="connsiteX7" fmla="*/ 56 w 78812"/>
                  <a:gd name="connsiteY7" fmla="*/ 191534 h 197509"/>
                  <a:gd name="connsiteX8" fmla="*/ 56 w 78812"/>
                  <a:gd name="connsiteY8" fmla="*/ 189783 h 197509"/>
                  <a:gd name="connsiteX9" fmla="*/ 56 w 78812"/>
                  <a:gd name="connsiteY9" fmla="*/ 6739 h 197509"/>
                  <a:gd name="connsiteX10" fmla="*/ 6835 w 78812"/>
                  <a:gd name="connsiteY10" fmla="*/ 0 h 197509"/>
                  <a:gd name="connsiteX11" fmla="*/ 6949 w 78812"/>
                  <a:gd name="connsiteY11" fmla="*/ 1 h 197509"/>
                  <a:gd name="connsiteX12" fmla="*/ 71920 w 78812"/>
                  <a:gd name="connsiteY12" fmla="*/ 1 h 197509"/>
                  <a:gd name="connsiteX13" fmla="*/ 78811 w 78812"/>
                  <a:gd name="connsiteY13" fmla="*/ 6626 h 197509"/>
                  <a:gd name="connsiteX14" fmla="*/ 78812 w 78812"/>
                  <a:gd name="connsiteY14" fmla="*/ 6739 h 197509"/>
                  <a:gd name="connsiteX15" fmla="*/ 78812 w 78812"/>
                  <a:gd name="connsiteY15" fmla="*/ 189783 h 197509"/>
                  <a:gd name="connsiteX16" fmla="*/ 71920 w 78812"/>
                  <a:gd name="connsiteY16" fmla="*/ 196634 h 197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8812" h="197509">
                    <a:moveTo>
                      <a:pt x="71920" y="196634"/>
                    </a:moveTo>
                    <a:cubicBezTo>
                      <a:pt x="68176" y="196634"/>
                      <a:pt x="65140" y="193618"/>
                      <a:pt x="65139" y="189897"/>
                    </a:cubicBezTo>
                    <a:cubicBezTo>
                      <a:pt x="65139" y="189859"/>
                      <a:pt x="65140" y="189821"/>
                      <a:pt x="65140" y="189783"/>
                    </a:cubicBezTo>
                    <a:lnTo>
                      <a:pt x="65140" y="13589"/>
                    </a:lnTo>
                    <a:lnTo>
                      <a:pt x="13729" y="13589"/>
                    </a:lnTo>
                    <a:lnTo>
                      <a:pt x="13729" y="189783"/>
                    </a:lnTo>
                    <a:cubicBezTo>
                      <a:pt x="14215" y="193536"/>
                      <a:pt x="11549" y="196969"/>
                      <a:pt x="7773" y="197453"/>
                    </a:cubicBezTo>
                    <a:cubicBezTo>
                      <a:pt x="3998" y="197936"/>
                      <a:pt x="543" y="195286"/>
                      <a:pt x="56" y="191534"/>
                    </a:cubicBezTo>
                    <a:cubicBezTo>
                      <a:pt x="-19" y="190953"/>
                      <a:pt x="-19" y="190365"/>
                      <a:pt x="56" y="189783"/>
                    </a:cubicBezTo>
                    <a:lnTo>
                      <a:pt x="56" y="6739"/>
                    </a:lnTo>
                    <a:cubicBezTo>
                      <a:pt x="56" y="3018"/>
                      <a:pt x="3091" y="1"/>
                      <a:pt x="6835" y="0"/>
                    </a:cubicBezTo>
                    <a:cubicBezTo>
                      <a:pt x="6873" y="0"/>
                      <a:pt x="6911" y="0"/>
                      <a:pt x="6949" y="1"/>
                    </a:cubicBezTo>
                    <a:lnTo>
                      <a:pt x="71920" y="1"/>
                    </a:lnTo>
                    <a:cubicBezTo>
                      <a:pt x="75664" y="-61"/>
                      <a:pt x="78749" y="2905"/>
                      <a:pt x="78811" y="6626"/>
                    </a:cubicBezTo>
                    <a:cubicBezTo>
                      <a:pt x="78812" y="6663"/>
                      <a:pt x="78812" y="6701"/>
                      <a:pt x="78812" y="6739"/>
                    </a:cubicBezTo>
                    <a:lnTo>
                      <a:pt x="78812" y="189783"/>
                    </a:lnTo>
                    <a:cubicBezTo>
                      <a:pt x="78812" y="193567"/>
                      <a:pt x="75726" y="196634"/>
                      <a:pt x="71920" y="196634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16B56A39-1203-F148-85AC-F34FA5B7F4FC}"/>
                  </a:ext>
                </a:extLst>
              </p:cNvPr>
              <p:cNvSpPr/>
              <p:nvPr/>
            </p:nvSpPr>
            <p:spPr>
              <a:xfrm>
                <a:off x="6107362" y="2612972"/>
                <a:ext cx="78812" cy="225133"/>
              </a:xfrm>
              <a:custGeom>
                <a:avLst/>
                <a:gdLst>
                  <a:gd name="connsiteX0" fmla="*/ 71920 w 78812"/>
                  <a:gd name="connsiteY0" fmla="*/ 224258 h 225133"/>
                  <a:gd name="connsiteX1" fmla="*/ 65139 w 78812"/>
                  <a:gd name="connsiteY1" fmla="*/ 217521 h 225133"/>
                  <a:gd name="connsiteX2" fmla="*/ 65140 w 78812"/>
                  <a:gd name="connsiteY2" fmla="*/ 217408 h 225133"/>
                  <a:gd name="connsiteX3" fmla="*/ 65140 w 78812"/>
                  <a:gd name="connsiteY3" fmla="*/ 13925 h 225133"/>
                  <a:gd name="connsiteX4" fmla="*/ 13729 w 78812"/>
                  <a:gd name="connsiteY4" fmla="*/ 13925 h 225133"/>
                  <a:gd name="connsiteX5" fmla="*/ 13729 w 78812"/>
                  <a:gd name="connsiteY5" fmla="*/ 217408 h 225133"/>
                  <a:gd name="connsiteX6" fmla="*/ 7773 w 78812"/>
                  <a:gd name="connsiteY6" fmla="*/ 225077 h 225133"/>
                  <a:gd name="connsiteX7" fmla="*/ 57 w 78812"/>
                  <a:gd name="connsiteY7" fmla="*/ 219158 h 225133"/>
                  <a:gd name="connsiteX8" fmla="*/ 57 w 78812"/>
                  <a:gd name="connsiteY8" fmla="*/ 217408 h 225133"/>
                  <a:gd name="connsiteX9" fmla="*/ 57 w 78812"/>
                  <a:gd name="connsiteY9" fmla="*/ 6850 h 225133"/>
                  <a:gd name="connsiteX10" fmla="*/ 6949 w 78812"/>
                  <a:gd name="connsiteY10" fmla="*/ 0 h 225133"/>
                  <a:gd name="connsiteX11" fmla="*/ 71920 w 78812"/>
                  <a:gd name="connsiteY11" fmla="*/ 0 h 225133"/>
                  <a:gd name="connsiteX12" fmla="*/ 78812 w 78812"/>
                  <a:gd name="connsiteY12" fmla="*/ 6850 h 225133"/>
                  <a:gd name="connsiteX13" fmla="*/ 78812 w 78812"/>
                  <a:gd name="connsiteY13" fmla="*/ 217408 h 225133"/>
                  <a:gd name="connsiteX14" fmla="*/ 71920 w 78812"/>
                  <a:gd name="connsiteY14" fmla="*/ 224258 h 225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8812" h="225133">
                    <a:moveTo>
                      <a:pt x="71920" y="224258"/>
                    </a:moveTo>
                    <a:cubicBezTo>
                      <a:pt x="68176" y="224258"/>
                      <a:pt x="65140" y="221242"/>
                      <a:pt x="65139" y="217521"/>
                    </a:cubicBezTo>
                    <a:cubicBezTo>
                      <a:pt x="65139" y="217483"/>
                      <a:pt x="65140" y="217445"/>
                      <a:pt x="65140" y="217408"/>
                    </a:cubicBezTo>
                    <a:lnTo>
                      <a:pt x="65140" y="13925"/>
                    </a:lnTo>
                    <a:lnTo>
                      <a:pt x="13729" y="13925"/>
                    </a:lnTo>
                    <a:lnTo>
                      <a:pt x="13729" y="217408"/>
                    </a:lnTo>
                    <a:cubicBezTo>
                      <a:pt x="14215" y="221160"/>
                      <a:pt x="11549" y="224593"/>
                      <a:pt x="7773" y="225077"/>
                    </a:cubicBezTo>
                    <a:cubicBezTo>
                      <a:pt x="3998" y="225560"/>
                      <a:pt x="543" y="222910"/>
                      <a:pt x="57" y="219158"/>
                    </a:cubicBezTo>
                    <a:cubicBezTo>
                      <a:pt x="-19" y="218577"/>
                      <a:pt x="-19" y="217989"/>
                      <a:pt x="57" y="217408"/>
                    </a:cubicBezTo>
                    <a:lnTo>
                      <a:pt x="57" y="6850"/>
                    </a:lnTo>
                    <a:cubicBezTo>
                      <a:pt x="57" y="3067"/>
                      <a:pt x="3142" y="0"/>
                      <a:pt x="6949" y="0"/>
                    </a:cubicBezTo>
                    <a:lnTo>
                      <a:pt x="71920" y="0"/>
                    </a:lnTo>
                    <a:cubicBezTo>
                      <a:pt x="75726" y="0"/>
                      <a:pt x="78812" y="3067"/>
                      <a:pt x="78812" y="6850"/>
                    </a:cubicBezTo>
                    <a:lnTo>
                      <a:pt x="78812" y="217408"/>
                    </a:lnTo>
                    <a:cubicBezTo>
                      <a:pt x="78812" y="221191"/>
                      <a:pt x="75727" y="224258"/>
                      <a:pt x="71920" y="224258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82A9F2C4-0809-8543-80C8-0433498707CB}"/>
                  </a:ext>
                </a:extLst>
              </p:cNvPr>
              <p:cNvSpPr/>
              <p:nvPr/>
            </p:nvSpPr>
            <p:spPr>
              <a:xfrm>
                <a:off x="6223800" y="2586133"/>
                <a:ext cx="78756" cy="251097"/>
              </a:xfrm>
              <a:custGeom>
                <a:avLst/>
                <a:gdLst>
                  <a:gd name="connsiteX0" fmla="*/ 6781 w 78756"/>
                  <a:gd name="connsiteY0" fmla="*/ 251097 h 251097"/>
                  <a:gd name="connsiteX1" fmla="*/ 0 w 78756"/>
                  <a:gd name="connsiteY1" fmla="*/ 244360 h 251097"/>
                  <a:gd name="connsiteX2" fmla="*/ 1 w 78756"/>
                  <a:gd name="connsiteY2" fmla="*/ 244247 h 251097"/>
                  <a:gd name="connsiteX3" fmla="*/ 1 w 78756"/>
                  <a:gd name="connsiteY3" fmla="*/ 6850 h 251097"/>
                  <a:gd name="connsiteX4" fmla="*/ 6667 w 78756"/>
                  <a:gd name="connsiteY4" fmla="*/ 1 h 251097"/>
                  <a:gd name="connsiteX5" fmla="*/ 6781 w 78756"/>
                  <a:gd name="connsiteY5" fmla="*/ 0 h 251097"/>
                  <a:gd name="connsiteX6" fmla="*/ 71864 w 78756"/>
                  <a:gd name="connsiteY6" fmla="*/ 0 h 251097"/>
                  <a:gd name="connsiteX7" fmla="*/ 78757 w 78756"/>
                  <a:gd name="connsiteY7" fmla="*/ 6850 h 251097"/>
                  <a:gd name="connsiteX8" fmla="*/ 78757 w 78756"/>
                  <a:gd name="connsiteY8" fmla="*/ 55026 h 251097"/>
                  <a:gd name="connsiteX9" fmla="*/ 71864 w 78756"/>
                  <a:gd name="connsiteY9" fmla="*/ 61876 h 251097"/>
                  <a:gd name="connsiteX10" fmla="*/ 64972 w 78756"/>
                  <a:gd name="connsiteY10" fmla="*/ 55026 h 251097"/>
                  <a:gd name="connsiteX11" fmla="*/ 64972 w 78756"/>
                  <a:gd name="connsiteY11" fmla="*/ 13588 h 251097"/>
                  <a:gd name="connsiteX12" fmla="*/ 13786 w 78756"/>
                  <a:gd name="connsiteY12" fmla="*/ 13588 h 251097"/>
                  <a:gd name="connsiteX13" fmla="*/ 13786 w 78756"/>
                  <a:gd name="connsiteY13" fmla="*/ 244247 h 251097"/>
                  <a:gd name="connsiteX14" fmla="*/ 6894 w 78756"/>
                  <a:gd name="connsiteY14" fmla="*/ 251098 h 251097"/>
                  <a:gd name="connsiteX15" fmla="*/ 6781 w 78756"/>
                  <a:gd name="connsiteY15" fmla="*/ 251097 h 25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8756" h="251097">
                    <a:moveTo>
                      <a:pt x="6781" y="251097"/>
                    </a:moveTo>
                    <a:cubicBezTo>
                      <a:pt x="3036" y="251097"/>
                      <a:pt x="1" y="248081"/>
                      <a:pt x="0" y="244360"/>
                    </a:cubicBezTo>
                    <a:cubicBezTo>
                      <a:pt x="0" y="244322"/>
                      <a:pt x="0" y="244284"/>
                      <a:pt x="1" y="244247"/>
                    </a:cubicBezTo>
                    <a:lnTo>
                      <a:pt x="1" y="6850"/>
                    </a:lnTo>
                    <a:cubicBezTo>
                      <a:pt x="-61" y="3129"/>
                      <a:pt x="2923" y="63"/>
                      <a:pt x="6667" y="1"/>
                    </a:cubicBezTo>
                    <a:cubicBezTo>
                      <a:pt x="6705" y="0"/>
                      <a:pt x="6743" y="0"/>
                      <a:pt x="6781" y="0"/>
                    </a:cubicBezTo>
                    <a:lnTo>
                      <a:pt x="71864" y="0"/>
                    </a:lnTo>
                    <a:cubicBezTo>
                      <a:pt x="75671" y="0"/>
                      <a:pt x="78757" y="3067"/>
                      <a:pt x="78757" y="6850"/>
                    </a:cubicBezTo>
                    <a:lnTo>
                      <a:pt x="78757" y="55026"/>
                    </a:lnTo>
                    <a:cubicBezTo>
                      <a:pt x="78757" y="58809"/>
                      <a:pt x="75671" y="61876"/>
                      <a:pt x="71864" y="61876"/>
                    </a:cubicBezTo>
                    <a:cubicBezTo>
                      <a:pt x="68058" y="61876"/>
                      <a:pt x="64972" y="58809"/>
                      <a:pt x="64972" y="55026"/>
                    </a:cubicBezTo>
                    <a:lnTo>
                      <a:pt x="64972" y="13588"/>
                    </a:lnTo>
                    <a:lnTo>
                      <a:pt x="13786" y="13588"/>
                    </a:lnTo>
                    <a:lnTo>
                      <a:pt x="13786" y="244247"/>
                    </a:lnTo>
                    <a:cubicBezTo>
                      <a:pt x="13787" y="248030"/>
                      <a:pt x="10701" y="251097"/>
                      <a:pt x="6894" y="251098"/>
                    </a:cubicBezTo>
                    <a:cubicBezTo>
                      <a:pt x="6856" y="251098"/>
                      <a:pt x="6818" y="251097"/>
                      <a:pt x="6781" y="251097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47F8066-C204-AA49-B350-D5A41AF3CCAA}"/>
                  </a:ext>
                </a:extLst>
              </p:cNvPr>
              <p:cNvSpPr/>
              <p:nvPr/>
            </p:nvSpPr>
            <p:spPr>
              <a:xfrm>
                <a:off x="6288772" y="2757610"/>
                <a:ext cx="13785" cy="34026"/>
              </a:xfrm>
              <a:custGeom>
                <a:avLst/>
                <a:gdLst>
                  <a:gd name="connsiteX0" fmla="*/ 6893 w 13785"/>
                  <a:gd name="connsiteY0" fmla="*/ 34026 h 34026"/>
                  <a:gd name="connsiteX1" fmla="*/ 0 w 13785"/>
                  <a:gd name="connsiteY1" fmla="*/ 27288 h 34026"/>
                  <a:gd name="connsiteX2" fmla="*/ 0 w 13785"/>
                  <a:gd name="connsiteY2" fmla="*/ 6850 h 34026"/>
                  <a:gd name="connsiteX3" fmla="*/ 6893 w 13785"/>
                  <a:gd name="connsiteY3" fmla="*/ 0 h 34026"/>
                  <a:gd name="connsiteX4" fmla="*/ 13785 w 13785"/>
                  <a:gd name="connsiteY4" fmla="*/ 6850 h 34026"/>
                  <a:gd name="connsiteX5" fmla="*/ 13785 w 13785"/>
                  <a:gd name="connsiteY5" fmla="*/ 27288 h 34026"/>
                  <a:gd name="connsiteX6" fmla="*/ 6893 w 13785"/>
                  <a:gd name="connsiteY6" fmla="*/ 34026 h 34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85" h="34026">
                    <a:moveTo>
                      <a:pt x="6893" y="34026"/>
                    </a:moveTo>
                    <a:cubicBezTo>
                      <a:pt x="3130" y="34027"/>
                      <a:pt x="62" y="31028"/>
                      <a:pt x="0" y="27288"/>
                    </a:cubicBezTo>
                    <a:lnTo>
                      <a:pt x="0" y="6850"/>
                    </a:lnTo>
                    <a:cubicBezTo>
                      <a:pt x="0" y="3067"/>
                      <a:pt x="3086" y="0"/>
                      <a:pt x="6893" y="0"/>
                    </a:cubicBezTo>
                    <a:cubicBezTo>
                      <a:pt x="10699" y="0"/>
                      <a:pt x="13785" y="3067"/>
                      <a:pt x="13785" y="6850"/>
                    </a:cubicBezTo>
                    <a:lnTo>
                      <a:pt x="13785" y="27288"/>
                    </a:lnTo>
                    <a:cubicBezTo>
                      <a:pt x="13723" y="31028"/>
                      <a:pt x="10656" y="34027"/>
                      <a:pt x="6893" y="34026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B12F7BC-C32C-CA4E-96E8-387FDF166F99}"/>
                  </a:ext>
                </a:extLst>
              </p:cNvPr>
              <p:cNvSpPr/>
              <p:nvPr/>
            </p:nvSpPr>
            <p:spPr>
              <a:xfrm>
                <a:off x="6288772" y="2688997"/>
                <a:ext cx="13785" cy="47950"/>
              </a:xfrm>
              <a:custGeom>
                <a:avLst/>
                <a:gdLst>
                  <a:gd name="connsiteX0" fmla="*/ 6893 w 13785"/>
                  <a:gd name="connsiteY0" fmla="*/ 47951 h 47950"/>
                  <a:gd name="connsiteX1" fmla="*/ 0 w 13785"/>
                  <a:gd name="connsiteY1" fmla="*/ 41101 h 47950"/>
                  <a:gd name="connsiteX2" fmla="*/ 0 w 13785"/>
                  <a:gd name="connsiteY2" fmla="*/ 6850 h 47950"/>
                  <a:gd name="connsiteX3" fmla="*/ 6893 w 13785"/>
                  <a:gd name="connsiteY3" fmla="*/ 0 h 47950"/>
                  <a:gd name="connsiteX4" fmla="*/ 13785 w 13785"/>
                  <a:gd name="connsiteY4" fmla="*/ 6850 h 47950"/>
                  <a:gd name="connsiteX5" fmla="*/ 13785 w 13785"/>
                  <a:gd name="connsiteY5" fmla="*/ 41101 h 47950"/>
                  <a:gd name="connsiteX6" fmla="*/ 6893 w 13785"/>
                  <a:gd name="connsiteY6" fmla="*/ 47951 h 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85" h="47950">
                    <a:moveTo>
                      <a:pt x="6893" y="47951"/>
                    </a:moveTo>
                    <a:cubicBezTo>
                      <a:pt x="3086" y="47951"/>
                      <a:pt x="0" y="44884"/>
                      <a:pt x="0" y="41101"/>
                    </a:cubicBezTo>
                    <a:lnTo>
                      <a:pt x="0" y="6850"/>
                    </a:lnTo>
                    <a:cubicBezTo>
                      <a:pt x="0" y="3067"/>
                      <a:pt x="3086" y="0"/>
                      <a:pt x="6893" y="0"/>
                    </a:cubicBezTo>
                    <a:cubicBezTo>
                      <a:pt x="10699" y="0"/>
                      <a:pt x="13785" y="3067"/>
                      <a:pt x="13785" y="6850"/>
                    </a:cubicBezTo>
                    <a:lnTo>
                      <a:pt x="13785" y="41101"/>
                    </a:lnTo>
                    <a:cubicBezTo>
                      <a:pt x="13785" y="44884"/>
                      <a:pt x="10699" y="47951"/>
                      <a:pt x="6893" y="47951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A9DA5577-CAC6-B34C-997B-52C446958DC4}"/>
                  </a:ext>
                </a:extLst>
              </p:cNvPr>
              <p:cNvSpPr/>
              <p:nvPr/>
            </p:nvSpPr>
            <p:spPr>
              <a:xfrm>
                <a:off x="6288772" y="2634308"/>
                <a:ext cx="13785" cy="34026"/>
              </a:xfrm>
              <a:custGeom>
                <a:avLst/>
                <a:gdLst>
                  <a:gd name="connsiteX0" fmla="*/ 6893 w 13785"/>
                  <a:gd name="connsiteY0" fmla="*/ 34026 h 34026"/>
                  <a:gd name="connsiteX1" fmla="*/ 0 w 13785"/>
                  <a:gd name="connsiteY1" fmla="*/ 27176 h 34026"/>
                  <a:gd name="connsiteX2" fmla="*/ 0 w 13785"/>
                  <a:gd name="connsiteY2" fmla="*/ 6850 h 34026"/>
                  <a:gd name="connsiteX3" fmla="*/ 6893 w 13785"/>
                  <a:gd name="connsiteY3" fmla="*/ 0 h 34026"/>
                  <a:gd name="connsiteX4" fmla="*/ 13785 w 13785"/>
                  <a:gd name="connsiteY4" fmla="*/ 6850 h 34026"/>
                  <a:gd name="connsiteX5" fmla="*/ 13785 w 13785"/>
                  <a:gd name="connsiteY5" fmla="*/ 27176 h 34026"/>
                  <a:gd name="connsiteX6" fmla="*/ 6893 w 13785"/>
                  <a:gd name="connsiteY6" fmla="*/ 34026 h 34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85" h="34026">
                    <a:moveTo>
                      <a:pt x="6893" y="34026"/>
                    </a:moveTo>
                    <a:cubicBezTo>
                      <a:pt x="3086" y="34026"/>
                      <a:pt x="0" y="30959"/>
                      <a:pt x="0" y="27176"/>
                    </a:cubicBezTo>
                    <a:lnTo>
                      <a:pt x="0" y="6850"/>
                    </a:lnTo>
                    <a:cubicBezTo>
                      <a:pt x="0" y="3067"/>
                      <a:pt x="3086" y="0"/>
                      <a:pt x="6893" y="0"/>
                    </a:cubicBezTo>
                    <a:cubicBezTo>
                      <a:pt x="10699" y="0"/>
                      <a:pt x="13785" y="3067"/>
                      <a:pt x="13785" y="6850"/>
                    </a:cubicBezTo>
                    <a:lnTo>
                      <a:pt x="13785" y="27176"/>
                    </a:lnTo>
                    <a:cubicBezTo>
                      <a:pt x="13785" y="30959"/>
                      <a:pt x="10699" y="34026"/>
                      <a:pt x="6893" y="34026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8206E420-7A56-9C4B-943B-E440552F232F}"/>
                  </a:ext>
                </a:extLst>
              </p:cNvPr>
              <p:cNvSpPr/>
              <p:nvPr/>
            </p:nvSpPr>
            <p:spPr>
              <a:xfrm>
                <a:off x="6288772" y="2778049"/>
                <a:ext cx="13785" cy="59180"/>
              </a:xfrm>
              <a:custGeom>
                <a:avLst/>
                <a:gdLst>
                  <a:gd name="connsiteX0" fmla="*/ 6893 w 13785"/>
                  <a:gd name="connsiteY0" fmla="*/ 59181 h 59180"/>
                  <a:gd name="connsiteX1" fmla="*/ 0 w 13785"/>
                  <a:gd name="connsiteY1" fmla="*/ 52331 h 59180"/>
                  <a:gd name="connsiteX2" fmla="*/ 0 w 13785"/>
                  <a:gd name="connsiteY2" fmla="*/ 6850 h 59180"/>
                  <a:gd name="connsiteX3" fmla="*/ 6893 w 13785"/>
                  <a:gd name="connsiteY3" fmla="*/ 0 h 59180"/>
                  <a:gd name="connsiteX4" fmla="*/ 13785 w 13785"/>
                  <a:gd name="connsiteY4" fmla="*/ 6850 h 59180"/>
                  <a:gd name="connsiteX5" fmla="*/ 13785 w 13785"/>
                  <a:gd name="connsiteY5" fmla="*/ 52331 h 59180"/>
                  <a:gd name="connsiteX6" fmla="*/ 6893 w 13785"/>
                  <a:gd name="connsiteY6" fmla="*/ 59181 h 59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85" h="59180">
                    <a:moveTo>
                      <a:pt x="6893" y="59181"/>
                    </a:moveTo>
                    <a:cubicBezTo>
                      <a:pt x="3086" y="59181"/>
                      <a:pt x="0" y="56114"/>
                      <a:pt x="0" y="52331"/>
                    </a:cubicBezTo>
                    <a:lnTo>
                      <a:pt x="0" y="6850"/>
                    </a:lnTo>
                    <a:cubicBezTo>
                      <a:pt x="0" y="3067"/>
                      <a:pt x="3086" y="0"/>
                      <a:pt x="6893" y="0"/>
                    </a:cubicBezTo>
                    <a:cubicBezTo>
                      <a:pt x="10699" y="0"/>
                      <a:pt x="13785" y="3067"/>
                      <a:pt x="13785" y="6850"/>
                    </a:cubicBezTo>
                    <a:lnTo>
                      <a:pt x="13785" y="52331"/>
                    </a:lnTo>
                    <a:cubicBezTo>
                      <a:pt x="13785" y="56114"/>
                      <a:pt x="10699" y="59181"/>
                      <a:pt x="6893" y="59181"/>
                    </a:cubicBezTo>
                    <a:close/>
                  </a:path>
                </a:pathLst>
              </a:custGeom>
              <a:grpFill/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98" name="Graphic 81">
              <a:extLst>
                <a:ext uri="{FF2B5EF4-FFF2-40B4-BE49-F238E27FC236}">
                  <a16:creationId xmlns:a16="http://schemas.microsoft.com/office/drawing/2014/main" id="{AC90CB72-6B86-BF45-9BEC-54D8AE0B7FC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031734" y="5386813"/>
              <a:ext cx="374745" cy="284735"/>
              <a:chOff x="5938863" y="2578214"/>
              <a:chExt cx="412219" cy="313209"/>
            </a:xfrm>
            <a:solidFill>
              <a:srgbClr val="FFFFFF"/>
            </a:solidFill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FCE0B2BB-6BC0-DE4F-9DBA-2F7B7B7E8EE4}"/>
                  </a:ext>
                </a:extLst>
              </p:cNvPr>
              <p:cNvSpPr/>
              <p:nvPr/>
            </p:nvSpPr>
            <p:spPr>
              <a:xfrm>
                <a:off x="5951567" y="2592450"/>
                <a:ext cx="104121" cy="298917"/>
              </a:xfrm>
              <a:custGeom>
                <a:avLst/>
                <a:gdLst>
                  <a:gd name="connsiteX0" fmla="*/ 97392 w 104121"/>
                  <a:gd name="connsiteY0" fmla="*/ 298917 h 298917"/>
                  <a:gd name="connsiteX1" fmla="*/ 6897 w 104121"/>
                  <a:gd name="connsiteY1" fmla="*/ 298917 h 298917"/>
                  <a:gd name="connsiteX2" fmla="*/ 58 w 104121"/>
                  <a:gd name="connsiteY2" fmla="*/ 292202 h 298917"/>
                  <a:gd name="connsiteX3" fmla="*/ 57 w 104121"/>
                  <a:gd name="connsiteY3" fmla="*/ 292087 h 298917"/>
                  <a:gd name="connsiteX4" fmla="*/ 57 w 104121"/>
                  <a:gd name="connsiteY4" fmla="*/ 205462 h 298917"/>
                  <a:gd name="connsiteX5" fmla="*/ 5967 w 104121"/>
                  <a:gd name="connsiteY5" fmla="*/ 197689 h 298917"/>
                  <a:gd name="connsiteX6" fmla="*/ 13625 w 104121"/>
                  <a:gd name="connsiteY6" fmla="*/ 203688 h 298917"/>
                  <a:gd name="connsiteX7" fmla="*/ 13625 w 104121"/>
                  <a:gd name="connsiteY7" fmla="*/ 205462 h 298917"/>
                  <a:gd name="connsiteX8" fmla="*/ 13625 w 104121"/>
                  <a:gd name="connsiteY8" fmla="*/ 285143 h 298917"/>
                  <a:gd name="connsiteX9" fmla="*/ 90552 w 104121"/>
                  <a:gd name="connsiteY9" fmla="*/ 285143 h 298917"/>
                  <a:gd name="connsiteX10" fmla="*/ 90552 w 104121"/>
                  <a:gd name="connsiteY10" fmla="*/ 13887 h 298917"/>
                  <a:gd name="connsiteX11" fmla="*/ 13625 w 104121"/>
                  <a:gd name="connsiteY11" fmla="*/ 13887 h 298917"/>
                  <a:gd name="connsiteX12" fmla="*/ 13625 w 104121"/>
                  <a:gd name="connsiteY12" fmla="*/ 72168 h 298917"/>
                  <a:gd name="connsiteX13" fmla="*/ 5967 w 104121"/>
                  <a:gd name="connsiteY13" fmla="*/ 78167 h 298917"/>
                  <a:gd name="connsiteX14" fmla="*/ 57 w 104121"/>
                  <a:gd name="connsiteY14" fmla="*/ 72168 h 298917"/>
                  <a:gd name="connsiteX15" fmla="*/ 57 w 104121"/>
                  <a:gd name="connsiteY15" fmla="*/ 6944 h 298917"/>
                  <a:gd name="connsiteX16" fmla="*/ 6897 w 104121"/>
                  <a:gd name="connsiteY16" fmla="*/ 0 h 298917"/>
                  <a:gd name="connsiteX17" fmla="*/ 97392 w 104121"/>
                  <a:gd name="connsiteY17" fmla="*/ 0 h 298917"/>
                  <a:gd name="connsiteX18" fmla="*/ 104121 w 104121"/>
                  <a:gd name="connsiteY18" fmla="*/ 6829 h 298917"/>
                  <a:gd name="connsiteX19" fmla="*/ 104120 w 104121"/>
                  <a:gd name="connsiteY19" fmla="*/ 6944 h 298917"/>
                  <a:gd name="connsiteX20" fmla="*/ 104120 w 104121"/>
                  <a:gd name="connsiteY20" fmla="*/ 292087 h 298917"/>
                  <a:gd name="connsiteX21" fmla="*/ 97392 w 104121"/>
                  <a:gd name="connsiteY21" fmla="*/ 298917 h 298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4121" h="298917">
                    <a:moveTo>
                      <a:pt x="97392" y="298917"/>
                    </a:moveTo>
                    <a:lnTo>
                      <a:pt x="6897" y="298917"/>
                    </a:lnTo>
                    <a:cubicBezTo>
                      <a:pt x="3182" y="298979"/>
                      <a:pt x="120" y="295973"/>
                      <a:pt x="58" y="292202"/>
                    </a:cubicBezTo>
                    <a:cubicBezTo>
                      <a:pt x="57" y="292163"/>
                      <a:pt x="57" y="292125"/>
                      <a:pt x="57" y="292087"/>
                    </a:cubicBezTo>
                    <a:lnTo>
                      <a:pt x="57" y="205462"/>
                    </a:lnTo>
                    <a:cubicBezTo>
                      <a:pt x="-426" y="201659"/>
                      <a:pt x="2220" y="198179"/>
                      <a:pt x="5967" y="197689"/>
                    </a:cubicBezTo>
                    <a:cubicBezTo>
                      <a:pt x="9714" y="197199"/>
                      <a:pt x="13143" y="199885"/>
                      <a:pt x="13625" y="203688"/>
                    </a:cubicBezTo>
                    <a:cubicBezTo>
                      <a:pt x="13700" y="204277"/>
                      <a:pt x="13700" y="204873"/>
                      <a:pt x="13625" y="205462"/>
                    </a:cubicBezTo>
                    <a:lnTo>
                      <a:pt x="13625" y="285143"/>
                    </a:lnTo>
                    <a:lnTo>
                      <a:pt x="90552" y="285143"/>
                    </a:lnTo>
                    <a:lnTo>
                      <a:pt x="90552" y="13887"/>
                    </a:lnTo>
                    <a:lnTo>
                      <a:pt x="13625" y="13887"/>
                    </a:lnTo>
                    <a:lnTo>
                      <a:pt x="13625" y="72168"/>
                    </a:lnTo>
                    <a:cubicBezTo>
                      <a:pt x="13143" y="75971"/>
                      <a:pt x="9714" y="78657"/>
                      <a:pt x="5967" y="78167"/>
                    </a:cubicBezTo>
                    <a:cubicBezTo>
                      <a:pt x="2882" y="77764"/>
                      <a:pt x="454" y="75299"/>
                      <a:pt x="57" y="72168"/>
                    </a:cubicBezTo>
                    <a:lnTo>
                      <a:pt x="57" y="6944"/>
                    </a:lnTo>
                    <a:cubicBezTo>
                      <a:pt x="57" y="3109"/>
                      <a:pt x="3119" y="0"/>
                      <a:pt x="6897" y="0"/>
                    </a:cubicBezTo>
                    <a:lnTo>
                      <a:pt x="97392" y="0"/>
                    </a:lnTo>
                    <a:cubicBezTo>
                      <a:pt x="101108" y="-1"/>
                      <a:pt x="104121" y="3057"/>
                      <a:pt x="104121" y="6829"/>
                    </a:cubicBezTo>
                    <a:cubicBezTo>
                      <a:pt x="104121" y="6867"/>
                      <a:pt x="104121" y="6905"/>
                      <a:pt x="104120" y="6944"/>
                    </a:cubicBezTo>
                    <a:lnTo>
                      <a:pt x="104120" y="292087"/>
                    </a:lnTo>
                    <a:cubicBezTo>
                      <a:pt x="104120" y="295859"/>
                      <a:pt x="101108" y="298917"/>
                      <a:pt x="97392" y="298917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169AD833-A326-C846-8157-F1F0A8141672}"/>
                  </a:ext>
                </a:extLst>
              </p:cNvPr>
              <p:cNvSpPr/>
              <p:nvPr/>
            </p:nvSpPr>
            <p:spPr>
              <a:xfrm>
                <a:off x="5951624" y="2771138"/>
                <a:ext cx="13568" cy="33717"/>
              </a:xfrm>
              <a:custGeom>
                <a:avLst/>
                <a:gdLst>
                  <a:gd name="connsiteX0" fmla="*/ 6840 w 13568"/>
                  <a:gd name="connsiteY0" fmla="*/ 33718 h 33717"/>
                  <a:gd name="connsiteX1" fmla="*/ 0 w 13568"/>
                  <a:gd name="connsiteY1" fmla="*/ 26774 h 33717"/>
                  <a:gd name="connsiteX2" fmla="*/ 0 w 13568"/>
                  <a:gd name="connsiteY2" fmla="*/ 6057 h 33717"/>
                  <a:gd name="connsiteX3" fmla="*/ 7658 w 13568"/>
                  <a:gd name="connsiteY3" fmla="*/ 58 h 33717"/>
                  <a:gd name="connsiteX4" fmla="*/ 13569 w 13568"/>
                  <a:gd name="connsiteY4" fmla="*/ 6057 h 33717"/>
                  <a:gd name="connsiteX5" fmla="*/ 13569 w 13568"/>
                  <a:gd name="connsiteY5" fmla="*/ 26774 h 33717"/>
                  <a:gd name="connsiteX6" fmla="*/ 6840 w 13568"/>
                  <a:gd name="connsiteY6" fmla="*/ 33718 h 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568" h="33717">
                    <a:moveTo>
                      <a:pt x="6840" y="33718"/>
                    </a:moveTo>
                    <a:cubicBezTo>
                      <a:pt x="3063" y="33718"/>
                      <a:pt x="0" y="30609"/>
                      <a:pt x="0" y="26774"/>
                    </a:cubicBezTo>
                    <a:lnTo>
                      <a:pt x="0" y="6057"/>
                    </a:lnTo>
                    <a:cubicBezTo>
                      <a:pt x="483" y="2254"/>
                      <a:pt x="3911" y="-432"/>
                      <a:pt x="7658" y="58"/>
                    </a:cubicBezTo>
                    <a:cubicBezTo>
                      <a:pt x="10743" y="461"/>
                      <a:pt x="13171" y="2926"/>
                      <a:pt x="13569" y="6057"/>
                    </a:cubicBezTo>
                    <a:lnTo>
                      <a:pt x="13569" y="26774"/>
                    </a:lnTo>
                    <a:cubicBezTo>
                      <a:pt x="13569" y="30565"/>
                      <a:pt x="10574" y="33656"/>
                      <a:pt x="6840" y="33718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8206BB75-BCBF-B649-A02E-ED0891A1606D}"/>
                  </a:ext>
                </a:extLst>
              </p:cNvPr>
              <p:cNvSpPr/>
              <p:nvPr/>
            </p:nvSpPr>
            <p:spPr>
              <a:xfrm>
                <a:off x="5951567" y="2708123"/>
                <a:ext cx="13681" cy="45395"/>
              </a:xfrm>
              <a:custGeom>
                <a:avLst/>
                <a:gdLst>
                  <a:gd name="connsiteX0" fmla="*/ 6897 w 13681"/>
                  <a:gd name="connsiteY0" fmla="*/ 45395 h 45395"/>
                  <a:gd name="connsiteX1" fmla="*/ 57 w 13681"/>
                  <a:gd name="connsiteY1" fmla="*/ 38452 h 45395"/>
                  <a:gd name="connsiteX2" fmla="*/ 57 w 13681"/>
                  <a:gd name="connsiteY2" fmla="*/ 7832 h 45395"/>
                  <a:gd name="connsiteX3" fmla="*/ 5967 w 13681"/>
                  <a:gd name="connsiteY3" fmla="*/ 58 h 45395"/>
                  <a:gd name="connsiteX4" fmla="*/ 13625 w 13681"/>
                  <a:gd name="connsiteY4" fmla="*/ 6057 h 45395"/>
                  <a:gd name="connsiteX5" fmla="*/ 13625 w 13681"/>
                  <a:gd name="connsiteY5" fmla="*/ 7832 h 45395"/>
                  <a:gd name="connsiteX6" fmla="*/ 13625 w 13681"/>
                  <a:gd name="connsiteY6" fmla="*/ 38452 h 45395"/>
                  <a:gd name="connsiteX7" fmla="*/ 6897 w 13681"/>
                  <a:gd name="connsiteY7" fmla="*/ 45395 h 4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81" h="45395">
                    <a:moveTo>
                      <a:pt x="6897" y="45395"/>
                    </a:moveTo>
                    <a:cubicBezTo>
                      <a:pt x="3119" y="45395"/>
                      <a:pt x="57" y="42287"/>
                      <a:pt x="57" y="38452"/>
                    </a:cubicBezTo>
                    <a:lnTo>
                      <a:pt x="57" y="7832"/>
                    </a:lnTo>
                    <a:cubicBezTo>
                      <a:pt x="-426" y="4028"/>
                      <a:pt x="2220" y="548"/>
                      <a:pt x="5967" y="58"/>
                    </a:cubicBezTo>
                    <a:cubicBezTo>
                      <a:pt x="9714" y="-432"/>
                      <a:pt x="13143" y="2254"/>
                      <a:pt x="13625" y="6057"/>
                    </a:cubicBezTo>
                    <a:cubicBezTo>
                      <a:pt x="13700" y="6646"/>
                      <a:pt x="13700" y="7243"/>
                      <a:pt x="13625" y="7832"/>
                    </a:cubicBezTo>
                    <a:lnTo>
                      <a:pt x="13625" y="38452"/>
                    </a:lnTo>
                    <a:cubicBezTo>
                      <a:pt x="13626" y="42243"/>
                      <a:pt x="10631" y="45333"/>
                      <a:pt x="6897" y="45395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682B4F99-4B87-CD45-B627-97E67B4E4B21}"/>
                  </a:ext>
                </a:extLst>
              </p:cNvPr>
              <p:cNvSpPr/>
              <p:nvPr/>
            </p:nvSpPr>
            <p:spPr>
              <a:xfrm>
                <a:off x="5951567" y="2656786"/>
                <a:ext cx="13681" cy="35492"/>
              </a:xfrm>
              <a:custGeom>
                <a:avLst/>
                <a:gdLst>
                  <a:gd name="connsiteX0" fmla="*/ 6897 w 13681"/>
                  <a:gd name="connsiteY0" fmla="*/ 35492 h 35492"/>
                  <a:gd name="connsiteX1" fmla="*/ 57 w 13681"/>
                  <a:gd name="connsiteY1" fmla="*/ 28549 h 35492"/>
                  <a:gd name="connsiteX2" fmla="*/ 57 w 13681"/>
                  <a:gd name="connsiteY2" fmla="*/ 7832 h 35492"/>
                  <a:gd name="connsiteX3" fmla="*/ 5967 w 13681"/>
                  <a:gd name="connsiteY3" fmla="*/ 58 h 35492"/>
                  <a:gd name="connsiteX4" fmla="*/ 13625 w 13681"/>
                  <a:gd name="connsiteY4" fmla="*/ 6057 h 35492"/>
                  <a:gd name="connsiteX5" fmla="*/ 13625 w 13681"/>
                  <a:gd name="connsiteY5" fmla="*/ 7832 h 35492"/>
                  <a:gd name="connsiteX6" fmla="*/ 13625 w 13681"/>
                  <a:gd name="connsiteY6" fmla="*/ 28435 h 35492"/>
                  <a:gd name="connsiteX7" fmla="*/ 7125 w 13681"/>
                  <a:gd name="connsiteY7" fmla="*/ 35488 h 35492"/>
                  <a:gd name="connsiteX8" fmla="*/ 6897 w 13681"/>
                  <a:gd name="connsiteY8" fmla="*/ 35492 h 3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81" h="35492">
                    <a:moveTo>
                      <a:pt x="6897" y="35492"/>
                    </a:moveTo>
                    <a:cubicBezTo>
                      <a:pt x="3119" y="35492"/>
                      <a:pt x="57" y="32383"/>
                      <a:pt x="57" y="28549"/>
                    </a:cubicBezTo>
                    <a:lnTo>
                      <a:pt x="57" y="7832"/>
                    </a:lnTo>
                    <a:cubicBezTo>
                      <a:pt x="-426" y="4028"/>
                      <a:pt x="2220" y="548"/>
                      <a:pt x="5967" y="58"/>
                    </a:cubicBezTo>
                    <a:cubicBezTo>
                      <a:pt x="9714" y="-432"/>
                      <a:pt x="13143" y="2254"/>
                      <a:pt x="13625" y="6057"/>
                    </a:cubicBezTo>
                    <a:cubicBezTo>
                      <a:pt x="13700" y="6646"/>
                      <a:pt x="13700" y="7243"/>
                      <a:pt x="13625" y="7832"/>
                    </a:cubicBezTo>
                    <a:lnTo>
                      <a:pt x="13625" y="28435"/>
                    </a:lnTo>
                    <a:cubicBezTo>
                      <a:pt x="13749" y="32205"/>
                      <a:pt x="10839" y="35363"/>
                      <a:pt x="7125" y="35488"/>
                    </a:cubicBezTo>
                    <a:cubicBezTo>
                      <a:pt x="7049" y="35491"/>
                      <a:pt x="6973" y="35492"/>
                      <a:pt x="6897" y="35492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A4355746-8950-5241-BD0E-2CB329B8EE49}"/>
                  </a:ext>
                </a:extLst>
              </p:cNvPr>
              <p:cNvSpPr/>
              <p:nvPr/>
            </p:nvSpPr>
            <p:spPr>
              <a:xfrm>
                <a:off x="5972145" y="2618858"/>
                <a:ext cx="63021" cy="63972"/>
              </a:xfrm>
              <a:custGeom>
                <a:avLst/>
                <a:gdLst>
                  <a:gd name="connsiteX0" fmla="*/ 31511 w 63021"/>
                  <a:gd name="connsiteY0" fmla="*/ 63972 h 63972"/>
                  <a:gd name="connsiteX1" fmla="*/ 0 w 63021"/>
                  <a:gd name="connsiteY1" fmla="*/ 31986 h 63972"/>
                  <a:gd name="connsiteX2" fmla="*/ 31511 w 63021"/>
                  <a:gd name="connsiteY2" fmla="*/ 0 h 63972"/>
                  <a:gd name="connsiteX3" fmla="*/ 63021 w 63021"/>
                  <a:gd name="connsiteY3" fmla="*/ 31986 h 63972"/>
                  <a:gd name="connsiteX4" fmla="*/ 31511 w 63021"/>
                  <a:gd name="connsiteY4" fmla="*/ 63972 h 63972"/>
                  <a:gd name="connsiteX5" fmla="*/ 31511 w 63021"/>
                  <a:gd name="connsiteY5" fmla="*/ 13773 h 63972"/>
                  <a:gd name="connsiteX6" fmla="*/ 13569 w 63021"/>
                  <a:gd name="connsiteY6" fmla="*/ 31986 h 63972"/>
                  <a:gd name="connsiteX7" fmla="*/ 31511 w 63021"/>
                  <a:gd name="connsiteY7" fmla="*/ 50199 h 63972"/>
                  <a:gd name="connsiteX8" fmla="*/ 49453 w 63021"/>
                  <a:gd name="connsiteY8" fmla="*/ 31986 h 63972"/>
                  <a:gd name="connsiteX9" fmla="*/ 31511 w 63021"/>
                  <a:gd name="connsiteY9" fmla="*/ 13773 h 6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3021" h="63972">
                    <a:moveTo>
                      <a:pt x="31511" y="63972"/>
                    </a:moveTo>
                    <a:cubicBezTo>
                      <a:pt x="14108" y="63972"/>
                      <a:pt x="0" y="49652"/>
                      <a:pt x="0" y="31986"/>
                    </a:cubicBezTo>
                    <a:cubicBezTo>
                      <a:pt x="0" y="14321"/>
                      <a:pt x="14108" y="0"/>
                      <a:pt x="31511" y="0"/>
                    </a:cubicBezTo>
                    <a:cubicBezTo>
                      <a:pt x="48914" y="0"/>
                      <a:pt x="63021" y="14321"/>
                      <a:pt x="63021" y="31986"/>
                    </a:cubicBezTo>
                    <a:cubicBezTo>
                      <a:pt x="63021" y="49652"/>
                      <a:pt x="48914" y="63972"/>
                      <a:pt x="31511" y="63972"/>
                    </a:cubicBezTo>
                    <a:close/>
                    <a:moveTo>
                      <a:pt x="31511" y="13773"/>
                    </a:moveTo>
                    <a:cubicBezTo>
                      <a:pt x="21602" y="13773"/>
                      <a:pt x="13569" y="21928"/>
                      <a:pt x="13569" y="31986"/>
                    </a:cubicBezTo>
                    <a:cubicBezTo>
                      <a:pt x="13569" y="42045"/>
                      <a:pt x="21602" y="50199"/>
                      <a:pt x="31511" y="50199"/>
                    </a:cubicBezTo>
                    <a:cubicBezTo>
                      <a:pt x="41420" y="50199"/>
                      <a:pt x="49453" y="42045"/>
                      <a:pt x="49453" y="31986"/>
                    </a:cubicBezTo>
                    <a:cubicBezTo>
                      <a:pt x="49453" y="21928"/>
                      <a:pt x="41420" y="13773"/>
                      <a:pt x="31511" y="13773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FA244B85-8244-8C42-A408-4C0EF308F1AC}"/>
                  </a:ext>
                </a:extLst>
              </p:cNvPr>
              <p:cNvSpPr/>
              <p:nvPr/>
            </p:nvSpPr>
            <p:spPr>
              <a:xfrm>
                <a:off x="5972481" y="2698994"/>
                <a:ext cx="62461" cy="13887"/>
              </a:xfrm>
              <a:custGeom>
                <a:avLst/>
                <a:gdLst>
                  <a:gd name="connsiteX0" fmla="*/ 55621 w 62461"/>
                  <a:gd name="connsiteY0" fmla="*/ 13887 h 13887"/>
                  <a:gd name="connsiteX1" fmla="*/ 6729 w 62461"/>
                  <a:gd name="connsiteY1" fmla="*/ 13887 h 13887"/>
                  <a:gd name="connsiteX2" fmla="*/ 0 w 62461"/>
                  <a:gd name="connsiteY2" fmla="*/ 7058 h 13887"/>
                  <a:gd name="connsiteX3" fmla="*/ 1 w 62461"/>
                  <a:gd name="connsiteY3" fmla="*/ 6944 h 13887"/>
                  <a:gd name="connsiteX4" fmla="*/ 6729 w 62461"/>
                  <a:gd name="connsiteY4" fmla="*/ 0 h 13887"/>
                  <a:gd name="connsiteX5" fmla="*/ 55621 w 62461"/>
                  <a:gd name="connsiteY5" fmla="*/ 0 h 13887"/>
                  <a:gd name="connsiteX6" fmla="*/ 62462 w 62461"/>
                  <a:gd name="connsiteY6" fmla="*/ 6944 h 13887"/>
                  <a:gd name="connsiteX7" fmla="*/ 55621 w 62461"/>
                  <a:gd name="connsiteY7" fmla="*/ 13887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461" h="13887">
                    <a:moveTo>
                      <a:pt x="55621" y="13887"/>
                    </a:moveTo>
                    <a:lnTo>
                      <a:pt x="6729" y="13887"/>
                    </a:lnTo>
                    <a:cubicBezTo>
                      <a:pt x="3013" y="13888"/>
                      <a:pt x="1" y="10830"/>
                      <a:pt x="0" y="7058"/>
                    </a:cubicBezTo>
                    <a:cubicBezTo>
                      <a:pt x="0" y="7020"/>
                      <a:pt x="0" y="6982"/>
                      <a:pt x="1" y="6944"/>
                    </a:cubicBezTo>
                    <a:cubicBezTo>
                      <a:pt x="0" y="3153"/>
                      <a:pt x="2995" y="62"/>
                      <a:pt x="6729" y="0"/>
                    </a:cubicBezTo>
                    <a:lnTo>
                      <a:pt x="55621" y="0"/>
                    </a:lnTo>
                    <a:cubicBezTo>
                      <a:pt x="59399" y="0"/>
                      <a:pt x="62462" y="3109"/>
                      <a:pt x="62462" y="6944"/>
                    </a:cubicBezTo>
                    <a:cubicBezTo>
                      <a:pt x="62462" y="10778"/>
                      <a:pt x="59399" y="13887"/>
                      <a:pt x="55621" y="13887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A8857BE3-E0B4-F140-BE68-F67CF94EE793}"/>
                  </a:ext>
                </a:extLst>
              </p:cNvPr>
              <p:cNvSpPr/>
              <p:nvPr/>
            </p:nvSpPr>
            <p:spPr>
              <a:xfrm>
                <a:off x="5973243" y="2723979"/>
                <a:ext cx="62574" cy="13887"/>
              </a:xfrm>
              <a:custGeom>
                <a:avLst/>
                <a:gdLst>
                  <a:gd name="connsiteX0" fmla="*/ 54859 w 62574"/>
                  <a:gd name="connsiteY0" fmla="*/ 13831 h 13887"/>
                  <a:gd name="connsiteX1" fmla="*/ 5967 w 62574"/>
                  <a:gd name="connsiteY1" fmla="*/ 13831 h 13887"/>
                  <a:gd name="connsiteX2" fmla="*/ 57 w 62574"/>
                  <a:gd name="connsiteY2" fmla="*/ 6057 h 13887"/>
                  <a:gd name="connsiteX3" fmla="*/ 5967 w 62574"/>
                  <a:gd name="connsiteY3" fmla="*/ 58 h 13887"/>
                  <a:gd name="connsiteX4" fmla="*/ 54859 w 62574"/>
                  <a:gd name="connsiteY4" fmla="*/ 58 h 13887"/>
                  <a:gd name="connsiteX5" fmla="*/ 62517 w 62574"/>
                  <a:gd name="connsiteY5" fmla="*/ 6057 h 13887"/>
                  <a:gd name="connsiteX6" fmla="*/ 56607 w 62574"/>
                  <a:gd name="connsiteY6" fmla="*/ 13831 h 13887"/>
                  <a:gd name="connsiteX7" fmla="*/ 54859 w 62574"/>
                  <a:gd name="connsiteY7" fmla="*/ 13831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574" h="13887">
                    <a:moveTo>
                      <a:pt x="54859" y="13831"/>
                    </a:moveTo>
                    <a:lnTo>
                      <a:pt x="5967" y="13831"/>
                    </a:lnTo>
                    <a:cubicBezTo>
                      <a:pt x="2220" y="13341"/>
                      <a:pt x="-426" y="9861"/>
                      <a:pt x="57" y="6057"/>
                    </a:cubicBezTo>
                    <a:cubicBezTo>
                      <a:pt x="454" y="2926"/>
                      <a:pt x="2882" y="461"/>
                      <a:pt x="5967" y="58"/>
                    </a:cubicBezTo>
                    <a:lnTo>
                      <a:pt x="54859" y="58"/>
                    </a:lnTo>
                    <a:cubicBezTo>
                      <a:pt x="58606" y="-432"/>
                      <a:pt x="62035" y="2254"/>
                      <a:pt x="62517" y="6057"/>
                    </a:cubicBezTo>
                    <a:cubicBezTo>
                      <a:pt x="63000" y="9861"/>
                      <a:pt x="60354" y="13341"/>
                      <a:pt x="56607" y="13831"/>
                    </a:cubicBezTo>
                    <a:cubicBezTo>
                      <a:pt x="56027" y="13907"/>
                      <a:pt x="55439" y="13907"/>
                      <a:pt x="54859" y="13831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683E3D30-7361-B149-BD27-2AD99BB569F6}"/>
                  </a:ext>
                </a:extLst>
              </p:cNvPr>
              <p:cNvSpPr/>
              <p:nvPr/>
            </p:nvSpPr>
            <p:spPr>
              <a:xfrm>
                <a:off x="5973243" y="2749363"/>
                <a:ext cx="62574" cy="13887"/>
              </a:xfrm>
              <a:custGeom>
                <a:avLst/>
                <a:gdLst>
                  <a:gd name="connsiteX0" fmla="*/ 54859 w 62574"/>
                  <a:gd name="connsiteY0" fmla="*/ 13831 h 13887"/>
                  <a:gd name="connsiteX1" fmla="*/ 5967 w 62574"/>
                  <a:gd name="connsiteY1" fmla="*/ 13831 h 13887"/>
                  <a:gd name="connsiteX2" fmla="*/ 57 w 62574"/>
                  <a:gd name="connsiteY2" fmla="*/ 6057 h 13887"/>
                  <a:gd name="connsiteX3" fmla="*/ 5967 w 62574"/>
                  <a:gd name="connsiteY3" fmla="*/ 58 h 13887"/>
                  <a:gd name="connsiteX4" fmla="*/ 54859 w 62574"/>
                  <a:gd name="connsiteY4" fmla="*/ 58 h 13887"/>
                  <a:gd name="connsiteX5" fmla="*/ 62517 w 62574"/>
                  <a:gd name="connsiteY5" fmla="*/ 6057 h 13887"/>
                  <a:gd name="connsiteX6" fmla="*/ 56607 w 62574"/>
                  <a:gd name="connsiteY6" fmla="*/ 13831 h 13887"/>
                  <a:gd name="connsiteX7" fmla="*/ 54859 w 62574"/>
                  <a:gd name="connsiteY7" fmla="*/ 13831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574" h="13887">
                    <a:moveTo>
                      <a:pt x="54859" y="13831"/>
                    </a:moveTo>
                    <a:lnTo>
                      <a:pt x="5967" y="13831"/>
                    </a:lnTo>
                    <a:cubicBezTo>
                      <a:pt x="2220" y="13341"/>
                      <a:pt x="-426" y="9861"/>
                      <a:pt x="57" y="6057"/>
                    </a:cubicBezTo>
                    <a:cubicBezTo>
                      <a:pt x="454" y="2926"/>
                      <a:pt x="2882" y="461"/>
                      <a:pt x="5967" y="58"/>
                    </a:cubicBezTo>
                    <a:lnTo>
                      <a:pt x="54859" y="58"/>
                    </a:lnTo>
                    <a:cubicBezTo>
                      <a:pt x="58606" y="-432"/>
                      <a:pt x="62035" y="2254"/>
                      <a:pt x="62517" y="6057"/>
                    </a:cubicBezTo>
                    <a:cubicBezTo>
                      <a:pt x="63000" y="9861"/>
                      <a:pt x="60354" y="13341"/>
                      <a:pt x="56607" y="13831"/>
                    </a:cubicBezTo>
                    <a:cubicBezTo>
                      <a:pt x="56027" y="13907"/>
                      <a:pt x="55439" y="13907"/>
                      <a:pt x="54859" y="13831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C90E43C9-8B63-8F4F-9702-FF5C4A43AD20}"/>
                  </a:ext>
                </a:extLst>
              </p:cNvPr>
              <p:cNvSpPr/>
              <p:nvPr/>
            </p:nvSpPr>
            <p:spPr>
              <a:xfrm>
                <a:off x="5973243" y="2774519"/>
                <a:ext cx="62574" cy="13887"/>
              </a:xfrm>
              <a:custGeom>
                <a:avLst/>
                <a:gdLst>
                  <a:gd name="connsiteX0" fmla="*/ 54859 w 62574"/>
                  <a:gd name="connsiteY0" fmla="*/ 13831 h 13887"/>
                  <a:gd name="connsiteX1" fmla="*/ 5967 w 62574"/>
                  <a:gd name="connsiteY1" fmla="*/ 13831 h 13887"/>
                  <a:gd name="connsiteX2" fmla="*/ 57 w 62574"/>
                  <a:gd name="connsiteY2" fmla="*/ 6057 h 13887"/>
                  <a:gd name="connsiteX3" fmla="*/ 5967 w 62574"/>
                  <a:gd name="connsiteY3" fmla="*/ 58 h 13887"/>
                  <a:gd name="connsiteX4" fmla="*/ 54859 w 62574"/>
                  <a:gd name="connsiteY4" fmla="*/ 58 h 13887"/>
                  <a:gd name="connsiteX5" fmla="*/ 62517 w 62574"/>
                  <a:gd name="connsiteY5" fmla="*/ 6057 h 13887"/>
                  <a:gd name="connsiteX6" fmla="*/ 56607 w 62574"/>
                  <a:gd name="connsiteY6" fmla="*/ 13831 h 13887"/>
                  <a:gd name="connsiteX7" fmla="*/ 54859 w 62574"/>
                  <a:gd name="connsiteY7" fmla="*/ 13831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574" h="13887">
                    <a:moveTo>
                      <a:pt x="54859" y="13831"/>
                    </a:moveTo>
                    <a:lnTo>
                      <a:pt x="5967" y="13831"/>
                    </a:lnTo>
                    <a:cubicBezTo>
                      <a:pt x="2220" y="13341"/>
                      <a:pt x="-426" y="9861"/>
                      <a:pt x="57" y="6057"/>
                    </a:cubicBezTo>
                    <a:cubicBezTo>
                      <a:pt x="454" y="2926"/>
                      <a:pt x="2882" y="461"/>
                      <a:pt x="5967" y="58"/>
                    </a:cubicBezTo>
                    <a:lnTo>
                      <a:pt x="54859" y="58"/>
                    </a:lnTo>
                    <a:cubicBezTo>
                      <a:pt x="58606" y="-432"/>
                      <a:pt x="62035" y="2254"/>
                      <a:pt x="62517" y="6057"/>
                    </a:cubicBezTo>
                    <a:cubicBezTo>
                      <a:pt x="63000" y="9861"/>
                      <a:pt x="60354" y="13341"/>
                      <a:pt x="56607" y="13831"/>
                    </a:cubicBezTo>
                    <a:cubicBezTo>
                      <a:pt x="56027" y="13907"/>
                      <a:pt x="55439" y="13907"/>
                      <a:pt x="54859" y="13831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BCA5159B-0A30-1146-8B52-8EDDA56ABBFB}"/>
                  </a:ext>
                </a:extLst>
              </p:cNvPr>
              <p:cNvSpPr/>
              <p:nvPr/>
            </p:nvSpPr>
            <p:spPr>
              <a:xfrm>
                <a:off x="5951624" y="2835476"/>
                <a:ext cx="104064" cy="13887"/>
              </a:xfrm>
              <a:custGeom>
                <a:avLst/>
                <a:gdLst>
                  <a:gd name="connsiteX0" fmla="*/ 97335 w 104064"/>
                  <a:gd name="connsiteY0" fmla="*/ 13887 h 13887"/>
                  <a:gd name="connsiteX1" fmla="*/ 6840 w 104064"/>
                  <a:gd name="connsiteY1" fmla="*/ 13887 h 13887"/>
                  <a:gd name="connsiteX2" fmla="*/ 0 w 104064"/>
                  <a:gd name="connsiteY2" fmla="*/ 6944 h 13887"/>
                  <a:gd name="connsiteX3" fmla="*/ 6840 w 104064"/>
                  <a:gd name="connsiteY3" fmla="*/ 0 h 13887"/>
                  <a:gd name="connsiteX4" fmla="*/ 97335 w 104064"/>
                  <a:gd name="connsiteY4" fmla="*/ 0 h 13887"/>
                  <a:gd name="connsiteX5" fmla="*/ 104064 w 104064"/>
                  <a:gd name="connsiteY5" fmla="*/ 6944 h 13887"/>
                  <a:gd name="connsiteX6" fmla="*/ 97448 w 104064"/>
                  <a:gd name="connsiteY6" fmla="*/ 13886 h 13887"/>
                  <a:gd name="connsiteX7" fmla="*/ 97335 w 104064"/>
                  <a:gd name="connsiteY7" fmla="*/ 13887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4064" h="13887">
                    <a:moveTo>
                      <a:pt x="97335" y="13887"/>
                    </a:moveTo>
                    <a:lnTo>
                      <a:pt x="6840" y="13887"/>
                    </a:lnTo>
                    <a:cubicBezTo>
                      <a:pt x="3063" y="13887"/>
                      <a:pt x="0" y="10778"/>
                      <a:pt x="0" y="6944"/>
                    </a:cubicBezTo>
                    <a:cubicBezTo>
                      <a:pt x="0" y="3109"/>
                      <a:pt x="3063" y="0"/>
                      <a:pt x="6840" y="0"/>
                    </a:cubicBezTo>
                    <a:lnTo>
                      <a:pt x="97335" y="0"/>
                    </a:lnTo>
                    <a:cubicBezTo>
                      <a:pt x="101069" y="62"/>
                      <a:pt x="104064" y="3153"/>
                      <a:pt x="104064" y="6944"/>
                    </a:cubicBezTo>
                    <a:cubicBezTo>
                      <a:pt x="104126" y="10715"/>
                      <a:pt x="101164" y="13823"/>
                      <a:pt x="97448" y="13886"/>
                    </a:cubicBezTo>
                    <a:cubicBezTo>
                      <a:pt x="97411" y="13887"/>
                      <a:pt x="97373" y="13887"/>
                      <a:pt x="97335" y="13887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0AFBCA5-6F6E-6249-9307-EBEDEF0DF476}"/>
                  </a:ext>
                </a:extLst>
              </p:cNvPr>
              <p:cNvSpPr/>
              <p:nvPr/>
            </p:nvSpPr>
            <p:spPr>
              <a:xfrm>
                <a:off x="6068808" y="2593019"/>
                <a:ext cx="104064" cy="298347"/>
              </a:xfrm>
              <a:custGeom>
                <a:avLst/>
                <a:gdLst>
                  <a:gd name="connsiteX0" fmla="*/ 97335 w 104064"/>
                  <a:gd name="connsiteY0" fmla="*/ 298347 h 298347"/>
                  <a:gd name="connsiteX1" fmla="*/ 6840 w 104064"/>
                  <a:gd name="connsiteY1" fmla="*/ 298347 h 298347"/>
                  <a:gd name="connsiteX2" fmla="*/ 0 w 104064"/>
                  <a:gd name="connsiteY2" fmla="*/ 291518 h 298347"/>
                  <a:gd name="connsiteX3" fmla="*/ 0 w 104064"/>
                  <a:gd name="connsiteY3" fmla="*/ 6944 h 298347"/>
                  <a:gd name="connsiteX4" fmla="*/ 6840 w 104064"/>
                  <a:gd name="connsiteY4" fmla="*/ 0 h 298347"/>
                  <a:gd name="connsiteX5" fmla="*/ 97335 w 104064"/>
                  <a:gd name="connsiteY5" fmla="*/ 0 h 298347"/>
                  <a:gd name="connsiteX6" fmla="*/ 104065 w 104064"/>
                  <a:gd name="connsiteY6" fmla="*/ 6829 h 298347"/>
                  <a:gd name="connsiteX7" fmla="*/ 104064 w 104064"/>
                  <a:gd name="connsiteY7" fmla="*/ 6944 h 298347"/>
                  <a:gd name="connsiteX8" fmla="*/ 104064 w 104064"/>
                  <a:gd name="connsiteY8" fmla="*/ 291518 h 298347"/>
                  <a:gd name="connsiteX9" fmla="*/ 97335 w 104064"/>
                  <a:gd name="connsiteY9" fmla="*/ 298347 h 298347"/>
                  <a:gd name="connsiteX10" fmla="*/ 13681 w 104064"/>
                  <a:gd name="connsiteY10" fmla="*/ 284574 h 298347"/>
                  <a:gd name="connsiteX11" fmla="*/ 90495 w 104064"/>
                  <a:gd name="connsiteY11" fmla="*/ 284574 h 298347"/>
                  <a:gd name="connsiteX12" fmla="*/ 90495 w 104064"/>
                  <a:gd name="connsiteY12" fmla="*/ 13318 h 298347"/>
                  <a:gd name="connsiteX13" fmla="*/ 13681 w 104064"/>
                  <a:gd name="connsiteY13" fmla="*/ 13318 h 29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4064" h="298347">
                    <a:moveTo>
                      <a:pt x="97335" y="298347"/>
                    </a:moveTo>
                    <a:lnTo>
                      <a:pt x="6840" y="298347"/>
                    </a:lnTo>
                    <a:cubicBezTo>
                      <a:pt x="3106" y="298348"/>
                      <a:pt x="61" y="295308"/>
                      <a:pt x="0" y="291518"/>
                    </a:cubicBezTo>
                    <a:lnTo>
                      <a:pt x="0" y="6944"/>
                    </a:lnTo>
                    <a:cubicBezTo>
                      <a:pt x="0" y="3109"/>
                      <a:pt x="3063" y="0"/>
                      <a:pt x="6840" y="0"/>
                    </a:cubicBezTo>
                    <a:lnTo>
                      <a:pt x="97335" y="0"/>
                    </a:lnTo>
                    <a:cubicBezTo>
                      <a:pt x="101051" y="-1"/>
                      <a:pt x="104064" y="3057"/>
                      <a:pt x="104065" y="6829"/>
                    </a:cubicBezTo>
                    <a:cubicBezTo>
                      <a:pt x="104065" y="6867"/>
                      <a:pt x="104064" y="6905"/>
                      <a:pt x="104064" y="6944"/>
                    </a:cubicBezTo>
                    <a:lnTo>
                      <a:pt x="104064" y="291518"/>
                    </a:lnTo>
                    <a:cubicBezTo>
                      <a:pt x="104064" y="295290"/>
                      <a:pt x="101051" y="298347"/>
                      <a:pt x="97335" y="298347"/>
                    </a:cubicBezTo>
                    <a:close/>
                    <a:moveTo>
                      <a:pt x="13681" y="284574"/>
                    </a:moveTo>
                    <a:lnTo>
                      <a:pt x="90495" y="284574"/>
                    </a:lnTo>
                    <a:lnTo>
                      <a:pt x="90495" y="13318"/>
                    </a:lnTo>
                    <a:lnTo>
                      <a:pt x="13681" y="13318"/>
                    </a:ln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08D697F0-C4E7-8B40-AB38-B0C8D2699125}"/>
                  </a:ext>
                </a:extLst>
              </p:cNvPr>
              <p:cNvSpPr/>
              <p:nvPr/>
            </p:nvSpPr>
            <p:spPr>
              <a:xfrm>
                <a:off x="6089777" y="2618861"/>
                <a:ext cx="63021" cy="63972"/>
              </a:xfrm>
              <a:custGeom>
                <a:avLst/>
                <a:gdLst>
                  <a:gd name="connsiteX0" fmla="*/ 31062 w 63021"/>
                  <a:gd name="connsiteY0" fmla="*/ 63969 h 63972"/>
                  <a:gd name="connsiteX1" fmla="*/ 3 w 63021"/>
                  <a:gd name="connsiteY1" fmla="*/ 31531 h 63972"/>
                  <a:gd name="connsiteX2" fmla="*/ 31959 w 63021"/>
                  <a:gd name="connsiteY2" fmla="*/ 3 h 63972"/>
                  <a:gd name="connsiteX3" fmla="*/ 63021 w 63021"/>
                  <a:gd name="connsiteY3" fmla="*/ 31983 h 63972"/>
                  <a:gd name="connsiteX4" fmla="*/ 31514 w 63021"/>
                  <a:gd name="connsiteY4" fmla="*/ 63972 h 63972"/>
                  <a:gd name="connsiteX5" fmla="*/ 31062 w 63021"/>
                  <a:gd name="connsiteY5" fmla="*/ 63969 h 63972"/>
                  <a:gd name="connsiteX6" fmla="*/ 31062 w 63021"/>
                  <a:gd name="connsiteY6" fmla="*/ 13770 h 63972"/>
                  <a:gd name="connsiteX7" fmla="*/ 13120 w 63021"/>
                  <a:gd name="connsiteY7" fmla="*/ 31983 h 63972"/>
                  <a:gd name="connsiteX8" fmla="*/ 31062 w 63021"/>
                  <a:gd name="connsiteY8" fmla="*/ 50196 h 63972"/>
                  <a:gd name="connsiteX9" fmla="*/ 49004 w 63021"/>
                  <a:gd name="connsiteY9" fmla="*/ 31983 h 63972"/>
                  <a:gd name="connsiteX10" fmla="*/ 31062 w 63021"/>
                  <a:gd name="connsiteY10" fmla="*/ 13770 h 6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021" h="63972">
                    <a:moveTo>
                      <a:pt x="31062" y="63969"/>
                    </a:moveTo>
                    <a:cubicBezTo>
                      <a:pt x="13661" y="63718"/>
                      <a:pt x="-244" y="49195"/>
                      <a:pt x="3" y="31531"/>
                    </a:cubicBezTo>
                    <a:cubicBezTo>
                      <a:pt x="251" y="13867"/>
                      <a:pt x="14558" y="-248"/>
                      <a:pt x="31959" y="3"/>
                    </a:cubicBezTo>
                    <a:cubicBezTo>
                      <a:pt x="49184" y="252"/>
                      <a:pt x="63020" y="14496"/>
                      <a:pt x="63021" y="31983"/>
                    </a:cubicBezTo>
                    <a:cubicBezTo>
                      <a:pt x="63023" y="49648"/>
                      <a:pt x="48917" y="63971"/>
                      <a:pt x="31514" y="63972"/>
                    </a:cubicBezTo>
                    <a:cubicBezTo>
                      <a:pt x="31363" y="63972"/>
                      <a:pt x="31213" y="63971"/>
                      <a:pt x="31062" y="63969"/>
                    </a:cubicBezTo>
                    <a:close/>
                    <a:moveTo>
                      <a:pt x="31062" y="13770"/>
                    </a:moveTo>
                    <a:cubicBezTo>
                      <a:pt x="21153" y="13770"/>
                      <a:pt x="13120" y="21924"/>
                      <a:pt x="13120" y="31983"/>
                    </a:cubicBezTo>
                    <a:cubicBezTo>
                      <a:pt x="13120" y="42042"/>
                      <a:pt x="21153" y="50196"/>
                      <a:pt x="31062" y="50196"/>
                    </a:cubicBezTo>
                    <a:cubicBezTo>
                      <a:pt x="40971" y="50196"/>
                      <a:pt x="49004" y="42042"/>
                      <a:pt x="49004" y="31983"/>
                    </a:cubicBezTo>
                    <a:cubicBezTo>
                      <a:pt x="49004" y="21924"/>
                      <a:pt x="40971" y="13770"/>
                      <a:pt x="31062" y="13770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A7A3FD7F-E66E-394A-B617-AE1D6303420E}"/>
                  </a:ext>
                </a:extLst>
              </p:cNvPr>
              <p:cNvSpPr/>
              <p:nvPr/>
            </p:nvSpPr>
            <p:spPr>
              <a:xfrm>
                <a:off x="6090001" y="2698994"/>
                <a:ext cx="62461" cy="13895"/>
              </a:xfrm>
              <a:custGeom>
                <a:avLst/>
                <a:gdLst>
                  <a:gd name="connsiteX0" fmla="*/ 55285 w 62461"/>
                  <a:gd name="connsiteY0" fmla="*/ 13887 h 13895"/>
                  <a:gd name="connsiteX1" fmla="*/ 6729 w 62461"/>
                  <a:gd name="connsiteY1" fmla="*/ 13887 h 13895"/>
                  <a:gd name="connsiteX2" fmla="*/ 0 w 62461"/>
                  <a:gd name="connsiteY2" fmla="*/ 7058 h 13895"/>
                  <a:gd name="connsiteX3" fmla="*/ 1 w 62461"/>
                  <a:gd name="connsiteY3" fmla="*/ 6944 h 13895"/>
                  <a:gd name="connsiteX4" fmla="*/ 6729 w 62461"/>
                  <a:gd name="connsiteY4" fmla="*/ 0 h 13895"/>
                  <a:gd name="connsiteX5" fmla="*/ 55621 w 62461"/>
                  <a:gd name="connsiteY5" fmla="*/ 0 h 13895"/>
                  <a:gd name="connsiteX6" fmla="*/ 62462 w 62461"/>
                  <a:gd name="connsiteY6" fmla="*/ 6944 h 13895"/>
                  <a:gd name="connsiteX7" fmla="*/ 55629 w 62461"/>
                  <a:gd name="connsiteY7" fmla="*/ 13896 h 13895"/>
                  <a:gd name="connsiteX8" fmla="*/ 55285 w 62461"/>
                  <a:gd name="connsiteY8" fmla="*/ 13887 h 1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461" h="13895">
                    <a:moveTo>
                      <a:pt x="55285" y="13887"/>
                    </a:moveTo>
                    <a:lnTo>
                      <a:pt x="6729" y="13887"/>
                    </a:lnTo>
                    <a:cubicBezTo>
                      <a:pt x="3013" y="13888"/>
                      <a:pt x="1" y="10830"/>
                      <a:pt x="0" y="7058"/>
                    </a:cubicBezTo>
                    <a:cubicBezTo>
                      <a:pt x="0" y="7020"/>
                      <a:pt x="0" y="6982"/>
                      <a:pt x="1" y="6944"/>
                    </a:cubicBezTo>
                    <a:cubicBezTo>
                      <a:pt x="0" y="3153"/>
                      <a:pt x="2995" y="62"/>
                      <a:pt x="6729" y="0"/>
                    </a:cubicBezTo>
                    <a:lnTo>
                      <a:pt x="55621" y="0"/>
                    </a:lnTo>
                    <a:cubicBezTo>
                      <a:pt x="59399" y="0"/>
                      <a:pt x="62462" y="3109"/>
                      <a:pt x="62462" y="6944"/>
                    </a:cubicBezTo>
                    <a:cubicBezTo>
                      <a:pt x="62466" y="10778"/>
                      <a:pt x="59407" y="13891"/>
                      <a:pt x="55629" y="13896"/>
                    </a:cubicBezTo>
                    <a:cubicBezTo>
                      <a:pt x="55515" y="13896"/>
                      <a:pt x="55400" y="13893"/>
                      <a:pt x="55285" y="13887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B4EF2E9-73EF-104A-80F6-535DCD23FCB4}"/>
                  </a:ext>
                </a:extLst>
              </p:cNvPr>
              <p:cNvSpPr/>
              <p:nvPr/>
            </p:nvSpPr>
            <p:spPr>
              <a:xfrm>
                <a:off x="6090763" y="2723979"/>
                <a:ext cx="62574" cy="13887"/>
              </a:xfrm>
              <a:custGeom>
                <a:avLst/>
                <a:gdLst>
                  <a:gd name="connsiteX0" fmla="*/ 54523 w 62574"/>
                  <a:gd name="connsiteY0" fmla="*/ 13831 h 13887"/>
                  <a:gd name="connsiteX1" fmla="*/ 5967 w 62574"/>
                  <a:gd name="connsiteY1" fmla="*/ 13831 h 13887"/>
                  <a:gd name="connsiteX2" fmla="*/ 57 w 62574"/>
                  <a:gd name="connsiteY2" fmla="*/ 6057 h 13887"/>
                  <a:gd name="connsiteX3" fmla="*/ 5967 w 62574"/>
                  <a:gd name="connsiteY3" fmla="*/ 58 h 13887"/>
                  <a:gd name="connsiteX4" fmla="*/ 54859 w 62574"/>
                  <a:gd name="connsiteY4" fmla="*/ 58 h 13887"/>
                  <a:gd name="connsiteX5" fmla="*/ 62517 w 62574"/>
                  <a:gd name="connsiteY5" fmla="*/ 6057 h 13887"/>
                  <a:gd name="connsiteX6" fmla="*/ 56607 w 62574"/>
                  <a:gd name="connsiteY6" fmla="*/ 13831 h 13887"/>
                  <a:gd name="connsiteX7" fmla="*/ 54859 w 62574"/>
                  <a:gd name="connsiteY7" fmla="*/ 13831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574" h="13887">
                    <a:moveTo>
                      <a:pt x="54523" y="13831"/>
                    </a:moveTo>
                    <a:lnTo>
                      <a:pt x="5967" y="13831"/>
                    </a:lnTo>
                    <a:cubicBezTo>
                      <a:pt x="2220" y="13341"/>
                      <a:pt x="-426" y="9861"/>
                      <a:pt x="57" y="6057"/>
                    </a:cubicBezTo>
                    <a:cubicBezTo>
                      <a:pt x="454" y="2926"/>
                      <a:pt x="2882" y="461"/>
                      <a:pt x="5967" y="58"/>
                    </a:cubicBezTo>
                    <a:lnTo>
                      <a:pt x="54859" y="58"/>
                    </a:lnTo>
                    <a:cubicBezTo>
                      <a:pt x="58606" y="-432"/>
                      <a:pt x="62035" y="2254"/>
                      <a:pt x="62517" y="6057"/>
                    </a:cubicBezTo>
                    <a:cubicBezTo>
                      <a:pt x="63000" y="9861"/>
                      <a:pt x="60354" y="13341"/>
                      <a:pt x="56607" y="13831"/>
                    </a:cubicBezTo>
                    <a:cubicBezTo>
                      <a:pt x="56027" y="13907"/>
                      <a:pt x="55439" y="13907"/>
                      <a:pt x="54859" y="13831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E0A30F5-9015-CA40-85F4-320878012A3F}"/>
                  </a:ext>
                </a:extLst>
              </p:cNvPr>
              <p:cNvSpPr/>
              <p:nvPr/>
            </p:nvSpPr>
            <p:spPr>
              <a:xfrm>
                <a:off x="6089834" y="2749135"/>
                <a:ext cx="63503" cy="14058"/>
              </a:xfrm>
              <a:custGeom>
                <a:avLst/>
                <a:gdLst>
                  <a:gd name="connsiteX0" fmla="*/ 55452 w 63503"/>
                  <a:gd name="connsiteY0" fmla="*/ 14059 h 14058"/>
                  <a:gd name="connsiteX1" fmla="*/ 6896 w 63503"/>
                  <a:gd name="connsiteY1" fmla="*/ 14059 h 14058"/>
                  <a:gd name="connsiteX2" fmla="*/ 0 w 63503"/>
                  <a:gd name="connsiteY2" fmla="*/ 7058 h 14058"/>
                  <a:gd name="connsiteX3" fmla="*/ 6896 w 63503"/>
                  <a:gd name="connsiteY3" fmla="*/ 58 h 14058"/>
                  <a:gd name="connsiteX4" fmla="*/ 55788 w 63503"/>
                  <a:gd name="connsiteY4" fmla="*/ 58 h 14058"/>
                  <a:gd name="connsiteX5" fmla="*/ 63447 w 63503"/>
                  <a:gd name="connsiteY5" fmla="*/ 6057 h 14058"/>
                  <a:gd name="connsiteX6" fmla="*/ 57536 w 63503"/>
                  <a:gd name="connsiteY6" fmla="*/ 13831 h 14058"/>
                  <a:gd name="connsiteX7" fmla="*/ 55788 w 63503"/>
                  <a:gd name="connsiteY7" fmla="*/ 13831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503" h="14058">
                    <a:moveTo>
                      <a:pt x="55452" y="14059"/>
                    </a:moveTo>
                    <a:lnTo>
                      <a:pt x="6896" y="14059"/>
                    </a:lnTo>
                    <a:cubicBezTo>
                      <a:pt x="3088" y="14059"/>
                      <a:pt x="0" y="10924"/>
                      <a:pt x="0" y="7058"/>
                    </a:cubicBezTo>
                    <a:cubicBezTo>
                      <a:pt x="0" y="3192"/>
                      <a:pt x="3088" y="58"/>
                      <a:pt x="6896" y="58"/>
                    </a:cubicBezTo>
                    <a:lnTo>
                      <a:pt x="55788" y="58"/>
                    </a:lnTo>
                    <a:cubicBezTo>
                      <a:pt x="59535" y="-432"/>
                      <a:pt x="62964" y="2254"/>
                      <a:pt x="63447" y="6057"/>
                    </a:cubicBezTo>
                    <a:cubicBezTo>
                      <a:pt x="63930" y="9861"/>
                      <a:pt x="61283" y="13341"/>
                      <a:pt x="57536" y="13831"/>
                    </a:cubicBezTo>
                    <a:cubicBezTo>
                      <a:pt x="56956" y="13907"/>
                      <a:pt x="56369" y="13907"/>
                      <a:pt x="55788" y="13831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241154D6-E64B-EF44-A699-6000F2D20AF0}"/>
                  </a:ext>
                </a:extLst>
              </p:cNvPr>
              <p:cNvSpPr/>
              <p:nvPr/>
            </p:nvSpPr>
            <p:spPr>
              <a:xfrm>
                <a:off x="6090763" y="2774519"/>
                <a:ext cx="62574" cy="13887"/>
              </a:xfrm>
              <a:custGeom>
                <a:avLst/>
                <a:gdLst>
                  <a:gd name="connsiteX0" fmla="*/ 54523 w 62574"/>
                  <a:gd name="connsiteY0" fmla="*/ 13831 h 13887"/>
                  <a:gd name="connsiteX1" fmla="*/ 5967 w 62574"/>
                  <a:gd name="connsiteY1" fmla="*/ 13831 h 13887"/>
                  <a:gd name="connsiteX2" fmla="*/ 57 w 62574"/>
                  <a:gd name="connsiteY2" fmla="*/ 6057 h 13887"/>
                  <a:gd name="connsiteX3" fmla="*/ 5967 w 62574"/>
                  <a:gd name="connsiteY3" fmla="*/ 58 h 13887"/>
                  <a:gd name="connsiteX4" fmla="*/ 54859 w 62574"/>
                  <a:gd name="connsiteY4" fmla="*/ 58 h 13887"/>
                  <a:gd name="connsiteX5" fmla="*/ 62517 w 62574"/>
                  <a:gd name="connsiteY5" fmla="*/ 6057 h 13887"/>
                  <a:gd name="connsiteX6" fmla="*/ 56607 w 62574"/>
                  <a:gd name="connsiteY6" fmla="*/ 13831 h 13887"/>
                  <a:gd name="connsiteX7" fmla="*/ 54859 w 62574"/>
                  <a:gd name="connsiteY7" fmla="*/ 13831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574" h="13887">
                    <a:moveTo>
                      <a:pt x="54523" y="13831"/>
                    </a:moveTo>
                    <a:lnTo>
                      <a:pt x="5967" y="13831"/>
                    </a:lnTo>
                    <a:cubicBezTo>
                      <a:pt x="2220" y="13341"/>
                      <a:pt x="-426" y="9861"/>
                      <a:pt x="57" y="6057"/>
                    </a:cubicBezTo>
                    <a:cubicBezTo>
                      <a:pt x="454" y="2926"/>
                      <a:pt x="2882" y="461"/>
                      <a:pt x="5967" y="58"/>
                    </a:cubicBezTo>
                    <a:lnTo>
                      <a:pt x="54859" y="58"/>
                    </a:lnTo>
                    <a:cubicBezTo>
                      <a:pt x="58606" y="-432"/>
                      <a:pt x="62035" y="2254"/>
                      <a:pt x="62517" y="6057"/>
                    </a:cubicBezTo>
                    <a:cubicBezTo>
                      <a:pt x="63000" y="9861"/>
                      <a:pt x="60354" y="13341"/>
                      <a:pt x="56607" y="13831"/>
                    </a:cubicBezTo>
                    <a:cubicBezTo>
                      <a:pt x="56027" y="13907"/>
                      <a:pt x="55439" y="13907"/>
                      <a:pt x="54859" y="13831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D9E4287A-5655-8546-B665-0D8A704DF8B5}"/>
                  </a:ext>
                </a:extLst>
              </p:cNvPr>
              <p:cNvSpPr/>
              <p:nvPr/>
            </p:nvSpPr>
            <p:spPr>
              <a:xfrm>
                <a:off x="6068808" y="2835476"/>
                <a:ext cx="104064" cy="13887"/>
              </a:xfrm>
              <a:custGeom>
                <a:avLst/>
                <a:gdLst>
                  <a:gd name="connsiteX0" fmla="*/ 97335 w 104064"/>
                  <a:gd name="connsiteY0" fmla="*/ 13887 h 13887"/>
                  <a:gd name="connsiteX1" fmla="*/ 6840 w 104064"/>
                  <a:gd name="connsiteY1" fmla="*/ 13887 h 13887"/>
                  <a:gd name="connsiteX2" fmla="*/ 0 w 104064"/>
                  <a:gd name="connsiteY2" fmla="*/ 6944 h 13887"/>
                  <a:gd name="connsiteX3" fmla="*/ 6840 w 104064"/>
                  <a:gd name="connsiteY3" fmla="*/ 0 h 13887"/>
                  <a:gd name="connsiteX4" fmla="*/ 97335 w 104064"/>
                  <a:gd name="connsiteY4" fmla="*/ 0 h 13887"/>
                  <a:gd name="connsiteX5" fmla="*/ 104064 w 104064"/>
                  <a:gd name="connsiteY5" fmla="*/ 6944 h 13887"/>
                  <a:gd name="connsiteX6" fmla="*/ 97448 w 104064"/>
                  <a:gd name="connsiteY6" fmla="*/ 13886 h 13887"/>
                  <a:gd name="connsiteX7" fmla="*/ 97335 w 104064"/>
                  <a:gd name="connsiteY7" fmla="*/ 13887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4064" h="13887">
                    <a:moveTo>
                      <a:pt x="97335" y="13887"/>
                    </a:moveTo>
                    <a:lnTo>
                      <a:pt x="6840" y="13887"/>
                    </a:lnTo>
                    <a:cubicBezTo>
                      <a:pt x="3063" y="13887"/>
                      <a:pt x="0" y="10778"/>
                      <a:pt x="0" y="6944"/>
                    </a:cubicBezTo>
                    <a:cubicBezTo>
                      <a:pt x="60" y="3134"/>
                      <a:pt x="3088" y="61"/>
                      <a:pt x="6840" y="0"/>
                    </a:cubicBezTo>
                    <a:lnTo>
                      <a:pt x="97335" y="0"/>
                    </a:lnTo>
                    <a:cubicBezTo>
                      <a:pt x="101069" y="62"/>
                      <a:pt x="104064" y="3153"/>
                      <a:pt x="104064" y="6944"/>
                    </a:cubicBezTo>
                    <a:cubicBezTo>
                      <a:pt x="104126" y="10715"/>
                      <a:pt x="101164" y="13823"/>
                      <a:pt x="97448" y="13886"/>
                    </a:cubicBezTo>
                    <a:cubicBezTo>
                      <a:pt x="97411" y="13887"/>
                      <a:pt x="97373" y="13887"/>
                      <a:pt x="97335" y="13887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7FE02407-C56D-4849-B99D-CA1A7456FFC4}"/>
                  </a:ext>
                </a:extLst>
              </p:cNvPr>
              <p:cNvSpPr/>
              <p:nvPr/>
            </p:nvSpPr>
            <p:spPr>
              <a:xfrm>
                <a:off x="6159753" y="2578214"/>
                <a:ext cx="173407" cy="313154"/>
              </a:xfrm>
              <a:custGeom>
                <a:avLst/>
                <a:gdLst>
                  <a:gd name="connsiteX0" fmla="*/ 79280 w 173407"/>
                  <a:gd name="connsiteY0" fmla="*/ 313152 h 313154"/>
                  <a:gd name="connsiteX1" fmla="*/ 75803 w 173407"/>
                  <a:gd name="connsiteY1" fmla="*/ 312241 h 313154"/>
                  <a:gd name="connsiteX2" fmla="*/ 72664 w 173407"/>
                  <a:gd name="connsiteY2" fmla="*/ 307574 h 313154"/>
                  <a:gd name="connsiteX3" fmla="*/ 223 w 173407"/>
                  <a:gd name="connsiteY3" fmla="*/ 32562 h 313154"/>
                  <a:gd name="connsiteX4" fmla="*/ 895 w 173407"/>
                  <a:gd name="connsiteY4" fmla="*/ 27325 h 313154"/>
                  <a:gd name="connsiteX5" fmla="*/ 5045 w 173407"/>
                  <a:gd name="connsiteY5" fmla="*/ 24138 h 313154"/>
                  <a:gd name="connsiteX6" fmla="*/ 92400 w 173407"/>
                  <a:gd name="connsiteY6" fmla="*/ 234 h 313154"/>
                  <a:gd name="connsiteX7" fmla="*/ 97558 w 173407"/>
                  <a:gd name="connsiteY7" fmla="*/ 917 h 313154"/>
                  <a:gd name="connsiteX8" fmla="*/ 100698 w 173407"/>
                  <a:gd name="connsiteY8" fmla="*/ 5129 h 313154"/>
                  <a:gd name="connsiteX9" fmla="*/ 173139 w 173407"/>
                  <a:gd name="connsiteY9" fmla="*/ 280596 h 313154"/>
                  <a:gd name="connsiteX10" fmla="*/ 168650 w 173407"/>
                  <a:gd name="connsiteY10" fmla="*/ 288930 h 313154"/>
                  <a:gd name="connsiteX11" fmla="*/ 168317 w 173407"/>
                  <a:gd name="connsiteY11" fmla="*/ 289020 h 313154"/>
                  <a:gd name="connsiteX12" fmla="*/ 80962 w 173407"/>
                  <a:gd name="connsiteY12" fmla="*/ 312696 h 313154"/>
                  <a:gd name="connsiteX13" fmla="*/ 79280 w 173407"/>
                  <a:gd name="connsiteY13" fmla="*/ 313152 h 313154"/>
                  <a:gd name="connsiteX14" fmla="*/ 15473 w 173407"/>
                  <a:gd name="connsiteY14" fmla="*/ 35749 h 313154"/>
                  <a:gd name="connsiteX15" fmla="*/ 84326 w 173407"/>
                  <a:gd name="connsiteY15" fmla="*/ 297557 h 313154"/>
                  <a:gd name="connsiteX16" fmla="*/ 158673 w 173407"/>
                  <a:gd name="connsiteY16" fmla="*/ 277409 h 313154"/>
                  <a:gd name="connsiteX17" fmla="*/ 89708 w 173407"/>
                  <a:gd name="connsiteY17" fmla="*/ 15601 h 31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3407" h="313154">
                    <a:moveTo>
                      <a:pt x="79280" y="313152"/>
                    </a:moveTo>
                    <a:cubicBezTo>
                      <a:pt x="78060" y="313185"/>
                      <a:pt x="76855" y="312870"/>
                      <a:pt x="75803" y="312241"/>
                    </a:cubicBezTo>
                    <a:cubicBezTo>
                      <a:pt x="74121" y="311242"/>
                      <a:pt x="72968" y="309529"/>
                      <a:pt x="72664" y="307574"/>
                    </a:cubicBezTo>
                    <a:lnTo>
                      <a:pt x="223" y="32562"/>
                    </a:lnTo>
                    <a:cubicBezTo>
                      <a:pt x="-229" y="30794"/>
                      <a:pt x="12" y="28917"/>
                      <a:pt x="895" y="27325"/>
                    </a:cubicBezTo>
                    <a:cubicBezTo>
                      <a:pt x="1781" y="25723"/>
                      <a:pt x="3285" y="24568"/>
                      <a:pt x="5045" y="24138"/>
                    </a:cubicBezTo>
                    <a:lnTo>
                      <a:pt x="92400" y="234"/>
                    </a:lnTo>
                    <a:cubicBezTo>
                      <a:pt x="94141" y="-237"/>
                      <a:pt x="95994" y="9"/>
                      <a:pt x="97558" y="917"/>
                    </a:cubicBezTo>
                    <a:cubicBezTo>
                      <a:pt x="99136" y="1816"/>
                      <a:pt x="100274" y="3342"/>
                      <a:pt x="100698" y="5129"/>
                    </a:cubicBezTo>
                    <a:lnTo>
                      <a:pt x="173139" y="280596"/>
                    </a:lnTo>
                    <a:cubicBezTo>
                      <a:pt x="174166" y="284156"/>
                      <a:pt x="172157" y="287887"/>
                      <a:pt x="168650" y="288930"/>
                    </a:cubicBezTo>
                    <a:cubicBezTo>
                      <a:pt x="168540" y="288963"/>
                      <a:pt x="168429" y="288993"/>
                      <a:pt x="168317" y="289020"/>
                    </a:cubicBezTo>
                    <a:lnTo>
                      <a:pt x="80962" y="312696"/>
                    </a:lnTo>
                    <a:cubicBezTo>
                      <a:pt x="80437" y="312961"/>
                      <a:pt x="79865" y="313116"/>
                      <a:pt x="79280" y="313152"/>
                    </a:cubicBezTo>
                    <a:close/>
                    <a:moveTo>
                      <a:pt x="15473" y="35749"/>
                    </a:moveTo>
                    <a:lnTo>
                      <a:pt x="84326" y="297557"/>
                    </a:lnTo>
                    <a:lnTo>
                      <a:pt x="158673" y="277409"/>
                    </a:lnTo>
                    <a:lnTo>
                      <a:pt x="89708" y="15601"/>
                    </a:ln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12FE7E6-612B-B84E-B0D8-D06C17FA4C6C}"/>
                  </a:ext>
                </a:extLst>
              </p:cNvPr>
              <p:cNvSpPr/>
              <p:nvPr/>
            </p:nvSpPr>
            <p:spPr>
              <a:xfrm>
                <a:off x="6191814" y="2614903"/>
                <a:ext cx="63088" cy="64057"/>
              </a:xfrm>
              <a:custGeom>
                <a:avLst/>
                <a:gdLst>
                  <a:gd name="connsiteX0" fmla="*/ 31519 w 63088"/>
                  <a:gd name="connsiteY0" fmla="*/ 64057 h 64057"/>
                  <a:gd name="connsiteX1" fmla="*/ 1018 w 63088"/>
                  <a:gd name="connsiteY1" fmla="*/ 40267 h 64057"/>
                  <a:gd name="connsiteX2" fmla="*/ 23445 w 63088"/>
                  <a:gd name="connsiteY2" fmla="*/ 1109 h 64057"/>
                  <a:gd name="connsiteX3" fmla="*/ 61942 w 63088"/>
                  <a:gd name="connsiteY3" fmla="*/ 23574 h 64057"/>
                  <a:gd name="connsiteX4" fmla="*/ 62021 w 63088"/>
                  <a:gd name="connsiteY4" fmla="*/ 23875 h 64057"/>
                  <a:gd name="connsiteX5" fmla="*/ 39673 w 63088"/>
                  <a:gd name="connsiteY5" fmla="*/ 63011 h 64057"/>
                  <a:gd name="connsiteX6" fmla="*/ 39593 w 63088"/>
                  <a:gd name="connsiteY6" fmla="*/ 63033 h 64057"/>
                  <a:gd name="connsiteX7" fmla="*/ 31519 w 63088"/>
                  <a:gd name="connsiteY7" fmla="*/ 64057 h 64057"/>
                  <a:gd name="connsiteX8" fmla="*/ 31519 w 63088"/>
                  <a:gd name="connsiteY8" fmla="*/ 13745 h 64057"/>
                  <a:gd name="connsiteX9" fmla="*/ 26922 w 63088"/>
                  <a:gd name="connsiteY9" fmla="*/ 14428 h 64057"/>
                  <a:gd name="connsiteX10" fmla="*/ 15708 w 63088"/>
                  <a:gd name="connsiteY10" fmla="*/ 22851 h 64057"/>
                  <a:gd name="connsiteX11" fmla="*/ 22179 w 63088"/>
                  <a:gd name="connsiteY11" fmla="*/ 47756 h 64057"/>
                  <a:gd name="connsiteX12" fmla="*/ 35893 w 63088"/>
                  <a:gd name="connsiteY12" fmla="*/ 49601 h 64057"/>
                  <a:gd name="connsiteX13" fmla="*/ 48601 w 63088"/>
                  <a:gd name="connsiteY13" fmla="*/ 27307 h 64057"/>
                  <a:gd name="connsiteX14" fmla="*/ 40266 w 63088"/>
                  <a:gd name="connsiteY14" fmla="*/ 16249 h 64057"/>
                  <a:gd name="connsiteX15" fmla="*/ 31519 w 63088"/>
                  <a:gd name="connsiteY15" fmla="*/ 13745 h 6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3088" h="64057">
                    <a:moveTo>
                      <a:pt x="31519" y="64057"/>
                    </a:moveTo>
                    <a:cubicBezTo>
                      <a:pt x="17250" y="63959"/>
                      <a:pt x="4786" y="54238"/>
                      <a:pt x="1018" y="40267"/>
                    </a:cubicBezTo>
                    <a:cubicBezTo>
                      <a:pt x="-3334" y="23182"/>
                      <a:pt x="6666" y="5723"/>
                      <a:pt x="23445" y="1109"/>
                    </a:cubicBezTo>
                    <a:cubicBezTo>
                      <a:pt x="40187" y="-3478"/>
                      <a:pt x="57422" y="6579"/>
                      <a:pt x="61942" y="23574"/>
                    </a:cubicBezTo>
                    <a:cubicBezTo>
                      <a:pt x="61969" y="23674"/>
                      <a:pt x="61995" y="23775"/>
                      <a:pt x="62021" y="23875"/>
                    </a:cubicBezTo>
                    <a:cubicBezTo>
                      <a:pt x="66496" y="40947"/>
                      <a:pt x="56491" y="58468"/>
                      <a:pt x="39673" y="63011"/>
                    </a:cubicBezTo>
                    <a:cubicBezTo>
                      <a:pt x="39646" y="63018"/>
                      <a:pt x="39620" y="63026"/>
                      <a:pt x="39593" y="63033"/>
                    </a:cubicBezTo>
                    <a:cubicBezTo>
                      <a:pt x="36953" y="63705"/>
                      <a:pt x="34241" y="64049"/>
                      <a:pt x="31519" y="64057"/>
                    </a:cubicBezTo>
                    <a:close/>
                    <a:moveTo>
                      <a:pt x="31519" y="13745"/>
                    </a:moveTo>
                    <a:cubicBezTo>
                      <a:pt x="29962" y="13739"/>
                      <a:pt x="28412" y="13970"/>
                      <a:pt x="26922" y="14428"/>
                    </a:cubicBezTo>
                    <a:cubicBezTo>
                      <a:pt x="22212" y="15573"/>
                      <a:pt x="18164" y="18614"/>
                      <a:pt x="15708" y="22851"/>
                    </a:cubicBezTo>
                    <a:cubicBezTo>
                      <a:pt x="10720" y="31542"/>
                      <a:pt x="13617" y="42692"/>
                      <a:pt x="22179" y="47756"/>
                    </a:cubicBezTo>
                    <a:cubicBezTo>
                      <a:pt x="26323" y="50207"/>
                      <a:pt x="31262" y="50871"/>
                      <a:pt x="35893" y="49601"/>
                    </a:cubicBezTo>
                    <a:cubicBezTo>
                      <a:pt x="45467" y="47007"/>
                      <a:pt x="51156" y="37026"/>
                      <a:pt x="48601" y="27307"/>
                    </a:cubicBezTo>
                    <a:cubicBezTo>
                      <a:pt x="47375" y="22646"/>
                      <a:pt x="44377" y="18669"/>
                      <a:pt x="40266" y="16249"/>
                    </a:cubicBezTo>
                    <a:cubicBezTo>
                      <a:pt x="37605" y="14680"/>
                      <a:pt x="34596" y="13818"/>
                      <a:pt x="31519" y="13745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A5B4D040-D395-B644-8EF1-5385C0318A51}"/>
                  </a:ext>
                </a:extLst>
              </p:cNvPr>
              <p:cNvSpPr/>
              <p:nvPr/>
            </p:nvSpPr>
            <p:spPr>
              <a:xfrm>
                <a:off x="6207153" y="2686846"/>
                <a:ext cx="60578" cy="26604"/>
              </a:xfrm>
              <a:custGeom>
                <a:avLst/>
                <a:gdLst>
                  <a:gd name="connsiteX0" fmla="*/ 6537 w 60578"/>
                  <a:gd name="connsiteY0" fmla="*/ 26604 h 26604"/>
                  <a:gd name="connsiteX1" fmla="*/ 7 w 60578"/>
                  <a:gd name="connsiteY1" fmla="*/ 19359 h 26604"/>
                  <a:gd name="connsiteX2" fmla="*/ 4743 w 60578"/>
                  <a:gd name="connsiteY2" fmla="*/ 13059 h 26604"/>
                  <a:gd name="connsiteX3" fmla="*/ 52065 w 60578"/>
                  <a:gd name="connsiteY3" fmla="*/ 196 h 26604"/>
                  <a:gd name="connsiteX4" fmla="*/ 60363 w 60578"/>
                  <a:gd name="connsiteY4" fmla="*/ 5091 h 26604"/>
                  <a:gd name="connsiteX5" fmla="*/ 55541 w 60578"/>
                  <a:gd name="connsiteY5" fmla="*/ 13514 h 26604"/>
                  <a:gd name="connsiteX6" fmla="*/ 8331 w 60578"/>
                  <a:gd name="connsiteY6" fmla="*/ 26377 h 26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578" h="26604">
                    <a:moveTo>
                      <a:pt x="6537" y="26604"/>
                    </a:moveTo>
                    <a:cubicBezTo>
                      <a:pt x="2763" y="26434"/>
                      <a:pt x="-161" y="23190"/>
                      <a:pt x="7" y="19359"/>
                    </a:cubicBezTo>
                    <a:cubicBezTo>
                      <a:pt x="134" y="16461"/>
                      <a:pt x="2022" y="13948"/>
                      <a:pt x="4743" y="13059"/>
                    </a:cubicBezTo>
                    <a:lnTo>
                      <a:pt x="52065" y="196"/>
                    </a:lnTo>
                    <a:cubicBezTo>
                      <a:pt x="55674" y="-683"/>
                      <a:pt x="59328" y="1472"/>
                      <a:pt x="60363" y="5091"/>
                    </a:cubicBezTo>
                    <a:cubicBezTo>
                      <a:pt x="61291" y="8764"/>
                      <a:pt x="59145" y="12514"/>
                      <a:pt x="55541" y="13514"/>
                    </a:cubicBezTo>
                    <a:lnTo>
                      <a:pt x="8331" y="26377"/>
                    </a:ln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7C4F90F8-514C-C342-BD59-5A57DA1883CD}"/>
                  </a:ext>
                </a:extLst>
              </p:cNvPr>
              <p:cNvSpPr/>
              <p:nvPr/>
            </p:nvSpPr>
            <p:spPr>
              <a:xfrm>
                <a:off x="6213545" y="2711339"/>
                <a:ext cx="59814" cy="26470"/>
              </a:xfrm>
              <a:custGeom>
                <a:avLst/>
                <a:gdLst>
                  <a:gd name="connsiteX0" fmla="*/ 6537 w 59814"/>
                  <a:gd name="connsiteY0" fmla="*/ 26471 h 26470"/>
                  <a:gd name="connsiteX1" fmla="*/ 7 w 59814"/>
                  <a:gd name="connsiteY1" fmla="*/ 19226 h 26470"/>
                  <a:gd name="connsiteX2" fmla="*/ 4743 w 59814"/>
                  <a:gd name="connsiteY2" fmla="*/ 12925 h 26470"/>
                  <a:gd name="connsiteX3" fmla="*/ 52065 w 59814"/>
                  <a:gd name="connsiteY3" fmla="*/ 62 h 26470"/>
                  <a:gd name="connsiteX4" fmla="*/ 59753 w 59814"/>
                  <a:gd name="connsiteY4" fmla="*/ 6022 h 26470"/>
                  <a:gd name="connsiteX5" fmla="*/ 55541 w 59814"/>
                  <a:gd name="connsiteY5" fmla="*/ 13380 h 26470"/>
                  <a:gd name="connsiteX6" fmla="*/ 8331 w 59814"/>
                  <a:gd name="connsiteY6" fmla="*/ 26471 h 2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814" h="26470">
                    <a:moveTo>
                      <a:pt x="6537" y="26471"/>
                    </a:moveTo>
                    <a:cubicBezTo>
                      <a:pt x="2763" y="26301"/>
                      <a:pt x="-161" y="23057"/>
                      <a:pt x="7" y="19226"/>
                    </a:cubicBezTo>
                    <a:cubicBezTo>
                      <a:pt x="134" y="16328"/>
                      <a:pt x="2022" y="13815"/>
                      <a:pt x="4743" y="12925"/>
                    </a:cubicBezTo>
                    <a:lnTo>
                      <a:pt x="52065" y="62"/>
                    </a:lnTo>
                    <a:cubicBezTo>
                      <a:pt x="55809" y="-447"/>
                      <a:pt x="59251" y="2221"/>
                      <a:pt x="59753" y="6022"/>
                    </a:cubicBezTo>
                    <a:cubicBezTo>
                      <a:pt x="60168" y="9163"/>
                      <a:pt x="58435" y="12191"/>
                      <a:pt x="55541" y="13380"/>
                    </a:cubicBezTo>
                    <a:lnTo>
                      <a:pt x="8331" y="26471"/>
                    </a:ln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F837214-A23F-D548-BB9C-505BC8044BF4}"/>
                  </a:ext>
                </a:extLst>
              </p:cNvPr>
              <p:cNvSpPr/>
              <p:nvPr/>
            </p:nvSpPr>
            <p:spPr>
              <a:xfrm>
                <a:off x="6220033" y="2735516"/>
                <a:ext cx="60482" cy="26548"/>
              </a:xfrm>
              <a:custGeom>
                <a:avLst/>
                <a:gdLst>
                  <a:gd name="connsiteX0" fmla="*/ 6440 w 60482"/>
                  <a:gd name="connsiteY0" fmla="*/ 26540 h 26548"/>
                  <a:gd name="connsiteX1" fmla="*/ 12 w 60482"/>
                  <a:gd name="connsiteY1" fmla="*/ 19201 h 26548"/>
                  <a:gd name="connsiteX2" fmla="*/ 4758 w 60482"/>
                  <a:gd name="connsiteY2" fmla="*/ 12994 h 26548"/>
                  <a:gd name="connsiteX3" fmla="*/ 51968 w 60482"/>
                  <a:gd name="connsiteY3" fmla="*/ 245 h 26548"/>
                  <a:gd name="connsiteX4" fmla="*/ 60236 w 60482"/>
                  <a:gd name="connsiteY4" fmla="*/ 5025 h 26548"/>
                  <a:gd name="connsiteX5" fmla="*/ 60266 w 60482"/>
                  <a:gd name="connsiteY5" fmla="*/ 5140 h 26548"/>
                  <a:gd name="connsiteX6" fmla="*/ 55444 w 60482"/>
                  <a:gd name="connsiteY6" fmla="*/ 13563 h 26548"/>
                  <a:gd name="connsiteX7" fmla="*/ 8234 w 60482"/>
                  <a:gd name="connsiteY7" fmla="*/ 26312 h 26548"/>
                  <a:gd name="connsiteX8" fmla="*/ 6440 w 60482"/>
                  <a:gd name="connsiteY8" fmla="*/ 26540 h 26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482" h="26548">
                    <a:moveTo>
                      <a:pt x="6440" y="26540"/>
                    </a:moveTo>
                    <a:cubicBezTo>
                      <a:pt x="2669" y="26315"/>
                      <a:pt x="-209" y="23030"/>
                      <a:pt x="12" y="19201"/>
                    </a:cubicBezTo>
                    <a:cubicBezTo>
                      <a:pt x="177" y="16335"/>
                      <a:pt x="2064" y="13868"/>
                      <a:pt x="4758" y="12994"/>
                    </a:cubicBezTo>
                    <a:lnTo>
                      <a:pt x="51968" y="245"/>
                    </a:lnTo>
                    <a:cubicBezTo>
                      <a:pt x="55552" y="-753"/>
                      <a:pt x="59253" y="1387"/>
                      <a:pt x="60236" y="5025"/>
                    </a:cubicBezTo>
                    <a:cubicBezTo>
                      <a:pt x="60247" y="5063"/>
                      <a:pt x="60257" y="5101"/>
                      <a:pt x="60266" y="5140"/>
                    </a:cubicBezTo>
                    <a:cubicBezTo>
                      <a:pt x="61195" y="8813"/>
                      <a:pt x="59048" y="12563"/>
                      <a:pt x="55444" y="13563"/>
                    </a:cubicBezTo>
                    <a:lnTo>
                      <a:pt x="8234" y="26312"/>
                    </a:lnTo>
                    <a:cubicBezTo>
                      <a:pt x="7655" y="26499"/>
                      <a:pt x="7047" y="26577"/>
                      <a:pt x="6440" y="26540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FEED2139-D22A-2E4E-B119-6BC64B7354B3}"/>
                  </a:ext>
                </a:extLst>
              </p:cNvPr>
              <p:cNvSpPr/>
              <p:nvPr/>
            </p:nvSpPr>
            <p:spPr>
              <a:xfrm>
                <a:off x="6226518" y="2760323"/>
                <a:ext cx="60417" cy="26092"/>
              </a:xfrm>
              <a:custGeom>
                <a:avLst/>
                <a:gdLst>
                  <a:gd name="connsiteX0" fmla="*/ 6347 w 60417"/>
                  <a:gd name="connsiteY0" fmla="*/ 26092 h 26092"/>
                  <a:gd name="connsiteX1" fmla="*/ 18 w 60417"/>
                  <a:gd name="connsiteY1" fmla="*/ 18666 h 26092"/>
                  <a:gd name="connsiteX2" fmla="*/ 4777 w 60417"/>
                  <a:gd name="connsiteY2" fmla="*/ 12546 h 26092"/>
                  <a:gd name="connsiteX3" fmla="*/ 51875 w 60417"/>
                  <a:gd name="connsiteY3" fmla="*/ 253 h 26092"/>
                  <a:gd name="connsiteX4" fmla="*/ 60163 w 60417"/>
                  <a:gd name="connsiteY4" fmla="*/ 4997 h 26092"/>
                  <a:gd name="connsiteX5" fmla="*/ 60173 w 60417"/>
                  <a:gd name="connsiteY5" fmla="*/ 5034 h 26092"/>
                  <a:gd name="connsiteX6" fmla="*/ 55380 w 60417"/>
                  <a:gd name="connsiteY6" fmla="*/ 13563 h 26092"/>
                  <a:gd name="connsiteX7" fmla="*/ 55351 w 60417"/>
                  <a:gd name="connsiteY7" fmla="*/ 13571 h 26092"/>
                  <a:gd name="connsiteX8" fmla="*/ 8142 w 60417"/>
                  <a:gd name="connsiteY8" fmla="*/ 25864 h 26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417" h="26092">
                    <a:moveTo>
                      <a:pt x="6347" y="26092"/>
                    </a:moveTo>
                    <a:cubicBezTo>
                      <a:pt x="2579" y="25815"/>
                      <a:pt x="-254" y="22491"/>
                      <a:pt x="18" y="18666"/>
                    </a:cubicBezTo>
                    <a:cubicBezTo>
                      <a:pt x="220" y="15829"/>
                      <a:pt x="2106" y="13404"/>
                      <a:pt x="4777" y="12546"/>
                    </a:cubicBezTo>
                    <a:lnTo>
                      <a:pt x="51875" y="253"/>
                    </a:lnTo>
                    <a:cubicBezTo>
                      <a:pt x="55455" y="-760"/>
                      <a:pt x="59165" y="1364"/>
                      <a:pt x="60163" y="4997"/>
                    </a:cubicBezTo>
                    <a:cubicBezTo>
                      <a:pt x="60167" y="5009"/>
                      <a:pt x="60170" y="5021"/>
                      <a:pt x="60173" y="5034"/>
                    </a:cubicBezTo>
                    <a:cubicBezTo>
                      <a:pt x="61170" y="8733"/>
                      <a:pt x="59024" y="12551"/>
                      <a:pt x="55380" y="13563"/>
                    </a:cubicBezTo>
                    <a:cubicBezTo>
                      <a:pt x="55370" y="13566"/>
                      <a:pt x="55361" y="13568"/>
                      <a:pt x="55351" y="13571"/>
                    </a:cubicBezTo>
                    <a:lnTo>
                      <a:pt x="8142" y="25864"/>
                    </a:ln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B0231859-26E4-B74E-825A-7E440FD2CD35}"/>
                  </a:ext>
                </a:extLst>
              </p:cNvPr>
              <p:cNvSpPr/>
              <p:nvPr/>
            </p:nvSpPr>
            <p:spPr>
              <a:xfrm>
                <a:off x="6221827" y="2813444"/>
                <a:ext cx="99863" cy="37284"/>
              </a:xfrm>
              <a:custGeom>
                <a:avLst/>
                <a:gdLst>
                  <a:gd name="connsiteX0" fmla="*/ 6440 w 99863"/>
                  <a:gd name="connsiteY0" fmla="*/ 37285 h 37284"/>
                  <a:gd name="connsiteX1" fmla="*/ 12 w 99863"/>
                  <a:gd name="connsiteY1" fmla="*/ 29947 h 37284"/>
                  <a:gd name="connsiteX2" fmla="*/ 4758 w 99863"/>
                  <a:gd name="connsiteY2" fmla="*/ 23739 h 37284"/>
                  <a:gd name="connsiteX3" fmla="*/ 92113 w 99863"/>
                  <a:gd name="connsiteY3" fmla="*/ 62 h 37284"/>
                  <a:gd name="connsiteX4" fmla="*/ 99802 w 99863"/>
                  <a:gd name="connsiteY4" fmla="*/ 6022 h 37284"/>
                  <a:gd name="connsiteX5" fmla="*/ 95590 w 99863"/>
                  <a:gd name="connsiteY5" fmla="*/ 13380 h 37284"/>
                  <a:gd name="connsiteX6" fmla="*/ 8234 w 99863"/>
                  <a:gd name="connsiteY6" fmla="*/ 37057 h 37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9863" h="37284">
                    <a:moveTo>
                      <a:pt x="6440" y="37285"/>
                    </a:moveTo>
                    <a:cubicBezTo>
                      <a:pt x="2669" y="37060"/>
                      <a:pt x="-209" y="33775"/>
                      <a:pt x="12" y="29947"/>
                    </a:cubicBezTo>
                    <a:cubicBezTo>
                      <a:pt x="177" y="27080"/>
                      <a:pt x="2064" y="24613"/>
                      <a:pt x="4758" y="23739"/>
                    </a:cubicBezTo>
                    <a:lnTo>
                      <a:pt x="92113" y="62"/>
                    </a:lnTo>
                    <a:cubicBezTo>
                      <a:pt x="95858" y="-447"/>
                      <a:pt x="99300" y="2221"/>
                      <a:pt x="99802" y="6022"/>
                    </a:cubicBezTo>
                    <a:cubicBezTo>
                      <a:pt x="100217" y="9163"/>
                      <a:pt x="98484" y="12191"/>
                      <a:pt x="95590" y="13380"/>
                    </a:cubicBezTo>
                    <a:lnTo>
                      <a:pt x="8234" y="37057"/>
                    </a:ln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3CE28662-0C0D-304D-BAE3-CC5DAF30AD1D}"/>
                  </a:ext>
                </a:extLst>
              </p:cNvPr>
              <p:cNvSpPr/>
              <p:nvPr/>
            </p:nvSpPr>
            <p:spPr>
              <a:xfrm>
                <a:off x="5938863" y="2877536"/>
                <a:ext cx="412219" cy="13887"/>
              </a:xfrm>
              <a:custGeom>
                <a:avLst/>
                <a:gdLst>
                  <a:gd name="connsiteX0" fmla="*/ 406252 w 412219"/>
                  <a:gd name="connsiteY0" fmla="*/ 13830 h 13887"/>
                  <a:gd name="connsiteX1" fmla="*/ 7715 w 412219"/>
                  <a:gd name="connsiteY1" fmla="*/ 13830 h 13887"/>
                  <a:gd name="connsiteX2" fmla="*/ 57 w 412219"/>
                  <a:gd name="connsiteY2" fmla="*/ 7831 h 13887"/>
                  <a:gd name="connsiteX3" fmla="*/ 5967 w 412219"/>
                  <a:gd name="connsiteY3" fmla="*/ 57 h 13887"/>
                  <a:gd name="connsiteX4" fmla="*/ 7715 w 412219"/>
                  <a:gd name="connsiteY4" fmla="*/ 57 h 13887"/>
                  <a:gd name="connsiteX5" fmla="*/ 406252 w 412219"/>
                  <a:gd name="connsiteY5" fmla="*/ 57 h 13887"/>
                  <a:gd name="connsiteX6" fmla="*/ 412162 w 412219"/>
                  <a:gd name="connsiteY6" fmla="*/ 7831 h 13887"/>
                  <a:gd name="connsiteX7" fmla="*/ 406252 w 412219"/>
                  <a:gd name="connsiteY7" fmla="*/ 13830 h 1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219" h="13887">
                    <a:moveTo>
                      <a:pt x="406252" y="13830"/>
                    </a:moveTo>
                    <a:lnTo>
                      <a:pt x="7715" y="13830"/>
                    </a:lnTo>
                    <a:cubicBezTo>
                      <a:pt x="3968" y="14320"/>
                      <a:pt x="540" y="11634"/>
                      <a:pt x="57" y="7831"/>
                    </a:cubicBezTo>
                    <a:cubicBezTo>
                      <a:pt x="-426" y="4027"/>
                      <a:pt x="2220" y="547"/>
                      <a:pt x="5967" y="57"/>
                    </a:cubicBezTo>
                    <a:cubicBezTo>
                      <a:pt x="6547" y="-19"/>
                      <a:pt x="7135" y="-19"/>
                      <a:pt x="7715" y="57"/>
                    </a:cubicBezTo>
                    <a:lnTo>
                      <a:pt x="406252" y="57"/>
                    </a:lnTo>
                    <a:cubicBezTo>
                      <a:pt x="409999" y="547"/>
                      <a:pt x="412645" y="4027"/>
                      <a:pt x="412162" y="7831"/>
                    </a:cubicBezTo>
                    <a:cubicBezTo>
                      <a:pt x="411765" y="10962"/>
                      <a:pt x="409337" y="13427"/>
                      <a:pt x="406252" y="13830"/>
                    </a:cubicBezTo>
                    <a:close/>
                  </a:path>
                </a:pathLst>
              </a:custGeom>
              <a:grpFill/>
              <a:ln w="110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24" name="Graphic 83">
              <a:extLst>
                <a:ext uri="{FF2B5EF4-FFF2-40B4-BE49-F238E27FC236}">
                  <a16:creationId xmlns:a16="http://schemas.microsoft.com/office/drawing/2014/main" id="{D3ADBF8C-29A7-704A-861F-B426084A5ED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75238" y="3666310"/>
              <a:ext cx="293198" cy="380248"/>
              <a:chOff x="5986027" y="2524552"/>
              <a:chExt cx="322518" cy="418273"/>
            </a:xfrm>
            <a:solidFill>
              <a:srgbClr val="FFFFFF"/>
            </a:solidFill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B5837C8-7357-9243-8763-218DDCCAFF2A}"/>
                  </a:ext>
                </a:extLst>
              </p:cNvPr>
              <p:cNvSpPr/>
              <p:nvPr/>
            </p:nvSpPr>
            <p:spPr>
              <a:xfrm>
                <a:off x="6066849" y="2544743"/>
                <a:ext cx="52523" cy="52929"/>
              </a:xfrm>
              <a:custGeom>
                <a:avLst/>
                <a:gdLst>
                  <a:gd name="connsiteX0" fmla="*/ 26818 w 52523"/>
                  <a:gd name="connsiteY0" fmla="*/ 52923 h 52929"/>
                  <a:gd name="connsiteX1" fmla="*/ 6 w 52523"/>
                  <a:gd name="connsiteY1" fmla="*/ 27025 h 52929"/>
                  <a:gd name="connsiteX2" fmla="*/ 25705 w 52523"/>
                  <a:gd name="connsiteY2" fmla="*/ 6 h 52929"/>
                  <a:gd name="connsiteX3" fmla="*/ 52518 w 52523"/>
                  <a:gd name="connsiteY3" fmla="*/ 25904 h 52929"/>
                  <a:gd name="connsiteX4" fmla="*/ 52523 w 52523"/>
                  <a:gd name="connsiteY4" fmla="*/ 26459 h 52929"/>
                  <a:gd name="connsiteX5" fmla="*/ 26818 w 52523"/>
                  <a:gd name="connsiteY5" fmla="*/ 52923 h 52929"/>
                  <a:gd name="connsiteX6" fmla="*/ 26818 w 52523"/>
                  <a:gd name="connsiteY6" fmla="*/ 13675 h 52929"/>
                  <a:gd name="connsiteX7" fmla="*/ 13911 w 52523"/>
                  <a:gd name="connsiteY7" fmla="*/ 26459 h 52929"/>
                  <a:gd name="connsiteX8" fmla="*/ 26597 w 52523"/>
                  <a:gd name="connsiteY8" fmla="*/ 39466 h 52929"/>
                  <a:gd name="connsiteX9" fmla="*/ 39504 w 52523"/>
                  <a:gd name="connsiteY9" fmla="*/ 26682 h 52929"/>
                  <a:gd name="connsiteX10" fmla="*/ 39504 w 52523"/>
                  <a:gd name="connsiteY10" fmla="*/ 26459 h 52929"/>
                  <a:gd name="connsiteX11" fmla="*/ 26930 w 52523"/>
                  <a:gd name="connsiteY11" fmla="*/ 13563 h 52929"/>
                  <a:gd name="connsiteX12" fmla="*/ 26818 w 52523"/>
                  <a:gd name="connsiteY12" fmla="*/ 13563 h 52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523" h="52929">
                    <a:moveTo>
                      <a:pt x="26818" y="52923"/>
                    </a:moveTo>
                    <a:cubicBezTo>
                      <a:pt x="12318" y="53233"/>
                      <a:pt x="313" y="41638"/>
                      <a:pt x="6" y="27025"/>
                    </a:cubicBezTo>
                    <a:cubicBezTo>
                      <a:pt x="-301" y="12413"/>
                      <a:pt x="11205" y="316"/>
                      <a:pt x="25705" y="6"/>
                    </a:cubicBezTo>
                    <a:cubicBezTo>
                      <a:pt x="40206" y="-304"/>
                      <a:pt x="52210" y="11291"/>
                      <a:pt x="52518" y="25904"/>
                    </a:cubicBezTo>
                    <a:cubicBezTo>
                      <a:pt x="52521" y="26089"/>
                      <a:pt x="52523" y="26274"/>
                      <a:pt x="52523" y="26459"/>
                    </a:cubicBezTo>
                    <a:cubicBezTo>
                      <a:pt x="52527" y="40858"/>
                      <a:pt x="41104" y="52618"/>
                      <a:pt x="26818" y="52923"/>
                    </a:cubicBezTo>
                    <a:close/>
                    <a:moveTo>
                      <a:pt x="26818" y="13675"/>
                    </a:moveTo>
                    <a:cubicBezTo>
                      <a:pt x="19751" y="13613"/>
                      <a:pt x="13972" y="19337"/>
                      <a:pt x="13911" y="26459"/>
                    </a:cubicBezTo>
                    <a:cubicBezTo>
                      <a:pt x="13850" y="33581"/>
                      <a:pt x="19529" y="39404"/>
                      <a:pt x="26597" y="39466"/>
                    </a:cubicBezTo>
                    <a:cubicBezTo>
                      <a:pt x="33664" y="39527"/>
                      <a:pt x="39443" y="33804"/>
                      <a:pt x="39504" y="26682"/>
                    </a:cubicBezTo>
                    <a:cubicBezTo>
                      <a:pt x="39505" y="26608"/>
                      <a:pt x="39505" y="26533"/>
                      <a:pt x="39504" y="26459"/>
                    </a:cubicBezTo>
                    <a:cubicBezTo>
                      <a:pt x="39565" y="19399"/>
                      <a:pt x="33936" y="13625"/>
                      <a:pt x="26930" y="13563"/>
                    </a:cubicBezTo>
                    <a:cubicBezTo>
                      <a:pt x="26893" y="13563"/>
                      <a:pt x="26855" y="13563"/>
                      <a:pt x="26818" y="13563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D7F652DE-D94F-574A-945A-672410007922}"/>
                  </a:ext>
                </a:extLst>
              </p:cNvPr>
              <p:cNvSpPr/>
              <p:nvPr/>
            </p:nvSpPr>
            <p:spPr>
              <a:xfrm>
                <a:off x="6045261" y="2597554"/>
                <a:ext cx="96371" cy="63469"/>
              </a:xfrm>
              <a:custGeom>
                <a:avLst/>
                <a:gdLst>
                  <a:gd name="connsiteX0" fmla="*/ 90024 w 96371"/>
                  <a:gd name="connsiteY0" fmla="*/ 63470 h 63469"/>
                  <a:gd name="connsiteX1" fmla="*/ 83347 w 96371"/>
                  <a:gd name="connsiteY1" fmla="*/ 56742 h 63469"/>
                  <a:gd name="connsiteX2" fmla="*/ 83347 w 96371"/>
                  <a:gd name="connsiteY2" fmla="*/ 28034 h 63469"/>
                  <a:gd name="connsiteX3" fmla="*/ 68993 w 96371"/>
                  <a:gd name="connsiteY3" fmla="*/ 13569 h 63469"/>
                  <a:gd name="connsiteX4" fmla="*/ 27820 w 96371"/>
                  <a:gd name="connsiteY4" fmla="*/ 13569 h 63469"/>
                  <a:gd name="connsiteX5" fmla="*/ 13465 w 96371"/>
                  <a:gd name="connsiteY5" fmla="*/ 28034 h 63469"/>
                  <a:gd name="connsiteX6" fmla="*/ 13465 w 96371"/>
                  <a:gd name="connsiteY6" fmla="*/ 56517 h 63469"/>
                  <a:gd name="connsiteX7" fmla="*/ 5865 w 96371"/>
                  <a:gd name="connsiteY7" fmla="*/ 62428 h 63469"/>
                  <a:gd name="connsiteX8" fmla="*/ 0 w 96371"/>
                  <a:gd name="connsiteY8" fmla="*/ 56517 h 63469"/>
                  <a:gd name="connsiteX9" fmla="*/ 0 w 96371"/>
                  <a:gd name="connsiteY9" fmla="*/ 28034 h 63469"/>
                  <a:gd name="connsiteX10" fmla="*/ 27820 w 96371"/>
                  <a:gd name="connsiteY10" fmla="*/ 0 h 63469"/>
                  <a:gd name="connsiteX11" fmla="*/ 68993 w 96371"/>
                  <a:gd name="connsiteY11" fmla="*/ 0 h 63469"/>
                  <a:gd name="connsiteX12" fmla="*/ 96367 w 96371"/>
                  <a:gd name="connsiteY12" fmla="*/ 28034 h 63469"/>
                  <a:gd name="connsiteX13" fmla="*/ 96367 w 96371"/>
                  <a:gd name="connsiteY13" fmla="*/ 56517 h 63469"/>
                  <a:gd name="connsiteX14" fmla="*/ 90024 w 96371"/>
                  <a:gd name="connsiteY14" fmla="*/ 63470 h 63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6371" h="63469">
                    <a:moveTo>
                      <a:pt x="90024" y="63470"/>
                    </a:moveTo>
                    <a:cubicBezTo>
                      <a:pt x="86337" y="63470"/>
                      <a:pt x="83347" y="60458"/>
                      <a:pt x="83347" y="56742"/>
                    </a:cubicBezTo>
                    <a:lnTo>
                      <a:pt x="83347" y="28034"/>
                    </a:lnTo>
                    <a:cubicBezTo>
                      <a:pt x="83347" y="20045"/>
                      <a:pt x="76921" y="13569"/>
                      <a:pt x="68993" y="13569"/>
                    </a:cubicBezTo>
                    <a:lnTo>
                      <a:pt x="27820" y="13569"/>
                    </a:lnTo>
                    <a:cubicBezTo>
                      <a:pt x="19892" y="13569"/>
                      <a:pt x="13465" y="20045"/>
                      <a:pt x="13465" y="28034"/>
                    </a:cubicBezTo>
                    <a:lnTo>
                      <a:pt x="13465" y="56517"/>
                    </a:lnTo>
                    <a:cubicBezTo>
                      <a:pt x="12986" y="60264"/>
                      <a:pt x="9583" y="62910"/>
                      <a:pt x="5865" y="62428"/>
                    </a:cubicBezTo>
                    <a:cubicBezTo>
                      <a:pt x="2804" y="62030"/>
                      <a:pt x="394" y="59602"/>
                      <a:pt x="0" y="56517"/>
                    </a:cubicBezTo>
                    <a:lnTo>
                      <a:pt x="0" y="28034"/>
                    </a:lnTo>
                    <a:cubicBezTo>
                      <a:pt x="0" y="12551"/>
                      <a:pt x="12455" y="0"/>
                      <a:pt x="27820" y="0"/>
                    </a:cubicBezTo>
                    <a:lnTo>
                      <a:pt x="68993" y="0"/>
                    </a:lnTo>
                    <a:cubicBezTo>
                      <a:pt x="84183" y="245"/>
                      <a:pt x="96369" y="12725"/>
                      <a:pt x="96367" y="28034"/>
                    </a:cubicBezTo>
                    <a:lnTo>
                      <a:pt x="96367" y="56517"/>
                    </a:lnTo>
                    <a:cubicBezTo>
                      <a:pt x="96493" y="60192"/>
                      <a:pt x="93668" y="63288"/>
                      <a:pt x="90024" y="63470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51620B34-FF70-8640-A1B4-FFD543806525}"/>
                  </a:ext>
                </a:extLst>
              </p:cNvPr>
              <p:cNvSpPr/>
              <p:nvPr/>
            </p:nvSpPr>
            <p:spPr>
              <a:xfrm>
                <a:off x="6009763" y="2524552"/>
                <a:ext cx="167585" cy="168879"/>
              </a:xfrm>
              <a:custGeom>
                <a:avLst/>
                <a:gdLst>
                  <a:gd name="connsiteX0" fmla="*/ 83904 w 167585"/>
                  <a:gd name="connsiteY0" fmla="*/ 168879 h 168879"/>
                  <a:gd name="connsiteX1" fmla="*/ 0 w 167585"/>
                  <a:gd name="connsiteY1" fmla="*/ 84552 h 168879"/>
                  <a:gd name="connsiteX2" fmla="*/ 83681 w 167585"/>
                  <a:gd name="connsiteY2" fmla="*/ 0 h 168879"/>
                  <a:gd name="connsiteX3" fmla="*/ 167585 w 167585"/>
                  <a:gd name="connsiteY3" fmla="*/ 84327 h 168879"/>
                  <a:gd name="connsiteX4" fmla="*/ 167585 w 167585"/>
                  <a:gd name="connsiteY4" fmla="*/ 84440 h 168879"/>
                  <a:gd name="connsiteX5" fmla="*/ 83904 w 167585"/>
                  <a:gd name="connsiteY5" fmla="*/ 168879 h 168879"/>
                  <a:gd name="connsiteX6" fmla="*/ 83904 w 167585"/>
                  <a:gd name="connsiteY6" fmla="*/ 13681 h 168879"/>
                  <a:gd name="connsiteX7" fmla="*/ 13687 w 167585"/>
                  <a:gd name="connsiteY7" fmla="*/ 84440 h 168879"/>
                  <a:gd name="connsiteX8" fmla="*/ 83904 w 167585"/>
                  <a:gd name="connsiteY8" fmla="*/ 155198 h 168879"/>
                  <a:gd name="connsiteX9" fmla="*/ 154120 w 167585"/>
                  <a:gd name="connsiteY9" fmla="*/ 84440 h 168879"/>
                  <a:gd name="connsiteX10" fmla="*/ 83904 w 167585"/>
                  <a:gd name="connsiteY10" fmla="*/ 13681 h 168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7585" h="168879">
                    <a:moveTo>
                      <a:pt x="83904" y="168879"/>
                    </a:moveTo>
                    <a:cubicBezTo>
                      <a:pt x="37627" y="168941"/>
                      <a:pt x="62" y="131186"/>
                      <a:pt x="0" y="84552"/>
                    </a:cubicBezTo>
                    <a:cubicBezTo>
                      <a:pt x="-61" y="37917"/>
                      <a:pt x="37404" y="62"/>
                      <a:pt x="83681" y="0"/>
                    </a:cubicBezTo>
                    <a:cubicBezTo>
                      <a:pt x="129959" y="-62"/>
                      <a:pt x="167524" y="37693"/>
                      <a:pt x="167585" y="84327"/>
                    </a:cubicBezTo>
                    <a:cubicBezTo>
                      <a:pt x="167585" y="84365"/>
                      <a:pt x="167585" y="84402"/>
                      <a:pt x="167585" y="84440"/>
                    </a:cubicBezTo>
                    <a:cubicBezTo>
                      <a:pt x="167585" y="131030"/>
                      <a:pt x="130138" y="168817"/>
                      <a:pt x="83904" y="168879"/>
                    </a:cubicBezTo>
                    <a:close/>
                    <a:moveTo>
                      <a:pt x="83904" y="13681"/>
                    </a:moveTo>
                    <a:cubicBezTo>
                      <a:pt x="45124" y="13681"/>
                      <a:pt x="13687" y="45361"/>
                      <a:pt x="13687" y="84440"/>
                    </a:cubicBezTo>
                    <a:cubicBezTo>
                      <a:pt x="13687" y="123519"/>
                      <a:pt x="45124" y="155198"/>
                      <a:pt x="83904" y="155198"/>
                    </a:cubicBezTo>
                    <a:cubicBezTo>
                      <a:pt x="122683" y="155198"/>
                      <a:pt x="154120" y="123519"/>
                      <a:pt x="154120" y="84440"/>
                    </a:cubicBezTo>
                    <a:cubicBezTo>
                      <a:pt x="154059" y="45386"/>
                      <a:pt x="122658" y="13742"/>
                      <a:pt x="83904" y="13681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55408CEA-BC9F-3F4B-9C09-F4E1344A02E5}"/>
                  </a:ext>
                </a:extLst>
              </p:cNvPr>
              <p:cNvSpPr/>
              <p:nvPr/>
            </p:nvSpPr>
            <p:spPr>
              <a:xfrm>
                <a:off x="6198380" y="2794243"/>
                <a:ext cx="52523" cy="52928"/>
              </a:xfrm>
              <a:custGeom>
                <a:avLst/>
                <a:gdLst>
                  <a:gd name="connsiteX0" fmla="*/ 26262 w 52523"/>
                  <a:gd name="connsiteY0" fmla="*/ 52929 h 52928"/>
                  <a:gd name="connsiteX1" fmla="*/ 0 w 52523"/>
                  <a:gd name="connsiteY1" fmla="*/ 26464 h 52928"/>
                  <a:gd name="connsiteX2" fmla="*/ 26262 w 52523"/>
                  <a:gd name="connsiteY2" fmla="*/ 0 h 52928"/>
                  <a:gd name="connsiteX3" fmla="*/ 52523 w 52523"/>
                  <a:gd name="connsiteY3" fmla="*/ 26464 h 52928"/>
                  <a:gd name="connsiteX4" fmla="*/ 26262 w 52523"/>
                  <a:gd name="connsiteY4" fmla="*/ 52929 h 52928"/>
                  <a:gd name="connsiteX5" fmla="*/ 26262 w 52523"/>
                  <a:gd name="connsiteY5" fmla="*/ 13681 h 52928"/>
                  <a:gd name="connsiteX6" fmla="*/ 13465 w 52523"/>
                  <a:gd name="connsiteY6" fmla="*/ 26577 h 52928"/>
                  <a:gd name="connsiteX7" fmla="*/ 26263 w 52523"/>
                  <a:gd name="connsiteY7" fmla="*/ 39472 h 52928"/>
                  <a:gd name="connsiteX8" fmla="*/ 39059 w 52523"/>
                  <a:gd name="connsiteY8" fmla="*/ 26576 h 52928"/>
                  <a:gd name="connsiteX9" fmla="*/ 39059 w 52523"/>
                  <a:gd name="connsiteY9" fmla="*/ 26464 h 52928"/>
                  <a:gd name="connsiteX10" fmla="*/ 26373 w 52523"/>
                  <a:gd name="connsiteY10" fmla="*/ 13680 h 52928"/>
                  <a:gd name="connsiteX11" fmla="*/ 26262 w 52523"/>
                  <a:gd name="connsiteY11" fmla="*/ 13681 h 52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523" h="52928">
                    <a:moveTo>
                      <a:pt x="26262" y="52929"/>
                    </a:moveTo>
                    <a:cubicBezTo>
                      <a:pt x="11758" y="52929"/>
                      <a:pt x="0" y="41080"/>
                      <a:pt x="0" y="26464"/>
                    </a:cubicBezTo>
                    <a:cubicBezTo>
                      <a:pt x="0" y="11849"/>
                      <a:pt x="11758" y="0"/>
                      <a:pt x="26262" y="0"/>
                    </a:cubicBezTo>
                    <a:cubicBezTo>
                      <a:pt x="40766" y="0"/>
                      <a:pt x="52523" y="11849"/>
                      <a:pt x="52523" y="26464"/>
                    </a:cubicBezTo>
                    <a:cubicBezTo>
                      <a:pt x="52523" y="41080"/>
                      <a:pt x="40766" y="52929"/>
                      <a:pt x="26262" y="52929"/>
                    </a:cubicBezTo>
                    <a:close/>
                    <a:moveTo>
                      <a:pt x="26262" y="13681"/>
                    </a:moveTo>
                    <a:cubicBezTo>
                      <a:pt x="19194" y="13681"/>
                      <a:pt x="13465" y="19455"/>
                      <a:pt x="13465" y="26577"/>
                    </a:cubicBezTo>
                    <a:cubicBezTo>
                      <a:pt x="13465" y="33699"/>
                      <a:pt x="19195" y="39473"/>
                      <a:pt x="26263" y="39472"/>
                    </a:cubicBezTo>
                    <a:cubicBezTo>
                      <a:pt x="33330" y="39472"/>
                      <a:pt x="39059" y="33698"/>
                      <a:pt x="39059" y="26576"/>
                    </a:cubicBezTo>
                    <a:cubicBezTo>
                      <a:pt x="39059" y="26539"/>
                      <a:pt x="39059" y="26502"/>
                      <a:pt x="39059" y="26464"/>
                    </a:cubicBezTo>
                    <a:cubicBezTo>
                      <a:pt x="39059" y="19404"/>
                      <a:pt x="33380" y="13681"/>
                      <a:pt x="26373" y="13680"/>
                    </a:cubicBezTo>
                    <a:cubicBezTo>
                      <a:pt x="26336" y="13680"/>
                      <a:pt x="26299" y="13680"/>
                      <a:pt x="26262" y="13681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004B1CC5-6A5C-554F-BD8D-5EC97B19CBE6}"/>
                  </a:ext>
                </a:extLst>
              </p:cNvPr>
              <p:cNvSpPr/>
              <p:nvPr/>
            </p:nvSpPr>
            <p:spPr>
              <a:xfrm>
                <a:off x="6176347" y="2847284"/>
                <a:ext cx="96700" cy="63246"/>
              </a:xfrm>
              <a:custGeom>
                <a:avLst/>
                <a:gdLst>
                  <a:gd name="connsiteX0" fmla="*/ 90024 w 96700"/>
                  <a:gd name="connsiteY0" fmla="*/ 63246 h 63246"/>
                  <a:gd name="connsiteX1" fmla="*/ 83237 w 96700"/>
                  <a:gd name="connsiteY1" fmla="*/ 56630 h 63246"/>
                  <a:gd name="connsiteX2" fmla="*/ 83236 w 96700"/>
                  <a:gd name="connsiteY2" fmla="*/ 56517 h 63246"/>
                  <a:gd name="connsiteX3" fmla="*/ 83236 w 96700"/>
                  <a:gd name="connsiteY3" fmla="*/ 28034 h 63246"/>
                  <a:gd name="connsiteX4" fmla="*/ 68881 w 96700"/>
                  <a:gd name="connsiteY4" fmla="*/ 13793 h 63246"/>
                  <a:gd name="connsiteX5" fmla="*/ 27820 w 96700"/>
                  <a:gd name="connsiteY5" fmla="*/ 13793 h 63246"/>
                  <a:gd name="connsiteX6" fmla="*/ 13465 w 96700"/>
                  <a:gd name="connsiteY6" fmla="*/ 28259 h 63246"/>
                  <a:gd name="connsiteX7" fmla="*/ 13465 w 96700"/>
                  <a:gd name="connsiteY7" fmla="*/ 56742 h 63246"/>
                  <a:gd name="connsiteX8" fmla="*/ 5865 w 96700"/>
                  <a:gd name="connsiteY8" fmla="*/ 62652 h 63246"/>
                  <a:gd name="connsiteX9" fmla="*/ 0 w 96700"/>
                  <a:gd name="connsiteY9" fmla="*/ 56742 h 63246"/>
                  <a:gd name="connsiteX10" fmla="*/ 0 w 96700"/>
                  <a:gd name="connsiteY10" fmla="*/ 28034 h 63246"/>
                  <a:gd name="connsiteX11" fmla="*/ 27820 w 96700"/>
                  <a:gd name="connsiteY11" fmla="*/ 0 h 63246"/>
                  <a:gd name="connsiteX12" fmla="*/ 68881 w 96700"/>
                  <a:gd name="connsiteY12" fmla="*/ 0 h 63246"/>
                  <a:gd name="connsiteX13" fmla="*/ 96701 w 96700"/>
                  <a:gd name="connsiteY13" fmla="*/ 28034 h 63246"/>
                  <a:gd name="connsiteX14" fmla="*/ 96701 w 96700"/>
                  <a:gd name="connsiteY14" fmla="*/ 56517 h 63246"/>
                  <a:gd name="connsiteX15" fmla="*/ 90024 w 96700"/>
                  <a:gd name="connsiteY15" fmla="*/ 63246 h 6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6700" h="63246">
                    <a:moveTo>
                      <a:pt x="90024" y="63246"/>
                    </a:moveTo>
                    <a:cubicBezTo>
                      <a:pt x="86337" y="63308"/>
                      <a:pt x="83299" y="60346"/>
                      <a:pt x="83237" y="56630"/>
                    </a:cubicBezTo>
                    <a:cubicBezTo>
                      <a:pt x="83236" y="56593"/>
                      <a:pt x="83236" y="56555"/>
                      <a:pt x="83236" y="56517"/>
                    </a:cubicBezTo>
                    <a:lnTo>
                      <a:pt x="83236" y="28034"/>
                    </a:lnTo>
                    <a:cubicBezTo>
                      <a:pt x="83115" y="20133"/>
                      <a:pt x="76723" y="13792"/>
                      <a:pt x="68881" y="13793"/>
                    </a:cubicBezTo>
                    <a:lnTo>
                      <a:pt x="27820" y="13793"/>
                    </a:lnTo>
                    <a:cubicBezTo>
                      <a:pt x="19892" y="13793"/>
                      <a:pt x="13465" y="20269"/>
                      <a:pt x="13465" y="28259"/>
                    </a:cubicBezTo>
                    <a:lnTo>
                      <a:pt x="13465" y="56742"/>
                    </a:lnTo>
                    <a:cubicBezTo>
                      <a:pt x="12986" y="60489"/>
                      <a:pt x="9583" y="63135"/>
                      <a:pt x="5865" y="62652"/>
                    </a:cubicBezTo>
                    <a:cubicBezTo>
                      <a:pt x="2804" y="62255"/>
                      <a:pt x="394" y="59826"/>
                      <a:pt x="0" y="56742"/>
                    </a:cubicBezTo>
                    <a:lnTo>
                      <a:pt x="0" y="28034"/>
                    </a:lnTo>
                    <a:cubicBezTo>
                      <a:pt x="0" y="12551"/>
                      <a:pt x="12455" y="0"/>
                      <a:pt x="27820" y="0"/>
                    </a:cubicBezTo>
                    <a:lnTo>
                      <a:pt x="68881" y="0"/>
                    </a:lnTo>
                    <a:cubicBezTo>
                      <a:pt x="84246" y="0"/>
                      <a:pt x="96701" y="12551"/>
                      <a:pt x="96701" y="28034"/>
                    </a:cubicBezTo>
                    <a:lnTo>
                      <a:pt x="96701" y="56517"/>
                    </a:lnTo>
                    <a:cubicBezTo>
                      <a:pt x="96701" y="60233"/>
                      <a:pt x="93712" y="63246"/>
                      <a:pt x="90024" y="63246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209502CF-0C33-8246-80FA-7077D084D59D}"/>
                  </a:ext>
                </a:extLst>
              </p:cNvPr>
              <p:cNvSpPr/>
              <p:nvPr/>
            </p:nvSpPr>
            <p:spPr>
              <a:xfrm>
                <a:off x="6141183" y="2774171"/>
                <a:ext cx="167362" cy="168654"/>
              </a:xfrm>
              <a:custGeom>
                <a:avLst/>
                <a:gdLst>
                  <a:gd name="connsiteX0" fmla="*/ 83459 w 167362"/>
                  <a:gd name="connsiteY0" fmla="*/ 168655 h 168654"/>
                  <a:gd name="connsiteX1" fmla="*/ 0 w 167362"/>
                  <a:gd name="connsiteY1" fmla="*/ 84103 h 168654"/>
                  <a:gd name="connsiteX2" fmla="*/ 83904 w 167362"/>
                  <a:gd name="connsiteY2" fmla="*/ 0 h 168654"/>
                  <a:gd name="connsiteX3" fmla="*/ 167363 w 167362"/>
                  <a:gd name="connsiteY3" fmla="*/ 84327 h 168654"/>
                  <a:gd name="connsiteX4" fmla="*/ 83459 w 167362"/>
                  <a:gd name="connsiteY4" fmla="*/ 168655 h 168654"/>
                  <a:gd name="connsiteX5" fmla="*/ 83459 w 167362"/>
                  <a:gd name="connsiteY5" fmla="*/ 13568 h 168654"/>
                  <a:gd name="connsiteX6" fmla="*/ 13353 w 167362"/>
                  <a:gd name="connsiteY6" fmla="*/ 84439 h 168654"/>
                  <a:gd name="connsiteX7" fmla="*/ 83681 w 167362"/>
                  <a:gd name="connsiteY7" fmla="*/ 155086 h 168654"/>
                  <a:gd name="connsiteX8" fmla="*/ 153787 w 167362"/>
                  <a:gd name="connsiteY8" fmla="*/ 84327 h 168654"/>
                  <a:gd name="connsiteX9" fmla="*/ 83459 w 167362"/>
                  <a:gd name="connsiteY9" fmla="*/ 13568 h 168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7362" h="168654">
                    <a:moveTo>
                      <a:pt x="83459" y="168655"/>
                    </a:moveTo>
                    <a:cubicBezTo>
                      <a:pt x="37243" y="168531"/>
                      <a:pt x="-123" y="130676"/>
                      <a:pt x="0" y="84103"/>
                    </a:cubicBezTo>
                    <a:cubicBezTo>
                      <a:pt x="123" y="37531"/>
                      <a:pt x="37688" y="-124"/>
                      <a:pt x="83904" y="0"/>
                    </a:cubicBezTo>
                    <a:cubicBezTo>
                      <a:pt x="130033" y="124"/>
                      <a:pt x="167362" y="37842"/>
                      <a:pt x="167363" y="84327"/>
                    </a:cubicBezTo>
                    <a:cubicBezTo>
                      <a:pt x="167301" y="130962"/>
                      <a:pt x="129736" y="168717"/>
                      <a:pt x="83459" y="168655"/>
                    </a:cubicBezTo>
                    <a:close/>
                    <a:moveTo>
                      <a:pt x="83459" y="13568"/>
                    </a:moveTo>
                    <a:cubicBezTo>
                      <a:pt x="44679" y="13630"/>
                      <a:pt x="13292" y="45360"/>
                      <a:pt x="13353" y="84439"/>
                    </a:cubicBezTo>
                    <a:cubicBezTo>
                      <a:pt x="13415" y="123518"/>
                      <a:pt x="44902" y="155148"/>
                      <a:pt x="83681" y="155086"/>
                    </a:cubicBezTo>
                    <a:cubicBezTo>
                      <a:pt x="122417" y="155024"/>
                      <a:pt x="153787" y="123362"/>
                      <a:pt x="153787" y="84327"/>
                    </a:cubicBezTo>
                    <a:cubicBezTo>
                      <a:pt x="153725" y="45230"/>
                      <a:pt x="122256" y="13568"/>
                      <a:pt x="83459" y="13568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7911E017-2FE0-0442-81BD-E7ED6A8B725C}"/>
                  </a:ext>
                </a:extLst>
              </p:cNvPr>
              <p:cNvSpPr/>
              <p:nvPr/>
            </p:nvSpPr>
            <p:spPr>
              <a:xfrm>
                <a:off x="5986027" y="2586947"/>
                <a:ext cx="308317" cy="307771"/>
              </a:xfrm>
              <a:custGeom>
                <a:avLst/>
                <a:gdLst>
                  <a:gd name="connsiteX0" fmla="*/ 154043 w 308317"/>
                  <a:gd name="connsiteY0" fmla="*/ 307771 h 307771"/>
                  <a:gd name="connsiteX1" fmla="*/ 0 w 308317"/>
                  <a:gd name="connsiteY1" fmla="*/ 152159 h 307771"/>
                  <a:gd name="connsiteX2" fmla="*/ 34530 w 308317"/>
                  <a:gd name="connsiteY2" fmla="*/ 54340 h 307771"/>
                  <a:gd name="connsiteX3" fmla="*/ 40428 w 308317"/>
                  <a:gd name="connsiteY3" fmla="*/ 51873 h 307771"/>
                  <a:gd name="connsiteX4" fmla="*/ 45658 w 308317"/>
                  <a:gd name="connsiteY4" fmla="*/ 55462 h 307771"/>
                  <a:gd name="connsiteX5" fmla="*/ 140965 w 308317"/>
                  <a:gd name="connsiteY5" fmla="*/ 84117 h 307771"/>
                  <a:gd name="connsiteX6" fmla="*/ 177857 w 308317"/>
                  <a:gd name="connsiteY6" fmla="*/ 22045 h 307771"/>
                  <a:gd name="connsiteX7" fmla="*/ 176521 w 308317"/>
                  <a:gd name="connsiteY7" fmla="*/ 8140 h 307771"/>
                  <a:gd name="connsiteX8" fmla="*/ 181399 w 308317"/>
                  <a:gd name="connsiteY8" fmla="*/ 178 h 307771"/>
                  <a:gd name="connsiteX9" fmla="*/ 184422 w 308317"/>
                  <a:gd name="connsiteY9" fmla="*/ 178 h 307771"/>
                  <a:gd name="connsiteX10" fmla="*/ 305268 w 308317"/>
                  <a:gd name="connsiteY10" fmla="*/ 183159 h 307771"/>
                  <a:gd name="connsiteX11" fmla="*/ 295033 w 308317"/>
                  <a:gd name="connsiteY11" fmla="*/ 215594 h 307771"/>
                  <a:gd name="connsiteX12" fmla="*/ 290359 w 308317"/>
                  <a:gd name="connsiteY12" fmla="*/ 219519 h 307771"/>
                  <a:gd name="connsiteX13" fmla="*/ 284461 w 308317"/>
                  <a:gd name="connsiteY13" fmla="*/ 217949 h 307771"/>
                  <a:gd name="connsiteX14" fmla="*/ 185368 w 308317"/>
                  <a:gd name="connsiteY14" fmla="*/ 224425 h 307771"/>
                  <a:gd name="connsiteX15" fmla="*/ 173183 w 308317"/>
                  <a:gd name="connsiteY15" fmla="*/ 298015 h 307771"/>
                  <a:gd name="connsiteX16" fmla="*/ 173183 w 308317"/>
                  <a:gd name="connsiteY16" fmla="*/ 304071 h 307771"/>
                  <a:gd name="connsiteX17" fmla="*/ 168064 w 308317"/>
                  <a:gd name="connsiteY17" fmla="*/ 307323 h 307771"/>
                  <a:gd name="connsiteX18" fmla="*/ 154043 w 308317"/>
                  <a:gd name="connsiteY18" fmla="*/ 307771 h 307771"/>
                  <a:gd name="connsiteX19" fmla="*/ 39204 w 308317"/>
                  <a:gd name="connsiteY19" fmla="*/ 70600 h 307771"/>
                  <a:gd name="connsiteX20" fmla="*/ 71982 w 308317"/>
                  <a:gd name="connsiteY20" fmla="*/ 268474 h 307771"/>
                  <a:gd name="connsiteX21" fmla="*/ 154043 w 308317"/>
                  <a:gd name="connsiteY21" fmla="*/ 294875 h 307771"/>
                  <a:gd name="connsiteX22" fmla="*/ 158049 w 308317"/>
                  <a:gd name="connsiteY22" fmla="*/ 294875 h 307771"/>
                  <a:gd name="connsiteX23" fmla="*/ 154933 w 308317"/>
                  <a:gd name="connsiteY23" fmla="*/ 272448 h 307771"/>
                  <a:gd name="connsiteX24" fmla="*/ 238615 w 308317"/>
                  <a:gd name="connsiteY24" fmla="*/ 188120 h 307771"/>
                  <a:gd name="connsiteX25" fmla="*/ 285908 w 308317"/>
                  <a:gd name="connsiteY25" fmla="*/ 202923 h 307771"/>
                  <a:gd name="connsiteX26" fmla="*/ 294810 w 308317"/>
                  <a:gd name="connsiteY26" fmla="*/ 153470 h 307771"/>
                  <a:gd name="connsiteX27" fmla="*/ 191099 w 308317"/>
                  <a:gd name="connsiteY27" fmla="*/ 16213 h 307771"/>
                  <a:gd name="connsiteX28" fmla="*/ 191099 w 308317"/>
                  <a:gd name="connsiteY28" fmla="*/ 22605 h 307771"/>
                  <a:gd name="connsiteX29" fmla="*/ 106584 w 308317"/>
                  <a:gd name="connsiteY29" fmla="*/ 106084 h 307771"/>
                  <a:gd name="connsiteX30" fmla="*/ 39204 w 308317"/>
                  <a:gd name="connsiteY30" fmla="*/ 70600 h 30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8317" h="307771">
                    <a:moveTo>
                      <a:pt x="154043" y="307771"/>
                    </a:moveTo>
                    <a:cubicBezTo>
                      <a:pt x="68863" y="307666"/>
                      <a:pt x="-104" y="237996"/>
                      <a:pt x="0" y="152159"/>
                    </a:cubicBezTo>
                    <a:cubicBezTo>
                      <a:pt x="43" y="116528"/>
                      <a:pt x="12234" y="81994"/>
                      <a:pt x="34530" y="54340"/>
                    </a:cubicBezTo>
                    <a:cubicBezTo>
                      <a:pt x="35953" y="52562"/>
                      <a:pt x="38174" y="51633"/>
                      <a:pt x="40428" y="51873"/>
                    </a:cubicBezTo>
                    <a:cubicBezTo>
                      <a:pt x="42666" y="52088"/>
                      <a:pt x="44639" y="53442"/>
                      <a:pt x="45658" y="55462"/>
                    </a:cubicBezTo>
                    <a:cubicBezTo>
                      <a:pt x="64124" y="89896"/>
                      <a:pt x="106795" y="102725"/>
                      <a:pt x="140965" y="84117"/>
                    </a:cubicBezTo>
                    <a:cubicBezTo>
                      <a:pt x="163606" y="71787"/>
                      <a:pt x="177756" y="47979"/>
                      <a:pt x="177857" y="22045"/>
                    </a:cubicBezTo>
                    <a:cubicBezTo>
                      <a:pt x="177854" y="17377"/>
                      <a:pt x="177407" y="12721"/>
                      <a:pt x="176521" y="8140"/>
                    </a:cubicBezTo>
                    <a:cubicBezTo>
                      <a:pt x="175686" y="4584"/>
                      <a:pt x="177870" y="1019"/>
                      <a:pt x="181399" y="178"/>
                    </a:cubicBezTo>
                    <a:cubicBezTo>
                      <a:pt x="182393" y="-59"/>
                      <a:pt x="183428" y="-59"/>
                      <a:pt x="184422" y="178"/>
                    </a:cubicBezTo>
                    <a:cubicBezTo>
                      <a:pt x="267935" y="17078"/>
                      <a:pt x="322039" y="99002"/>
                      <a:pt x="305268" y="183159"/>
                    </a:cubicBezTo>
                    <a:cubicBezTo>
                      <a:pt x="303045" y="194316"/>
                      <a:pt x="299613" y="205193"/>
                      <a:pt x="295033" y="215594"/>
                    </a:cubicBezTo>
                    <a:cubicBezTo>
                      <a:pt x="294136" y="217541"/>
                      <a:pt x="292421" y="218981"/>
                      <a:pt x="290359" y="219519"/>
                    </a:cubicBezTo>
                    <a:cubicBezTo>
                      <a:pt x="288257" y="219984"/>
                      <a:pt x="286061" y="219400"/>
                      <a:pt x="284461" y="217949"/>
                    </a:cubicBezTo>
                    <a:cubicBezTo>
                      <a:pt x="255323" y="192162"/>
                      <a:pt x="210957" y="195062"/>
                      <a:pt x="185368" y="224425"/>
                    </a:cubicBezTo>
                    <a:cubicBezTo>
                      <a:pt x="167761" y="244630"/>
                      <a:pt x="163039" y="273145"/>
                      <a:pt x="173183" y="298015"/>
                    </a:cubicBezTo>
                    <a:cubicBezTo>
                      <a:pt x="174192" y="299906"/>
                      <a:pt x="174192" y="302180"/>
                      <a:pt x="173183" y="304071"/>
                    </a:cubicBezTo>
                    <a:cubicBezTo>
                      <a:pt x="172090" y="305916"/>
                      <a:pt x="170188" y="307125"/>
                      <a:pt x="168064" y="307323"/>
                    </a:cubicBezTo>
                    <a:cubicBezTo>
                      <a:pt x="163057" y="307771"/>
                      <a:pt x="158494" y="307771"/>
                      <a:pt x="154043" y="307771"/>
                    </a:cubicBezTo>
                    <a:close/>
                    <a:moveTo>
                      <a:pt x="39204" y="70600"/>
                    </a:moveTo>
                    <a:cubicBezTo>
                      <a:pt x="-5967" y="134363"/>
                      <a:pt x="8708" y="222954"/>
                      <a:pt x="71982" y="268474"/>
                    </a:cubicBezTo>
                    <a:cubicBezTo>
                      <a:pt x="95926" y="285700"/>
                      <a:pt x="124624" y="294932"/>
                      <a:pt x="154043" y="294875"/>
                    </a:cubicBezTo>
                    <a:lnTo>
                      <a:pt x="158049" y="294875"/>
                    </a:lnTo>
                    <a:cubicBezTo>
                      <a:pt x="156039" y="287569"/>
                      <a:pt x="154992" y="280029"/>
                      <a:pt x="154933" y="272448"/>
                    </a:cubicBezTo>
                    <a:cubicBezTo>
                      <a:pt x="154995" y="225901"/>
                      <a:pt x="192424" y="188182"/>
                      <a:pt x="238615" y="188120"/>
                    </a:cubicBezTo>
                    <a:cubicBezTo>
                      <a:pt x="255507" y="188084"/>
                      <a:pt x="272008" y="193248"/>
                      <a:pt x="285908" y="202923"/>
                    </a:cubicBezTo>
                    <a:cubicBezTo>
                      <a:pt x="291812" y="187115"/>
                      <a:pt x="294828" y="170360"/>
                      <a:pt x="294810" y="153470"/>
                    </a:cubicBezTo>
                    <a:cubicBezTo>
                      <a:pt x="294839" y="89409"/>
                      <a:pt x="252386" y="33226"/>
                      <a:pt x="191099" y="16213"/>
                    </a:cubicBezTo>
                    <a:cubicBezTo>
                      <a:pt x="191210" y="18343"/>
                      <a:pt x="191210" y="20476"/>
                      <a:pt x="191099" y="22605"/>
                    </a:cubicBezTo>
                    <a:cubicBezTo>
                      <a:pt x="190636" y="69176"/>
                      <a:pt x="152797" y="106550"/>
                      <a:pt x="106584" y="106084"/>
                    </a:cubicBezTo>
                    <a:cubicBezTo>
                      <a:pt x="79781" y="105813"/>
                      <a:pt x="54728" y="92620"/>
                      <a:pt x="39204" y="70600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798F7BC9-9368-AD47-98FC-E000E608CB21}"/>
                  </a:ext>
                </a:extLst>
              </p:cNvPr>
              <p:cNvSpPr/>
              <p:nvPr/>
            </p:nvSpPr>
            <p:spPr>
              <a:xfrm>
                <a:off x="6205821" y="2598010"/>
                <a:ext cx="42737" cy="47874"/>
              </a:xfrm>
              <a:custGeom>
                <a:avLst/>
                <a:gdLst>
                  <a:gd name="connsiteX0" fmla="*/ 12478 w 42737"/>
                  <a:gd name="connsiteY0" fmla="*/ 47875 h 47874"/>
                  <a:gd name="connsiteX1" fmla="*/ 5913 w 42737"/>
                  <a:gd name="connsiteY1" fmla="*/ 42380 h 47874"/>
                  <a:gd name="connsiteX2" fmla="*/ 126 w 42737"/>
                  <a:gd name="connsiteY2" fmla="*/ 13336 h 47874"/>
                  <a:gd name="connsiteX3" fmla="*/ 1239 w 42737"/>
                  <a:gd name="connsiteY3" fmla="*/ 8178 h 47874"/>
                  <a:gd name="connsiteX4" fmla="*/ 5579 w 42737"/>
                  <a:gd name="connsiteY4" fmla="*/ 5150 h 47874"/>
                  <a:gd name="connsiteX5" fmla="*/ 34845 w 42737"/>
                  <a:gd name="connsiteY5" fmla="*/ 104 h 47874"/>
                  <a:gd name="connsiteX6" fmla="*/ 42634 w 42737"/>
                  <a:gd name="connsiteY6" fmla="*/ 5599 h 47874"/>
                  <a:gd name="connsiteX7" fmla="*/ 37182 w 42737"/>
                  <a:gd name="connsiteY7" fmla="*/ 13449 h 47874"/>
                  <a:gd name="connsiteX8" fmla="*/ 14926 w 42737"/>
                  <a:gd name="connsiteY8" fmla="*/ 17373 h 47874"/>
                  <a:gd name="connsiteX9" fmla="*/ 19377 w 42737"/>
                  <a:gd name="connsiteY9" fmla="*/ 39801 h 47874"/>
                  <a:gd name="connsiteX10" fmla="*/ 14036 w 42737"/>
                  <a:gd name="connsiteY10" fmla="*/ 47763 h 47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737" h="47874">
                    <a:moveTo>
                      <a:pt x="12478" y="47875"/>
                    </a:moveTo>
                    <a:cubicBezTo>
                      <a:pt x="9278" y="47832"/>
                      <a:pt x="6542" y="45542"/>
                      <a:pt x="5913" y="42380"/>
                    </a:cubicBezTo>
                    <a:lnTo>
                      <a:pt x="126" y="13336"/>
                    </a:lnTo>
                    <a:cubicBezTo>
                      <a:pt x="-229" y="11536"/>
                      <a:pt x="174" y="9668"/>
                      <a:pt x="1239" y="8178"/>
                    </a:cubicBezTo>
                    <a:cubicBezTo>
                      <a:pt x="2221" y="6620"/>
                      <a:pt x="3786" y="5528"/>
                      <a:pt x="5579" y="5150"/>
                    </a:cubicBezTo>
                    <a:lnTo>
                      <a:pt x="34845" y="104"/>
                    </a:lnTo>
                    <a:cubicBezTo>
                      <a:pt x="38502" y="-546"/>
                      <a:pt x="41989" y="1914"/>
                      <a:pt x="42634" y="5599"/>
                    </a:cubicBezTo>
                    <a:cubicBezTo>
                      <a:pt x="43280" y="9284"/>
                      <a:pt x="40838" y="12798"/>
                      <a:pt x="37182" y="13449"/>
                    </a:cubicBezTo>
                    <a:lnTo>
                      <a:pt x="14926" y="17373"/>
                    </a:lnTo>
                    <a:lnTo>
                      <a:pt x="19377" y="39801"/>
                    </a:lnTo>
                    <a:cubicBezTo>
                      <a:pt x="20058" y="43481"/>
                      <a:pt x="17678" y="47028"/>
                      <a:pt x="14036" y="47763"/>
                    </a:cubicBez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FE4AB0A6-30A1-954C-8765-9A703C3F4138}"/>
                  </a:ext>
                </a:extLst>
              </p:cNvPr>
              <p:cNvSpPr/>
              <p:nvPr/>
            </p:nvSpPr>
            <p:spPr>
              <a:xfrm>
                <a:off x="6030994" y="2835597"/>
                <a:ext cx="43110" cy="47931"/>
              </a:xfrm>
              <a:custGeom>
                <a:avLst/>
                <a:gdLst>
                  <a:gd name="connsiteX0" fmla="*/ 7257 w 43110"/>
                  <a:gd name="connsiteY0" fmla="*/ 47907 h 47931"/>
                  <a:gd name="connsiteX1" fmla="*/ 24 w 43110"/>
                  <a:gd name="connsiteY1" fmla="*/ 41740 h 47931"/>
                  <a:gd name="connsiteX2" fmla="*/ 6144 w 43110"/>
                  <a:gd name="connsiteY2" fmla="*/ 34451 h 47931"/>
                  <a:gd name="connsiteX3" fmla="*/ 28399 w 43110"/>
                  <a:gd name="connsiteY3" fmla="*/ 30526 h 47931"/>
                  <a:gd name="connsiteX4" fmla="*/ 23948 w 43110"/>
                  <a:gd name="connsiteY4" fmla="*/ 8099 h 47931"/>
                  <a:gd name="connsiteX5" fmla="*/ 29290 w 43110"/>
                  <a:gd name="connsiteY5" fmla="*/ 137 h 47931"/>
                  <a:gd name="connsiteX6" fmla="*/ 37165 w 43110"/>
                  <a:gd name="connsiteY6" fmla="*/ 5386 h 47931"/>
                  <a:gd name="connsiteX7" fmla="*/ 37190 w 43110"/>
                  <a:gd name="connsiteY7" fmla="*/ 5519 h 47931"/>
                  <a:gd name="connsiteX8" fmla="*/ 42977 w 43110"/>
                  <a:gd name="connsiteY8" fmla="*/ 34451 h 47931"/>
                  <a:gd name="connsiteX9" fmla="*/ 41864 w 43110"/>
                  <a:gd name="connsiteY9" fmla="*/ 39609 h 47931"/>
                  <a:gd name="connsiteX10" fmla="*/ 37524 w 43110"/>
                  <a:gd name="connsiteY10" fmla="*/ 42525 h 47931"/>
                  <a:gd name="connsiteX11" fmla="*/ 8481 w 43110"/>
                  <a:gd name="connsiteY11" fmla="*/ 47907 h 4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110" h="47931">
                    <a:moveTo>
                      <a:pt x="7257" y="47907"/>
                    </a:moveTo>
                    <a:cubicBezTo>
                      <a:pt x="3569" y="48217"/>
                      <a:pt x="331" y="45456"/>
                      <a:pt x="24" y="41740"/>
                    </a:cubicBezTo>
                    <a:cubicBezTo>
                      <a:pt x="-284" y="38024"/>
                      <a:pt x="2456" y="34761"/>
                      <a:pt x="6144" y="34451"/>
                    </a:cubicBezTo>
                    <a:lnTo>
                      <a:pt x="28399" y="30526"/>
                    </a:lnTo>
                    <a:lnTo>
                      <a:pt x="23948" y="8099"/>
                    </a:lnTo>
                    <a:cubicBezTo>
                      <a:pt x="23267" y="4419"/>
                      <a:pt x="25647" y="871"/>
                      <a:pt x="29290" y="137"/>
                    </a:cubicBezTo>
                    <a:cubicBezTo>
                      <a:pt x="32903" y="-605"/>
                      <a:pt x="36429" y="1745"/>
                      <a:pt x="37165" y="5386"/>
                    </a:cubicBezTo>
                    <a:cubicBezTo>
                      <a:pt x="37174" y="5431"/>
                      <a:pt x="37182" y="5475"/>
                      <a:pt x="37190" y="5519"/>
                    </a:cubicBezTo>
                    <a:lnTo>
                      <a:pt x="42977" y="34451"/>
                    </a:lnTo>
                    <a:cubicBezTo>
                      <a:pt x="43346" y="36252"/>
                      <a:pt x="42942" y="38126"/>
                      <a:pt x="41864" y="39609"/>
                    </a:cubicBezTo>
                    <a:cubicBezTo>
                      <a:pt x="40879" y="41143"/>
                      <a:pt x="39308" y="42198"/>
                      <a:pt x="37524" y="42525"/>
                    </a:cubicBezTo>
                    <a:lnTo>
                      <a:pt x="8481" y="47907"/>
                    </a:lnTo>
                    <a:close/>
                  </a:path>
                </a:pathLst>
              </a:custGeom>
              <a:grpFill/>
              <a:ln w="10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34" name="Graphic 85">
              <a:extLst>
                <a:ext uri="{FF2B5EF4-FFF2-40B4-BE49-F238E27FC236}">
                  <a16:creationId xmlns:a16="http://schemas.microsoft.com/office/drawing/2014/main" id="{A258BC89-E8EB-BF4C-80C6-E7687373EF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823611" y="5385822"/>
              <a:ext cx="308725" cy="308698"/>
              <a:chOff x="5962787" y="2547714"/>
              <a:chExt cx="373558" cy="373525"/>
            </a:xfrm>
            <a:solidFill>
              <a:srgbClr val="FFFFFF"/>
            </a:solidFill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A261638-79FA-B749-9FB0-CD746F38D285}"/>
                  </a:ext>
                </a:extLst>
              </p:cNvPr>
              <p:cNvSpPr/>
              <p:nvPr/>
            </p:nvSpPr>
            <p:spPr>
              <a:xfrm>
                <a:off x="6142720" y="2547715"/>
                <a:ext cx="193569" cy="193568"/>
              </a:xfrm>
              <a:custGeom>
                <a:avLst/>
                <a:gdLst>
                  <a:gd name="connsiteX0" fmla="*/ 53088 w 193569"/>
                  <a:gd name="connsiteY0" fmla="*/ 193568 h 193568"/>
                  <a:gd name="connsiteX1" fmla="*/ 6819 w 193569"/>
                  <a:gd name="connsiteY1" fmla="*/ 193568 h 193568"/>
                  <a:gd name="connsiteX2" fmla="*/ 2 w 193569"/>
                  <a:gd name="connsiteY2" fmla="*/ 186751 h 193568"/>
                  <a:gd name="connsiteX3" fmla="*/ 2 w 193569"/>
                  <a:gd name="connsiteY3" fmla="*/ 122936 h 193568"/>
                  <a:gd name="connsiteX4" fmla="*/ 6484 w 193569"/>
                  <a:gd name="connsiteY4" fmla="*/ 111760 h 193568"/>
                  <a:gd name="connsiteX5" fmla="*/ 20118 w 193569"/>
                  <a:gd name="connsiteY5" fmla="*/ 111089 h 193568"/>
                  <a:gd name="connsiteX6" fmla="*/ 57439 w 193569"/>
                  <a:gd name="connsiteY6" fmla="*/ 98109 h 193568"/>
                  <a:gd name="connsiteX7" fmla="*/ 59570 w 193569"/>
                  <a:gd name="connsiteY7" fmla="*/ 79908 h 193568"/>
                  <a:gd name="connsiteX8" fmla="*/ 26532 w 193569"/>
                  <a:gd name="connsiteY8" fmla="*/ 58523 h 193568"/>
                  <a:gd name="connsiteX9" fmla="*/ 20007 w 193569"/>
                  <a:gd name="connsiteY9" fmla="*/ 60797 h 193568"/>
                  <a:gd name="connsiteX10" fmla="*/ 1439 w 193569"/>
                  <a:gd name="connsiteY10" fmla="*/ 54526 h 193568"/>
                  <a:gd name="connsiteX11" fmla="*/ 2 w 193569"/>
                  <a:gd name="connsiteY11" fmla="*/ 48169 h 193568"/>
                  <a:gd name="connsiteX12" fmla="*/ 2 w 193569"/>
                  <a:gd name="connsiteY12" fmla="*/ 6817 h 193568"/>
                  <a:gd name="connsiteX13" fmla="*/ 6819 w 193569"/>
                  <a:gd name="connsiteY13" fmla="*/ 0 h 193568"/>
                  <a:gd name="connsiteX14" fmla="*/ 165518 w 193569"/>
                  <a:gd name="connsiteY14" fmla="*/ 0 h 193568"/>
                  <a:gd name="connsiteX15" fmla="*/ 193570 w 193569"/>
                  <a:gd name="connsiteY15" fmla="*/ 28052 h 193568"/>
                  <a:gd name="connsiteX16" fmla="*/ 193570 w 193569"/>
                  <a:gd name="connsiteY16" fmla="*/ 51074 h 193568"/>
                  <a:gd name="connsiteX17" fmla="*/ 185937 w 193569"/>
                  <a:gd name="connsiteY17" fmla="*/ 56965 h 193568"/>
                  <a:gd name="connsiteX18" fmla="*/ 180047 w 193569"/>
                  <a:gd name="connsiteY18" fmla="*/ 51074 h 193568"/>
                  <a:gd name="connsiteX19" fmla="*/ 180047 w 193569"/>
                  <a:gd name="connsiteY19" fmla="*/ 28052 h 193568"/>
                  <a:gd name="connsiteX20" fmla="*/ 165518 w 193569"/>
                  <a:gd name="connsiteY20" fmla="*/ 13523 h 193568"/>
                  <a:gd name="connsiteX21" fmla="*/ 13636 w 193569"/>
                  <a:gd name="connsiteY21" fmla="*/ 13523 h 193568"/>
                  <a:gd name="connsiteX22" fmla="*/ 13636 w 193569"/>
                  <a:gd name="connsiteY22" fmla="*/ 48169 h 193568"/>
                  <a:gd name="connsiteX23" fmla="*/ 41129 w 193569"/>
                  <a:gd name="connsiteY23" fmla="*/ 44704 h 193568"/>
                  <a:gd name="connsiteX24" fmla="*/ 72869 w 193569"/>
                  <a:gd name="connsiteY24" fmla="*/ 76444 h 193568"/>
                  <a:gd name="connsiteX25" fmla="*/ 64487 w 193569"/>
                  <a:gd name="connsiteY25" fmla="*/ 111760 h 193568"/>
                  <a:gd name="connsiteX26" fmla="*/ 32412 w 193569"/>
                  <a:gd name="connsiteY26" fmla="*/ 127183 h 193568"/>
                  <a:gd name="connsiteX27" fmla="*/ 14195 w 193569"/>
                  <a:gd name="connsiteY27" fmla="*/ 122936 h 193568"/>
                  <a:gd name="connsiteX28" fmla="*/ 13636 w 193569"/>
                  <a:gd name="connsiteY28" fmla="*/ 179822 h 193568"/>
                  <a:gd name="connsiteX29" fmla="*/ 53088 w 193569"/>
                  <a:gd name="connsiteY29" fmla="*/ 179822 h 193568"/>
                  <a:gd name="connsiteX30" fmla="*/ 59905 w 193569"/>
                  <a:gd name="connsiteY30" fmla="*/ 186639 h 193568"/>
                  <a:gd name="connsiteX31" fmla="*/ 53088 w 193569"/>
                  <a:gd name="connsiteY31" fmla="*/ 193457 h 19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93569" h="193568">
                    <a:moveTo>
                      <a:pt x="53088" y="193568"/>
                    </a:moveTo>
                    <a:lnTo>
                      <a:pt x="6819" y="193568"/>
                    </a:lnTo>
                    <a:cubicBezTo>
                      <a:pt x="3054" y="193568"/>
                      <a:pt x="2" y="190516"/>
                      <a:pt x="2" y="186751"/>
                    </a:cubicBezTo>
                    <a:lnTo>
                      <a:pt x="2" y="122936"/>
                    </a:lnTo>
                    <a:cubicBezTo>
                      <a:pt x="187" y="118370"/>
                      <a:pt x="2612" y="114189"/>
                      <a:pt x="6484" y="111760"/>
                    </a:cubicBezTo>
                    <a:cubicBezTo>
                      <a:pt x="10609" y="109201"/>
                      <a:pt x="15762" y="108948"/>
                      <a:pt x="20118" y="111089"/>
                    </a:cubicBezTo>
                    <a:cubicBezTo>
                      <a:pt x="34009" y="117811"/>
                      <a:pt x="50717" y="111999"/>
                      <a:pt x="57439" y="98109"/>
                    </a:cubicBezTo>
                    <a:cubicBezTo>
                      <a:pt x="60175" y="92454"/>
                      <a:pt x="60926" y="86042"/>
                      <a:pt x="59570" y="79908"/>
                    </a:cubicBezTo>
                    <a:cubicBezTo>
                      <a:pt x="56352" y="64880"/>
                      <a:pt x="41561" y="55305"/>
                      <a:pt x="26532" y="58523"/>
                    </a:cubicBezTo>
                    <a:cubicBezTo>
                      <a:pt x="24271" y="59007"/>
                      <a:pt x="22079" y="59771"/>
                      <a:pt x="20007" y="60797"/>
                    </a:cubicBezTo>
                    <a:cubicBezTo>
                      <a:pt x="13147" y="64193"/>
                      <a:pt x="4834" y="61385"/>
                      <a:pt x="1439" y="54526"/>
                    </a:cubicBezTo>
                    <a:cubicBezTo>
                      <a:pt x="461" y="52551"/>
                      <a:pt x="-32" y="50372"/>
                      <a:pt x="2" y="48169"/>
                    </a:cubicBezTo>
                    <a:lnTo>
                      <a:pt x="2" y="6817"/>
                    </a:lnTo>
                    <a:cubicBezTo>
                      <a:pt x="2" y="3052"/>
                      <a:pt x="3054" y="0"/>
                      <a:pt x="6819" y="0"/>
                    </a:cubicBezTo>
                    <a:lnTo>
                      <a:pt x="165518" y="0"/>
                    </a:lnTo>
                    <a:cubicBezTo>
                      <a:pt x="180985" y="61"/>
                      <a:pt x="193509" y="12585"/>
                      <a:pt x="193570" y="28052"/>
                    </a:cubicBezTo>
                    <a:lnTo>
                      <a:pt x="193570" y="51074"/>
                    </a:lnTo>
                    <a:cubicBezTo>
                      <a:pt x="193089" y="54809"/>
                      <a:pt x="189672" y="57446"/>
                      <a:pt x="185937" y="56965"/>
                    </a:cubicBezTo>
                    <a:cubicBezTo>
                      <a:pt x="182863" y="56569"/>
                      <a:pt x="180443" y="54149"/>
                      <a:pt x="180047" y="51074"/>
                    </a:cubicBezTo>
                    <a:lnTo>
                      <a:pt x="180047" y="28052"/>
                    </a:lnTo>
                    <a:cubicBezTo>
                      <a:pt x="179986" y="20053"/>
                      <a:pt x="173517" y="13584"/>
                      <a:pt x="165518" y="13523"/>
                    </a:cubicBezTo>
                    <a:lnTo>
                      <a:pt x="13636" y="13523"/>
                    </a:lnTo>
                    <a:lnTo>
                      <a:pt x="13636" y="48169"/>
                    </a:lnTo>
                    <a:cubicBezTo>
                      <a:pt x="22189" y="44085"/>
                      <a:pt x="31831" y="42870"/>
                      <a:pt x="41129" y="44704"/>
                    </a:cubicBezTo>
                    <a:cubicBezTo>
                      <a:pt x="57016" y="48147"/>
                      <a:pt x="69426" y="60557"/>
                      <a:pt x="72869" y="76444"/>
                    </a:cubicBezTo>
                    <a:cubicBezTo>
                      <a:pt x="75549" y="88878"/>
                      <a:pt x="72468" y="101857"/>
                      <a:pt x="64487" y="111760"/>
                    </a:cubicBezTo>
                    <a:cubicBezTo>
                      <a:pt x="56638" y="121436"/>
                      <a:pt x="44871" y="127094"/>
                      <a:pt x="32412" y="127183"/>
                    </a:cubicBezTo>
                    <a:cubicBezTo>
                      <a:pt x="26090" y="127222"/>
                      <a:pt x="19848" y="125767"/>
                      <a:pt x="14195" y="122936"/>
                    </a:cubicBezTo>
                    <a:lnTo>
                      <a:pt x="13636" y="179822"/>
                    </a:lnTo>
                    <a:lnTo>
                      <a:pt x="53088" y="179822"/>
                    </a:lnTo>
                    <a:cubicBezTo>
                      <a:pt x="56853" y="179822"/>
                      <a:pt x="59905" y="182874"/>
                      <a:pt x="59905" y="186639"/>
                    </a:cubicBezTo>
                    <a:cubicBezTo>
                      <a:pt x="59905" y="190404"/>
                      <a:pt x="56853" y="193457"/>
                      <a:pt x="53088" y="193457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1FD20467-45DC-224E-90E7-28830FA9922D}"/>
                  </a:ext>
                </a:extLst>
              </p:cNvPr>
              <p:cNvSpPr/>
              <p:nvPr/>
            </p:nvSpPr>
            <p:spPr>
              <a:xfrm>
                <a:off x="6322710" y="2675702"/>
                <a:ext cx="13635" cy="38199"/>
              </a:xfrm>
              <a:custGeom>
                <a:avLst/>
                <a:gdLst>
                  <a:gd name="connsiteX0" fmla="*/ 6762 w 13635"/>
                  <a:gd name="connsiteY0" fmla="*/ 38200 h 38199"/>
                  <a:gd name="connsiteX1" fmla="*/ 56 w 13635"/>
                  <a:gd name="connsiteY1" fmla="*/ 31495 h 38199"/>
                  <a:gd name="connsiteX2" fmla="*/ 57 w 13635"/>
                  <a:gd name="connsiteY2" fmla="*/ 31382 h 38199"/>
                  <a:gd name="connsiteX3" fmla="*/ 57 w 13635"/>
                  <a:gd name="connsiteY3" fmla="*/ 7689 h 38199"/>
                  <a:gd name="connsiteX4" fmla="*/ 5947 w 13635"/>
                  <a:gd name="connsiteY4" fmla="*/ 57 h 38199"/>
                  <a:gd name="connsiteX5" fmla="*/ 13580 w 13635"/>
                  <a:gd name="connsiteY5" fmla="*/ 5947 h 38199"/>
                  <a:gd name="connsiteX6" fmla="*/ 13580 w 13635"/>
                  <a:gd name="connsiteY6" fmla="*/ 7689 h 38199"/>
                  <a:gd name="connsiteX7" fmla="*/ 13580 w 13635"/>
                  <a:gd name="connsiteY7" fmla="*/ 31382 h 38199"/>
                  <a:gd name="connsiteX8" fmla="*/ 6762 w 13635"/>
                  <a:gd name="connsiteY8" fmla="*/ 38200 h 3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38199">
                    <a:moveTo>
                      <a:pt x="6762" y="38200"/>
                    </a:moveTo>
                    <a:cubicBezTo>
                      <a:pt x="3059" y="38200"/>
                      <a:pt x="56" y="35198"/>
                      <a:pt x="56" y="31495"/>
                    </a:cubicBezTo>
                    <a:cubicBezTo>
                      <a:pt x="56" y="31457"/>
                      <a:pt x="56" y="31420"/>
                      <a:pt x="57" y="31382"/>
                    </a:cubicBezTo>
                    <a:lnTo>
                      <a:pt x="57" y="7689"/>
                    </a:lnTo>
                    <a:cubicBezTo>
                      <a:pt x="-424" y="3955"/>
                      <a:pt x="2213" y="538"/>
                      <a:pt x="5947" y="57"/>
                    </a:cubicBezTo>
                    <a:cubicBezTo>
                      <a:pt x="9681" y="-424"/>
                      <a:pt x="13099" y="2213"/>
                      <a:pt x="13580" y="5947"/>
                    </a:cubicBezTo>
                    <a:cubicBezTo>
                      <a:pt x="13654" y="6525"/>
                      <a:pt x="13654" y="7111"/>
                      <a:pt x="13580" y="7689"/>
                    </a:cubicBezTo>
                    <a:lnTo>
                      <a:pt x="13580" y="31382"/>
                    </a:lnTo>
                    <a:cubicBezTo>
                      <a:pt x="13580" y="35147"/>
                      <a:pt x="10527" y="38200"/>
                      <a:pt x="6762" y="38200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B2D415A4-D7B5-3746-927F-738B77474EF0}"/>
                  </a:ext>
                </a:extLst>
              </p:cNvPr>
              <p:cNvSpPr/>
              <p:nvPr/>
            </p:nvSpPr>
            <p:spPr>
              <a:xfrm>
                <a:off x="6322710" y="2591100"/>
                <a:ext cx="13635" cy="38088"/>
              </a:xfrm>
              <a:custGeom>
                <a:avLst/>
                <a:gdLst>
                  <a:gd name="connsiteX0" fmla="*/ 6762 w 13635"/>
                  <a:gd name="connsiteY0" fmla="*/ 38088 h 38088"/>
                  <a:gd name="connsiteX1" fmla="*/ 57 w 13635"/>
                  <a:gd name="connsiteY1" fmla="*/ 31382 h 38088"/>
                  <a:gd name="connsiteX2" fmla="*/ 57 w 13635"/>
                  <a:gd name="connsiteY2" fmla="*/ 7689 h 38088"/>
                  <a:gd name="connsiteX3" fmla="*/ 5947 w 13635"/>
                  <a:gd name="connsiteY3" fmla="*/ 57 h 38088"/>
                  <a:gd name="connsiteX4" fmla="*/ 13580 w 13635"/>
                  <a:gd name="connsiteY4" fmla="*/ 5947 h 38088"/>
                  <a:gd name="connsiteX5" fmla="*/ 13580 w 13635"/>
                  <a:gd name="connsiteY5" fmla="*/ 7689 h 38088"/>
                  <a:gd name="connsiteX6" fmla="*/ 13580 w 13635"/>
                  <a:gd name="connsiteY6" fmla="*/ 31382 h 38088"/>
                  <a:gd name="connsiteX7" fmla="*/ 6875 w 13635"/>
                  <a:gd name="connsiteY7" fmla="*/ 38089 h 38088"/>
                  <a:gd name="connsiteX8" fmla="*/ 6762 w 13635"/>
                  <a:gd name="connsiteY8" fmla="*/ 38088 h 38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38088">
                    <a:moveTo>
                      <a:pt x="6762" y="38088"/>
                    </a:moveTo>
                    <a:cubicBezTo>
                      <a:pt x="3059" y="38088"/>
                      <a:pt x="57" y="35086"/>
                      <a:pt x="57" y="31382"/>
                    </a:cubicBezTo>
                    <a:lnTo>
                      <a:pt x="57" y="7689"/>
                    </a:lnTo>
                    <a:cubicBezTo>
                      <a:pt x="-424" y="3955"/>
                      <a:pt x="2213" y="538"/>
                      <a:pt x="5947" y="57"/>
                    </a:cubicBezTo>
                    <a:cubicBezTo>
                      <a:pt x="9681" y="-424"/>
                      <a:pt x="13099" y="2213"/>
                      <a:pt x="13580" y="5947"/>
                    </a:cubicBezTo>
                    <a:cubicBezTo>
                      <a:pt x="13654" y="6525"/>
                      <a:pt x="13654" y="7111"/>
                      <a:pt x="13580" y="7689"/>
                    </a:cubicBezTo>
                    <a:lnTo>
                      <a:pt x="13580" y="31382"/>
                    </a:lnTo>
                    <a:cubicBezTo>
                      <a:pt x="13580" y="35086"/>
                      <a:pt x="10578" y="38088"/>
                      <a:pt x="6875" y="38089"/>
                    </a:cubicBezTo>
                    <a:cubicBezTo>
                      <a:pt x="6837" y="38089"/>
                      <a:pt x="6800" y="38089"/>
                      <a:pt x="6762" y="38088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7D49C24F-9F4A-2143-B009-197654DB44C6}"/>
                  </a:ext>
                </a:extLst>
              </p:cNvPr>
              <p:cNvSpPr/>
              <p:nvPr/>
            </p:nvSpPr>
            <p:spPr>
              <a:xfrm>
                <a:off x="6284880" y="2701137"/>
                <a:ext cx="51409" cy="40145"/>
              </a:xfrm>
              <a:custGeom>
                <a:avLst/>
                <a:gdLst>
                  <a:gd name="connsiteX0" fmla="*/ 44592 w 51409"/>
                  <a:gd name="connsiteY0" fmla="*/ 40146 h 40145"/>
                  <a:gd name="connsiteX1" fmla="*/ 6817 w 51409"/>
                  <a:gd name="connsiteY1" fmla="*/ 40146 h 40145"/>
                  <a:gd name="connsiteX2" fmla="*/ 0 w 51409"/>
                  <a:gd name="connsiteY2" fmla="*/ 33328 h 40145"/>
                  <a:gd name="connsiteX3" fmla="*/ 6817 w 51409"/>
                  <a:gd name="connsiteY3" fmla="*/ 26511 h 40145"/>
                  <a:gd name="connsiteX4" fmla="*/ 37887 w 51409"/>
                  <a:gd name="connsiteY4" fmla="*/ 26511 h 40145"/>
                  <a:gd name="connsiteX5" fmla="*/ 37887 w 51409"/>
                  <a:gd name="connsiteY5" fmla="*/ 5947 h 40145"/>
                  <a:gd name="connsiteX6" fmla="*/ 45519 w 51409"/>
                  <a:gd name="connsiteY6" fmla="*/ 57 h 40145"/>
                  <a:gd name="connsiteX7" fmla="*/ 51410 w 51409"/>
                  <a:gd name="connsiteY7" fmla="*/ 5947 h 40145"/>
                  <a:gd name="connsiteX8" fmla="*/ 51410 w 51409"/>
                  <a:gd name="connsiteY8" fmla="*/ 33328 h 40145"/>
                  <a:gd name="connsiteX9" fmla="*/ 44592 w 51409"/>
                  <a:gd name="connsiteY9" fmla="*/ 40146 h 4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409" h="40145">
                    <a:moveTo>
                      <a:pt x="44592" y="40146"/>
                    </a:moveTo>
                    <a:lnTo>
                      <a:pt x="6817" y="40146"/>
                    </a:lnTo>
                    <a:cubicBezTo>
                      <a:pt x="3052" y="40146"/>
                      <a:pt x="0" y="37093"/>
                      <a:pt x="0" y="33328"/>
                    </a:cubicBezTo>
                    <a:cubicBezTo>
                      <a:pt x="0" y="29563"/>
                      <a:pt x="3052" y="26511"/>
                      <a:pt x="6817" y="26511"/>
                    </a:cubicBezTo>
                    <a:lnTo>
                      <a:pt x="37887" y="26511"/>
                    </a:lnTo>
                    <a:lnTo>
                      <a:pt x="37887" y="5947"/>
                    </a:lnTo>
                    <a:cubicBezTo>
                      <a:pt x="38368" y="2213"/>
                      <a:pt x="41785" y="-424"/>
                      <a:pt x="45519" y="57"/>
                    </a:cubicBezTo>
                    <a:cubicBezTo>
                      <a:pt x="48593" y="453"/>
                      <a:pt x="51014" y="2873"/>
                      <a:pt x="51410" y="5947"/>
                    </a:cubicBezTo>
                    <a:lnTo>
                      <a:pt x="51410" y="33328"/>
                    </a:lnTo>
                    <a:cubicBezTo>
                      <a:pt x="51410" y="37093"/>
                      <a:pt x="48357" y="40146"/>
                      <a:pt x="44592" y="40146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40FF88A9-934C-EC4E-BE25-8B4C965B99FD}"/>
                  </a:ext>
                </a:extLst>
              </p:cNvPr>
              <p:cNvSpPr/>
              <p:nvPr/>
            </p:nvSpPr>
            <p:spPr>
              <a:xfrm>
                <a:off x="6142721" y="2727423"/>
                <a:ext cx="193456" cy="193793"/>
              </a:xfrm>
              <a:custGeom>
                <a:avLst/>
                <a:gdLst>
                  <a:gd name="connsiteX0" fmla="*/ 165517 w 193456"/>
                  <a:gd name="connsiteY0" fmla="*/ 193793 h 193793"/>
                  <a:gd name="connsiteX1" fmla="*/ 6817 w 193456"/>
                  <a:gd name="connsiteY1" fmla="*/ 193793 h 193793"/>
                  <a:gd name="connsiteX2" fmla="*/ 0 w 193456"/>
                  <a:gd name="connsiteY2" fmla="*/ 186976 h 193793"/>
                  <a:gd name="connsiteX3" fmla="*/ 0 w 193456"/>
                  <a:gd name="connsiteY3" fmla="*/ 141378 h 193793"/>
                  <a:gd name="connsiteX4" fmla="*/ 6705 w 193456"/>
                  <a:gd name="connsiteY4" fmla="*/ 134671 h 193793"/>
                  <a:gd name="connsiteX5" fmla="*/ 6817 w 193456"/>
                  <a:gd name="connsiteY5" fmla="*/ 134672 h 193793"/>
                  <a:gd name="connsiteX6" fmla="*/ 13635 w 193456"/>
                  <a:gd name="connsiteY6" fmla="*/ 141378 h 193793"/>
                  <a:gd name="connsiteX7" fmla="*/ 13635 w 193456"/>
                  <a:gd name="connsiteY7" fmla="*/ 180270 h 193793"/>
                  <a:gd name="connsiteX8" fmla="*/ 165517 w 193456"/>
                  <a:gd name="connsiteY8" fmla="*/ 180270 h 193793"/>
                  <a:gd name="connsiteX9" fmla="*/ 180045 w 193456"/>
                  <a:gd name="connsiteY9" fmla="*/ 165741 h 193793"/>
                  <a:gd name="connsiteX10" fmla="*/ 180045 w 193456"/>
                  <a:gd name="connsiteY10" fmla="*/ 13859 h 193793"/>
                  <a:gd name="connsiteX11" fmla="*/ 141935 w 193456"/>
                  <a:gd name="connsiteY11" fmla="*/ 13859 h 193793"/>
                  <a:gd name="connsiteX12" fmla="*/ 145288 w 193456"/>
                  <a:gd name="connsiteY12" fmla="*/ 41576 h 193793"/>
                  <a:gd name="connsiteX13" fmla="*/ 96038 w 193456"/>
                  <a:gd name="connsiteY13" fmla="*/ 73691 h 193793"/>
                  <a:gd name="connsiteX14" fmla="*/ 63033 w 193456"/>
                  <a:gd name="connsiteY14" fmla="*/ 32635 h 193793"/>
                  <a:gd name="connsiteX15" fmla="*/ 67503 w 193456"/>
                  <a:gd name="connsiteY15" fmla="*/ 14195 h 193793"/>
                  <a:gd name="connsiteX16" fmla="*/ 13635 w 193456"/>
                  <a:gd name="connsiteY16" fmla="*/ 13636 h 193793"/>
                  <a:gd name="connsiteX17" fmla="*/ 13635 w 193456"/>
                  <a:gd name="connsiteY17" fmla="*/ 51858 h 193793"/>
                  <a:gd name="connsiteX18" fmla="*/ 6817 w 193456"/>
                  <a:gd name="connsiteY18" fmla="*/ 58563 h 193793"/>
                  <a:gd name="connsiteX19" fmla="*/ 1 w 193456"/>
                  <a:gd name="connsiteY19" fmla="*/ 51971 h 193793"/>
                  <a:gd name="connsiteX20" fmla="*/ 0 w 193456"/>
                  <a:gd name="connsiteY20" fmla="*/ 51858 h 193793"/>
                  <a:gd name="connsiteX21" fmla="*/ 0 w 193456"/>
                  <a:gd name="connsiteY21" fmla="*/ 7154 h 193793"/>
                  <a:gd name="connsiteX22" fmla="*/ 6817 w 193456"/>
                  <a:gd name="connsiteY22" fmla="*/ 337 h 193793"/>
                  <a:gd name="connsiteX23" fmla="*/ 67280 w 193456"/>
                  <a:gd name="connsiteY23" fmla="*/ 337 h 193793"/>
                  <a:gd name="connsiteX24" fmla="*/ 79014 w 193456"/>
                  <a:gd name="connsiteY24" fmla="*/ 6930 h 193793"/>
                  <a:gd name="connsiteX25" fmla="*/ 79014 w 193456"/>
                  <a:gd name="connsiteY25" fmla="*/ 20565 h 193793"/>
                  <a:gd name="connsiteX26" fmla="*/ 77114 w 193456"/>
                  <a:gd name="connsiteY26" fmla="*/ 32635 h 193793"/>
                  <a:gd name="connsiteX27" fmla="*/ 105297 w 193456"/>
                  <a:gd name="connsiteY27" fmla="*/ 60556 h 193793"/>
                  <a:gd name="connsiteX28" fmla="*/ 110642 w 193456"/>
                  <a:gd name="connsiteY28" fmla="*/ 60016 h 193793"/>
                  <a:gd name="connsiteX29" fmla="*/ 131942 w 193456"/>
                  <a:gd name="connsiteY29" fmla="*/ 26736 h 193793"/>
                  <a:gd name="connsiteX30" fmla="*/ 129642 w 193456"/>
                  <a:gd name="connsiteY30" fmla="*/ 20230 h 193793"/>
                  <a:gd name="connsiteX31" fmla="*/ 130200 w 193456"/>
                  <a:gd name="connsiteY31" fmla="*/ 6595 h 193793"/>
                  <a:gd name="connsiteX32" fmla="*/ 141935 w 193456"/>
                  <a:gd name="connsiteY32" fmla="*/ 1 h 193793"/>
                  <a:gd name="connsiteX33" fmla="*/ 186639 w 193456"/>
                  <a:gd name="connsiteY33" fmla="*/ 1 h 193793"/>
                  <a:gd name="connsiteX34" fmla="*/ 193457 w 193456"/>
                  <a:gd name="connsiteY34" fmla="*/ 6819 h 193793"/>
                  <a:gd name="connsiteX35" fmla="*/ 193457 w 193456"/>
                  <a:gd name="connsiteY35" fmla="*/ 165518 h 193793"/>
                  <a:gd name="connsiteX36" fmla="*/ 165517 w 193456"/>
                  <a:gd name="connsiteY36" fmla="*/ 193793 h 19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93456" h="193793">
                    <a:moveTo>
                      <a:pt x="165517" y="193793"/>
                    </a:moveTo>
                    <a:lnTo>
                      <a:pt x="6817" y="193793"/>
                    </a:lnTo>
                    <a:cubicBezTo>
                      <a:pt x="3052" y="193793"/>
                      <a:pt x="0" y="190741"/>
                      <a:pt x="0" y="186976"/>
                    </a:cubicBezTo>
                    <a:lnTo>
                      <a:pt x="0" y="141378"/>
                    </a:lnTo>
                    <a:cubicBezTo>
                      <a:pt x="0" y="137674"/>
                      <a:pt x="3001" y="134672"/>
                      <a:pt x="6705" y="134671"/>
                    </a:cubicBezTo>
                    <a:cubicBezTo>
                      <a:pt x="6742" y="134671"/>
                      <a:pt x="6780" y="134671"/>
                      <a:pt x="6817" y="134672"/>
                    </a:cubicBezTo>
                    <a:cubicBezTo>
                      <a:pt x="10539" y="134672"/>
                      <a:pt x="13574" y="137656"/>
                      <a:pt x="13635" y="141378"/>
                    </a:cubicBezTo>
                    <a:lnTo>
                      <a:pt x="13635" y="180270"/>
                    </a:lnTo>
                    <a:lnTo>
                      <a:pt x="165517" y="180270"/>
                    </a:lnTo>
                    <a:cubicBezTo>
                      <a:pt x="173515" y="180209"/>
                      <a:pt x="179985" y="173740"/>
                      <a:pt x="180045" y="165741"/>
                    </a:cubicBezTo>
                    <a:lnTo>
                      <a:pt x="180045" y="13859"/>
                    </a:lnTo>
                    <a:lnTo>
                      <a:pt x="141935" y="13859"/>
                    </a:lnTo>
                    <a:cubicBezTo>
                      <a:pt x="145983" y="22503"/>
                      <a:pt x="147158" y="32216"/>
                      <a:pt x="145288" y="41576"/>
                    </a:cubicBezTo>
                    <a:cubicBezTo>
                      <a:pt x="140556" y="64044"/>
                      <a:pt x="118506" y="78422"/>
                      <a:pt x="96038" y="73691"/>
                    </a:cubicBezTo>
                    <a:cubicBezTo>
                      <a:pt x="76664" y="69610"/>
                      <a:pt x="62855" y="52434"/>
                      <a:pt x="63033" y="32635"/>
                    </a:cubicBezTo>
                    <a:cubicBezTo>
                      <a:pt x="63040" y="26221"/>
                      <a:pt x="64572" y="19900"/>
                      <a:pt x="67503" y="14195"/>
                    </a:cubicBezTo>
                    <a:lnTo>
                      <a:pt x="13635" y="13636"/>
                    </a:lnTo>
                    <a:lnTo>
                      <a:pt x="13635" y="51858"/>
                    </a:lnTo>
                    <a:cubicBezTo>
                      <a:pt x="13574" y="55579"/>
                      <a:pt x="10539" y="58564"/>
                      <a:pt x="6817" y="58563"/>
                    </a:cubicBezTo>
                    <a:cubicBezTo>
                      <a:pt x="3114" y="58625"/>
                      <a:pt x="63" y="55673"/>
                      <a:pt x="1" y="51971"/>
                    </a:cubicBezTo>
                    <a:cubicBezTo>
                      <a:pt x="0" y="51933"/>
                      <a:pt x="0" y="51895"/>
                      <a:pt x="0" y="51858"/>
                    </a:cubicBezTo>
                    <a:lnTo>
                      <a:pt x="0" y="7154"/>
                    </a:lnTo>
                    <a:cubicBezTo>
                      <a:pt x="0" y="3389"/>
                      <a:pt x="3052" y="337"/>
                      <a:pt x="6817" y="337"/>
                    </a:cubicBezTo>
                    <a:lnTo>
                      <a:pt x="67280" y="337"/>
                    </a:lnTo>
                    <a:cubicBezTo>
                      <a:pt x="72079" y="316"/>
                      <a:pt x="76536" y="2820"/>
                      <a:pt x="79014" y="6930"/>
                    </a:cubicBezTo>
                    <a:cubicBezTo>
                      <a:pt x="81405" y="11161"/>
                      <a:pt x="81405" y="16335"/>
                      <a:pt x="79014" y="20565"/>
                    </a:cubicBezTo>
                    <a:cubicBezTo>
                      <a:pt x="77453" y="24387"/>
                      <a:pt x="76803" y="28519"/>
                      <a:pt x="77114" y="32635"/>
                    </a:cubicBezTo>
                    <a:cubicBezTo>
                      <a:pt x="77187" y="48128"/>
                      <a:pt x="89804" y="60628"/>
                      <a:pt x="105297" y="60556"/>
                    </a:cubicBezTo>
                    <a:cubicBezTo>
                      <a:pt x="107092" y="60547"/>
                      <a:pt x="108882" y="60367"/>
                      <a:pt x="110642" y="60016"/>
                    </a:cubicBezTo>
                    <a:cubicBezTo>
                      <a:pt x="125714" y="56708"/>
                      <a:pt x="135251" y="41808"/>
                      <a:pt x="131942" y="26736"/>
                    </a:cubicBezTo>
                    <a:cubicBezTo>
                      <a:pt x="131447" y="24480"/>
                      <a:pt x="130674" y="22295"/>
                      <a:pt x="129642" y="20230"/>
                    </a:cubicBezTo>
                    <a:cubicBezTo>
                      <a:pt x="127422" y="15902"/>
                      <a:pt x="127634" y="10727"/>
                      <a:pt x="130200" y="6595"/>
                    </a:cubicBezTo>
                    <a:cubicBezTo>
                      <a:pt x="132646" y="2451"/>
                      <a:pt x="137124" y="-65"/>
                      <a:pt x="141935" y="1"/>
                    </a:cubicBezTo>
                    <a:lnTo>
                      <a:pt x="186639" y="1"/>
                    </a:lnTo>
                    <a:cubicBezTo>
                      <a:pt x="190404" y="1"/>
                      <a:pt x="193457" y="3053"/>
                      <a:pt x="193457" y="6819"/>
                    </a:cubicBezTo>
                    <a:lnTo>
                      <a:pt x="193457" y="165518"/>
                    </a:lnTo>
                    <a:cubicBezTo>
                      <a:pt x="193519" y="181029"/>
                      <a:pt x="181027" y="193670"/>
                      <a:pt x="165517" y="193793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2DC5CB78-1E4B-9B40-B67E-149AB7019471}"/>
                  </a:ext>
                </a:extLst>
              </p:cNvPr>
              <p:cNvSpPr/>
              <p:nvPr/>
            </p:nvSpPr>
            <p:spPr>
              <a:xfrm>
                <a:off x="5962787" y="2727648"/>
                <a:ext cx="194131" cy="193591"/>
              </a:xfrm>
              <a:custGeom>
                <a:avLst/>
                <a:gdLst>
                  <a:gd name="connsiteX0" fmla="*/ 186751 w 194131"/>
                  <a:gd name="connsiteY0" fmla="*/ 193568 h 193591"/>
                  <a:gd name="connsiteX1" fmla="*/ 28052 w 194131"/>
                  <a:gd name="connsiteY1" fmla="*/ 193568 h 193591"/>
                  <a:gd name="connsiteX2" fmla="*/ 0 w 194131"/>
                  <a:gd name="connsiteY2" fmla="*/ 165517 h 193591"/>
                  <a:gd name="connsiteX3" fmla="*/ 0 w 194131"/>
                  <a:gd name="connsiteY3" fmla="*/ 6817 h 193591"/>
                  <a:gd name="connsiteX4" fmla="*/ 6817 w 194131"/>
                  <a:gd name="connsiteY4" fmla="*/ 0 h 193591"/>
                  <a:gd name="connsiteX5" fmla="*/ 34422 w 194131"/>
                  <a:gd name="connsiteY5" fmla="*/ 0 h 193591"/>
                  <a:gd name="connsiteX6" fmla="*/ 41239 w 194131"/>
                  <a:gd name="connsiteY6" fmla="*/ 6817 h 193591"/>
                  <a:gd name="connsiteX7" fmla="*/ 34422 w 194131"/>
                  <a:gd name="connsiteY7" fmla="*/ 13635 h 193591"/>
                  <a:gd name="connsiteX8" fmla="*/ 13523 w 194131"/>
                  <a:gd name="connsiteY8" fmla="*/ 13635 h 193591"/>
                  <a:gd name="connsiteX9" fmla="*/ 13523 w 194131"/>
                  <a:gd name="connsiteY9" fmla="*/ 165517 h 193591"/>
                  <a:gd name="connsiteX10" fmla="*/ 28052 w 194131"/>
                  <a:gd name="connsiteY10" fmla="*/ 180045 h 193591"/>
                  <a:gd name="connsiteX11" fmla="*/ 179934 w 194131"/>
                  <a:gd name="connsiteY11" fmla="*/ 180045 h 193591"/>
                  <a:gd name="connsiteX12" fmla="*/ 179934 w 194131"/>
                  <a:gd name="connsiteY12" fmla="*/ 131206 h 193591"/>
                  <a:gd name="connsiteX13" fmla="*/ 148082 w 194131"/>
                  <a:gd name="connsiteY13" fmla="*/ 137577 h 193591"/>
                  <a:gd name="connsiteX14" fmla="*/ 115336 w 194131"/>
                  <a:gd name="connsiteY14" fmla="*/ 105725 h 193591"/>
                  <a:gd name="connsiteX15" fmla="*/ 123718 w 194131"/>
                  <a:gd name="connsiteY15" fmla="*/ 70632 h 193591"/>
                  <a:gd name="connsiteX16" fmla="*/ 156464 w 194131"/>
                  <a:gd name="connsiteY16" fmla="*/ 55321 h 193591"/>
                  <a:gd name="connsiteX17" fmla="*/ 179934 w 194131"/>
                  <a:gd name="connsiteY17" fmla="*/ 62586 h 193591"/>
                  <a:gd name="connsiteX18" fmla="*/ 180492 w 194131"/>
                  <a:gd name="connsiteY18" fmla="*/ 13635 h 193591"/>
                  <a:gd name="connsiteX19" fmla="*/ 127406 w 194131"/>
                  <a:gd name="connsiteY19" fmla="*/ 13635 h 193591"/>
                  <a:gd name="connsiteX20" fmla="*/ 120589 w 194131"/>
                  <a:gd name="connsiteY20" fmla="*/ 6817 h 193591"/>
                  <a:gd name="connsiteX21" fmla="*/ 127406 w 194131"/>
                  <a:gd name="connsiteY21" fmla="*/ 0 h 193591"/>
                  <a:gd name="connsiteX22" fmla="*/ 186751 w 194131"/>
                  <a:gd name="connsiteY22" fmla="*/ 0 h 193591"/>
                  <a:gd name="connsiteX23" fmla="*/ 193568 w 194131"/>
                  <a:gd name="connsiteY23" fmla="*/ 6817 h 193591"/>
                  <a:gd name="connsiteX24" fmla="*/ 193568 w 194131"/>
                  <a:gd name="connsiteY24" fmla="*/ 62697 h 193591"/>
                  <a:gd name="connsiteX25" fmla="*/ 179598 w 194131"/>
                  <a:gd name="connsiteY25" fmla="*/ 76667 h 193591"/>
                  <a:gd name="connsiteX26" fmla="*/ 171216 w 194131"/>
                  <a:gd name="connsiteY26" fmla="*/ 73873 h 193591"/>
                  <a:gd name="connsiteX27" fmla="*/ 156464 w 194131"/>
                  <a:gd name="connsiteY27" fmla="*/ 68844 h 193591"/>
                  <a:gd name="connsiteX28" fmla="*/ 128630 w 194131"/>
                  <a:gd name="connsiteY28" fmla="*/ 96890 h 193591"/>
                  <a:gd name="connsiteX29" fmla="*/ 129195 w 194131"/>
                  <a:gd name="connsiteY29" fmla="*/ 102372 h 193591"/>
                  <a:gd name="connsiteX30" fmla="*/ 162365 w 194131"/>
                  <a:gd name="connsiteY30" fmla="*/ 123551 h 193591"/>
                  <a:gd name="connsiteX31" fmla="*/ 172222 w 194131"/>
                  <a:gd name="connsiteY31" fmla="*/ 119248 h 193591"/>
                  <a:gd name="connsiteX32" fmla="*/ 186639 w 194131"/>
                  <a:gd name="connsiteY32" fmla="*/ 118354 h 193591"/>
                  <a:gd name="connsiteX33" fmla="*/ 194127 w 194131"/>
                  <a:gd name="connsiteY33" fmla="*/ 130647 h 193591"/>
                  <a:gd name="connsiteX34" fmla="*/ 194127 w 194131"/>
                  <a:gd name="connsiteY34" fmla="*/ 186527 h 193591"/>
                  <a:gd name="connsiteX35" fmla="*/ 187561 w 194131"/>
                  <a:gd name="connsiteY35" fmla="*/ 193587 h 193591"/>
                  <a:gd name="connsiteX36" fmla="*/ 186751 w 194131"/>
                  <a:gd name="connsiteY36" fmla="*/ 193568 h 193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94131" h="193591">
                    <a:moveTo>
                      <a:pt x="186751" y="193568"/>
                    </a:moveTo>
                    <a:lnTo>
                      <a:pt x="28052" y="193568"/>
                    </a:lnTo>
                    <a:cubicBezTo>
                      <a:pt x="12585" y="193507"/>
                      <a:pt x="61" y="180984"/>
                      <a:pt x="0" y="165517"/>
                    </a:cubicBezTo>
                    <a:lnTo>
                      <a:pt x="0" y="6817"/>
                    </a:lnTo>
                    <a:cubicBezTo>
                      <a:pt x="0" y="3052"/>
                      <a:pt x="3052" y="0"/>
                      <a:pt x="6817" y="0"/>
                    </a:cubicBezTo>
                    <a:lnTo>
                      <a:pt x="34422" y="0"/>
                    </a:lnTo>
                    <a:cubicBezTo>
                      <a:pt x="38187" y="0"/>
                      <a:pt x="41239" y="3052"/>
                      <a:pt x="41239" y="6817"/>
                    </a:cubicBezTo>
                    <a:cubicBezTo>
                      <a:pt x="41239" y="10583"/>
                      <a:pt x="38187" y="13635"/>
                      <a:pt x="34422" y="13635"/>
                    </a:cubicBezTo>
                    <a:lnTo>
                      <a:pt x="13523" y="13635"/>
                    </a:lnTo>
                    <a:lnTo>
                      <a:pt x="13523" y="165517"/>
                    </a:lnTo>
                    <a:cubicBezTo>
                      <a:pt x="13523" y="173541"/>
                      <a:pt x="20028" y="180045"/>
                      <a:pt x="28052" y="180045"/>
                    </a:cubicBezTo>
                    <a:lnTo>
                      <a:pt x="179934" y="180045"/>
                    </a:lnTo>
                    <a:lnTo>
                      <a:pt x="179934" y="131206"/>
                    </a:lnTo>
                    <a:cubicBezTo>
                      <a:pt x="170543" y="137376"/>
                      <a:pt x="159124" y="139660"/>
                      <a:pt x="148082" y="137577"/>
                    </a:cubicBezTo>
                    <a:cubicBezTo>
                      <a:pt x="131761" y="134499"/>
                      <a:pt x="118864" y="121955"/>
                      <a:pt x="115336" y="105725"/>
                    </a:cubicBezTo>
                    <a:cubicBezTo>
                      <a:pt x="112694" y="93362"/>
                      <a:pt x="115774" y="80467"/>
                      <a:pt x="123718" y="70632"/>
                    </a:cubicBezTo>
                    <a:cubicBezTo>
                      <a:pt x="131717" y="60789"/>
                      <a:pt x="143781" y="55148"/>
                      <a:pt x="156464" y="55321"/>
                    </a:cubicBezTo>
                    <a:cubicBezTo>
                      <a:pt x="164851" y="55251"/>
                      <a:pt x="173053" y="57790"/>
                      <a:pt x="179934" y="62586"/>
                    </a:cubicBezTo>
                    <a:lnTo>
                      <a:pt x="180492" y="13635"/>
                    </a:lnTo>
                    <a:lnTo>
                      <a:pt x="127406" y="13635"/>
                    </a:lnTo>
                    <a:cubicBezTo>
                      <a:pt x="123641" y="13635"/>
                      <a:pt x="120589" y="10583"/>
                      <a:pt x="120589" y="6817"/>
                    </a:cubicBezTo>
                    <a:cubicBezTo>
                      <a:pt x="120589" y="3052"/>
                      <a:pt x="123641" y="0"/>
                      <a:pt x="127406" y="0"/>
                    </a:cubicBezTo>
                    <a:lnTo>
                      <a:pt x="186751" y="0"/>
                    </a:lnTo>
                    <a:cubicBezTo>
                      <a:pt x="190491" y="60"/>
                      <a:pt x="193508" y="3077"/>
                      <a:pt x="193568" y="6817"/>
                    </a:cubicBezTo>
                    <a:lnTo>
                      <a:pt x="193568" y="62697"/>
                    </a:lnTo>
                    <a:cubicBezTo>
                      <a:pt x="193568" y="70413"/>
                      <a:pt x="187314" y="76667"/>
                      <a:pt x="179598" y="76667"/>
                    </a:cubicBezTo>
                    <a:cubicBezTo>
                      <a:pt x="176576" y="76667"/>
                      <a:pt x="173634" y="75687"/>
                      <a:pt x="171216" y="73873"/>
                    </a:cubicBezTo>
                    <a:cubicBezTo>
                      <a:pt x="166896" y="70792"/>
                      <a:pt x="161767" y="69043"/>
                      <a:pt x="156464" y="68844"/>
                    </a:cubicBezTo>
                    <a:cubicBezTo>
                      <a:pt x="141033" y="68903"/>
                      <a:pt x="128572" y="81459"/>
                      <a:pt x="128630" y="96890"/>
                    </a:cubicBezTo>
                    <a:cubicBezTo>
                      <a:pt x="128637" y="98732"/>
                      <a:pt x="128826" y="100568"/>
                      <a:pt x="129195" y="102372"/>
                    </a:cubicBezTo>
                    <a:cubicBezTo>
                      <a:pt x="132506" y="117380"/>
                      <a:pt x="147357" y="126863"/>
                      <a:pt x="162365" y="123551"/>
                    </a:cubicBezTo>
                    <a:cubicBezTo>
                      <a:pt x="165899" y="122772"/>
                      <a:pt x="169248" y="121310"/>
                      <a:pt x="172222" y="119248"/>
                    </a:cubicBezTo>
                    <a:cubicBezTo>
                      <a:pt x="176489" y="116296"/>
                      <a:pt x="182040" y="115951"/>
                      <a:pt x="186639" y="118354"/>
                    </a:cubicBezTo>
                    <a:cubicBezTo>
                      <a:pt x="191253" y="120713"/>
                      <a:pt x="194148" y="125466"/>
                      <a:pt x="194127" y="130647"/>
                    </a:cubicBezTo>
                    <a:lnTo>
                      <a:pt x="194127" y="186527"/>
                    </a:lnTo>
                    <a:cubicBezTo>
                      <a:pt x="194263" y="190290"/>
                      <a:pt x="191324" y="193451"/>
                      <a:pt x="187561" y="193587"/>
                    </a:cubicBezTo>
                    <a:cubicBezTo>
                      <a:pt x="187291" y="193597"/>
                      <a:pt x="187020" y="193591"/>
                      <a:pt x="186751" y="193568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E0C4D405-B1E5-EB41-8EC9-CD93982C7F60}"/>
                  </a:ext>
                </a:extLst>
              </p:cNvPr>
              <p:cNvSpPr/>
              <p:nvPr/>
            </p:nvSpPr>
            <p:spPr>
              <a:xfrm>
                <a:off x="5962787" y="2547714"/>
                <a:ext cx="193569" cy="193628"/>
              </a:xfrm>
              <a:custGeom>
                <a:avLst/>
                <a:gdLst>
                  <a:gd name="connsiteX0" fmla="*/ 186751 w 193569"/>
                  <a:gd name="connsiteY0" fmla="*/ 193568 h 193628"/>
                  <a:gd name="connsiteX1" fmla="*/ 113995 w 193569"/>
                  <a:gd name="connsiteY1" fmla="*/ 193568 h 193628"/>
                  <a:gd name="connsiteX2" fmla="*/ 101925 w 193569"/>
                  <a:gd name="connsiteY2" fmla="*/ 186527 h 193628"/>
                  <a:gd name="connsiteX3" fmla="*/ 101925 w 193569"/>
                  <a:gd name="connsiteY3" fmla="*/ 173116 h 193628"/>
                  <a:gd name="connsiteX4" fmla="*/ 105390 w 193569"/>
                  <a:gd name="connsiteY4" fmla="*/ 159705 h 193628"/>
                  <a:gd name="connsiteX5" fmla="*/ 95108 w 193569"/>
                  <a:gd name="connsiteY5" fmla="*/ 138024 h 193628"/>
                  <a:gd name="connsiteX6" fmla="*/ 55858 w 193569"/>
                  <a:gd name="connsiteY6" fmla="*/ 142573 h 193628"/>
                  <a:gd name="connsiteX7" fmla="*/ 50404 w 193569"/>
                  <a:gd name="connsiteY7" fmla="*/ 154229 h 193628"/>
                  <a:gd name="connsiteX8" fmla="*/ 53198 w 193569"/>
                  <a:gd name="connsiteY8" fmla="*/ 172893 h 193628"/>
                  <a:gd name="connsiteX9" fmla="*/ 53198 w 193569"/>
                  <a:gd name="connsiteY9" fmla="*/ 186751 h 193628"/>
                  <a:gd name="connsiteX10" fmla="*/ 41240 w 193569"/>
                  <a:gd name="connsiteY10" fmla="*/ 193568 h 193628"/>
                  <a:gd name="connsiteX11" fmla="*/ 7712 w 193569"/>
                  <a:gd name="connsiteY11" fmla="*/ 193568 h 193628"/>
                  <a:gd name="connsiteX12" fmla="*/ 59 w 193569"/>
                  <a:gd name="connsiteY12" fmla="*/ 187704 h 193628"/>
                  <a:gd name="connsiteX13" fmla="*/ 0 w 193569"/>
                  <a:gd name="connsiteY13" fmla="*/ 186751 h 193628"/>
                  <a:gd name="connsiteX14" fmla="*/ 0 w 193569"/>
                  <a:gd name="connsiteY14" fmla="*/ 28052 h 193628"/>
                  <a:gd name="connsiteX15" fmla="*/ 28052 w 193569"/>
                  <a:gd name="connsiteY15" fmla="*/ 0 h 193628"/>
                  <a:gd name="connsiteX16" fmla="*/ 186751 w 193569"/>
                  <a:gd name="connsiteY16" fmla="*/ 0 h 193628"/>
                  <a:gd name="connsiteX17" fmla="*/ 193569 w 193569"/>
                  <a:gd name="connsiteY17" fmla="*/ 6817 h 193628"/>
                  <a:gd name="connsiteX18" fmla="*/ 193569 w 193569"/>
                  <a:gd name="connsiteY18" fmla="*/ 40345 h 193628"/>
                  <a:gd name="connsiteX19" fmla="*/ 186751 w 193569"/>
                  <a:gd name="connsiteY19" fmla="*/ 47163 h 193628"/>
                  <a:gd name="connsiteX20" fmla="*/ 179934 w 193569"/>
                  <a:gd name="connsiteY20" fmla="*/ 40345 h 193628"/>
                  <a:gd name="connsiteX21" fmla="*/ 179934 w 193569"/>
                  <a:gd name="connsiteY21" fmla="*/ 13523 h 193628"/>
                  <a:gd name="connsiteX22" fmla="*/ 28052 w 193569"/>
                  <a:gd name="connsiteY22" fmla="*/ 13523 h 193628"/>
                  <a:gd name="connsiteX23" fmla="*/ 13523 w 193569"/>
                  <a:gd name="connsiteY23" fmla="*/ 28052 h 193628"/>
                  <a:gd name="connsiteX24" fmla="*/ 13523 w 193569"/>
                  <a:gd name="connsiteY24" fmla="*/ 179934 h 193628"/>
                  <a:gd name="connsiteX25" fmla="*/ 40569 w 193569"/>
                  <a:gd name="connsiteY25" fmla="*/ 179934 h 193628"/>
                  <a:gd name="connsiteX26" fmla="*/ 36546 w 193569"/>
                  <a:gd name="connsiteY26" fmla="*/ 151658 h 193628"/>
                  <a:gd name="connsiteX27" fmla="*/ 85790 w 193569"/>
                  <a:gd name="connsiteY27" fmla="*/ 119535 h 193628"/>
                  <a:gd name="connsiteX28" fmla="*/ 118801 w 193569"/>
                  <a:gd name="connsiteY28" fmla="*/ 159705 h 193628"/>
                  <a:gd name="connsiteX29" fmla="*/ 113548 w 193569"/>
                  <a:gd name="connsiteY29" fmla="*/ 179822 h 193628"/>
                  <a:gd name="connsiteX30" fmla="*/ 179934 w 193569"/>
                  <a:gd name="connsiteY30" fmla="*/ 179822 h 193628"/>
                  <a:gd name="connsiteX31" fmla="*/ 179934 w 193569"/>
                  <a:gd name="connsiteY31" fmla="*/ 130647 h 193628"/>
                  <a:gd name="connsiteX32" fmla="*/ 186751 w 193569"/>
                  <a:gd name="connsiteY32" fmla="*/ 123830 h 193628"/>
                  <a:gd name="connsiteX33" fmla="*/ 193569 w 193569"/>
                  <a:gd name="connsiteY33" fmla="*/ 130647 h 193628"/>
                  <a:gd name="connsiteX34" fmla="*/ 193569 w 193569"/>
                  <a:gd name="connsiteY34" fmla="*/ 186527 h 193628"/>
                  <a:gd name="connsiteX35" fmla="*/ 186753 w 193569"/>
                  <a:gd name="connsiteY35" fmla="*/ 193568 h 193628"/>
                  <a:gd name="connsiteX36" fmla="*/ 186751 w 193569"/>
                  <a:gd name="connsiteY36" fmla="*/ 193568 h 19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93569" h="193628">
                    <a:moveTo>
                      <a:pt x="186751" y="193568"/>
                    </a:moveTo>
                    <a:lnTo>
                      <a:pt x="113995" y="193568"/>
                    </a:lnTo>
                    <a:cubicBezTo>
                      <a:pt x="109009" y="193524"/>
                      <a:pt x="104418" y="190846"/>
                      <a:pt x="101925" y="186527"/>
                    </a:cubicBezTo>
                    <a:cubicBezTo>
                      <a:pt x="99530" y="182378"/>
                      <a:pt x="99530" y="177266"/>
                      <a:pt x="101925" y="173116"/>
                    </a:cubicBezTo>
                    <a:cubicBezTo>
                      <a:pt x="104239" y="169028"/>
                      <a:pt x="105434" y="164402"/>
                      <a:pt x="105390" y="159705"/>
                    </a:cubicBezTo>
                    <a:cubicBezTo>
                      <a:pt x="105367" y="151306"/>
                      <a:pt x="101597" y="143356"/>
                      <a:pt x="95108" y="138024"/>
                    </a:cubicBezTo>
                    <a:cubicBezTo>
                      <a:pt x="83013" y="128441"/>
                      <a:pt x="65440" y="130478"/>
                      <a:pt x="55858" y="142573"/>
                    </a:cubicBezTo>
                    <a:cubicBezTo>
                      <a:pt x="53158" y="145981"/>
                      <a:pt x="51290" y="149972"/>
                      <a:pt x="50404" y="154229"/>
                    </a:cubicBezTo>
                    <a:cubicBezTo>
                      <a:pt x="49170" y="160587"/>
                      <a:pt x="50157" y="167175"/>
                      <a:pt x="53198" y="172893"/>
                    </a:cubicBezTo>
                    <a:cubicBezTo>
                      <a:pt x="55651" y="177187"/>
                      <a:pt x="55651" y="182457"/>
                      <a:pt x="53198" y="186751"/>
                    </a:cubicBezTo>
                    <a:cubicBezTo>
                      <a:pt x="50719" y="190999"/>
                      <a:pt x="46158" y="193599"/>
                      <a:pt x="41240" y="193568"/>
                    </a:cubicBezTo>
                    <a:lnTo>
                      <a:pt x="7712" y="193568"/>
                    </a:lnTo>
                    <a:cubicBezTo>
                      <a:pt x="3979" y="194062"/>
                      <a:pt x="553" y="191437"/>
                      <a:pt x="59" y="187704"/>
                    </a:cubicBezTo>
                    <a:cubicBezTo>
                      <a:pt x="17" y="187388"/>
                      <a:pt x="-3" y="187070"/>
                      <a:pt x="0" y="186751"/>
                    </a:cubicBezTo>
                    <a:lnTo>
                      <a:pt x="0" y="28052"/>
                    </a:lnTo>
                    <a:cubicBezTo>
                      <a:pt x="62" y="12585"/>
                      <a:pt x="12585" y="61"/>
                      <a:pt x="28052" y="0"/>
                    </a:cubicBezTo>
                    <a:lnTo>
                      <a:pt x="186751" y="0"/>
                    </a:lnTo>
                    <a:cubicBezTo>
                      <a:pt x="190516" y="0"/>
                      <a:pt x="193569" y="3052"/>
                      <a:pt x="193569" y="6817"/>
                    </a:cubicBezTo>
                    <a:lnTo>
                      <a:pt x="193569" y="40345"/>
                    </a:lnTo>
                    <a:cubicBezTo>
                      <a:pt x="193569" y="44110"/>
                      <a:pt x="190516" y="47163"/>
                      <a:pt x="186751" y="47163"/>
                    </a:cubicBezTo>
                    <a:cubicBezTo>
                      <a:pt x="182986" y="47163"/>
                      <a:pt x="179934" y="44110"/>
                      <a:pt x="179934" y="40345"/>
                    </a:cubicBezTo>
                    <a:lnTo>
                      <a:pt x="179934" y="13523"/>
                    </a:lnTo>
                    <a:lnTo>
                      <a:pt x="28052" y="13523"/>
                    </a:lnTo>
                    <a:cubicBezTo>
                      <a:pt x="20028" y="13523"/>
                      <a:pt x="13523" y="20028"/>
                      <a:pt x="13523" y="28052"/>
                    </a:cubicBezTo>
                    <a:lnTo>
                      <a:pt x="13523" y="179934"/>
                    </a:lnTo>
                    <a:lnTo>
                      <a:pt x="40569" y="179934"/>
                    </a:lnTo>
                    <a:cubicBezTo>
                      <a:pt x="36172" y="171202"/>
                      <a:pt x="34759" y="161270"/>
                      <a:pt x="36546" y="151658"/>
                    </a:cubicBezTo>
                    <a:cubicBezTo>
                      <a:pt x="41274" y="129189"/>
                      <a:pt x="63321" y="114807"/>
                      <a:pt x="85790" y="119535"/>
                    </a:cubicBezTo>
                    <a:cubicBezTo>
                      <a:pt x="104842" y="123544"/>
                      <a:pt x="118560" y="140237"/>
                      <a:pt x="118801" y="159705"/>
                    </a:cubicBezTo>
                    <a:cubicBezTo>
                      <a:pt x="118812" y="166751"/>
                      <a:pt x="117003" y="173681"/>
                      <a:pt x="113548" y="179822"/>
                    </a:cubicBezTo>
                    <a:lnTo>
                      <a:pt x="179934" y="179822"/>
                    </a:lnTo>
                    <a:lnTo>
                      <a:pt x="179934" y="130647"/>
                    </a:lnTo>
                    <a:cubicBezTo>
                      <a:pt x="179934" y="126882"/>
                      <a:pt x="182986" y="123830"/>
                      <a:pt x="186751" y="123830"/>
                    </a:cubicBezTo>
                    <a:cubicBezTo>
                      <a:pt x="190516" y="123830"/>
                      <a:pt x="193569" y="126882"/>
                      <a:pt x="193569" y="130647"/>
                    </a:cubicBezTo>
                    <a:lnTo>
                      <a:pt x="193569" y="186527"/>
                    </a:lnTo>
                    <a:cubicBezTo>
                      <a:pt x="193631" y="190354"/>
                      <a:pt x="190579" y="193506"/>
                      <a:pt x="186753" y="193568"/>
                    </a:cubicBezTo>
                    <a:cubicBezTo>
                      <a:pt x="186752" y="193568"/>
                      <a:pt x="186752" y="193568"/>
                      <a:pt x="186751" y="193568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42" name="Graphic 87">
              <a:extLst>
                <a:ext uri="{FF2B5EF4-FFF2-40B4-BE49-F238E27FC236}">
                  <a16:creationId xmlns:a16="http://schemas.microsoft.com/office/drawing/2014/main" id="{3C1EEDCB-6800-6948-ADCF-34C2DC576FE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898924" y="2657631"/>
              <a:ext cx="399313" cy="329806"/>
              <a:chOff x="5947421" y="2569541"/>
              <a:chExt cx="399313" cy="329806"/>
            </a:xfrm>
            <a:solidFill>
              <a:srgbClr val="FFFFFF"/>
            </a:solidFill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A4550323-0F81-6D40-83F7-AFBB3C9ADB1A}"/>
                  </a:ext>
                </a:extLst>
              </p:cNvPr>
              <p:cNvSpPr/>
              <p:nvPr/>
            </p:nvSpPr>
            <p:spPr>
              <a:xfrm>
                <a:off x="5947421" y="2569541"/>
                <a:ext cx="399313" cy="242309"/>
              </a:xfrm>
              <a:custGeom>
                <a:avLst/>
                <a:gdLst>
                  <a:gd name="connsiteX0" fmla="*/ 314611 w 399313"/>
                  <a:gd name="connsiteY0" fmla="*/ 242253 h 242309"/>
                  <a:gd name="connsiteX1" fmla="*/ 251826 w 399313"/>
                  <a:gd name="connsiteY1" fmla="*/ 242253 h 242309"/>
                  <a:gd name="connsiteX2" fmla="*/ 244030 w 399313"/>
                  <a:gd name="connsiteY2" fmla="*/ 236388 h 242309"/>
                  <a:gd name="connsiteX3" fmla="*/ 250046 w 399313"/>
                  <a:gd name="connsiteY3" fmla="*/ 228788 h 242309"/>
                  <a:gd name="connsiteX4" fmla="*/ 251826 w 399313"/>
                  <a:gd name="connsiteY4" fmla="*/ 228788 h 242309"/>
                  <a:gd name="connsiteX5" fmla="*/ 314611 w 399313"/>
                  <a:gd name="connsiteY5" fmla="*/ 228788 h 242309"/>
                  <a:gd name="connsiteX6" fmla="*/ 385651 w 399313"/>
                  <a:gd name="connsiteY6" fmla="*/ 159831 h 242309"/>
                  <a:gd name="connsiteX7" fmla="*/ 314911 w 399313"/>
                  <a:gd name="connsiteY7" fmla="*/ 90581 h 242309"/>
                  <a:gd name="connsiteX8" fmla="*/ 280364 w 399313"/>
                  <a:gd name="connsiteY8" fmla="*/ 99260 h 242309"/>
                  <a:gd name="connsiteX9" fmla="*/ 273173 w 399313"/>
                  <a:gd name="connsiteY9" fmla="*/ 99260 h 242309"/>
                  <a:gd name="connsiteX10" fmla="*/ 270090 w 399313"/>
                  <a:gd name="connsiteY10" fmla="*/ 92917 h 242309"/>
                  <a:gd name="connsiteX11" fmla="*/ 270775 w 399313"/>
                  <a:gd name="connsiteY11" fmla="*/ 84126 h 242309"/>
                  <a:gd name="connsiteX12" fmla="*/ 199885 w 399313"/>
                  <a:gd name="connsiteY12" fmla="*/ 15023 h 242309"/>
                  <a:gd name="connsiteX13" fmla="*/ 128995 w 399313"/>
                  <a:gd name="connsiteY13" fmla="*/ 84126 h 242309"/>
                  <a:gd name="connsiteX14" fmla="*/ 129566 w 399313"/>
                  <a:gd name="connsiteY14" fmla="*/ 92917 h 242309"/>
                  <a:gd name="connsiteX15" fmla="*/ 126598 w 399313"/>
                  <a:gd name="connsiteY15" fmla="*/ 99260 h 242309"/>
                  <a:gd name="connsiteX16" fmla="*/ 119406 w 399313"/>
                  <a:gd name="connsiteY16" fmla="*/ 99260 h 242309"/>
                  <a:gd name="connsiteX17" fmla="*/ 23023 w 399313"/>
                  <a:gd name="connsiteY17" fmla="*/ 126155 h 242309"/>
                  <a:gd name="connsiteX18" fmla="*/ 50613 w 399313"/>
                  <a:gd name="connsiteY18" fmla="*/ 220109 h 242309"/>
                  <a:gd name="connsiteX19" fmla="*/ 85160 w 399313"/>
                  <a:gd name="connsiteY19" fmla="*/ 228788 h 242309"/>
                  <a:gd name="connsiteX20" fmla="*/ 147945 w 399313"/>
                  <a:gd name="connsiteY20" fmla="*/ 228788 h 242309"/>
                  <a:gd name="connsiteX21" fmla="*/ 155741 w 399313"/>
                  <a:gd name="connsiteY21" fmla="*/ 234653 h 242309"/>
                  <a:gd name="connsiteX22" fmla="*/ 149724 w 399313"/>
                  <a:gd name="connsiteY22" fmla="*/ 242253 h 242309"/>
                  <a:gd name="connsiteX23" fmla="*/ 147945 w 399313"/>
                  <a:gd name="connsiteY23" fmla="*/ 242253 h 242309"/>
                  <a:gd name="connsiteX24" fmla="*/ 84703 w 399313"/>
                  <a:gd name="connsiteY24" fmla="*/ 242253 h 242309"/>
                  <a:gd name="connsiteX25" fmla="*/ 0 w 399313"/>
                  <a:gd name="connsiteY25" fmla="*/ 159684 h 242309"/>
                  <a:gd name="connsiteX26" fmla="*/ 84703 w 399313"/>
                  <a:gd name="connsiteY26" fmla="*/ 77116 h 242309"/>
                  <a:gd name="connsiteX27" fmla="*/ 114954 w 399313"/>
                  <a:gd name="connsiteY27" fmla="*/ 82568 h 242309"/>
                  <a:gd name="connsiteX28" fmla="*/ 199657 w 399313"/>
                  <a:gd name="connsiteY28" fmla="*/ 0 h 242309"/>
                  <a:gd name="connsiteX29" fmla="*/ 284360 w 399313"/>
                  <a:gd name="connsiteY29" fmla="*/ 82568 h 242309"/>
                  <a:gd name="connsiteX30" fmla="*/ 314611 w 399313"/>
                  <a:gd name="connsiteY30" fmla="*/ 77116 h 242309"/>
                  <a:gd name="connsiteX31" fmla="*/ 399314 w 399313"/>
                  <a:gd name="connsiteY31" fmla="*/ 159684 h 242309"/>
                  <a:gd name="connsiteX32" fmla="*/ 314611 w 399313"/>
                  <a:gd name="connsiteY32" fmla="*/ 242253 h 242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9313" h="242309">
                    <a:moveTo>
                      <a:pt x="314611" y="242253"/>
                    </a:moveTo>
                    <a:lnTo>
                      <a:pt x="251826" y="242253"/>
                    </a:lnTo>
                    <a:cubicBezTo>
                      <a:pt x="248011" y="242732"/>
                      <a:pt x="244521" y="240106"/>
                      <a:pt x="244030" y="236388"/>
                    </a:cubicBezTo>
                    <a:cubicBezTo>
                      <a:pt x="243538" y="232670"/>
                      <a:pt x="246232" y="229267"/>
                      <a:pt x="250046" y="228788"/>
                    </a:cubicBezTo>
                    <a:cubicBezTo>
                      <a:pt x="250637" y="228714"/>
                      <a:pt x="251235" y="228714"/>
                      <a:pt x="251826" y="228788"/>
                    </a:cubicBezTo>
                    <a:lnTo>
                      <a:pt x="314611" y="228788"/>
                    </a:lnTo>
                    <a:cubicBezTo>
                      <a:pt x="353762" y="228869"/>
                      <a:pt x="385568" y="197996"/>
                      <a:pt x="385651" y="159831"/>
                    </a:cubicBezTo>
                    <a:cubicBezTo>
                      <a:pt x="385734" y="121666"/>
                      <a:pt x="354062" y="90662"/>
                      <a:pt x="314911" y="90581"/>
                    </a:cubicBezTo>
                    <a:cubicBezTo>
                      <a:pt x="302825" y="90556"/>
                      <a:pt x="290933" y="93544"/>
                      <a:pt x="280364" y="99260"/>
                    </a:cubicBezTo>
                    <a:cubicBezTo>
                      <a:pt x="278160" y="100586"/>
                      <a:pt x="275377" y="100586"/>
                      <a:pt x="273173" y="99260"/>
                    </a:cubicBezTo>
                    <a:cubicBezTo>
                      <a:pt x="271017" y="97868"/>
                      <a:pt x="269830" y="95426"/>
                      <a:pt x="270090" y="92917"/>
                    </a:cubicBezTo>
                    <a:cubicBezTo>
                      <a:pt x="270517" y="90005"/>
                      <a:pt x="270746" y="87068"/>
                      <a:pt x="270775" y="84126"/>
                    </a:cubicBezTo>
                    <a:cubicBezTo>
                      <a:pt x="270775" y="45961"/>
                      <a:pt x="239037" y="15023"/>
                      <a:pt x="199885" y="15023"/>
                    </a:cubicBezTo>
                    <a:cubicBezTo>
                      <a:pt x="160734" y="15023"/>
                      <a:pt x="128995" y="45961"/>
                      <a:pt x="128995" y="84126"/>
                    </a:cubicBezTo>
                    <a:cubicBezTo>
                      <a:pt x="128995" y="86797"/>
                      <a:pt x="128995" y="89579"/>
                      <a:pt x="129566" y="92917"/>
                    </a:cubicBezTo>
                    <a:cubicBezTo>
                      <a:pt x="129905" y="95411"/>
                      <a:pt x="128752" y="97875"/>
                      <a:pt x="126598" y="99260"/>
                    </a:cubicBezTo>
                    <a:cubicBezTo>
                      <a:pt x="124393" y="100586"/>
                      <a:pt x="121610" y="100586"/>
                      <a:pt x="119406" y="99260"/>
                    </a:cubicBezTo>
                    <a:cubicBezTo>
                      <a:pt x="85172" y="80742"/>
                      <a:pt x="42020" y="92783"/>
                      <a:pt x="23023" y="126155"/>
                    </a:cubicBezTo>
                    <a:cubicBezTo>
                      <a:pt x="4027" y="159526"/>
                      <a:pt x="16379" y="201591"/>
                      <a:pt x="50613" y="220109"/>
                    </a:cubicBezTo>
                    <a:cubicBezTo>
                      <a:pt x="61181" y="225825"/>
                      <a:pt x="73073" y="228813"/>
                      <a:pt x="85160" y="228788"/>
                    </a:cubicBezTo>
                    <a:lnTo>
                      <a:pt x="147945" y="228788"/>
                    </a:lnTo>
                    <a:cubicBezTo>
                      <a:pt x="151759" y="228309"/>
                      <a:pt x="155249" y="230935"/>
                      <a:pt x="155741" y="234653"/>
                    </a:cubicBezTo>
                    <a:cubicBezTo>
                      <a:pt x="156232" y="238371"/>
                      <a:pt x="153538" y="241774"/>
                      <a:pt x="149724" y="242253"/>
                    </a:cubicBezTo>
                    <a:cubicBezTo>
                      <a:pt x="149133" y="242327"/>
                      <a:pt x="148535" y="242327"/>
                      <a:pt x="147945" y="242253"/>
                    </a:cubicBezTo>
                    <a:lnTo>
                      <a:pt x="84703" y="242253"/>
                    </a:lnTo>
                    <a:cubicBezTo>
                      <a:pt x="37923" y="242253"/>
                      <a:pt x="0" y="205286"/>
                      <a:pt x="0" y="159684"/>
                    </a:cubicBezTo>
                    <a:cubicBezTo>
                      <a:pt x="0" y="114083"/>
                      <a:pt x="37923" y="77116"/>
                      <a:pt x="84703" y="77116"/>
                    </a:cubicBezTo>
                    <a:cubicBezTo>
                      <a:pt x="95048" y="77072"/>
                      <a:pt x="105309" y="78921"/>
                      <a:pt x="114954" y="82568"/>
                    </a:cubicBezTo>
                    <a:cubicBezTo>
                      <a:pt x="114954" y="36967"/>
                      <a:pt x="152877" y="0"/>
                      <a:pt x="199657" y="0"/>
                    </a:cubicBezTo>
                    <a:cubicBezTo>
                      <a:pt x="246437" y="0"/>
                      <a:pt x="284360" y="36967"/>
                      <a:pt x="284360" y="82568"/>
                    </a:cubicBezTo>
                    <a:cubicBezTo>
                      <a:pt x="294005" y="78921"/>
                      <a:pt x="304266" y="77072"/>
                      <a:pt x="314611" y="77116"/>
                    </a:cubicBezTo>
                    <a:cubicBezTo>
                      <a:pt x="361391" y="77116"/>
                      <a:pt x="399314" y="114083"/>
                      <a:pt x="399314" y="159684"/>
                    </a:cubicBezTo>
                    <a:cubicBezTo>
                      <a:pt x="399314" y="205286"/>
                      <a:pt x="361391" y="242253"/>
                      <a:pt x="314611" y="242253"/>
                    </a:cubicBezTo>
                    <a:close/>
                  </a:path>
                </a:pathLst>
              </a:custGeom>
              <a:grpFill/>
              <a:ln w="111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090693A8-1B7D-BE4A-B0B4-14D8B6C75470}"/>
                  </a:ext>
                </a:extLst>
              </p:cNvPr>
              <p:cNvSpPr/>
              <p:nvPr/>
            </p:nvSpPr>
            <p:spPr>
              <a:xfrm>
                <a:off x="6062360" y="2570831"/>
                <a:ext cx="169420" cy="127237"/>
              </a:xfrm>
              <a:custGeom>
                <a:avLst/>
                <a:gdLst>
                  <a:gd name="connsiteX0" fmla="*/ 152069 w 169420"/>
                  <a:gd name="connsiteY0" fmla="*/ 127237 h 127237"/>
                  <a:gd name="connsiteX1" fmla="*/ 148644 w 169420"/>
                  <a:gd name="connsiteY1" fmla="*/ 126347 h 127237"/>
                  <a:gd name="connsiteX2" fmla="*/ 146132 w 169420"/>
                  <a:gd name="connsiteY2" fmla="*/ 117111 h 127237"/>
                  <a:gd name="connsiteX3" fmla="*/ 120123 w 169420"/>
                  <a:gd name="connsiteY3" fmla="*/ 22730 h 127237"/>
                  <a:gd name="connsiteX4" fmla="*/ 23302 w 169420"/>
                  <a:gd name="connsiteY4" fmla="*/ 48084 h 127237"/>
                  <a:gd name="connsiteX5" fmla="*/ 23302 w 169420"/>
                  <a:gd name="connsiteY5" fmla="*/ 117111 h 127237"/>
                  <a:gd name="connsiteX6" fmla="*/ 20997 w 169420"/>
                  <a:gd name="connsiteY6" fmla="*/ 126120 h 127237"/>
                  <a:gd name="connsiteX7" fmla="*/ 20790 w 169420"/>
                  <a:gd name="connsiteY7" fmla="*/ 126236 h 127237"/>
                  <a:gd name="connsiteX8" fmla="*/ 11316 w 169420"/>
                  <a:gd name="connsiteY8" fmla="*/ 123788 h 127237"/>
                  <a:gd name="connsiteX9" fmla="*/ 42447 w 169420"/>
                  <a:gd name="connsiteY9" fmla="*/ 11030 h 127237"/>
                  <a:gd name="connsiteX10" fmla="*/ 158119 w 169420"/>
                  <a:gd name="connsiteY10" fmla="*/ 41377 h 127237"/>
                  <a:gd name="connsiteX11" fmla="*/ 158119 w 169420"/>
                  <a:gd name="connsiteY11" fmla="*/ 123788 h 127237"/>
                  <a:gd name="connsiteX12" fmla="*/ 152069 w 169420"/>
                  <a:gd name="connsiteY12" fmla="*/ 127237 h 12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9420" h="127237">
                    <a:moveTo>
                      <a:pt x="152069" y="127237"/>
                    </a:moveTo>
                    <a:cubicBezTo>
                      <a:pt x="150871" y="127206"/>
                      <a:pt x="149698" y="126901"/>
                      <a:pt x="148644" y="126347"/>
                    </a:cubicBezTo>
                    <a:cubicBezTo>
                      <a:pt x="145349" y="124461"/>
                      <a:pt x="144229" y="120340"/>
                      <a:pt x="146132" y="117111"/>
                    </a:cubicBezTo>
                    <a:cubicBezTo>
                      <a:pt x="165687" y="84047"/>
                      <a:pt x="154042" y="41791"/>
                      <a:pt x="120123" y="22730"/>
                    </a:cubicBezTo>
                    <a:cubicBezTo>
                      <a:pt x="86204" y="3668"/>
                      <a:pt x="42856" y="15020"/>
                      <a:pt x="23302" y="48084"/>
                    </a:cubicBezTo>
                    <a:cubicBezTo>
                      <a:pt x="10669" y="69445"/>
                      <a:pt x="10669" y="95750"/>
                      <a:pt x="23302" y="117111"/>
                    </a:cubicBezTo>
                    <a:cubicBezTo>
                      <a:pt x="25217" y="120219"/>
                      <a:pt x="24185" y="124253"/>
                      <a:pt x="20997" y="126120"/>
                    </a:cubicBezTo>
                    <a:cubicBezTo>
                      <a:pt x="20929" y="126160"/>
                      <a:pt x="20860" y="126198"/>
                      <a:pt x="20790" y="126236"/>
                    </a:cubicBezTo>
                    <a:cubicBezTo>
                      <a:pt x="17478" y="128092"/>
                      <a:pt x="13250" y="126999"/>
                      <a:pt x="11316" y="123788"/>
                    </a:cubicBezTo>
                    <a:cubicBezTo>
                      <a:pt x="-12030" y="84271"/>
                      <a:pt x="1908" y="33787"/>
                      <a:pt x="42447" y="11030"/>
                    </a:cubicBezTo>
                    <a:cubicBezTo>
                      <a:pt x="82985" y="-11727"/>
                      <a:pt x="134773" y="1860"/>
                      <a:pt x="158119" y="41377"/>
                    </a:cubicBezTo>
                    <a:cubicBezTo>
                      <a:pt x="173187" y="66884"/>
                      <a:pt x="173187" y="98281"/>
                      <a:pt x="158119" y="123788"/>
                    </a:cubicBezTo>
                    <a:cubicBezTo>
                      <a:pt x="156869" y="125899"/>
                      <a:pt x="154569" y="127210"/>
                      <a:pt x="152069" y="127237"/>
                    </a:cubicBezTo>
                    <a:close/>
                  </a:path>
                </a:pathLst>
              </a:custGeom>
              <a:grpFill/>
              <a:ln w="111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3EF4270-42C2-B04B-9926-0C6988F3E27A}"/>
                  </a:ext>
                </a:extLst>
              </p:cNvPr>
              <p:cNvSpPr/>
              <p:nvPr/>
            </p:nvSpPr>
            <p:spPr>
              <a:xfrm>
                <a:off x="6080932" y="2695349"/>
                <a:ext cx="132024" cy="203998"/>
              </a:xfrm>
              <a:custGeom>
                <a:avLst/>
                <a:gdLst>
                  <a:gd name="connsiteX0" fmla="*/ 95712 w 132024"/>
                  <a:gd name="connsiteY0" fmla="*/ 203131 h 203998"/>
                  <a:gd name="connsiteX1" fmla="*/ 88748 w 132024"/>
                  <a:gd name="connsiteY1" fmla="*/ 196343 h 203998"/>
                  <a:gd name="connsiteX2" fmla="*/ 88748 w 132024"/>
                  <a:gd name="connsiteY2" fmla="*/ 73937 h 203998"/>
                  <a:gd name="connsiteX3" fmla="*/ 95597 w 132024"/>
                  <a:gd name="connsiteY3" fmla="*/ 67259 h 203998"/>
                  <a:gd name="connsiteX4" fmla="*/ 95712 w 132024"/>
                  <a:gd name="connsiteY4" fmla="*/ 67260 h 203998"/>
                  <a:gd name="connsiteX5" fmla="*/ 110095 w 132024"/>
                  <a:gd name="connsiteY5" fmla="*/ 67260 h 203998"/>
                  <a:gd name="connsiteX6" fmla="*/ 66146 w 132024"/>
                  <a:gd name="connsiteY6" fmla="*/ 17407 h 203998"/>
                  <a:gd name="connsiteX7" fmla="*/ 22082 w 132024"/>
                  <a:gd name="connsiteY7" fmla="*/ 67260 h 203998"/>
                  <a:gd name="connsiteX8" fmla="*/ 36580 w 132024"/>
                  <a:gd name="connsiteY8" fmla="*/ 67260 h 203998"/>
                  <a:gd name="connsiteX9" fmla="*/ 43542 w 132024"/>
                  <a:gd name="connsiteY9" fmla="*/ 73825 h 203998"/>
                  <a:gd name="connsiteX10" fmla="*/ 43543 w 132024"/>
                  <a:gd name="connsiteY10" fmla="*/ 73937 h 203998"/>
                  <a:gd name="connsiteX11" fmla="*/ 43543 w 132024"/>
                  <a:gd name="connsiteY11" fmla="*/ 196343 h 203998"/>
                  <a:gd name="connsiteX12" fmla="*/ 37527 w 132024"/>
                  <a:gd name="connsiteY12" fmla="*/ 203943 h 203998"/>
                  <a:gd name="connsiteX13" fmla="*/ 29730 w 132024"/>
                  <a:gd name="connsiteY13" fmla="*/ 198078 h 203998"/>
                  <a:gd name="connsiteX14" fmla="*/ 29730 w 132024"/>
                  <a:gd name="connsiteY14" fmla="*/ 196343 h 203998"/>
                  <a:gd name="connsiteX15" fmla="*/ 29730 w 132024"/>
                  <a:gd name="connsiteY15" fmla="*/ 80168 h 203998"/>
                  <a:gd name="connsiteX16" fmla="*/ 6899 w 132024"/>
                  <a:gd name="connsiteY16" fmla="*/ 80168 h 203998"/>
                  <a:gd name="connsiteX17" fmla="*/ 621 w 132024"/>
                  <a:gd name="connsiteY17" fmla="*/ 76162 h 203998"/>
                  <a:gd name="connsiteX18" fmla="*/ 1648 w 132024"/>
                  <a:gd name="connsiteY18" fmla="*/ 69041 h 203998"/>
                  <a:gd name="connsiteX19" fmla="*/ 60781 w 132024"/>
                  <a:gd name="connsiteY19" fmla="*/ 2274 h 203998"/>
                  <a:gd name="connsiteX20" fmla="*/ 70777 w 132024"/>
                  <a:gd name="connsiteY20" fmla="*/ 1781 h 203998"/>
                  <a:gd name="connsiteX21" fmla="*/ 71283 w 132024"/>
                  <a:gd name="connsiteY21" fmla="*/ 2274 h 203998"/>
                  <a:gd name="connsiteX22" fmla="*/ 130301 w 132024"/>
                  <a:gd name="connsiteY22" fmla="*/ 69041 h 203998"/>
                  <a:gd name="connsiteX23" fmla="*/ 131442 w 132024"/>
                  <a:gd name="connsiteY23" fmla="*/ 76162 h 203998"/>
                  <a:gd name="connsiteX24" fmla="*/ 125050 w 132024"/>
                  <a:gd name="connsiteY24" fmla="*/ 80168 h 203998"/>
                  <a:gd name="connsiteX25" fmla="*/ 102219 w 132024"/>
                  <a:gd name="connsiteY25" fmla="*/ 80168 h 203998"/>
                  <a:gd name="connsiteX26" fmla="*/ 102219 w 132024"/>
                  <a:gd name="connsiteY26" fmla="*/ 196343 h 203998"/>
                  <a:gd name="connsiteX27" fmla="*/ 95712 w 132024"/>
                  <a:gd name="connsiteY27" fmla="*/ 203131 h 203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2024" h="203998">
                    <a:moveTo>
                      <a:pt x="95712" y="203131"/>
                    </a:moveTo>
                    <a:cubicBezTo>
                      <a:pt x="91866" y="203131"/>
                      <a:pt x="88748" y="200092"/>
                      <a:pt x="88748" y="196343"/>
                    </a:cubicBezTo>
                    <a:lnTo>
                      <a:pt x="88748" y="73937"/>
                    </a:lnTo>
                    <a:cubicBezTo>
                      <a:pt x="88748" y="70249"/>
                      <a:pt x="91814" y="67260"/>
                      <a:pt x="95597" y="67259"/>
                    </a:cubicBezTo>
                    <a:cubicBezTo>
                      <a:pt x="95635" y="67259"/>
                      <a:pt x="95674" y="67259"/>
                      <a:pt x="95712" y="67260"/>
                    </a:cubicBezTo>
                    <a:lnTo>
                      <a:pt x="110095" y="67260"/>
                    </a:lnTo>
                    <a:lnTo>
                      <a:pt x="66146" y="17407"/>
                    </a:lnTo>
                    <a:lnTo>
                      <a:pt x="22082" y="67260"/>
                    </a:lnTo>
                    <a:lnTo>
                      <a:pt x="36580" y="67260"/>
                    </a:lnTo>
                    <a:cubicBezTo>
                      <a:pt x="40362" y="67199"/>
                      <a:pt x="43479" y="70138"/>
                      <a:pt x="43542" y="73825"/>
                    </a:cubicBezTo>
                    <a:cubicBezTo>
                      <a:pt x="43543" y="73862"/>
                      <a:pt x="43543" y="73899"/>
                      <a:pt x="43543" y="73937"/>
                    </a:cubicBezTo>
                    <a:lnTo>
                      <a:pt x="43543" y="196343"/>
                    </a:lnTo>
                    <a:cubicBezTo>
                      <a:pt x="44035" y="200061"/>
                      <a:pt x="41341" y="203464"/>
                      <a:pt x="37527" y="203943"/>
                    </a:cubicBezTo>
                    <a:cubicBezTo>
                      <a:pt x="33712" y="204422"/>
                      <a:pt x="30222" y="201796"/>
                      <a:pt x="29730" y="198078"/>
                    </a:cubicBezTo>
                    <a:cubicBezTo>
                      <a:pt x="29654" y="197502"/>
                      <a:pt x="29654" y="196919"/>
                      <a:pt x="29730" y="196343"/>
                    </a:cubicBezTo>
                    <a:lnTo>
                      <a:pt x="29730" y="80168"/>
                    </a:lnTo>
                    <a:lnTo>
                      <a:pt x="6899" y="80168"/>
                    </a:lnTo>
                    <a:cubicBezTo>
                      <a:pt x="4184" y="80140"/>
                      <a:pt x="1734" y="78577"/>
                      <a:pt x="621" y="76162"/>
                    </a:cubicBezTo>
                    <a:cubicBezTo>
                      <a:pt x="-490" y="73796"/>
                      <a:pt x="-89" y="71016"/>
                      <a:pt x="1648" y="69041"/>
                    </a:cubicBezTo>
                    <a:lnTo>
                      <a:pt x="60781" y="2274"/>
                    </a:lnTo>
                    <a:cubicBezTo>
                      <a:pt x="63401" y="-553"/>
                      <a:pt x="67877" y="-774"/>
                      <a:pt x="70777" y="1781"/>
                    </a:cubicBezTo>
                    <a:cubicBezTo>
                      <a:pt x="70954" y="1936"/>
                      <a:pt x="71123" y="2101"/>
                      <a:pt x="71283" y="2274"/>
                    </a:cubicBezTo>
                    <a:lnTo>
                      <a:pt x="130301" y="69041"/>
                    </a:lnTo>
                    <a:cubicBezTo>
                      <a:pt x="132076" y="70993"/>
                      <a:pt x="132522" y="73775"/>
                      <a:pt x="131442" y="76162"/>
                    </a:cubicBezTo>
                    <a:cubicBezTo>
                      <a:pt x="130290" y="78594"/>
                      <a:pt x="127798" y="80156"/>
                      <a:pt x="125050" y="80168"/>
                    </a:cubicBezTo>
                    <a:lnTo>
                      <a:pt x="102219" y="80168"/>
                    </a:lnTo>
                    <a:lnTo>
                      <a:pt x="102219" y="196343"/>
                    </a:lnTo>
                    <a:cubicBezTo>
                      <a:pt x="102285" y="199947"/>
                      <a:pt x="99405" y="202951"/>
                      <a:pt x="95712" y="203131"/>
                    </a:cubicBezTo>
                    <a:close/>
                  </a:path>
                </a:pathLst>
              </a:custGeom>
              <a:grpFill/>
              <a:ln w="111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0F1B0E44-F69C-8840-9D7B-A2F432559614}"/>
              </a:ext>
            </a:extLst>
          </p:cNvPr>
          <p:cNvGrpSpPr/>
          <p:nvPr/>
        </p:nvGrpSpPr>
        <p:grpSpPr>
          <a:xfrm>
            <a:off x="5424376" y="3670868"/>
            <a:ext cx="1338870" cy="1238019"/>
            <a:chOff x="5398240" y="3718434"/>
            <a:chExt cx="1338870" cy="1238019"/>
          </a:xfrm>
        </p:grpSpPr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3DE5DA9E-B1FC-9043-8EA5-3FFBF76C634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48" name="Title 1">
              <a:extLst>
                <a:ext uri="{FF2B5EF4-FFF2-40B4-BE49-F238E27FC236}">
                  <a16:creationId xmlns:a16="http://schemas.microsoft.com/office/drawing/2014/main" id="{ACBA0EE2-4F3B-5D43-AEE1-471E8BB238B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5246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Freeform 17">
            <a:extLst>
              <a:ext uri="{FF2B5EF4-FFF2-40B4-BE49-F238E27FC236}">
                <a16:creationId xmlns:a16="http://schemas.microsoft.com/office/drawing/2014/main" id="{D5CB0B7C-F2AD-4F44-9A52-11FB3F873D19}"/>
              </a:ext>
            </a:extLst>
          </p:cNvPr>
          <p:cNvSpPr>
            <a:spLocks noChangeAspect="1"/>
          </p:cNvSpPr>
          <p:nvPr/>
        </p:nvSpPr>
        <p:spPr bwMode="auto">
          <a:xfrm>
            <a:off x="5319870" y="2992890"/>
            <a:ext cx="1576548" cy="1578088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7A6AA29-61C2-754F-9D69-D9ECA1FD61CC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CBCCDFE2-15FB-4F4F-9767-802F255FEBC2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4A668ED-EE6F-0D40-ABF8-497DFAB8605A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1B60659F-CF9B-494F-9FB0-DEFE9F820E3A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AB17ED1F-7121-F746-8155-F17E56F51D44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78D11D61-9844-484E-8A59-CF8904F11DC1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Freeform 6">
            <a:extLst>
              <a:ext uri="{FF2B5EF4-FFF2-40B4-BE49-F238E27FC236}">
                <a16:creationId xmlns:a16="http://schemas.microsoft.com/office/drawing/2014/main" id="{260D8166-9C5F-514B-9F85-716F4572FE88}"/>
              </a:ext>
            </a:extLst>
          </p:cNvPr>
          <p:cNvSpPr>
            <a:spLocks/>
          </p:cNvSpPr>
          <p:nvPr/>
        </p:nvSpPr>
        <p:spPr bwMode="auto">
          <a:xfrm>
            <a:off x="4087452" y="1993566"/>
            <a:ext cx="1920875" cy="1900671"/>
          </a:xfrm>
          <a:custGeom>
            <a:avLst/>
            <a:gdLst>
              <a:gd name="T0" fmla="*/ 188 w 196"/>
              <a:gd name="T1" fmla="*/ 76 h 194"/>
              <a:gd name="T2" fmla="*/ 77 w 196"/>
              <a:gd name="T3" fmla="*/ 128 h 194"/>
              <a:gd name="T4" fmla="*/ 1 w 196"/>
              <a:gd name="T5" fmla="*/ 194 h 194"/>
              <a:gd name="T6" fmla="*/ 24 w 196"/>
              <a:gd name="T7" fmla="*/ 87 h 194"/>
              <a:gd name="T8" fmla="*/ 109 w 196"/>
              <a:gd name="T9" fmla="*/ 5 h 194"/>
              <a:gd name="T10" fmla="*/ 168 w 196"/>
              <a:gd name="T11" fmla="*/ 13 h 194"/>
              <a:gd name="T12" fmla="*/ 188 w 196"/>
              <a:gd name="T13" fmla="*/ 76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6" h="194">
                <a:moveTo>
                  <a:pt x="188" y="76"/>
                </a:moveTo>
                <a:cubicBezTo>
                  <a:pt x="173" y="122"/>
                  <a:pt x="116" y="119"/>
                  <a:pt x="77" y="128"/>
                </a:cubicBezTo>
                <a:cubicBezTo>
                  <a:pt x="40" y="137"/>
                  <a:pt x="12" y="158"/>
                  <a:pt x="1" y="194"/>
                </a:cubicBezTo>
                <a:cubicBezTo>
                  <a:pt x="0" y="156"/>
                  <a:pt x="7" y="120"/>
                  <a:pt x="24" y="87"/>
                </a:cubicBezTo>
                <a:cubicBezTo>
                  <a:pt x="42" y="52"/>
                  <a:pt x="70" y="16"/>
                  <a:pt x="109" y="5"/>
                </a:cubicBezTo>
                <a:cubicBezTo>
                  <a:pt x="128" y="0"/>
                  <a:pt x="151" y="2"/>
                  <a:pt x="168" y="13"/>
                </a:cubicBezTo>
                <a:cubicBezTo>
                  <a:pt x="187" y="27"/>
                  <a:pt x="196" y="54"/>
                  <a:pt x="188" y="76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1" name="Freeform 7">
            <a:extLst>
              <a:ext uri="{FF2B5EF4-FFF2-40B4-BE49-F238E27FC236}">
                <a16:creationId xmlns:a16="http://schemas.microsoft.com/office/drawing/2014/main" id="{787A2C6E-B7E5-ED4F-89F1-A91D0BA07533}"/>
              </a:ext>
            </a:extLst>
          </p:cNvPr>
          <p:cNvSpPr>
            <a:spLocks/>
          </p:cNvSpPr>
          <p:nvPr/>
        </p:nvSpPr>
        <p:spPr bwMode="auto">
          <a:xfrm>
            <a:off x="6644770" y="2679078"/>
            <a:ext cx="1459779" cy="2371148"/>
          </a:xfrm>
          <a:custGeom>
            <a:avLst/>
            <a:gdLst>
              <a:gd name="T0" fmla="*/ 11 w 149"/>
              <a:gd name="T1" fmla="*/ 196 h 242"/>
              <a:gd name="T2" fmla="*/ 80 w 149"/>
              <a:gd name="T3" fmla="*/ 95 h 242"/>
              <a:gd name="T4" fmla="*/ 112 w 149"/>
              <a:gd name="T5" fmla="*/ 0 h 242"/>
              <a:gd name="T6" fmla="*/ 147 w 149"/>
              <a:gd name="T7" fmla="*/ 104 h 242"/>
              <a:gd name="T8" fmla="*/ 115 w 149"/>
              <a:gd name="T9" fmla="*/ 217 h 242"/>
              <a:gd name="T10" fmla="*/ 60 w 149"/>
              <a:gd name="T11" fmla="*/ 240 h 242"/>
              <a:gd name="T12" fmla="*/ 11 w 149"/>
              <a:gd name="T13" fmla="*/ 196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9" h="242">
                <a:moveTo>
                  <a:pt x="11" y="196"/>
                </a:moveTo>
                <a:cubicBezTo>
                  <a:pt x="0" y="149"/>
                  <a:pt x="52" y="123"/>
                  <a:pt x="80" y="95"/>
                </a:cubicBezTo>
                <a:cubicBezTo>
                  <a:pt x="107" y="69"/>
                  <a:pt x="121" y="37"/>
                  <a:pt x="112" y="0"/>
                </a:cubicBezTo>
                <a:cubicBezTo>
                  <a:pt x="132" y="32"/>
                  <a:pt x="144" y="67"/>
                  <a:pt x="147" y="104"/>
                </a:cubicBezTo>
                <a:cubicBezTo>
                  <a:pt x="149" y="142"/>
                  <a:pt x="143" y="188"/>
                  <a:pt x="115" y="217"/>
                </a:cubicBezTo>
                <a:cubicBezTo>
                  <a:pt x="101" y="232"/>
                  <a:pt x="81" y="242"/>
                  <a:pt x="60" y="240"/>
                </a:cubicBezTo>
                <a:cubicBezTo>
                  <a:pt x="36" y="238"/>
                  <a:pt x="16" y="220"/>
                  <a:pt x="11" y="196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0AC391D3-E53D-7848-81E5-3F469F300300}"/>
              </a:ext>
            </a:extLst>
          </p:cNvPr>
          <p:cNvSpPr>
            <a:spLocks/>
          </p:cNvSpPr>
          <p:nvPr/>
        </p:nvSpPr>
        <p:spPr bwMode="auto">
          <a:xfrm>
            <a:off x="5293231" y="4472230"/>
            <a:ext cx="2438977" cy="1440296"/>
          </a:xfrm>
          <a:custGeom>
            <a:avLst/>
            <a:gdLst>
              <a:gd name="T0" fmla="*/ 30 w 249"/>
              <a:gd name="T1" fmla="*/ 26 h 147"/>
              <a:gd name="T2" fmla="*/ 149 w 249"/>
              <a:gd name="T3" fmla="*/ 56 h 147"/>
              <a:gd name="T4" fmla="*/ 249 w 249"/>
              <a:gd name="T5" fmla="*/ 53 h 147"/>
              <a:gd name="T6" fmla="*/ 164 w 249"/>
              <a:gd name="T7" fmla="*/ 121 h 147"/>
              <a:gd name="T8" fmla="*/ 47 w 249"/>
              <a:gd name="T9" fmla="*/ 131 h 147"/>
              <a:gd name="T10" fmla="*/ 7 w 249"/>
              <a:gd name="T11" fmla="*/ 88 h 147"/>
              <a:gd name="T12" fmla="*/ 30 w 249"/>
              <a:gd name="T13" fmla="*/ 2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9" h="147">
                <a:moveTo>
                  <a:pt x="30" y="26"/>
                </a:moveTo>
                <a:cubicBezTo>
                  <a:pt x="71" y="0"/>
                  <a:pt x="113" y="39"/>
                  <a:pt x="149" y="56"/>
                </a:cubicBezTo>
                <a:cubicBezTo>
                  <a:pt x="183" y="71"/>
                  <a:pt x="218" y="73"/>
                  <a:pt x="249" y="53"/>
                </a:cubicBezTo>
                <a:cubicBezTo>
                  <a:pt x="227" y="82"/>
                  <a:pt x="199" y="106"/>
                  <a:pt x="164" y="121"/>
                </a:cubicBezTo>
                <a:cubicBezTo>
                  <a:pt x="129" y="137"/>
                  <a:pt x="84" y="147"/>
                  <a:pt x="47" y="131"/>
                </a:cubicBezTo>
                <a:cubicBezTo>
                  <a:pt x="29" y="123"/>
                  <a:pt x="12" y="108"/>
                  <a:pt x="7" y="88"/>
                </a:cubicBezTo>
                <a:cubicBezTo>
                  <a:pt x="0" y="65"/>
                  <a:pt x="10" y="39"/>
                  <a:pt x="30" y="2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id="{310BDB08-B320-6F40-8C95-BF2585EB28F2}"/>
              </a:ext>
            </a:extLst>
          </p:cNvPr>
          <p:cNvSpPr>
            <a:spLocks/>
          </p:cNvSpPr>
          <p:nvPr/>
        </p:nvSpPr>
        <p:spPr bwMode="auto">
          <a:xfrm>
            <a:off x="4136520" y="3443242"/>
            <a:ext cx="1391227" cy="2283114"/>
          </a:xfrm>
          <a:custGeom>
            <a:avLst/>
            <a:gdLst>
              <a:gd name="T0" fmla="*/ 98 w 142"/>
              <a:gd name="T1" fmla="*/ 17 h 233"/>
              <a:gd name="T2" fmla="*/ 107 w 142"/>
              <a:gd name="T3" fmla="*/ 139 h 233"/>
              <a:gd name="T4" fmla="*/ 142 w 142"/>
              <a:gd name="T5" fmla="*/ 233 h 233"/>
              <a:gd name="T6" fmla="*/ 50 w 142"/>
              <a:gd name="T7" fmla="*/ 174 h 233"/>
              <a:gd name="T8" fmla="*/ 4 w 142"/>
              <a:gd name="T9" fmla="*/ 66 h 233"/>
              <a:gd name="T10" fmla="*/ 32 w 142"/>
              <a:gd name="T11" fmla="*/ 14 h 233"/>
              <a:gd name="T12" fmla="*/ 98 w 142"/>
              <a:gd name="T13" fmla="*/ 17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2" h="233">
                <a:moveTo>
                  <a:pt x="98" y="17"/>
                </a:moveTo>
                <a:cubicBezTo>
                  <a:pt x="136" y="47"/>
                  <a:pt x="112" y="99"/>
                  <a:pt x="107" y="139"/>
                </a:cubicBezTo>
                <a:cubicBezTo>
                  <a:pt x="103" y="176"/>
                  <a:pt x="112" y="210"/>
                  <a:pt x="142" y="233"/>
                </a:cubicBezTo>
                <a:cubicBezTo>
                  <a:pt x="107" y="221"/>
                  <a:pt x="75" y="202"/>
                  <a:pt x="50" y="174"/>
                </a:cubicBezTo>
                <a:cubicBezTo>
                  <a:pt x="24" y="145"/>
                  <a:pt x="0" y="106"/>
                  <a:pt x="4" y="66"/>
                </a:cubicBezTo>
                <a:cubicBezTo>
                  <a:pt x="5" y="46"/>
                  <a:pt x="15" y="25"/>
                  <a:pt x="32" y="14"/>
                </a:cubicBezTo>
                <a:cubicBezTo>
                  <a:pt x="52" y="0"/>
                  <a:pt x="80" y="2"/>
                  <a:pt x="98" y="17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8476ED94-423C-FC49-8520-7172334D8FDB}"/>
              </a:ext>
            </a:extLst>
          </p:cNvPr>
          <p:cNvSpPr>
            <a:spLocks/>
          </p:cNvSpPr>
          <p:nvPr/>
        </p:nvSpPr>
        <p:spPr bwMode="auto">
          <a:xfrm>
            <a:off x="5498884" y="1787912"/>
            <a:ext cx="2194358" cy="1625745"/>
          </a:xfrm>
          <a:custGeom>
            <a:avLst/>
            <a:gdLst>
              <a:gd name="T0" fmla="*/ 161 w 224"/>
              <a:gd name="T1" fmla="*/ 164 h 166"/>
              <a:gd name="T2" fmla="*/ 82 w 224"/>
              <a:gd name="T3" fmla="*/ 70 h 166"/>
              <a:gd name="T4" fmla="*/ 0 w 224"/>
              <a:gd name="T5" fmla="*/ 14 h 166"/>
              <a:gd name="T6" fmla="*/ 109 w 224"/>
              <a:gd name="T7" fmla="*/ 8 h 166"/>
              <a:gd name="T8" fmla="*/ 209 w 224"/>
              <a:gd name="T9" fmla="*/ 69 h 166"/>
              <a:gd name="T10" fmla="*/ 217 w 224"/>
              <a:gd name="T11" fmla="*/ 128 h 166"/>
              <a:gd name="T12" fmla="*/ 161 w 224"/>
              <a:gd name="T13" fmla="*/ 16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166">
                <a:moveTo>
                  <a:pt x="161" y="164"/>
                </a:moveTo>
                <a:cubicBezTo>
                  <a:pt x="113" y="162"/>
                  <a:pt x="102" y="105"/>
                  <a:pt x="82" y="70"/>
                </a:cubicBezTo>
                <a:cubicBezTo>
                  <a:pt x="64" y="37"/>
                  <a:pt x="37" y="15"/>
                  <a:pt x="0" y="14"/>
                </a:cubicBezTo>
                <a:cubicBezTo>
                  <a:pt x="35" y="3"/>
                  <a:pt x="72" y="0"/>
                  <a:pt x="109" y="8"/>
                </a:cubicBezTo>
                <a:cubicBezTo>
                  <a:pt x="147" y="16"/>
                  <a:pt x="189" y="35"/>
                  <a:pt x="209" y="69"/>
                </a:cubicBezTo>
                <a:cubicBezTo>
                  <a:pt x="220" y="87"/>
                  <a:pt x="224" y="109"/>
                  <a:pt x="217" y="128"/>
                </a:cubicBezTo>
                <a:cubicBezTo>
                  <a:pt x="209" y="151"/>
                  <a:pt x="185" y="166"/>
                  <a:pt x="161" y="16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 dirty="0"/>
          </a:p>
        </p:txBody>
      </p:sp>
      <p:sp>
        <p:nvSpPr>
          <p:cNvPr id="15" name="Freeform 11">
            <a:extLst>
              <a:ext uri="{FF2B5EF4-FFF2-40B4-BE49-F238E27FC236}">
                <a16:creationId xmlns:a16="http://schemas.microsoft.com/office/drawing/2014/main" id="{F90EABC8-737C-2643-8423-A251F3C464B4}"/>
              </a:ext>
            </a:extLst>
          </p:cNvPr>
          <p:cNvSpPr>
            <a:spLocks/>
          </p:cNvSpPr>
          <p:nvPr/>
        </p:nvSpPr>
        <p:spPr bwMode="auto">
          <a:xfrm>
            <a:off x="4861719" y="2032532"/>
            <a:ext cx="1018886" cy="1028989"/>
          </a:xfrm>
          <a:custGeom>
            <a:avLst/>
            <a:gdLst>
              <a:gd name="T0" fmla="*/ 97 w 104"/>
              <a:gd name="T1" fmla="*/ 39 h 105"/>
              <a:gd name="T2" fmla="*/ 38 w 104"/>
              <a:gd name="T3" fmla="*/ 8 h 105"/>
              <a:gd name="T4" fmla="*/ 7 w 104"/>
              <a:gd name="T5" fmla="*/ 66 h 105"/>
              <a:gd name="T6" fmla="*/ 66 w 104"/>
              <a:gd name="T7" fmla="*/ 97 h 105"/>
              <a:gd name="T8" fmla="*/ 97 w 104"/>
              <a:gd name="T9" fmla="*/ 39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105">
                <a:moveTo>
                  <a:pt x="97" y="39"/>
                </a:moveTo>
                <a:cubicBezTo>
                  <a:pt x="89" y="14"/>
                  <a:pt x="63" y="0"/>
                  <a:pt x="38" y="8"/>
                </a:cubicBezTo>
                <a:cubicBezTo>
                  <a:pt x="14" y="15"/>
                  <a:pt x="0" y="41"/>
                  <a:pt x="7" y="66"/>
                </a:cubicBezTo>
                <a:cubicBezTo>
                  <a:pt x="15" y="91"/>
                  <a:pt x="41" y="105"/>
                  <a:pt x="66" y="97"/>
                </a:cubicBezTo>
                <a:cubicBezTo>
                  <a:pt x="90" y="90"/>
                  <a:pt x="104" y="64"/>
                  <a:pt x="97" y="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6" name="Freeform 12">
            <a:extLst>
              <a:ext uri="{FF2B5EF4-FFF2-40B4-BE49-F238E27FC236}">
                <a16:creationId xmlns:a16="http://schemas.microsoft.com/office/drawing/2014/main" id="{5D910EE4-583E-BA4D-8162-5BB3A86FDB6B}"/>
              </a:ext>
            </a:extLst>
          </p:cNvPr>
          <p:cNvSpPr>
            <a:spLocks/>
          </p:cNvSpPr>
          <p:nvPr/>
        </p:nvSpPr>
        <p:spPr bwMode="auto">
          <a:xfrm>
            <a:off x="6586322" y="2326219"/>
            <a:ext cx="1018886" cy="1028989"/>
          </a:xfrm>
          <a:custGeom>
            <a:avLst/>
            <a:gdLst>
              <a:gd name="T0" fmla="*/ 96 w 104"/>
              <a:gd name="T1" fmla="*/ 39 h 105"/>
              <a:gd name="T2" fmla="*/ 38 w 104"/>
              <a:gd name="T3" fmla="*/ 8 h 105"/>
              <a:gd name="T4" fmla="*/ 7 w 104"/>
              <a:gd name="T5" fmla="*/ 66 h 105"/>
              <a:gd name="T6" fmla="*/ 65 w 104"/>
              <a:gd name="T7" fmla="*/ 97 h 105"/>
              <a:gd name="T8" fmla="*/ 96 w 104"/>
              <a:gd name="T9" fmla="*/ 39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105">
                <a:moveTo>
                  <a:pt x="96" y="39"/>
                </a:moveTo>
                <a:cubicBezTo>
                  <a:pt x="89" y="14"/>
                  <a:pt x="63" y="0"/>
                  <a:pt x="38" y="8"/>
                </a:cubicBezTo>
                <a:cubicBezTo>
                  <a:pt x="13" y="15"/>
                  <a:pt x="0" y="41"/>
                  <a:pt x="7" y="66"/>
                </a:cubicBezTo>
                <a:cubicBezTo>
                  <a:pt x="15" y="91"/>
                  <a:pt x="41" y="105"/>
                  <a:pt x="65" y="97"/>
                </a:cubicBezTo>
                <a:cubicBezTo>
                  <a:pt x="90" y="89"/>
                  <a:pt x="104" y="63"/>
                  <a:pt x="96" y="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7" name="Freeform 13">
            <a:extLst>
              <a:ext uri="{FF2B5EF4-FFF2-40B4-BE49-F238E27FC236}">
                <a16:creationId xmlns:a16="http://schemas.microsoft.com/office/drawing/2014/main" id="{DF36031E-3379-024F-B697-B82FBA19DB3B}"/>
              </a:ext>
            </a:extLst>
          </p:cNvPr>
          <p:cNvSpPr>
            <a:spLocks/>
          </p:cNvSpPr>
          <p:nvPr/>
        </p:nvSpPr>
        <p:spPr bwMode="auto">
          <a:xfrm>
            <a:off x="6791975" y="3962788"/>
            <a:ext cx="1018886" cy="1018886"/>
          </a:xfrm>
          <a:custGeom>
            <a:avLst/>
            <a:gdLst>
              <a:gd name="T0" fmla="*/ 97 w 104"/>
              <a:gd name="T1" fmla="*/ 38 h 104"/>
              <a:gd name="T2" fmla="*/ 38 w 104"/>
              <a:gd name="T3" fmla="*/ 7 h 104"/>
              <a:gd name="T4" fmla="*/ 7 w 104"/>
              <a:gd name="T5" fmla="*/ 66 h 104"/>
              <a:gd name="T6" fmla="*/ 65 w 104"/>
              <a:gd name="T7" fmla="*/ 97 h 104"/>
              <a:gd name="T8" fmla="*/ 97 w 104"/>
              <a:gd name="T9" fmla="*/ 3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104">
                <a:moveTo>
                  <a:pt x="97" y="38"/>
                </a:moveTo>
                <a:cubicBezTo>
                  <a:pt x="89" y="14"/>
                  <a:pt x="63" y="0"/>
                  <a:pt x="38" y="7"/>
                </a:cubicBezTo>
                <a:cubicBezTo>
                  <a:pt x="13" y="15"/>
                  <a:pt x="0" y="41"/>
                  <a:pt x="7" y="66"/>
                </a:cubicBezTo>
                <a:cubicBezTo>
                  <a:pt x="15" y="90"/>
                  <a:pt x="41" y="104"/>
                  <a:pt x="65" y="97"/>
                </a:cubicBezTo>
                <a:cubicBezTo>
                  <a:pt x="90" y="89"/>
                  <a:pt x="104" y="63"/>
                  <a:pt x="97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8" name="Freeform 14">
            <a:extLst>
              <a:ext uri="{FF2B5EF4-FFF2-40B4-BE49-F238E27FC236}">
                <a16:creationId xmlns:a16="http://schemas.microsoft.com/office/drawing/2014/main" id="{30518E74-7582-9041-817C-9DF614C2CD51}"/>
              </a:ext>
            </a:extLst>
          </p:cNvPr>
          <p:cNvSpPr>
            <a:spLocks/>
          </p:cNvSpPr>
          <p:nvPr/>
        </p:nvSpPr>
        <p:spPr bwMode="auto">
          <a:xfrm>
            <a:off x="5400747" y="4677884"/>
            <a:ext cx="1018886" cy="1028989"/>
          </a:xfrm>
          <a:custGeom>
            <a:avLst/>
            <a:gdLst>
              <a:gd name="T0" fmla="*/ 96 w 104"/>
              <a:gd name="T1" fmla="*/ 39 h 105"/>
              <a:gd name="T2" fmla="*/ 38 w 104"/>
              <a:gd name="T3" fmla="*/ 8 h 105"/>
              <a:gd name="T4" fmla="*/ 7 w 104"/>
              <a:gd name="T5" fmla="*/ 66 h 105"/>
              <a:gd name="T6" fmla="*/ 65 w 104"/>
              <a:gd name="T7" fmla="*/ 97 h 105"/>
              <a:gd name="T8" fmla="*/ 96 w 104"/>
              <a:gd name="T9" fmla="*/ 39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105">
                <a:moveTo>
                  <a:pt x="96" y="39"/>
                </a:moveTo>
                <a:cubicBezTo>
                  <a:pt x="89" y="14"/>
                  <a:pt x="63" y="0"/>
                  <a:pt x="38" y="8"/>
                </a:cubicBezTo>
                <a:cubicBezTo>
                  <a:pt x="13" y="16"/>
                  <a:pt x="0" y="42"/>
                  <a:pt x="7" y="66"/>
                </a:cubicBezTo>
                <a:cubicBezTo>
                  <a:pt x="15" y="91"/>
                  <a:pt x="41" y="105"/>
                  <a:pt x="65" y="97"/>
                </a:cubicBezTo>
                <a:cubicBezTo>
                  <a:pt x="90" y="90"/>
                  <a:pt x="104" y="64"/>
                  <a:pt x="96" y="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19" name="Freeform 15">
            <a:extLst>
              <a:ext uri="{FF2B5EF4-FFF2-40B4-BE49-F238E27FC236}">
                <a16:creationId xmlns:a16="http://schemas.microsoft.com/office/drawing/2014/main" id="{B9DA1E29-618A-2242-98B9-7E69BEF85FDF}"/>
              </a:ext>
            </a:extLst>
          </p:cNvPr>
          <p:cNvSpPr>
            <a:spLocks/>
          </p:cNvSpPr>
          <p:nvPr/>
        </p:nvSpPr>
        <p:spPr bwMode="auto">
          <a:xfrm>
            <a:off x="4234657" y="3521896"/>
            <a:ext cx="1028989" cy="1018886"/>
          </a:xfrm>
          <a:custGeom>
            <a:avLst/>
            <a:gdLst>
              <a:gd name="T0" fmla="*/ 97 w 105"/>
              <a:gd name="T1" fmla="*/ 38 h 104"/>
              <a:gd name="T2" fmla="*/ 39 w 105"/>
              <a:gd name="T3" fmla="*/ 7 h 104"/>
              <a:gd name="T4" fmla="*/ 8 w 105"/>
              <a:gd name="T5" fmla="*/ 66 h 104"/>
              <a:gd name="T6" fmla="*/ 66 w 105"/>
              <a:gd name="T7" fmla="*/ 97 h 104"/>
              <a:gd name="T8" fmla="*/ 97 w 105"/>
              <a:gd name="T9" fmla="*/ 3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5" h="104">
                <a:moveTo>
                  <a:pt x="97" y="38"/>
                </a:moveTo>
                <a:cubicBezTo>
                  <a:pt x="90" y="14"/>
                  <a:pt x="64" y="0"/>
                  <a:pt x="39" y="7"/>
                </a:cubicBezTo>
                <a:cubicBezTo>
                  <a:pt x="14" y="15"/>
                  <a:pt x="0" y="41"/>
                  <a:pt x="8" y="66"/>
                </a:cubicBezTo>
                <a:cubicBezTo>
                  <a:pt x="16" y="90"/>
                  <a:pt x="42" y="104"/>
                  <a:pt x="66" y="97"/>
                </a:cubicBezTo>
                <a:cubicBezTo>
                  <a:pt x="91" y="89"/>
                  <a:pt x="105" y="63"/>
                  <a:pt x="97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th-TH" sz="1677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B706FBB7-98D0-BB45-BC2B-6A23E9E4830F}"/>
              </a:ext>
            </a:extLst>
          </p:cNvPr>
          <p:cNvSpPr>
            <a:spLocks noChangeAspect="1"/>
          </p:cNvSpPr>
          <p:nvPr/>
        </p:nvSpPr>
        <p:spPr>
          <a:xfrm>
            <a:off x="5002754" y="2178618"/>
            <a:ext cx="736816" cy="736816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5400000" sx="101000" sy="101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EA0CC10-AD8A-B24A-A74B-100166AD958A}"/>
              </a:ext>
            </a:extLst>
          </p:cNvPr>
          <p:cNvSpPr>
            <a:spLocks noChangeAspect="1"/>
          </p:cNvSpPr>
          <p:nvPr/>
        </p:nvSpPr>
        <p:spPr>
          <a:xfrm>
            <a:off x="6727357" y="2472305"/>
            <a:ext cx="736816" cy="736816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5400000" sx="101000" sy="101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3924BBD4-E317-FD4E-BBB8-AF25544B0B48}"/>
              </a:ext>
            </a:extLst>
          </p:cNvPr>
          <p:cNvSpPr>
            <a:spLocks noChangeAspect="1"/>
          </p:cNvSpPr>
          <p:nvPr/>
        </p:nvSpPr>
        <p:spPr>
          <a:xfrm>
            <a:off x="6933010" y="4103823"/>
            <a:ext cx="736816" cy="736816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5400000" sx="101000" sy="101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95AE03FF-5EB8-A843-A9AD-D658651A9DFB}"/>
              </a:ext>
            </a:extLst>
          </p:cNvPr>
          <p:cNvSpPr>
            <a:spLocks noChangeAspect="1"/>
          </p:cNvSpPr>
          <p:nvPr/>
        </p:nvSpPr>
        <p:spPr>
          <a:xfrm>
            <a:off x="5541782" y="4823970"/>
            <a:ext cx="736816" cy="736816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5400000" sx="101000" sy="101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831C7E6F-9EF7-F94E-99D7-EABDD77BF2BC}"/>
              </a:ext>
            </a:extLst>
          </p:cNvPr>
          <p:cNvSpPr>
            <a:spLocks noChangeAspect="1"/>
          </p:cNvSpPr>
          <p:nvPr/>
        </p:nvSpPr>
        <p:spPr>
          <a:xfrm>
            <a:off x="4380743" y="3662931"/>
            <a:ext cx="736816" cy="736816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>
            <a:noFill/>
          </a:ln>
          <a:effectLst>
            <a:outerShdw blurRad="127000" dist="38100" dir="5400000" sx="101000" sy="101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38EB18A-E563-E741-A4E3-319FDADBE0C4}"/>
              </a:ext>
            </a:extLst>
          </p:cNvPr>
          <p:cNvSpPr txBox="1"/>
          <p:nvPr/>
        </p:nvSpPr>
        <p:spPr>
          <a:xfrm>
            <a:off x="4551788" y="2807939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3A23FEA-41C4-4F4C-84F4-930C483AE082}"/>
              </a:ext>
            </a:extLst>
          </p:cNvPr>
          <p:cNvSpPr txBox="1"/>
          <p:nvPr/>
        </p:nvSpPr>
        <p:spPr>
          <a:xfrm>
            <a:off x="4681205" y="4702139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38A41C1-0362-CE44-8945-ADE5CDC62630}"/>
              </a:ext>
            </a:extLst>
          </p:cNvPr>
          <p:cNvSpPr txBox="1"/>
          <p:nvPr/>
        </p:nvSpPr>
        <p:spPr>
          <a:xfrm>
            <a:off x="6529083" y="5247996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40EB1E7-C2CB-1443-8F5A-02097474FFA0}"/>
              </a:ext>
            </a:extLst>
          </p:cNvPr>
          <p:cNvSpPr txBox="1"/>
          <p:nvPr/>
        </p:nvSpPr>
        <p:spPr>
          <a:xfrm>
            <a:off x="7616749" y="3710570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F505C3E-17BA-D747-870C-3E471B140356}"/>
              </a:ext>
            </a:extLst>
          </p:cNvPr>
          <p:cNvSpPr txBox="1"/>
          <p:nvPr/>
        </p:nvSpPr>
        <p:spPr>
          <a:xfrm>
            <a:off x="6411250" y="2073756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grpSp>
        <p:nvGrpSpPr>
          <p:cNvPr id="70" name="Graphic 60">
            <a:extLst>
              <a:ext uri="{FF2B5EF4-FFF2-40B4-BE49-F238E27FC236}">
                <a16:creationId xmlns:a16="http://schemas.microsoft.com/office/drawing/2014/main" id="{CE84759F-26F3-3042-991C-6885E786D54C}"/>
              </a:ext>
            </a:extLst>
          </p:cNvPr>
          <p:cNvGrpSpPr>
            <a:grpSpLocks noChangeAspect="1"/>
          </p:cNvGrpSpPr>
          <p:nvPr/>
        </p:nvGrpSpPr>
        <p:grpSpPr>
          <a:xfrm>
            <a:off x="5203929" y="2344687"/>
            <a:ext cx="334467" cy="404679"/>
            <a:chOff x="6968927" y="2650504"/>
            <a:chExt cx="334467" cy="404679"/>
          </a:xfrm>
          <a:solidFill>
            <a:srgbClr val="FFFFFF"/>
          </a:solidFill>
        </p:grpSpPr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4D2600A0-7FAB-494D-92A0-703D67A9F542}"/>
                </a:ext>
              </a:extLst>
            </p:cNvPr>
            <p:cNvSpPr/>
            <p:nvPr/>
          </p:nvSpPr>
          <p:spPr>
            <a:xfrm>
              <a:off x="7074971" y="2699818"/>
              <a:ext cx="59951" cy="60730"/>
            </a:xfrm>
            <a:custGeom>
              <a:avLst/>
              <a:gdLst>
                <a:gd name="connsiteX0" fmla="*/ 29975 w 59951"/>
                <a:gd name="connsiteY0" fmla="*/ 60730 h 60730"/>
                <a:gd name="connsiteX1" fmla="*/ 0 w 59951"/>
                <a:gd name="connsiteY1" fmla="*/ 30364 h 60730"/>
                <a:gd name="connsiteX2" fmla="*/ 29977 w 59951"/>
                <a:gd name="connsiteY2" fmla="*/ 0 h 60730"/>
                <a:gd name="connsiteX3" fmla="*/ 59952 w 59951"/>
                <a:gd name="connsiteY3" fmla="*/ 30366 h 60730"/>
                <a:gd name="connsiteX4" fmla="*/ 59951 w 59951"/>
                <a:gd name="connsiteY4" fmla="*/ 30594 h 60730"/>
                <a:gd name="connsiteX5" fmla="*/ 29975 w 59951"/>
                <a:gd name="connsiteY5" fmla="*/ 60730 h 60730"/>
                <a:gd name="connsiteX6" fmla="*/ 29975 w 59951"/>
                <a:gd name="connsiteY6" fmla="*/ 13813 h 60730"/>
                <a:gd name="connsiteX7" fmla="*/ 13636 w 59951"/>
                <a:gd name="connsiteY7" fmla="*/ 30367 h 60730"/>
                <a:gd name="connsiteX8" fmla="*/ 29978 w 59951"/>
                <a:gd name="connsiteY8" fmla="*/ 46918 h 60730"/>
                <a:gd name="connsiteX9" fmla="*/ 46315 w 59951"/>
                <a:gd name="connsiteY9" fmla="*/ 30594 h 60730"/>
                <a:gd name="connsiteX10" fmla="*/ 29976 w 59951"/>
                <a:gd name="connsiteY10" fmla="*/ 13813 h 60730"/>
                <a:gd name="connsiteX11" fmla="*/ 29975 w 59951"/>
                <a:gd name="connsiteY11" fmla="*/ 13813 h 6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951" h="60730">
                  <a:moveTo>
                    <a:pt x="29975" y="60730"/>
                  </a:moveTo>
                  <a:cubicBezTo>
                    <a:pt x="13420" y="60730"/>
                    <a:pt x="0" y="47135"/>
                    <a:pt x="0" y="30364"/>
                  </a:cubicBezTo>
                  <a:cubicBezTo>
                    <a:pt x="0" y="13594"/>
                    <a:pt x="13422" y="0"/>
                    <a:pt x="29977" y="0"/>
                  </a:cubicBezTo>
                  <a:cubicBezTo>
                    <a:pt x="46532" y="0"/>
                    <a:pt x="59952" y="13596"/>
                    <a:pt x="59952" y="30366"/>
                  </a:cubicBezTo>
                  <a:cubicBezTo>
                    <a:pt x="59952" y="30442"/>
                    <a:pt x="59952" y="30518"/>
                    <a:pt x="59951" y="30594"/>
                  </a:cubicBezTo>
                  <a:cubicBezTo>
                    <a:pt x="59766" y="47249"/>
                    <a:pt x="46417" y="60669"/>
                    <a:pt x="29975" y="60730"/>
                  </a:cubicBezTo>
                  <a:close/>
                  <a:moveTo>
                    <a:pt x="29975" y="13813"/>
                  </a:moveTo>
                  <a:cubicBezTo>
                    <a:pt x="20951" y="13814"/>
                    <a:pt x="13636" y="21225"/>
                    <a:pt x="13636" y="30367"/>
                  </a:cubicBezTo>
                  <a:cubicBezTo>
                    <a:pt x="13637" y="39508"/>
                    <a:pt x="20954" y="46919"/>
                    <a:pt x="29978" y="46918"/>
                  </a:cubicBezTo>
                  <a:cubicBezTo>
                    <a:pt x="38914" y="46917"/>
                    <a:pt x="46192" y="39645"/>
                    <a:pt x="46315" y="30594"/>
                  </a:cubicBezTo>
                  <a:cubicBezTo>
                    <a:pt x="46378" y="21389"/>
                    <a:pt x="39062" y="13876"/>
                    <a:pt x="29976" y="13813"/>
                  </a:cubicBezTo>
                  <a:cubicBezTo>
                    <a:pt x="29976" y="13813"/>
                    <a:pt x="29975" y="13813"/>
                    <a:pt x="29975" y="13813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B9B8FA0-F42C-D143-8D73-5471CD6A677C}"/>
                </a:ext>
              </a:extLst>
            </p:cNvPr>
            <p:cNvSpPr/>
            <p:nvPr/>
          </p:nvSpPr>
          <p:spPr>
            <a:xfrm>
              <a:off x="7048488" y="2766599"/>
              <a:ext cx="112917" cy="66553"/>
            </a:xfrm>
            <a:custGeom>
              <a:avLst/>
              <a:gdLst>
                <a:gd name="connsiteX0" fmla="*/ 106043 w 112917"/>
                <a:gd name="connsiteY0" fmla="*/ 66552 h 66553"/>
                <a:gd name="connsiteX1" fmla="*/ 99169 w 112917"/>
                <a:gd name="connsiteY1" fmla="*/ 59818 h 66553"/>
                <a:gd name="connsiteX2" fmla="*/ 99168 w 112917"/>
                <a:gd name="connsiteY2" fmla="*/ 59703 h 66553"/>
                <a:gd name="connsiteX3" fmla="*/ 99168 w 112917"/>
                <a:gd name="connsiteY3" fmla="*/ 32306 h 66553"/>
                <a:gd name="connsiteX4" fmla="*/ 80912 w 112917"/>
                <a:gd name="connsiteY4" fmla="*/ 13813 h 66553"/>
                <a:gd name="connsiteX5" fmla="*/ 31892 w 112917"/>
                <a:gd name="connsiteY5" fmla="*/ 13813 h 66553"/>
                <a:gd name="connsiteX6" fmla="*/ 13636 w 112917"/>
                <a:gd name="connsiteY6" fmla="*/ 32306 h 66553"/>
                <a:gd name="connsiteX7" fmla="*/ 13636 w 112917"/>
                <a:gd name="connsiteY7" fmla="*/ 59475 h 66553"/>
                <a:gd name="connsiteX8" fmla="*/ 5939 w 112917"/>
                <a:gd name="connsiteY8" fmla="*/ 65491 h 66553"/>
                <a:gd name="connsiteX9" fmla="*/ 0 w 112917"/>
                <a:gd name="connsiteY9" fmla="*/ 59475 h 66553"/>
                <a:gd name="connsiteX10" fmla="*/ 0 w 112917"/>
                <a:gd name="connsiteY10" fmla="*/ 32306 h 66553"/>
                <a:gd name="connsiteX11" fmla="*/ 31892 w 112917"/>
                <a:gd name="connsiteY11" fmla="*/ 0 h 66553"/>
                <a:gd name="connsiteX12" fmla="*/ 80912 w 112917"/>
                <a:gd name="connsiteY12" fmla="*/ 0 h 66553"/>
                <a:gd name="connsiteX13" fmla="*/ 112917 w 112917"/>
                <a:gd name="connsiteY13" fmla="*/ 32306 h 66553"/>
                <a:gd name="connsiteX14" fmla="*/ 112917 w 112917"/>
                <a:gd name="connsiteY14" fmla="*/ 59475 h 66553"/>
                <a:gd name="connsiteX15" fmla="*/ 106156 w 112917"/>
                <a:gd name="connsiteY15" fmla="*/ 66551 h 66553"/>
                <a:gd name="connsiteX16" fmla="*/ 106043 w 112917"/>
                <a:gd name="connsiteY16" fmla="*/ 66552 h 6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917" h="66553">
                  <a:moveTo>
                    <a:pt x="106043" y="66552"/>
                  </a:moveTo>
                  <a:cubicBezTo>
                    <a:pt x="102309" y="66615"/>
                    <a:pt x="99232" y="63600"/>
                    <a:pt x="99169" y="59818"/>
                  </a:cubicBezTo>
                  <a:cubicBezTo>
                    <a:pt x="99169" y="59780"/>
                    <a:pt x="99168" y="59741"/>
                    <a:pt x="99168" y="59703"/>
                  </a:cubicBezTo>
                  <a:lnTo>
                    <a:pt x="99168" y="32306"/>
                  </a:lnTo>
                  <a:cubicBezTo>
                    <a:pt x="99168" y="22092"/>
                    <a:pt x="90995" y="13813"/>
                    <a:pt x="80912" y="13813"/>
                  </a:cubicBezTo>
                  <a:lnTo>
                    <a:pt x="31892" y="13813"/>
                  </a:lnTo>
                  <a:cubicBezTo>
                    <a:pt x="21835" y="13875"/>
                    <a:pt x="13697" y="22118"/>
                    <a:pt x="13636" y="32306"/>
                  </a:cubicBezTo>
                  <a:lnTo>
                    <a:pt x="13636" y="59475"/>
                  </a:lnTo>
                  <a:cubicBezTo>
                    <a:pt x="13151" y="63289"/>
                    <a:pt x="9705" y="65983"/>
                    <a:pt x="5939" y="65491"/>
                  </a:cubicBezTo>
                  <a:cubicBezTo>
                    <a:pt x="2840" y="65087"/>
                    <a:pt x="399" y="62615"/>
                    <a:pt x="0" y="59475"/>
                  </a:cubicBezTo>
                  <a:lnTo>
                    <a:pt x="0" y="32306"/>
                  </a:lnTo>
                  <a:cubicBezTo>
                    <a:pt x="0" y="14464"/>
                    <a:pt x="14278" y="0"/>
                    <a:pt x="31892" y="0"/>
                  </a:cubicBezTo>
                  <a:lnTo>
                    <a:pt x="80912" y="0"/>
                  </a:lnTo>
                  <a:cubicBezTo>
                    <a:pt x="98544" y="0"/>
                    <a:pt x="112855" y="14445"/>
                    <a:pt x="112917" y="32306"/>
                  </a:cubicBezTo>
                  <a:lnTo>
                    <a:pt x="112917" y="59475"/>
                  </a:lnTo>
                  <a:cubicBezTo>
                    <a:pt x="112979" y="63320"/>
                    <a:pt x="109952" y="66488"/>
                    <a:pt x="106156" y="66551"/>
                  </a:cubicBezTo>
                  <a:cubicBezTo>
                    <a:pt x="106118" y="66552"/>
                    <a:pt x="106080" y="66552"/>
                    <a:pt x="106043" y="66552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6469F228-1E36-2A41-8632-87CBD4E3E4B1}"/>
                </a:ext>
              </a:extLst>
            </p:cNvPr>
            <p:cNvSpPr/>
            <p:nvPr/>
          </p:nvSpPr>
          <p:spPr>
            <a:xfrm>
              <a:off x="7076603" y="2808745"/>
              <a:ext cx="13749" cy="24407"/>
            </a:xfrm>
            <a:custGeom>
              <a:avLst/>
              <a:gdLst>
                <a:gd name="connsiteX0" fmla="*/ 6931 w 13749"/>
                <a:gd name="connsiteY0" fmla="*/ 24406 h 24407"/>
                <a:gd name="connsiteX1" fmla="*/ 58 w 13749"/>
                <a:gd name="connsiteY1" fmla="*/ 17672 h 24407"/>
                <a:gd name="connsiteX2" fmla="*/ 57 w 13749"/>
                <a:gd name="connsiteY2" fmla="*/ 17557 h 24407"/>
                <a:gd name="connsiteX3" fmla="*/ 57 w 13749"/>
                <a:gd name="connsiteY3" fmla="*/ 7854 h 24407"/>
                <a:gd name="connsiteX4" fmla="*/ 5997 w 13749"/>
                <a:gd name="connsiteY4" fmla="*/ 58 h 24407"/>
                <a:gd name="connsiteX5" fmla="*/ 13693 w 13749"/>
                <a:gd name="connsiteY5" fmla="*/ 6074 h 24407"/>
                <a:gd name="connsiteX6" fmla="*/ 13693 w 13749"/>
                <a:gd name="connsiteY6" fmla="*/ 7854 h 24407"/>
                <a:gd name="connsiteX7" fmla="*/ 13693 w 13749"/>
                <a:gd name="connsiteY7" fmla="*/ 17557 h 24407"/>
                <a:gd name="connsiteX8" fmla="*/ 6931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931" y="24406"/>
                  </a:moveTo>
                  <a:cubicBezTo>
                    <a:pt x="3198" y="24469"/>
                    <a:pt x="120" y="21454"/>
                    <a:pt x="58" y="17672"/>
                  </a:cubicBezTo>
                  <a:cubicBezTo>
                    <a:pt x="57" y="17634"/>
                    <a:pt x="57" y="17595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6"/>
                    <a:pt x="6931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CB010502-BF60-8244-BD21-4887A942A5B7}"/>
                </a:ext>
              </a:extLst>
            </p:cNvPr>
            <p:cNvSpPr/>
            <p:nvPr/>
          </p:nvSpPr>
          <p:spPr>
            <a:xfrm>
              <a:off x="7119877" y="2808745"/>
              <a:ext cx="13749" cy="24407"/>
            </a:xfrm>
            <a:custGeom>
              <a:avLst/>
              <a:gdLst>
                <a:gd name="connsiteX0" fmla="*/ 6819 w 13749"/>
                <a:gd name="connsiteY0" fmla="*/ 24406 h 24407"/>
                <a:gd name="connsiteX1" fmla="*/ 57 w 13749"/>
                <a:gd name="connsiteY1" fmla="*/ 17557 h 24407"/>
                <a:gd name="connsiteX2" fmla="*/ 57 w 13749"/>
                <a:gd name="connsiteY2" fmla="*/ 7854 h 24407"/>
                <a:gd name="connsiteX3" fmla="*/ 5997 w 13749"/>
                <a:gd name="connsiteY3" fmla="*/ 58 h 24407"/>
                <a:gd name="connsiteX4" fmla="*/ 13693 w 13749"/>
                <a:gd name="connsiteY4" fmla="*/ 6074 h 24407"/>
                <a:gd name="connsiteX5" fmla="*/ 13693 w 13749"/>
                <a:gd name="connsiteY5" fmla="*/ 7854 h 24407"/>
                <a:gd name="connsiteX6" fmla="*/ 13693 w 13749"/>
                <a:gd name="connsiteY6" fmla="*/ 17557 h 24407"/>
                <a:gd name="connsiteX7" fmla="*/ 6932 w 13749"/>
                <a:gd name="connsiteY7" fmla="*/ 24407 h 24407"/>
                <a:gd name="connsiteX8" fmla="*/ 6819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819" y="24406"/>
                  </a:moveTo>
                  <a:cubicBezTo>
                    <a:pt x="3084" y="24406"/>
                    <a:pt x="57" y="21340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7"/>
                    <a:pt x="6932" y="24407"/>
                  </a:cubicBezTo>
                  <a:cubicBezTo>
                    <a:pt x="6894" y="24407"/>
                    <a:pt x="6856" y="24407"/>
                    <a:pt x="6819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1A461D06-A01D-EF42-ADFD-BF108CEDF4E1}"/>
                </a:ext>
              </a:extLst>
            </p:cNvPr>
            <p:cNvSpPr/>
            <p:nvPr/>
          </p:nvSpPr>
          <p:spPr>
            <a:xfrm>
              <a:off x="7007017" y="2844509"/>
              <a:ext cx="196060" cy="14213"/>
            </a:xfrm>
            <a:custGeom>
              <a:avLst/>
              <a:gdLst>
                <a:gd name="connsiteX0" fmla="*/ 188307 w 196060"/>
                <a:gd name="connsiteY0" fmla="*/ 14213 h 14213"/>
                <a:gd name="connsiteX1" fmla="*/ 6987 w 196060"/>
                <a:gd name="connsiteY1" fmla="*/ 14213 h 14213"/>
                <a:gd name="connsiteX2" fmla="*/ 0 w 196060"/>
                <a:gd name="connsiteY2" fmla="*/ 7135 h 14213"/>
                <a:gd name="connsiteX3" fmla="*/ 6987 w 196060"/>
                <a:gd name="connsiteY3" fmla="*/ 58 h 14213"/>
                <a:gd name="connsiteX4" fmla="*/ 188307 w 196060"/>
                <a:gd name="connsiteY4" fmla="*/ 58 h 14213"/>
                <a:gd name="connsiteX5" fmla="*/ 196003 w 196060"/>
                <a:gd name="connsiteY5" fmla="*/ 6074 h 14213"/>
                <a:gd name="connsiteX6" fmla="*/ 190064 w 196060"/>
                <a:gd name="connsiteY6" fmla="*/ 13871 h 14213"/>
                <a:gd name="connsiteX7" fmla="*/ 188307 w 196060"/>
                <a:gd name="connsiteY7" fmla="*/ 13871 h 1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060" h="14213">
                  <a:moveTo>
                    <a:pt x="188307" y="14213"/>
                  </a:moveTo>
                  <a:lnTo>
                    <a:pt x="6987" y="14213"/>
                  </a:lnTo>
                  <a:cubicBezTo>
                    <a:pt x="3128" y="14213"/>
                    <a:pt x="0" y="11044"/>
                    <a:pt x="0" y="7135"/>
                  </a:cubicBezTo>
                  <a:cubicBezTo>
                    <a:pt x="0" y="3227"/>
                    <a:pt x="3128" y="58"/>
                    <a:pt x="6987" y="58"/>
                  </a:cubicBezTo>
                  <a:lnTo>
                    <a:pt x="188307" y="58"/>
                  </a:lnTo>
                  <a:cubicBezTo>
                    <a:pt x="192073" y="-434"/>
                    <a:pt x="195518" y="2260"/>
                    <a:pt x="196003" y="6074"/>
                  </a:cubicBezTo>
                  <a:cubicBezTo>
                    <a:pt x="196488" y="9889"/>
                    <a:pt x="193829" y="13379"/>
                    <a:pt x="190064" y="13871"/>
                  </a:cubicBezTo>
                  <a:cubicBezTo>
                    <a:pt x="189481" y="13947"/>
                    <a:pt x="188890" y="13947"/>
                    <a:pt x="188307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AD33E2E-6C68-274D-AFFD-D7923F2AEC99}"/>
                </a:ext>
              </a:extLst>
            </p:cNvPr>
            <p:cNvSpPr/>
            <p:nvPr/>
          </p:nvSpPr>
          <p:spPr>
            <a:xfrm>
              <a:off x="7006251" y="2881153"/>
              <a:ext cx="196826" cy="13928"/>
            </a:xfrm>
            <a:custGeom>
              <a:avLst/>
              <a:gdLst>
                <a:gd name="connsiteX0" fmla="*/ 189074 w 196826"/>
                <a:gd name="connsiteY0" fmla="*/ 13871 h 13928"/>
                <a:gd name="connsiteX1" fmla="*/ 7753 w 196826"/>
                <a:gd name="connsiteY1" fmla="*/ 13871 h 13928"/>
                <a:gd name="connsiteX2" fmla="*/ 57 w 196826"/>
                <a:gd name="connsiteY2" fmla="*/ 7854 h 13928"/>
                <a:gd name="connsiteX3" fmla="*/ 5997 w 196826"/>
                <a:gd name="connsiteY3" fmla="*/ 58 h 13928"/>
                <a:gd name="connsiteX4" fmla="*/ 7753 w 196826"/>
                <a:gd name="connsiteY4" fmla="*/ 58 h 13928"/>
                <a:gd name="connsiteX5" fmla="*/ 189074 w 196826"/>
                <a:gd name="connsiteY5" fmla="*/ 58 h 13928"/>
                <a:gd name="connsiteX6" fmla="*/ 196770 w 196826"/>
                <a:gd name="connsiteY6" fmla="*/ 6074 h 13928"/>
                <a:gd name="connsiteX7" fmla="*/ 190830 w 196826"/>
                <a:gd name="connsiteY7" fmla="*/ 13871 h 13928"/>
                <a:gd name="connsiteX8" fmla="*/ 189074 w 196826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826" h="13928">
                  <a:moveTo>
                    <a:pt x="189074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89074" y="58"/>
                  </a:lnTo>
                  <a:cubicBezTo>
                    <a:pt x="192839" y="-434"/>
                    <a:pt x="196285" y="2260"/>
                    <a:pt x="196770" y="6074"/>
                  </a:cubicBezTo>
                  <a:cubicBezTo>
                    <a:pt x="197255" y="9889"/>
                    <a:pt x="194596" y="13379"/>
                    <a:pt x="190830" y="13871"/>
                  </a:cubicBezTo>
                  <a:cubicBezTo>
                    <a:pt x="190247" y="13947"/>
                    <a:pt x="189657" y="13947"/>
                    <a:pt x="189074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DC9F2713-1D97-6649-9A4B-0B45170756AC}"/>
                </a:ext>
              </a:extLst>
            </p:cNvPr>
            <p:cNvSpPr/>
            <p:nvPr/>
          </p:nvSpPr>
          <p:spPr>
            <a:xfrm>
              <a:off x="7006251" y="2917454"/>
              <a:ext cx="216885" cy="13928"/>
            </a:xfrm>
            <a:custGeom>
              <a:avLst/>
              <a:gdLst>
                <a:gd name="connsiteX0" fmla="*/ 209133 w 216885"/>
                <a:gd name="connsiteY0" fmla="*/ 13871 h 13928"/>
                <a:gd name="connsiteX1" fmla="*/ 7753 w 216885"/>
                <a:gd name="connsiteY1" fmla="*/ 13871 h 13928"/>
                <a:gd name="connsiteX2" fmla="*/ 57 w 216885"/>
                <a:gd name="connsiteY2" fmla="*/ 7854 h 13928"/>
                <a:gd name="connsiteX3" fmla="*/ 5997 w 216885"/>
                <a:gd name="connsiteY3" fmla="*/ 58 h 13928"/>
                <a:gd name="connsiteX4" fmla="*/ 7753 w 216885"/>
                <a:gd name="connsiteY4" fmla="*/ 58 h 13928"/>
                <a:gd name="connsiteX5" fmla="*/ 209133 w 216885"/>
                <a:gd name="connsiteY5" fmla="*/ 58 h 13928"/>
                <a:gd name="connsiteX6" fmla="*/ 216829 w 216885"/>
                <a:gd name="connsiteY6" fmla="*/ 6074 h 13928"/>
                <a:gd name="connsiteX7" fmla="*/ 210889 w 216885"/>
                <a:gd name="connsiteY7" fmla="*/ 13871 h 13928"/>
                <a:gd name="connsiteX8" fmla="*/ 209133 w 216885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885" h="13928">
                  <a:moveTo>
                    <a:pt x="209133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209133" y="58"/>
                  </a:lnTo>
                  <a:cubicBezTo>
                    <a:pt x="212898" y="-434"/>
                    <a:pt x="216344" y="2260"/>
                    <a:pt x="216829" y="6074"/>
                  </a:cubicBezTo>
                  <a:cubicBezTo>
                    <a:pt x="217314" y="9889"/>
                    <a:pt x="214655" y="13379"/>
                    <a:pt x="210889" y="13871"/>
                  </a:cubicBezTo>
                  <a:cubicBezTo>
                    <a:pt x="210306" y="13947"/>
                    <a:pt x="209716" y="13947"/>
                    <a:pt x="209133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DB3CACB3-1CBD-A04A-8250-3B878C28A9CA}"/>
                </a:ext>
              </a:extLst>
            </p:cNvPr>
            <p:cNvSpPr/>
            <p:nvPr/>
          </p:nvSpPr>
          <p:spPr>
            <a:xfrm>
              <a:off x="7006251" y="2953755"/>
              <a:ext cx="177669" cy="13928"/>
            </a:xfrm>
            <a:custGeom>
              <a:avLst/>
              <a:gdLst>
                <a:gd name="connsiteX0" fmla="*/ 169916 w 177669"/>
                <a:gd name="connsiteY0" fmla="*/ 13871 h 13928"/>
                <a:gd name="connsiteX1" fmla="*/ 7753 w 177669"/>
                <a:gd name="connsiteY1" fmla="*/ 13871 h 13928"/>
                <a:gd name="connsiteX2" fmla="*/ 57 w 177669"/>
                <a:gd name="connsiteY2" fmla="*/ 7854 h 13928"/>
                <a:gd name="connsiteX3" fmla="*/ 5997 w 177669"/>
                <a:gd name="connsiteY3" fmla="*/ 58 h 13928"/>
                <a:gd name="connsiteX4" fmla="*/ 7753 w 177669"/>
                <a:gd name="connsiteY4" fmla="*/ 58 h 13928"/>
                <a:gd name="connsiteX5" fmla="*/ 169916 w 177669"/>
                <a:gd name="connsiteY5" fmla="*/ 58 h 13928"/>
                <a:gd name="connsiteX6" fmla="*/ 177612 w 177669"/>
                <a:gd name="connsiteY6" fmla="*/ 6074 h 13928"/>
                <a:gd name="connsiteX7" fmla="*/ 171673 w 177669"/>
                <a:gd name="connsiteY7" fmla="*/ 13871 h 13928"/>
                <a:gd name="connsiteX8" fmla="*/ 169916 w 177669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669" h="13928">
                  <a:moveTo>
                    <a:pt x="169916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9916" y="58"/>
                  </a:lnTo>
                  <a:cubicBezTo>
                    <a:pt x="173681" y="-434"/>
                    <a:pt x="177127" y="2260"/>
                    <a:pt x="177612" y="6074"/>
                  </a:cubicBezTo>
                  <a:cubicBezTo>
                    <a:pt x="178097" y="9889"/>
                    <a:pt x="175438" y="13379"/>
                    <a:pt x="171673" y="13871"/>
                  </a:cubicBezTo>
                  <a:cubicBezTo>
                    <a:pt x="171090" y="13947"/>
                    <a:pt x="170499" y="13947"/>
                    <a:pt x="169916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1A7D0C2C-A6B6-954F-85E2-DE9CAC5A3867}"/>
                </a:ext>
              </a:extLst>
            </p:cNvPr>
            <p:cNvSpPr/>
            <p:nvPr/>
          </p:nvSpPr>
          <p:spPr>
            <a:xfrm>
              <a:off x="7006251" y="2990513"/>
              <a:ext cx="173274" cy="13928"/>
            </a:xfrm>
            <a:custGeom>
              <a:avLst/>
              <a:gdLst>
                <a:gd name="connsiteX0" fmla="*/ 166310 w 173274"/>
                <a:gd name="connsiteY0" fmla="*/ 13871 h 13928"/>
                <a:gd name="connsiteX1" fmla="*/ 7753 w 173274"/>
                <a:gd name="connsiteY1" fmla="*/ 13871 h 13928"/>
                <a:gd name="connsiteX2" fmla="*/ 57 w 173274"/>
                <a:gd name="connsiteY2" fmla="*/ 7854 h 13928"/>
                <a:gd name="connsiteX3" fmla="*/ 5997 w 173274"/>
                <a:gd name="connsiteY3" fmla="*/ 58 h 13928"/>
                <a:gd name="connsiteX4" fmla="*/ 7753 w 173274"/>
                <a:gd name="connsiteY4" fmla="*/ 58 h 13928"/>
                <a:gd name="connsiteX5" fmla="*/ 165521 w 173274"/>
                <a:gd name="connsiteY5" fmla="*/ 58 h 13928"/>
                <a:gd name="connsiteX6" fmla="*/ 173217 w 173274"/>
                <a:gd name="connsiteY6" fmla="*/ 6074 h 13928"/>
                <a:gd name="connsiteX7" fmla="*/ 167278 w 173274"/>
                <a:gd name="connsiteY7" fmla="*/ 13871 h 13928"/>
                <a:gd name="connsiteX8" fmla="*/ 165521 w 173274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74" h="13928">
                  <a:moveTo>
                    <a:pt x="166310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5521" y="58"/>
                  </a:lnTo>
                  <a:cubicBezTo>
                    <a:pt x="169287" y="-434"/>
                    <a:pt x="172732" y="2260"/>
                    <a:pt x="173217" y="6074"/>
                  </a:cubicBezTo>
                  <a:cubicBezTo>
                    <a:pt x="173702" y="9889"/>
                    <a:pt x="171043" y="13379"/>
                    <a:pt x="167278" y="13871"/>
                  </a:cubicBezTo>
                  <a:cubicBezTo>
                    <a:pt x="166695" y="13947"/>
                    <a:pt x="166104" y="13947"/>
                    <a:pt x="165521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309BCD39-B624-B243-8A6F-A5ABFCDC9C98}"/>
                </a:ext>
              </a:extLst>
            </p:cNvPr>
            <p:cNvSpPr/>
            <p:nvPr/>
          </p:nvSpPr>
          <p:spPr>
            <a:xfrm>
              <a:off x="6968927" y="2676187"/>
              <a:ext cx="271925" cy="374544"/>
            </a:xfrm>
            <a:custGeom>
              <a:avLst/>
              <a:gdLst>
                <a:gd name="connsiteX0" fmla="*/ 242174 w 271925"/>
                <a:gd name="connsiteY0" fmla="*/ 374543 h 374544"/>
                <a:gd name="connsiteX1" fmla="*/ 6874 w 271925"/>
                <a:gd name="connsiteY1" fmla="*/ 374543 h 374544"/>
                <a:gd name="connsiteX2" fmla="*/ 1 w 271925"/>
                <a:gd name="connsiteY2" fmla="*/ 367809 h 374544"/>
                <a:gd name="connsiteX3" fmla="*/ 0 w 271925"/>
                <a:gd name="connsiteY3" fmla="*/ 367694 h 374544"/>
                <a:gd name="connsiteX4" fmla="*/ 0 w 271925"/>
                <a:gd name="connsiteY4" fmla="*/ 6850 h 374544"/>
                <a:gd name="connsiteX5" fmla="*/ 6761 w 271925"/>
                <a:gd name="connsiteY5" fmla="*/ 0 h 374544"/>
                <a:gd name="connsiteX6" fmla="*/ 6874 w 271925"/>
                <a:gd name="connsiteY6" fmla="*/ 1 h 374544"/>
                <a:gd name="connsiteX7" fmla="*/ 265163 w 271925"/>
                <a:gd name="connsiteY7" fmla="*/ 1 h 374544"/>
                <a:gd name="connsiteX8" fmla="*/ 271924 w 271925"/>
                <a:gd name="connsiteY8" fmla="*/ 6850 h 374544"/>
                <a:gd name="connsiteX9" fmla="*/ 271924 w 271925"/>
                <a:gd name="connsiteY9" fmla="*/ 245320 h 374544"/>
                <a:gd name="connsiteX10" fmla="*/ 265276 w 271925"/>
                <a:gd name="connsiteY10" fmla="*/ 252282 h 374544"/>
                <a:gd name="connsiteX11" fmla="*/ 265163 w 271925"/>
                <a:gd name="connsiteY11" fmla="*/ 252283 h 374544"/>
                <a:gd name="connsiteX12" fmla="*/ 209278 w 271925"/>
                <a:gd name="connsiteY12" fmla="*/ 308457 h 374544"/>
                <a:gd name="connsiteX13" fmla="*/ 244653 w 271925"/>
                <a:gd name="connsiteY13" fmla="*/ 361187 h 374544"/>
                <a:gd name="connsiteX14" fmla="*/ 248822 w 271925"/>
                <a:gd name="connsiteY14" fmla="*/ 368949 h 374544"/>
                <a:gd name="connsiteX15" fmla="*/ 242174 w 271925"/>
                <a:gd name="connsiteY15" fmla="*/ 374543 h 374544"/>
                <a:gd name="connsiteX16" fmla="*/ 13636 w 271925"/>
                <a:gd name="connsiteY16" fmla="*/ 360730 h 374544"/>
                <a:gd name="connsiteX17" fmla="*/ 218396 w 271925"/>
                <a:gd name="connsiteY17" fmla="*/ 360730 h 374544"/>
                <a:gd name="connsiteX18" fmla="*/ 213905 w 271925"/>
                <a:gd name="connsiteY18" fmla="*/ 261388 h 374544"/>
                <a:gd name="connsiteX19" fmla="*/ 258289 w 271925"/>
                <a:gd name="connsiteY19" fmla="*/ 238813 h 374544"/>
                <a:gd name="connsiteX20" fmla="*/ 258289 w 271925"/>
                <a:gd name="connsiteY20" fmla="*/ 13814 h 374544"/>
                <a:gd name="connsiteX21" fmla="*/ 13636 w 271925"/>
                <a:gd name="connsiteY21" fmla="*/ 13814 h 37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1925" h="374544">
                  <a:moveTo>
                    <a:pt x="242174" y="374543"/>
                  </a:moveTo>
                  <a:lnTo>
                    <a:pt x="6874" y="374543"/>
                  </a:lnTo>
                  <a:cubicBezTo>
                    <a:pt x="3140" y="374606"/>
                    <a:pt x="63" y="371591"/>
                    <a:pt x="1" y="367809"/>
                  </a:cubicBezTo>
                  <a:cubicBezTo>
                    <a:pt x="0" y="367771"/>
                    <a:pt x="0" y="367732"/>
                    <a:pt x="0" y="367694"/>
                  </a:cubicBezTo>
                  <a:lnTo>
                    <a:pt x="0" y="6850"/>
                  </a:lnTo>
                  <a:cubicBezTo>
                    <a:pt x="-1" y="3067"/>
                    <a:pt x="3026" y="1"/>
                    <a:pt x="6761" y="0"/>
                  </a:cubicBezTo>
                  <a:cubicBezTo>
                    <a:pt x="6798" y="0"/>
                    <a:pt x="6836" y="0"/>
                    <a:pt x="6874" y="1"/>
                  </a:cubicBezTo>
                  <a:lnTo>
                    <a:pt x="265163" y="1"/>
                  </a:lnTo>
                  <a:cubicBezTo>
                    <a:pt x="268897" y="1"/>
                    <a:pt x="271924" y="3067"/>
                    <a:pt x="271924" y="6850"/>
                  </a:cubicBezTo>
                  <a:lnTo>
                    <a:pt x="271924" y="245320"/>
                  </a:lnTo>
                  <a:cubicBezTo>
                    <a:pt x="271986" y="249102"/>
                    <a:pt x="269010" y="252219"/>
                    <a:pt x="265276" y="252282"/>
                  </a:cubicBezTo>
                  <a:cubicBezTo>
                    <a:pt x="265238" y="252283"/>
                    <a:pt x="265201" y="252283"/>
                    <a:pt x="265163" y="252283"/>
                  </a:cubicBezTo>
                  <a:cubicBezTo>
                    <a:pt x="234418" y="252163"/>
                    <a:pt x="209397" y="277313"/>
                    <a:pt x="209278" y="308457"/>
                  </a:cubicBezTo>
                  <a:cubicBezTo>
                    <a:pt x="209190" y="331747"/>
                    <a:pt x="223244" y="352696"/>
                    <a:pt x="244653" y="361187"/>
                  </a:cubicBezTo>
                  <a:cubicBezTo>
                    <a:pt x="247725" y="362399"/>
                    <a:pt x="249487" y="365678"/>
                    <a:pt x="248822" y="368949"/>
                  </a:cubicBezTo>
                  <a:cubicBezTo>
                    <a:pt x="248268" y="372218"/>
                    <a:pt x="245447" y="374591"/>
                    <a:pt x="242174" y="374543"/>
                  </a:cubicBezTo>
                  <a:close/>
                  <a:moveTo>
                    <a:pt x="13636" y="360730"/>
                  </a:moveTo>
                  <a:lnTo>
                    <a:pt x="218396" y="360730"/>
                  </a:lnTo>
                  <a:cubicBezTo>
                    <a:pt x="190075" y="334554"/>
                    <a:pt x="188064" y="290077"/>
                    <a:pt x="213905" y="261388"/>
                  </a:cubicBezTo>
                  <a:cubicBezTo>
                    <a:pt x="225445" y="248576"/>
                    <a:pt x="241252" y="240536"/>
                    <a:pt x="258289" y="238813"/>
                  </a:cubicBezTo>
                  <a:lnTo>
                    <a:pt x="258289" y="13814"/>
                  </a:lnTo>
                  <a:lnTo>
                    <a:pt x="13636" y="13814"/>
                  </a:ln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79B5D6B-8FA3-674B-922A-249692C46FFC}"/>
                </a:ext>
              </a:extLst>
            </p:cNvPr>
            <p:cNvSpPr/>
            <p:nvPr/>
          </p:nvSpPr>
          <p:spPr>
            <a:xfrm>
              <a:off x="7164560" y="2914544"/>
              <a:ext cx="138835" cy="140638"/>
            </a:xfrm>
            <a:custGeom>
              <a:avLst/>
              <a:gdLst>
                <a:gd name="connsiteX0" fmla="*/ 69531 w 138835"/>
                <a:gd name="connsiteY0" fmla="*/ 140639 h 140638"/>
                <a:gd name="connsiteX1" fmla="*/ 0 w 138835"/>
                <a:gd name="connsiteY1" fmla="*/ 70434 h 140638"/>
                <a:gd name="connsiteX2" fmla="*/ 69305 w 138835"/>
                <a:gd name="connsiteY2" fmla="*/ 0 h 140638"/>
                <a:gd name="connsiteX3" fmla="*/ 138836 w 138835"/>
                <a:gd name="connsiteY3" fmla="*/ 70205 h 140638"/>
                <a:gd name="connsiteX4" fmla="*/ 138836 w 138835"/>
                <a:gd name="connsiteY4" fmla="*/ 70319 h 140638"/>
                <a:gd name="connsiteX5" fmla="*/ 69531 w 138835"/>
                <a:gd name="connsiteY5" fmla="*/ 140639 h 140638"/>
                <a:gd name="connsiteX6" fmla="*/ 69531 w 138835"/>
                <a:gd name="connsiteY6" fmla="*/ 13927 h 140638"/>
                <a:gd name="connsiteX7" fmla="*/ 13636 w 138835"/>
                <a:gd name="connsiteY7" fmla="*/ 70319 h 140638"/>
                <a:gd name="connsiteX8" fmla="*/ 69305 w 138835"/>
                <a:gd name="connsiteY8" fmla="*/ 126940 h 140638"/>
                <a:gd name="connsiteX9" fmla="*/ 125200 w 138835"/>
                <a:gd name="connsiteY9" fmla="*/ 70547 h 140638"/>
                <a:gd name="connsiteX10" fmla="*/ 125200 w 138835"/>
                <a:gd name="connsiteY10" fmla="*/ 70319 h 140638"/>
                <a:gd name="connsiteX11" fmla="*/ 69531 w 138835"/>
                <a:gd name="connsiteY11" fmla="*/ 13927 h 14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35" h="140638">
                  <a:moveTo>
                    <a:pt x="69531" y="140639"/>
                  </a:moveTo>
                  <a:cubicBezTo>
                    <a:pt x="31192" y="140702"/>
                    <a:pt x="62" y="109270"/>
                    <a:pt x="0" y="70434"/>
                  </a:cubicBezTo>
                  <a:cubicBezTo>
                    <a:pt x="-62" y="31597"/>
                    <a:pt x="30967" y="63"/>
                    <a:pt x="69305" y="0"/>
                  </a:cubicBezTo>
                  <a:cubicBezTo>
                    <a:pt x="107644" y="-63"/>
                    <a:pt x="138773" y="31369"/>
                    <a:pt x="138836" y="70205"/>
                  </a:cubicBezTo>
                  <a:cubicBezTo>
                    <a:pt x="138836" y="70243"/>
                    <a:pt x="138836" y="70281"/>
                    <a:pt x="138836" y="70319"/>
                  </a:cubicBezTo>
                  <a:cubicBezTo>
                    <a:pt x="138836" y="109111"/>
                    <a:pt x="107825" y="140576"/>
                    <a:pt x="69531" y="140639"/>
                  </a:cubicBezTo>
                  <a:close/>
                  <a:moveTo>
                    <a:pt x="69531" y="13927"/>
                  </a:moveTo>
                  <a:cubicBezTo>
                    <a:pt x="38723" y="13864"/>
                    <a:pt x="13698" y="39112"/>
                    <a:pt x="13636" y="70319"/>
                  </a:cubicBezTo>
                  <a:cubicBezTo>
                    <a:pt x="13574" y="101527"/>
                    <a:pt x="38498" y="126877"/>
                    <a:pt x="69305" y="126940"/>
                  </a:cubicBezTo>
                  <a:cubicBezTo>
                    <a:pt x="100113" y="127003"/>
                    <a:pt x="125138" y="101755"/>
                    <a:pt x="125200" y="70547"/>
                  </a:cubicBezTo>
                  <a:cubicBezTo>
                    <a:pt x="125200" y="70471"/>
                    <a:pt x="125200" y="70395"/>
                    <a:pt x="125200" y="70319"/>
                  </a:cubicBezTo>
                  <a:cubicBezTo>
                    <a:pt x="124835" y="39329"/>
                    <a:pt x="100124" y="14297"/>
                    <a:pt x="69531" y="13927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74F2DF1-205C-464A-847E-8307BF06FD49}"/>
                </a:ext>
              </a:extLst>
            </p:cNvPr>
            <p:cNvSpPr/>
            <p:nvPr/>
          </p:nvSpPr>
          <p:spPr>
            <a:xfrm>
              <a:off x="7196607" y="2958356"/>
              <a:ext cx="73341" cy="59843"/>
            </a:xfrm>
            <a:custGeom>
              <a:avLst/>
              <a:gdLst>
                <a:gd name="connsiteX0" fmla="*/ 31510 w 73341"/>
                <a:gd name="connsiteY0" fmla="*/ 59841 h 59843"/>
                <a:gd name="connsiteX1" fmla="*/ 25988 w 73341"/>
                <a:gd name="connsiteY1" fmla="*/ 56987 h 59843"/>
                <a:gd name="connsiteX2" fmla="*/ 1309 w 73341"/>
                <a:gd name="connsiteY2" fmla="*/ 23197 h 59843"/>
                <a:gd name="connsiteX3" fmla="*/ 2887 w 73341"/>
                <a:gd name="connsiteY3" fmla="*/ 13380 h 59843"/>
                <a:gd name="connsiteX4" fmla="*/ 12578 w 73341"/>
                <a:gd name="connsiteY4" fmla="*/ 14978 h 59843"/>
                <a:gd name="connsiteX5" fmla="*/ 31510 w 73341"/>
                <a:gd name="connsiteY5" fmla="*/ 41347 h 59843"/>
                <a:gd name="connsiteX6" fmla="*/ 60697 w 73341"/>
                <a:gd name="connsiteY6" fmla="*/ 2877 h 59843"/>
                <a:gd name="connsiteX7" fmla="*/ 70502 w 73341"/>
                <a:gd name="connsiteY7" fmla="*/ 1393 h 59843"/>
                <a:gd name="connsiteX8" fmla="*/ 71967 w 73341"/>
                <a:gd name="connsiteY8" fmla="*/ 11325 h 59843"/>
                <a:gd name="connsiteX9" fmla="*/ 37258 w 73341"/>
                <a:gd name="connsiteY9" fmla="*/ 56987 h 59843"/>
                <a:gd name="connsiteX10" fmla="*/ 31510 w 73341"/>
                <a:gd name="connsiteY10" fmla="*/ 59841 h 5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41" h="59843">
                  <a:moveTo>
                    <a:pt x="31510" y="59841"/>
                  </a:moveTo>
                  <a:cubicBezTo>
                    <a:pt x="29313" y="59890"/>
                    <a:pt x="27238" y="58818"/>
                    <a:pt x="25988" y="56987"/>
                  </a:cubicBezTo>
                  <a:lnTo>
                    <a:pt x="1309" y="23197"/>
                  </a:lnTo>
                  <a:cubicBezTo>
                    <a:pt x="-931" y="20045"/>
                    <a:pt x="-225" y="15649"/>
                    <a:pt x="2887" y="13380"/>
                  </a:cubicBezTo>
                  <a:cubicBezTo>
                    <a:pt x="5999" y="11110"/>
                    <a:pt x="10338" y="11825"/>
                    <a:pt x="12578" y="14978"/>
                  </a:cubicBezTo>
                  <a:lnTo>
                    <a:pt x="31510" y="41347"/>
                  </a:lnTo>
                  <a:lnTo>
                    <a:pt x="60697" y="2877"/>
                  </a:lnTo>
                  <a:cubicBezTo>
                    <a:pt x="63000" y="-275"/>
                    <a:pt x="67390" y="-939"/>
                    <a:pt x="70502" y="1393"/>
                  </a:cubicBezTo>
                  <a:cubicBezTo>
                    <a:pt x="73613" y="3726"/>
                    <a:pt x="74269" y="8172"/>
                    <a:pt x="71967" y="11325"/>
                  </a:cubicBezTo>
                  <a:lnTo>
                    <a:pt x="37258" y="56987"/>
                  </a:lnTo>
                  <a:cubicBezTo>
                    <a:pt x="35923" y="58839"/>
                    <a:pt x="33773" y="59906"/>
                    <a:pt x="31510" y="5984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837E94FD-82D8-5542-AADB-EA77C92C6B5F}"/>
                </a:ext>
              </a:extLst>
            </p:cNvPr>
            <p:cNvSpPr/>
            <p:nvPr/>
          </p:nvSpPr>
          <p:spPr>
            <a:xfrm>
              <a:off x="6997437" y="2650504"/>
              <a:ext cx="271925" cy="285387"/>
            </a:xfrm>
            <a:custGeom>
              <a:avLst/>
              <a:gdLst>
                <a:gd name="connsiteX0" fmla="*/ 265051 w 271925"/>
                <a:gd name="connsiteY0" fmla="*/ 285387 h 285387"/>
                <a:gd name="connsiteX1" fmla="*/ 262008 w 271925"/>
                <a:gd name="connsiteY1" fmla="*/ 284588 h 285387"/>
                <a:gd name="connsiteX2" fmla="*/ 236653 w 271925"/>
                <a:gd name="connsiteY2" fmla="*/ 278424 h 285387"/>
                <a:gd name="connsiteX3" fmla="*/ 229779 w 271925"/>
                <a:gd name="connsiteY3" fmla="*/ 271460 h 285387"/>
                <a:gd name="connsiteX4" fmla="*/ 229779 w 271925"/>
                <a:gd name="connsiteY4" fmla="*/ 39498 h 285387"/>
                <a:gd name="connsiteX5" fmla="*/ 6762 w 271925"/>
                <a:gd name="connsiteY5" fmla="*/ 39498 h 285387"/>
                <a:gd name="connsiteX6" fmla="*/ 0 w 271925"/>
                <a:gd name="connsiteY6" fmla="*/ 32649 h 285387"/>
                <a:gd name="connsiteX7" fmla="*/ 1 w 271925"/>
                <a:gd name="connsiteY7" fmla="*/ 32534 h 285387"/>
                <a:gd name="connsiteX8" fmla="*/ 1 w 271925"/>
                <a:gd name="connsiteY8" fmla="*/ 6963 h 285387"/>
                <a:gd name="connsiteX9" fmla="*/ 6649 w 271925"/>
                <a:gd name="connsiteY9" fmla="*/ 1 h 285387"/>
                <a:gd name="connsiteX10" fmla="*/ 6762 w 271925"/>
                <a:gd name="connsiteY10" fmla="*/ 0 h 285387"/>
                <a:gd name="connsiteX11" fmla="*/ 265051 w 271925"/>
                <a:gd name="connsiteY11" fmla="*/ 0 h 285387"/>
                <a:gd name="connsiteX12" fmla="*/ 271925 w 271925"/>
                <a:gd name="connsiteY12" fmla="*/ 6963 h 285387"/>
                <a:gd name="connsiteX13" fmla="*/ 271925 w 271925"/>
                <a:gd name="connsiteY13" fmla="*/ 277967 h 285387"/>
                <a:gd name="connsiteX14" fmla="*/ 268657 w 271925"/>
                <a:gd name="connsiteY14" fmla="*/ 283903 h 285387"/>
                <a:gd name="connsiteX15" fmla="*/ 265051 w 271925"/>
                <a:gd name="connsiteY15" fmla="*/ 285387 h 285387"/>
                <a:gd name="connsiteX16" fmla="*/ 243414 w 271925"/>
                <a:gd name="connsiteY16" fmla="*/ 264953 h 285387"/>
                <a:gd name="connsiteX17" fmla="*/ 258289 w 271925"/>
                <a:gd name="connsiteY17" fmla="*/ 268036 h 285387"/>
                <a:gd name="connsiteX18" fmla="*/ 258290 w 271925"/>
                <a:gd name="connsiteY18" fmla="*/ 13813 h 285387"/>
                <a:gd name="connsiteX19" fmla="*/ 13637 w 271925"/>
                <a:gd name="connsiteY19" fmla="*/ 13813 h 285387"/>
                <a:gd name="connsiteX20" fmla="*/ 13637 w 271925"/>
                <a:gd name="connsiteY20" fmla="*/ 25228 h 285387"/>
                <a:gd name="connsiteX21" fmla="*/ 236653 w 271925"/>
                <a:gd name="connsiteY21" fmla="*/ 25228 h 285387"/>
                <a:gd name="connsiteX22" fmla="*/ 243414 w 271925"/>
                <a:gd name="connsiteY22" fmla="*/ 32078 h 28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1925" h="285387">
                  <a:moveTo>
                    <a:pt x="265051" y="285387"/>
                  </a:moveTo>
                  <a:cubicBezTo>
                    <a:pt x="263985" y="285395"/>
                    <a:pt x="262936" y="285120"/>
                    <a:pt x="262008" y="284588"/>
                  </a:cubicBezTo>
                  <a:cubicBezTo>
                    <a:pt x="254157" y="280529"/>
                    <a:pt x="245467" y="278416"/>
                    <a:pt x="236653" y="278424"/>
                  </a:cubicBezTo>
                  <a:cubicBezTo>
                    <a:pt x="232856" y="278424"/>
                    <a:pt x="229779" y="275306"/>
                    <a:pt x="229779" y="271460"/>
                  </a:cubicBezTo>
                  <a:lnTo>
                    <a:pt x="229779" y="39498"/>
                  </a:lnTo>
                  <a:lnTo>
                    <a:pt x="6762" y="39498"/>
                  </a:lnTo>
                  <a:cubicBezTo>
                    <a:pt x="3028" y="39498"/>
                    <a:pt x="1" y="36432"/>
                    <a:pt x="0" y="32649"/>
                  </a:cubicBezTo>
                  <a:cubicBezTo>
                    <a:pt x="0" y="32611"/>
                    <a:pt x="0" y="32573"/>
                    <a:pt x="1" y="32534"/>
                  </a:cubicBezTo>
                  <a:lnTo>
                    <a:pt x="1" y="6963"/>
                  </a:lnTo>
                  <a:cubicBezTo>
                    <a:pt x="-61" y="3181"/>
                    <a:pt x="2915" y="64"/>
                    <a:pt x="6649" y="1"/>
                  </a:cubicBezTo>
                  <a:cubicBezTo>
                    <a:pt x="6687" y="0"/>
                    <a:pt x="6725" y="0"/>
                    <a:pt x="6762" y="0"/>
                  </a:cubicBezTo>
                  <a:lnTo>
                    <a:pt x="265051" y="0"/>
                  </a:lnTo>
                  <a:cubicBezTo>
                    <a:pt x="268847" y="0"/>
                    <a:pt x="271925" y="3118"/>
                    <a:pt x="271925" y="6963"/>
                  </a:cubicBezTo>
                  <a:lnTo>
                    <a:pt x="271925" y="277967"/>
                  </a:lnTo>
                  <a:cubicBezTo>
                    <a:pt x="271950" y="280392"/>
                    <a:pt x="270707" y="282650"/>
                    <a:pt x="268657" y="283903"/>
                  </a:cubicBezTo>
                  <a:cubicBezTo>
                    <a:pt x="267618" y="284734"/>
                    <a:pt x="266368" y="285249"/>
                    <a:pt x="265051" y="285387"/>
                  </a:cubicBezTo>
                  <a:close/>
                  <a:moveTo>
                    <a:pt x="243414" y="264953"/>
                  </a:moveTo>
                  <a:cubicBezTo>
                    <a:pt x="248471" y="265412"/>
                    <a:pt x="253461" y="266446"/>
                    <a:pt x="258289" y="268036"/>
                  </a:cubicBezTo>
                  <a:lnTo>
                    <a:pt x="258290" y="13813"/>
                  </a:lnTo>
                  <a:lnTo>
                    <a:pt x="13637" y="13813"/>
                  </a:lnTo>
                  <a:lnTo>
                    <a:pt x="13637" y="25228"/>
                  </a:lnTo>
                  <a:lnTo>
                    <a:pt x="236653" y="25228"/>
                  </a:lnTo>
                  <a:cubicBezTo>
                    <a:pt x="240387" y="25228"/>
                    <a:pt x="243414" y="28295"/>
                    <a:pt x="243414" y="3207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4" name="Graphic 62">
            <a:extLst>
              <a:ext uri="{FF2B5EF4-FFF2-40B4-BE49-F238E27FC236}">
                <a16:creationId xmlns:a16="http://schemas.microsoft.com/office/drawing/2014/main" id="{DC760C68-9E12-2B4C-8A75-379C5F19CA64}"/>
              </a:ext>
            </a:extLst>
          </p:cNvPr>
          <p:cNvGrpSpPr>
            <a:grpSpLocks noChangeAspect="1"/>
          </p:cNvGrpSpPr>
          <p:nvPr/>
        </p:nvGrpSpPr>
        <p:grpSpPr>
          <a:xfrm>
            <a:off x="4538931" y="3876531"/>
            <a:ext cx="420441" cy="309617"/>
            <a:chOff x="6930510" y="2696605"/>
            <a:chExt cx="420441" cy="309617"/>
          </a:xfrm>
          <a:solidFill>
            <a:srgbClr val="FFFFFF"/>
          </a:solidFill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767BA5C-649C-3943-AC82-655677A11409}"/>
                </a:ext>
              </a:extLst>
            </p:cNvPr>
            <p:cNvSpPr/>
            <p:nvPr/>
          </p:nvSpPr>
          <p:spPr>
            <a:xfrm>
              <a:off x="6930510" y="2949761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37A7F26-A126-9A4E-B977-8E7FBFD5AEB1}"/>
                </a:ext>
              </a:extLst>
            </p:cNvPr>
            <p:cNvSpPr/>
            <p:nvPr/>
          </p:nvSpPr>
          <p:spPr>
            <a:xfrm>
              <a:off x="6941229" y="2696605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EC9BD382-BAAB-AA44-9036-B93E8AE907F9}"/>
                </a:ext>
              </a:extLst>
            </p:cNvPr>
            <p:cNvSpPr/>
            <p:nvPr/>
          </p:nvSpPr>
          <p:spPr>
            <a:xfrm>
              <a:off x="6970042" y="2725631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20124AA4-2216-EC4B-94FA-48722AB905CD}"/>
                </a:ext>
              </a:extLst>
            </p:cNvPr>
            <p:cNvSpPr/>
            <p:nvPr/>
          </p:nvSpPr>
          <p:spPr>
            <a:xfrm>
              <a:off x="7033086" y="2760349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9EA34590-A141-4A40-ABBE-BE94A5018FC5}"/>
                </a:ext>
              </a:extLst>
            </p:cNvPr>
            <p:cNvSpPr/>
            <p:nvPr/>
          </p:nvSpPr>
          <p:spPr>
            <a:xfrm>
              <a:off x="7008651" y="2815173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558C92B-D78E-2E42-8FE5-FD37071A247A}"/>
                </a:ext>
              </a:extLst>
            </p:cNvPr>
            <p:cNvSpPr/>
            <p:nvPr/>
          </p:nvSpPr>
          <p:spPr>
            <a:xfrm>
              <a:off x="7053946" y="2845128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6FAE33D-3F0A-0C48-A238-361AF4D97A58}"/>
                </a:ext>
              </a:extLst>
            </p:cNvPr>
            <p:cNvSpPr/>
            <p:nvPr/>
          </p:nvSpPr>
          <p:spPr>
            <a:xfrm>
              <a:off x="7138541" y="2757731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8510CFE-70A8-CC43-9CC9-8B3AF418D1DF}"/>
                </a:ext>
              </a:extLst>
            </p:cNvPr>
            <p:cNvSpPr/>
            <p:nvPr/>
          </p:nvSpPr>
          <p:spPr>
            <a:xfrm>
              <a:off x="7173463" y="2787895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7CF5AE13-1DB4-FE49-9D5A-7C7FA2B6FA61}"/>
                </a:ext>
              </a:extLst>
            </p:cNvPr>
            <p:cNvSpPr/>
            <p:nvPr/>
          </p:nvSpPr>
          <p:spPr>
            <a:xfrm>
              <a:off x="7201469" y="2787895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1144A57B-558C-114C-846A-40F824786E81}"/>
                </a:ext>
              </a:extLst>
            </p:cNvPr>
            <p:cNvSpPr/>
            <p:nvPr/>
          </p:nvSpPr>
          <p:spPr>
            <a:xfrm>
              <a:off x="7230552" y="2787896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5" name="Graphic 64">
            <a:extLst>
              <a:ext uri="{FF2B5EF4-FFF2-40B4-BE49-F238E27FC236}">
                <a16:creationId xmlns:a16="http://schemas.microsoft.com/office/drawing/2014/main" id="{B3063FF8-31A9-2845-BCF4-E118F0C0171F}"/>
              </a:ext>
            </a:extLst>
          </p:cNvPr>
          <p:cNvGrpSpPr>
            <a:grpSpLocks noChangeAspect="1"/>
          </p:cNvGrpSpPr>
          <p:nvPr/>
        </p:nvGrpSpPr>
        <p:grpSpPr>
          <a:xfrm>
            <a:off x="5748745" y="4987110"/>
            <a:ext cx="322891" cy="410536"/>
            <a:chOff x="6976611" y="2642820"/>
            <a:chExt cx="322891" cy="410536"/>
          </a:xfrm>
          <a:solidFill>
            <a:srgbClr val="FFFFFF"/>
          </a:solidFill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EFE0823-D400-664C-828F-D0F9B2CB778D}"/>
                </a:ext>
              </a:extLst>
            </p:cNvPr>
            <p:cNvSpPr/>
            <p:nvPr/>
          </p:nvSpPr>
          <p:spPr>
            <a:xfrm>
              <a:off x="6976611" y="2642820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8FB26B5C-65F0-AF40-A6A6-B5E8192EC7D6}"/>
                </a:ext>
              </a:extLst>
            </p:cNvPr>
            <p:cNvSpPr/>
            <p:nvPr/>
          </p:nvSpPr>
          <p:spPr>
            <a:xfrm>
              <a:off x="7047583" y="2717280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2CECAA6B-7706-124E-BF49-A7563A35BD7B}"/>
                </a:ext>
              </a:extLst>
            </p:cNvPr>
            <p:cNvSpPr/>
            <p:nvPr/>
          </p:nvSpPr>
          <p:spPr>
            <a:xfrm>
              <a:off x="7016580" y="2785403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F974B997-89C2-3B40-A725-469164854BF8}"/>
                </a:ext>
              </a:extLst>
            </p:cNvPr>
            <p:cNvSpPr/>
            <p:nvPr/>
          </p:nvSpPr>
          <p:spPr>
            <a:xfrm>
              <a:off x="7016580" y="2831099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92778B96-8FB5-3640-9828-0B5315385C88}"/>
                </a:ext>
              </a:extLst>
            </p:cNvPr>
            <p:cNvSpPr/>
            <p:nvPr/>
          </p:nvSpPr>
          <p:spPr>
            <a:xfrm>
              <a:off x="7015796" y="2877524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EAADF4F-C47E-804E-B6EC-3D50FDB75CDC}"/>
                </a:ext>
              </a:extLst>
            </p:cNvPr>
            <p:cNvSpPr/>
            <p:nvPr/>
          </p:nvSpPr>
          <p:spPr>
            <a:xfrm>
              <a:off x="7015452" y="2923164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03A1B4C-632D-414C-87EF-24AA6C9F33E9}"/>
                </a:ext>
              </a:extLst>
            </p:cNvPr>
            <p:cNvSpPr/>
            <p:nvPr/>
          </p:nvSpPr>
          <p:spPr>
            <a:xfrm>
              <a:off x="7128768" y="2992072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2D20397E-C321-084F-BFBA-5279316FF44A}"/>
                </a:ext>
              </a:extLst>
            </p:cNvPr>
            <p:cNvSpPr/>
            <p:nvPr/>
          </p:nvSpPr>
          <p:spPr>
            <a:xfrm>
              <a:off x="7189052" y="2700310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9EFA95F5-1A13-D94A-958A-3E8BF18B89B5}"/>
                </a:ext>
              </a:extLst>
            </p:cNvPr>
            <p:cNvSpPr/>
            <p:nvPr/>
          </p:nvSpPr>
          <p:spPr>
            <a:xfrm>
              <a:off x="7189187" y="2944722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86F1B3D-D1C9-AD42-8EF8-7658EC0A2D1C}"/>
                </a:ext>
              </a:extLst>
            </p:cNvPr>
            <p:cNvSpPr/>
            <p:nvPr/>
          </p:nvSpPr>
          <p:spPr>
            <a:xfrm>
              <a:off x="7236659" y="2677628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CAA2CF4C-C9B7-4C43-816E-1F5A33BB9D90}"/>
                </a:ext>
              </a:extLst>
            </p:cNvPr>
            <p:cNvSpPr/>
            <p:nvPr/>
          </p:nvSpPr>
          <p:spPr>
            <a:xfrm>
              <a:off x="7226677" y="2730239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01A57227-D224-7045-BF44-155A948346DC}"/>
                </a:ext>
              </a:extLst>
            </p:cNvPr>
            <p:cNvSpPr/>
            <p:nvPr/>
          </p:nvSpPr>
          <p:spPr>
            <a:xfrm>
              <a:off x="7222964" y="2752687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8" name="Graphic 66">
            <a:extLst>
              <a:ext uri="{FF2B5EF4-FFF2-40B4-BE49-F238E27FC236}">
                <a16:creationId xmlns:a16="http://schemas.microsoft.com/office/drawing/2014/main" id="{85197FB6-0D0A-8D49-9A26-44D6CD1CAEA1}"/>
              </a:ext>
            </a:extLst>
          </p:cNvPr>
          <p:cNvGrpSpPr>
            <a:grpSpLocks noChangeAspect="1"/>
          </p:cNvGrpSpPr>
          <p:nvPr/>
        </p:nvGrpSpPr>
        <p:grpSpPr>
          <a:xfrm>
            <a:off x="6932165" y="2631865"/>
            <a:ext cx="327201" cy="417696"/>
            <a:chOff x="6976612" y="2642799"/>
            <a:chExt cx="327201" cy="417696"/>
          </a:xfrm>
          <a:solidFill>
            <a:srgbClr val="FFFFFF"/>
          </a:solidFill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9358E834-B3DD-BE44-855D-07D417057510}"/>
                </a:ext>
              </a:extLst>
            </p:cNvPr>
            <p:cNvSpPr/>
            <p:nvPr/>
          </p:nvSpPr>
          <p:spPr>
            <a:xfrm>
              <a:off x="7218433" y="2937888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7AD91BC8-E543-904E-91F7-468687DB3AD9}"/>
                </a:ext>
              </a:extLst>
            </p:cNvPr>
            <p:cNvSpPr/>
            <p:nvPr/>
          </p:nvSpPr>
          <p:spPr>
            <a:xfrm>
              <a:off x="7042075" y="2642799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A3282B4-E059-2C4F-A197-C04032A29882}"/>
                </a:ext>
              </a:extLst>
            </p:cNvPr>
            <p:cNvSpPr/>
            <p:nvPr/>
          </p:nvSpPr>
          <p:spPr>
            <a:xfrm>
              <a:off x="7041176" y="2711914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4D8AA76-C89C-104F-8E63-D90401E0392C}"/>
                </a:ext>
              </a:extLst>
            </p:cNvPr>
            <p:cNvSpPr/>
            <p:nvPr/>
          </p:nvSpPr>
          <p:spPr>
            <a:xfrm>
              <a:off x="7052240" y="2806651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ACD54031-8CCF-6142-8D26-4067D86B5A48}"/>
                </a:ext>
              </a:extLst>
            </p:cNvPr>
            <p:cNvSpPr/>
            <p:nvPr/>
          </p:nvSpPr>
          <p:spPr>
            <a:xfrm>
              <a:off x="7053139" y="2842323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3823B4F-EBDE-7548-9C8A-5B0DA25E4977}"/>
                </a:ext>
              </a:extLst>
            </p:cNvPr>
            <p:cNvSpPr/>
            <p:nvPr/>
          </p:nvSpPr>
          <p:spPr>
            <a:xfrm>
              <a:off x="7052240" y="2877993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5C8B6ECC-5E09-5843-82B5-A2AEE1B021D0}"/>
                </a:ext>
              </a:extLst>
            </p:cNvPr>
            <p:cNvSpPr/>
            <p:nvPr/>
          </p:nvSpPr>
          <p:spPr>
            <a:xfrm>
              <a:off x="7052240" y="2913722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026912F1-5F3F-254B-BDE8-7A544C1405D9}"/>
                </a:ext>
              </a:extLst>
            </p:cNvPr>
            <p:cNvSpPr/>
            <p:nvPr/>
          </p:nvSpPr>
          <p:spPr>
            <a:xfrm>
              <a:off x="7052240" y="2949450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ADB32A0B-7A12-1D4A-9AA3-97760A0335C6}"/>
                </a:ext>
              </a:extLst>
            </p:cNvPr>
            <p:cNvSpPr/>
            <p:nvPr/>
          </p:nvSpPr>
          <p:spPr>
            <a:xfrm>
              <a:off x="7230836" y="2950621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AD719A00-BBCC-014A-88EB-B71CEF02BC5F}"/>
                </a:ext>
              </a:extLst>
            </p:cNvPr>
            <p:cNvSpPr/>
            <p:nvPr/>
          </p:nvSpPr>
          <p:spPr>
            <a:xfrm>
              <a:off x="7007730" y="2729374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4C55BBEB-D734-0E47-BC3C-5C736894F4F2}"/>
                </a:ext>
              </a:extLst>
            </p:cNvPr>
            <p:cNvSpPr/>
            <p:nvPr/>
          </p:nvSpPr>
          <p:spPr>
            <a:xfrm>
              <a:off x="6976612" y="2693416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5F1AEEF4-18DE-9B4A-8AFB-588292C84815}"/>
                </a:ext>
              </a:extLst>
            </p:cNvPr>
            <p:cNvSpPr/>
            <p:nvPr/>
          </p:nvSpPr>
          <p:spPr>
            <a:xfrm>
              <a:off x="7266644" y="2850759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3708B661-848A-4645-BA31-106AE5AE99F9}"/>
                </a:ext>
              </a:extLst>
            </p:cNvPr>
            <p:cNvSpPr/>
            <p:nvPr/>
          </p:nvSpPr>
          <p:spPr>
            <a:xfrm>
              <a:off x="7266702" y="2802882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5D4794A0-8C47-B545-89A6-1E3CE97681B5}"/>
                </a:ext>
              </a:extLst>
            </p:cNvPr>
            <p:cNvSpPr/>
            <p:nvPr/>
          </p:nvSpPr>
          <p:spPr>
            <a:xfrm>
              <a:off x="7266701" y="2757126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3" name="Graphic 68">
            <a:extLst>
              <a:ext uri="{FF2B5EF4-FFF2-40B4-BE49-F238E27FC236}">
                <a16:creationId xmlns:a16="http://schemas.microsoft.com/office/drawing/2014/main" id="{74F92958-EE90-BF4A-A8CD-D47EC41E7B2B}"/>
              </a:ext>
            </a:extLst>
          </p:cNvPr>
          <p:cNvGrpSpPr>
            <a:grpSpLocks noChangeAspect="1"/>
          </p:cNvGrpSpPr>
          <p:nvPr/>
        </p:nvGrpSpPr>
        <p:grpSpPr>
          <a:xfrm>
            <a:off x="7117937" y="4263279"/>
            <a:ext cx="366963" cy="417905"/>
            <a:chOff x="6953560" y="2642820"/>
            <a:chExt cx="366963" cy="417905"/>
          </a:xfrm>
          <a:solidFill>
            <a:srgbClr val="FFFFFF"/>
          </a:solidFill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5E91213-33BF-2341-8307-CA647777E675}"/>
                </a:ext>
              </a:extLst>
            </p:cNvPr>
            <p:cNvSpPr/>
            <p:nvPr/>
          </p:nvSpPr>
          <p:spPr>
            <a:xfrm>
              <a:off x="6988367" y="2732372"/>
              <a:ext cx="87591" cy="87591"/>
            </a:xfrm>
            <a:custGeom>
              <a:avLst/>
              <a:gdLst>
                <a:gd name="connsiteX0" fmla="*/ 43911 w 87591"/>
                <a:gd name="connsiteY0" fmla="*/ 87592 h 87591"/>
                <a:gd name="connsiteX1" fmla="*/ 0 w 87591"/>
                <a:gd name="connsiteY1" fmla="*/ 43911 h 87591"/>
                <a:gd name="connsiteX2" fmla="*/ 43681 w 87591"/>
                <a:gd name="connsiteY2" fmla="*/ 0 h 87591"/>
                <a:gd name="connsiteX3" fmla="*/ 87592 w 87591"/>
                <a:gd name="connsiteY3" fmla="*/ 43681 h 87591"/>
                <a:gd name="connsiteX4" fmla="*/ 87592 w 87591"/>
                <a:gd name="connsiteY4" fmla="*/ 43796 h 87591"/>
                <a:gd name="connsiteX5" fmla="*/ 43911 w 87591"/>
                <a:gd name="connsiteY5" fmla="*/ 87592 h 87591"/>
                <a:gd name="connsiteX6" fmla="*/ 43911 w 87591"/>
                <a:gd name="connsiteY6" fmla="*/ 14176 h 87591"/>
                <a:gd name="connsiteX7" fmla="*/ 13946 w 87591"/>
                <a:gd name="connsiteY7" fmla="*/ 43911 h 87591"/>
                <a:gd name="connsiteX8" fmla="*/ 43681 w 87591"/>
                <a:gd name="connsiteY8" fmla="*/ 73876 h 87591"/>
                <a:gd name="connsiteX9" fmla="*/ 73646 w 87591"/>
                <a:gd name="connsiteY9" fmla="*/ 44141 h 87591"/>
                <a:gd name="connsiteX10" fmla="*/ 73646 w 87591"/>
                <a:gd name="connsiteY10" fmla="*/ 43911 h 87591"/>
                <a:gd name="connsiteX11" fmla="*/ 43911 w 87591"/>
                <a:gd name="connsiteY11" fmla="*/ 14176 h 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91" h="87591">
                  <a:moveTo>
                    <a:pt x="43911" y="87592"/>
                  </a:moveTo>
                  <a:cubicBezTo>
                    <a:pt x="19723" y="87655"/>
                    <a:pt x="64" y="68099"/>
                    <a:pt x="0" y="43911"/>
                  </a:cubicBezTo>
                  <a:cubicBezTo>
                    <a:pt x="-63" y="19723"/>
                    <a:pt x="19493" y="64"/>
                    <a:pt x="43681" y="0"/>
                  </a:cubicBezTo>
                  <a:cubicBezTo>
                    <a:pt x="67868" y="-63"/>
                    <a:pt x="87528" y="19493"/>
                    <a:pt x="87592" y="43681"/>
                  </a:cubicBezTo>
                  <a:cubicBezTo>
                    <a:pt x="87592" y="43719"/>
                    <a:pt x="87592" y="43757"/>
                    <a:pt x="87592" y="43796"/>
                  </a:cubicBezTo>
                  <a:cubicBezTo>
                    <a:pt x="87592" y="67939"/>
                    <a:pt x="68054" y="87528"/>
                    <a:pt x="43911" y="87592"/>
                  </a:cubicBezTo>
                  <a:close/>
                  <a:moveTo>
                    <a:pt x="43911" y="14176"/>
                  </a:moveTo>
                  <a:cubicBezTo>
                    <a:pt x="27425" y="14112"/>
                    <a:pt x="14010" y="27425"/>
                    <a:pt x="13946" y="43911"/>
                  </a:cubicBezTo>
                  <a:cubicBezTo>
                    <a:pt x="13882" y="60397"/>
                    <a:pt x="27195" y="73813"/>
                    <a:pt x="43681" y="73876"/>
                  </a:cubicBezTo>
                  <a:cubicBezTo>
                    <a:pt x="60167" y="73940"/>
                    <a:pt x="73583" y="60627"/>
                    <a:pt x="73646" y="44141"/>
                  </a:cubicBezTo>
                  <a:cubicBezTo>
                    <a:pt x="73647" y="44064"/>
                    <a:pt x="73647" y="43988"/>
                    <a:pt x="73646" y="43911"/>
                  </a:cubicBezTo>
                  <a:cubicBezTo>
                    <a:pt x="73583" y="27515"/>
                    <a:pt x="60307" y="14239"/>
                    <a:pt x="43911" y="14176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78F2EE92-A8CC-114B-9616-41262ED017E7}"/>
                </a:ext>
              </a:extLst>
            </p:cNvPr>
            <p:cNvSpPr/>
            <p:nvPr/>
          </p:nvSpPr>
          <p:spPr>
            <a:xfrm>
              <a:off x="7102096" y="2805960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19AC7AD5-68CB-3646-B2FE-BB7B70EE8698}"/>
                </a:ext>
              </a:extLst>
            </p:cNvPr>
            <p:cNvSpPr/>
            <p:nvPr/>
          </p:nvSpPr>
          <p:spPr>
            <a:xfrm>
              <a:off x="6990695" y="2850217"/>
              <a:ext cx="160385" cy="14062"/>
            </a:xfrm>
            <a:custGeom>
              <a:avLst/>
              <a:gdLst>
                <a:gd name="connsiteX0" fmla="*/ 152456 w 160385"/>
                <a:gd name="connsiteY0" fmla="*/ 14004 h 14062"/>
                <a:gd name="connsiteX1" fmla="*/ 7929 w 160385"/>
                <a:gd name="connsiteY1" fmla="*/ 14004 h 14062"/>
                <a:gd name="connsiteX2" fmla="*/ 58 w 160385"/>
                <a:gd name="connsiteY2" fmla="*/ 7929 h 14062"/>
                <a:gd name="connsiteX3" fmla="*/ 6133 w 160385"/>
                <a:gd name="connsiteY3" fmla="*/ 58 h 14062"/>
                <a:gd name="connsiteX4" fmla="*/ 7929 w 160385"/>
                <a:gd name="connsiteY4" fmla="*/ 58 h 14062"/>
                <a:gd name="connsiteX5" fmla="*/ 152456 w 160385"/>
                <a:gd name="connsiteY5" fmla="*/ 58 h 14062"/>
                <a:gd name="connsiteX6" fmla="*/ 160327 w 160385"/>
                <a:gd name="connsiteY6" fmla="*/ 6133 h 14062"/>
                <a:gd name="connsiteX7" fmla="*/ 154253 w 160385"/>
                <a:gd name="connsiteY7" fmla="*/ 14004 h 14062"/>
                <a:gd name="connsiteX8" fmla="*/ 152456 w 16038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385" h="14062">
                  <a:moveTo>
                    <a:pt x="152456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52456" y="58"/>
                  </a:lnTo>
                  <a:cubicBezTo>
                    <a:pt x="156307" y="-438"/>
                    <a:pt x="159831" y="2282"/>
                    <a:pt x="160327" y="6133"/>
                  </a:cubicBezTo>
                  <a:cubicBezTo>
                    <a:pt x="160823" y="9984"/>
                    <a:pt x="158104" y="13508"/>
                    <a:pt x="154253" y="14004"/>
                  </a:cubicBezTo>
                  <a:cubicBezTo>
                    <a:pt x="153656" y="14081"/>
                    <a:pt x="153053" y="14081"/>
                    <a:pt x="152456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CC4A5519-9EE3-9249-91E6-020490FE2E8E}"/>
                </a:ext>
              </a:extLst>
            </p:cNvPr>
            <p:cNvSpPr/>
            <p:nvPr/>
          </p:nvSpPr>
          <p:spPr>
            <a:xfrm>
              <a:off x="6990695" y="2891938"/>
              <a:ext cx="121776" cy="14062"/>
            </a:xfrm>
            <a:custGeom>
              <a:avLst/>
              <a:gdLst>
                <a:gd name="connsiteX0" fmla="*/ 113847 w 121776"/>
                <a:gd name="connsiteY0" fmla="*/ 14004 h 14062"/>
                <a:gd name="connsiteX1" fmla="*/ 7929 w 121776"/>
                <a:gd name="connsiteY1" fmla="*/ 14004 h 14062"/>
                <a:gd name="connsiteX2" fmla="*/ 58 w 121776"/>
                <a:gd name="connsiteY2" fmla="*/ 7929 h 14062"/>
                <a:gd name="connsiteX3" fmla="*/ 6133 w 121776"/>
                <a:gd name="connsiteY3" fmla="*/ 58 h 14062"/>
                <a:gd name="connsiteX4" fmla="*/ 7929 w 121776"/>
                <a:gd name="connsiteY4" fmla="*/ 58 h 14062"/>
                <a:gd name="connsiteX5" fmla="*/ 113847 w 121776"/>
                <a:gd name="connsiteY5" fmla="*/ 58 h 14062"/>
                <a:gd name="connsiteX6" fmla="*/ 121718 w 121776"/>
                <a:gd name="connsiteY6" fmla="*/ 6133 h 14062"/>
                <a:gd name="connsiteX7" fmla="*/ 115643 w 121776"/>
                <a:gd name="connsiteY7" fmla="*/ 14004 h 14062"/>
                <a:gd name="connsiteX8" fmla="*/ 113847 w 121776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776" h="14062">
                  <a:moveTo>
                    <a:pt x="113847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13847" y="58"/>
                  </a:lnTo>
                  <a:cubicBezTo>
                    <a:pt x="117697" y="-438"/>
                    <a:pt x="121222" y="2282"/>
                    <a:pt x="121718" y="6133"/>
                  </a:cubicBezTo>
                  <a:cubicBezTo>
                    <a:pt x="122214" y="9984"/>
                    <a:pt x="119494" y="13508"/>
                    <a:pt x="115643" y="14004"/>
                  </a:cubicBezTo>
                  <a:cubicBezTo>
                    <a:pt x="115047" y="14081"/>
                    <a:pt x="114443" y="14081"/>
                    <a:pt x="113847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08EE131-3270-ED4F-BEA8-7B0D47ED096B}"/>
                </a:ext>
              </a:extLst>
            </p:cNvPr>
            <p:cNvSpPr/>
            <p:nvPr/>
          </p:nvSpPr>
          <p:spPr>
            <a:xfrm>
              <a:off x="6990695" y="2933775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864B218-F50F-7940-929F-6BC37DE30F05}"/>
                </a:ext>
              </a:extLst>
            </p:cNvPr>
            <p:cNvSpPr/>
            <p:nvPr/>
          </p:nvSpPr>
          <p:spPr>
            <a:xfrm>
              <a:off x="6990695" y="2975496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CADD0881-913C-A441-AE92-EBE3192997FC}"/>
                </a:ext>
              </a:extLst>
            </p:cNvPr>
            <p:cNvSpPr/>
            <p:nvPr/>
          </p:nvSpPr>
          <p:spPr>
            <a:xfrm>
              <a:off x="7102096" y="2772306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DF0FD5A9-AC3E-CB43-82A5-97CA895498E7}"/>
                </a:ext>
              </a:extLst>
            </p:cNvPr>
            <p:cNvSpPr/>
            <p:nvPr/>
          </p:nvSpPr>
          <p:spPr>
            <a:xfrm>
              <a:off x="7102096" y="2738652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71D449BC-7220-9C4D-BEFD-3B81B8C22B76}"/>
                </a:ext>
              </a:extLst>
            </p:cNvPr>
            <p:cNvSpPr/>
            <p:nvPr/>
          </p:nvSpPr>
          <p:spPr>
            <a:xfrm>
              <a:off x="7112033" y="2850275"/>
              <a:ext cx="208491" cy="208491"/>
            </a:xfrm>
            <a:custGeom>
              <a:avLst/>
              <a:gdLst>
                <a:gd name="connsiteX0" fmla="*/ 126432 w 208491"/>
                <a:gd name="connsiteY0" fmla="*/ 208492 h 208491"/>
                <a:gd name="connsiteX1" fmla="*/ 82060 w 208491"/>
                <a:gd name="connsiteY1" fmla="*/ 208492 h 208491"/>
                <a:gd name="connsiteX2" fmla="*/ 75029 w 208491"/>
                <a:gd name="connsiteY2" fmla="*/ 201461 h 208491"/>
                <a:gd name="connsiteX3" fmla="*/ 75029 w 208491"/>
                <a:gd name="connsiteY3" fmla="*/ 180601 h 208491"/>
                <a:gd name="connsiteX4" fmla="*/ 70880 w 208491"/>
                <a:gd name="connsiteY4" fmla="*/ 178757 h 208491"/>
                <a:gd name="connsiteX5" fmla="*/ 56128 w 208491"/>
                <a:gd name="connsiteY5" fmla="*/ 193624 h 208491"/>
                <a:gd name="connsiteX6" fmla="*/ 46216 w 208491"/>
                <a:gd name="connsiteY6" fmla="*/ 193624 h 208491"/>
                <a:gd name="connsiteX7" fmla="*/ 14407 w 208491"/>
                <a:gd name="connsiteY7" fmla="*/ 162276 h 208491"/>
                <a:gd name="connsiteX8" fmla="*/ 12332 w 208491"/>
                <a:gd name="connsiteY8" fmla="*/ 157320 h 208491"/>
                <a:gd name="connsiteX9" fmla="*/ 14407 w 208491"/>
                <a:gd name="connsiteY9" fmla="*/ 152364 h 208491"/>
                <a:gd name="connsiteX10" fmla="*/ 29159 w 208491"/>
                <a:gd name="connsiteY10" fmla="*/ 137611 h 208491"/>
                <a:gd name="connsiteX11" fmla="*/ 27430 w 208491"/>
                <a:gd name="connsiteY11" fmla="*/ 133347 h 208491"/>
                <a:gd name="connsiteX12" fmla="*/ 7030 w 208491"/>
                <a:gd name="connsiteY12" fmla="*/ 133347 h 208491"/>
                <a:gd name="connsiteX13" fmla="*/ 1 w 208491"/>
                <a:gd name="connsiteY13" fmla="*/ 126548 h 208491"/>
                <a:gd name="connsiteX14" fmla="*/ 0 w 208491"/>
                <a:gd name="connsiteY14" fmla="*/ 126432 h 208491"/>
                <a:gd name="connsiteX15" fmla="*/ 0 w 208491"/>
                <a:gd name="connsiteY15" fmla="*/ 82060 h 208491"/>
                <a:gd name="connsiteX16" fmla="*/ 7030 w 208491"/>
                <a:gd name="connsiteY16" fmla="*/ 75029 h 208491"/>
                <a:gd name="connsiteX17" fmla="*/ 27891 w 208491"/>
                <a:gd name="connsiteY17" fmla="*/ 75029 h 208491"/>
                <a:gd name="connsiteX18" fmla="*/ 29620 w 208491"/>
                <a:gd name="connsiteY18" fmla="*/ 70880 h 208491"/>
                <a:gd name="connsiteX19" fmla="*/ 14407 w 208491"/>
                <a:gd name="connsiteY19" fmla="*/ 56013 h 208491"/>
                <a:gd name="connsiteX20" fmla="*/ 14107 w 208491"/>
                <a:gd name="connsiteY20" fmla="*/ 46401 h 208491"/>
                <a:gd name="connsiteX21" fmla="*/ 14407 w 208491"/>
                <a:gd name="connsiteY21" fmla="*/ 46101 h 208491"/>
                <a:gd name="connsiteX22" fmla="*/ 45755 w 208491"/>
                <a:gd name="connsiteY22" fmla="*/ 14752 h 208491"/>
                <a:gd name="connsiteX23" fmla="*/ 50711 w 208491"/>
                <a:gd name="connsiteY23" fmla="*/ 12678 h 208491"/>
                <a:gd name="connsiteX24" fmla="*/ 55667 w 208491"/>
                <a:gd name="connsiteY24" fmla="*/ 14752 h 208491"/>
                <a:gd name="connsiteX25" fmla="*/ 70419 w 208491"/>
                <a:gd name="connsiteY25" fmla="*/ 29505 h 208491"/>
                <a:gd name="connsiteX26" fmla="*/ 74568 w 208491"/>
                <a:gd name="connsiteY26" fmla="*/ 27776 h 208491"/>
                <a:gd name="connsiteX27" fmla="*/ 74568 w 208491"/>
                <a:gd name="connsiteY27" fmla="*/ 6915 h 208491"/>
                <a:gd name="connsiteX28" fmla="*/ 81599 w 208491"/>
                <a:gd name="connsiteY28" fmla="*/ 0 h 208491"/>
                <a:gd name="connsiteX29" fmla="*/ 125971 w 208491"/>
                <a:gd name="connsiteY29" fmla="*/ 0 h 208491"/>
                <a:gd name="connsiteX30" fmla="*/ 132886 w 208491"/>
                <a:gd name="connsiteY30" fmla="*/ 6915 h 208491"/>
                <a:gd name="connsiteX31" fmla="*/ 132886 w 208491"/>
                <a:gd name="connsiteY31" fmla="*/ 27891 h 208491"/>
                <a:gd name="connsiteX32" fmla="*/ 137151 w 208491"/>
                <a:gd name="connsiteY32" fmla="*/ 29620 h 208491"/>
                <a:gd name="connsiteX33" fmla="*/ 152710 w 208491"/>
                <a:gd name="connsiteY33" fmla="*/ 14868 h 208491"/>
                <a:gd name="connsiteX34" fmla="*/ 162488 w 208491"/>
                <a:gd name="connsiteY34" fmla="*/ 14734 h 208491"/>
                <a:gd name="connsiteX35" fmla="*/ 162621 w 208491"/>
                <a:gd name="connsiteY35" fmla="*/ 14868 h 208491"/>
                <a:gd name="connsiteX36" fmla="*/ 193624 w 208491"/>
                <a:gd name="connsiteY36" fmla="*/ 46101 h 208491"/>
                <a:gd name="connsiteX37" fmla="*/ 193806 w 208491"/>
                <a:gd name="connsiteY37" fmla="*/ 55716 h 208491"/>
                <a:gd name="connsiteX38" fmla="*/ 193624 w 208491"/>
                <a:gd name="connsiteY38" fmla="*/ 55897 h 208491"/>
                <a:gd name="connsiteX39" fmla="*/ 178872 w 208491"/>
                <a:gd name="connsiteY39" fmla="*/ 70765 h 208491"/>
                <a:gd name="connsiteX40" fmla="*/ 180601 w 208491"/>
                <a:gd name="connsiteY40" fmla="*/ 74914 h 208491"/>
                <a:gd name="connsiteX41" fmla="*/ 201461 w 208491"/>
                <a:gd name="connsiteY41" fmla="*/ 74914 h 208491"/>
                <a:gd name="connsiteX42" fmla="*/ 208492 w 208491"/>
                <a:gd name="connsiteY42" fmla="*/ 81945 h 208491"/>
                <a:gd name="connsiteX43" fmla="*/ 208492 w 208491"/>
                <a:gd name="connsiteY43" fmla="*/ 126778 h 208491"/>
                <a:gd name="connsiteX44" fmla="*/ 201578 w 208491"/>
                <a:gd name="connsiteY44" fmla="*/ 133694 h 208491"/>
                <a:gd name="connsiteX45" fmla="*/ 201461 w 208491"/>
                <a:gd name="connsiteY45" fmla="*/ 133693 h 208491"/>
                <a:gd name="connsiteX46" fmla="*/ 180601 w 208491"/>
                <a:gd name="connsiteY46" fmla="*/ 133693 h 208491"/>
                <a:gd name="connsiteX47" fmla="*/ 178872 w 208491"/>
                <a:gd name="connsiteY47" fmla="*/ 137957 h 208491"/>
                <a:gd name="connsiteX48" fmla="*/ 193624 w 208491"/>
                <a:gd name="connsiteY48" fmla="*/ 152710 h 208491"/>
                <a:gd name="connsiteX49" fmla="*/ 193757 w 208491"/>
                <a:gd name="connsiteY49" fmla="*/ 162488 h 208491"/>
                <a:gd name="connsiteX50" fmla="*/ 193624 w 208491"/>
                <a:gd name="connsiteY50" fmla="*/ 162621 h 208491"/>
                <a:gd name="connsiteX51" fmla="*/ 162276 w 208491"/>
                <a:gd name="connsiteY51" fmla="*/ 193624 h 208491"/>
                <a:gd name="connsiteX52" fmla="*/ 152364 w 208491"/>
                <a:gd name="connsiteY52" fmla="*/ 193624 h 208491"/>
                <a:gd name="connsiteX53" fmla="*/ 137611 w 208491"/>
                <a:gd name="connsiteY53" fmla="*/ 178757 h 208491"/>
                <a:gd name="connsiteX54" fmla="*/ 133347 w 208491"/>
                <a:gd name="connsiteY54" fmla="*/ 180601 h 208491"/>
                <a:gd name="connsiteX55" fmla="*/ 133347 w 208491"/>
                <a:gd name="connsiteY55" fmla="*/ 201461 h 208491"/>
                <a:gd name="connsiteX56" fmla="*/ 126432 w 208491"/>
                <a:gd name="connsiteY56" fmla="*/ 208492 h 208491"/>
                <a:gd name="connsiteX57" fmla="*/ 89090 w 208491"/>
                <a:gd name="connsiteY57" fmla="*/ 194431 h 208491"/>
                <a:gd name="connsiteX58" fmla="*/ 119402 w 208491"/>
                <a:gd name="connsiteY58" fmla="*/ 194431 h 208491"/>
                <a:gd name="connsiteX59" fmla="*/ 119402 w 208491"/>
                <a:gd name="connsiteY59" fmla="*/ 175645 h 208491"/>
                <a:gd name="connsiteX60" fmla="*/ 124357 w 208491"/>
                <a:gd name="connsiteY60" fmla="*/ 168960 h 208491"/>
                <a:gd name="connsiteX61" fmla="*/ 135883 w 208491"/>
                <a:gd name="connsiteY61" fmla="*/ 164120 h 208491"/>
                <a:gd name="connsiteX62" fmla="*/ 144066 w 208491"/>
                <a:gd name="connsiteY62" fmla="*/ 165387 h 208491"/>
                <a:gd name="connsiteX63" fmla="*/ 157435 w 208491"/>
                <a:gd name="connsiteY63" fmla="*/ 178757 h 208491"/>
                <a:gd name="connsiteX64" fmla="*/ 178872 w 208491"/>
                <a:gd name="connsiteY64" fmla="*/ 157320 h 208491"/>
                <a:gd name="connsiteX65" fmla="*/ 165387 w 208491"/>
                <a:gd name="connsiteY65" fmla="*/ 143950 h 208491"/>
                <a:gd name="connsiteX66" fmla="*/ 164235 w 208491"/>
                <a:gd name="connsiteY66" fmla="*/ 135767 h 208491"/>
                <a:gd name="connsiteX67" fmla="*/ 168960 w 208491"/>
                <a:gd name="connsiteY67" fmla="*/ 124242 h 208491"/>
                <a:gd name="connsiteX68" fmla="*/ 175645 w 208491"/>
                <a:gd name="connsiteY68" fmla="*/ 119286 h 208491"/>
                <a:gd name="connsiteX69" fmla="*/ 194546 w 208491"/>
                <a:gd name="connsiteY69" fmla="*/ 119286 h 208491"/>
                <a:gd name="connsiteX70" fmla="*/ 194546 w 208491"/>
                <a:gd name="connsiteY70" fmla="*/ 88975 h 208491"/>
                <a:gd name="connsiteX71" fmla="*/ 175760 w 208491"/>
                <a:gd name="connsiteY71" fmla="*/ 88975 h 208491"/>
                <a:gd name="connsiteX72" fmla="*/ 169075 w 208491"/>
                <a:gd name="connsiteY72" fmla="*/ 84134 h 208491"/>
                <a:gd name="connsiteX73" fmla="*/ 164350 w 208491"/>
                <a:gd name="connsiteY73" fmla="*/ 72609 h 208491"/>
                <a:gd name="connsiteX74" fmla="*/ 165503 w 208491"/>
                <a:gd name="connsiteY74" fmla="*/ 64426 h 208491"/>
                <a:gd name="connsiteX75" fmla="*/ 178872 w 208491"/>
                <a:gd name="connsiteY75" fmla="*/ 51057 h 208491"/>
                <a:gd name="connsiteX76" fmla="*/ 157320 w 208491"/>
                <a:gd name="connsiteY76" fmla="*/ 29620 h 208491"/>
                <a:gd name="connsiteX77" fmla="*/ 143950 w 208491"/>
                <a:gd name="connsiteY77" fmla="*/ 42989 h 208491"/>
                <a:gd name="connsiteX78" fmla="*/ 135767 w 208491"/>
                <a:gd name="connsiteY78" fmla="*/ 44257 h 208491"/>
                <a:gd name="connsiteX79" fmla="*/ 124242 w 208491"/>
                <a:gd name="connsiteY79" fmla="*/ 39532 h 208491"/>
                <a:gd name="connsiteX80" fmla="*/ 119286 w 208491"/>
                <a:gd name="connsiteY80" fmla="*/ 32847 h 208491"/>
                <a:gd name="connsiteX81" fmla="*/ 119286 w 208491"/>
                <a:gd name="connsiteY81" fmla="*/ 13946 h 208491"/>
                <a:gd name="connsiteX82" fmla="*/ 89090 w 208491"/>
                <a:gd name="connsiteY82" fmla="*/ 13946 h 208491"/>
                <a:gd name="connsiteX83" fmla="*/ 89090 w 208491"/>
                <a:gd name="connsiteY83" fmla="*/ 32847 h 208491"/>
                <a:gd name="connsiteX84" fmla="*/ 84134 w 208491"/>
                <a:gd name="connsiteY84" fmla="*/ 39532 h 208491"/>
                <a:gd name="connsiteX85" fmla="*/ 72609 w 208491"/>
                <a:gd name="connsiteY85" fmla="*/ 44257 h 208491"/>
                <a:gd name="connsiteX86" fmla="*/ 64426 w 208491"/>
                <a:gd name="connsiteY86" fmla="*/ 42989 h 208491"/>
                <a:gd name="connsiteX87" fmla="*/ 51057 w 208491"/>
                <a:gd name="connsiteY87" fmla="*/ 29620 h 208491"/>
                <a:gd name="connsiteX88" fmla="*/ 29505 w 208491"/>
                <a:gd name="connsiteY88" fmla="*/ 51172 h 208491"/>
                <a:gd name="connsiteX89" fmla="*/ 42874 w 208491"/>
                <a:gd name="connsiteY89" fmla="*/ 64541 h 208491"/>
                <a:gd name="connsiteX90" fmla="*/ 44142 w 208491"/>
                <a:gd name="connsiteY90" fmla="*/ 72724 h 208491"/>
                <a:gd name="connsiteX91" fmla="*/ 39416 w 208491"/>
                <a:gd name="connsiteY91" fmla="*/ 84250 h 208491"/>
                <a:gd name="connsiteX92" fmla="*/ 32732 w 208491"/>
                <a:gd name="connsiteY92" fmla="*/ 89090 h 208491"/>
                <a:gd name="connsiteX93" fmla="*/ 14407 w 208491"/>
                <a:gd name="connsiteY93" fmla="*/ 89090 h 208491"/>
                <a:gd name="connsiteX94" fmla="*/ 14407 w 208491"/>
                <a:gd name="connsiteY94" fmla="*/ 119517 h 208491"/>
                <a:gd name="connsiteX95" fmla="*/ 32847 w 208491"/>
                <a:gd name="connsiteY95" fmla="*/ 119517 h 208491"/>
                <a:gd name="connsiteX96" fmla="*/ 39532 w 208491"/>
                <a:gd name="connsiteY96" fmla="*/ 124473 h 208491"/>
                <a:gd name="connsiteX97" fmla="*/ 44257 w 208491"/>
                <a:gd name="connsiteY97" fmla="*/ 135998 h 208491"/>
                <a:gd name="connsiteX98" fmla="*/ 42989 w 208491"/>
                <a:gd name="connsiteY98" fmla="*/ 144181 h 208491"/>
                <a:gd name="connsiteX99" fmla="*/ 29620 w 208491"/>
                <a:gd name="connsiteY99" fmla="*/ 157550 h 208491"/>
                <a:gd name="connsiteX100" fmla="*/ 51172 w 208491"/>
                <a:gd name="connsiteY100" fmla="*/ 178987 h 208491"/>
                <a:gd name="connsiteX101" fmla="*/ 64541 w 208491"/>
                <a:gd name="connsiteY101" fmla="*/ 165618 h 208491"/>
                <a:gd name="connsiteX102" fmla="*/ 72724 w 208491"/>
                <a:gd name="connsiteY102" fmla="*/ 164350 h 208491"/>
                <a:gd name="connsiteX103" fmla="*/ 84250 w 208491"/>
                <a:gd name="connsiteY103" fmla="*/ 169191 h 208491"/>
                <a:gd name="connsiteX104" fmla="*/ 89205 w 208491"/>
                <a:gd name="connsiteY104" fmla="*/ 175875 h 20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08491" h="208491">
                  <a:moveTo>
                    <a:pt x="126432" y="208492"/>
                  </a:moveTo>
                  <a:lnTo>
                    <a:pt x="82060" y="208492"/>
                  </a:lnTo>
                  <a:cubicBezTo>
                    <a:pt x="78203" y="208430"/>
                    <a:pt x="75091" y="205318"/>
                    <a:pt x="75029" y="201461"/>
                  </a:cubicBezTo>
                  <a:lnTo>
                    <a:pt x="75029" y="180601"/>
                  </a:lnTo>
                  <a:lnTo>
                    <a:pt x="70880" y="178757"/>
                  </a:lnTo>
                  <a:lnTo>
                    <a:pt x="56128" y="193624"/>
                  </a:lnTo>
                  <a:cubicBezTo>
                    <a:pt x="53361" y="196288"/>
                    <a:pt x="48983" y="196288"/>
                    <a:pt x="46216" y="193624"/>
                  </a:cubicBezTo>
                  <a:lnTo>
                    <a:pt x="14407" y="162276"/>
                  </a:lnTo>
                  <a:cubicBezTo>
                    <a:pt x="13117" y="160943"/>
                    <a:pt x="12376" y="159174"/>
                    <a:pt x="12332" y="157320"/>
                  </a:cubicBezTo>
                  <a:cubicBezTo>
                    <a:pt x="12353" y="155461"/>
                    <a:pt x="13097" y="153683"/>
                    <a:pt x="14407" y="152364"/>
                  </a:cubicBezTo>
                  <a:lnTo>
                    <a:pt x="29159" y="137611"/>
                  </a:lnTo>
                  <a:lnTo>
                    <a:pt x="27430" y="133347"/>
                  </a:lnTo>
                  <a:lnTo>
                    <a:pt x="7030" y="133347"/>
                  </a:lnTo>
                  <a:cubicBezTo>
                    <a:pt x="3212" y="133411"/>
                    <a:pt x="65" y="130367"/>
                    <a:pt x="1" y="126548"/>
                  </a:cubicBezTo>
                  <a:cubicBezTo>
                    <a:pt x="0" y="126509"/>
                    <a:pt x="0" y="126471"/>
                    <a:pt x="0" y="126432"/>
                  </a:cubicBezTo>
                  <a:lnTo>
                    <a:pt x="0" y="82060"/>
                  </a:lnTo>
                  <a:cubicBezTo>
                    <a:pt x="0" y="78177"/>
                    <a:pt x="3148" y="75029"/>
                    <a:pt x="7030" y="75029"/>
                  </a:cubicBezTo>
                  <a:lnTo>
                    <a:pt x="27891" y="75029"/>
                  </a:lnTo>
                  <a:lnTo>
                    <a:pt x="29620" y="70880"/>
                  </a:lnTo>
                  <a:lnTo>
                    <a:pt x="14407" y="56013"/>
                  </a:lnTo>
                  <a:cubicBezTo>
                    <a:pt x="11670" y="53441"/>
                    <a:pt x="11535" y="49138"/>
                    <a:pt x="14107" y="46401"/>
                  </a:cubicBezTo>
                  <a:cubicBezTo>
                    <a:pt x="14203" y="46298"/>
                    <a:pt x="14304" y="46198"/>
                    <a:pt x="14407" y="46101"/>
                  </a:cubicBezTo>
                  <a:lnTo>
                    <a:pt x="45755" y="14752"/>
                  </a:lnTo>
                  <a:cubicBezTo>
                    <a:pt x="47044" y="13398"/>
                    <a:pt x="48842" y="12646"/>
                    <a:pt x="50711" y="12678"/>
                  </a:cubicBezTo>
                  <a:cubicBezTo>
                    <a:pt x="52575" y="12673"/>
                    <a:pt x="54362" y="13421"/>
                    <a:pt x="55667" y="14752"/>
                  </a:cubicBezTo>
                  <a:lnTo>
                    <a:pt x="70419" y="29505"/>
                  </a:lnTo>
                  <a:cubicBezTo>
                    <a:pt x="71760" y="28831"/>
                    <a:pt x="73146" y="28253"/>
                    <a:pt x="74568" y="27776"/>
                  </a:cubicBezTo>
                  <a:lnTo>
                    <a:pt x="74568" y="6915"/>
                  </a:lnTo>
                  <a:cubicBezTo>
                    <a:pt x="74631" y="3077"/>
                    <a:pt x="77761" y="-1"/>
                    <a:pt x="81599" y="0"/>
                  </a:cubicBezTo>
                  <a:lnTo>
                    <a:pt x="125971" y="0"/>
                  </a:lnTo>
                  <a:cubicBezTo>
                    <a:pt x="129790" y="0"/>
                    <a:pt x="132886" y="3096"/>
                    <a:pt x="132886" y="6915"/>
                  </a:cubicBezTo>
                  <a:lnTo>
                    <a:pt x="132886" y="27891"/>
                  </a:lnTo>
                  <a:cubicBezTo>
                    <a:pt x="134353" y="28347"/>
                    <a:pt x="135780" y="28926"/>
                    <a:pt x="137151" y="29620"/>
                  </a:cubicBezTo>
                  <a:lnTo>
                    <a:pt x="152710" y="14868"/>
                  </a:lnTo>
                  <a:cubicBezTo>
                    <a:pt x="155373" y="12131"/>
                    <a:pt x="159751" y="12071"/>
                    <a:pt x="162488" y="14734"/>
                  </a:cubicBezTo>
                  <a:cubicBezTo>
                    <a:pt x="162533" y="14778"/>
                    <a:pt x="162578" y="14823"/>
                    <a:pt x="162621" y="14868"/>
                  </a:cubicBezTo>
                  <a:lnTo>
                    <a:pt x="193624" y="46101"/>
                  </a:lnTo>
                  <a:cubicBezTo>
                    <a:pt x="196329" y="48706"/>
                    <a:pt x="196411" y="53011"/>
                    <a:pt x="193806" y="55716"/>
                  </a:cubicBezTo>
                  <a:cubicBezTo>
                    <a:pt x="193746" y="55777"/>
                    <a:pt x="193686" y="55838"/>
                    <a:pt x="193624" y="55897"/>
                  </a:cubicBezTo>
                  <a:lnTo>
                    <a:pt x="178872" y="70765"/>
                  </a:lnTo>
                  <a:lnTo>
                    <a:pt x="180601" y="74914"/>
                  </a:lnTo>
                  <a:lnTo>
                    <a:pt x="201461" y="74914"/>
                  </a:lnTo>
                  <a:cubicBezTo>
                    <a:pt x="205344" y="74914"/>
                    <a:pt x="208492" y="78062"/>
                    <a:pt x="208492" y="81945"/>
                  </a:cubicBezTo>
                  <a:lnTo>
                    <a:pt x="208492" y="126778"/>
                  </a:lnTo>
                  <a:cubicBezTo>
                    <a:pt x="208492" y="130597"/>
                    <a:pt x="205397" y="133693"/>
                    <a:pt x="201578" y="133694"/>
                  </a:cubicBezTo>
                  <a:cubicBezTo>
                    <a:pt x="201539" y="133694"/>
                    <a:pt x="201500" y="133694"/>
                    <a:pt x="201461" y="133693"/>
                  </a:cubicBezTo>
                  <a:lnTo>
                    <a:pt x="180601" y="133693"/>
                  </a:lnTo>
                  <a:lnTo>
                    <a:pt x="178872" y="137957"/>
                  </a:lnTo>
                  <a:lnTo>
                    <a:pt x="193624" y="152710"/>
                  </a:lnTo>
                  <a:cubicBezTo>
                    <a:pt x="196361" y="155373"/>
                    <a:pt x="196421" y="159751"/>
                    <a:pt x="193757" y="162488"/>
                  </a:cubicBezTo>
                  <a:cubicBezTo>
                    <a:pt x="193714" y="162533"/>
                    <a:pt x="193669" y="162578"/>
                    <a:pt x="193624" y="162621"/>
                  </a:cubicBezTo>
                  <a:lnTo>
                    <a:pt x="162276" y="193624"/>
                  </a:lnTo>
                  <a:cubicBezTo>
                    <a:pt x="159509" y="196288"/>
                    <a:pt x="155131" y="196288"/>
                    <a:pt x="152364" y="193624"/>
                  </a:cubicBezTo>
                  <a:lnTo>
                    <a:pt x="137611" y="178757"/>
                  </a:lnTo>
                  <a:lnTo>
                    <a:pt x="133347" y="180601"/>
                  </a:lnTo>
                  <a:lnTo>
                    <a:pt x="133347" y="201461"/>
                  </a:lnTo>
                  <a:cubicBezTo>
                    <a:pt x="133348" y="205300"/>
                    <a:pt x="130270" y="208429"/>
                    <a:pt x="126432" y="208492"/>
                  </a:cubicBezTo>
                  <a:close/>
                  <a:moveTo>
                    <a:pt x="89090" y="194431"/>
                  </a:moveTo>
                  <a:lnTo>
                    <a:pt x="119402" y="194431"/>
                  </a:lnTo>
                  <a:lnTo>
                    <a:pt x="119402" y="175645"/>
                  </a:lnTo>
                  <a:cubicBezTo>
                    <a:pt x="119378" y="172561"/>
                    <a:pt x="121400" y="169834"/>
                    <a:pt x="124357" y="168960"/>
                  </a:cubicBezTo>
                  <a:cubicBezTo>
                    <a:pt x="128356" y="167749"/>
                    <a:pt x="132218" y="166127"/>
                    <a:pt x="135883" y="164120"/>
                  </a:cubicBezTo>
                  <a:cubicBezTo>
                    <a:pt x="138596" y="162721"/>
                    <a:pt x="141903" y="163233"/>
                    <a:pt x="144066" y="165387"/>
                  </a:cubicBezTo>
                  <a:lnTo>
                    <a:pt x="157435" y="178757"/>
                  </a:lnTo>
                  <a:lnTo>
                    <a:pt x="178872" y="157320"/>
                  </a:lnTo>
                  <a:lnTo>
                    <a:pt x="165387" y="143950"/>
                  </a:lnTo>
                  <a:cubicBezTo>
                    <a:pt x="163271" y="141760"/>
                    <a:pt x="162806" y="138457"/>
                    <a:pt x="164235" y="135767"/>
                  </a:cubicBezTo>
                  <a:cubicBezTo>
                    <a:pt x="166157" y="132078"/>
                    <a:pt x="167739" y="128220"/>
                    <a:pt x="168960" y="124242"/>
                  </a:cubicBezTo>
                  <a:cubicBezTo>
                    <a:pt x="169834" y="121284"/>
                    <a:pt x="172561" y="119263"/>
                    <a:pt x="175645" y="119286"/>
                  </a:cubicBezTo>
                  <a:lnTo>
                    <a:pt x="194546" y="119286"/>
                  </a:lnTo>
                  <a:lnTo>
                    <a:pt x="194546" y="88975"/>
                  </a:lnTo>
                  <a:lnTo>
                    <a:pt x="175760" y="88975"/>
                  </a:lnTo>
                  <a:cubicBezTo>
                    <a:pt x="172708" y="89014"/>
                    <a:pt x="169991" y="87046"/>
                    <a:pt x="169075" y="84134"/>
                  </a:cubicBezTo>
                  <a:cubicBezTo>
                    <a:pt x="167876" y="80149"/>
                    <a:pt x="166293" y="76289"/>
                    <a:pt x="164350" y="72609"/>
                  </a:cubicBezTo>
                  <a:cubicBezTo>
                    <a:pt x="162883" y="69927"/>
                    <a:pt x="163352" y="66599"/>
                    <a:pt x="165503" y="64426"/>
                  </a:cubicBezTo>
                  <a:lnTo>
                    <a:pt x="178872" y="51057"/>
                  </a:lnTo>
                  <a:lnTo>
                    <a:pt x="157320" y="29620"/>
                  </a:lnTo>
                  <a:lnTo>
                    <a:pt x="143950" y="42989"/>
                  </a:lnTo>
                  <a:cubicBezTo>
                    <a:pt x="141787" y="45144"/>
                    <a:pt x="138481" y="45656"/>
                    <a:pt x="135767" y="44257"/>
                  </a:cubicBezTo>
                  <a:cubicBezTo>
                    <a:pt x="132078" y="42334"/>
                    <a:pt x="128220" y="40753"/>
                    <a:pt x="124242" y="39532"/>
                  </a:cubicBezTo>
                  <a:cubicBezTo>
                    <a:pt x="121307" y="38625"/>
                    <a:pt x="119301" y="35919"/>
                    <a:pt x="119286" y="32847"/>
                  </a:cubicBezTo>
                  <a:lnTo>
                    <a:pt x="119286" y="13946"/>
                  </a:lnTo>
                  <a:lnTo>
                    <a:pt x="89090" y="13946"/>
                  </a:lnTo>
                  <a:lnTo>
                    <a:pt x="89090" y="32847"/>
                  </a:lnTo>
                  <a:cubicBezTo>
                    <a:pt x="89040" y="35906"/>
                    <a:pt x="87047" y="38594"/>
                    <a:pt x="84134" y="39532"/>
                  </a:cubicBezTo>
                  <a:cubicBezTo>
                    <a:pt x="80157" y="40753"/>
                    <a:pt x="76299" y="42334"/>
                    <a:pt x="72609" y="44257"/>
                  </a:cubicBezTo>
                  <a:cubicBezTo>
                    <a:pt x="69895" y="45656"/>
                    <a:pt x="66589" y="45144"/>
                    <a:pt x="64426" y="42989"/>
                  </a:cubicBezTo>
                  <a:lnTo>
                    <a:pt x="51057" y="29620"/>
                  </a:lnTo>
                  <a:lnTo>
                    <a:pt x="29505" y="51172"/>
                  </a:lnTo>
                  <a:lnTo>
                    <a:pt x="42874" y="64541"/>
                  </a:lnTo>
                  <a:cubicBezTo>
                    <a:pt x="45100" y="66668"/>
                    <a:pt x="45620" y="70024"/>
                    <a:pt x="44142" y="72724"/>
                  </a:cubicBezTo>
                  <a:cubicBezTo>
                    <a:pt x="42199" y="76405"/>
                    <a:pt x="40616" y="80264"/>
                    <a:pt x="39416" y="84250"/>
                  </a:cubicBezTo>
                  <a:cubicBezTo>
                    <a:pt x="38469" y="87139"/>
                    <a:pt x="35772" y="89092"/>
                    <a:pt x="32732" y="89090"/>
                  </a:cubicBezTo>
                  <a:lnTo>
                    <a:pt x="14407" y="89090"/>
                  </a:lnTo>
                  <a:lnTo>
                    <a:pt x="14407" y="119517"/>
                  </a:lnTo>
                  <a:lnTo>
                    <a:pt x="32847" y="119517"/>
                  </a:lnTo>
                  <a:cubicBezTo>
                    <a:pt x="35919" y="119531"/>
                    <a:pt x="38625" y="121538"/>
                    <a:pt x="39532" y="124473"/>
                  </a:cubicBezTo>
                  <a:cubicBezTo>
                    <a:pt x="40753" y="128450"/>
                    <a:pt x="42334" y="132308"/>
                    <a:pt x="44257" y="135998"/>
                  </a:cubicBezTo>
                  <a:cubicBezTo>
                    <a:pt x="45735" y="138698"/>
                    <a:pt x="45215" y="142055"/>
                    <a:pt x="42989" y="144181"/>
                  </a:cubicBezTo>
                  <a:lnTo>
                    <a:pt x="29620" y="157550"/>
                  </a:lnTo>
                  <a:lnTo>
                    <a:pt x="51172" y="178987"/>
                  </a:lnTo>
                  <a:lnTo>
                    <a:pt x="64541" y="165618"/>
                  </a:lnTo>
                  <a:cubicBezTo>
                    <a:pt x="66704" y="163463"/>
                    <a:pt x="70011" y="162951"/>
                    <a:pt x="72724" y="164350"/>
                  </a:cubicBezTo>
                  <a:cubicBezTo>
                    <a:pt x="76389" y="166357"/>
                    <a:pt x="80251" y="167979"/>
                    <a:pt x="84250" y="169191"/>
                  </a:cubicBezTo>
                  <a:cubicBezTo>
                    <a:pt x="87184" y="170097"/>
                    <a:pt x="89191" y="172804"/>
                    <a:pt x="89205" y="17587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C137F954-0FB8-224E-B10D-CB76C24F580C}"/>
                </a:ext>
              </a:extLst>
            </p:cNvPr>
            <p:cNvSpPr/>
            <p:nvPr/>
          </p:nvSpPr>
          <p:spPr>
            <a:xfrm>
              <a:off x="7160441" y="2898566"/>
              <a:ext cx="111794" cy="111794"/>
            </a:xfrm>
            <a:custGeom>
              <a:avLst/>
              <a:gdLst>
                <a:gd name="connsiteX0" fmla="*/ 55780 w 111794"/>
                <a:gd name="connsiteY0" fmla="*/ 111795 h 111794"/>
                <a:gd name="connsiteX1" fmla="*/ 0 w 111794"/>
                <a:gd name="connsiteY1" fmla="*/ 55780 h 111794"/>
                <a:gd name="connsiteX2" fmla="*/ 56015 w 111794"/>
                <a:gd name="connsiteY2" fmla="*/ 0 h 111794"/>
                <a:gd name="connsiteX3" fmla="*/ 111793 w 111794"/>
                <a:gd name="connsiteY3" fmla="*/ 55436 h 111794"/>
                <a:gd name="connsiteX4" fmla="*/ 56359 w 111794"/>
                <a:gd name="connsiteY4" fmla="*/ 111793 h 111794"/>
                <a:gd name="connsiteX5" fmla="*/ 55780 w 111794"/>
                <a:gd name="connsiteY5" fmla="*/ 111795 h 111794"/>
                <a:gd name="connsiteX6" fmla="*/ 55780 w 111794"/>
                <a:gd name="connsiteY6" fmla="*/ 13945 h 111794"/>
                <a:gd name="connsiteX7" fmla="*/ 13831 w 111794"/>
                <a:gd name="connsiteY7" fmla="*/ 55900 h 111794"/>
                <a:gd name="connsiteX8" fmla="*/ 55785 w 111794"/>
                <a:gd name="connsiteY8" fmla="*/ 97849 h 111794"/>
                <a:gd name="connsiteX9" fmla="*/ 97735 w 111794"/>
                <a:gd name="connsiteY9" fmla="*/ 55895 h 111794"/>
                <a:gd name="connsiteX10" fmla="*/ 97732 w 111794"/>
                <a:gd name="connsiteY10" fmla="*/ 55436 h 111794"/>
                <a:gd name="connsiteX11" fmla="*/ 55780 w 111794"/>
                <a:gd name="connsiteY11" fmla="*/ 13945 h 1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794" h="111794">
                  <a:moveTo>
                    <a:pt x="55780" y="111795"/>
                  </a:moveTo>
                  <a:cubicBezTo>
                    <a:pt x="24909" y="111730"/>
                    <a:pt x="-65" y="86652"/>
                    <a:pt x="0" y="55780"/>
                  </a:cubicBezTo>
                  <a:cubicBezTo>
                    <a:pt x="65" y="24909"/>
                    <a:pt x="25143" y="-65"/>
                    <a:pt x="56015" y="0"/>
                  </a:cubicBezTo>
                  <a:cubicBezTo>
                    <a:pt x="86660" y="64"/>
                    <a:pt x="111540" y="24792"/>
                    <a:pt x="111793" y="55436"/>
                  </a:cubicBezTo>
                  <a:cubicBezTo>
                    <a:pt x="112048" y="86307"/>
                    <a:pt x="87229" y="111538"/>
                    <a:pt x="56359" y="111793"/>
                  </a:cubicBezTo>
                  <a:cubicBezTo>
                    <a:pt x="56166" y="111795"/>
                    <a:pt x="55973" y="111795"/>
                    <a:pt x="55780" y="111795"/>
                  </a:cubicBezTo>
                  <a:close/>
                  <a:moveTo>
                    <a:pt x="55780" y="13945"/>
                  </a:moveTo>
                  <a:cubicBezTo>
                    <a:pt x="32611" y="13947"/>
                    <a:pt x="13830" y="32730"/>
                    <a:pt x="13831" y="55900"/>
                  </a:cubicBezTo>
                  <a:cubicBezTo>
                    <a:pt x="13832" y="79069"/>
                    <a:pt x="32616" y="97851"/>
                    <a:pt x="55785" y="97849"/>
                  </a:cubicBezTo>
                  <a:cubicBezTo>
                    <a:pt x="78955" y="97848"/>
                    <a:pt x="97736" y="79064"/>
                    <a:pt x="97735" y="55895"/>
                  </a:cubicBezTo>
                  <a:cubicBezTo>
                    <a:pt x="97735" y="55742"/>
                    <a:pt x="97734" y="55589"/>
                    <a:pt x="97732" y="55436"/>
                  </a:cubicBezTo>
                  <a:cubicBezTo>
                    <a:pt x="97418" y="32473"/>
                    <a:pt x="78745" y="14006"/>
                    <a:pt x="55780" y="1394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F07C7958-ADEC-794F-880B-AEC4D8F2CBC5}"/>
                </a:ext>
              </a:extLst>
            </p:cNvPr>
            <p:cNvSpPr/>
            <p:nvPr/>
          </p:nvSpPr>
          <p:spPr>
            <a:xfrm>
              <a:off x="7007843" y="2642820"/>
              <a:ext cx="264506" cy="203882"/>
            </a:xfrm>
            <a:custGeom>
              <a:avLst/>
              <a:gdLst>
                <a:gd name="connsiteX0" fmla="*/ 257590 w 264506"/>
                <a:gd name="connsiteY0" fmla="*/ 203882 h 203882"/>
                <a:gd name="connsiteX1" fmla="*/ 250561 w 264506"/>
                <a:gd name="connsiteY1" fmla="*/ 197083 h 203882"/>
                <a:gd name="connsiteX2" fmla="*/ 250560 w 264506"/>
                <a:gd name="connsiteY2" fmla="*/ 196967 h 203882"/>
                <a:gd name="connsiteX3" fmla="*/ 250560 w 264506"/>
                <a:gd name="connsiteY3" fmla="*/ 13946 h 203882"/>
                <a:gd name="connsiteX4" fmla="*/ 13947 w 264506"/>
                <a:gd name="connsiteY4" fmla="*/ 13946 h 203882"/>
                <a:gd name="connsiteX5" fmla="*/ 13947 w 264506"/>
                <a:gd name="connsiteY5" fmla="*/ 27084 h 203882"/>
                <a:gd name="connsiteX6" fmla="*/ 230391 w 264506"/>
                <a:gd name="connsiteY6" fmla="*/ 27084 h 203882"/>
                <a:gd name="connsiteX7" fmla="*/ 237421 w 264506"/>
                <a:gd name="connsiteY7" fmla="*/ 34115 h 203882"/>
                <a:gd name="connsiteX8" fmla="*/ 237421 w 264506"/>
                <a:gd name="connsiteY8" fmla="*/ 184404 h 203882"/>
                <a:gd name="connsiteX9" fmla="*/ 229550 w 264506"/>
                <a:gd name="connsiteY9" fmla="*/ 190478 h 203882"/>
                <a:gd name="connsiteX10" fmla="*/ 223476 w 264506"/>
                <a:gd name="connsiteY10" fmla="*/ 184404 h 203882"/>
                <a:gd name="connsiteX11" fmla="*/ 223476 w 264506"/>
                <a:gd name="connsiteY11" fmla="*/ 41030 h 203882"/>
                <a:gd name="connsiteX12" fmla="*/ 6916 w 264506"/>
                <a:gd name="connsiteY12" fmla="*/ 41030 h 203882"/>
                <a:gd name="connsiteX13" fmla="*/ 1 w 264506"/>
                <a:gd name="connsiteY13" fmla="*/ 34115 h 203882"/>
                <a:gd name="connsiteX14" fmla="*/ 1 w 264506"/>
                <a:gd name="connsiteY14" fmla="*/ 7030 h 203882"/>
                <a:gd name="connsiteX15" fmla="*/ 6800 w 264506"/>
                <a:gd name="connsiteY15" fmla="*/ 1 h 203882"/>
                <a:gd name="connsiteX16" fmla="*/ 6916 w 264506"/>
                <a:gd name="connsiteY16" fmla="*/ 0 h 203882"/>
                <a:gd name="connsiteX17" fmla="*/ 257590 w 264506"/>
                <a:gd name="connsiteY17" fmla="*/ 0 h 203882"/>
                <a:gd name="connsiteX18" fmla="*/ 264506 w 264506"/>
                <a:gd name="connsiteY18" fmla="*/ 6914 h 203882"/>
                <a:gd name="connsiteX19" fmla="*/ 264505 w 264506"/>
                <a:gd name="connsiteY19" fmla="*/ 7030 h 203882"/>
                <a:gd name="connsiteX20" fmla="*/ 264505 w 264506"/>
                <a:gd name="connsiteY20" fmla="*/ 196967 h 203882"/>
                <a:gd name="connsiteX21" fmla="*/ 257590 w 264506"/>
                <a:gd name="connsiteY21" fmla="*/ 203882 h 20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4506" h="203882">
                  <a:moveTo>
                    <a:pt x="257590" y="203882"/>
                  </a:moveTo>
                  <a:cubicBezTo>
                    <a:pt x="253772" y="203945"/>
                    <a:pt x="250625" y="200901"/>
                    <a:pt x="250561" y="197083"/>
                  </a:cubicBezTo>
                  <a:cubicBezTo>
                    <a:pt x="250560" y="197044"/>
                    <a:pt x="250560" y="197005"/>
                    <a:pt x="250560" y="196967"/>
                  </a:cubicBezTo>
                  <a:lnTo>
                    <a:pt x="250560" y="13946"/>
                  </a:lnTo>
                  <a:lnTo>
                    <a:pt x="13947" y="13946"/>
                  </a:lnTo>
                  <a:lnTo>
                    <a:pt x="13947" y="27084"/>
                  </a:lnTo>
                  <a:lnTo>
                    <a:pt x="230391" y="27084"/>
                  </a:lnTo>
                  <a:cubicBezTo>
                    <a:pt x="234274" y="27084"/>
                    <a:pt x="237421" y="30232"/>
                    <a:pt x="237421" y="34115"/>
                  </a:cubicBezTo>
                  <a:lnTo>
                    <a:pt x="237421" y="184404"/>
                  </a:lnTo>
                  <a:cubicBezTo>
                    <a:pt x="236925" y="188255"/>
                    <a:pt x="233401" y="190975"/>
                    <a:pt x="229550" y="190478"/>
                  </a:cubicBezTo>
                  <a:cubicBezTo>
                    <a:pt x="226380" y="190070"/>
                    <a:pt x="223884" y="187574"/>
                    <a:pt x="223476" y="184404"/>
                  </a:cubicBezTo>
                  <a:lnTo>
                    <a:pt x="223476" y="41030"/>
                  </a:lnTo>
                  <a:lnTo>
                    <a:pt x="6916" y="41030"/>
                  </a:lnTo>
                  <a:cubicBezTo>
                    <a:pt x="3097" y="41030"/>
                    <a:pt x="1" y="37934"/>
                    <a:pt x="1" y="34115"/>
                  </a:cubicBezTo>
                  <a:lnTo>
                    <a:pt x="1" y="7030"/>
                  </a:lnTo>
                  <a:cubicBezTo>
                    <a:pt x="-63" y="3212"/>
                    <a:pt x="2981" y="65"/>
                    <a:pt x="6800" y="1"/>
                  </a:cubicBezTo>
                  <a:cubicBezTo>
                    <a:pt x="6839" y="0"/>
                    <a:pt x="6877" y="0"/>
                    <a:pt x="6916" y="0"/>
                  </a:cubicBezTo>
                  <a:lnTo>
                    <a:pt x="257590" y="0"/>
                  </a:lnTo>
                  <a:cubicBezTo>
                    <a:pt x="261409" y="-1"/>
                    <a:pt x="264506" y="3095"/>
                    <a:pt x="264506" y="6914"/>
                  </a:cubicBezTo>
                  <a:cubicBezTo>
                    <a:pt x="264506" y="6953"/>
                    <a:pt x="264506" y="6992"/>
                    <a:pt x="264505" y="7030"/>
                  </a:cubicBezTo>
                  <a:lnTo>
                    <a:pt x="264505" y="196967"/>
                  </a:lnTo>
                  <a:cubicBezTo>
                    <a:pt x="264505" y="200786"/>
                    <a:pt x="261409" y="203882"/>
                    <a:pt x="257590" y="203882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8BEBEEA6-B1C6-D548-ABD4-25E14F3A6F02}"/>
                </a:ext>
              </a:extLst>
            </p:cNvPr>
            <p:cNvSpPr/>
            <p:nvPr/>
          </p:nvSpPr>
          <p:spPr>
            <a:xfrm>
              <a:off x="6981090" y="2669905"/>
              <a:ext cx="264174" cy="164351"/>
            </a:xfrm>
            <a:custGeom>
              <a:avLst/>
              <a:gdLst>
                <a:gd name="connsiteX0" fmla="*/ 230059 w 264174"/>
                <a:gd name="connsiteY0" fmla="*/ 164350 h 164351"/>
                <a:gd name="connsiteX1" fmla="*/ 223030 w 264174"/>
                <a:gd name="connsiteY1" fmla="*/ 157551 h 164351"/>
                <a:gd name="connsiteX2" fmla="*/ 223029 w 264174"/>
                <a:gd name="connsiteY2" fmla="*/ 157435 h 164351"/>
                <a:gd name="connsiteX3" fmla="*/ 223029 w 264174"/>
                <a:gd name="connsiteY3" fmla="*/ 41145 h 164351"/>
                <a:gd name="connsiteX4" fmla="*/ 7046 w 264174"/>
                <a:gd name="connsiteY4" fmla="*/ 41145 h 164351"/>
                <a:gd name="connsiteX5" fmla="*/ 15 w 264174"/>
                <a:gd name="connsiteY5" fmla="*/ 34115 h 164351"/>
                <a:gd name="connsiteX6" fmla="*/ 15 w 264174"/>
                <a:gd name="connsiteY6" fmla="*/ 7491 h 164351"/>
                <a:gd name="connsiteX7" fmla="*/ 6570 w 264174"/>
                <a:gd name="connsiteY7" fmla="*/ 15 h 164351"/>
                <a:gd name="connsiteX8" fmla="*/ 7046 w 264174"/>
                <a:gd name="connsiteY8" fmla="*/ 0 h 164351"/>
                <a:gd name="connsiteX9" fmla="*/ 257144 w 264174"/>
                <a:gd name="connsiteY9" fmla="*/ 0 h 164351"/>
                <a:gd name="connsiteX10" fmla="*/ 264174 w 264174"/>
                <a:gd name="connsiteY10" fmla="*/ 7030 h 164351"/>
                <a:gd name="connsiteX11" fmla="*/ 264174 w 264174"/>
                <a:gd name="connsiteY11" fmla="*/ 153055 h 164351"/>
                <a:gd name="connsiteX12" fmla="*/ 256303 w 264174"/>
                <a:gd name="connsiteY12" fmla="*/ 159130 h 164351"/>
                <a:gd name="connsiteX13" fmla="*/ 250229 w 264174"/>
                <a:gd name="connsiteY13" fmla="*/ 153055 h 164351"/>
                <a:gd name="connsiteX14" fmla="*/ 250229 w 264174"/>
                <a:gd name="connsiteY14" fmla="*/ 13946 h 164351"/>
                <a:gd name="connsiteX15" fmla="*/ 13500 w 264174"/>
                <a:gd name="connsiteY15" fmla="*/ 13946 h 164351"/>
                <a:gd name="connsiteX16" fmla="*/ 13500 w 264174"/>
                <a:gd name="connsiteY16" fmla="*/ 27200 h 164351"/>
                <a:gd name="connsiteX17" fmla="*/ 230059 w 264174"/>
                <a:gd name="connsiteY17" fmla="*/ 27200 h 164351"/>
                <a:gd name="connsiteX18" fmla="*/ 237090 w 264174"/>
                <a:gd name="connsiteY18" fmla="*/ 34115 h 164351"/>
                <a:gd name="connsiteX19" fmla="*/ 237090 w 264174"/>
                <a:gd name="connsiteY19" fmla="*/ 157320 h 164351"/>
                <a:gd name="connsiteX20" fmla="*/ 230059 w 264174"/>
                <a:gd name="connsiteY20" fmla="*/ 164350 h 1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4174" h="164351">
                  <a:moveTo>
                    <a:pt x="230059" y="164350"/>
                  </a:moveTo>
                  <a:cubicBezTo>
                    <a:pt x="226241" y="164414"/>
                    <a:pt x="223094" y="161370"/>
                    <a:pt x="223030" y="157551"/>
                  </a:cubicBezTo>
                  <a:cubicBezTo>
                    <a:pt x="223029" y="157512"/>
                    <a:pt x="223029" y="157474"/>
                    <a:pt x="223029" y="157435"/>
                  </a:cubicBezTo>
                  <a:lnTo>
                    <a:pt x="223029" y="41145"/>
                  </a:lnTo>
                  <a:lnTo>
                    <a:pt x="7046" y="41145"/>
                  </a:lnTo>
                  <a:cubicBezTo>
                    <a:pt x="3163" y="41145"/>
                    <a:pt x="15" y="37998"/>
                    <a:pt x="15" y="34115"/>
                  </a:cubicBezTo>
                  <a:lnTo>
                    <a:pt x="15" y="7491"/>
                  </a:lnTo>
                  <a:cubicBezTo>
                    <a:pt x="-239" y="3617"/>
                    <a:pt x="2695" y="270"/>
                    <a:pt x="6570" y="15"/>
                  </a:cubicBezTo>
                  <a:cubicBezTo>
                    <a:pt x="6728" y="5"/>
                    <a:pt x="6887" y="0"/>
                    <a:pt x="7046" y="0"/>
                  </a:cubicBezTo>
                  <a:lnTo>
                    <a:pt x="257144" y="0"/>
                  </a:lnTo>
                  <a:cubicBezTo>
                    <a:pt x="261027" y="0"/>
                    <a:pt x="264174" y="3148"/>
                    <a:pt x="264174" y="7030"/>
                  </a:cubicBezTo>
                  <a:lnTo>
                    <a:pt x="264174" y="153055"/>
                  </a:lnTo>
                  <a:cubicBezTo>
                    <a:pt x="263678" y="156906"/>
                    <a:pt x="260154" y="159626"/>
                    <a:pt x="256303" y="159130"/>
                  </a:cubicBezTo>
                  <a:cubicBezTo>
                    <a:pt x="253133" y="158721"/>
                    <a:pt x="250637" y="156226"/>
                    <a:pt x="250229" y="153055"/>
                  </a:cubicBezTo>
                  <a:lnTo>
                    <a:pt x="250229" y="13946"/>
                  </a:lnTo>
                  <a:lnTo>
                    <a:pt x="13500" y="13946"/>
                  </a:lnTo>
                  <a:lnTo>
                    <a:pt x="13500" y="27200"/>
                  </a:lnTo>
                  <a:lnTo>
                    <a:pt x="230059" y="27200"/>
                  </a:lnTo>
                  <a:cubicBezTo>
                    <a:pt x="233898" y="27199"/>
                    <a:pt x="237027" y="30277"/>
                    <a:pt x="237090" y="34115"/>
                  </a:cubicBezTo>
                  <a:lnTo>
                    <a:pt x="237090" y="157320"/>
                  </a:lnTo>
                  <a:cubicBezTo>
                    <a:pt x="237090" y="161202"/>
                    <a:pt x="233942" y="164350"/>
                    <a:pt x="230059" y="164350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3DD08B6C-07AA-204B-9DBD-AC2EF3CF9ABC}"/>
                </a:ext>
              </a:extLst>
            </p:cNvPr>
            <p:cNvSpPr/>
            <p:nvPr/>
          </p:nvSpPr>
          <p:spPr>
            <a:xfrm>
              <a:off x="6953560" y="2697103"/>
              <a:ext cx="264619" cy="363622"/>
            </a:xfrm>
            <a:custGeom>
              <a:avLst/>
              <a:gdLst>
                <a:gd name="connsiteX0" fmla="*/ 194661 w 264619"/>
                <a:gd name="connsiteY0" fmla="*/ 363623 h 363622"/>
                <a:gd name="connsiteX1" fmla="*/ 7030 w 264619"/>
                <a:gd name="connsiteY1" fmla="*/ 363623 h 363622"/>
                <a:gd name="connsiteX2" fmla="*/ 0 w 264619"/>
                <a:gd name="connsiteY2" fmla="*/ 356592 h 363622"/>
                <a:gd name="connsiteX3" fmla="*/ 0 w 264619"/>
                <a:gd name="connsiteY3" fmla="*/ 6916 h 363622"/>
                <a:gd name="connsiteX4" fmla="*/ 6914 w 264619"/>
                <a:gd name="connsiteY4" fmla="*/ 0 h 363622"/>
                <a:gd name="connsiteX5" fmla="*/ 7030 w 264619"/>
                <a:gd name="connsiteY5" fmla="*/ 1 h 363622"/>
                <a:gd name="connsiteX6" fmla="*/ 257589 w 264619"/>
                <a:gd name="connsiteY6" fmla="*/ 1 h 363622"/>
                <a:gd name="connsiteX7" fmla="*/ 264620 w 264619"/>
                <a:gd name="connsiteY7" fmla="*/ 6916 h 363622"/>
                <a:gd name="connsiteX8" fmla="*/ 264620 w 264619"/>
                <a:gd name="connsiteY8" fmla="*/ 130121 h 363622"/>
                <a:gd name="connsiteX9" fmla="*/ 257589 w 264619"/>
                <a:gd name="connsiteY9" fmla="*/ 137036 h 363622"/>
                <a:gd name="connsiteX10" fmla="*/ 250560 w 264619"/>
                <a:gd name="connsiteY10" fmla="*/ 130237 h 363622"/>
                <a:gd name="connsiteX11" fmla="*/ 250559 w 264619"/>
                <a:gd name="connsiteY11" fmla="*/ 130121 h 363622"/>
                <a:gd name="connsiteX12" fmla="*/ 250559 w 264619"/>
                <a:gd name="connsiteY12" fmla="*/ 13947 h 363622"/>
                <a:gd name="connsiteX13" fmla="*/ 13946 w 264619"/>
                <a:gd name="connsiteY13" fmla="*/ 13947 h 363622"/>
                <a:gd name="connsiteX14" fmla="*/ 13946 w 264619"/>
                <a:gd name="connsiteY14" fmla="*/ 349677 h 363622"/>
                <a:gd name="connsiteX15" fmla="*/ 194661 w 264619"/>
                <a:gd name="connsiteY15" fmla="*/ 349677 h 363622"/>
                <a:gd name="connsiteX16" fmla="*/ 200736 w 264619"/>
                <a:gd name="connsiteY16" fmla="*/ 357548 h 363622"/>
                <a:gd name="connsiteX17" fmla="*/ 194661 w 264619"/>
                <a:gd name="connsiteY17" fmla="*/ 363623 h 36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4619" h="363622">
                  <a:moveTo>
                    <a:pt x="194661" y="363623"/>
                  </a:moveTo>
                  <a:lnTo>
                    <a:pt x="7030" y="363623"/>
                  </a:lnTo>
                  <a:cubicBezTo>
                    <a:pt x="3148" y="363623"/>
                    <a:pt x="0" y="360475"/>
                    <a:pt x="0" y="356592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257589" y="1"/>
                  </a:lnTo>
                  <a:cubicBezTo>
                    <a:pt x="261428" y="0"/>
                    <a:pt x="264557" y="3078"/>
                    <a:pt x="264620" y="6916"/>
                  </a:cubicBezTo>
                  <a:lnTo>
                    <a:pt x="264620" y="130121"/>
                  </a:lnTo>
                  <a:cubicBezTo>
                    <a:pt x="264557" y="133959"/>
                    <a:pt x="261428" y="137037"/>
                    <a:pt x="257589" y="137036"/>
                  </a:cubicBezTo>
                  <a:cubicBezTo>
                    <a:pt x="253771" y="137100"/>
                    <a:pt x="250624" y="134056"/>
                    <a:pt x="250560" y="130237"/>
                  </a:cubicBezTo>
                  <a:cubicBezTo>
                    <a:pt x="250559" y="130199"/>
                    <a:pt x="250559" y="130160"/>
                    <a:pt x="250559" y="130121"/>
                  </a:cubicBezTo>
                  <a:lnTo>
                    <a:pt x="250559" y="13947"/>
                  </a:lnTo>
                  <a:lnTo>
                    <a:pt x="13946" y="13947"/>
                  </a:lnTo>
                  <a:lnTo>
                    <a:pt x="13946" y="349677"/>
                  </a:lnTo>
                  <a:lnTo>
                    <a:pt x="194661" y="349677"/>
                  </a:lnTo>
                  <a:cubicBezTo>
                    <a:pt x="198512" y="350173"/>
                    <a:pt x="201232" y="353697"/>
                    <a:pt x="200736" y="357548"/>
                  </a:cubicBezTo>
                  <a:cubicBezTo>
                    <a:pt x="200328" y="360718"/>
                    <a:pt x="197832" y="363214"/>
                    <a:pt x="194661" y="363623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6F64FED7-AEA3-4344-8D73-650811D646D2}"/>
              </a:ext>
            </a:extLst>
          </p:cNvPr>
          <p:cNvGrpSpPr/>
          <p:nvPr/>
        </p:nvGrpSpPr>
        <p:grpSpPr>
          <a:xfrm flipH="1">
            <a:off x="1232629" y="2201854"/>
            <a:ext cx="2783072" cy="723275"/>
            <a:chOff x="7825488" y="1404017"/>
            <a:chExt cx="3368029" cy="723275"/>
          </a:xfrm>
        </p:grpSpPr>
        <p:sp>
          <p:nvSpPr>
            <p:cNvPr id="139" name="Inhaltsplatzhalter 4">
              <a:extLst>
                <a:ext uri="{FF2B5EF4-FFF2-40B4-BE49-F238E27FC236}">
                  <a16:creationId xmlns:a16="http://schemas.microsoft.com/office/drawing/2014/main" id="{3D1E2A51-04A7-8D46-8863-3E40C35FE21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B0DC10D-D01E-9F49-897C-4742753ED53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93714345-47E6-8F4C-9310-8C328D8237D3}"/>
              </a:ext>
            </a:extLst>
          </p:cNvPr>
          <p:cNvGrpSpPr/>
          <p:nvPr/>
        </p:nvGrpSpPr>
        <p:grpSpPr>
          <a:xfrm flipH="1">
            <a:off x="1232629" y="4714630"/>
            <a:ext cx="2783072" cy="723275"/>
            <a:chOff x="7825488" y="1404017"/>
            <a:chExt cx="3368029" cy="723275"/>
          </a:xfrm>
        </p:grpSpPr>
        <p:sp>
          <p:nvSpPr>
            <p:cNvPr id="142" name="Inhaltsplatzhalter 4">
              <a:extLst>
                <a:ext uri="{FF2B5EF4-FFF2-40B4-BE49-F238E27FC236}">
                  <a16:creationId xmlns:a16="http://schemas.microsoft.com/office/drawing/2014/main" id="{DB22A37D-708A-5546-81C3-0FA4933964E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CB87EC61-62D9-6047-AD73-1A22CCCE567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5E0EAB0E-7F9D-5A48-8C76-121465F5FFBD}"/>
              </a:ext>
            </a:extLst>
          </p:cNvPr>
          <p:cNvGrpSpPr/>
          <p:nvPr/>
        </p:nvGrpSpPr>
        <p:grpSpPr>
          <a:xfrm>
            <a:off x="7751821" y="1751500"/>
            <a:ext cx="2783072" cy="723275"/>
            <a:chOff x="7825488" y="1404017"/>
            <a:chExt cx="3368029" cy="723275"/>
          </a:xfrm>
        </p:grpSpPr>
        <p:sp>
          <p:nvSpPr>
            <p:cNvPr id="145" name="Inhaltsplatzhalter 4">
              <a:extLst>
                <a:ext uri="{FF2B5EF4-FFF2-40B4-BE49-F238E27FC236}">
                  <a16:creationId xmlns:a16="http://schemas.microsoft.com/office/drawing/2014/main" id="{227F5E47-BFC0-494D-B5B5-8635A81F6F4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56E8338B-1B4E-F94B-8197-8EB5326C53C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BA8F43BF-C560-F44B-A6B3-360B4A5BFAAD}"/>
              </a:ext>
            </a:extLst>
          </p:cNvPr>
          <p:cNvGrpSpPr/>
          <p:nvPr/>
        </p:nvGrpSpPr>
        <p:grpSpPr>
          <a:xfrm>
            <a:off x="8408705" y="3687875"/>
            <a:ext cx="2783072" cy="723275"/>
            <a:chOff x="7825488" y="1404017"/>
            <a:chExt cx="3368029" cy="723275"/>
          </a:xfrm>
        </p:grpSpPr>
        <p:sp>
          <p:nvSpPr>
            <p:cNvPr id="148" name="Inhaltsplatzhalter 4">
              <a:extLst>
                <a:ext uri="{FF2B5EF4-FFF2-40B4-BE49-F238E27FC236}">
                  <a16:creationId xmlns:a16="http://schemas.microsoft.com/office/drawing/2014/main" id="{F89FF21A-A1B2-5146-BEE0-785A776DA09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51F1E210-F35A-E54A-8068-382EB5F1B47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3190BCF6-B2AA-1649-B564-FF35DE533C65}"/>
              </a:ext>
            </a:extLst>
          </p:cNvPr>
          <p:cNvGrpSpPr/>
          <p:nvPr/>
        </p:nvGrpSpPr>
        <p:grpSpPr>
          <a:xfrm>
            <a:off x="7751821" y="5300460"/>
            <a:ext cx="2783072" cy="723275"/>
            <a:chOff x="7825488" y="1404017"/>
            <a:chExt cx="3368029" cy="723275"/>
          </a:xfrm>
        </p:grpSpPr>
        <p:sp>
          <p:nvSpPr>
            <p:cNvPr id="151" name="Inhaltsplatzhalter 4">
              <a:extLst>
                <a:ext uri="{FF2B5EF4-FFF2-40B4-BE49-F238E27FC236}">
                  <a16:creationId xmlns:a16="http://schemas.microsoft.com/office/drawing/2014/main" id="{1CB07858-B87F-6949-915B-FD9FCB3AAF8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18B2818F-956F-1245-B4CF-1695BFEC1DF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A0C77E84-0D51-FB46-8AF9-86A9B8DEFA2D}"/>
              </a:ext>
            </a:extLst>
          </p:cNvPr>
          <p:cNvGrpSpPr/>
          <p:nvPr/>
        </p:nvGrpSpPr>
        <p:grpSpPr>
          <a:xfrm>
            <a:off x="5438709" y="3162925"/>
            <a:ext cx="1338870" cy="1238019"/>
            <a:chOff x="5398240" y="3718434"/>
            <a:chExt cx="1338870" cy="1238019"/>
          </a:xfrm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3A8FEEA5-8761-604E-AE93-BD7BF2D1E0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56" name="Title 1">
              <a:extLst>
                <a:ext uri="{FF2B5EF4-FFF2-40B4-BE49-F238E27FC236}">
                  <a16:creationId xmlns:a16="http://schemas.microsoft.com/office/drawing/2014/main" id="{89FAFEB7-3B0B-1349-8B79-CC4166CF3A6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9519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A95A5F3-8AE1-8A49-A509-63FC9828C837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BC9FA47-FD82-FF45-BF39-8AC04A54FBAF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6A0F66B-0874-5042-8534-9FBB3A9D5DD0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6855E476-3BF6-E645-8A6F-5F85E7E885DF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D0C50DA9-80D7-0B4B-B84D-1919D86476F4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49EBF236-F7A6-3D4A-86B5-0C35BE1C9B3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0" name="Freeform 14">
            <a:extLst>
              <a:ext uri="{FF2B5EF4-FFF2-40B4-BE49-F238E27FC236}">
                <a16:creationId xmlns:a16="http://schemas.microsoft.com/office/drawing/2014/main" id="{B3CFC846-C611-254B-8D4B-C463C1B39B78}"/>
              </a:ext>
            </a:extLst>
          </p:cNvPr>
          <p:cNvSpPr>
            <a:spLocks/>
          </p:cNvSpPr>
          <p:nvPr/>
        </p:nvSpPr>
        <p:spPr bwMode="auto">
          <a:xfrm>
            <a:off x="6152838" y="4667909"/>
            <a:ext cx="1486067" cy="1100687"/>
          </a:xfrm>
          <a:custGeom>
            <a:avLst/>
            <a:gdLst>
              <a:gd name="T0" fmla="*/ 109 w 455"/>
              <a:gd name="T1" fmla="*/ 0 h 337"/>
              <a:gd name="T2" fmla="*/ 104 w 455"/>
              <a:gd name="T3" fmla="*/ 7 h 337"/>
              <a:gd name="T4" fmla="*/ 4 w 455"/>
              <a:gd name="T5" fmla="*/ 313 h 337"/>
              <a:gd name="T6" fmla="*/ 3 w 455"/>
              <a:gd name="T7" fmla="*/ 319 h 337"/>
              <a:gd name="T8" fmla="*/ 22 w 455"/>
              <a:gd name="T9" fmla="*/ 337 h 337"/>
              <a:gd name="T10" fmla="*/ 23 w 455"/>
              <a:gd name="T11" fmla="*/ 337 h 337"/>
              <a:gd name="T12" fmla="*/ 455 w 455"/>
              <a:gd name="T13" fmla="*/ 117 h 337"/>
              <a:gd name="T14" fmla="*/ 23 w 455"/>
              <a:gd name="T15" fmla="*/ 337 h 337"/>
              <a:gd name="T16" fmla="*/ 22 w 455"/>
              <a:gd name="T17" fmla="*/ 337 h 337"/>
              <a:gd name="T18" fmla="*/ 4 w 455"/>
              <a:gd name="T19" fmla="*/ 313 h 337"/>
              <a:gd name="T20" fmla="*/ 104 w 455"/>
              <a:gd name="T21" fmla="*/ 7 h 337"/>
              <a:gd name="T22" fmla="*/ 109 w 455"/>
              <a:gd name="T23" fmla="*/ 0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5" h="337">
                <a:moveTo>
                  <a:pt x="109" y="0"/>
                </a:moveTo>
                <a:cubicBezTo>
                  <a:pt x="107" y="2"/>
                  <a:pt x="105" y="4"/>
                  <a:pt x="104" y="7"/>
                </a:cubicBezTo>
                <a:cubicBezTo>
                  <a:pt x="4" y="313"/>
                  <a:pt x="4" y="313"/>
                  <a:pt x="4" y="313"/>
                </a:cubicBezTo>
                <a:cubicBezTo>
                  <a:pt x="4" y="315"/>
                  <a:pt x="3" y="317"/>
                  <a:pt x="3" y="319"/>
                </a:cubicBezTo>
                <a:cubicBezTo>
                  <a:pt x="3" y="329"/>
                  <a:pt x="11" y="337"/>
                  <a:pt x="22" y="337"/>
                </a:cubicBezTo>
                <a:cubicBezTo>
                  <a:pt x="22" y="337"/>
                  <a:pt x="22" y="337"/>
                  <a:pt x="23" y="337"/>
                </a:cubicBezTo>
                <a:cubicBezTo>
                  <a:pt x="196" y="326"/>
                  <a:pt x="350" y="243"/>
                  <a:pt x="455" y="117"/>
                </a:cubicBezTo>
                <a:cubicBezTo>
                  <a:pt x="350" y="243"/>
                  <a:pt x="196" y="326"/>
                  <a:pt x="23" y="337"/>
                </a:cubicBezTo>
                <a:cubicBezTo>
                  <a:pt x="22" y="337"/>
                  <a:pt x="22" y="337"/>
                  <a:pt x="22" y="337"/>
                </a:cubicBezTo>
                <a:cubicBezTo>
                  <a:pt x="9" y="337"/>
                  <a:pt x="0" y="325"/>
                  <a:pt x="4" y="313"/>
                </a:cubicBezTo>
                <a:cubicBezTo>
                  <a:pt x="104" y="7"/>
                  <a:pt x="104" y="7"/>
                  <a:pt x="104" y="7"/>
                </a:cubicBezTo>
                <a:cubicBezTo>
                  <a:pt x="105" y="4"/>
                  <a:pt x="107" y="2"/>
                  <a:pt x="109" y="0"/>
                </a:cubicBezTo>
              </a:path>
            </a:pathLst>
          </a:custGeom>
          <a:solidFill>
            <a:srgbClr val="40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5">
            <a:extLst>
              <a:ext uri="{FF2B5EF4-FFF2-40B4-BE49-F238E27FC236}">
                <a16:creationId xmlns:a16="http://schemas.microsoft.com/office/drawing/2014/main" id="{17D771E4-E980-404C-8008-C5D82F583ECD}"/>
              </a:ext>
            </a:extLst>
          </p:cNvPr>
          <p:cNvSpPr>
            <a:spLocks/>
          </p:cNvSpPr>
          <p:nvPr/>
        </p:nvSpPr>
        <p:spPr bwMode="auto">
          <a:xfrm>
            <a:off x="4092860" y="2203146"/>
            <a:ext cx="1204657" cy="2190285"/>
          </a:xfrm>
          <a:custGeom>
            <a:avLst/>
            <a:gdLst>
              <a:gd name="T0" fmla="*/ 345 w 369"/>
              <a:gd name="T1" fmla="*/ 671 h 671"/>
              <a:gd name="T2" fmla="*/ 44 w 369"/>
              <a:gd name="T3" fmla="*/ 671 h 671"/>
              <a:gd name="T4" fmla="*/ 27 w 369"/>
              <a:gd name="T5" fmla="*/ 659 h 671"/>
              <a:gd name="T6" fmla="*/ 0 w 369"/>
              <a:gd name="T7" fmla="*/ 480 h 671"/>
              <a:gd name="T8" fmla="*/ 222 w 369"/>
              <a:gd name="T9" fmla="*/ 8 h 671"/>
              <a:gd name="T10" fmla="*/ 251 w 369"/>
              <a:gd name="T11" fmla="*/ 17 h 671"/>
              <a:gd name="T12" fmla="*/ 350 w 369"/>
              <a:gd name="T13" fmla="*/ 323 h 671"/>
              <a:gd name="T14" fmla="*/ 349 w 369"/>
              <a:gd name="T15" fmla="*/ 338 h 671"/>
              <a:gd name="T16" fmla="*/ 313 w 369"/>
              <a:gd name="T17" fmla="*/ 480 h 671"/>
              <a:gd name="T18" fmla="*/ 361 w 369"/>
              <a:gd name="T19" fmla="*/ 643 h 671"/>
              <a:gd name="T20" fmla="*/ 345 w 369"/>
              <a:gd name="T21" fmla="*/ 671 h 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9" h="671">
                <a:moveTo>
                  <a:pt x="345" y="671"/>
                </a:moveTo>
                <a:cubicBezTo>
                  <a:pt x="44" y="671"/>
                  <a:pt x="44" y="671"/>
                  <a:pt x="44" y="671"/>
                </a:cubicBezTo>
                <a:cubicBezTo>
                  <a:pt x="36" y="671"/>
                  <a:pt x="29" y="666"/>
                  <a:pt x="27" y="659"/>
                </a:cubicBezTo>
                <a:cubicBezTo>
                  <a:pt x="10" y="602"/>
                  <a:pt x="0" y="542"/>
                  <a:pt x="0" y="480"/>
                </a:cubicBezTo>
                <a:cubicBezTo>
                  <a:pt x="0" y="290"/>
                  <a:pt x="87" y="121"/>
                  <a:pt x="222" y="8"/>
                </a:cubicBezTo>
                <a:cubicBezTo>
                  <a:pt x="232" y="0"/>
                  <a:pt x="247" y="4"/>
                  <a:pt x="251" y="17"/>
                </a:cubicBezTo>
                <a:cubicBezTo>
                  <a:pt x="350" y="323"/>
                  <a:pt x="350" y="323"/>
                  <a:pt x="350" y="323"/>
                </a:cubicBezTo>
                <a:cubicBezTo>
                  <a:pt x="352" y="328"/>
                  <a:pt x="351" y="334"/>
                  <a:pt x="349" y="338"/>
                </a:cubicBezTo>
                <a:cubicBezTo>
                  <a:pt x="326" y="380"/>
                  <a:pt x="313" y="429"/>
                  <a:pt x="313" y="480"/>
                </a:cubicBezTo>
                <a:cubicBezTo>
                  <a:pt x="313" y="540"/>
                  <a:pt x="330" y="596"/>
                  <a:pt x="361" y="643"/>
                </a:cubicBezTo>
                <a:cubicBezTo>
                  <a:pt x="369" y="655"/>
                  <a:pt x="360" y="671"/>
                  <a:pt x="345" y="671"/>
                </a:cubicBezTo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00D590DE-14F6-1745-9B31-A01DCC63EE50}"/>
              </a:ext>
            </a:extLst>
          </p:cNvPr>
          <p:cNvSpPr>
            <a:spLocks/>
          </p:cNvSpPr>
          <p:nvPr/>
        </p:nvSpPr>
        <p:spPr bwMode="auto">
          <a:xfrm>
            <a:off x="4957884" y="1769248"/>
            <a:ext cx="2272075" cy="1380711"/>
          </a:xfrm>
          <a:custGeom>
            <a:avLst/>
            <a:gdLst>
              <a:gd name="T0" fmla="*/ 685 w 696"/>
              <a:gd name="T1" fmla="*/ 130 h 423"/>
              <a:gd name="T2" fmla="*/ 433 w 696"/>
              <a:gd name="T3" fmla="*/ 317 h 423"/>
              <a:gd name="T4" fmla="*/ 418 w 696"/>
              <a:gd name="T5" fmla="*/ 320 h 423"/>
              <a:gd name="T6" fmla="*/ 349 w 696"/>
              <a:gd name="T7" fmla="*/ 312 h 423"/>
              <a:gd name="T8" fmla="*/ 124 w 696"/>
              <a:gd name="T9" fmla="*/ 413 h 423"/>
              <a:gd name="T10" fmla="*/ 93 w 696"/>
              <a:gd name="T11" fmla="*/ 406 h 423"/>
              <a:gd name="T12" fmla="*/ 2 w 696"/>
              <a:gd name="T13" fmla="*/ 123 h 423"/>
              <a:gd name="T14" fmla="*/ 10 w 696"/>
              <a:gd name="T15" fmla="*/ 102 h 423"/>
              <a:gd name="T16" fmla="*/ 349 w 696"/>
              <a:gd name="T17" fmla="*/ 0 h 423"/>
              <a:gd name="T18" fmla="*/ 685 w 696"/>
              <a:gd name="T19" fmla="*/ 100 h 423"/>
              <a:gd name="T20" fmla="*/ 685 w 696"/>
              <a:gd name="T21" fmla="*/ 13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96" h="423">
                <a:moveTo>
                  <a:pt x="685" y="130"/>
                </a:moveTo>
                <a:cubicBezTo>
                  <a:pt x="433" y="317"/>
                  <a:pt x="433" y="317"/>
                  <a:pt x="433" y="317"/>
                </a:cubicBezTo>
                <a:cubicBezTo>
                  <a:pt x="429" y="320"/>
                  <a:pt x="423" y="322"/>
                  <a:pt x="418" y="320"/>
                </a:cubicBezTo>
                <a:cubicBezTo>
                  <a:pt x="395" y="315"/>
                  <a:pt x="372" y="312"/>
                  <a:pt x="349" y="312"/>
                </a:cubicBezTo>
                <a:cubicBezTo>
                  <a:pt x="260" y="312"/>
                  <a:pt x="180" y="351"/>
                  <a:pt x="124" y="413"/>
                </a:cubicBezTo>
                <a:cubicBezTo>
                  <a:pt x="115" y="423"/>
                  <a:pt x="97" y="420"/>
                  <a:pt x="93" y="406"/>
                </a:cubicBezTo>
                <a:cubicBezTo>
                  <a:pt x="2" y="123"/>
                  <a:pt x="2" y="123"/>
                  <a:pt x="2" y="123"/>
                </a:cubicBezTo>
                <a:cubicBezTo>
                  <a:pt x="0" y="115"/>
                  <a:pt x="3" y="107"/>
                  <a:pt x="10" y="102"/>
                </a:cubicBezTo>
                <a:cubicBezTo>
                  <a:pt x="107" y="37"/>
                  <a:pt x="223" y="0"/>
                  <a:pt x="349" y="0"/>
                </a:cubicBezTo>
                <a:cubicBezTo>
                  <a:pt x="473" y="0"/>
                  <a:pt x="588" y="37"/>
                  <a:pt x="685" y="100"/>
                </a:cubicBezTo>
                <a:cubicBezTo>
                  <a:pt x="695" y="107"/>
                  <a:pt x="696" y="122"/>
                  <a:pt x="685" y="130"/>
                </a:cubicBezTo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12">
            <a:extLst>
              <a:ext uri="{FF2B5EF4-FFF2-40B4-BE49-F238E27FC236}">
                <a16:creationId xmlns:a16="http://schemas.microsoft.com/office/drawing/2014/main" id="{3B645743-7913-C846-A935-CC7EBEFC462B}"/>
              </a:ext>
            </a:extLst>
          </p:cNvPr>
          <p:cNvSpPr>
            <a:spLocks/>
          </p:cNvSpPr>
          <p:nvPr/>
        </p:nvSpPr>
        <p:spPr bwMode="auto">
          <a:xfrm>
            <a:off x="6152838" y="3858336"/>
            <a:ext cx="1811838" cy="1913033"/>
          </a:xfrm>
          <a:custGeom>
            <a:avLst/>
            <a:gdLst>
              <a:gd name="T0" fmla="*/ 552 w 555"/>
              <a:gd name="T1" fmla="*/ 202 h 586"/>
              <a:gd name="T2" fmla="*/ 23 w 555"/>
              <a:gd name="T3" fmla="*/ 585 h 586"/>
              <a:gd name="T4" fmla="*/ 4 w 555"/>
              <a:gd name="T5" fmla="*/ 561 h 586"/>
              <a:gd name="T6" fmla="*/ 104 w 555"/>
              <a:gd name="T7" fmla="*/ 255 h 586"/>
              <a:gd name="T8" fmla="*/ 114 w 555"/>
              <a:gd name="T9" fmla="*/ 244 h 586"/>
              <a:gd name="T10" fmla="*/ 280 w 555"/>
              <a:gd name="T11" fmla="*/ 21 h 586"/>
              <a:gd name="T12" fmla="*/ 309 w 555"/>
              <a:gd name="T13" fmla="*/ 9 h 586"/>
              <a:gd name="T14" fmla="*/ 546 w 555"/>
              <a:gd name="T15" fmla="*/ 180 h 586"/>
              <a:gd name="T16" fmla="*/ 552 w 555"/>
              <a:gd name="T17" fmla="*/ 202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5" h="586">
                <a:moveTo>
                  <a:pt x="552" y="202"/>
                </a:moveTo>
                <a:cubicBezTo>
                  <a:pt x="466" y="416"/>
                  <a:pt x="263" y="570"/>
                  <a:pt x="23" y="585"/>
                </a:cubicBezTo>
                <a:cubicBezTo>
                  <a:pt x="10" y="586"/>
                  <a:pt x="0" y="574"/>
                  <a:pt x="4" y="561"/>
                </a:cubicBezTo>
                <a:cubicBezTo>
                  <a:pt x="104" y="255"/>
                  <a:pt x="104" y="255"/>
                  <a:pt x="104" y="255"/>
                </a:cubicBezTo>
                <a:cubicBezTo>
                  <a:pt x="106" y="250"/>
                  <a:pt x="110" y="246"/>
                  <a:pt x="114" y="244"/>
                </a:cubicBezTo>
                <a:cubicBezTo>
                  <a:pt x="201" y="202"/>
                  <a:pt x="264" y="119"/>
                  <a:pt x="280" y="21"/>
                </a:cubicBezTo>
                <a:cubicBezTo>
                  <a:pt x="282" y="7"/>
                  <a:pt x="298" y="0"/>
                  <a:pt x="309" y="9"/>
                </a:cubicBezTo>
                <a:cubicBezTo>
                  <a:pt x="546" y="180"/>
                  <a:pt x="546" y="180"/>
                  <a:pt x="546" y="180"/>
                </a:cubicBezTo>
                <a:cubicBezTo>
                  <a:pt x="553" y="185"/>
                  <a:pt x="555" y="194"/>
                  <a:pt x="552" y="202"/>
                </a:cubicBezTo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17">
            <a:extLst>
              <a:ext uri="{FF2B5EF4-FFF2-40B4-BE49-F238E27FC236}">
                <a16:creationId xmlns:a16="http://schemas.microsoft.com/office/drawing/2014/main" id="{A53703A9-6E4F-1C4C-8FD2-26CB08ECB1E7}"/>
              </a:ext>
            </a:extLst>
          </p:cNvPr>
          <p:cNvSpPr>
            <a:spLocks/>
          </p:cNvSpPr>
          <p:nvPr/>
        </p:nvSpPr>
        <p:spPr bwMode="auto">
          <a:xfrm>
            <a:off x="4237031" y="4472447"/>
            <a:ext cx="2154243" cy="1303081"/>
          </a:xfrm>
          <a:custGeom>
            <a:avLst/>
            <a:gdLst>
              <a:gd name="T0" fmla="*/ 655 w 660"/>
              <a:gd name="T1" fmla="*/ 103 h 399"/>
              <a:gd name="T2" fmla="*/ 563 w 660"/>
              <a:gd name="T3" fmla="*/ 385 h 399"/>
              <a:gd name="T4" fmla="*/ 544 w 660"/>
              <a:gd name="T5" fmla="*/ 398 h 399"/>
              <a:gd name="T6" fmla="*/ 5 w 660"/>
              <a:gd name="T7" fmla="*/ 26 h 399"/>
              <a:gd name="T8" fmla="*/ 22 w 660"/>
              <a:gd name="T9" fmla="*/ 0 h 399"/>
              <a:gd name="T10" fmla="*/ 351 w 660"/>
              <a:gd name="T11" fmla="*/ 0 h 399"/>
              <a:gd name="T12" fmla="*/ 364 w 660"/>
              <a:gd name="T13" fmla="*/ 5 h 399"/>
              <a:gd name="T14" fmla="*/ 570 w 660"/>
              <a:gd name="T15" fmla="*/ 86 h 399"/>
              <a:gd name="T16" fmla="*/ 634 w 660"/>
              <a:gd name="T17" fmla="*/ 79 h 399"/>
              <a:gd name="T18" fmla="*/ 655 w 660"/>
              <a:gd name="T19" fmla="*/ 103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60" h="399">
                <a:moveTo>
                  <a:pt x="655" y="103"/>
                </a:moveTo>
                <a:cubicBezTo>
                  <a:pt x="563" y="385"/>
                  <a:pt x="563" y="385"/>
                  <a:pt x="563" y="385"/>
                </a:cubicBezTo>
                <a:cubicBezTo>
                  <a:pt x="560" y="393"/>
                  <a:pt x="553" y="399"/>
                  <a:pt x="544" y="398"/>
                </a:cubicBezTo>
                <a:cubicBezTo>
                  <a:pt x="302" y="388"/>
                  <a:pt x="95" y="238"/>
                  <a:pt x="5" y="26"/>
                </a:cubicBezTo>
                <a:cubicBezTo>
                  <a:pt x="0" y="13"/>
                  <a:pt x="9" y="0"/>
                  <a:pt x="22" y="0"/>
                </a:cubicBezTo>
                <a:cubicBezTo>
                  <a:pt x="351" y="0"/>
                  <a:pt x="351" y="0"/>
                  <a:pt x="351" y="0"/>
                </a:cubicBezTo>
                <a:cubicBezTo>
                  <a:pt x="356" y="0"/>
                  <a:pt x="361" y="1"/>
                  <a:pt x="364" y="5"/>
                </a:cubicBezTo>
                <a:cubicBezTo>
                  <a:pt x="418" y="55"/>
                  <a:pt x="490" y="86"/>
                  <a:pt x="570" y="86"/>
                </a:cubicBezTo>
                <a:cubicBezTo>
                  <a:pt x="592" y="86"/>
                  <a:pt x="613" y="84"/>
                  <a:pt x="634" y="79"/>
                </a:cubicBezTo>
                <a:cubicBezTo>
                  <a:pt x="648" y="76"/>
                  <a:pt x="660" y="90"/>
                  <a:pt x="655" y="103"/>
                </a:cubicBezTo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19">
            <a:extLst>
              <a:ext uri="{FF2B5EF4-FFF2-40B4-BE49-F238E27FC236}">
                <a16:creationId xmlns:a16="http://schemas.microsoft.com/office/drawing/2014/main" id="{EB5BCB54-C984-D747-AE46-8E488A6EC458}"/>
              </a:ext>
            </a:extLst>
          </p:cNvPr>
          <p:cNvSpPr>
            <a:spLocks/>
          </p:cNvSpPr>
          <p:nvPr/>
        </p:nvSpPr>
        <p:spPr bwMode="auto">
          <a:xfrm>
            <a:off x="6485539" y="2203146"/>
            <a:ext cx="1613603" cy="2170877"/>
          </a:xfrm>
          <a:custGeom>
            <a:avLst/>
            <a:gdLst>
              <a:gd name="T0" fmla="*/ 494 w 494"/>
              <a:gd name="T1" fmla="*/ 480 h 665"/>
              <a:gd name="T2" fmla="*/ 471 w 494"/>
              <a:gd name="T3" fmla="*/ 648 h 665"/>
              <a:gd name="T4" fmla="*/ 442 w 494"/>
              <a:gd name="T5" fmla="*/ 658 h 665"/>
              <a:gd name="T6" fmla="*/ 189 w 494"/>
              <a:gd name="T7" fmla="*/ 473 h 665"/>
              <a:gd name="T8" fmla="*/ 181 w 494"/>
              <a:gd name="T9" fmla="*/ 459 h 665"/>
              <a:gd name="T10" fmla="*/ 14 w 494"/>
              <a:gd name="T11" fmla="*/ 210 h 665"/>
              <a:gd name="T12" fmla="*/ 11 w 494"/>
              <a:gd name="T13" fmla="*/ 179 h 665"/>
              <a:gd name="T14" fmla="*/ 246 w 494"/>
              <a:gd name="T15" fmla="*/ 5 h 665"/>
              <a:gd name="T16" fmla="*/ 269 w 494"/>
              <a:gd name="T17" fmla="*/ 5 h 665"/>
              <a:gd name="T18" fmla="*/ 494 w 494"/>
              <a:gd name="T19" fmla="*/ 480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94" h="665">
                <a:moveTo>
                  <a:pt x="494" y="480"/>
                </a:moveTo>
                <a:cubicBezTo>
                  <a:pt x="494" y="538"/>
                  <a:pt x="486" y="595"/>
                  <a:pt x="471" y="648"/>
                </a:cubicBezTo>
                <a:cubicBezTo>
                  <a:pt x="468" y="660"/>
                  <a:pt x="453" y="665"/>
                  <a:pt x="442" y="658"/>
                </a:cubicBezTo>
                <a:cubicBezTo>
                  <a:pt x="189" y="473"/>
                  <a:pt x="189" y="473"/>
                  <a:pt x="189" y="473"/>
                </a:cubicBezTo>
                <a:cubicBezTo>
                  <a:pt x="184" y="470"/>
                  <a:pt x="181" y="465"/>
                  <a:pt x="181" y="459"/>
                </a:cubicBezTo>
                <a:cubicBezTo>
                  <a:pt x="174" y="350"/>
                  <a:pt x="107" y="256"/>
                  <a:pt x="14" y="210"/>
                </a:cubicBezTo>
                <a:cubicBezTo>
                  <a:pt x="1" y="204"/>
                  <a:pt x="0" y="187"/>
                  <a:pt x="11" y="179"/>
                </a:cubicBezTo>
                <a:cubicBezTo>
                  <a:pt x="246" y="5"/>
                  <a:pt x="246" y="5"/>
                  <a:pt x="246" y="5"/>
                </a:cubicBezTo>
                <a:cubicBezTo>
                  <a:pt x="253" y="0"/>
                  <a:pt x="262" y="0"/>
                  <a:pt x="269" y="5"/>
                </a:cubicBezTo>
                <a:cubicBezTo>
                  <a:pt x="406" y="118"/>
                  <a:pt x="494" y="289"/>
                  <a:pt x="494" y="480"/>
                </a:cubicBezTo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5">
            <a:extLst>
              <a:ext uri="{FF2B5EF4-FFF2-40B4-BE49-F238E27FC236}">
                <a16:creationId xmlns:a16="http://schemas.microsoft.com/office/drawing/2014/main" id="{2786000C-C0FC-C047-8B77-D8DA967A6325}"/>
              </a:ext>
            </a:extLst>
          </p:cNvPr>
          <p:cNvSpPr>
            <a:spLocks noChangeAspect="1"/>
          </p:cNvSpPr>
          <p:nvPr/>
        </p:nvSpPr>
        <p:spPr bwMode="auto">
          <a:xfrm>
            <a:off x="4196200" y="2562765"/>
            <a:ext cx="905077" cy="1645594"/>
          </a:xfrm>
          <a:custGeom>
            <a:avLst/>
            <a:gdLst>
              <a:gd name="T0" fmla="*/ 345 w 369"/>
              <a:gd name="T1" fmla="*/ 671 h 671"/>
              <a:gd name="T2" fmla="*/ 44 w 369"/>
              <a:gd name="T3" fmla="*/ 671 h 671"/>
              <a:gd name="T4" fmla="*/ 27 w 369"/>
              <a:gd name="T5" fmla="*/ 659 h 671"/>
              <a:gd name="T6" fmla="*/ 0 w 369"/>
              <a:gd name="T7" fmla="*/ 480 h 671"/>
              <a:gd name="T8" fmla="*/ 222 w 369"/>
              <a:gd name="T9" fmla="*/ 8 h 671"/>
              <a:gd name="T10" fmla="*/ 251 w 369"/>
              <a:gd name="T11" fmla="*/ 17 h 671"/>
              <a:gd name="T12" fmla="*/ 350 w 369"/>
              <a:gd name="T13" fmla="*/ 323 h 671"/>
              <a:gd name="T14" fmla="*/ 349 w 369"/>
              <a:gd name="T15" fmla="*/ 338 h 671"/>
              <a:gd name="T16" fmla="*/ 313 w 369"/>
              <a:gd name="T17" fmla="*/ 480 h 671"/>
              <a:gd name="T18" fmla="*/ 361 w 369"/>
              <a:gd name="T19" fmla="*/ 643 h 671"/>
              <a:gd name="T20" fmla="*/ 345 w 369"/>
              <a:gd name="T21" fmla="*/ 671 h 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9" h="671">
                <a:moveTo>
                  <a:pt x="345" y="671"/>
                </a:moveTo>
                <a:cubicBezTo>
                  <a:pt x="44" y="671"/>
                  <a:pt x="44" y="671"/>
                  <a:pt x="44" y="671"/>
                </a:cubicBezTo>
                <a:cubicBezTo>
                  <a:pt x="36" y="671"/>
                  <a:pt x="29" y="666"/>
                  <a:pt x="27" y="659"/>
                </a:cubicBezTo>
                <a:cubicBezTo>
                  <a:pt x="10" y="602"/>
                  <a:pt x="0" y="542"/>
                  <a:pt x="0" y="480"/>
                </a:cubicBezTo>
                <a:cubicBezTo>
                  <a:pt x="0" y="290"/>
                  <a:pt x="87" y="121"/>
                  <a:pt x="222" y="8"/>
                </a:cubicBezTo>
                <a:cubicBezTo>
                  <a:pt x="232" y="0"/>
                  <a:pt x="247" y="4"/>
                  <a:pt x="251" y="17"/>
                </a:cubicBezTo>
                <a:cubicBezTo>
                  <a:pt x="350" y="323"/>
                  <a:pt x="350" y="323"/>
                  <a:pt x="350" y="323"/>
                </a:cubicBezTo>
                <a:cubicBezTo>
                  <a:pt x="352" y="328"/>
                  <a:pt x="351" y="334"/>
                  <a:pt x="349" y="338"/>
                </a:cubicBezTo>
                <a:cubicBezTo>
                  <a:pt x="326" y="380"/>
                  <a:pt x="313" y="429"/>
                  <a:pt x="313" y="480"/>
                </a:cubicBezTo>
                <a:cubicBezTo>
                  <a:pt x="313" y="540"/>
                  <a:pt x="330" y="596"/>
                  <a:pt x="361" y="643"/>
                </a:cubicBezTo>
                <a:cubicBezTo>
                  <a:pt x="369" y="655"/>
                  <a:pt x="360" y="671"/>
                  <a:pt x="345" y="671"/>
                </a:cubicBezTo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0800000" scaled="0"/>
          </a:gradFill>
          <a:ln w="41275" cap="rnd">
            <a:solidFill>
              <a:srgbClr val="FFFFFF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39966722-9F5F-5E47-87D4-565DFD4890B5}"/>
              </a:ext>
            </a:extLst>
          </p:cNvPr>
          <p:cNvSpPr>
            <a:spLocks noChangeAspect="1"/>
          </p:cNvSpPr>
          <p:nvPr/>
        </p:nvSpPr>
        <p:spPr bwMode="auto">
          <a:xfrm>
            <a:off x="5126570" y="1910320"/>
            <a:ext cx="1707045" cy="1037349"/>
          </a:xfrm>
          <a:custGeom>
            <a:avLst/>
            <a:gdLst>
              <a:gd name="T0" fmla="*/ 685 w 696"/>
              <a:gd name="T1" fmla="*/ 130 h 423"/>
              <a:gd name="T2" fmla="*/ 433 w 696"/>
              <a:gd name="T3" fmla="*/ 317 h 423"/>
              <a:gd name="T4" fmla="*/ 418 w 696"/>
              <a:gd name="T5" fmla="*/ 320 h 423"/>
              <a:gd name="T6" fmla="*/ 349 w 696"/>
              <a:gd name="T7" fmla="*/ 312 h 423"/>
              <a:gd name="T8" fmla="*/ 124 w 696"/>
              <a:gd name="T9" fmla="*/ 413 h 423"/>
              <a:gd name="T10" fmla="*/ 93 w 696"/>
              <a:gd name="T11" fmla="*/ 406 h 423"/>
              <a:gd name="T12" fmla="*/ 2 w 696"/>
              <a:gd name="T13" fmla="*/ 123 h 423"/>
              <a:gd name="T14" fmla="*/ 10 w 696"/>
              <a:gd name="T15" fmla="*/ 102 h 423"/>
              <a:gd name="T16" fmla="*/ 349 w 696"/>
              <a:gd name="T17" fmla="*/ 0 h 423"/>
              <a:gd name="T18" fmla="*/ 685 w 696"/>
              <a:gd name="T19" fmla="*/ 100 h 423"/>
              <a:gd name="T20" fmla="*/ 685 w 696"/>
              <a:gd name="T21" fmla="*/ 13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96" h="423">
                <a:moveTo>
                  <a:pt x="685" y="130"/>
                </a:moveTo>
                <a:cubicBezTo>
                  <a:pt x="433" y="317"/>
                  <a:pt x="433" y="317"/>
                  <a:pt x="433" y="317"/>
                </a:cubicBezTo>
                <a:cubicBezTo>
                  <a:pt x="429" y="320"/>
                  <a:pt x="423" y="322"/>
                  <a:pt x="418" y="320"/>
                </a:cubicBezTo>
                <a:cubicBezTo>
                  <a:pt x="395" y="315"/>
                  <a:pt x="372" y="312"/>
                  <a:pt x="349" y="312"/>
                </a:cubicBezTo>
                <a:cubicBezTo>
                  <a:pt x="260" y="312"/>
                  <a:pt x="180" y="351"/>
                  <a:pt x="124" y="413"/>
                </a:cubicBezTo>
                <a:cubicBezTo>
                  <a:pt x="115" y="423"/>
                  <a:pt x="97" y="420"/>
                  <a:pt x="93" y="406"/>
                </a:cubicBezTo>
                <a:cubicBezTo>
                  <a:pt x="2" y="123"/>
                  <a:pt x="2" y="123"/>
                  <a:pt x="2" y="123"/>
                </a:cubicBezTo>
                <a:cubicBezTo>
                  <a:pt x="0" y="115"/>
                  <a:pt x="3" y="107"/>
                  <a:pt x="10" y="102"/>
                </a:cubicBezTo>
                <a:cubicBezTo>
                  <a:pt x="107" y="37"/>
                  <a:pt x="223" y="0"/>
                  <a:pt x="349" y="0"/>
                </a:cubicBezTo>
                <a:cubicBezTo>
                  <a:pt x="473" y="0"/>
                  <a:pt x="588" y="37"/>
                  <a:pt x="685" y="100"/>
                </a:cubicBezTo>
                <a:cubicBezTo>
                  <a:pt x="695" y="107"/>
                  <a:pt x="696" y="122"/>
                  <a:pt x="685" y="130"/>
                </a:cubicBezTo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0800000" scaled="0"/>
          </a:gradFill>
          <a:ln w="41275" cap="rnd">
            <a:solidFill>
              <a:srgbClr val="FFFFFF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12">
            <a:extLst>
              <a:ext uri="{FF2B5EF4-FFF2-40B4-BE49-F238E27FC236}">
                <a16:creationId xmlns:a16="http://schemas.microsoft.com/office/drawing/2014/main" id="{33B29480-CFBB-CA41-9EA6-3D21523C59C7}"/>
              </a:ext>
            </a:extLst>
          </p:cNvPr>
          <p:cNvSpPr>
            <a:spLocks noChangeAspect="1"/>
          </p:cNvSpPr>
          <p:nvPr/>
        </p:nvSpPr>
        <p:spPr bwMode="auto">
          <a:xfrm>
            <a:off x="6440529" y="4096207"/>
            <a:ext cx="1361261" cy="1437290"/>
          </a:xfrm>
          <a:custGeom>
            <a:avLst/>
            <a:gdLst>
              <a:gd name="T0" fmla="*/ 552 w 555"/>
              <a:gd name="T1" fmla="*/ 202 h 586"/>
              <a:gd name="T2" fmla="*/ 23 w 555"/>
              <a:gd name="T3" fmla="*/ 585 h 586"/>
              <a:gd name="T4" fmla="*/ 4 w 555"/>
              <a:gd name="T5" fmla="*/ 561 h 586"/>
              <a:gd name="T6" fmla="*/ 104 w 555"/>
              <a:gd name="T7" fmla="*/ 255 h 586"/>
              <a:gd name="T8" fmla="*/ 114 w 555"/>
              <a:gd name="T9" fmla="*/ 244 h 586"/>
              <a:gd name="T10" fmla="*/ 280 w 555"/>
              <a:gd name="T11" fmla="*/ 21 h 586"/>
              <a:gd name="T12" fmla="*/ 309 w 555"/>
              <a:gd name="T13" fmla="*/ 9 h 586"/>
              <a:gd name="T14" fmla="*/ 546 w 555"/>
              <a:gd name="T15" fmla="*/ 180 h 586"/>
              <a:gd name="T16" fmla="*/ 552 w 555"/>
              <a:gd name="T17" fmla="*/ 202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5" h="586">
                <a:moveTo>
                  <a:pt x="552" y="202"/>
                </a:moveTo>
                <a:cubicBezTo>
                  <a:pt x="466" y="416"/>
                  <a:pt x="263" y="570"/>
                  <a:pt x="23" y="585"/>
                </a:cubicBezTo>
                <a:cubicBezTo>
                  <a:pt x="10" y="586"/>
                  <a:pt x="0" y="574"/>
                  <a:pt x="4" y="561"/>
                </a:cubicBezTo>
                <a:cubicBezTo>
                  <a:pt x="104" y="255"/>
                  <a:pt x="104" y="255"/>
                  <a:pt x="104" y="255"/>
                </a:cubicBezTo>
                <a:cubicBezTo>
                  <a:pt x="106" y="250"/>
                  <a:pt x="110" y="246"/>
                  <a:pt x="114" y="244"/>
                </a:cubicBezTo>
                <a:cubicBezTo>
                  <a:pt x="201" y="202"/>
                  <a:pt x="264" y="119"/>
                  <a:pt x="280" y="21"/>
                </a:cubicBezTo>
                <a:cubicBezTo>
                  <a:pt x="282" y="7"/>
                  <a:pt x="298" y="0"/>
                  <a:pt x="309" y="9"/>
                </a:cubicBezTo>
                <a:cubicBezTo>
                  <a:pt x="546" y="180"/>
                  <a:pt x="546" y="180"/>
                  <a:pt x="546" y="180"/>
                </a:cubicBezTo>
                <a:cubicBezTo>
                  <a:pt x="553" y="185"/>
                  <a:pt x="555" y="194"/>
                  <a:pt x="552" y="202"/>
                </a:cubicBezTo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800000" scaled="0"/>
          </a:gradFill>
          <a:ln w="41275" cap="rnd">
            <a:solidFill>
              <a:srgbClr val="FFFFFF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17">
            <a:extLst>
              <a:ext uri="{FF2B5EF4-FFF2-40B4-BE49-F238E27FC236}">
                <a16:creationId xmlns:a16="http://schemas.microsoft.com/office/drawing/2014/main" id="{406435DE-1705-F44C-B7EA-1856EA9B1D77}"/>
              </a:ext>
            </a:extLst>
          </p:cNvPr>
          <p:cNvSpPr>
            <a:spLocks noChangeAspect="1"/>
          </p:cNvSpPr>
          <p:nvPr/>
        </p:nvSpPr>
        <p:spPr bwMode="auto">
          <a:xfrm>
            <a:off x="4548111" y="4651209"/>
            <a:ext cx="1618516" cy="979024"/>
          </a:xfrm>
          <a:custGeom>
            <a:avLst/>
            <a:gdLst>
              <a:gd name="T0" fmla="*/ 655 w 660"/>
              <a:gd name="T1" fmla="*/ 103 h 399"/>
              <a:gd name="T2" fmla="*/ 563 w 660"/>
              <a:gd name="T3" fmla="*/ 385 h 399"/>
              <a:gd name="T4" fmla="*/ 544 w 660"/>
              <a:gd name="T5" fmla="*/ 398 h 399"/>
              <a:gd name="T6" fmla="*/ 5 w 660"/>
              <a:gd name="T7" fmla="*/ 26 h 399"/>
              <a:gd name="T8" fmla="*/ 22 w 660"/>
              <a:gd name="T9" fmla="*/ 0 h 399"/>
              <a:gd name="T10" fmla="*/ 351 w 660"/>
              <a:gd name="T11" fmla="*/ 0 h 399"/>
              <a:gd name="T12" fmla="*/ 364 w 660"/>
              <a:gd name="T13" fmla="*/ 5 h 399"/>
              <a:gd name="T14" fmla="*/ 570 w 660"/>
              <a:gd name="T15" fmla="*/ 86 h 399"/>
              <a:gd name="T16" fmla="*/ 634 w 660"/>
              <a:gd name="T17" fmla="*/ 79 h 399"/>
              <a:gd name="T18" fmla="*/ 655 w 660"/>
              <a:gd name="T19" fmla="*/ 103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60" h="399">
                <a:moveTo>
                  <a:pt x="655" y="103"/>
                </a:moveTo>
                <a:cubicBezTo>
                  <a:pt x="563" y="385"/>
                  <a:pt x="563" y="385"/>
                  <a:pt x="563" y="385"/>
                </a:cubicBezTo>
                <a:cubicBezTo>
                  <a:pt x="560" y="393"/>
                  <a:pt x="553" y="399"/>
                  <a:pt x="544" y="398"/>
                </a:cubicBezTo>
                <a:cubicBezTo>
                  <a:pt x="302" y="388"/>
                  <a:pt x="95" y="238"/>
                  <a:pt x="5" y="26"/>
                </a:cubicBezTo>
                <a:cubicBezTo>
                  <a:pt x="0" y="13"/>
                  <a:pt x="9" y="0"/>
                  <a:pt x="22" y="0"/>
                </a:cubicBezTo>
                <a:cubicBezTo>
                  <a:pt x="351" y="0"/>
                  <a:pt x="351" y="0"/>
                  <a:pt x="351" y="0"/>
                </a:cubicBezTo>
                <a:cubicBezTo>
                  <a:pt x="356" y="0"/>
                  <a:pt x="361" y="1"/>
                  <a:pt x="364" y="5"/>
                </a:cubicBezTo>
                <a:cubicBezTo>
                  <a:pt x="418" y="55"/>
                  <a:pt x="490" y="86"/>
                  <a:pt x="570" y="86"/>
                </a:cubicBezTo>
                <a:cubicBezTo>
                  <a:pt x="592" y="86"/>
                  <a:pt x="613" y="84"/>
                  <a:pt x="634" y="79"/>
                </a:cubicBezTo>
                <a:cubicBezTo>
                  <a:pt x="648" y="76"/>
                  <a:pt x="660" y="90"/>
                  <a:pt x="655" y="103"/>
                </a:cubicBezTo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0800000" scaled="0"/>
          </a:gradFill>
          <a:ln w="41275" cap="rnd">
            <a:solidFill>
              <a:srgbClr val="FFFFFF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19">
            <a:extLst>
              <a:ext uri="{FF2B5EF4-FFF2-40B4-BE49-F238E27FC236}">
                <a16:creationId xmlns:a16="http://schemas.microsoft.com/office/drawing/2014/main" id="{BDBF8A1A-C8B6-FB46-ADC0-46B965B4BA1A}"/>
              </a:ext>
            </a:extLst>
          </p:cNvPr>
          <p:cNvSpPr>
            <a:spLocks noChangeAspect="1"/>
          </p:cNvSpPr>
          <p:nvPr/>
        </p:nvSpPr>
        <p:spPr bwMode="auto">
          <a:xfrm>
            <a:off x="6715359" y="2392675"/>
            <a:ext cx="1212325" cy="1631013"/>
          </a:xfrm>
          <a:custGeom>
            <a:avLst/>
            <a:gdLst>
              <a:gd name="T0" fmla="*/ 494 w 494"/>
              <a:gd name="T1" fmla="*/ 480 h 665"/>
              <a:gd name="T2" fmla="*/ 471 w 494"/>
              <a:gd name="T3" fmla="*/ 648 h 665"/>
              <a:gd name="T4" fmla="*/ 442 w 494"/>
              <a:gd name="T5" fmla="*/ 658 h 665"/>
              <a:gd name="T6" fmla="*/ 189 w 494"/>
              <a:gd name="T7" fmla="*/ 473 h 665"/>
              <a:gd name="T8" fmla="*/ 181 w 494"/>
              <a:gd name="T9" fmla="*/ 459 h 665"/>
              <a:gd name="T10" fmla="*/ 14 w 494"/>
              <a:gd name="T11" fmla="*/ 210 h 665"/>
              <a:gd name="T12" fmla="*/ 11 w 494"/>
              <a:gd name="T13" fmla="*/ 179 h 665"/>
              <a:gd name="T14" fmla="*/ 246 w 494"/>
              <a:gd name="T15" fmla="*/ 5 h 665"/>
              <a:gd name="T16" fmla="*/ 269 w 494"/>
              <a:gd name="T17" fmla="*/ 5 h 665"/>
              <a:gd name="T18" fmla="*/ 494 w 494"/>
              <a:gd name="T19" fmla="*/ 480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94" h="665">
                <a:moveTo>
                  <a:pt x="494" y="480"/>
                </a:moveTo>
                <a:cubicBezTo>
                  <a:pt x="494" y="538"/>
                  <a:pt x="486" y="595"/>
                  <a:pt x="471" y="648"/>
                </a:cubicBezTo>
                <a:cubicBezTo>
                  <a:pt x="468" y="660"/>
                  <a:pt x="453" y="665"/>
                  <a:pt x="442" y="658"/>
                </a:cubicBezTo>
                <a:cubicBezTo>
                  <a:pt x="189" y="473"/>
                  <a:pt x="189" y="473"/>
                  <a:pt x="189" y="473"/>
                </a:cubicBezTo>
                <a:cubicBezTo>
                  <a:pt x="184" y="470"/>
                  <a:pt x="181" y="465"/>
                  <a:pt x="181" y="459"/>
                </a:cubicBezTo>
                <a:cubicBezTo>
                  <a:pt x="174" y="350"/>
                  <a:pt x="107" y="256"/>
                  <a:pt x="14" y="210"/>
                </a:cubicBezTo>
                <a:cubicBezTo>
                  <a:pt x="1" y="204"/>
                  <a:pt x="0" y="187"/>
                  <a:pt x="11" y="179"/>
                </a:cubicBezTo>
                <a:cubicBezTo>
                  <a:pt x="246" y="5"/>
                  <a:pt x="246" y="5"/>
                  <a:pt x="246" y="5"/>
                </a:cubicBezTo>
                <a:cubicBezTo>
                  <a:pt x="253" y="0"/>
                  <a:pt x="262" y="0"/>
                  <a:pt x="269" y="5"/>
                </a:cubicBezTo>
                <a:cubicBezTo>
                  <a:pt x="406" y="118"/>
                  <a:pt x="494" y="289"/>
                  <a:pt x="494" y="480"/>
                </a:cubicBezTo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0800000" scaled="0"/>
          </a:gradFill>
          <a:ln w="41275" cap="rnd">
            <a:solidFill>
              <a:srgbClr val="FFFFFF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3" name="Graphic 53">
            <a:extLst>
              <a:ext uri="{FF2B5EF4-FFF2-40B4-BE49-F238E27FC236}">
                <a16:creationId xmlns:a16="http://schemas.microsoft.com/office/drawing/2014/main" id="{9ED165BC-CE5F-4544-B1FC-CD621006F06C}"/>
              </a:ext>
            </a:extLst>
          </p:cNvPr>
          <p:cNvGrpSpPr>
            <a:grpSpLocks noChangeAspect="1"/>
          </p:cNvGrpSpPr>
          <p:nvPr/>
        </p:nvGrpSpPr>
        <p:grpSpPr>
          <a:xfrm>
            <a:off x="5246885" y="4901664"/>
            <a:ext cx="410306" cy="414909"/>
            <a:chOff x="5710833" y="2109264"/>
            <a:chExt cx="410306" cy="414909"/>
          </a:xfrm>
          <a:solidFill>
            <a:srgbClr val="FFFFFF"/>
          </a:solidFill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94ABC6B8-3955-4842-8D5C-9467FB5BF334}"/>
                </a:ext>
              </a:extLst>
            </p:cNvPr>
            <p:cNvSpPr/>
            <p:nvPr/>
          </p:nvSpPr>
          <p:spPr>
            <a:xfrm>
              <a:off x="5920369" y="2109264"/>
              <a:ext cx="200770" cy="200217"/>
            </a:xfrm>
            <a:custGeom>
              <a:avLst/>
              <a:gdLst>
                <a:gd name="connsiteX0" fmla="*/ 193164 w 200770"/>
                <a:gd name="connsiteY0" fmla="*/ 200194 h 200217"/>
                <a:gd name="connsiteX1" fmla="*/ 6916 w 200770"/>
                <a:gd name="connsiteY1" fmla="*/ 200194 h 200217"/>
                <a:gd name="connsiteX2" fmla="*/ 0 w 200770"/>
                <a:gd name="connsiteY2" fmla="*/ 193280 h 200217"/>
                <a:gd name="connsiteX3" fmla="*/ 1 w 200770"/>
                <a:gd name="connsiteY3" fmla="*/ 193164 h 200217"/>
                <a:gd name="connsiteX4" fmla="*/ 1 w 200770"/>
                <a:gd name="connsiteY4" fmla="*/ 7031 h 200217"/>
                <a:gd name="connsiteX5" fmla="*/ 6800 w 200770"/>
                <a:gd name="connsiteY5" fmla="*/ 2 h 200217"/>
                <a:gd name="connsiteX6" fmla="*/ 6916 w 200770"/>
                <a:gd name="connsiteY6" fmla="*/ 1 h 200217"/>
                <a:gd name="connsiteX7" fmla="*/ 200770 w 200770"/>
                <a:gd name="connsiteY7" fmla="*/ 192933 h 200217"/>
                <a:gd name="connsiteX8" fmla="*/ 200771 w 200770"/>
                <a:gd name="connsiteY8" fmla="*/ 193164 h 200217"/>
                <a:gd name="connsiteX9" fmla="*/ 193764 w 200770"/>
                <a:gd name="connsiteY9" fmla="*/ 200218 h 200217"/>
                <a:gd name="connsiteX10" fmla="*/ 193164 w 200770"/>
                <a:gd name="connsiteY10" fmla="*/ 200194 h 200217"/>
                <a:gd name="connsiteX11" fmla="*/ 13947 w 200770"/>
                <a:gd name="connsiteY11" fmla="*/ 186249 h 200217"/>
                <a:gd name="connsiteX12" fmla="*/ 186019 w 200770"/>
                <a:gd name="connsiteY12" fmla="*/ 186249 h 200217"/>
                <a:gd name="connsiteX13" fmla="*/ 13947 w 200770"/>
                <a:gd name="connsiteY13" fmla="*/ 14061 h 20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0770" h="200217">
                  <a:moveTo>
                    <a:pt x="193164" y="200194"/>
                  </a:moveTo>
                  <a:lnTo>
                    <a:pt x="6916" y="200194"/>
                  </a:lnTo>
                  <a:cubicBezTo>
                    <a:pt x="3097" y="200195"/>
                    <a:pt x="1" y="197099"/>
                    <a:pt x="0" y="193280"/>
                  </a:cubicBezTo>
                  <a:cubicBezTo>
                    <a:pt x="0" y="193241"/>
                    <a:pt x="0" y="193202"/>
                    <a:pt x="1" y="193164"/>
                  </a:cubicBezTo>
                  <a:lnTo>
                    <a:pt x="1" y="7031"/>
                  </a:lnTo>
                  <a:cubicBezTo>
                    <a:pt x="-63" y="3212"/>
                    <a:pt x="2981" y="65"/>
                    <a:pt x="6800" y="2"/>
                  </a:cubicBezTo>
                  <a:cubicBezTo>
                    <a:pt x="6839" y="1"/>
                    <a:pt x="6877" y="1"/>
                    <a:pt x="6916" y="1"/>
                  </a:cubicBezTo>
                  <a:cubicBezTo>
                    <a:pt x="113724" y="-254"/>
                    <a:pt x="200516" y="86124"/>
                    <a:pt x="200770" y="192933"/>
                  </a:cubicBezTo>
                  <a:cubicBezTo>
                    <a:pt x="200771" y="193010"/>
                    <a:pt x="200771" y="193087"/>
                    <a:pt x="200771" y="193164"/>
                  </a:cubicBezTo>
                  <a:cubicBezTo>
                    <a:pt x="200784" y="197047"/>
                    <a:pt x="197647" y="200205"/>
                    <a:pt x="193764" y="200218"/>
                  </a:cubicBezTo>
                  <a:cubicBezTo>
                    <a:pt x="193564" y="200218"/>
                    <a:pt x="193364" y="200211"/>
                    <a:pt x="193164" y="200194"/>
                  </a:cubicBezTo>
                  <a:close/>
                  <a:moveTo>
                    <a:pt x="13947" y="186249"/>
                  </a:moveTo>
                  <a:lnTo>
                    <a:pt x="186019" y="186249"/>
                  </a:lnTo>
                  <a:cubicBezTo>
                    <a:pt x="182255" y="92800"/>
                    <a:pt x="107393" y="17887"/>
                    <a:pt x="13947" y="1406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1807128-8AA2-C74B-BC20-0F622BE82B7D}"/>
                </a:ext>
              </a:extLst>
            </p:cNvPr>
            <p:cNvSpPr/>
            <p:nvPr/>
          </p:nvSpPr>
          <p:spPr>
            <a:xfrm>
              <a:off x="5952771" y="2491799"/>
              <a:ext cx="33338" cy="21772"/>
            </a:xfrm>
            <a:custGeom>
              <a:avLst/>
              <a:gdLst>
                <a:gd name="connsiteX0" fmla="*/ 7015 w 33338"/>
                <a:gd name="connsiteY0" fmla="*/ 21771 h 21772"/>
                <a:gd name="connsiteX1" fmla="*/ 330 w 33338"/>
                <a:gd name="connsiteY1" fmla="*/ 17046 h 21772"/>
                <a:gd name="connsiteX2" fmla="*/ 4710 w 33338"/>
                <a:gd name="connsiteY2" fmla="*/ 8286 h 21772"/>
                <a:gd name="connsiteX3" fmla="*/ 23381 w 33338"/>
                <a:gd name="connsiteY3" fmla="*/ 680 h 21772"/>
                <a:gd name="connsiteX4" fmla="*/ 32658 w 33338"/>
                <a:gd name="connsiteY4" fmla="*/ 3964 h 21772"/>
                <a:gd name="connsiteX5" fmla="*/ 29374 w 33338"/>
                <a:gd name="connsiteY5" fmla="*/ 13242 h 21772"/>
                <a:gd name="connsiteX6" fmla="*/ 9204 w 33338"/>
                <a:gd name="connsiteY6" fmla="*/ 21425 h 21772"/>
                <a:gd name="connsiteX7" fmla="*/ 7015 w 33338"/>
                <a:gd name="connsiteY7" fmla="*/ 21771 h 21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38" h="21772">
                  <a:moveTo>
                    <a:pt x="7015" y="21771"/>
                  </a:moveTo>
                  <a:cubicBezTo>
                    <a:pt x="3993" y="21826"/>
                    <a:pt x="1286" y="19912"/>
                    <a:pt x="330" y="17046"/>
                  </a:cubicBezTo>
                  <a:cubicBezTo>
                    <a:pt x="-818" y="13422"/>
                    <a:pt x="1122" y="9542"/>
                    <a:pt x="4710" y="8286"/>
                  </a:cubicBezTo>
                  <a:cubicBezTo>
                    <a:pt x="11074" y="6110"/>
                    <a:pt x="17307" y="3570"/>
                    <a:pt x="23381" y="680"/>
                  </a:cubicBezTo>
                  <a:cubicBezTo>
                    <a:pt x="26850" y="-975"/>
                    <a:pt x="31003" y="495"/>
                    <a:pt x="32658" y="3964"/>
                  </a:cubicBezTo>
                  <a:cubicBezTo>
                    <a:pt x="34313" y="7434"/>
                    <a:pt x="32843" y="11587"/>
                    <a:pt x="29374" y="13242"/>
                  </a:cubicBezTo>
                  <a:cubicBezTo>
                    <a:pt x="22822" y="16374"/>
                    <a:pt x="16086" y="19107"/>
                    <a:pt x="9204" y="21425"/>
                  </a:cubicBezTo>
                  <a:cubicBezTo>
                    <a:pt x="8497" y="21652"/>
                    <a:pt x="7758" y="21769"/>
                    <a:pt x="7015" y="2177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BAD00A85-AC68-434B-87D0-E212FDC84356}"/>
                </a:ext>
              </a:extLst>
            </p:cNvPr>
            <p:cNvSpPr/>
            <p:nvPr/>
          </p:nvSpPr>
          <p:spPr>
            <a:xfrm>
              <a:off x="6005039" y="2444698"/>
              <a:ext cx="42611" cy="40981"/>
            </a:xfrm>
            <a:custGeom>
              <a:avLst/>
              <a:gdLst>
                <a:gd name="connsiteX0" fmla="*/ 6957 w 42611"/>
                <a:gd name="connsiteY0" fmla="*/ 40982 h 40981"/>
                <a:gd name="connsiteX1" fmla="*/ 0 w 42611"/>
                <a:gd name="connsiteY1" fmla="*/ 33878 h 40981"/>
                <a:gd name="connsiteX2" fmla="*/ 2692 w 42611"/>
                <a:gd name="connsiteY2" fmla="*/ 28419 h 40981"/>
                <a:gd name="connsiteX3" fmla="*/ 29777 w 42611"/>
                <a:gd name="connsiteY3" fmla="*/ 3064 h 40981"/>
                <a:gd name="connsiteX4" fmla="*/ 39548 w 42611"/>
                <a:gd name="connsiteY4" fmla="*/ 1227 h 40981"/>
                <a:gd name="connsiteX5" fmla="*/ 41385 w 42611"/>
                <a:gd name="connsiteY5" fmla="*/ 10999 h 40981"/>
                <a:gd name="connsiteX6" fmla="*/ 40380 w 42611"/>
                <a:gd name="connsiteY6" fmla="*/ 12168 h 40981"/>
                <a:gd name="connsiteX7" fmla="*/ 11106 w 42611"/>
                <a:gd name="connsiteY7" fmla="*/ 39599 h 40981"/>
                <a:gd name="connsiteX8" fmla="*/ 6957 w 42611"/>
                <a:gd name="connsiteY8" fmla="*/ 40982 h 40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611" h="40981">
                  <a:moveTo>
                    <a:pt x="6957" y="40982"/>
                  </a:moveTo>
                  <a:cubicBezTo>
                    <a:pt x="3074" y="40941"/>
                    <a:pt x="-40" y="37761"/>
                    <a:pt x="0" y="33878"/>
                  </a:cubicBezTo>
                  <a:cubicBezTo>
                    <a:pt x="23" y="31744"/>
                    <a:pt x="1013" y="29736"/>
                    <a:pt x="2692" y="28419"/>
                  </a:cubicBezTo>
                  <a:cubicBezTo>
                    <a:pt x="12586" y="20942"/>
                    <a:pt x="21664" y="12443"/>
                    <a:pt x="29777" y="3064"/>
                  </a:cubicBezTo>
                  <a:cubicBezTo>
                    <a:pt x="31968" y="-142"/>
                    <a:pt x="36343" y="-964"/>
                    <a:pt x="39548" y="1227"/>
                  </a:cubicBezTo>
                  <a:cubicBezTo>
                    <a:pt x="42754" y="3418"/>
                    <a:pt x="43576" y="7793"/>
                    <a:pt x="41385" y="10999"/>
                  </a:cubicBezTo>
                  <a:cubicBezTo>
                    <a:pt x="41094" y="11424"/>
                    <a:pt x="40757" y="11817"/>
                    <a:pt x="40380" y="12168"/>
                  </a:cubicBezTo>
                  <a:cubicBezTo>
                    <a:pt x="31564" y="22268"/>
                    <a:pt x="21757" y="31458"/>
                    <a:pt x="11106" y="39599"/>
                  </a:cubicBezTo>
                  <a:cubicBezTo>
                    <a:pt x="9909" y="40496"/>
                    <a:pt x="8453" y="40982"/>
                    <a:pt x="6957" y="4098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D3213175-97D0-5946-982D-E5FD240CDB59}"/>
                </a:ext>
              </a:extLst>
            </p:cNvPr>
            <p:cNvSpPr/>
            <p:nvPr/>
          </p:nvSpPr>
          <p:spPr>
            <a:xfrm>
              <a:off x="6055352" y="2394777"/>
              <a:ext cx="23076" cy="32818"/>
            </a:xfrm>
            <a:custGeom>
              <a:avLst/>
              <a:gdLst>
                <a:gd name="connsiteX0" fmla="*/ 7009 w 23076"/>
                <a:gd name="connsiteY0" fmla="*/ 32815 h 32818"/>
                <a:gd name="connsiteX1" fmla="*/ 3551 w 23076"/>
                <a:gd name="connsiteY1" fmla="*/ 31893 h 32818"/>
                <a:gd name="connsiteX2" fmla="*/ 875 w 23076"/>
                <a:gd name="connsiteY2" fmla="*/ 22487 h 32818"/>
                <a:gd name="connsiteX3" fmla="*/ 900 w 23076"/>
                <a:gd name="connsiteY3" fmla="*/ 22442 h 32818"/>
                <a:gd name="connsiteX4" fmla="*/ 9659 w 23076"/>
                <a:gd name="connsiteY4" fmla="*/ 4348 h 32818"/>
                <a:gd name="connsiteX5" fmla="*/ 18649 w 23076"/>
                <a:gd name="connsiteY5" fmla="*/ 497 h 32818"/>
                <a:gd name="connsiteX6" fmla="*/ 18764 w 23076"/>
                <a:gd name="connsiteY6" fmla="*/ 544 h 32818"/>
                <a:gd name="connsiteX7" fmla="*/ 22568 w 23076"/>
                <a:gd name="connsiteY7" fmla="*/ 9649 h 32818"/>
                <a:gd name="connsiteX8" fmla="*/ 13117 w 23076"/>
                <a:gd name="connsiteY8" fmla="*/ 29242 h 32818"/>
                <a:gd name="connsiteX9" fmla="*/ 7009 w 23076"/>
                <a:gd name="connsiteY9" fmla="*/ 32815 h 3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76" h="32818">
                  <a:moveTo>
                    <a:pt x="7009" y="32815"/>
                  </a:moveTo>
                  <a:cubicBezTo>
                    <a:pt x="5791" y="32853"/>
                    <a:pt x="4589" y="32532"/>
                    <a:pt x="3551" y="31893"/>
                  </a:cubicBezTo>
                  <a:cubicBezTo>
                    <a:pt x="215" y="30034"/>
                    <a:pt x="-983" y="25823"/>
                    <a:pt x="875" y="22487"/>
                  </a:cubicBezTo>
                  <a:cubicBezTo>
                    <a:pt x="884" y="22472"/>
                    <a:pt x="892" y="22457"/>
                    <a:pt x="900" y="22442"/>
                  </a:cubicBezTo>
                  <a:cubicBezTo>
                    <a:pt x="4127" y="16564"/>
                    <a:pt x="7009" y="10917"/>
                    <a:pt x="9659" y="4348"/>
                  </a:cubicBezTo>
                  <a:cubicBezTo>
                    <a:pt x="11078" y="802"/>
                    <a:pt x="15103" y="-922"/>
                    <a:pt x="18649" y="497"/>
                  </a:cubicBezTo>
                  <a:cubicBezTo>
                    <a:pt x="18688" y="512"/>
                    <a:pt x="18726" y="528"/>
                    <a:pt x="18764" y="544"/>
                  </a:cubicBezTo>
                  <a:cubicBezTo>
                    <a:pt x="22307" y="2030"/>
                    <a:pt x="24000" y="6085"/>
                    <a:pt x="22568" y="9649"/>
                  </a:cubicBezTo>
                  <a:cubicBezTo>
                    <a:pt x="19768" y="16344"/>
                    <a:pt x="16613" y="22884"/>
                    <a:pt x="13117" y="29242"/>
                  </a:cubicBezTo>
                  <a:cubicBezTo>
                    <a:pt x="11855" y="31429"/>
                    <a:pt x="9533" y="32787"/>
                    <a:pt x="7009" y="3281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9A5DE072-CF63-B54E-9BDC-BFA6BBB44B82}"/>
                </a:ext>
              </a:extLst>
            </p:cNvPr>
            <p:cNvSpPr/>
            <p:nvPr/>
          </p:nvSpPr>
          <p:spPr>
            <a:xfrm>
              <a:off x="5710833" y="2137732"/>
              <a:ext cx="381723" cy="386441"/>
            </a:xfrm>
            <a:custGeom>
              <a:avLst/>
              <a:gdLst>
                <a:gd name="connsiteX0" fmla="*/ 188560 w 381723"/>
                <a:gd name="connsiteY0" fmla="*/ 386442 h 386441"/>
                <a:gd name="connsiteX1" fmla="*/ 59 w 381723"/>
                <a:gd name="connsiteY1" fmla="*/ 188501 h 386441"/>
                <a:gd name="connsiteX2" fmla="*/ 188560 w 381723"/>
                <a:gd name="connsiteY2" fmla="*/ 0 h 386441"/>
                <a:gd name="connsiteX3" fmla="*/ 195591 w 381723"/>
                <a:gd name="connsiteY3" fmla="*/ 7030 h 386441"/>
                <a:gd name="connsiteX4" fmla="*/ 195591 w 381723"/>
                <a:gd name="connsiteY4" fmla="*/ 185672 h 386441"/>
                <a:gd name="connsiteX5" fmla="*/ 374808 w 381723"/>
                <a:gd name="connsiteY5" fmla="*/ 185672 h 386441"/>
                <a:gd name="connsiteX6" fmla="*/ 381723 w 381723"/>
                <a:gd name="connsiteY6" fmla="*/ 192587 h 386441"/>
                <a:gd name="connsiteX7" fmla="*/ 367086 w 381723"/>
                <a:gd name="connsiteY7" fmla="*/ 266694 h 386441"/>
                <a:gd name="connsiteX8" fmla="*/ 357866 w 381723"/>
                <a:gd name="connsiteY8" fmla="*/ 270498 h 386441"/>
                <a:gd name="connsiteX9" fmla="*/ 354178 w 381723"/>
                <a:gd name="connsiteY9" fmla="*/ 261393 h 386441"/>
                <a:gd name="connsiteX10" fmla="*/ 367663 w 381723"/>
                <a:gd name="connsiteY10" fmla="*/ 199617 h 386441"/>
                <a:gd name="connsiteX11" fmla="*/ 188560 w 381723"/>
                <a:gd name="connsiteY11" fmla="*/ 199617 h 386441"/>
                <a:gd name="connsiteX12" fmla="*/ 181644 w 381723"/>
                <a:gd name="connsiteY12" fmla="*/ 192703 h 386441"/>
                <a:gd name="connsiteX13" fmla="*/ 181645 w 381723"/>
                <a:gd name="connsiteY13" fmla="*/ 192587 h 386441"/>
                <a:gd name="connsiteX14" fmla="*/ 181645 w 381723"/>
                <a:gd name="connsiteY14" fmla="*/ 13600 h 386441"/>
                <a:gd name="connsiteX15" fmla="*/ 9642 w 381723"/>
                <a:gd name="connsiteY15" fmla="*/ 199752 h 386441"/>
                <a:gd name="connsiteX16" fmla="*/ 195794 w 381723"/>
                <a:gd name="connsiteY16" fmla="*/ 371756 h 386441"/>
                <a:gd name="connsiteX17" fmla="*/ 246417 w 381723"/>
                <a:gd name="connsiteY17" fmla="*/ 362354 h 386441"/>
                <a:gd name="connsiteX18" fmla="*/ 255234 w 381723"/>
                <a:gd name="connsiteY18" fmla="*/ 366676 h 386441"/>
                <a:gd name="connsiteX19" fmla="*/ 250912 w 381723"/>
                <a:gd name="connsiteY19" fmla="*/ 375493 h 386441"/>
                <a:gd name="connsiteX20" fmla="*/ 188560 w 381723"/>
                <a:gd name="connsiteY20" fmla="*/ 386442 h 3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81723" h="386441">
                  <a:moveTo>
                    <a:pt x="188560" y="386442"/>
                  </a:moveTo>
                  <a:cubicBezTo>
                    <a:pt x="81847" y="383835"/>
                    <a:pt x="-2548" y="295214"/>
                    <a:pt x="59" y="188501"/>
                  </a:cubicBezTo>
                  <a:cubicBezTo>
                    <a:pt x="2576" y="85456"/>
                    <a:pt x="85514" y="2517"/>
                    <a:pt x="188560" y="0"/>
                  </a:cubicBezTo>
                  <a:cubicBezTo>
                    <a:pt x="192443" y="0"/>
                    <a:pt x="195591" y="3148"/>
                    <a:pt x="195591" y="7030"/>
                  </a:cubicBezTo>
                  <a:lnTo>
                    <a:pt x="195591" y="185672"/>
                  </a:lnTo>
                  <a:lnTo>
                    <a:pt x="374808" y="185672"/>
                  </a:lnTo>
                  <a:cubicBezTo>
                    <a:pt x="378627" y="185672"/>
                    <a:pt x="381723" y="188768"/>
                    <a:pt x="381723" y="192587"/>
                  </a:cubicBezTo>
                  <a:cubicBezTo>
                    <a:pt x="381760" y="218011"/>
                    <a:pt x="376786" y="243193"/>
                    <a:pt x="367086" y="266694"/>
                  </a:cubicBezTo>
                  <a:cubicBezTo>
                    <a:pt x="365552" y="270252"/>
                    <a:pt x="361462" y="271939"/>
                    <a:pt x="357866" y="270498"/>
                  </a:cubicBezTo>
                  <a:cubicBezTo>
                    <a:pt x="354369" y="268967"/>
                    <a:pt x="352731" y="264926"/>
                    <a:pt x="354178" y="261393"/>
                  </a:cubicBezTo>
                  <a:cubicBezTo>
                    <a:pt x="362325" y="241771"/>
                    <a:pt x="366892" y="220849"/>
                    <a:pt x="367663" y="199617"/>
                  </a:cubicBezTo>
                  <a:lnTo>
                    <a:pt x="188560" y="199617"/>
                  </a:lnTo>
                  <a:cubicBezTo>
                    <a:pt x="184741" y="199618"/>
                    <a:pt x="181645" y="196522"/>
                    <a:pt x="181644" y="192703"/>
                  </a:cubicBezTo>
                  <a:cubicBezTo>
                    <a:pt x="181644" y="192664"/>
                    <a:pt x="181644" y="192626"/>
                    <a:pt x="181645" y="192587"/>
                  </a:cubicBezTo>
                  <a:lnTo>
                    <a:pt x="181645" y="13600"/>
                  </a:lnTo>
                  <a:cubicBezTo>
                    <a:pt x="82743" y="17507"/>
                    <a:pt x="5735" y="100850"/>
                    <a:pt x="9642" y="199752"/>
                  </a:cubicBezTo>
                  <a:cubicBezTo>
                    <a:pt x="13549" y="298654"/>
                    <a:pt x="96892" y="375663"/>
                    <a:pt x="195794" y="371756"/>
                  </a:cubicBezTo>
                  <a:cubicBezTo>
                    <a:pt x="213033" y="371075"/>
                    <a:pt x="230083" y="367908"/>
                    <a:pt x="246417" y="362354"/>
                  </a:cubicBezTo>
                  <a:cubicBezTo>
                    <a:pt x="250045" y="361113"/>
                    <a:pt x="253993" y="363048"/>
                    <a:pt x="255234" y="366676"/>
                  </a:cubicBezTo>
                  <a:cubicBezTo>
                    <a:pt x="256475" y="370304"/>
                    <a:pt x="254540" y="374251"/>
                    <a:pt x="250912" y="375493"/>
                  </a:cubicBezTo>
                  <a:cubicBezTo>
                    <a:pt x="230868" y="382534"/>
                    <a:pt x="209804" y="386233"/>
                    <a:pt x="188560" y="38644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9" name="Graphic 55">
            <a:extLst>
              <a:ext uri="{FF2B5EF4-FFF2-40B4-BE49-F238E27FC236}">
                <a16:creationId xmlns:a16="http://schemas.microsoft.com/office/drawing/2014/main" id="{CE6758EE-C464-5349-9DA6-CAD9178F175C}"/>
              </a:ext>
            </a:extLst>
          </p:cNvPr>
          <p:cNvGrpSpPr>
            <a:grpSpLocks noChangeAspect="1"/>
          </p:cNvGrpSpPr>
          <p:nvPr/>
        </p:nvGrpSpPr>
        <p:grpSpPr>
          <a:xfrm>
            <a:off x="7264458" y="2943598"/>
            <a:ext cx="413669" cy="412721"/>
            <a:chOff x="5705789" y="2109266"/>
            <a:chExt cx="413669" cy="412721"/>
          </a:xfrm>
          <a:solidFill>
            <a:srgbClr val="FFFFFF"/>
          </a:solidFill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712ADD67-E331-A446-A1BB-AC1A8E97ADAA}"/>
                </a:ext>
              </a:extLst>
            </p:cNvPr>
            <p:cNvSpPr/>
            <p:nvPr/>
          </p:nvSpPr>
          <p:spPr>
            <a:xfrm>
              <a:off x="5744893" y="2463001"/>
              <a:ext cx="335452" cy="58986"/>
            </a:xfrm>
            <a:custGeom>
              <a:avLst/>
              <a:gdLst>
                <a:gd name="connsiteX0" fmla="*/ 304142 w 335452"/>
                <a:gd name="connsiteY0" fmla="*/ 58929 h 58986"/>
                <a:gd name="connsiteX1" fmla="*/ 31311 w 335452"/>
                <a:gd name="connsiteY1" fmla="*/ 58929 h 58986"/>
                <a:gd name="connsiteX2" fmla="*/ 57 w 335452"/>
                <a:gd name="connsiteY2" fmla="*/ 31311 h 58986"/>
                <a:gd name="connsiteX3" fmla="*/ 27675 w 335452"/>
                <a:gd name="connsiteY3" fmla="*/ 57 h 58986"/>
                <a:gd name="connsiteX4" fmla="*/ 31311 w 335452"/>
                <a:gd name="connsiteY4" fmla="*/ 57 h 58986"/>
                <a:gd name="connsiteX5" fmla="*/ 304142 w 335452"/>
                <a:gd name="connsiteY5" fmla="*/ 57 h 58986"/>
                <a:gd name="connsiteX6" fmla="*/ 335395 w 335452"/>
                <a:gd name="connsiteY6" fmla="*/ 27675 h 58986"/>
                <a:gd name="connsiteX7" fmla="*/ 307777 w 335452"/>
                <a:gd name="connsiteY7" fmla="*/ 58929 h 58986"/>
                <a:gd name="connsiteX8" fmla="*/ 304142 w 335452"/>
                <a:gd name="connsiteY8" fmla="*/ 58929 h 58986"/>
                <a:gd name="connsiteX9" fmla="*/ 31311 w 335452"/>
                <a:gd name="connsiteY9" fmla="*/ 14074 h 58986"/>
                <a:gd name="connsiteX10" fmla="*/ 16778 w 335452"/>
                <a:gd name="connsiteY10" fmla="*/ 31277 h 58986"/>
                <a:gd name="connsiteX11" fmla="*/ 31311 w 335452"/>
                <a:gd name="connsiteY11" fmla="*/ 45809 h 58986"/>
                <a:gd name="connsiteX12" fmla="*/ 304142 w 335452"/>
                <a:gd name="connsiteY12" fmla="*/ 45809 h 58986"/>
                <a:gd name="connsiteX13" fmla="*/ 321344 w 335452"/>
                <a:gd name="connsiteY13" fmla="*/ 31277 h 58986"/>
                <a:gd name="connsiteX14" fmla="*/ 306812 w 335452"/>
                <a:gd name="connsiteY14" fmla="*/ 14074 h 58986"/>
                <a:gd name="connsiteX15" fmla="*/ 304142 w 335452"/>
                <a:gd name="connsiteY15" fmla="*/ 14074 h 58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452" h="58986">
                  <a:moveTo>
                    <a:pt x="304142" y="58929"/>
                  </a:moveTo>
                  <a:lnTo>
                    <a:pt x="31311" y="58929"/>
                  </a:lnTo>
                  <a:cubicBezTo>
                    <a:pt x="15054" y="59933"/>
                    <a:pt x="1061" y="47568"/>
                    <a:pt x="57" y="31311"/>
                  </a:cubicBezTo>
                  <a:cubicBezTo>
                    <a:pt x="-947" y="15054"/>
                    <a:pt x="11418" y="1061"/>
                    <a:pt x="27675" y="57"/>
                  </a:cubicBezTo>
                  <a:cubicBezTo>
                    <a:pt x="28886" y="-18"/>
                    <a:pt x="30100" y="-18"/>
                    <a:pt x="31311" y="57"/>
                  </a:cubicBezTo>
                  <a:lnTo>
                    <a:pt x="304142" y="57"/>
                  </a:lnTo>
                  <a:cubicBezTo>
                    <a:pt x="320399" y="-947"/>
                    <a:pt x="334391" y="11418"/>
                    <a:pt x="335395" y="27675"/>
                  </a:cubicBezTo>
                  <a:cubicBezTo>
                    <a:pt x="336399" y="43933"/>
                    <a:pt x="324034" y="57925"/>
                    <a:pt x="307777" y="58929"/>
                  </a:cubicBezTo>
                  <a:cubicBezTo>
                    <a:pt x="306566" y="59004"/>
                    <a:pt x="305352" y="59004"/>
                    <a:pt x="304142" y="58929"/>
                  </a:cubicBezTo>
                  <a:close/>
                  <a:moveTo>
                    <a:pt x="31311" y="14074"/>
                  </a:moveTo>
                  <a:cubicBezTo>
                    <a:pt x="22548" y="14812"/>
                    <a:pt x="16041" y="22513"/>
                    <a:pt x="16778" y="31277"/>
                  </a:cubicBezTo>
                  <a:cubicBezTo>
                    <a:pt x="17430" y="39017"/>
                    <a:pt x="23571" y="45158"/>
                    <a:pt x="31311" y="45809"/>
                  </a:cubicBezTo>
                  <a:lnTo>
                    <a:pt x="304142" y="45809"/>
                  </a:lnTo>
                  <a:cubicBezTo>
                    <a:pt x="312905" y="46547"/>
                    <a:pt x="320607" y="40040"/>
                    <a:pt x="321344" y="31277"/>
                  </a:cubicBezTo>
                  <a:cubicBezTo>
                    <a:pt x="322081" y="22513"/>
                    <a:pt x="315575" y="14812"/>
                    <a:pt x="306812" y="14074"/>
                  </a:cubicBezTo>
                  <a:cubicBezTo>
                    <a:pt x="305923" y="14000"/>
                    <a:pt x="305030" y="14000"/>
                    <a:pt x="304142" y="14074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C129B493-39F6-6442-B23D-555E6E848101}"/>
                </a:ext>
              </a:extLst>
            </p:cNvPr>
            <p:cNvSpPr/>
            <p:nvPr/>
          </p:nvSpPr>
          <p:spPr>
            <a:xfrm>
              <a:off x="5873091" y="2109266"/>
              <a:ext cx="79841" cy="79841"/>
            </a:xfrm>
            <a:custGeom>
              <a:avLst/>
              <a:gdLst>
                <a:gd name="connsiteX0" fmla="*/ 39585 w 79841"/>
                <a:gd name="connsiteY0" fmla="*/ 79841 h 79841"/>
                <a:gd name="connsiteX1" fmla="*/ 1 w 79841"/>
                <a:gd name="connsiteY1" fmla="*/ 39585 h 79841"/>
                <a:gd name="connsiteX2" fmla="*/ 40257 w 79841"/>
                <a:gd name="connsiteY2" fmla="*/ 1 h 79841"/>
                <a:gd name="connsiteX3" fmla="*/ 79842 w 79841"/>
                <a:gd name="connsiteY3" fmla="*/ 39920 h 79841"/>
                <a:gd name="connsiteX4" fmla="*/ 39922 w 79841"/>
                <a:gd name="connsiteY4" fmla="*/ 79842 h 79841"/>
                <a:gd name="connsiteX5" fmla="*/ 39585 w 79841"/>
                <a:gd name="connsiteY5" fmla="*/ 79841 h 79841"/>
                <a:gd name="connsiteX6" fmla="*/ 39585 w 79841"/>
                <a:gd name="connsiteY6" fmla="*/ 13567 h 79841"/>
                <a:gd name="connsiteX7" fmla="*/ 13120 w 79841"/>
                <a:gd name="connsiteY7" fmla="*/ 39807 h 79841"/>
                <a:gd name="connsiteX8" fmla="*/ 39360 w 79841"/>
                <a:gd name="connsiteY8" fmla="*/ 66271 h 79841"/>
                <a:gd name="connsiteX9" fmla="*/ 65825 w 79841"/>
                <a:gd name="connsiteY9" fmla="*/ 40031 h 79841"/>
                <a:gd name="connsiteX10" fmla="*/ 65825 w 79841"/>
                <a:gd name="connsiteY10" fmla="*/ 39920 h 79841"/>
                <a:gd name="connsiteX11" fmla="*/ 39585 w 79841"/>
                <a:gd name="connsiteY11" fmla="*/ 13567 h 7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841" h="79841">
                  <a:moveTo>
                    <a:pt x="39585" y="79841"/>
                  </a:moveTo>
                  <a:cubicBezTo>
                    <a:pt x="17538" y="79655"/>
                    <a:pt x="-184" y="61632"/>
                    <a:pt x="1" y="39585"/>
                  </a:cubicBezTo>
                  <a:cubicBezTo>
                    <a:pt x="187" y="17538"/>
                    <a:pt x="18210" y="-184"/>
                    <a:pt x="40257" y="1"/>
                  </a:cubicBezTo>
                  <a:cubicBezTo>
                    <a:pt x="62173" y="186"/>
                    <a:pt x="79841" y="18004"/>
                    <a:pt x="79842" y="39920"/>
                  </a:cubicBezTo>
                  <a:cubicBezTo>
                    <a:pt x="79843" y="61967"/>
                    <a:pt x="61970" y="79841"/>
                    <a:pt x="39922" y="79842"/>
                  </a:cubicBezTo>
                  <a:cubicBezTo>
                    <a:pt x="39810" y="79842"/>
                    <a:pt x="39697" y="79842"/>
                    <a:pt x="39585" y="79841"/>
                  </a:cubicBezTo>
                  <a:close/>
                  <a:moveTo>
                    <a:pt x="39585" y="13567"/>
                  </a:moveTo>
                  <a:cubicBezTo>
                    <a:pt x="25031" y="13505"/>
                    <a:pt x="13182" y="25253"/>
                    <a:pt x="13120" y="39807"/>
                  </a:cubicBezTo>
                  <a:cubicBezTo>
                    <a:pt x="13058" y="54361"/>
                    <a:pt x="24806" y="66210"/>
                    <a:pt x="39360" y="66271"/>
                  </a:cubicBezTo>
                  <a:cubicBezTo>
                    <a:pt x="53914" y="66333"/>
                    <a:pt x="65763" y="54585"/>
                    <a:pt x="65825" y="40031"/>
                  </a:cubicBezTo>
                  <a:cubicBezTo>
                    <a:pt x="65825" y="39994"/>
                    <a:pt x="65825" y="39957"/>
                    <a:pt x="65825" y="39920"/>
                  </a:cubicBezTo>
                  <a:cubicBezTo>
                    <a:pt x="65825" y="25409"/>
                    <a:pt x="54095" y="13629"/>
                    <a:pt x="39585" y="13567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2387FD67-31E8-3248-AAE8-DE433BD339B0}"/>
                </a:ext>
              </a:extLst>
            </p:cNvPr>
            <p:cNvSpPr/>
            <p:nvPr/>
          </p:nvSpPr>
          <p:spPr>
            <a:xfrm>
              <a:off x="5890136" y="2171479"/>
              <a:ext cx="45303" cy="305148"/>
            </a:xfrm>
            <a:custGeom>
              <a:avLst/>
              <a:gdLst>
                <a:gd name="connsiteX0" fmla="*/ 38351 w 45303"/>
                <a:gd name="connsiteY0" fmla="*/ 305148 h 305148"/>
                <a:gd name="connsiteX1" fmla="*/ 6728 w 45303"/>
                <a:gd name="connsiteY1" fmla="*/ 305148 h 305148"/>
                <a:gd name="connsiteX2" fmla="*/ 0 w 45303"/>
                <a:gd name="connsiteY2" fmla="*/ 298420 h 305148"/>
                <a:gd name="connsiteX3" fmla="*/ 0 w 45303"/>
                <a:gd name="connsiteY3" fmla="*/ 6862 h 305148"/>
                <a:gd name="connsiteX4" fmla="*/ 6675 w 45303"/>
                <a:gd name="connsiteY4" fmla="*/ 81 h 305148"/>
                <a:gd name="connsiteX5" fmla="*/ 9980 w 45303"/>
                <a:gd name="connsiteY5" fmla="*/ 919 h 305148"/>
                <a:gd name="connsiteX6" fmla="*/ 35211 w 45303"/>
                <a:gd name="connsiteY6" fmla="*/ 919 h 305148"/>
                <a:gd name="connsiteX7" fmla="*/ 41940 w 45303"/>
                <a:gd name="connsiteY7" fmla="*/ 919 h 305148"/>
                <a:gd name="connsiteX8" fmla="*/ 45304 w 45303"/>
                <a:gd name="connsiteY8" fmla="*/ 6750 h 305148"/>
                <a:gd name="connsiteX9" fmla="*/ 45304 w 45303"/>
                <a:gd name="connsiteY9" fmla="*/ 89396 h 305148"/>
                <a:gd name="connsiteX10" fmla="*/ 38463 w 45303"/>
                <a:gd name="connsiteY10" fmla="*/ 96236 h 305148"/>
                <a:gd name="connsiteX11" fmla="*/ 31623 w 45303"/>
                <a:gd name="connsiteY11" fmla="*/ 89396 h 305148"/>
                <a:gd name="connsiteX12" fmla="*/ 31623 w 45303"/>
                <a:gd name="connsiteY12" fmla="*/ 16282 h 305148"/>
                <a:gd name="connsiteX13" fmla="*/ 13457 w 45303"/>
                <a:gd name="connsiteY13" fmla="*/ 16282 h 305148"/>
                <a:gd name="connsiteX14" fmla="*/ 13457 w 45303"/>
                <a:gd name="connsiteY14" fmla="*/ 291580 h 305148"/>
                <a:gd name="connsiteX15" fmla="*/ 31511 w 45303"/>
                <a:gd name="connsiteY15" fmla="*/ 291580 h 305148"/>
                <a:gd name="connsiteX16" fmla="*/ 31511 w 45303"/>
                <a:gd name="connsiteY16" fmla="*/ 238651 h 305148"/>
                <a:gd name="connsiteX17" fmla="*/ 38351 w 45303"/>
                <a:gd name="connsiteY17" fmla="*/ 231810 h 305148"/>
                <a:gd name="connsiteX18" fmla="*/ 45192 w 45303"/>
                <a:gd name="connsiteY18" fmla="*/ 238651 h 305148"/>
                <a:gd name="connsiteX19" fmla="*/ 45192 w 45303"/>
                <a:gd name="connsiteY19" fmla="*/ 298420 h 305148"/>
                <a:gd name="connsiteX20" fmla="*/ 38351 w 45303"/>
                <a:gd name="connsiteY20" fmla="*/ 305148 h 30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303" h="305148">
                  <a:moveTo>
                    <a:pt x="38351" y="305148"/>
                  </a:moveTo>
                  <a:lnTo>
                    <a:pt x="6728" y="305148"/>
                  </a:lnTo>
                  <a:cubicBezTo>
                    <a:pt x="3013" y="305148"/>
                    <a:pt x="0" y="302136"/>
                    <a:pt x="0" y="298420"/>
                  </a:cubicBezTo>
                  <a:lnTo>
                    <a:pt x="0" y="6862"/>
                  </a:lnTo>
                  <a:cubicBezTo>
                    <a:pt x="-29" y="3147"/>
                    <a:pt x="2959" y="111"/>
                    <a:pt x="6675" y="81"/>
                  </a:cubicBezTo>
                  <a:cubicBezTo>
                    <a:pt x="7830" y="72"/>
                    <a:pt x="8969" y="361"/>
                    <a:pt x="9980" y="919"/>
                  </a:cubicBezTo>
                  <a:cubicBezTo>
                    <a:pt x="17793" y="5403"/>
                    <a:pt x="27399" y="5403"/>
                    <a:pt x="35211" y="919"/>
                  </a:cubicBezTo>
                  <a:cubicBezTo>
                    <a:pt x="37287" y="-306"/>
                    <a:pt x="39864" y="-306"/>
                    <a:pt x="41940" y="919"/>
                  </a:cubicBezTo>
                  <a:cubicBezTo>
                    <a:pt x="44023" y="2122"/>
                    <a:pt x="45305" y="4345"/>
                    <a:pt x="45304" y="6750"/>
                  </a:cubicBezTo>
                  <a:lnTo>
                    <a:pt x="45304" y="89396"/>
                  </a:lnTo>
                  <a:cubicBezTo>
                    <a:pt x="45304" y="93174"/>
                    <a:pt x="42241" y="96236"/>
                    <a:pt x="38463" y="96236"/>
                  </a:cubicBezTo>
                  <a:cubicBezTo>
                    <a:pt x="34686" y="96236"/>
                    <a:pt x="31623" y="93174"/>
                    <a:pt x="31623" y="89396"/>
                  </a:cubicBezTo>
                  <a:lnTo>
                    <a:pt x="31623" y="16282"/>
                  </a:lnTo>
                  <a:cubicBezTo>
                    <a:pt x="25658" y="17759"/>
                    <a:pt x="19422" y="17759"/>
                    <a:pt x="13457" y="16282"/>
                  </a:cubicBezTo>
                  <a:lnTo>
                    <a:pt x="13457" y="291580"/>
                  </a:lnTo>
                  <a:lnTo>
                    <a:pt x="31511" y="291580"/>
                  </a:lnTo>
                  <a:lnTo>
                    <a:pt x="31511" y="238651"/>
                  </a:lnTo>
                  <a:cubicBezTo>
                    <a:pt x="31511" y="234873"/>
                    <a:pt x="34573" y="231810"/>
                    <a:pt x="38351" y="231810"/>
                  </a:cubicBezTo>
                  <a:cubicBezTo>
                    <a:pt x="42129" y="231810"/>
                    <a:pt x="45192" y="234873"/>
                    <a:pt x="45192" y="238651"/>
                  </a:cubicBezTo>
                  <a:lnTo>
                    <a:pt x="45192" y="298420"/>
                  </a:lnTo>
                  <a:cubicBezTo>
                    <a:pt x="45130" y="302154"/>
                    <a:pt x="42086" y="305149"/>
                    <a:pt x="38351" y="30514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4209C24B-3E99-E345-B89F-70B89382E9EF}"/>
                </a:ext>
              </a:extLst>
            </p:cNvPr>
            <p:cNvSpPr/>
            <p:nvPr/>
          </p:nvSpPr>
          <p:spPr>
            <a:xfrm>
              <a:off x="5921647" y="2382768"/>
              <a:ext cx="13684" cy="34201"/>
            </a:xfrm>
            <a:custGeom>
              <a:avLst/>
              <a:gdLst>
                <a:gd name="connsiteX0" fmla="*/ 6840 w 13684"/>
                <a:gd name="connsiteY0" fmla="*/ 34202 h 34201"/>
                <a:gd name="connsiteX1" fmla="*/ 0 w 13684"/>
                <a:gd name="connsiteY1" fmla="*/ 27362 h 34201"/>
                <a:gd name="connsiteX2" fmla="*/ 0 w 13684"/>
                <a:gd name="connsiteY2" fmla="*/ 6840 h 34201"/>
                <a:gd name="connsiteX3" fmla="*/ 6840 w 13684"/>
                <a:gd name="connsiteY3" fmla="*/ 0 h 34201"/>
                <a:gd name="connsiteX4" fmla="*/ 13681 w 13684"/>
                <a:gd name="connsiteY4" fmla="*/ 6840 h 34201"/>
                <a:gd name="connsiteX5" fmla="*/ 13681 w 13684"/>
                <a:gd name="connsiteY5" fmla="*/ 27137 h 34201"/>
                <a:gd name="connsiteX6" fmla="*/ 7068 w 13684"/>
                <a:gd name="connsiteY6" fmla="*/ 34198 h 34201"/>
                <a:gd name="connsiteX7" fmla="*/ 6840 w 13684"/>
                <a:gd name="connsiteY7" fmla="*/ 34202 h 3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84" h="34201">
                  <a:moveTo>
                    <a:pt x="6840" y="34202"/>
                  </a:moveTo>
                  <a:cubicBezTo>
                    <a:pt x="3063" y="34202"/>
                    <a:pt x="0" y="31139"/>
                    <a:pt x="0" y="27362"/>
                  </a:cubicBezTo>
                  <a:lnTo>
                    <a:pt x="0" y="6840"/>
                  </a:lnTo>
                  <a:cubicBezTo>
                    <a:pt x="0" y="3063"/>
                    <a:pt x="3063" y="0"/>
                    <a:pt x="6840" y="0"/>
                  </a:cubicBezTo>
                  <a:cubicBezTo>
                    <a:pt x="10618" y="0"/>
                    <a:pt x="13681" y="3063"/>
                    <a:pt x="13681" y="6840"/>
                  </a:cubicBezTo>
                  <a:lnTo>
                    <a:pt x="13681" y="27137"/>
                  </a:lnTo>
                  <a:cubicBezTo>
                    <a:pt x="13805" y="30913"/>
                    <a:pt x="10844" y="34074"/>
                    <a:pt x="7068" y="34198"/>
                  </a:cubicBezTo>
                  <a:cubicBezTo>
                    <a:pt x="6992" y="34201"/>
                    <a:pt x="6916" y="34202"/>
                    <a:pt x="6840" y="34202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566BF37-58A0-5B43-A20E-2C1F49571101}"/>
                </a:ext>
              </a:extLst>
            </p:cNvPr>
            <p:cNvSpPr/>
            <p:nvPr/>
          </p:nvSpPr>
          <p:spPr>
            <a:xfrm>
              <a:off x="5921647" y="2310551"/>
              <a:ext cx="13680" cy="49789"/>
            </a:xfrm>
            <a:custGeom>
              <a:avLst/>
              <a:gdLst>
                <a:gd name="connsiteX0" fmla="*/ 6840 w 13680"/>
                <a:gd name="connsiteY0" fmla="*/ 49789 h 49789"/>
                <a:gd name="connsiteX1" fmla="*/ 0 w 13680"/>
                <a:gd name="connsiteY1" fmla="*/ 43061 h 49789"/>
                <a:gd name="connsiteX2" fmla="*/ 0 w 13680"/>
                <a:gd name="connsiteY2" fmla="*/ 6840 h 49789"/>
                <a:gd name="connsiteX3" fmla="*/ 6840 w 13680"/>
                <a:gd name="connsiteY3" fmla="*/ 0 h 49789"/>
                <a:gd name="connsiteX4" fmla="*/ 13681 w 13680"/>
                <a:gd name="connsiteY4" fmla="*/ 6840 h 49789"/>
                <a:gd name="connsiteX5" fmla="*/ 13681 w 13680"/>
                <a:gd name="connsiteY5" fmla="*/ 43061 h 49789"/>
                <a:gd name="connsiteX6" fmla="*/ 6840 w 13680"/>
                <a:gd name="connsiteY6" fmla="*/ 49789 h 4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80" h="49789">
                  <a:moveTo>
                    <a:pt x="6840" y="49789"/>
                  </a:moveTo>
                  <a:cubicBezTo>
                    <a:pt x="3106" y="49790"/>
                    <a:pt x="61" y="46795"/>
                    <a:pt x="0" y="43061"/>
                  </a:cubicBezTo>
                  <a:lnTo>
                    <a:pt x="0" y="6840"/>
                  </a:lnTo>
                  <a:cubicBezTo>
                    <a:pt x="0" y="3063"/>
                    <a:pt x="3063" y="0"/>
                    <a:pt x="6840" y="0"/>
                  </a:cubicBezTo>
                  <a:cubicBezTo>
                    <a:pt x="10618" y="0"/>
                    <a:pt x="13681" y="3063"/>
                    <a:pt x="13681" y="6840"/>
                  </a:cubicBezTo>
                  <a:lnTo>
                    <a:pt x="13681" y="43061"/>
                  </a:lnTo>
                  <a:cubicBezTo>
                    <a:pt x="13620" y="46795"/>
                    <a:pt x="10575" y="49790"/>
                    <a:pt x="6840" y="4978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55096C0-CD57-BE4E-8D3D-B80705FF9B2D}"/>
                </a:ext>
              </a:extLst>
            </p:cNvPr>
            <p:cNvSpPr/>
            <p:nvPr/>
          </p:nvSpPr>
          <p:spPr>
            <a:xfrm>
              <a:off x="5921647" y="2253922"/>
              <a:ext cx="13680" cy="33977"/>
            </a:xfrm>
            <a:custGeom>
              <a:avLst/>
              <a:gdLst>
                <a:gd name="connsiteX0" fmla="*/ 6840 w 13680"/>
                <a:gd name="connsiteY0" fmla="*/ 33978 h 33977"/>
                <a:gd name="connsiteX1" fmla="*/ 0 w 13680"/>
                <a:gd name="connsiteY1" fmla="*/ 27137 h 33977"/>
                <a:gd name="connsiteX2" fmla="*/ 0 w 13680"/>
                <a:gd name="connsiteY2" fmla="*/ 6840 h 33977"/>
                <a:gd name="connsiteX3" fmla="*/ 6840 w 13680"/>
                <a:gd name="connsiteY3" fmla="*/ 0 h 33977"/>
                <a:gd name="connsiteX4" fmla="*/ 13681 w 13680"/>
                <a:gd name="connsiteY4" fmla="*/ 6840 h 33977"/>
                <a:gd name="connsiteX5" fmla="*/ 13681 w 13680"/>
                <a:gd name="connsiteY5" fmla="*/ 27137 h 33977"/>
                <a:gd name="connsiteX6" fmla="*/ 6840 w 13680"/>
                <a:gd name="connsiteY6" fmla="*/ 33978 h 3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80" h="33977">
                  <a:moveTo>
                    <a:pt x="6840" y="33978"/>
                  </a:moveTo>
                  <a:cubicBezTo>
                    <a:pt x="3063" y="33978"/>
                    <a:pt x="0" y="30915"/>
                    <a:pt x="0" y="27137"/>
                  </a:cubicBezTo>
                  <a:lnTo>
                    <a:pt x="0" y="6840"/>
                  </a:lnTo>
                  <a:cubicBezTo>
                    <a:pt x="0" y="3063"/>
                    <a:pt x="3063" y="0"/>
                    <a:pt x="6840" y="0"/>
                  </a:cubicBezTo>
                  <a:cubicBezTo>
                    <a:pt x="10618" y="0"/>
                    <a:pt x="13681" y="3063"/>
                    <a:pt x="13681" y="6840"/>
                  </a:cubicBezTo>
                  <a:lnTo>
                    <a:pt x="13681" y="27137"/>
                  </a:lnTo>
                  <a:cubicBezTo>
                    <a:pt x="13681" y="30915"/>
                    <a:pt x="10618" y="33978"/>
                    <a:pt x="6840" y="33978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BBCF433F-E6D5-7940-8743-B2BF8AB42782}"/>
                </a:ext>
              </a:extLst>
            </p:cNvPr>
            <p:cNvSpPr/>
            <p:nvPr/>
          </p:nvSpPr>
          <p:spPr>
            <a:xfrm>
              <a:off x="6033336" y="2120030"/>
              <a:ext cx="58311" cy="58311"/>
            </a:xfrm>
            <a:custGeom>
              <a:avLst/>
              <a:gdLst>
                <a:gd name="connsiteX0" fmla="*/ 29156 w 58311"/>
                <a:gd name="connsiteY0" fmla="*/ 58312 h 58311"/>
                <a:gd name="connsiteX1" fmla="*/ 0 w 58311"/>
                <a:gd name="connsiteY1" fmla="*/ 29156 h 58311"/>
                <a:gd name="connsiteX2" fmla="*/ 29156 w 58311"/>
                <a:gd name="connsiteY2" fmla="*/ 0 h 58311"/>
                <a:gd name="connsiteX3" fmla="*/ 58312 w 58311"/>
                <a:gd name="connsiteY3" fmla="*/ 29156 h 58311"/>
                <a:gd name="connsiteX4" fmla="*/ 29156 w 58311"/>
                <a:gd name="connsiteY4" fmla="*/ 58312 h 58311"/>
                <a:gd name="connsiteX5" fmla="*/ 29156 w 58311"/>
                <a:gd name="connsiteY5" fmla="*/ 13457 h 58311"/>
                <a:gd name="connsiteX6" fmla="*/ 13569 w 58311"/>
                <a:gd name="connsiteY6" fmla="*/ 29044 h 58311"/>
                <a:gd name="connsiteX7" fmla="*/ 29156 w 58311"/>
                <a:gd name="connsiteY7" fmla="*/ 44631 h 58311"/>
                <a:gd name="connsiteX8" fmla="*/ 44743 w 58311"/>
                <a:gd name="connsiteY8" fmla="*/ 29044 h 58311"/>
                <a:gd name="connsiteX9" fmla="*/ 29156 w 58311"/>
                <a:gd name="connsiteY9" fmla="*/ 13569 h 5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11" h="58311">
                  <a:moveTo>
                    <a:pt x="29156" y="58312"/>
                  </a:moveTo>
                  <a:cubicBezTo>
                    <a:pt x="13053" y="58312"/>
                    <a:pt x="0" y="45258"/>
                    <a:pt x="0" y="29156"/>
                  </a:cubicBezTo>
                  <a:cubicBezTo>
                    <a:pt x="0" y="13053"/>
                    <a:pt x="13053" y="0"/>
                    <a:pt x="29156" y="0"/>
                  </a:cubicBezTo>
                  <a:cubicBezTo>
                    <a:pt x="45258" y="0"/>
                    <a:pt x="58312" y="13053"/>
                    <a:pt x="58312" y="29156"/>
                  </a:cubicBezTo>
                  <a:cubicBezTo>
                    <a:pt x="58250" y="45233"/>
                    <a:pt x="45233" y="58250"/>
                    <a:pt x="29156" y="58312"/>
                  </a:cubicBezTo>
                  <a:close/>
                  <a:moveTo>
                    <a:pt x="29156" y="13457"/>
                  </a:moveTo>
                  <a:cubicBezTo>
                    <a:pt x="20547" y="13457"/>
                    <a:pt x="13569" y="20435"/>
                    <a:pt x="13569" y="29044"/>
                  </a:cubicBezTo>
                  <a:cubicBezTo>
                    <a:pt x="13569" y="37652"/>
                    <a:pt x="20547" y="44631"/>
                    <a:pt x="29156" y="44631"/>
                  </a:cubicBezTo>
                  <a:cubicBezTo>
                    <a:pt x="37764" y="44631"/>
                    <a:pt x="44743" y="37652"/>
                    <a:pt x="44743" y="29044"/>
                  </a:cubicBezTo>
                  <a:cubicBezTo>
                    <a:pt x="44681" y="20479"/>
                    <a:pt x="37721" y="13568"/>
                    <a:pt x="29156" y="1356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BAA2197-A06C-934D-A223-05636591AA67}"/>
                </a:ext>
              </a:extLst>
            </p:cNvPr>
            <p:cNvSpPr/>
            <p:nvPr/>
          </p:nvSpPr>
          <p:spPr>
            <a:xfrm>
              <a:off x="5935004" y="2126184"/>
              <a:ext cx="119314" cy="45888"/>
            </a:xfrm>
            <a:custGeom>
              <a:avLst/>
              <a:gdLst>
                <a:gd name="connsiteX0" fmla="*/ 112125 w 119314"/>
                <a:gd name="connsiteY0" fmla="*/ 45878 h 45888"/>
                <a:gd name="connsiteX1" fmla="*/ 6716 w 119314"/>
                <a:gd name="connsiteY1" fmla="*/ 45878 h 45888"/>
                <a:gd name="connsiteX2" fmla="*/ 884 w 119314"/>
                <a:gd name="connsiteY2" fmla="*/ 42513 h 45888"/>
                <a:gd name="connsiteX3" fmla="*/ 884 w 119314"/>
                <a:gd name="connsiteY3" fmla="*/ 35785 h 45888"/>
                <a:gd name="connsiteX4" fmla="*/ 4361 w 119314"/>
                <a:gd name="connsiteY4" fmla="*/ 23001 h 45888"/>
                <a:gd name="connsiteX5" fmla="*/ 884 w 119314"/>
                <a:gd name="connsiteY5" fmla="*/ 10218 h 45888"/>
                <a:gd name="connsiteX6" fmla="*/ 884 w 119314"/>
                <a:gd name="connsiteY6" fmla="*/ 3377 h 45888"/>
                <a:gd name="connsiteX7" fmla="*/ 6716 w 119314"/>
                <a:gd name="connsiteY7" fmla="*/ 13 h 45888"/>
                <a:gd name="connsiteX8" fmla="*/ 112125 w 119314"/>
                <a:gd name="connsiteY8" fmla="*/ 13 h 45888"/>
                <a:gd name="connsiteX9" fmla="*/ 118853 w 119314"/>
                <a:gd name="connsiteY9" fmla="*/ 4387 h 45888"/>
                <a:gd name="connsiteX10" fmla="*/ 117283 w 119314"/>
                <a:gd name="connsiteY10" fmla="*/ 11788 h 45888"/>
                <a:gd name="connsiteX11" fmla="*/ 112349 w 119314"/>
                <a:gd name="connsiteY11" fmla="*/ 23001 h 45888"/>
                <a:gd name="connsiteX12" fmla="*/ 117283 w 119314"/>
                <a:gd name="connsiteY12" fmla="*/ 34215 h 45888"/>
                <a:gd name="connsiteX13" fmla="*/ 118853 w 119314"/>
                <a:gd name="connsiteY13" fmla="*/ 41616 h 45888"/>
                <a:gd name="connsiteX14" fmla="*/ 112125 w 119314"/>
                <a:gd name="connsiteY14" fmla="*/ 45878 h 45888"/>
                <a:gd name="connsiteX15" fmla="*/ 16359 w 119314"/>
                <a:gd name="connsiteY15" fmla="*/ 32309 h 45888"/>
                <a:gd name="connsiteX16" fmla="*/ 99902 w 119314"/>
                <a:gd name="connsiteY16" fmla="*/ 32309 h 45888"/>
                <a:gd name="connsiteX17" fmla="*/ 99902 w 119314"/>
                <a:gd name="connsiteY17" fmla="*/ 13694 h 45888"/>
                <a:gd name="connsiteX18" fmla="*/ 16359 w 119314"/>
                <a:gd name="connsiteY18" fmla="*/ 13694 h 45888"/>
                <a:gd name="connsiteX19" fmla="*/ 16359 w 119314"/>
                <a:gd name="connsiteY19" fmla="*/ 32309 h 45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314" h="45888">
                  <a:moveTo>
                    <a:pt x="112125" y="45878"/>
                  </a:moveTo>
                  <a:lnTo>
                    <a:pt x="6716" y="45878"/>
                  </a:lnTo>
                  <a:cubicBezTo>
                    <a:pt x="4310" y="45879"/>
                    <a:pt x="2087" y="44596"/>
                    <a:pt x="884" y="42513"/>
                  </a:cubicBezTo>
                  <a:cubicBezTo>
                    <a:pt x="-295" y="40426"/>
                    <a:pt x="-295" y="37873"/>
                    <a:pt x="884" y="35785"/>
                  </a:cubicBezTo>
                  <a:cubicBezTo>
                    <a:pt x="3146" y="31903"/>
                    <a:pt x="4345" y="27494"/>
                    <a:pt x="4361" y="23001"/>
                  </a:cubicBezTo>
                  <a:cubicBezTo>
                    <a:pt x="4361" y="18507"/>
                    <a:pt x="3161" y="14093"/>
                    <a:pt x="884" y="10218"/>
                  </a:cubicBezTo>
                  <a:cubicBezTo>
                    <a:pt x="-293" y="8090"/>
                    <a:pt x="-293" y="5506"/>
                    <a:pt x="884" y="3377"/>
                  </a:cubicBezTo>
                  <a:cubicBezTo>
                    <a:pt x="2119" y="1327"/>
                    <a:pt x="4322" y="56"/>
                    <a:pt x="6716" y="13"/>
                  </a:cubicBezTo>
                  <a:lnTo>
                    <a:pt x="112125" y="13"/>
                  </a:lnTo>
                  <a:cubicBezTo>
                    <a:pt x="115087" y="-172"/>
                    <a:pt x="117820" y="1605"/>
                    <a:pt x="118853" y="4387"/>
                  </a:cubicBezTo>
                  <a:cubicBezTo>
                    <a:pt x="119835" y="6947"/>
                    <a:pt x="119221" y="9846"/>
                    <a:pt x="117283" y="11788"/>
                  </a:cubicBezTo>
                  <a:cubicBezTo>
                    <a:pt x="114143" y="14672"/>
                    <a:pt x="112354" y="18738"/>
                    <a:pt x="112349" y="23001"/>
                  </a:cubicBezTo>
                  <a:cubicBezTo>
                    <a:pt x="112381" y="27259"/>
                    <a:pt x="114166" y="31315"/>
                    <a:pt x="117283" y="34215"/>
                  </a:cubicBezTo>
                  <a:cubicBezTo>
                    <a:pt x="119221" y="36157"/>
                    <a:pt x="119835" y="39056"/>
                    <a:pt x="118853" y="41616"/>
                  </a:cubicBezTo>
                  <a:cubicBezTo>
                    <a:pt x="117754" y="44330"/>
                    <a:pt x="115049" y="46044"/>
                    <a:pt x="112125" y="45878"/>
                  </a:cubicBezTo>
                  <a:close/>
                  <a:moveTo>
                    <a:pt x="16359" y="32309"/>
                  </a:moveTo>
                  <a:lnTo>
                    <a:pt x="99902" y="32309"/>
                  </a:lnTo>
                  <a:cubicBezTo>
                    <a:pt x="97808" y="26281"/>
                    <a:pt x="97808" y="19722"/>
                    <a:pt x="99902" y="13694"/>
                  </a:cubicBezTo>
                  <a:lnTo>
                    <a:pt x="16359" y="13694"/>
                  </a:lnTo>
                  <a:cubicBezTo>
                    <a:pt x="18002" y="19790"/>
                    <a:pt x="18002" y="26213"/>
                    <a:pt x="16359" y="3230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AFF02295-953B-5D4F-AE98-43E650E4E75B}"/>
                </a:ext>
              </a:extLst>
            </p:cNvPr>
            <p:cNvSpPr/>
            <p:nvPr/>
          </p:nvSpPr>
          <p:spPr>
            <a:xfrm>
              <a:off x="5733144" y="2120030"/>
              <a:ext cx="58311" cy="58311"/>
            </a:xfrm>
            <a:custGeom>
              <a:avLst/>
              <a:gdLst>
                <a:gd name="connsiteX0" fmla="*/ 29156 w 58311"/>
                <a:gd name="connsiteY0" fmla="*/ 58312 h 58311"/>
                <a:gd name="connsiteX1" fmla="*/ 0 w 58311"/>
                <a:gd name="connsiteY1" fmla="*/ 29156 h 58311"/>
                <a:gd name="connsiteX2" fmla="*/ 29156 w 58311"/>
                <a:gd name="connsiteY2" fmla="*/ 0 h 58311"/>
                <a:gd name="connsiteX3" fmla="*/ 58312 w 58311"/>
                <a:gd name="connsiteY3" fmla="*/ 29156 h 58311"/>
                <a:gd name="connsiteX4" fmla="*/ 29156 w 58311"/>
                <a:gd name="connsiteY4" fmla="*/ 58312 h 58311"/>
                <a:gd name="connsiteX5" fmla="*/ 29156 w 58311"/>
                <a:gd name="connsiteY5" fmla="*/ 13457 h 58311"/>
                <a:gd name="connsiteX6" fmla="*/ 14024 w 58311"/>
                <a:gd name="connsiteY6" fmla="*/ 29486 h 58311"/>
                <a:gd name="connsiteX7" fmla="*/ 30054 w 58311"/>
                <a:gd name="connsiteY7" fmla="*/ 44618 h 58311"/>
                <a:gd name="connsiteX8" fmla="*/ 45191 w 58311"/>
                <a:gd name="connsiteY8" fmla="*/ 29156 h 58311"/>
                <a:gd name="connsiteX9" fmla="*/ 29611 w 58311"/>
                <a:gd name="connsiteY9" fmla="*/ 13562 h 58311"/>
                <a:gd name="connsiteX10" fmla="*/ 29156 w 58311"/>
                <a:gd name="connsiteY10" fmla="*/ 13569 h 5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311" h="58311">
                  <a:moveTo>
                    <a:pt x="29156" y="58312"/>
                  </a:moveTo>
                  <a:cubicBezTo>
                    <a:pt x="13053" y="58312"/>
                    <a:pt x="0" y="45258"/>
                    <a:pt x="0" y="29156"/>
                  </a:cubicBezTo>
                  <a:cubicBezTo>
                    <a:pt x="0" y="13053"/>
                    <a:pt x="13053" y="0"/>
                    <a:pt x="29156" y="0"/>
                  </a:cubicBezTo>
                  <a:cubicBezTo>
                    <a:pt x="45258" y="0"/>
                    <a:pt x="58312" y="13053"/>
                    <a:pt x="58312" y="29156"/>
                  </a:cubicBezTo>
                  <a:cubicBezTo>
                    <a:pt x="58250" y="45233"/>
                    <a:pt x="45233" y="58250"/>
                    <a:pt x="29156" y="58312"/>
                  </a:cubicBezTo>
                  <a:close/>
                  <a:moveTo>
                    <a:pt x="29156" y="13457"/>
                  </a:moveTo>
                  <a:cubicBezTo>
                    <a:pt x="20551" y="13704"/>
                    <a:pt x="13776" y="20881"/>
                    <a:pt x="14024" y="29486"/>
                  </a:cubicBezTo>
                  <a:cubicBezTo>
                    <a:pt x="14272" y="38091"/>
                    <a:pt x="21449" y="44866"/>
                    <a:pt x="30054" y="44618"/>
                  </a:cubicBezTo>
                  <a:cubicBezTo>
                    <a:pt x="38438" y="44376"/>
                    <a:pt x="45128" y="37543"/>
                    <a:pt x="45191" y="29156"/>
                  </a:cubicBezTo>
                  <a:cubicBezTo>
                    <a:pt x="45195" y="20547"/>
                    <a:pt x="38219" y="13566"/>
                    <a:pt x="29611" y="13562"/>
                  </a:cubicBezTo>
                  <a:cubicBezTo>
                    <a:pt x="29459" y="13562"/>
                    <a:pt x="29307" y="13564"/>
                    <a:pt x="29156" y="1356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9D44C658-ADE0-DF4D-91F0-E3BE4550F10C}"/>
                </a:ext>
              </a:extLst>
            </p:cNvPr>
            <p:cNvSpPr/>
            <p:nvPr/>
          </p:nvSpPr>
          <p:spPr>
            <a:xfrm>
              <a:off x="5771361" y="2126197"/>
              <a:ext cx="119245" cy="45865"/>
            </a:xfrm>
            <a:custGeom>
              <a:avLst/>
              <a:gdLst>
                <a:gd name="connsiteX0" fmla="*/ 112495 w 119245"/>
                <a:gd name="connsiteY0" fmla="*/ 45864 h 45865"/>
                <a:gd name="connsiteX1" fmla="*/ 6862 w 119245"/>
                <a:gd name="connsiteY1" fmla="*/ 45864 h 45865"/>
                <a:gd name="connsiteX2" fmla="*/ 470 w 119245"/>
                <a:gd name="connsiteY2" fmla="*/ 41603 h 45865"/>
                <a:gd name="connsiteX3" fmla="*/ 2152 w 119245"/>
                <a:gd name="connsiteY3" fmla="*/ 34202 h 45865"/>
                <a:gd name="connsiteX4" fmla="*/ 6974 w 119245"/>
                <a:gd name="connsiteY4" fmla="*/ 22988 h 45865"/>
                <a:gd name="connsiteX5" fmla="*/ 2152 w 119245"/>
                <a:gd name="connsiteY5" fmla="*/ 11774 h 45865"/>
                <a:gd name="connsiteX6" fmla="*/ 470 w 119245"/>
                <a:gd name="connsiteY6" fmla="*/ 4373 h 45865"/>
                <a:gd name="connsiteX7" fmla="*/ 6862 w 119245"/>
                <a:gd name="connsiteY7" fmla="*/ 0 h 45865"/>
                <a:gd name="connsiteX8" fmla="*/ 112495 w 119245"/>
                <a:gd name="connsiteY8" fmla="*/ 0 h 45865"/>
                <a:gd name="connsiteX9" fmla="*/ 118326 w 119245"/>
                <a:gd name="connsiteY9" fmla="*/ 3364 h 45865"/>
                <a:gd name="connsiteX10" fmla="*/ 118326 w 119245"/>
                <a:gd name="connsiteY10" fmla="*/ 10205 h 45865"/>
                <a:gd name="connsiteX11" fmla="*/ 114850 w 119245"/>
                <a:gd name="connsiteY11" fmla="*/ 22988 h 45865"/>
                <a:gd name="connsiteX12" fmla="*/ 118326 w 119245"/>
                <a:gd name="connsiteY12" fmla="*/ 35772 h 45865"/>
                <a:gd name="connsiteX13" fmla="*/ 118326 w 119245"/>
                <a:gd name="connsiteY13" fmla="*/ 42500 h 45865"/>
                <a:gd name="connsiteX14" fmla="*/ 112495 w 119245"/>
                <a:gd name="connsiteY14" fmla="*/ 45864 h 45865"/>
                <a:gd name="connsiteX15" fmla="*/ 18972 w 119245"/>
                <a:gd name="connsiteY15" fmla="*/ 32296 h 45865"/>
                <a:gd name="connsiteX16" fmla="*/ 103076 w 119245"/>
                <a:gd name="connsiteY16" fmla="*/ 32296 h 45865"/>
                <a:gd name="connsiteX17" fmla="*/ 101954 w 119245"/>
                <a:gd name="connsiteY17" fmla="*/ 22988 h 45865"/>
                <a:gd name="connsiteX18" fmla="*/ 103076 w 119245"/>
                <a:gd name="connsiteY18" fmla="*/ 13681 h 45865"/>
                <a:gd name="connsiteX19" fmla="*/ 18972 w 119245"/>
                <a:gd name="connsiteY19" fmla="*/ 13681 h 45865"/>
                <a:gd name="connsiteX20" fmla="*/ 18972 w 119245"/>
                <a:gd name="connsiteY20" fmla="*/ 32296 h 4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9245" h="45865">
                  <a:moveTo>
                    <a:pt x="112495" y="45864"/>
                  </a:moveTo>
                  <a:lnTo>
                    <a:pt x="6862" y="45864"/>
                  </a:lnTo>
                  <a:cubicBezTo>
                    <a:pt x="4068" y="45857"/>
                    <a:pt x="1551" y="44178"/>
                    <a:pt x="470" y="41603"/>
                  </a:cubicBezTo>
                  <a:cubicBezTo>
                    <a:pt x="-547" y="39025"/>
                    <a:pt x="120" y="36087"/>
                    <a:pt x="2152" y="34202"/>
                  </a:cubicBezTo>
                  <a:cubicBezTo>
                    <a:pt x="5239" y="31290"/>
                    <a:pt x="6984" y="27232"/>
                    <a:pt x="6974" y="22988"/>
                  </a:cubicBezTo>
                  <a:cubicBezTo>
                    <a:pt x="7011" y="18739"/>
                    <a:pt x="5262" y="14670"/>
                    <a:pt x="2152" y="11774"/>
                  </a:cubicBezTo>
                  <a:cubicBezTo>
                    <a:pt x="148" y="9873"/>
                    <a:pt x="-515" y="6954"/>
                    <a:pt x="470" y="4373"/>
                  </a:cubicBezTo>
                  <a:cubicBezTo>
                    <a:pt x="1516" y="1754"/>
                    <a:pt x="4041" y="26"/>
                    <a:pt x="6862" y="0"/>
                  </a:cubicBezTo>
                  <a:lnTo>
                    <a:pt x="112495" y="0"/>
                  </a:lnTo>
                  <a:cubicBezTo>
                    <a:pt x="114900" y="-2"/>
                    <a:pt x="117124" y="1281"/>
                    <a:pt x="118326" y="3364"/>
                  </a:cubicBezTo>
                  <a:cubicBezTo>
                    <a:pt x="119548" y="5481"/>
                    <a:pt x="119548" y="8088"/>
                    <a:pt x="118326" y="10205"/>
                  </a:cubicBezTo>
                  <a:cubicBezTo>
                    <a:pt x="116050" y="14080"/>
                    <a:pt x="114849" y="18493"/>
                    <a:pt x="114850" y="22988"/>
                  </a:cubicBezTo>
                  <a:cubicBezTo>
                    <a:pt x="114866" y="27481"/>
                    <a:pt x="116065" y="31890"/>
                    <a:pt x="118326" y="35772"/>
                  </a:cubicBezTo>
                  <a:cubicBezTo>
                    <a:pt x="119552" y="37847"/>
                    <a:pt x="119552" y="40425"/>
                    <a:pt x="118326" y="42500"/>
                  </a:cubicBezTo>
                  <a:cubicBezTo>
                    <a:pt x="117159" y="44618"/>
                    <a:pt x="114913" y="45914"/>
                    <a:pt x="112495" y="45864"/>
                  </a:cubicBezTo>
                  <a:close/>
                  <a:moveTo>
                    <a:pt x="18972" y="32296"/>
                  </a:moveTo>
                  <a:lnTo>
                    <a:pt x="103076" y="32296"/>
                  </a:lnTo>
                  <a:cubicBezTo>
                    <a:pt x="102310" y="29253"/>
                    <a:pt x="101933" y="26126"/>
                    <a:pt x="101954" y="22988"/>
                  </a:cubicBezTo>
                  <a:cubicBezTo>
                    <a:pt x="101933" y="19851"/>
                    <a:pt x="102310" y="16723"/>
                    <a:pt x="103076" y="13681"/>
                  </a:cubicBezTo>
                  <a:lnTo>
                    <a:pt x="18972" y="13681"/>
                  </a:lnTo>
                  <a:cubicBezTo>
                    <a:pt x="21066" y="19709"/>
                    <a:pt x="21066" y="26267"/>
                    <a:pt x="18972" y="3229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01B2DDA-8E22-9F44-9FDB-F011F654FEBE}"/>
                </a:ext>
              </a:extLst>
            </p:cNvPr>
            <p:cNvSpPr/>
            <p:nvPr/>
          </p:nvSpPr>
          <p:spPr>
            <a:xfrm>
              <a:off x="6006423" y="2273995"/>
              <a:ext cx="113035" cy="62916"/>
            </a:xfrm>
            <a:custGeom>
              <a:avLst/>
              <a:gdLst>
                <a:gd name="connsiteX0" fmla="*/ 56069 w 113035"/>
                <a:gd name="connsiteY0" fmla="*/ 62909 h 62916"/>
                <a:gd name="connsiteX1" fmla="*/ 0 w 113035"/>
                <a:gd name="connsiteY1" fmla="*/ 6840 h 62916"/>
                <a:gd name="connsiteX2" fmla="*/ 6840 w 113035"/>
                <a:gd name="connsiteY2" fmla="*/ 0 h 62916"/>
                <a:gd name="connsiteX3" fmla="*/ 106306 w 113035"/>
                <a:gd name="connsiteY3" fmla="*/ 0 h 62916"/>
                <a:gd name="connsiteX4" fmla="*/ 113036 w 113035"/>
                <a:gd name="connsiteY4" fmla="*/ 6727 h 62916"/>
                <a:gd name="connsiteX5" fmla="*/ 113035 w 113035"/>
                <a:gd name="connsiteY5" fmla="*/ 6840 h 62916"/>
                <a:gd name="connsiteX6" fmla="*/ 56973 w 113035"/>
                <a:gd name="connsiteY6" fmla="*/ 62916 h 62916"/>
                <a:gd name="connsiteX7" fmla="*/ 56069 w 113035"/>
                <a:gd name="connsiteY7" fmla="*/ 62909 h 62916"/>
                <a:gd name="connsiteX8" fmla="*/ 13793 w 113035"/>
                <a:gd name="connsiteY8" fmla="*/ 13232 h 62916"/>
                <a:gd name="connsiteX9" fmla="*/ 63098 w 113035"/>
                <a:gd name="connsiteY9" fmla="*/ 48703 h 62916"/>
                <a:gd name="connsiteX10" fmla="*/ 98569 w 113035"/>
                <a:gd name="connsiteY10" fmla="*/ 13232 h 6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035" h="62916">
                  <a:moveTo>
                    <a:pt x="56069" y="62909"/>
                  </a:moveTo>
                  <a:cubicBezTo>
                    <a:pt x="25103" y="62909"/>
                    <a:pt x="0" y="37806"/>
                    <a:pt x="0" y="6840"/>
                  </a:cubicBezTo>
                  <a:cubicBezTo>
                    <a:pt x="0" y="3063"/>
                    <a:pt x="3063" y="0"/>
                    <a:pt x="6840" y="0"/>
                  </a:cubicBezTo>
                  <a:lnTo>
                    <a:pt x="106306" y="0"/>
                  </a:lnTo>
                  <a:cubicBezTo>
                    <a:pt x="110022" y="-1"/>
                    <a:pt x="113035" y="3011"/>
                    <a:pt x="113036" y="6727"/>
                  </a:cubicBezTo>
                  <a:cubicBezTo>
                    <a:pt x="113036" y="6765"/>
                    <a:pt x="113035" y="6803"/>
                    <a:pt x="113035" y="6840"/>
                  </a:cubicBezTo>
                  <a:cubicBezTo>
                    <a:pt x="113039" y="37806"/>
                    <a:pt x="87939" y="62912"/>
                    <a:pt x="56973" y="62916"/>
                  </a:cubicBezTo>
                  <a:cubicBezTo>
                    <a:pt x="56672" y="62916"/>
                    <a:pt x="56370" y="62914"/>
                    <a:pt x="56069" y="62909"/>
                  </a:cubicBezTo>
                  <a:close/>
                  <a:moveTo>
                    <a:pt x="13793" y="13232"/>
                  </a:moveTo>
                  <a:cubicBezTo>
                    <a:pt x="17613" y="36642"/>
                    <a:pt x="39688" y="52523"/>
                    <a:pt x="63098" y="48703"/>
                  </a:cubicBezTo>
                  <a:cubicBezTo>
                    <a:pt x="81316" y="45730"/>
                    <a:pt x="95596" y="31450"/>
                    <a:pt x="98569" y="13232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5D043FE-1584-1540-9615-3E17AB12972A}"/>
                </a:ext>
              </a:extLst>
            </p:cNvPr>
            <p:cNvSpPr/>
            <p:nvPr/>
          </p:nvSpPr>
          <p:spPr>
            <a:xfrm>
              <a:off x="6006038" y="2165330"/>
              <a:ext cx="112998" cy="121896"/>
            </a:xfrm>
            <a:custGeom>
              <a:avLst/>
              <a:gdLst>
                <a:gd name="connsiteX0" fmla="*/ 106242 w 112998"/>
                <a:gd name="connsiteY0" fmla="*/ 121897 h 121896"/>
                <a:gd name="connsiteX1" fmla="*/ 100075 w 112998"/>
                <a:gd name="connsiteY1" fmla="*/ 117860 h 121896"/>
                <a:gd name="connsiteX2" fmla="*/ 56453 w 112998"/>
                <a:gd name="connsiteY2" fmla="*/ 22431 h 121896"/>
                <a:gd name="connsiteX3" fmla="*/ 12944 w 112998"/>
                <a:gd name="connsiteY3" fmla="*/ 117748 h 121896"/>
                <a:gd name="connsiteX4" fmla="*/ 3973 w 112998"/>
                <a:gd name="connsiteY4" fmla="*/ 121112 h 121896"/>
                <a:gd name="connsiteX5" fmla="*/ 609 w 112998"/>
                <a:gd name="connsiteY5" fmla="*/ 112141 h 121896"/>
                <a:gd name="connsiteX6" fmla="*/ 50286 w 112998"/>
                <a:gd name="connsiteY6" fmla="*/ 3367 h 121896"/>
                <a:gd name="connsiteX7" fmla="*/ 56453 w 112998"/>
                <a:gd name="connsiteY7" fmla="*/ 3 h 121896"/>
                <a:gd name="connsiteX8" fmla="*/ 62621 w 112998"/>
                <a:gd name="connsiteY8" fmla="*/ 3928 h 121896"/>
                <a:gd name="connsiteX9" fmla="*/ 112410 w 112998"/>
                <a:gd name="connsiteY9" fmla="*/ 112141 h 121896"/>
                <a:gd name="connsiteX10" fmla="*/ 109046 w 112998"/>
                <a:gd name="connsiteY10" fmla="*/ 121112 h 121896"/>
                <a:gd name="connsiteX11" fmla="*/ 106242 w 112998"/>
                <a:gd name="connsiteY11" fmla="*/ 121897 h 12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998" h="121896">
                  <a:moveTo>
                    <a:pt x="106242" y="121897"/>
                  </a:moveTo>
                  <a:cubicBezTo>
                    <a:pt x="103575" y="121869"/>
                    <a:pt x="101168" y="120293"/>
                    <a:pt x="100075" y="117860"/>
                  </a:cubicBezTo>
                  <a:lnTo>
                    <a:pt x="56453" y="22431"/>
                  </a:lnTo>
                  <a:lnTo>
                    <a:pt x="12944" y="117748"/>
                  </a:lnTo>
                  <a:cubicBezTo>
                    <a:pt x="11396" y="121154"/>
                    <a:pt x="7379" y="122660"/>
                    <a:pt x="3973" y="121112"/>
                  </a:cubicBezTo>
                  <a:cubicBezTo>
                    <a:pt x="567" y="119563"/>
                    <a:pt x="-939" y="115547"/>
                    <a:pt x="609" y="112141"/>
                  </a:cubicBezTo>
                  <a:lnTo>
                    <a:pt x="50286" y="3367"/>
                  </a:lnTo>
                  <a:cubicBezTo>
                    <a:pt x="51582" y="1213"/>
                    <a:pt x="53941" y="-73"/>
                    <a:pt x="56453" y="3"/>
                  </a:cubicBezTo>
                  <a:cubicBezTo>
                    <a:pt x="59095" y="11"/>
                    <a:pt x="61495" y="1539"/>
                    <a:pt x="62621" y="3928"/>
                  </a:cubicBezTo>
                  <a:lnTo>
                    <a:pt x="112410" y="112141"/>
                  </a:lnTo>
                  <a:cubicBezTo>
                    <a:pt x="113920" y="115548"/>
                    <a:pt x="112424" y="119537"/>
                    <a:pt x="109046" y="121112"/>
                  </a:cubicBezTo>
                  <a:cubicBezTo>
                    <a:pt x="108184" y="121586"/>
                    <a:pt x="107225" y="121854"/>
                    <a:pt x="106242" y="121897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AEA9C00-7045-9D4A-B0CB-CDC4697DEB19}"/>
                </a:ext>
              </a:extLst>
            </p:cNvPr>
            <p:cNvSpPr/>
            <p:nvPr/>
          </p:nvSpPr>
          <p:spPr>
            <a:xfrm>
              <a:off x="5706231" y="2273995"/>
              <a:ext cx="113034" cy="62916"/>
            </a:xfrm>
            <a:custGeom>
              <a:avLst/>
              <a:gdLst>
                <a:gd name="connsiteX0" fmla="*/ 56069 w 113034"/>
                <a:gd name="connsiteY0" fmla="*/ 62909 h 62916"/>
                <a:gd name="connsiteX1" fmla="*/ 0 w 113034"/>
                <a:gd name="connsiteY1" fmla="*/ 6840 h 62916"/>
                <a:gd name="connsiteX2" fmla="*/ 6840 w 113034"/>
                <a:gd name="connsiteY2" fmla="*/ 0 h 62916"/>
                <a:gd name="connsiteX3" fmla="*/ 106194 w 113034"/>
                <a:gd name="connsiteY3" fmla="*/ 0 h 62916"/>
                <a:gd name="connsiteX4" fmla="*/ 113035 w 113034"/>
                <a:gd name="connsiteY4" fmla="*/ 6840 h 62916"/>
                <a:gd name="connsiteX5" fmla="*/ 56973 w 113034"/>
                <a:gd name="connsiteY5" fmla="*/ 62916 h 62916"/>
                <a:gd name="connsiteX6" fmla="*/ 56069 w 113034"/>
                <a:gd name="connsiteY6" fmla="*/ 62909 h 62916"/>
                <a:gd name="connsiteX7" fmla="*/ 14129 w 113034"/>
                <a:gd name="connsiteY7" fmla="*/ 13232 h 62916"/>
                <a:gd name="connsiteX8" fmla="*/ 63435 w 113034"/>
                <a:gd name="connsiteY8" fmla="*/ 48703 h 62916"/>
                <a:gd name="connsiteX9" fmla="*/ 98905 w 113034"/>
                <a:gd name="connsiteY9" fmla="*/ 13232 h 6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034" h="62916">
                  <a:moveTo>
                    <a:pt x="56069" y="62909"/>
                  </a:moveTo>
                  <a:cubicBezTo>
                    <a:pt x="25103" y="62909"/>
                    <a:pt x="0" y="37806"/>
                    <a:pt x="0" y="6840"/>
                  </a:cubicBezTo>
                  <a:cubicBezTo>
                    <a:pt x="0" y="3063"/>
                    <a:pt x="3063" y="0"/>
                    <a:pt x="6840" y="0"/>
                  </a:cubicBezTo>
                  <a:lnTo>
                    <a:pt x="106194" y="0"/>
                  </a:lnTo>
                  <a:cubicBezTo>
                    <a:pt x="109972" y="0"/>
                    <a:pt x="113035" y="3063"/>
                    <a:pt x="113035" y="6840"/>
                  </a:cubicBezTo>
                  <a:cubicBezTo>
                    <a:pt x="113039" y="37806"/>
                    <a:pt x="87939" y="62912"/>
                    <a:pt x="56973" y="62916"/>
                  </a:cubicBezTo>
                  <a:cubicBezTo>
                    <a:pt x="56672" y="62916"/>
                    <a:pt x="56370" y="62914"/>
                    <a:pt x="56069" y="62909"/>
                  </a:cubicBezTo>
                  <a:close/>
                  <a:moveTo>
                    <a:pt x="14129" y="13232"/>
                  </a:moveTo>
                  <a:cubicBezTo>
                    <a:pt x="17950" y="36642"/>
                    <a:pt x="40024" y="52523"/>
                    <a:pt x="63435" y="48703"/>
                  </a:cubicBezTo>
                  <a:cubicBezTo>
                    <a:pt x="81652" y="45730"/>
                    <a:pt x="95932" y="31450"/>
                    <a:pt x="98905" y="13232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2C3C302-3AF1-984E-A025-7E6F39BE19BE}"/>
                </a:ext>
              </a:extLst>
            </p:cNvPr>
            <p:cNvSpPr/>
            <p:nvPr/>
          </p:nvSpPr>
          <p:spPr>
            <a:xfrm>
              <a:off x="5705789" y="2164814"/>
              <a:ext cx="113123" cy="122412"/>
            </a:xfrm>
            <a:custGeom>
              <a:avLst/>
              <a:gdLst>
                <a:gd name="connsiteX0" fmla="*/ 106636 w 113123"/>
                <a:gd name="connsiteY0" fmla="*/ 122413 h 122412"/>
                <a:gd name="connsiteX1" fmla="*/ 100469 w 113123"/>
                <a:gd name="connsiteY1" fmla="*/ 118376 h 122412"/>
                <a:gd name="connsiteX2" fmla="*/ 56511 w 113123"/>
                <a:gd name="connsiteY2" fmla="*/ 22947 h 122412"/>
                <a:gd name="connsiteX3" fmla="*/ 13001 w 113123"/>
                <a:gd name="connsiteY3" fmla="*/ 118264 h 122412"/>
                <a:gd name="connsiteX4" fmla="*/ 3934 w 113123"/>
                <a:gd name="connsiteY4" fmla="*/ 121635 h 122412"/>
                <a:gd name="connsiteX5" fmla="*/ 3918 w 113123"/>
                <a:gd name="connsiteY5" fmla="*/ 121628 h 122412"/>
                <a:gd name="connsiteX6" fmla="*/ 554 w 113123"/>
                <a:gd name="connsiteY6" fmla="*/ 112657 h 122412"/>
                <a:gd name="connsiteX7" fmla="*/ 50792 w 113123"/>
                <a:gd name="connsiteY7" fmla="*/ 3884 h 122412"/>
                <a:gd name="connsiteX8" fmla="*/ 59918 w 113123"/>
                <a:gd name="connsiteY8" fmla="*/ 674 h 122412"/>
                <a:gd name="connsiteX9" fmla="*/ 63127 w 113123"/>
                <a:gd name="connsiteY9" fmla="*/ 3884 h 122412"/>
                <a:gd name="connsiteX10" fmla="*/ 112579 w 113123"/>
                <a:gd name="connsiteY10" fmla="*/ 112657 h 122412"/>
                <a:gd name="connsiteX11" fmla="*/ 108862 w 113123"/>
                <a:gd name="connsiteY11" fmla="*/ 121760 h 122412"/>
                <a:gd name="connsiteX12" fmla="*/ 106300 w 113123"/>
                <a:gd name="connsiteY12" fmla="*/ 122301 h 12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123" h="122412">
                  <a:moveTo>
                    <a:pt x="106636" y="122413"/>
                  </a:moveTo>
                  <a:cubicBezTo>
                    <a:pt x="103977" y="122358"/>
                    <a:pt x="101583" y="120790"/>
                    <a:pt x="100469" y="118376"/>
                  </a:cubicBezTo>
                  <a:lnTo>
                    <a:pt x="56511" y="22947"/>
                  </a:lnTo>
                  <a:lnTo>
                    <a:pt x="13001" y="118264"/>
                  </a:lnTo>
                  <a:cubicBezTo>
                    <a:pt x="11428" y="121699"/>
                    <a:pt x="7369" y="123208"/>
                    <a:pt x="3934" y="121635"/>
                  </a:cubicBezTo>
                  <a:cubicBezTo>
                    <a:pt x="3929" y="121633"/>
                    <a:pt x="3923" y="121630"/>
                    <a:pt x="3918" y="121628"/>
                  </a:cubicBezTo>
                  <a:cubicBezTo>
                    <a:pt x="586" y="120011"/>
                    <a:pt x="-893" y="116066"/>
                    <a:pt x="554" y="112657"/>
                  </a:cubicBezTo>
                  <a:lnTo>
                    <a:pt x="50792" y="3884"/>
                  </a:lnTo>
                  <a:cubicBezTo>
                    <a:pt x="52426" y="477"/>
                    <a:pt x="56511" y="-959"/>
                    <a:pt x="59918" y="674"/>
                  </a:cubicBezTo>
                  <a:cubicBezTo>
                    <a:pt x="61321" y="1348"/>
                    <a:pt x="62453" y="2480"/>
                    <a:pt x="63127" y="3884"/>
                  </a:cubicBezTo>
                  <a:lnTo>
                    <a:pt x="112579" y="112657"/>
                  </a:lnTo>
                  <a:cubicBezTo>
                    <a:pt x="114066" y="116197"/>
                    <a:pt x="112402" y="120273"/>
                    <a:pt x="108862" y="121760"/>
                  </a:cubicBezTo>
                  <a:cubicBezTo>
                    <a:pt x="108050" y="122101"/>
                    <a:pt x="107180" y="122284"/>
                    <a:pt x="106300" y="12230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4" name="Graphic 57">
            <a:extLst>
              <a:ext uri="{FF2B5EF4-FFF2-40B4-BE49-F238E27FC236}">
                <a16:creationId xmlns:a16="http://schemas.microsoft.com/office/drawing/2014/main" id="{7581F483-2E1A-964C-8009-1A6E1C2EAE8C}"/>
              </a:ext>
            </a:extLst>
          </p:cNvPr>
          <p:cNvGrpSpPr>
            <a:grpSpLocks noChangeAspect="1"/>
          </p:cNvGrpSpPr>
          <p:nvPr/>
        </p:nvGrpSpPr>
        <p:grpSpPr>
          <a:xfrm>
            <a:off x="7013193" y="4645530"/>
            <a:ext cx="396870" cy="334805"/>
            <a:chOff x="5713023" y="2147681"/>
            <a:chExt cx="396870" cy="334805"/>
          </a:xfrm>
          <a:solidFill>
            <a:srgbClr val="FFFFFF"/>
          </a:solidFill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080CDA7-AAB0-F544-AE0E-2559B2B42CEE}"/>
                </a:ext>
              </a:extLst>
            </p:cNvPr>
            <p:cNvSpPr/>
            <p:nvPr/>
          </p:nvSpPr>
          <p:spPr>
            <a:xfrm>
              <a:off x="5713023" y="2236989"/>
              <a:ext cx="396870" cy="13749"/>
            </a:xfrm>
            <a:custGeom>
              <a:avLst/>
              <a:gdLst>
                <a:gd name="connsiteX0" fmla="*/ 389017 w 396870"/>
                <a:gd name="connsiteY0" fmla="*/ 13693 h 13749"/>
                <a:gd name="connsiteX1" fmla="*/ 7854 w 396870"/>
                <a:gd name="connsiteY1" fmla="*/ 13693 h 13749"/>
                <a:gd name="connsiteX2" fmla="*/ 58 w 396870"/>
                <a:gd name="connsiteY2" fmla="*/ 7753 h 13749"/>
                <a:gd name="connsiteX3" fmla="*/ 6074 w 396870"/>
                <a:gd name="connsiteY3" fmla="*/ 57 h 13749"/>
                <a:gd name="connsiteX4" fmla="*/ 7854 w 396870"/>
                <a:gd name="connsiteY4" fmla="*/ 57 h 13749"/>
                <a:gd name="connsiteX5" fmla="*/ 389017 w 396870"/>
                <a:gd name="connsiteY5" fmla="*/ 57 h 13749"/>
                <a:gd name="connsiteX6" fmla="*/ 396813 w 396870"/>
                <a:gd name="connsiteY6" fmla="*/ 5997 h 13749"/>
                <a:gd name="connsiteX7" fmla="*/ 390797 w 396870"/>
                <a:gd name="connsiteY7" fmla="*/ 13693 h 13749"/>
                <a:gd name="connsiteX8" fmla="*/ 389017 w 396870"/>
                <a:gd name="connsiteY8" fmla="*/ 13693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870" h="13749">
                  <a:moveTo>
                    <a:pt x="389017" y="13693"/>
                  </a:moveTo>
                  <a:lnTo>
                    <a:pt x="7854" y="13693"/>
                  </a:lnTo>
                  <a:cubicBezTo>
                    <a:pt x="4040" y="14178"/>
                    <a:pt x="549" y="11519"/>
                    <a:pt x="58" y="7753"/>
                  </a:cubicBezTo>
                  <a:cubicBezTo>
                    <a:pt x="-434" y="3988"/>
                    <a:pt x="2260" y="542"/>
                    <a:pt x="6074" y="57"/>
                  </a:cubicBezTo>
                  <a:cubicBezTo>
                    <a:pt x="6665" y="-18"/>
                    <a:pt x="7263" y="-18"/>
                    <a:pt x="7854" y="57"/>
                  </a:cubicBezTo>
                  <a:lnTo>
                    <a:pt x="389017" y="57"/>
                  </a:lnTo>
                  <a:cubicBezTo>
                    <a:pt x="392831" y="-428"/>
                    <a:pt x="396322" y="2231"/>
                    <a:pt x="396813" y="5997"/>
                  </a:cubicBezTo>
                  <a:cubicBezTo>
                    <a:pt x="397305" y="9762"/>
                    <a:pt x="394611" y="13208"/>
                    <a:pt x="390797" y="13693"/>
                  </a:cubicBezTo>
                  <a:cubicBezTo>
                    <a:pt x="390206" y="13768"/>
                    <a:pt x="389608" y="13768"/>
                    <a:pt x="389017" y="1369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D20E3D3A-AC74-1D41-923E-228564BCA02B}"/>
                </a:ext>
              </a:extLst>
            </p:cNvPr>
            <p:cNvSpPr/>
            <p:nvPr/>
          </p:nvSpPr>
          <p:spPr>
            <a:xfrm>
              <a:off x="5755808" y="2147681"/>
              <a:ext cx="99999" cy="61980"/>
            </a:xfrm>
            <a:custGeom>
              <a:avLst/>
              <a:gdLst>
                <a:gd name="connsiteX0" fmla="*/ 72260 w 99999"/>
                <a:gd name="connsiteY0" fmla="*/ 61980 h 61980"/>
                <a:gd name="connsiteX1" fmla="*/ 27740 w 99999"/>
                <a:gd name="connsiteY1" fmla="*/ 61980 h 61980"/>
                <a:gd name="connsiteX2" fmla="*/ 0 w 99999"/>
                <a:gd name="connsiteY2" fmla="*/ 34822 h 61980"/>
                <a:gd name="connsiteX3" fmla="*/ 0 w 99999"/>
                <a:gd name="connsiteY3" fmla="*/ 34709 h 61980"/>
                <a:gd name="connsiteX4" fmla="*/ 0 w 99999"/>
                <a:gd name="connsiteY4" fmla="*/ 27271 h 61980"/>
                <a:gd name="connsiteX5" fmla="*/ 27740 w 99999"/>
                <a:gd name="connsiteY5" fmla="*/ 0 h 61980"/>
                <a:gd name="connsiteX6" fmla="*/ 72260 w 99999"/>
                <a:gd name="connsiteY6" fmla="*/ 0 h 61980"/>
                <a:gd name="connsiteX7" fmla="*/ 100000 w 99999"/>
                <a:gd name="connsiteY7" fmla="*/ 27271 h 61980"/>
                <a:gd name="connsiteX8" fmla="*/ 100000 w 99999"/>
                <a:gd name="connsiteY8" fmla="*/ 34709 h 61980"/>
                <a:gd name="connsiteX9" fmla="*/ 72374 w 99999"/>
                <a:gd name="connsiteY9" fmla="*/ 61980 h 61980"/>
                <a:gd name="connsiteX10" fmla="*/ 72260 w 99999"/>
                <a:gd name="connsiteY10" fmla="*/ 61980 h 61980"/>
                <a:gd name="connsiteX11" fmla="*/ 27740 w 99999"/>
                <a:gd name="connsiteY11" fmla="*/ 13636 h 61980"/>
                <a:gd name="connsiteX12" fmla="*/ 13813 w 99999"/>
                <a:gd name="connsiteY12" fmla="*/ 27271 h 61980"/>
                <a:gd name="connsiteX13" fmla="*/ 13813 w 99999"/>
                <a:gd name="connsiteY13" fmla="*/ 34709 h 61980"/>
                <a:gd name="connsiteX14" fmla="*/ 27740 w 99999"/>
                <a:gd name="connsiteY14" fmla="*/ 48345 h 61980"/>
                <a:gd name="connsiteX15" fmla="*/ 72260 w 99999"/>
                <a:gd name="connsiteY15" fmla="*/ 48345 h 61980"/>
                <a:gd name="connsiteX16" fmla="*/ 86187 w 99999"/>
                <a:gd name="connsiteY16" fmla="*/ 34709 h 61980"/>
                <a:gd name="connsiteX17" fmla="*/ 86187 w 99999"/>
                <a:gd name="connsiteY17" fmla="*/ 27271 h 61980"/>
                <a:gd name="connsiteX18" fmla="*/ 72260 w 99999"/>
                <a:gd name="connsiteY18" fmla="*/ 13636 h 6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9999" h="61980">
                  <a:moveTo>
                    <a:pt x="72260" y="61980"/>
                  </a:moveTo>
                  <a:lnTo>
                    <a:pt x="27740" y="61980"/>
                  </a:lnTo>
                  <a:cubicBezTo>
                    <a:pt x="12483" y="62042"/>
                    <a:pt x="63" y="49883"/>
                    <a:pt x="0" y="34822"/>
                  </a:cubicBezTo>
                  <a:cubicBezTo>
                    <a:pt x="0" y="34784"/>
                    <a:pt x="0" y="34747"/>
                    <a:pt x="0" y="34709"/>
                  </a:cubicBezTo>
                  <a:lnTo>
                    <a:pt x="0" y="27271"/>
                  </a:lnTo>
                  <a:cubicBezTo>
                    <a:pt x="63" y="12192"/>
                    <a:pt x="12464" y="0"/>
                    <a:pt x="27740" y="0"/>
                  </a:cubicBezTo>
                  <a:lnTo>
                    <a:pt x="72260" y="0"/>
                  </a:lnTo>
                  <a:cubicBezTo>
                    <a:pt x="87536" y="0"/>
                    <a:pt x="99937" y="12192"/>
                    <a:pt x="100000" y="27271"/>
                  </a:cubicBezTo>
                  <a:lnTo>
                    <a:pt x="100000" y="34709"/>
                  </a:lnTo>
                  <a:cubicBezTo>
                    <a:pt x="100000" y="49770"/>
                    <a:pt x="87632" y="61980"/>
                    <a:pt x="72374" y="61980"/>
                  </a:cubicBezTo>
                  <a:cubicBezTo>
                    <a:pt x="72336" y="61980"/>
                    <a:pt x="72298" y="61980"/>
                    <a:pt x="72260" y="61980"/>
                  </a:cubicBezTo>
                  <a:close/>
                  <a:moveTo>
                    <a:pt x="27740" y="13636"/>
                  </a:moveTo>
                  <a:cubicBezTo>
                    <a:pt x="20092" y="13635"/>
                    <a:pt x="13875" y="19722"/>
                    <a:pt x="13813" y="27271"/>
                  </a:cubicBezTo>
                  <a:lnTo>
                    <a:pt x="13813" y="34709"/>
                  </a:lnTo>
                  <a:cubicBezTo>
                    <a:pt x="13875" y="42258"/>
                    <a:pt x="20092" y="48345"/>
                    <a:pt x="27740" y="48345"/>
                  </a:cubicBezTo>
                  <a:lnTo>
                    <a:pt x="72260" y="48345"/>
                  </a:lnTo>
                  <a:cubicBezTo>
                    <a:pt x="79907" y="48345"/>
                    <a:pt x="86124" y="42258"/>
                    <a:pt x="86187" y="34709"/>
                  </a:cubicBezTo>
                  <a:lnTo>
                    <a:pt x="86187" y="27271"/>
                  </a:lnTo>
                  <a:cubicBezTo>
                    <a:pt x="86124" y="19722"/>
                    <a:pt x="79907" y="13635"/>
                    <a:pt x="72260" y="1363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AE7EBB37-1E53-8D4E-B2DC-3701E8EB4A90}"/>
                </a:ext>
              </a:extLst>
            </p:cNvPr>
            <p:cNvSpPr/>
            <p:nvPr/>
          </p:nvSpPr>
          <p:spPr>
            <a:xfrm>
              <a:off x="5966767" y="2147682"/>
              <a:ext cx="100227" cy="61980"/>
            </a:xfrm>
            <a:custGeom>
              <a:avLst/>
              <a:gdLst>
                <a:gd name="connsiteX0" fmla="*/ 72603 w 100227"/>
                <a:gd name="connsiteY0" fmla="*/ 61980 h 61980"/>
                <a:gd name="connsiteX1" fmla="*/ 27625 w 100227"/>
                <a:gd name="connsiteY1" fmla="*/ 61980 h 61980"/>
                <a:gd name="connsiteX2" fmla="*/ 0 w 100227"/>
                <a:gd name="connsiteY2" fmla="*/ 34709 h 61980"/>
                <a:gd name="connsiteX3" fmla="*/ 0 w 100227"/>
                <a:gd name="connsiteY3" fmla="*/ 27271 h 61980"/>
                <a:gd name="connsiteX4" fmla="*/ 27625 w 100227"/>
                <a:gd name="connsiteY4" fmla="*/ 0 h 61980"/>
                <a:gd name="connsiteX5" fmla="*/ 72603 w 100227"/>
                <a:gd name="connsiteY5" fmla="*/ 0 h 61980"/>
                <a:gd name="connsiteX6" fmla="*/ 100228 w 100227"/>
                <a:gd name="connsiteY6" fmla="*/ 27271 h 61980"/>
                <a:gd name="connsiteX7" fmla="*/ 100228 w 100227"/>
                <a:gd name="connsiteY7" fmla="*/ 34709 h 61980"/>
                <a:gd name="connsiteX8" fmla="*/ 72603 w 100227"/>
                <a:gd name="connsiteY8" fmla="*/ 61980 h 61980"/>
                <a:gd name="connsiteX9" fmla="*/ 27625 w 100227"/>
                <a:gd name="connsiteY9" fmla="*/ 13636 h 61980"/>
                <a:gd name="connsiteX10" fmla="*/ 13813 w 100227"/>
                <a:gd name="connsiteY10" fmla="*/ 27271 h 61980"/>
                <a:gd name="connsiteX11" fmla="*/ 13813 w 100227"/>
                <a:gd name="connsiteY11" fmla="*/ 34709 h 61980"/>
                <a:gd name="connsiteX12" fmla="*/ 27625 w 100227"/>
                <a:gd name="connsiteY12" fmla="*/ 48345 h 61980"/>
                <a:gd name="connsiteX13" fmla="*/ 72603 w 100227"/>
                <a:gd name="connsiteY13" fmla="*/ 48345 h 61980"/>
                <a:gd name="connsiteX14" fmla="*/ 86415 w 100227"/>
                <a:gd name="connsiteY14" fmla="*/ 34709 h 61980"/>
                <a:gd name="connsiteX15" fmla="*/ 86415 w 100227"/>
                <a:gd name="connsiteY15" fmla="*/ 27271 h 61980"/>
                <a:gd name="connsiteX16" fmla="*/ 72603 w 100227"/>
                <a:gd name="connsiteY16" fmla="*/ 13636 h 6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227" h="61980">
                  <a:moveTo>
                    <a:pt x="72603" y="61980"/>
                  </a:moveTo>
                  <a:lnTo>
                    <a:pt x="27625" y="61980"/>
                  </a:lnTo>
                  <a:cubicBezTo>
                    <a:pt x="12368" y="61980"/>
                    <a:pt x="0" y="49770"/>
                    <a:pt x="0" y="34709"/>
                  </a:cubicBezTo>
                  <a:lnTo>
                    <a:pt x="0" y="27271"/>
                  </a:lnTo>
                  <a:cubicBezTo>
                    <a:pt x="63" y="12235"/>
                    <a:pt x="12394" y="62"/>
                    <a:pt x="27625" y="0"/>
                  </a:cubicBezTo>
                  <a:lnTo>
                    <a:pt x="72603" y="0"/>
                  </a:lnTo>
                  <a:cubicBezTo>
                    <a:pt x="87860" y="0"/>
                    <a:pt x="100228" y="12210"/>
                    <a:pt x="100228" y="27271"/>
                  </a:cubicBezTo>
                  <a:lnTo>
                    <a:pt x="100228" y="34709"/>
                  </a:lnTo>
                  <a:cubicBezTo>
                    <a:pt x="100228" y="49770"/>
                    <a:pt x="87860" y="61980"/>
                    <a:pt x="72603" y="61980"/>
                  </a:cubicBezTo>
                  <a:close/>
                  <a:moveTo>
                    <a:pt x="27625" y="13636"/>
                  </a:moveTo>
                  <a:cubicBezTo>
                    <a:pt x="20023" y="13697"/>
                    <a:pt x="13875" y="19766"/>
                    <a:pt x="13813" y="27271"/>
                  </a:cubicBezTo>
                  <a:lnTo>
                    <a:pt x="13813" y="34709"/>
                  </a:lnTo>
                  <a:cubicBezTo>
                    <a:pt x="13813" y="42240"/>
                    <a:pt x="19997" y="48345"/>
                    <a:pt x="27625" y="48345"/>
                  </a:cubicBezTo>
                  <a:lnTo>
                    <a:pt x="72603" y="48345"/>
                  </a:lnTo>
                  <a:cubicBezTo>
                    <a:pt x="80231" y="48345"/>
                    <a:pt x="86415" y="42240"/>
                    <a:pt x="86415" y="34709"/>
                  </a:cubicBezTo>
                  <a:lnTo>
                    <a:pt x="86415" y="27271"/>
                  </a:lnTo>
                  <a:cubicBezTo>
                    <a:pt x="86415" y="19741"/>
                    <a:pt x="80231" y="13636"/>
                    <a:pt x="72603" y="1363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F297116B-682B-6A48-8666-C5BD0CAD1C55}"/>
                </a:ext>
              </a:extLst>
            </p:cNvPr>
            <p:cNvSpPr/>
            <p:nvPr/>
          </p:nvSpPr>
          <p:spPr>
            <a:xfrm>
              <a:off x="5713913" y="2175516"/>
              <a:ext cx="395089" cy="306971"/>
            </a:xfrm>
            <a:custGeom>
              <a:avLst/>
              <a:gdLst>
                <a:gd name="connsiteX0" fmla="*/ 371346 w 395089"/>
                <a:gd name="connsiteY0" fmla="*/ 306971 h 306971"/>
                <a:gd name="connsiteX1" fmla="*/ 23744 w 395089"/>
                <a:gd name="connsiteY1" fmla="*/ 306971 h 306971"/>
                <a:gd name="connsiteX2" fmla="*/ 0 w 395089"/>
                <a:gd name="connsiteY2" fmla="*/ 283531 h 306971"/>
                <a:gd name="connsiteX3" fmla="*/ 0 w 395089"/>
                <a:gd name="connsiteY3" fmla="*/ 23552 h 306971"/>
                <a:gd name="connsiteX4" fmla="*/ 23744 w 395089"/>
                <a:gd name="connsiteY4" fmla="*/ 0 h 306971"/>
                <a:gd name="connsiteX5" fmla="*/ 48858 w 395089"/>
                <a:gd name="connsiteY5" fmla="*/ 0 h 306971"/>
                <a:gd name="connsiteX6" fmla="*/ 55709 w 395089"/>
                <a:gd name="connsiteY6" fmla="*/ 6761 h 306971"/>
                <a:gd name="connsiteX7" fmla="*/ 55708 w 395089"/>
                <a:gd name="connsiteY7" fmla="*/ 6874 h 306971"/>
                <a:gd name="connsiteX8" fmla="*/ 69634 w 395089"/>
                <a:gd name="connsiteY8" fmla="*/ 20510 h 306971"/>
                <a:gd name="connsiteX9" fmla="*/ 114155 w 395089"/>
                <a:gd name="connsiteY9" fmla="*/ 20510 h 306971"/>
                <a:gd name="connsiteX10" fmla="*/ 128082 w 395089"/>
                <a:gd name="connsiteY10" fmla="*/ 6874 h 306971"/>
                <a:gd name="connsiteX11" fmla="*/ 134816 w 395089"/>
                <a:gd name="connsiteY11" fmla="*/ 1 h 306971"/>
                <a:gd name="connsiteX12" fmla="*/ 134931 w 395089"/>
                <a:gd name="connsiteY12" fmla="*/ 0 h 306971"/>
                <a:gd name="connsiteX13" fmla="*/ 259816 w 395089"/>
                <a:gd name="connsiteY13" fmla="*/ 0 h 306971"/>
                <a:gd name="connsiteX14" fmla="*/ 266667 w 395089"/>
                <a:gd name="connsiteY14" fmla="*/ 6761 h 306971"/>
                <a:gd name="connsiteX15" fmla="*/ 266666 w 395089"/>
                <a:gd name="connsiteY15" fmla="*/ 6874 h 306971"/>
                <a:gd name="connsiteX16" fmla="*/ 280478 w 395089"/>
                <a:gd name="connsiteY16" fmla="*/ 20510 h 306971"/>
                <a:gd name="connsiteX17" fmla="*/ 325456 w 395089"/>
                <a:gd name="connsiteY17" fmla="*/ 20510 h 306971"/>
                <a:gd name="connsiteX18" fmla="*/ 339268 w 395089"/>
                <a:gd name="connsiteY18" fmla="*/ 6874 h 306971"/>
                <a:gd name="connsiteX19" fmla="*/ 346232 w 395089"/>
                <a:gd name="connsiteY19" fmla="*/ 0 h 306971"/>
                <a:gd name="connsiteX20" fmla="*/ 371346 w 395089"/>
                <a:gd name="connsiteY20" fmla="*/ 0 h 306971"/>
                <a:gd name="connsiteX21" fmla="*/ 395090 w 395089"/>
                <a:gd name="connsiteY21" fmla="*/ 23552 h 306971"/>
                <a:gd name="connsiteX22" fmla="*/ 395090 w 395089"/>
                <a:gd name="connsiteY22" fmla="*/ 283531 h 306971"/>
                <a:gd name="connsiteX23" fmla="*/ 371346 w 395089"/>
                <a:gd name="connsiteY23" fmla="*/ 306971 h 306971"/>
                <a:gd name="connsiteX24" fmla="*/ 23744 w 395089"/>
                <a:gd name="connsiteY24" fmla="*/ 13748 h 306971"/>
                <a:gd name="connsiteX25" fmla="*/ 13813 w 395089"/>
                <a:gd name="connsiteY25" fmla="*/ 23552 h 306971"/>
                <a:gd name="connsiteX26" fmla="*/ 13813 w 395089"/>
                <a:gd name="connsiteY26" fmla="*/ 283531 h 306971"/>
                <a:gd name="connsiteX27" fmla="*/ 23744 w 395089"/>
                <a:gd name="connsiteY27" fmla="*/ 293336 h 306971"/>
                <a:gd name="connsiteX28" fmla="*/ 371346 w 395089"/>
                <a:gd name="connsiteY28" fmla="*/ 293336 h 306971"/>
                <a:gd name="connsiteX29" fmla="*/ 381277 w 395089"/>
                <a:gd name="connsiteY29" fmla="*/ 283531 h 306971"/>
                <a:gd name="connsiteX30" fmla="*/ 381277 w 395089"/>
                <a:gd name="connsiteY30" fmla="*/ 23552 h 306971"/>
                <a:gd name="connsiteX31" fmla="*/ 371346 w 395089"/>
                <a:gd name="connsiteY31" fmla="*/ 13748 h 306971"/>
                <a:gd name="connsiteX32" fmla="*/ 352282 w 395089"/>
                <a:gd name="connsiteY32" fmla="*/ 13748 h 306971"/>
                <a:gd name="connsiteX33" fmla="*/ 325456 w 395089"/>
                <a:gd name="connsiteY33" fmla="*/ 34145 h 306971"/>
                <a:gd name="connsiteX34" fmla="*/ 280478 w 395089"/>
                <a:gd name="connsiteY34" fmla="*/ 34145 h 306971"/>
                <a:gd name="connsiteX35" fmla="*/ 253766 w 395089"/>
                <a:gd name="connsiteY35" fmla="*/ 13748 h 306971"/>
                <a:gd name="connsiteX36" fmla="*/ 141324 w 395089"/>
                <a:gd name="connsiteY36" fmla="*/ 13748 h 306971"/>
                <a:gd name="connsiteX37" fmla="*/ 114155 w 395089"/>
                <a:gd name="connsiteY37" fmla="*/ 34145 h 306971"/>
                <a:gd name="connsiteX38" fmla="*/ 69634 w 395089"/>
                <a:gd name="connsiteY38" fmla="*/ 34145 h 306971"/>
                <a:gd name="connsiteX39" fmla="*/ 42808 w 395089"/>
                <a:gd name="connsiteY39" fmla="*/ 13748 h 30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95089" h="306971">
                  <a:moveTo>
                    <a:pt x="371346" y="306971"/>
                  </a:moveTo>
                  <a:lnTo>
                    <a:pt x="23744" y="306971"/>
                  </a:lnTo>
                  <a:cubicBezTo>
                    <a:pt x="10631" y="306971"/>
                    <a:pt x="0" y="296477"/>
                    <a:pt x="0" y="283531"/>
                  </a:cubicBezTo>
                  <a:lnTo>
                    <a:pt x="0" y="23552"/>
                  </a:lnTo>
                  <a:cubicBezTo>
                    <a:pt x="0" y="10589"/>
                    <a:pt x="10612" y="62"/>
                    <a:pt x="23744" y="0"/>
                  </a:cubicBezTo>
                  <a:lnTo>
                    <a:pt x="48858" y="0"/>
                  </a:lnTo>
                  <a:cubicBezTo>
                    <a:pt x="52641" y="-1"/>
                    <a:pt x="55708" y="3026"/>
                    <a:pt x="55709" y="6761"/>
                  </a:cubicBezTo>
                  <a:cubicBezTo>
                    <a:pt x="55709" y="6798"/>
                    <a:pt x="55708" y="6836"/>
                    <a:pt x="55708" y="6874"/>
                  </a:cubicBezTo>
                  <a:cubicBezTo>
                    <a:pt x="55770" y="14423"/>
                    <a:pt x="61987" y="20510"/>
                    <a:pt x="69634" y="20510"/>
                  </a:cubicBezTo>
                  <a:lnTo>
                    <a:pt x="114155" y="20510"/>
                  </a:lnTo>
                  <a:cubicBezTo>
                    <a:pt x="121802" y="20510"/>
                    <a:pt x="128019" y="14423"/>
                    <a:pt x="128082" y="6874"/>
                  </a:cubicBezTo>
                  <a:cubicBezTo>
                    <a:pt x="128019" y="3140"/>
                    <a:pt x="131034" y="63"/>
                    <a:pt x="134816" y="1"/>
                  </a:cubicBezTo>
                  <a:cubicBezTo>
                    <a:pt x="134854" y="0"/>
                    <a:pt x="134893" y="0"/>
                    <a:pt x="134931" y="0"/>
                  </a:cubicBezTo>
                  <a:lnTo>
                    <a:pt x="259816" y="0"/>
                  </a:lnTo>
                  <a:cubicBezTo>
                    <a:pt x="263599" y="-1"/>
                    <a:pt x="266666" y="3026"/>
                    <a:pt x="266667" y="6761"/>
                  </a:cubicBezTo>
                  <a:cubicBezTo>
                    <a:pt x="266667" y="6798"/>
                    <a:pt x="266666" y="6836"/>
                    <a:pt x="266666" y="6874"/>
                  </a:cubicBezTo>
                  <a:cubicBezTo>
                    <a:pt x="266666" y="14405"/>
                    <a:pt x="272850" y="20510"/>
                    <a:pt x="280478" y="20510"/>
                  </a:cubicBezTo>
                  <a:lnTo>
                    <a:pt x="325456" y="20510"/>
                  </a:lnTo>
                  <a:cubicBezTo>
                    <a:pt x="333084" y="20510"/>
                    <a:pt x="339268" y="14405"/>
                    <a:pt x="339268" y="6874"/>
                  </a:cubicBezTo>
                  <a:cubicBezTo>
                    <a:pt x="339268" y="3078"/>
                    <a:pt x="342386" y="0"/>
                    <a:pt x="346232" y="0"/>
                  </a:cubicBezTo>
                  <a:lnTo>
                    <a:pt x="371346" y="0"/>
                  </a:lnTo>
                  <a:cubicBezTo>
                    <a:pt x="384478" y="62"/>
                    <a:pt x="395090" y="10589"/>
                    <a:pt x="395090" y="23552"/>
                  </a:cubicBezTo>
                  <a:lnTo>
                    <a:pt x="395090" y="283531"/>
                  </a:lnTo>
                  <a:cubicBezTo>
                    <a:pt x="395090" y="296477"/>
                    <a:pt x="384459" y="306971"/>
                    <a:pt x="371346" y="306971"/>
                  </a:cubicBezTo>
                  <a:close/>
                  <a:moveTo>
                    <a:pt x="23744" y="13748"/>
                  </a:moveTo>
                  <a:cubicBezTo>
                    <a:pt x="18259" y="13748"/>
                    <a:pt x="13813" y="18138"/>
                    <a:pt x="13813" y="23552"/>
                  </a:cubicBezTo>
                  <a:lnTo>
                    <a:pt x="13813" y="283531"/>
                  </a:lnTo>
                  <a:cubicBezTo>
                    <a:pt x="13813" y="288946"/>
                    <a:pt x="18259" y="293336"/>
                    <a:pt x="23744" y="293336"/>
                  </a:cubicBezTo>
                  <a:lnTo>
                    <a:pt x="371346" y="293336"/>
                  </a:lnTo>
                  <a:cubicBezTo>
                    <a:pt x="376831" y="293336"/>
                    <a:pt x="381277" y="288946"/>
                    <a:pt x="381277" y="283531"/>
                  </a:cubicBezTo>
                  <a:lnTo>
                    <a:pt x="381277" y="23552"/>
                  </a:lnTo>
                  <a:cubicBezTo>
                    <a:pt x="381277" y="18138"/>
                    <a:pt x="376831" y="13748"/>
                    <a:pt x="371346" y="13748"/>
                  </a:cubicBezTo>
                  <a:lnTo>
                    <a:pt x="352282" y="13748"/>
                  </a:lnTo>
                  <a:cubicBezTo>
                    <a:pt x="349068" y="25771"/>
                    <a:pt x="338052" y="34148"/>
                    <a:pt x="325456" y="34145"/>
                  </a:cubicBezTo>
                  <a:lnTo>
                    <a:pt x="280478" y="34145"/>
                  </a:lnTo>
                  <a:cubicBezTo>
                    <a:pt x="267911" y="34136"/>
                    <a:pt x="256934" y="25754"/>
                    <a:pt x="253766" y="13748"/>
                  </a:cubicBezTo>
                  <a:lnTo>
                    <a:pt x="141324" y="13748"/>
                  </a:lnTo>
                  <a:cubicBezTo>
                    <a:pt x="138078" y="25894"/>
                    <a:pt x="126878" y="34302"/>
                    <a:pt x="114155" y="34145"/>
                  </a:cubicBezTo>
                  <a:lnTo>
                    <a:pt x="69634" y="34145"/>
                  </a:lnTo>
                  <a:cubicBezTo>
                    <a:pt x="57038" y="34148"/>
                    <a:pt x="46022" y="25771"/>
                    <a:pt x="42808" y="1374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09DFC578-A8C1-2B4D-977F-EA2535AA5FAA}"/>
                </a:ext>
              </a:extLst>
            </p:cNvPr>
            <p:cNvSpPr/>
            <p:nvPr/>
          </p:nvSpPr>
          <p:spPr>
            <a:xfrm>
              <a:off x="5761058" y="2268825"/>
              <a:ext cx="55252" cy="54655"/>
            </a:xfrm>
            <a:custGeom>
              <a:avLst/>
              <a:gdLst>
                <a:gd name="connsiteX0" fmla="*/ 48403 w 55252"/>
                <a:gd name="connsiteY0" fmla="*/ 54655 h 54655"/>
                <a:gd name="connsiteX1" fmla="*/ 6850 w 55252"/>
                <a:gd name="connsiteY1" fmla="*/ 54655 h 54655"/>
                <a:gd name="connsiteX2" fmla="*/ 0 w 55252"/>
                <a:gd name="connsiteY2" fmla="*/ 47895 h 54655"/>
                <a:gd name="connsiteX3" fmla="*/ 1 w 55252"/>
                <a:gd name="connsiteY3" fmla="*/ 47781 h 54655"/>
                <a:gd name="connsiteX4" fmla="*/ 1 w 55252"/>
                <a:gd name="connsiteY4" fmla="*/ 6874 h 54655"/>
                <a:gd name="connsiteX5" fmla="*/ 6735 w 55252"/>
                <a:gd name="connsiteY5" fmla="*/ 1 h 54655"/>
                <a:gd name="connsiteX6" fmla="*/ 6850 w 55252"/>
                <a:gd name="connsiteY6" fmla="*/ 0 h 54655"/>
                <a:gd name="connsiteX7" fmla="*/ 48403 w 55252"/>
                <a:gd name="connsiteY7" fmla="*/ 0 h 54655"/>
                <a:gd name="connsiteX8" fmla="*/ 55253 w 55252"/>
                <a:gd name="connsiteY8" fmla="*/ 6761 h 54655"/>
                <a:gd name="connsiteX9" fmla="*/ 55252 w 55252"/>
                <a:gd name="connsiteY9" fmla="*/ 6874 h 54655"/>
                <a:gd name="connsiteX10" fmla="*/ 55252 w 55252"/>
                <a:gd name="connsiteY10" fmla="*/ 47894 h 54655"/>
                <a:gd name="connsiteX11" fmla="*/ 48403 w 55252"/>
                <a:gd name="connsiteY11" fmla="*/ 54655 h 54655"/>
                <a:gd name="connsiteX12" fmla="*/ 14156 w 55252"/>
                <a:gd name="connsiteY12" fmla="*/ 41020 h 54655"/>
                <a:gd name="connsiteX13" fmla="*/ 41439 w 55252"/>
                <a:gd name="connsiteY13" fmla="*/ 41020 h 54655"/>
                <a:gd name="connsiteX14" fmla="*/ 41439 w 55252"/>
                <a:gd name="connsiteY14" fmla="*/ 14086 h 54655"/>
                <a:gd name="connsiteX15" fmla="*/ 13814 w 55252"/>
                <a:gd name="connsiteY15" fmla="*/ 1408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252" h="54655">
                  <a:moveTo>
                    <a:pt x="48403" y="54655"/>
                  </a:moveTo>
                  <a:lnTo>
                    <a:pt x="6850" y="54655"/>
                  </a:lnTo>
                  <a:cubicBezTo>
                    <a:pt x="3068" y="54656"/>
                    <a:pt x="1" y="51629"/>
                    <a:pt x="0" y="47895"/>
                  </a:cubicBezTo>
                  <a:cubicBezTo>
                    <a:pt x="0" y="47857"/>
                    <a:pt x="0" y="47819"/>
                    <a:pt x="1" y="47781"/>
                  </a:cubicBezTo>
                  <a:lnTo>
                    <a:pt x="1" y="6874"/>
                  </a:lnTo>
                  <a:cubicBezTo>
                    <a:pt x="-62" y="3140"/>
                    <a:pt x="2953" y="63"/>
                    <a:pt x="6735" y="1"/>
                  </a:cubicBezTo>
                  <a:cubicBezTo>
                    <a:pt x="6774" y="0"/>
                    <a:pt x="6812" y="0"/>
                    <a:pt x="6850" y="0"/>
                  </a:cubicBezTo>
                  <a:lnTo>
                    <a:pt x="48403" y="0"/>
                  </a:lnTo>
                  <a:cubicBezTo>
                    <a:pt x="52185" y="-1"/>
                    <a:pt x="55252" y="3026"/>
                    <a:pt x="55253" y="6761"/>
                  </a:cubicBezTo>
                  <a:cubicBezTo>
                    <a:pt x="55253" y="6798"/>
                    <a:pt x="55253" y="6836"/>
                    <a:pt x="55252" y="6874"/>
                  </a:cubicBezTo>
                  <a:lnTo>
                    <a:pt x="55252" y="47894"/>
                  </a:lnTo>
                  <a:cubicBezTo>
                    <a:pt x="55252" y="51628"/>
                    <a:pt x="52185" y="54655"/>
                    <a:pt x="48403" y="54655"/>
                  </a:cubicBezTo>
                  <a:close/>
                  <a:moveTo>
                    <a:pt x="14156" y="41020"/>
                  </a:moveTo>
                  <a:lnTo>
                    <a:pt x="41439" y="41020"/>
                  </a:lnTo>
                  <a:lnTo>
                    <a:pt x="41439" y="14086"/>
                  </a:lnTo>
                  <a:lnTo>
                    <a:pt x="13814" y="1408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38F14F6-A7D2-514C-B218-C892B5ED8D69}"/>
                </a:ext>
              </a:extLst>
            </p:cNvPr>
            <p:cNvSpPr/>
            <p:nvPr/>
          </p:nvSpPr>
          <p:spPr>
            <a:xfrm>
              <a:off x="5842908" y="2268825"/>
              <a:ext cx="55252" cy="54655"/>
            </a:xfrm>
            <a:custGeom>
              <a:avLst/>
              <a:gdLst>
                <a:gd name="connsiteX0" fmla="*/ 48403 w 55252"/>
                <a:gd name="connsiteY0" fmla="*/ 54655 h 54655"/>
                <a:gd name="connsiteX1" fmla="*/ 6850 w 55252"/>
                <a:gd name="connsiteY1" fmla="*/ 54655 h 54655"/>
                <a:gd name="connsiteX2" fmla="*/ 0 w 55252"/>
                <a:gd name="connsiteY2" fmla="*/ 47895 h 54655"/>
                <a:gd name="connsiteX3" fmla="*/ 1 w 55252"/>
                <a:gd name="connsiteY3" fmla="*/ 47781 h 54655"/>
                <a:gd name="connsiteX4" fmla="*/ 1 w 55252"/>
                <a:gd name="connsiteY4" fmla="*/ 6874 h 54655"/>
                <a:gd name="connsiteX5" fmla="*/ 6735 w 55252"/>
                <a:gd name="connsiteY5" fmla="*/ 1 h 54655"/>
                <a:gd name="connsiteX6" fmla="*/ 6850 w 55252"/>
                <a:gd name="connsiteY6" fmla="*/ 0 h 54655"/>
                <a:gd name="connsiteX7" fmla="*/ 48403 w 55252"/>
                <a:gd name="connsiteY7" fmla="*/ 0 h 54655"/>
                <a:gd name="connsiteX8" fmla="*/ 55253 w 55252"/>
                <a:gd name="connsiteY8" fmla="*/ 6761 h 54655"/>
                <a:gd name="connsiteX9" fmla="*/ 55252 w 55252"/>
                <a:gd name="connsiteY9" fmla="*/ 6874 h 54655"/>
                <a:gd name="connsiteX10" fmla="*/ 55252 w 55252"/>
                <a:gd name="connsiteY10" fmla="*/ 47894 h 54655"/>
                <a:gd name="connsiteX11" fmla="*/ 48403 w 55252"/>
                <a:gd name="connsiteY11" fmla="*/ 54655 h 54655"/>
                <a:gd name="connsiteX12" fmla="*/ 14156 w 55252"/>
                <a:gd name="connsiteY12" fmla="*/ 41020 h 54655"/>
                <a:gd name="connsiteX13" fmla="*/ 41782 w 55252"/>
                <a:gd name="connsiteY13" fmla="*/ 41020 h 54655"/>
                <a:gd name="connsiteX14" fmla="*/ 41782 w 55252"/>
                <a:gd name="connsiteY14" fmla="*/ 14086 h 54655"/>
                <a:gd name="connsiteX15" fmla="*/ 13814 w 55252"/>
                <a:gd name="connsiteY15" fmla="*/ 1408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252" h="54655">
                  <a:moveTo>
                    <a:pt x="48403" y="54655"/>
                  </a:moveTo>
                  <a:lnTo>
                    <a:pt x="6850" y="54655"/>
                  </a:lnTo>
                  <a:cubicBezTo>
                    <a:pt x="3067" y="54656"/>
                    <a:pt x="1" y="51629"/>
                    <a:pt x="0" y="47895"/>
                  </a:cubicBezTo>
                  <a:cubicBezTo>
                    <a:pt x="0" y="47857"/>
                    <a:pt x="0" y="47819"/>
                    <a:pt x="1" y="47781"/>
                  </a:cubicBezTo>
                  <a:lnTo>
                    <a:pt x="1" y="6874"/>
                  </a:lnTo>
                  <a:cubicBezTo>
                    <a:pt x="-62" y="3140"/>
                    <a:pt x="2953" y="63"/>
                    <a:pt x="6735" y="1"/>
                  </a:cubicBezTo>
                  <a:cubicBezTo>
                    <a:pt x="6774" y="0"/>
                    <a:pt x="6812" y="0"/>
                    <a:pt x="6850" y="0"/>
                  </a:cubicBezTo>
                  <a:lnTo>
                    <a:pt x="48403" y="0"/>
                  </a:lnTo>
                  <a:cubicBezTo>
                    <a:pt x="52185" y="-1"/>
                    <a:pt x="55252" y="3026"/>
                    <a:pt x="55253" y="6761"/>
                  </a:cubicBezTo>
                  <a:cubicBezTo>
                    <a:pt x="55253" y="6798"/>
                    <a:pt x="55253" y="6836"/>
                    <a:pt x="55252" y="6874"/>
                  </a:cubicBezTo>
                  <a:lnTo>
                    <a:pt x="55252" y="47894"/>
                  </a:lnTo>
                  <a:cubicBezTo>
                    <a:pt x="55252" y="51628"/>
                    <a:pt x="52185" y="54655"/>
                    <a:pt x="48403" y="54655"/>
                  </a:cubicBezTo>
                  <a:close/>
                  <a:moveTo>
                    <a:pt x="14156" y="41020"/>
                  </a:moveTo>
                  <a:lnTo>
                    <a:pt x="41782" y="41020"/>
                  </a:lnTo>
                  <a:lnTo>
                    <a:pt x="41782" y="14086"/>
                  </a:lnTo>
                  <a:lnTo>
                    <a:pt x="13814" y="1408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25527ED-E84F-2742-9548-4954C83B7249}"/>
                </a:ext>
              </a:extLst>
            </p:cNvPr>
            <p:cNvSpPr/>
            <p:nvPr/>
          </p:nvSpPr>
          <p:spPr>
            <a:xfrm>
              <a:off x="5924757" y="2268825"/>
              <a:ext cx="55252" cy="54655"/>
            </a:xfrm>
            <a:custGeom>
              <a:avLst/>
              <a:gdLst>
                <a:gd name="connsiteX0" fmla="*/ 48403 w 55252"/>
                <a:gd name="connsiteY0" fmla="*/ 54655 h 54655"/>
                <a:gd name="connsiteX1" fmla="*/ 6850 w 55252"/>
                <a:gd name="connsiteY1" fmla="*/ 54655 h 54655"/>
                <a:gd name="connsiteX2" fmla="*/ 0 w 55252"/>
                <a:gd name="connsiteY2" fmla="*/ 47895 h 54655"/>
                <a:gd name="connsiteX3" fmla="*/ 1 w 55252"/>
                <a:gd name="connsiteY3" fmla="*/ 47781 h 54655"/>
                <a:gd name="connsiteX4" fmla="*/ 1 w 55252"/>
                <a:gd name="connsiteY4" fmla="*/ 6874 h 54655"/>
                <a:gd name="connsiteX5" fmla="*/ 6735 w 55252"/>
                <a:gd name="connsiteY5" fmla="*/ 1 h 54655"/>
                <a:gd name="connsiteX6" fmla="*/ 6850 w 55252"/>
                <a:gd name="connsiteY6" fmla="*/ 0 h 54655"/>
                <a:gd name="connsiteX7" fmla="*/ 48403 w 55252"/>
                <a:gd name="connsiteY7" fmla="*/ 0 h 54655"/>
                <a:gd name="connsiteX8" fmla="*/ 55253 w 55252"/>
                <a:gd name="connsiteY8" fmla="*/ 6761 h 54655"/>
                <a:gd name="connsiteX9" fmla="*/ 55252 w 55252"/>
                <a:gd name="connsiteY9" fmla="*/ 6874 h 54655"/>
                <a:gd name="connsiteX10" fmla="*/ 55252 w 55252"/>
                <a:gd name="connsiteY10" fmla="*/ 47894 h 54655"/>
                <a:gd name="connsiteX11" fmla="*/ 48403 w 55252"/>
                <a:gd name="connsiteY11" fmla="*/ 54655 h 54655"/>
                <a:gd name="connsiteX12" fmla="*/ 14156 w 55252"/>
                <a:gd name="connsiteY12" fmla="*/ 41020 h 54655"/>
                <a:gd name="connsiteX13" fmla="*/ 41439 w 55252"/>
                <a:gd name="connsiteY13" fmla="*/ 41020 h 54655"/>
                <a:gd name="connsiteX14" fmla="*/ 41439 w 55252"/>
                <a:gd name="connsiteY14" fmla="*/ 14086 h 54655"/>
                <a:gd name="connsiteX15" fmla="*/ 13814 w 55252"/>
                <a:gd name="connsiteY15" fmla="*/ 1408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252" h="54655">
                  <a:moveTo>
                    <a:pt x="48403" y="54655"/>
                  </a:moveTo>
                  <a:lnTo>
                    <a:pt x="6850" y="54655"/>
                  </a:lnTo>
                  <a:cubicBezTo>
                    <a:pt x="3068" y="54656"/>
                    <a:pt x="1" y="51629"/>
                    <a:pt x="0" y="47895"/>
                  </a:cubicBezTo>
                  <a:cubicBezTo>
                    <a:pt x="0" y="47857"/>
                    <a:pt x="0" y="47819"/>
                    <a:pt x="1" y="47781"/>
                  </a:cubicBezTo>
                  <a:lnTo>
                    <a:pt x="1" y="6874"/>
                  </a:lnTo>
                  <a:cubicBezTo>
                    <a:pt x="-62" y="3140"/>
                    <a:pt x="2953" y="63"/>
                    <a:pt x="6735" y="1"/>
                  </a:cubicBezTo>
                  <a:cubicBezTo>
                    <a:pt x="6774" y="0"/>
                    <a:pt x="6812" y="0"/>
                    <a:pt x="6850" y="0"/>
                  </a:cubicBezTo>
                  <a:lnTo>
                    <a:pt x="48403" y="0"/>
                  </a:lnTo>
                  <a:cubicBezTo>
                    <a:pt x="52185" y="-1"/>
                    <a:pt x="55252" y="3026"/>
                    <a:pt x="55253" y="6761"/>
                  </a:cubicBezTo>
                  <a:cubicBezTo>
                    <a:pt x="55253" y="6798"/>
                    <a:pt x="55253" y="6836"/>
                    <a:pt x="55252" y="6874"/>
                  </a:cubicBezTo>
                  <a:lnTo>
                    <a:pt x="55252" y="47894"/>
                  </a:lnTo>
                  <a:cubicBezTo>
                    <a:pt x="55252" y="51628"/>
                    <a:pt x="52185" y="54655"/>
                    <a:pt x="48403" y="54655"/>
                  </a:cubicBezTo>
                  <a:close/>
                  <a:moveTo>
                    <a:pt x="14156" y="41020"/>
                  </a:moveTo>
                  <a:lnTo>
                    <a:pt x="41439" y="41020"/>
                  </a:lnTo>
                  <a:lnTo>
                    <a:pt x="41439" y="14086"/>
                  </a:lnTo>
                  <a:lnTo>
                    <a:pt x="13814" y="1408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85AC2B5-32B4-A343-A4E0-E7DEEEB9DA23}"/>
                </a:ext>
              </a:extLst>
            </p:cNvPr>
            <p:cNvSpPr/>
            <p:nvPr/>
          </p:nvSpPr>
          <p:spPr>
            <a:xfrm>
              <a:off x="6006492" y="2268825"/>
              <a:ext cx="55365" cy="54655"/>
            </a:xfrm>
            <a:custGeom>
              <a:avLst/>
              <a:gdLst>
                <a:gd name="connsiteX0" fmla="*/ 48402 w 55365"/>
                <a:gd name="connsiteY0" fmla="*/ 54655 h 54655"/>
                <a:gd name="connsiteX1" fmla="*/ 6963 w 55365"/>
                <a:gd name="connsiteY1" fmla="*/ 54655 h 54655"/>
                <a:gd name="connsiteX2" fmla="*/ 0 w 55365"/>
                <a:gd name="connsiteY2" fmla="*/ 47781 h 54655"/>
                <a:gd name="connsiteX3" fmla="*/ 0 w 55365"/>
                <a:gd name="connsiteY3" fmla="*/ 6874 h 54655"/>
                <a:gd name="connsiteX4" fmla="*/ 6963 w 55365"/>
                <a:gd name="connsiteY4" fmla="*/ 0 h 54655"/>
                <a:gd name="connsiteX5" fmla="*/ 48402 w 55365"/>
                <a:gd name="connsiteY5" fmla="*/ 0 h 54655"/>
                <a:gd name="connsiteX6" fmla="*/ 55365 w 55365"/>
                <a:gd name="connsiteY6" fmla="*/ 6874 h 54655"/>
                <a:gd name="connsiteX7" fmla="*/ 55365 w 55365"/>
                <a:gd name="connsiteY7" fmla="*/ 47894 h 54655"/>
                <a:gd name="connsiteX8" fmla="*/ 48402 w 55365"/>
                <a:gd name="connsiteY8" fmla="*/ 54655 h 54655"/>
                <a:gd name="connsiteX9" fmla="*/ 14155 w 55365"/>
                <a:gd name="connsiteY9" fmla="*/ 41020 h 54655"/>
                <a:gd name="connsiteX10" fmla="*/ 41781 w 55365"/>
                <a:gd name="connsiteY10" fmla="*/ 41020 h 54655"/>
                <a:gd name="connsiteX11" fmla="*/ 41781 w 55365"/>
                <a:gd name="connsiteY11" fmla="*/ 14086 h 54655"/>
                <a:gd name="connsiteX12" fmla="*/ 13927 w 55365"/>
                <a:gd name="connsiteY12" fmla="*/ 1408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365" h="54655">
                  <a:moveTo>
                    <a:pt x="48402" y="54655"/>
                  </a:moveTo>
                  <a:lnTo>
                    <a:pt x="6963" y="54655"/>
                  </a:lnTo>
                  <a:cubicBezTo>
                    <a:pt x="3118" y="54655"/>
                    <a:pt x="0" y="51578"/>
                    <a:pt x="0" y="47781"/>
                  </a:cubicBezTo>
                  <a:lnTo>
                    <a:pt x="0" y="6874"/>
                  </a:lnTo>
                  <a:cubicBezTo>
                    <a:pt x="0" y="3078"/>
                    <a:pt x="3118" y="0"/>
                    <a:pt x="6963" y="0"/>
                  </a:cubicBezTo>
                  <a:lnTo>
                    <a:pt x="48402" y="0"/>
                  </a:lnTo>
                  <a:cubicBezTo>
                    <a:pt x="52247" y="0"/>
                    <a:pt x="55365" y="3078"/>
                    <a:pt x="55365" y="6874"/>
                  </a:cubicBezTo>
                  <a:lnTo>
                    <a:pt x="55365" y="47894"/>
                  </a:lnTo>
                  <a:cubicBezTo>
                    <a:pt x="55303" y="51646"/>
                    <a:pt x="52203" y="54656"/>
                    <a:pt x="48402" y="54655"/>
                  </a:cubicBezTo>
                  <a:close/>
                  <a:moveTo>
                    <a:pt x="14155" y="41020"/>
                  </a:moveTo>
                  <a:lnTo>
                    <a:pt x="41781" y="41020"/>
                  </a:lnTo>
                  <a:lnTo>
                    <a:pt x="41781" y="14086"/>
                  </a:lnTo>
                  <a:lnTo>
                    <a:pt x="13927" y="1408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7BA228E9-D543-5C44-AB06-97F7A6C5148B}"/>
                </a:ext>
              </a:extLst>
            </p:cNvPr>
            <p:cNvSpPr/>
            <p:nvPr/>
          </p:nvSpPr>
          <p:spPr>
            <a:xfrm>
              <a:off x="5761059" y="2334298"/>
              <a:ext cx="55250" cy="54655"/>
            </a:xfrm>
            <a:custGeom>
              <a:avLst/>
              <a:gdLst>
                <a:gd name="connsiteX0" fmla="*/ 48402 w 55250"/>
                <a:gd name="connsiteY0" fmla="*/ 54655 h 54655"/>
                <a:gd name="connsiteX1" fmla="*/ 6849 w 55250"/>
                <a:gd name="connsiteY1" fmla="*/ 54655 h 54655"/>
                <a:gd name="connsiteX2" fmla="*/ 0 w 55250"/>
                <a:gd name="connsiteY2" fmla="*/ 47781 h 54655"/>
                <a:gd name="connsiteX3" fmla="*/ 0 w 55250"/>
                <a:gd name="connsiteY3" fmla="*/ 6761 h 54655"/>
                <a:gd name="connsiteX4" fmla="*/ 6849 w 55250"/>
                <a:gd name="connsiteY4" fmla="*/ 0 h 54655"/>
                <a:gd name="connsiteX5" fmla="*/ 48402 w 55250"/>
                <a:gd name="connsiteY5" fmla="*/ 0 h 54655"/>
                <a:gd name="connsiteX6" fmla="*/ 55251 w 55250"/>
                <a:gd name="connsiteY6" fmla="*/ 6761 h 54655"/>
                <a:gd name="connsiteX7" fmla="*/ 55251 w 55250"/>
                <a:gd name="connsiteY7" fmla="*/ 47781 h 54655"/>
                <a:gd name="connsiteX8" fmla="*/ 48402 w 55250"/>
                <a:gd name="connsiteY8" fmla="*/ 54655 h 54655"/>
                <a:gd name="connsiteX9" fmla="*/ 14155 w 55250"/>
                <a:gd name="connsiteY9" fmla="*/ 40907 h 54655"/>
                <a:gd name="connsiteX10" fmla="*/ 41438 w 55250"/>
                <a:gd name="connsiteY10" fmla="*/ 40907 h 54655"/>
                <a:gd name="connsiteX11" fmla="*/ 41438 w 55250"/>
                <a:gd name="connsiteY11" fmla="*/ 13636 h 54655"/>
                <a:gd name="connsiteX12" fmla="*/ 13813 w 55250"/>
                <a:gd name="connsiteY12" fmla="*/ 1363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250" h="54655">
                  <a:moveTo>
                    <a:pt x="48402" y="54655"/>
                  </a:moveTo>
                  <a:lnTo>
                    <a:pt x="6849" y="54655"/>
                  </a:lnTo>
                  <a:cubicBezTo>
                    <a:pt x="3048" y="54594"/>
                    <a:pt x="-1" y="51534"/>
                    <a:pt x="0" y="47781"/>
                  </a:cubicBezTo>
                  <a:lnTo>
                    <a:pt x="0" y="6761"/>
                  </a:lnTo>
                  <a:cubicBezTo>
                    <a:pt x="0" y="3027"/>
                    <a:pt x="3067" y="0"/>
                    <a:pt x="6849" y="0"/>
                  </a:cubicBezTo>
                  <a:lnTo>
                    <a:pt x="48402" y="0"/>
                  </a:lnTo>
                  <a:cubicBezTo>
                    <a:pt x="52184" y="0"/>
                    <a:pt x="55251" y="3027"/>
                    <a:pt x="55251" y="6761"/>
                  </a:cubicBezTo>
                  <a:lnTo>
                    <a:pt x="55251" y="47781"/>
                  </a:lnTo>
                  <a:cubicBezTo>
                    <a:pt x="55251" y="51534"/>
                    <a:pt x="52203" y="54594"/>
                    <a:pt x="48402" y="54655"/>
                  </a:cubicBezTo>
                  <a:close/>
                  <a:moveTo>
                    <a:pt x="14155" y="40907"/>
                  </a:moveTo>
                  <a:lnTo>
                    <a:pt x="41438" y="40907"/>
                  </a:lnTo>
                  <a:lnTo>
                    <a:pt x="41438" y="13636"/>
                  </a:lnTo>
                  <a:lnTo>
                    <a:pt x="13813" y="1363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BA25F2B3-BB4F-0B47-9BC0-881DDC7932F4}"/>
                </a:ext>
              </a:extLst>
            </p:cNvPr>
            <p:cNvSpPr/>
            <p:nvPr/>
          </p:nvSpPr>
          <p:spPr>
            <a:xfrm>
              <a:off x="5842908" y="2334298"/>
              <a:ext cx="55250" cy="54655"/>
            </a:xfrm>
            <a:custGeom>
              <a:avLst/>
              <a:gdLst>
                <a:gd name="connsiteX0" fmla="*/ 48402 w 55250"/>
                <a:gd name="connsiteY0" fmla="*/ 54655 h 54655"/>
                <a:gd name="connsiteX1" fmla="*/ 6849 w 55250"/>
                <a:gd name="connsiteY1" fmla="*/ 54655 h 54655"/>
                <a:gd name="connsiteX2" fmla="*/ 0 w 55250"/>
                <a:gd name="connsiteY2" fmla="*/ 47781 h 54655"/>
                <a:gd name="connsiteX3" fmla="*/ 0 w 55250"/>
                <a:gd name="connsiteY3" fmla="*/ 6761 h 54655"/>
                <a:gd name="connsiteX4" fmla="*/ 6849 w 55250"/>
                <a:gd name="connsiteY4" fmla="*/ 0 h 54655"/>
                <a:gd name="connsiteX5" fmla="*/ 48402 w 55250"/>
                <a:gd name="connsiteY5" fmla="*/ 0 h 54655"/>
                <a:gd name="connsiteX6" fmla="*/ 55251 w 55250"/>
                <a:gd name="connsiteY6" fmla="*/ 6761 h 54655"/>
                <a:gd name="connsiteX7" fmla="*/ 55251 w 55250"/>
                <a:gd name="connsiteY7" fmla="*/ 47781 h 54655"/>
                <a:gd name="connsiteX8" fmla="*/ 48402 w 55250"/>
                <a:gd name="connsiteY8" fmla="*/ 54655 h 54655"/>
                <a:gd name="connsiteX9" fmla="*/ 14155 w 55250"/>
                <a:gd name="connsiteY9" fmla="*/ 40907 h 54655"/>
                <a:gd name="connsiteX10" fmla="*/ 41781 w 55250"/>
                <a:gd name="connsiteY10" fmla="*/ 40907 h 54655"/>
                <a:gd name="connsiteX11" fmla="*/ 41781 w 55250"/>
                <a:gd name="connsiteY11" fmla="*/ 13636 h 54655"/>
                <a:gd name="connsiteX12" fmla="*/ 13813 w 55250"/>
                <a:gd name="connsiteY12" fmla="*/ 1363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250" h="54655">
                  <a:moveTo>
                    <a:pt x="48402" y="54655"/>
                  </a:moveTo>
                  <a:lnTo>
                    <a:pt x="6849" y="54655"/>
                  </a:lnTo>
                  <a:cubicBezTo>
                    <a:pt x="3048" y="54594"/>
                    <a:pt x="-1" y="51534"/>
                    <a:pt x="0" y="47781"/>
                  </a:cubicBezTo>
                  <a:lnTo>
                    <a:pt x="0" y="6761"/>
                  </a:lnTo>
                  <a:cubicBezTo>
                    <a:pt x="0" y="3027"/>
                    <a:pt x="3067" y="0"/>
                    <a:pt x="6849" y="0"/>
                  </a:cubicBezTo>
                  <a:lnTo>
                    <a:pt x="48402" y="0"/>
                  </a:lnTo>
                  <a:cubicBezTo>
                    <a:pt x="52184" y="0"/>
                    <a:pt x="55251" y="3027"/>
                    <a:pt x="55251" y="6761"/>
                  </a:cubicBezTo>
                  <a:lnTo>
                    <a:pt x="55251" y="47781"/>
                  </a:lnTo>
                  <a:cubicBezTo>
                    <a:pt x="55251" y="51534"/>
                    <a:pt x="52203" y="54594"/>
                    <a:pt x="48402" y="54655"/>
                  </a:cubicBezTo>
                  <a:close/>
                  <a:moveTo>
                    <a:pt x="14155" y="40907"/>
                  </a:moveTo>
                  <a:lnTo>
                    <a:pt x="41781" y="40907"/>
                  </a:lnTo>
                  <a:lnTo>
                    <a:pt x="41781" y="13636"/>
                  </a:lnTo>
                  <a:lnTo>
                    <a:pt x="13813" y="1363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2ECC65BA-C409-8544-8854-7B4D8AAA410A}"/>
                </a:ext>
              </a:extLst>
            </p:cNvPr>
            <p:cNvSpPr/>
            <p:nvPr/>
          </p:nvSpPr>
          <p:spPr>
            <a:xfrm>
              <a:off x="5924758" y="2334298"/>
              <a:ext cx="55250" cy="54655"/>
            </a:xfrm>
            <a:custGeom>
              <a:avLst/>
              <a:gdLst>
                <a:gd name="connsiteX0" fmla="*/ 48402 w 55250"/>
                <a:gd name="connsiteY0" fmla="*/ 54655 h 54655"/>
                <a:gd name="connsiteX1" fmla="*/ 6849 w 55250"/>
                <a:gd name="connsiteY1" fmla="*/ 54655 h 54655"/>
                <a:gd name="connsiteX2" fmla="*/ 0 w 55250"/>
                <a:gd name="connsiteY2" fmla="*/ 47781 h 54655"/>
                <a:gd name="connsiteX3" fmla="*/ 0 w 55250"/>
                <a:gd name="connsiteY3" fmla="*/ 6761 h 54655"/>
                <a:gd name="connsiteX4" fmla="*/ 6849 w 55250"/>
                <a:gd name="connsiteY4" fmla="*/ 0 h 54655"/>
                <a:gd name="connsiteX5" fmla="*/ 48402 w 55250"/>
                <a:gd name="connsiteY5" fmla="*/ 0 h 54655"/>
                <a:gd name="connsiteX6" fmla="*/ 55251 w 55250"/>
                <a:gd name="connsiteY6" fmla="*/ 6761 h 54655"/>
                <a:gd name="connsiteX7" fmla="*/ 55251 w 55250"/>
                <a:gd name="connsiteY7" fmla="*/ 47781 h 54655"/>
                <a:gd name="connsiteX8" fmla="*/ 48402 w 55250"/>
                <a:gd name="connsiteY8" fmla="*/ 54655 h 54655"/>
                <a:gd name="connsiteX9" fmla="*/ 14155 w 55250"/>
                <a:gd name="connsiteY9" fmla="*/ 40907 h 54655"/>
                <a:gd name="connsiteX10" fmla="*/ 41438 w 55250"/>
                <a:gd name="connsiteY10" fmla="*/ 40907 h 54655"/>
                <a:gd name="connsiteX11" fmla="*/ 41438 w 55250"/>
                <a:gd name="connsiteY11" fmla="*/ 13636 h 54655"/>
                <a:gd name="connsiteX12" fmla="*/ 13813 w 55250"/>
                <a:gd name="connsiteY12" fmla="*/ 13636 h 5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250" h="54655">
                  <a:moveTo>
                    <a:pt x="48402" y="54655"/>
                  </a:moveTo>
                  <a:lnTo>
                    <a:pt x="6849" y="54655"/>
                  </a:lnTo>
                  <a:cubicBezTo>
                    <a:pt x="3048" y="54594"/>
                    <a:pt x="-1" y="51534"/>
                    <a:pt x="0" y="47781"/>
                  </a:cubicBezTo>
                  <a:lnTo>
                    <a:pt x="0" y="6761"/>
                  </a:lnTo>
                  <a:cubicBezTo>
                    <a:pt x="0" y="3027"/>
                    <a:pt x="3067" y="0"/>
                    <a:pt x="6849" y="0"/>
                  </a:cubicBezTo>
                  <a:lnTo>
                    <a:pt x="48402" y="0"/>
                  </a:lnTo>
                  <a:cubicBezTo>
                    <a:pt x="52184" y="0"/>
                    <a:pt x="55251" y="3027"/>
                    <a:pt x="55251" y="6761"/>
                  </a:cubicBezTo>
                  <a:lnTo>
                    <a:pt x="55251" y="47781"/>
                  </a:lnTo>
                  <a:cubicBezTo>
                    <a:pt x="55251" y="51534"/>
                    <a:pt x="52203" y="54594"/>
                    <a:pt x="48402" y="54655"/>
                  </a:cubicBezTo>
                  <a:close/>
                  <a:moveTo>
                    <a:pt x="14155" y="40907"/>
                  </a:moveTo>
                  <a:lnTo>
                    <a:pt x="41438" y="40907"/>
                  </a:lnTo>
                  <a:lnTo>
                    <a:pt x="41438" y="13636"/>
                  </a:lnTo>
                  <a:lnTo>
                    <a:pt x="13813" y="1363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70352E2A-E887-BC41-A091-7BB94BBA8D83}"/>
                </a:ext>
              </a:extLst>
            </p:cNvPr>
            <p:cNvSpPr/>
            <p:nvPr/>
          </p:nvSpPr>
          <p:spPr>
            <a:xfrm>
              <a:off x="6006492" y="2334297"/>
              <a:ext cx="55365" cy="54656"/>
            </a:xfrm>
            <a:custGeom>
              <a:avLst/>
              <a:gdLst>
                <a:gd name="connsiteX0" fmla="*/ 48402 w 55365"/>
                <a:gd name="connsiteY0" fmla="*/ 54656 h 54656"/>
                <a:gd name="connsiteX1" fmla="*/ 6963 w 55365"/>
                <a:gd name="connsiteY1" fmla="*/ 54656 h 54656"/>
                <a:gd name="connsiteX2" fmla="*/ 0 w 55365"/>
                <a:gd name="connsiteY2" fmla="*/ 47782 h 54656"/>
                <a:gd name="connsiteX3" fmla="*/ 0 w 55365"/>
                <a:gd name="connsiteY3" fmla="*/ 6762 h 54656"/>
                <a:gd name="connsiteX4" fmla="*/ 6848 w 55365"/>
                <a:gd name="connsiteY4" fmla="*/ 0 h 54656"/>
                <a:gd name="connsiteX5" fmla="*/ 6963 w 55365"/>
                <a:gd name="connsiteY5" fmla="*/ 1 h 54656"/>
                <a:gd name="connsiteX6" fmla="*/ 48402 w 55365"/>
                <a:gd name="connsiteY6" fmla="*/ 1 h 54656"/>
                <a:gd name="connsiteX7" fmla="*/ 55364 w 55365"/>
                <a:gd name="connsiteY7" fmla="*/ 6649 h 54656"/>
                <a:gd name="connsiteX8" fmla="*/ 55365 w 55365"/>
                <a:gd name="connsiteY8" fmla="*/ 6762 h 54656"/>
                <a:gd name="connsiteX9" fmla="*/ 55365 w 55365"/>
                <a:gd name="connsiteY9" fmla="*/ 47782 h 54656"/>
                <a:gd name="connsiteX10" fmla="*/ 48402 w 55365"/>
                <a:gd name="connsiteY10" fmla="*/ 54656 h 54656"/>
                <a:gd name="connsiteX11" fmla="*/ 14155 w 55365"/>
                <a:gd name="connsiteY11" fmla="*/ 40908 h 54656"/>
                <a:gd name="connsiteX12" fmla="*/ 41781 w 55365"/>
                <a:gd name="connsiteY12" fmla="*/ 40908 h 54656"/>
                <a:gd name="connsiteX13" fmla="*/ 41781 w 55365"/>
                <a:gd name="connsiteY13" fmla="*/ 13637 h 54656"/>
                <a:gd name="connsiteX14" fmla="*/ 13927 w 55365"/>
                <a:gd name="connsiteY14" fmla="*/ 13637 h 5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365" h="54656">
                  <a:moveTo>
                    <a:pt x="48402" y="54656"/>
                  </a:moveTo>
                  <a:lnTo>
                    <a:pt x="6963" y="54656"/>
                  </a:lnTo>
                  <a:cubicBezTo>
                    <a:pt x="3118" y="54656"/>
                    <a:pt x="0" y="51579"/>
                    <a:pt x="0" y="47782"/>
                  </a:cubicBezTo>
                  <a:lnTo>
                    <a:pt x="0" y="6762"/>
                  </a:lnTo>
                  <a:cubicBezTo>
                    <a:pt x="-1" y="3028"/>
                    <a:pt x="3066" y="1"/>
                    <a:pt x="6848" y="0"/>
                  </a:cubicBezTo>
                  <a:cubicBezTo>
                    <a:pt x="6887" y="0"/>
                    <a:pt x="6925" y="0"/>
                    <a:pt x="6963" y="1"/>
                  </a:cubicBezTo>
                  <a:lnTo>
                    <a:pt x="48402" y="1"/>
                  </a:lnTo>
                  <a:cubicBezTo>
                    <a:pt x="52184" y="-61"/>
                    <a:pt x="55301" y="2915"/>
                    <a:pt x="55364" y="6649"/>
                  </a:cubicBezTo>
                  <a:cubicBezTo>
                    <a:pt x="55365" y="6687"/>
                    <a:pt x="55365" y="6725"/>
                    <a:pt x="55365" y="6762"/>
                  </a:cubicBezTo>
                  <a:lnTo>
                    <a:pt x="55365" y="47782"/>
                  </a:lnTo>
                  <a:cubicBezTo>
                    <a:pt x="55365" y="51579"/>
                    <a:pt x="52247" y="54656"/>
                    <a:pt x="48402" y="54656"/>
                  </a:cubicBezTo>
                  <a:close/>
                  <a:moveTo>
                    <a:pt x="14155" y="40908"/>
                  </a:moveTo>
                  <a:lnTo>
                    <a:pt x="41781" y="40908"/>
                  </a:lnTo>
                  <a:lnTo>
                    <a:pt x="41781" y="13637"/>
                  </a:lnTo>
                  <a:lnTo>
                    <a:pt x="13927" y="13637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4EB5B17E-4EDC-E24E-89AE-91D7537657ED}"/>
                </a:ext>
              </a:extLst>
            </p:cNvPr>
            <p:cNvSpPr/>
            <p:nvPr/>
          </p:nvSpPr>
          <p:spPr>
            <a:xfrm>
              <a:off x="5761059" y="2400101"/>
              <a:ext cx="55593" cy="54222"/>
            </a:xfrm>
            <a:custGeom>
              <a:avLst/>
              <a:gdLst>
                <a:gd name="connsiteX0" fmla="*/ 48402 w 55593"/>
                <a:gd name="connsiteY0" fmla="*/ 54213 h 54222"/>
                <a:gd name="connsiteX1" fmla="*/ 6849 w 55593"/>
                <a:gd name="connsiteY1" fmla="*/ 54213 h 54222"/>
                <a:gd name="connsiteX2" fmla="*/ 0 w 55593"/>
                <a:gd name="connsiteY2" fmla="*/ 47452 h 54222"/>
                <a:gd name="connsiteX3" fmla="*/ 0 w 55593"/>
                <a:gd name="connsiteY3" fmla="*/ 6770 h 54222"/>
                <a:gd name="connsiteX4" fmla="*/ 6849 w 55593"/>
                <a:gd name="connsiteY4" fmla="*/ 9 h 54222"/>
                <a:gd name="connsiteX5" fmla="*/ 48402 w 55593"/>
                <a:gd name="connsiteY5" fmla="*/ 9 h 54222"/>
                <a:gd name="connsiteX6" fmla="*/ 55585 w 55593"/>
                <a:gd name="connsiteY6" fmla="*/ 6424 h 54222"/>
                <a:gd name="connsiteX7" fmla="*/ 55593 w 55593"/>
                <a:gd name="connsiteY7" fmla="*/ 6770 h 54222"/>
                <a:gd name="connsiteX8" fmla="*/ 55593 w 55593"/>
                <a:gd name="connsiteY8" fmla="*/ 47790 h 54222"/>
                <a:gd name="connsiteX9" fmla="*/ 48419 w 55593"/>
                <a:gd name="connsiteY9" fmla="*/ 54214 h 54222"/>
                <a:gd name="connsiteX10" fmla="*/ 48402 w 55593"/>
                <a:gd name="connsiteY10" fmla="*/ 54213 h 54222"/>
                <a:gd name="connsiteX11" fmla="*/ 13813 w 55593"/>
                <a:gd name="connsiteY11" fmla="*/ 40577 h 54222"/>
                <a:gd name="connsiteX12" fmla="*/ 41438 w 55593"/>
                <a:gd name="connsiteY12" fmla="*/ 40577 h 54222"/>
                <a:gd name="connsiteX13" fmla="*/ 41438 w 55593"/>
                <a:gd name="connsiteY13" fmla="*/ 13306 h 54222"/>
                <a:gd name="connsiteX14" fmla="*/ 13813 w 55593"/>
                <a:gd name="connsiteY14" fmla="*/ 13306 h 5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593" h="54222">
                  <a:moveTo>
                    <a:pt x="48402" y="54213"/>
                  </a:moveTo>
                  <a:lnTo>
                    <a:pt x="6849" y="54213"/>
                  </a:lnTo>
                  <a:cubicBezTo>
                    <a:pt x="3067" y="54213"/>
                    <a:pt x="0" y="51186"/>
                    <a:pt x="0" y="47452"/>
                  </a:cubicBezTo>
                  <a:lnTo>
                    <a:pt x="0" y="6770"/>
                  </a:lnTo>
                  <a:cubicBezTo>
                    <a:pt x="0" y="3036"/>
                    <a:pt x="3067" y="9"/>
                    <a:pt x="6849" y="9"/>
                  </a:cubicBezTo>
                  <a:lnTo>
                    <a:pt x="48402" y="9"/>
                  </a:lnTo>
                  <a:cubicBezTo>
                    <a:pt x="52180" y="-178"/>
                    <a:pt x="55396" y="2694"/>
                    <a:pt x="55585" y="6424"/>
                  </a:cubicBezTo>
                  <a:cubicBezTo>
                    <a:pt x="55591" y="6539"/>
                    <a:pt x="55594" y="6655"/>
                    <a:pt x="55593" y="6770"/>
                  </a:cubicBezTo>
                  <a:lnTo>
                    <a:pt x="55593" y="47790"/>
                  </a:lnTo>
                  <a:cubicBezTo>
                    <a:pt x="55409" y="51520"/>
                    <a:pt x="52197" y="54396"/>
                    <a:pt x="48419" y="54214"/>
                  </a:cubicBezTo>
                  <a:cubicBezTo>
                    <a:pt x="48413" y="54214"/>
                    <a:pt x="48407" y="54213"/>
                    <a:pt x="48402" y="54213"/>
                  </a:cubicBezTo>
                  <a:close/>
                  <a:moveTo>
                    <a:pt x="13813" y="40577"/>
                  </a:moveTo>
                  <a:lnTo>
                    <a:pt x="41438" y="40577"/>
                  </a:lnTo>
                  <a:lnTo>
                    <a:pt x="41438" y="13306"/>
                  </a:lnTo>
                  <a:lnTo>
                    <a:pt x="13813" y="13306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C27CFD63-19EC-044D-8FAC-DCF52F1398AD}"/>
                </a:ext>
              </a:extLst>
            </p:cNvPr>
            <p:cNvSpPr/>
            <p:nvPr/>
          </p:nvSpPr>
          <p:spPr>
            <a:xfrm>
              <a:off x="5842908" y="2400110"/>
              <a:ext cx="55250" cy="54204"/>
            </a:xfrm>
            <a:custGeom>
              <a:avLst/>
              <a:gdLst>
                <a:gd name="connsiteX0" fmla="*/ 48402 w 55250"/>
                <a:gd name="connsiteY0" fmla="*/ 54205 h 54204"/>
                <a:gd name="connsiteX1" fmla="*/ 6849 w 55250"/>
                <a:gd name="connsiteY1" fmla="*/ 54205 h 54204"/>
                <a:gd name="connsiteX2" fmla="*/ 0 w 55250"/>
                <a:gd name="connsiteY2" fmla="*/ 47443 h 54204"/>
                <a:gd name="connsiteX3" fmla="*/ 0 w 55250"/>
                <a:gd name="connsiteY3" fmla="*/ 6761 h 54204"/>
                <a:gd name="connsiteX4" fmla="*/ 6849 w 55250"/>
                <a:gd name="connsiteY4" fmla="*/ 0 h 54204"/>
                <a:gd name="connsiteX5" fmla="*/ 48402 w 55250"/>
                <a:gd name="connsiteY5" fmla="*/ 0 h 54204"/>
                <a:gd name="connsiteX6" fmla="*/ 55251 w 55250"/>
                <a:gd name="connsiteY6" fmla="*/ 6761 h 54204"/>
                <a:gd name="connsiteX7" fmla="*/ 55251 w 55250"/>
                <a:gd name="connsiteY7" fmla="*/ 47781 h 54204"/>
                <a:gd name="connsiteX8" fmla="*/ 48402 w 55250"/>
                <a:gd name="connsiteY8" fmla="*/ 54205 h 54204"/>
                <a:gd name="connsiteX9" fmla="*/ 14155 w 55250"/>
                <a:gd name="connsiteY9" fmla="*/ 40569 h 54204"/>
                <a:gd name="connsiteX10" fmla="*/ 41781 w 55250"/>
                <a:gd name="connsiteY10" fmla="*/ 40569 h 54204"/>
                <a:gd name="connsiteX11" fmla="*/ 41781 w 55250"/>
                <a:gd name="connsiteY11" fmla="*/ 13298 h 54204"/>
                <a:gd name="connsiteX12" fmla="*/ 13813 w 55250"/>
                <a:gd name="connsiteY12" fmla="*/ 13298 h 5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250" h="54204">
                  <a:moveTo>
                    <a:pt x="48402" y="54205"/>
                  </a:moveTo>
                  <a:lnTo>
                    <a:pt x="6849" y="54205"/>
                  </a:lnTo>
                  <a:cubicBezTo>
                    <a:pt x="3067" y="54205"/>
                    <a:pt x="0" y="51177"/>
                    <a:pt x="0" y="47443"/>
                  </a:cubicBezTo>
                  <a:lnTo>
                    <a:pt x="0" y="6761"/>
                  </a:lnTo>
                  <a:cubicBezTo>
                    <a:pt x="0" y="3027"/>
                    <a:pt x="3067" y="0"/>
                    <a:pt x="6849" y="0"/>
                  </a:cubicBezTo>
                  <a:lnTo>
                    <a:pt x="48402" y="0"/>
                  </a:lnTo>
                  <a:cubicBezTo>
                    <a:pt x="52184" y="0"/>
                    <a:pt x="55251" y="3027"/>
                    <a:pt x="55251" y="6761"/>
                  </a:cubicBezTo>
                  <a:lnTo>
                    <a:pt x="55251" y="47781"/>
                  </a:lnTo>
                  <a:cubicBezTo>
                    <a:pt x="55068" y="51383"/>
                    <a:pt x="52055" y="54209"/>
                    <a:pt x="48402" y="54205"/>
                  </a:cubicBezTo>
                  <a:close/>
                  <a:moveTo>
                    <a:pt x="14155" y="40569"/>
                  </a:moveTo>
                  <a:lnTo>
                    <a:pt x="41781" y="40569"/>
                  </a:lnTo>
                  <a:lnTo>
                    <a:pt x="41781" y="13298"/>
                  </a:lnTo>
                  <a:lnTo>
                    <a:pt x="13813" y="13298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2CCE99B9-4E88-5E49-B348-0FA9998829BA}"/>
                </a:ext>
              </a:extLst>
            </p:cNvPr>
            <p:cNvSpPr/>
            <p:nvPr/>
          </p:nvSpPr>
          <p:spPr>
            <a:xfrm>
              <a:off x="5924758" y="2400110"/>
              <a:ext cx="55250" cy="54204"/>
            </a:xfrm>
            <a:custGeom>
              <a:avLst/>
              <a:gdLst>
                <a:gd name="connsiteX0" fmla="*/ 48402 w 55250"/>
                <a:gd name="connsiteY0" fmla="*/ 54205 h 54204"/>
                <a:gd name="connsiteX1" fmla="*/ 6849 w 55250"/>
                <a:gd name="connsiteY1" fmla="*/ 54205 h 54204"/>
                <a:gd name="connsiteX2" fmla="*/ 0 w 55250"/>
                <a:gd name="connsiteY2" fmla="*/ 47443 h 54204"/>
                <a:gd name="connsiteX3" fmla="*/ 0 w 55250"/>
                <a:gd name="connsiteY3" fmla="*/ 6761 h 54204"/>
                <a:gd name="connsiteX4" fmla="*/ 6849 w 55250"/>
                <a:gd name="connsiteY4" fmla="*/ 0 h 54204"/>
                <a:gd name="connsiteX5" fmla="*/ 48402 w 55250"/>
                <a:gd name="connsiteY5" fmla="*/ 0 h 54204"/>
                <a:gd name="connsiteX6" fmla="*/ 55251 w 55250"/>
                <a:gd name="connsiteY6" fmla="*/ 6761 h 54204"/>
                <a:gd name="connsiteX7" fmla="*/ 55251 w 55250"/>
                <a:gd name="connsiteY7" fmla="*/ 47781 h 54204"/>
                <a:gd name="connsiteX8" fmla="*/ 48402 w 55250"/>
                <a:gd name="connsiteY8" fmla="*/ 54205 h 54204"/>
                <a:gd name="connsiteX9" fmla="*/ 14155 w 55250"/>
                <a:gd name="connsiteY9" fmla="*/ 40569 h 54204"/>
                <a:gd name="connsiteX10" fmla="*/ 41438 w 55250"/>
                <a:gd name="connsiteY10" fmla="*/ 40569 h 54204"/>
                <a:gd name="connsiteX11" fmla="*/ 41438 w 55250"/>
                <a:gd name="connsiteY11" fmla="*/ 13298 h 54204"/>
                <a:gd name="connsiteX12" fmla="*/ 13813 w 55250"/>
                <a:gd name="connsiteY12" fmla="*/ 13298 h 5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250" h="54204">
                  <a:moveTo>
                    <a:pt x="48402" y="54205"/>
                  </a:moveTo>
                  <a:lnTo>
                    <a:pt x="6849" y="54205"/>
                  </a:lnTo>
                  <a:cubicBezTo>
                    <a:pt x="3067" y="54205"/>
                    <a:pt x="0" y="51177"/>
                    <a:pt x="0" y="47443"/>
                  </a:cubicBezTo>
                  <a:lnTo>
                    <a:pt x="0" y="6761"/>
                  </a:lnTo>
                  <a:cubicBezTo>
                    <a:pt x="0" y="3027"/>
                    <a:pt x="3067" y="0"/>
                    <a:pt x="6849" y="0"/>
                  </a:cubicBezTo>
                  <a:lnTo>
                    <a:pt x="48402" y="0"/>
                  </a:lnTo>
                  <a:cubicBezTo>
                    <a:pt x="52184" y="0"/>
                    <a:pt x="55251" y="3027"/>
                    <a:pt x="55251" y="6761"/>
                  </a:cubicBezTo>
                  <a:lnTo>
                    <a:pt x="55251" y="47781"/>
                  </a:lnTo>
                  <a:cubicBezTo>
                    <a:pt x="55068" y="51383"/>
                    <a:pt x="52055" y="54209"/>
                    <a:pt x="48402" y="54205"/>
                  </a:cubicBezTo>
                  <a:close/>
                  <a:moveTo>
                    <a:pt x="14155" y="40569"/>
                  </a:moveTo>
                  <a:lnTo>
                    <a:pt x="41438" y="40569"/>
                  </a:lnTo>
                  <a:lnTo>
                    <a:pt x="41438" y="13298"/>
                  </a:lnTo>
                  <a:lnTo>
                    <a:pt x="13813" y="13298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9EAD2E71-E7F9-4C4E-BD07-5EE2D5B3FAF4}"/>
                </a:ext>
              </a:extLst>
            </p:cNvPr>
            <p:cNvSpPr/>
            <p:nvPr/>
          </p:nvSpPr>
          <p:spPr>
            <a:xfrm>
              <a:off x="6006492" y="2400109"/>
              <a:ext cx="55365" cy="54206"/>
            </a:xfrm>
            <a:custGeom>
              <a:avLst/>
              <a:gdLst>
                <a:gd name="connsiteX0" fmla="*/ 48402 w 55365"/>
                <a:gd name="connsiteY0" fmla="*/ 54205 h 54206"/>
                <a:gd name="connsiteX1" fmla="*/ 6963 w 55365"/>
                <a:gd name="connsiteY1" fmla="*/ 54205 h 54206"/>
                <a:gd name="connsiteX2" fmla="*/ 1 w 55365"/>
                <a:gd name="connsiteY2" fmla="*/ 47558 h 54206"/>
                <a:gd name="connsiteX3" fmla="*/ 0 w 55365"/>
                <a:gd name="connsiteY3" fmla="*/ 47444 h 54206"/>
                <a:gd name="connsiteX4" fmla="*/ 0 w 55365"/>
                <a:gd name="connsiteY4" fmla="*/ 6762 h 54206"/>
                <a:gd name="connsiteX5" fmla="*/ 6848 w 55365"/>
                <a:gd name="connsiteY5" fmla="*/ 0 h 54206"/>
                <a:gd name="connsiteX6" fmla="*/ 6963 w 55365"/>
                <a:gd name="connsiteY6" fmla="*/ 1 h 54206"/>
                <a:gd name="connsiteX7" fmla="*/ 48402 w 55365"/>
                <a:gd name="connsiteY7" fmla="*/ 1 h 54206"/>
                <a:gd name="connsiteX8" fmla="*/ 55364 w 55365"/>
                <a:gd name="connsiteY8" fmla="*/ 6649 h 54206"/>
                <a:gd name="connsiteX9" fmla="*/ 55365 w 55365"/>
                <a:gd name="connsiteY9" fmla="*/ 6762 h 54206"/>
                <a:gd name="connsiteX10" fmla="*/ 55365 w 55365"/>
                <a:gd name="connsiteY10" fmla="*/ 47782 h 54206"/>
                <a:gd name="connsiteX11" fmla="*/ 48402 w 55365"/>
                <a:gd name="connsiteY11" fmla="*/ 54205 h 54206"/>
                <a:gd name="connsiteX12" fmla="*/ 14155 w 55365"/>
                <a:gd name="connsiteY12" fmla="*/ 40570 h 54206"/>
                <a:gd name="connsiteX13" fmla="*/ 41781 w 55365"/>
                <a:gd name="connsiteY13" fmla="*/ 40570 h 54206"/>
                <a:gd name="connsiteX14" fmla="*/ 41781 w 55365"/>
                <a:gd name="connsiteY14" fmla="*/ 13299 h 54206"/>
                <a:gd name="connsiteX15" fmla="*/ 13927 w 55365"/>
                <a:gd name="connsiteY15" fmla="*/ 13299 h 5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365" h="54206">
                  <a:moveTo>
                    <a:pt x="48402" y="54205"/>
                  </a:moveTo>
                  <a:lnTo>
                    <a:pt x="6963" y="54205"/>
                  </a:lnTo>
                  <a:cubicBezTo>
                    <a:pt x="3181" y="54268"/>
                    <a:pt x="64" y="51291"/>
                    <a:pt x="1" y="47558"/>
                  </a:cubicBezTo>
                  <a:cubicBezTo>
                    <a:pt x="0" y="47520"/>
                    <a:pt x="0" y="47482"/>
                    <a:pt x="0" y="47444"/>
                  </a:cubicBezTo>
                  <a:lnTo>
                    <a:pt x="0" y="6762"/>
                  </a:lnTo>
                  <a:cubicBezTo>
                    <a:pt x="-1" y="3028"/>
                    <a:pt x="3066" y="1"/>
                    <a:pt x="6848" y="0"/>
                  </a:cubicBezTo>
                  <a:cubicBezTo>
                    <a:pt x="6887" y="0"/>
                    <a:pt x="6925" y="0"/>
                    <a:pt x="6963" y="1"/>
                  </a:cubicBezTo>
                  <a:lnTo>
                    <a:pt x="48402" y="1"/>
                  </a:lnTo>
                  <a:cubicBezTo>
                    <a:pt x="52184" y="-61"/>
                    <a:pt x="55301" y="2915"/>
                    <a:pt x="55364" y="6649"/>
                  </a:cubicBezTo>
                  <a:cubicBezTo>
                    <a:pt x="55365" y="6687"/>
                    <a:pt x="55365" y="6725"/>
                    <a:pt x="55365" y="6762"/>
                  </a:cubicBezTo>
                  <a:lnTo>
                    <a:pt x="55365" y="47782"/>
                  </a:lnTo>
                  <a:cubicBezTo>
                    <a:pt x="55181" y="51428"/>
                    <a:pt x="52099" y="54271"/>
                    <a:pt x="48402" y="54205"/>
                  </a:cubicBezTo>
                  <a:close/>
                  <a:moveTo>
                    <a:pt x="14155" y="40570"/>
                  </a:moveTo>
                  <a:lnTo>
                    <a:pt x="41781" y="40570"/>
                  </a:lnTo>
                  <a:lnTo>
                    <a:pt x="41781" y="13299"/>
                  </a:lnTo>
                  <a:lnTo>
                    <a:pt x="13927" y="13299"/>
                  </a:ln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1" name="Graphic 59">
            <a:extLst>
              <a:ext uri="{FF2B5EF4-FFF2-40B4-BE49-F238E27FC236}">
                <a16:creationId xmlns:a16="http://schemas.microsoft.com/office/drawing/2014/main" id="{499905FE-EFA5-1C40-A6BB-D2DF569922E4}"/>
              </a:ext>
            </a:extLst>
          </p:cNvPr>
          <p:cNvGrpSpPr>
            <a:grpSpLocks noChangeAspect="1"/>
          </p:cNvGrpSpPr>
          <p:nvPr/>
        </p:nvGrpSpPr>
        <p:grpSpPr>
          <a:xfrm>
            <a:off x="5693597" y="2081133"/>
            <a:ext cx="412170" cy="409805"/>
            <a:chOff x="5708465" y="2110869"/>
            <a:chExt cx="412170" cy="409805"/>
          </a:xfrm>
          <a:solidFill>
            <a:srgbClr val="FFFFFF"/>
          </a:solidFill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5671104-F132-3843-80B6-A507AB04C5F9}"/>
                </a:ext>
              </a:extLst>
            </p:cNvPr>
            <p:cNvSpPr/>
            <p:nvPr/>
          </p:nvSpPr>
          <p:spPr>
            <a:xfrm>
              <a:off x="5789710" y="2110869"/>
              <a:ext cx="330925" cy="409395"/>
            </a:xfrm>
            <a:custGeom>
              <a:avLst/>
              <a:gdLst>
                <a:gd name="connsiteX0" fmla="*/ 112450 w 330925"/>
                <a:gd name="connsiteY0" fmla="*/ 409379 h 409395"/>
                <a:gd name="connsiteX1" fmla="*/ 105420 w 330925"/>
                <a:gd name="connsiteY1" fmla="*/ 402539 h 409395"/>
                <a:gd name="connsiteX2" fmla="*/ 105420 w 330925"/>
                <a:gd name="connsiteY2" fmla="*/ 358918 h 409395"/>
                <a:gd name="connsiteX3" fmla="*/ 87786 w 330925"/>
                <a:gd name="connsiteY3" fmla="*/ 339406 h 409395"/>
                <a:gd name="connsiteX4" fmla="*/ 67847 w 330925"/>
                <a:gd name="connsiteY4" fmla="*/ 336939 h 409395"/>
                <a:gd name="connsiteX5" fmla="*/ 37997 w 330925"/>
                <a:gd name="connsiteY5" fmla="*/ 303970 h 409395"/>
                <a:gd name="connsiteX6" fmla="*/ 37997 w 330925"/>
                <a:gd name="connsiteY6" fmla="*/ 256872 h 409395"/>
                <a:gd name="connsiteX7" fmla="*/ 13333 w 330925"/>
                <a:gd name="connsiteY7" fmla="*/ 256872 h 409395"/>
                <a:gd name="connsiteX8" fmla="*/ 5 w 330925"/>
                <a:gd name="connsiteY8" fmla="*/ 243161 h 409395"/>
                <a:gd name="connsiteX9" fmla="*/ 1808 w 330925"/>
                <a:gd name="connsiteY9" fmla="*/ 236912 h 409395"/>
                <a:gd name="connsiteX10" fmla="*/ 23821 w 330925"/>
                <a:gd name="connsiteY10" fmla="*/ 199009 h 409395"/>
                <a:gd name="connsiteX11" fmla="*/ 43298 w 330925"/>
                <a:gd name="connsiteY11" fmla="*/ 130045 h 409395"/>
                <a:gd name="connsiteX12" fmla="*/ 93894 w 330925"/>
                <a:gd name="connsiteY12" fmla="*/ 27887 h 409395"/>
                <a:gd name="connsiteX13" fmla="*/ 302272 w 330925"/>
                <a:gd name="connsiteY13" fmla="*/ 59599 h 409395"/>
                <a:gd name="connsiteX14" fmla="*/ 287057 w 330925"/>
                <a:gd name="connsiteY14" fmla="*/ 247901 h 409395"/>
                <a:gd name="connsiteX15" fmla="*/ 264814 w 330925"/>
                <a:gd name="connsiteY15" fmla="*/ 298251 h 409395"/>
                <a:gd name="connsiteX16" fmla="*/ 264814 w 330925"/>
                <a:gd name="connsiteY16" fmla="*/ 303073 h 409395"/>
                <a:gd name="connsiteX17" fmla="*/ 256943 w 330925"/>
                <a:gd name="connsiteY17" fmla="*/ 308983 h 409395"/>
                <a:gd name="connsiteX18" fmla="*/ 250868 w 330925"/>
                <a:gd name="connsiteY18" fmla="*/ 303073 h 409395"/>
                <a:gd name="connsiteX19" fmla="*/ 250868 w 330925"/>
                <a:gd name="connsiteY19" fmla="*/ 298251 h 409395"/>
                <a:gd name="connsiteX20" fmla="*/ 277492 w 330925"/>
                <a:gd name="connsiteY20" fmla="*/ 238145 h 409395"/>
                <a:gd name="connsiteX21" fmla="*/ 280679 w 330925"/>
                <a:gd name="connsiteY21" fmla="*/ 52149 h 409395"/>
                <a:gd name="connsiteX22" fmla="*/ 101847 w 330925"/>
                <a:gd name="connsiteY22" fmla="*/ 38765 h 409395"/>
                <a:gd name="connsiteX23" fmla="*/ 56668 w 330925"/>
                <a:gd name="connsiteY23" fmla="*/ 130045 h 409395"/>
                <a:gd name="connsiteX24" fmla="*/ 36153 w 330925"/>
                <a:gd name="connsiteY24" fmla="*/ 205962 h 409395"/>
                <a:gd name="connsiteX25" fmla="*/ 14024 w 330925"/>
                <a:gd name="connsiteY25" fmla="*/ 243864 h 409395"/>
                <a:gd name="connsiteX26" fmla="*/ 38688 w 330925"/>
                <a:gd name="connsiteY26" fmla="*/ 243864 h 409395"/>
                <a:gd name="connsiteX27" fmla="*/ 52403 w 330925"/>
                <a:gd name="connsiteY27" fmla="*/ 257209 h 409395"/>
                <a:gd name="connsiteX28" fmla="*/ 52403 w 330925"/>
                <a:gd name="connsiteY28" fmla="*/ 304307 h 409395"/>
                <a:gd name="connsiteX29" fmla="*/ 70037 w 330925"/>
                <a:gd name="connsiteY29" fmla="*/ 323594 h 409395"/>
                <a:gd name="connsiteX30" fmla="*/ 90091 w 330925"/>
                <a:gd name="connsiteY30" fmla="*/ 326061 h 409395"/>
                <a:gd name="connsiteX31" fmla="*/ 119941 w 330925"/>
                <a:gd name="connsiteY31" fmla="*/ 359030 h 409395"/>
                <a:gd name="connsiteX32" fmla="*/ 119941 w 330925"/>
                <a:gd name="connsiteY32" fmla="*/ 402091 h 409395"/>
                <a:gd name="connsiteX33" fmla="*/ 113404 w 330925"/>
                <a:gd name="connsiteY33" fmla="*/ 409379 h 409395"/>
                <a:gd name="connsiteX34" fmla="*/ 112450 w 330925"/>
                <a:gd name="connsiteY34" fmla="*/ 409379 h 40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0925" h="409395">
                  <a:moveTo>
                    <a:pt x="112450" y="409379"/>
                  </a:moveTo>
                  <a:cubicBezTo>
                    <a:pt x="108567" y="409379"/>
                    <a:pt x="105420" y="406317"/>
                    <a:pt x="105420" y="402539"/>
                  </a:cubicBezTo>
                  <a:lnTo>
                    <a:pt x="105420" y="358918"/>
                  </a:lnTo>
                  <a:cubicBezTo>
                    <a:pt x="105442" y="349017"/>
                    <a:pt x="97881" y="340650"/>
                    <a:pt x="87786" y="339406"/>
                  </a:cubicBezTo>
                  <a:lnTo>
                    <a:pt x="67847" y="336939"/>
                  </a:lnTo>
                  <a:cubicBezTo>
                    <a:pt x="50877" y="334662"/>
                    <a:pt x="38179" y="320637"/>
                    <a:pt x="37997" y="303970"/>
                  </a:cubicBezTo>
                  <a:lnTo>
                    <a:pt x="37997" y="256872"/>
                  </a:lnTo>
                  <a:lnTo>
                    <a:pt x="13333" y="256872"/>
                  </a:lnTo>
                  <a:cubicBezTo>
                    <a:pt x="5761" y="256667"/>
                    <a:pt x="-206" y="250528"/>
                    <a:pt x="5" y="243161"/>
                  </a:cubicBezTo>
                  <a:cubicBezTo>
                    <a:pt x="68" y="240966"/>
                    <a:pt x="687" y="238819"/>
                    <a:pt x="1808" y="236912"/>
                  </a:cubicBezTo>
                  <a:lnTo>
                    <a:pt x="23821" y="199009"/>
                  </a:lnTo>
                  <a:cubicBezTo>
                    <a:pt x="36358" y="178057"/>
                    <a:pt x="43071" y="154289"/>
                    <a:pt x="43298" y="130045"/>
                  </a:cubicBezTo>
                  <a:cubicBezTo>
                    <a:pt x="42957" y="90198"/>
                    <a:pt x="61650" y="52456"/>
                    <a:pt x="93894" y="27887"/>
                  </a:cubicBezTo>
                  <a:cubicBezTo>
                    <a:pt x="160436" y="-19342"/>
                    <a:pt x="253730" y="-5145"/>
                    <a:pt x="302272" y="59599"/>
                  </a:cubicBezTo>
                  <a:cubicBezTo>
                    <a:pt x="345628" y="117426"/>
                    <a:pt x="339169" y="197376"/>
                    <a:pt x="287057" y="247901"/>
                  </a:cubicBezTo>
                  <a:cubicBezTo>
                    <a:pt x="272825" y="260982"/>
                    <a:pt x="264776" y="279202"/>
                    <a:pt x="264814" y="298251"/>
                  </a:cubicBezTo>
                  <a:lnTo>
                    <a:pt x="264814" y="303073"/>
                  </a:lnTo>
                  <a:cubicBezTo>
                    <a:pt x="264318" y="306820"/>
                    <a:pt x="260794" y="309466"/>
                    <a:pt x="256943" y="308983"/>
                  </a:cubicBezTo>
                  <a:cubicBezTo>
                    <a:pt x="253772" y="308586"/>
                    <a:pt x="251277" y="306158"/>
                    <a:pt x="250868" y="303073"/>
                  </a:cubicBezTo>
                  <a:lnTo>
                    <a:pt x="250868" y="298251"/>
                  </a:lnTo>
                  <a:cubicBezTo>
                    <a:pt x="251038" y="275540"/>
                    <a:pt x="260640" y="253861"/>
                    <a:pt x="277492" y="238145"/>
                  </a:cubicBezTo>
                  <a:cubicBezTo>
                    <a:pt x="331160" y="187640"/>
                    <a:pt x="332587" y="104367"/>
                    <a:pt x="280679" y="52149"/>
                  </a:cubicBezTo>
                  <a:cubicBezTo>
                    <a:pt x="233130" y="4317"/>
                    <a:pt x="156355" y="-1430"/>
                    <a:pt x="101847" y="38765"/>
                  </a:cubicBezTo>
                  <a:cubicBezTo>
                    <a:pt x="73046" y="60722"/>
                    <a:pt x="56354" y="94446"/>
                    <a:pt x="56668" y="130045"/>
                  </a:cubicBezTo>
                  <a:cubicBezTo>
                    <a:pt x="56634" y="156643"/>
                    <a:pt x="49569" y="182787"/>
                    <a:pt x="36153" y="205962"/>
                  </a:cubicBezTo>
                  <a:lnTo>
                    <a:pt x="14024" y="243864"/>
                  </a:lnTo>
                  <a:lnTo>
                    <a:pt x="38688" y="243864"/>
                  </a:lnTo>
                  <a:cubicBezTo>
                    <a:pt x="46263" y="243864"/>
                    <a:pt x="52403" y="249839"/>
                    <a:pt x="52403" y="257209"/>
                  </a:cubicBezTo>
                  <a:lnTo>
                    <a:pt x="52403" y="304307"/>
                  </a:lnTo>
                  <a:cubicBezTo>
                    <a:pt x="52595" y="314085"/>
                    <a:pt x="60078" y="322270"/>
                    <a:pt x="70037" y="323594"/>
                  </a:cubicBezTo>
                  <a:lnTo>
                    <a:pt x="90091" y="326061"/>
                  </a:lnTo>
                  <a:cubicBezTo>
                    <a:pt x="107061" y="328338"/>
                    <a:pt x="119759" y="342363"/>
                    <a:pt x="119941" y="359030"/>
                  </a:cubicBezTo>
                  <a:lnTo>
                    <a:pt x="119941" y="402091"/>
                  </a:lnTo>
                  <a:cubicBezTo>
                    <a:pt x="120205" y="405860"/>
                    <a:pt x="117278" y="409123"/>
                    <a:pt x="113404" y="409379"/>
                  </a:cubicBezTo>
                  <a:cubicBezTo>
                    <a:pt x="113087" y="409401"/>
                    <a:pt x="112768" y="409401"/>
                    <a:pt x="112450" y="40937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BAA29DFD-0074-4A4A-9DA8-151FB0C9133D}"/>
                </a:ext>
              </a:extLst>
            </p:cNvPr>
            <p:cNvSpPr/>
            <p:nvPr/>
          </p:nvSpPr>
          <p:spPr>
            <a:xfrm>
              <a:off x="6040635" y="2488760"/>
              <a:ext cx="14061" cy="31489"/>
            </a:xfrm>
            <a:custGeom>
              <a:avLst/>
              <a:gdLst>
                <a:gd name="connsiteX0" fmla="*/ 7089 w 14061"/>
                <a:gd name="connsiteY0" fmla="*/ 31488 h 31489"/>
                <a:gd name="connsiteX1" fmla="*/ 59 w 14061"/>
                <a:gd name="connsiteY1" fmla="*/ 24873 h 31489"/>
                <a:gd name="connsiteX2" fmla="*/ 58 w 14061"/>
                <a:gd name="connsiteY2" fmla="*/ 24760 h 31489"/>
                <a:gd name="connsiteX3" fmla="*/ 58 w 14061"/>
                <a:gd name="connsiteY3" fmla="*/ 7715 h 31489"/>
                <a:gd name="connsiteX4" fmla="*/ 6133 w 14061"/>
                <a:gd name="connsiteY4" fmla="*/ 57 h 31489"/>
                <a:gd name="connsiteX5" fmla="*/ 14004 w 14061"/>
                <a:gd name="connsiteY5" fmla="*/ 5967 h 31489"/>
                <a:gd name="connsiteX6" fmla="*/ 14004 w 14061"/>
                <a:gd name="connsiteY6" fmla="*/ 7715 h 31489"/>
                <a:gd name="connsiteX7" fmla="*/ 14004 w 14061"/>
                <a:gd name="connsiteY7" fmla="*/ 24199 h 31489"/>
                <a:gd name="connsiteX8" fmla="*/ 7205 w 14061"/>
                <a:gd name="connsiteY8" fmla="*/ 31039 h 31489"/>
                <a:gd name="connsiteX9" fmla="*/ 7089 w 14061"/>
                <a:gd name="connsiteY9" fmla="*/ 31040 h 3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1" h="31489">
                  <a:moveTo>
                    <a:pt x="7089" y="31488"/>
                  </a:moveTo>
                  <a:cubicBezTo>
                    <a:pt x="3270" y="31550"/>
                    <a:pt x="123" y="28589"/>
                    <a:pt x="59" y="24873"/>
                  </a:cubicBezTo>
                  <a:cubicBezTo>
                    <a:pt x="59" y="24835"/>
                    <a:pt x="58" y="24798"/>
                    <a:pt x="58" y="24760"/>
                  </a:cubicBezTo>
                  <a:lnTo>
                    <a:pt x="58" y="7715"/>
                  </a:lnTo>
                  <a:cubicBezTo>
                    <a:pt x="-438" y="3968"/>
                    <a:pt x="2282" y="540"/>
                    <a:pt x="6133" y="57"/>
                  </a:cubicBezTo>
                  <a:cubicBezTo>
                    <a:pt x="9984" y="-426"/>
                    <a:pt x="13508" y="2220"/>
                    <a:pt x="14004" y="5967"/>
                  </a:cubicBezTo>
                  <a:cubicBezTo>
                    <a:pt x="14081" y="6547"/>
                    <a:pt x="14081" y="7135"/>
                    <a:pt x="14004" y="7715"/>
                  </a:cubicBezTo>
                  <a:lnTo>
                    <a:pt x="14004" y="24199"/>
                  </a:lnTo>
                  <a:cubicBezTo>
                    <a:pt x="14068" y="27915"/>
                    <a:pt x="11024" y="30977"/>
                    <a:pt x="7205" y="31039"/>
                  </a:cubicBezTo>
                  <a:cubicBezTo>
                    <a:pt x="7166" y="31039"/>
                    <a:pt x="7128" y="31040"/>
                    <a:pt x="7089" y="3104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D354064B-4AB8-D248-96ED-BD9C20214663}"/>
                </a:ext>
              </a:extLst>
            </p:cNvPr>
            <p:cNvSpPr/>
            <p:nvPr/>
          </p:nvSpPr>
          <p:spPr>
            <a:xfrm>
              <a:off x="6040578" y="2446775"/>
              <a:ext cx="13945" cy="34674"/>
            </a:xfrm>
            <a:custGeom>
              <a:avLst/>
              <a:gdLst>
                <a:gd name="connsiteX0" fmla="*/ 7030 w 13945"/>
                <a:gd name="connsiteY0" fmla="*/ 34674 h 34674"/>
                <a:gd name="connsiteX1" fmla="*/ 0 w 13945"/>
                <a:gd name="connsiteY1" fmla="*/ 27834 h 34674"/>
                <a:gd name="connsiteX2" fmla="*/ 0 w 13945"/>
                <a:gd name="connsiteY2" fmla="*/ 5967 h 34674"/>
                <a:gd name="connsiteX3" fmla="*/ 7871 w 13945"/>
                <a:gd name="connsiteY3" fmla="*/ 57 h 34674"/>
                <a:gd name="connsiteX4" fmla="*/ 13946 w 13945"/>
                <a:gd name="connsiteY4" fmla="*/ 5967 h 34674"/>
                <a:gd name="connsiteX5" fmla="*/ 13946 w 13945"/>
                <a:gd name="connsiteY5" fmla="*/ 27834 h 34674"/>
                <a:gd name="connsiteX6" fmla="*/ 6915 w 13945"/>
                <a:gd name="connsiteY6" fmla="*/ 34674 h 3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45" h="34674">
                  <a:moveTo>
                    <a:pt x="7030" y="34674"/>
                  </a:moveTo>
                  <a:cubicBezTo>
                    <a:pt x="3173" y="34614"/>
                    <a:pt x="62" y="31587"/>
                    <a:pt x="0" y="27834"/>
                  </a:cubicBezTo>
                  <a:lnTo>
                    <a:pt x="0" y="5967"/>
                  </a:lnTo>
                  <a:cubicBezTo>
                    <a:pt x="496" y="2220"/>
                    <a:pt x="4020" y="-426"/>
                    <a:pt x="7871" y="57"/>
                  </a:cubicBezTo>
                  <a:cubicBezTo>
                    <a:pt x="11041" y="454"/>
                    <a:pt x="13537" y="2882"/>
                    <a:pt x="13946" y="5967"/>
                  </a:cubicBezTo>
                  <a:lnTo>
                    <a:pt x="13946" y="27834"/>
                  </a:lnTo>
                  <a:cubicBezTo>
                    <a:pt x="13946" y="31612"/>
                    <a:pt x="10798" y="34674"/>
                    <a:pt x="6915" y="34674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9825F4B1-72D1-A748-BD31-F45AD1890325}"/>
                </a:ext>
              </a:extLst>
            </p:cNvPr>
            <p:cNvSpPr/>
            <p:nvPr/>
          </p:nvSpPr>
          <p:spPr>
            <a:xfrm>
              <a:off x="6040520" y="2406227"/>
              <a:ext cx="14061" cy="31488"/>
            </a:xfrm>
            <a:custGeom>
              <a:avLst/>
              <a:gdLst>
                <a:gd name="connsiteX0" fmla="*/ 6974 w 14061"/>
                <a:gd name="connsiteY0" fmla="*/ 31488 h 31488"/>
                <a:gd name="connsiteX1" fmla="*/ 57 w 14061"/>
                <a:gd name="connsiteY1" fmla="*/ 24761 h 31488"/>
                <a:gd name="connsiteX2" fmla="*/ 58 w 14061"/>
                <a:gd name="connsiteY2" fmla="*/ 24648 h 31488"/>
                <a:gd name="connsiteX3" fmla="*/ 58 w 14061"/>
                <a:gd name="connsiteY3" fmla="*/ 7715 h 31488"/>
                <a:gd name="connsiteX4" fmla="*/ 6133 w 14061"/>
                <a:gd name="connsiteY4" fmla="*/ 57 h 31488"/>
                <a:gd name="connsiteX5" fmla="*/ 14004 w 14061"/>
                <a:gd name="connsiteY5" fmla="*/ 5967 h 31488"/>
                <a:gd name="connsiteX6" fmla="*/ 14004 w 14061"/>
                <a:gd name="connsiteY6" fmla="*/ 7715 h 31488"/>
                <a:gd name="connsiteX7" fmla="*/ 14004 w 14061"/>
                <a:gd name="connsiteY7" fmla="*/ 24648 h 31488"/>
                <a:gd name="connsiteX8" fmla="*/ 7205 w 14061"/>
                <a:gd name="connsiteY8" fmla="*/ 31487 h 31488"/>
                <a:gd name="connsiteX9" fmla="*/ 7089 w 14061"/>
                <a:gd name="connsiteY9" fmla="*/ 31488 h 3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1" h="31488">
                  <a:moveTo>
                    <a:pt x="6974" y="31488"/>
                  </a:moveTo>
                  <a:cubicBezTo>
                    <a:pt x="3154" y="31489"/>
                    <a:pt x="58" y="28477"/>
                    <a:pt x="57" y="24761"/>
                  </a:cubicBezTo>
                  <a:cubicBezTo>
                    <a:pt x="57" y="24723"/>
                    <a:pt x="58" y="24686"/>
                    <a:pt x="58" y="24648"/>
                  </a:cubicBezTo>
                  <a:lnTo>
                    <a:pt x="58" y="7715"/>
                  </a:lnTo>
                  <a:cubicBezTo>
                    <a:pt x="-438" y="3968"/>
                    <a:pt x="2282" y="540"/>
                    <a:pt x="6133" y="57"/>
                  </a:cubicBezTo>
                  <a:cubicBezTo>
                    <a:pt x="9984" y="-426"/>
                    <a:pt x="13508" y="2220"/>
                    <a:pt x="14004" y="5967"/>
                  </a:cubicBezTo>
                  <a:cubicBezTo>
                    <a:pt x="14081" y="6547"/>
                    <a:pt x="14081" y="7135"/>
                    <a:pt x="14004" y="7715"/>
                  </a:cubicBezTo>
                  <a:lnTo>
                    <a:pt x="14004" y="24648"/>
                  </a:lnTo>
                  <a:cubicBezTo>
                    <a:pt x="14068" y="28363"/>
                    <a:pt x="11024" y="31425"/>
                    <a:pt x="7205" y="31487"/>
                  </a:cubicBezTo>
                  <a:cubicBezTo>
                    <a:pt x="7166" y="31488"/>
                    <a:pt x="7128" y="31488"/>
                    <a:pt x="7089" y="3148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5E46FF29-B74E-2A4F-BC12-C2725EA8B95B}"/>
                </a:ext>
              </a:extLst>
            </p:cNvPr>
            <p:cNvSpPr/>
            <p:nvPr/>
          </p:nvSpPr>
          <p:spPr>
            <a:xfrm>
              <a:off x="5708465" y="2110878"/>
              <a:ext cx="330349" cy="409797"/>
            </a:xfrm>
            <a:custGeom>
              <a:avLst/>
              <a:gdLst>
                <a:gd name="connsiteX0" fmla="*/ 72449 w 330349"/>
                <a:gd name="connsiteY0" fmla="*/ 409371 h 409797"/>
                <a:gd name="connsiteX1" fmla="*/ 65403 w 330349"/>
                <a:gd name="connsiteY1" fmla="*/ 402546 h 409797"/>
                <a:gd name="connsiteX2" fmla="*/ 65419 w 330349"/>
                <a:gd name="connsiteY2" fmla="*/ 402082 h 409797"/>
                <a:gd name="connsiteX3" fmla="*/ 65419 w 330349"/>
                <a:gd name="connsiteY3" fmla="*/ 297682 h 409797"/>
                <a:gd name="connsiteX4" fmla="*/ 43866 w 330349"/>
                <a:gd name="connsiteY4" fmla="*/ 247893 h 409797"/>
                <a:gd name="connsiteX5" fmla="*/ 43496 w 330349"/>
                <a:gd name="connsiteY5" fmla="*/ 42683 h 409797"/>
                <a:gd name="connsiteX6" fmla="*/ 237029 w 330349"/>
                <a:gd name="connsiteY6" fmla="*/ 27879 h 409797"/>
                <a:gd name="connsiteX7" fmla="*/ 287741 w 330349"/>
                <a:gd name="connsiteY7" fmla="*/ 130036 h 409797"/>
                <a:gd name="connsiteX8" fmla="*/ 306527 w 330349"/>
                <a:gd name="connsiteY8" fmla="*/ 199225 h 409797"/>
                <a:gd name="connsiteX9" fmla="*/ 328540 w 330349"/>
                <a:gd name="connsiteY9" fmla="*/ 237128 h 409797"/>
                <a:gd name="connsiteX10" fmla="*/ 323438 w 330349"/>
                <a:gd name="connsiteY10" fmla="*/ 255335 h 409797"/>
                <a:gd name="connsiteX11" fmla="*/ 317015 w 330349"/>
                <a:gd name="connsiteY11" fmla="*/ 257088 h 409797"/>
                <a:gd name="connsiteX12" fmla="*/ 291774 w 330349"/>
                <a:gd name="connsiteY12" fmla="*/ 257088 h 409797"/>
                <a:gd name="connsiteX13" fmla="*/ 291774 w 330349"/>
                <a:gd name="connsiteY13" fmla="*/ 303962 h 409797"/>
                <a:gd name="connsiteX14" fmla="*/ 261924 w 330349"/>
                <a:gd name="connsiteY14" fmla="*/ 336930 h 409797"/>
                <a:gd name="connsiteX15" fmla="*/ 241870 w 330349"/>
                <a:gd name="connsiteY15" fmla="*/ 339397 h 409797"/>
                <a:gd name="connsiteX16" fmla="*/ 224236 w 330349"/>
                <a:gd name="connsiteY16" fmla="*/ 358909 h 409797"/>
                <a:gd name="connsiteX17" fmla="*/ 224236 w 330349"/>
                <a:gd name="connsiteY17" fmla="*/ 402082 h 409797"/>
                <a:gd name="connsiteX18" fmla="*/ 218162 w 330349"/>
                <a:gd name="connsiteY18" fmla="*/ 409741 h 409797"/>
                <a:gd name="connsiteX19" fmla="*/ 210291 w 330349"/>
                <a:gd name="connsiteY19" fmla="*/ 403830 h 409797"/>
                <a:gd name="connsiteX20" fmla="*/ 210291 w 330349"/>
                <a:gd name="connsiteY20" fmla="*/ 402082 h 409797"/>
                <a:gd name="connsiteX21" fmla="*/ 210291 w 330349"/>
                <a:gd name="connsiteY21" fmla="*/ 358909 h 409797"/>
                <a:gd name="connsiteX22" fmla="*/ 240141 w 330349"/>
                <a:gd name="connsiteY22" fmla="*/ 325941 h 409797"/>
                <a:gd name="connsiteX23" fmla="*/ 260310 w 330349"/>
                <a:gd name="connsiteY23" fmla="*/ 323586 h 409797"/>
                <a:gd name="connsiteX24" fmla="*/ 278059 w 330349"/>
                <a:gd name="connsiteY24" fmla="*/ 304074 h 409797"/>
                <a:gd name="connsiteX25" fmla="*/ 278059 w 330349"/>
                <a:gd name="connsiteY25" fmla="*/ 256976 h 409797"/>
                <a:gd name="connsiteX26" fmla="*/ 291774 w 330349"/>
                <a:gd name="connsiteY26" fmla="*/ 243632 h 409797"/>
                <a:gd name="connsiteX27" fmla="*/ 316554 w 330349"/>
                <a:gd name="connsiteY27" fmla="*/ 243632 h 409797"/>
                <a:gd name="connsiteX28" fmla="*/ 294310 w 330349"/>
                <a:gd name="connsiteY28" fmla="*/ 206066 h 409797"/>
                <a:gd name="connsiteX29" fmla="*/ 273680 w 330349"/>
                <a:gd name="connsiteY29" fmla="*/ 130149 h 409797"/>
                <a:gd name="connsiteX30" fmla="*/ 228270 w 330349"/>
                <a:gd name="connsiteY30" fmla="*/ 38757 h 409797"/>
                <a:gd name="connsiteX31" fmla="*/ 39239 w 330349"/>
                <a:gd name="connsiteY31" fmla="*/ 66626 h 409797"/>
                <a:gd name="connsiteX32" fmla="*/ 52971 w 330349"/>
                <a:gd name="connsiteY32" fmla="*/ 238137 h 409797"/>
                <a:gd name="connsiteX33" fmla="*/ 79595 w 330349"/>
                <a:gd name="connsiteY33" fmla="*/ 298243 h 409797"/>
                <a:gd name="connsiteX34" fmla="*/ 79595 w 330349"/>
                <a:gd name="connsiteY34" fmla="*/ 402643 h 409797"/>
                <a:gd name="connsiteX35" fmla="*/ 72451 w 330349"/>
                <a:gd name="connsiteY35" fmla="*/ 409371 h 409797"/>
                <a:gd name="connsiteX36" fmla="*/ 72449 w 330349"/>
                <a:gd name="connsiteY36" fmla="*/ 409371 h 40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30349" h="409797">
                  <a:moveTo>
                    <a:pt x="72449" y="409371"/>
                  </a:moveTo>
                  <a:cubicBezTo>
                    <a:pt x="68566" y="409379"/>
                    <a:pt x="65412" y="406323"/>
                    <a:pt x="65403" y="402546"/>
                  </a:cubicBezTo>
                  <a:cubicBezTo>
                    <a:pt x="65403" y="402391"/>
                    <a:pt x="65408" y="402236"/>
                    <a:pt x="65419" y="402082"/>
                  </a:cubicBezTo>
                  <a:lnTo>
                    <a:pt x="65419" y="297682"/>
                  </a:lnTo>
                  <a:cubicBezTo>
                    <a:pt x="65413" y="278940"/>
                    <a:pt x="57644" y="260991"/>
                    <a:pt x="43866" y="247893"/>
                  </a:cubicBezTo>
                  <a:cubicBezTo>
                    <a:pt x="-14477" y="191325"/>
                    <a:pt x="-14643" y="99449"/>
                    <a:pt x="43496" y="42683"/>
                  </a:cubicBezTo>
                  <a:cubicBezTo>
                    <a:pt x="95425" y="-8020"/>
                    <a:pt x="177596" y="-14305"/>
                    <a:pt x="237029" y="27879"/>
                  </a:cubicBezTo>
                  <a:cubicBezTo>
                    <a:pt x="269303" y="52436"/>
                    <a:pt x="288036" y="90175"/>
                    <a:pt x="287741" y="130036"/>
                  </a:cubicBezTo>
                  <a:cubicBezTo>
                    <a:pt x="287718" y="154296"/>
                    <a:pt x="294193" y="178142"/>
                    <a:pt x="306527" y="199225"/>
                  </a:cubicBezTo>
                  <a:lnTo>
                    <a:pt x="328540" y="237128"/>
                  </a:lnTo>
                  <a:cubicBezTo>
                    <a:pt x="332298" y="243527"/>
                    <a:pt x="330014" y="251678"/>
                    <a:pt x="323438" y="255335"/>
                  </a:cubicBezTo>
                  <a:cubicBezTo>
                    <a:pt x="321478" y="256425"/>
                    <a:pt x="319271" y="257027"/>
                    <a:pt x="317015" y="257088"/>
                  </a:cubicBezTo>
                  <a:lnTo>
                    <a:pt x="291774" y="257088"/>
                  </a:lnTo>
                  <a:lnTo>
                    <a:pt x="291774" y="303962"/>
                  </a:lnTo>
                  <a:cubicBezTo>
                    <a:pt x="291592" y="320629"/>
                    <a:pt x="278894" y="334653"/>
                    <a:pt x="261924" y="336930"/>
                  </a:cubicBezTo>
                  <a:lnTo>
                    <a:pt x="241870" y="339397"/>
                  </a:lnTo>
                  <a:cubicBezTo>
                    <a:pt x="231801" y="340689"/>
                    <a:pt x="224265" y="349027"/>
                    <a:pt x="224236" y="358909"/>
                  </a:cubicBezTo>
                  <a:lnTo>
                    <a:pt x="224236" y="402082"/>
                  </a:lnTo>
                  <a:cubicBezTo>
                    <a:pt x="224733" y="405829"/>
                    <a:pt x="222013" y="409258"/>
                    <a:pt x="218162" y="409741"/>
                  </a:cubicBezTo>
                  <a:cubicBezTo>
                    <a:pt x="214311" y="410223"/>
                    <a:pt x="210787" y="407577"/>
                    <a:pt x="210291" y="403830"/>
                  </a:cubicBezTo>
                  <a:cubicBezTo>
                    <a:pt x="210214" y="403250"/>
                    <a:pt x="210214" y="402663"/>
                    <a:pt x="210291" y="402082"/>
                  </a:cubicBezTo>
                  <a:lnTo>
                    <a:pt x="210291" y="358909"/>
                  </a:lnTo>
                  <a:cubicBezTo>
                    <a:pt x="210473" y="342242"/>
                    <a:pt x="223171" y="328218"/>
                    <a:pt x="240141" y="325941"/>
                  </a:cubicBezTo>
                  <a:lnTo>
                    <a:pt x="260310" y="323586"/>
                  </a:lnTo>
                  <a:cubicBezTo>
                    <a:pt x="270401" y="322300"/>
                    <a:pt x="277973" y="313975"/>
                    <a:pt x="278059" y="304074"/>
                  </a:cubicBezTo>
                  <a:lnTo>
                    <a:pt x="278059" y="256976"/>
                  </a:lnTo>
                  <a:cubicBezTo>
                    <a:pt x="278059" y="249606"/>
                    <a:pt x="284200" y="243632"/>
                    <a:pt x="291774" y="243632"/>
                  </a:cubicBezTo>
                  <a:lnTo>
                    <a:pt x="316554" y="243632"/>
                  </a:lnTo>
                  <a:lnTo>
                    <a:pt x="294310" y="206066"/>
                  </a:lnTo>
                  <a:cubicBezTo>
                    <a:pt x="280805" y="182920"/>
                    <a:pt x="273697" y="156764"/>
                    <a:pt x="273680" y="130149"/>
                  </a:cubicBezTo>
                  <a:cubicBezTo>
                    <a:pt x="274027" y="94460"/>
                    <a:pt x="257233" y="60659"/>
                    <a:pt x="228270" y="38757"/>
                  </a:cubicBezTo>
                  <a:cubicBezTo>
                    <a:pt x="168161" y="-4336"/>
                    <a:pt x="83529" y="8142"/>
                    <a:pt x="39239" y="66626"/>
                  </a:cubicBezTo>
                  <a:cubicBezTo>
                    <a:pt x="-566" y="119190"/>
                    <a:pt x="5280" y="192206"/>
                    <a:pt x="52971" y="238137"/>
                  </a:cubicBezTo>
                  <a:cubicBezTo>
                    <a:pt x="69823" y="253853"/>
                    <a:pt x="79425" y="275532"/>
                    <a:pt x="79595" y="298243"/>
                  </a:cubicBezTo>
                  <a:lnTo>
                    <a:pt x="79595" y="402643"/>
                  </a:lnTo>
                  <a:cubicBezTo>
                    <a:pt x="79531" y="406420"/>
                    <a:pt x="76333" y="409433"/>
                    <a:pt x="72451" y="409371"/>
                  </a:cubicBezTo>
                  <a:cubicBezTo>
                    <a:pt x="72450" y="409371"/>
                    <a:pt x="72450" y="409371"/>
                    <a:pt x="72449" y="40937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9E62385-698F-2240-A67B-DFBA25ACB538}"/>
                </a:ext>
              </a:extLst>
            </p:cNvPr>
            <p:cNvSpPr/>
            <p:nvPr/>
          </p:nvSpPr>
          <p:spPr>
            <a:xfrm>
              <a:off x="5729534" y="2506623"/>
              <a:ext cx="369568" cy="13682"/>
            </a:xfrm>
            <a:custGeom>
              <a:avLst/>
              <a:gdLst>
                <a:gd name="connsiteX0" fmla="*/ 361639 w 369568"/>
                <a:gd name="connsiteY0" fmla="*/ 13625 h 13682"/>
                <a:gd name="connsiteX1" fmla="*/ 7929 w 369568"/>
                <a:gd name="connsiteY1" fmla="*/ 13625 h 13682"/>
                <a:gd name="connsiteX2" fmla="*/ 58 w 369568"/>
                <a:gd name="connsiteY2" fmla="*/ 7715 h 13682"/>
                <a:gd name="connsiteX3" fmla="*/ 6133 w 369568"/>
                <a:gd name="connsiteY3" fmla="*/ 57 h 13682"/>
                <a:gd name="connsiteX4" fmla="*/ 7929 w 369568"/>
                <a:gd name="connsiteY4" fmla="*/ 57 h 13682"/>
                <a:gd name="connsiteX5" fmla="*/ 361639 w 369568"/>
                <a:gd name="connsiteY5" fmla="*/ 57 h 13682"/>
                <a:gd name="connsiteX6" fmla="*/ 369511 w 369568"/>
                <a:gd name="connsiteY6" fmla="*/ 5967 h 13682"/>
                <a:gd name="connsiteX7" fmla="*/ 363436 w 369568"/>
                <a:gd name="connsiteY7" fmla="*/ 13625 h 13682"/>
                <a:gd name="connsiteX8" fmla="*/ 361639 w 369568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568" h="13682">
                  <a:moveTo>
                    <a:pt x="361639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361639" y="57"/>
                  </a:lnTo>
                  <a:cubicBezTo>
                    <a:pt x="365490" y="-426"/>
                    <a:pt x="369014" y="2220"/>
                    <a:pt x="369511" y="5967"/>
                  </a:cubicBezTo>
                  <a:cubicBezTo>
                    <a:pt x="370007" y="9714"/>
                    <a:pt x="367287" y="13143"/>
                    <a:pt x="363436" y="13625"/>
                  </a:cubicBezTo>
                  <a:cubicBezTo>
                    <a:pt x="362840" y="13700"/>
                    <a:pt x="362236" y="13700"/>
                    <a:pt x="361639" y="1362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8" name="Graphic 61">
            <a:extLst>
              <a:ext uri="{FF2B5EF4-FFF2-40B4-BE49-F238E27FC236}">
                <a16:creationId xmlns:a16="http://schemas.microsoft.com/office/drawing/2014/main" id="{F1154500-2D60-D346-AEEE-C662AC399040}"/>
              </a:ext>
            </a:extLst>
          </p:cNvPr>
          <p:cNvGrpSpPr>
            <a:grpSpLocks noChangeAspect="1"/>
          </p:cNvGrpSpPr>
          <p:nvPr/>
        </p:nvGrpSpPr>
        <p:grpSpPr>
          <a:xfrm>
            <a:off x="4413671" y="3348056"/>
            <a:ext cx="402691" cy="415466"/>
            <a:chOff x="5713906" y="2109284"/>
            <a:chExt cx="402691" cy="415466"/>
          </a:xfrm>
          <a:solidFill>
            <a:srgbClr val="FFFFFF"/>
          </a:solidFill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F2A93622-5561-FA47-9048-8FABA00E5494}"/>
                </a:ext>
              </a:extLst>
            </p:cNvPr>
            <p:cNvSpPr/>
            <p:nvPr/>
          </p:nvSpPr>
          <p:spPr>
            <a:xfrm>
              <a:off x="5722133" y="2333892"/>
              <a:ext cx="386243" cy="190859"/>
            </a:xfrm>
            <a:custGeom>
              <a:avLst/>
              <a:gdLst>
                <a:gd name="connsiteX0" fmla="*/ 379222 w 386243"/>
                <a:gd name="connsiteY0" fmla="*/ 190858 h 190859"/>
                <a:gd name="connsiteX1" fmla="*/ 6963 w 386243"/>
                <a:gd name="connsiteY1" fmla="*/ 190858 h 190859"/>
                <a:gd name="connsiteX2" fmla="*/ 1 w 386243"/>
                <a:gd name="connsiteY2" fmla="*/ 184059 h 190859"/>
                <a:gd name="connsiteX3" fmla="*/ 0 w 386243"/>
                <a:gd name="connsiteY3" fmla="*/ 183943 h 190859"/>
                <a:gd name="connsiteX4" fmla="*/ 0 w 386243"/>
                <a:gd name="connsiteY4" fmla="*/ 7030 h 190859"/>
                <a:gd name="connsiteX5" fmla="*/ 6963 w 386243"/>
                <a:gd name="connsiteY5" fmla="*/ 0 h 190859"/>
                <a:gd name="connsiteX6" fmla="*/ 379222 w 386243"/>
                <a:gd name="connsiteY6" fmla="*/ 0 h 190859"/>
                <a:gd name="connsiteX7" fmla="*/ 386186 w 386243"/>
                <a:gd name="connsiteY7" fmla="*/ 7030 h 190859"/>
                <a:gd name="connsiteX8" fmla="*/ 386186 w 386243"/>
                <a:gd name="connsiteY8" fmla="*/ 46562 h 190859"/>
                <a:gd name="connsiteX9" fmla="*/ 380169 w 386243"/>
                <a:gd name="connsiteY9" fmla="*/ 54433 h 190859"/>
                <a:gd name="connsiteX10" fmla="*/ 372373 w 386243"/>
                <a:gd name="connsiteY10" fmla="*/ 48359 h 190859"/>
                <a:gd name="connsiteX11" fmla="*/ 372373 w 386243"/>
                <a:gd name="connsiteY11" fmla="*/ 46562 h 190859"/>
                <a:gd name="connsiteX12" fmla="*/ 372373 w 386243"/>
                <a:gd name="connsiteY12" fmla="*/ 14061 h 190859"/>
                <a:gd name="connsiteX13" fmla="*/ 13927 w 386243"/>
                <a:gd name="connsiteY13" fmla="*/ 14061 h 190859"/>
                <a:gd name="connsiteX14" fmla="*/ 13927 w 386243"/>
                <a:gd name="connsiteY14" fmla="*/ 176913 h 190859"/>
                <a:gd name="connsiteX15" fmla="*/ 372373 w 386243"/>
                <a:gd name="connsiteY15" fmla="*/ 176913 h 190859"/>
                <a:gd name="connsiteX16" fmla="*/ 372373 w 386243"/>
                <a:gd name="connsiteY16" fmla="*/ 160662 h 190859"/>
                <a:gd name="connsiteX17" fmla="*/ 378390 w 386243"/>
                <a:gd name="connsiteY17" fmla="*/ 152791 h 190859"/>
                <a:gd name="connsiteX18" fmla="*/ 386186 w 386243"/>
                <a:gd name="connsiteY18" fmla="*/ 158865 h 190859"/>
                <a:gd name="connsiteX19" fmla="*/ 386186 w 386243"/>
                <a:gd name="connsiteY19" fmla="*/ 160662 h 190859"/>
                <a:gd name="connsiteX20" fmla="*/ 386186 w 386243"/>
                <a:gd name="connsiteY20" fmla="*/ 183712 h 190859"/>
                <a:gd name="connsiteX21" fmla="*/ 379570 w 386243"/>
                <a:gd name="connsiteY21" fmla="*/ 190855 h 190859"/>
                <a:gd name="connsiteX22" fmla="*/ 379222 w 386243"/>
                <a:gd name="connsiteY22" fmla="*/ 190858 h 1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6243" h="190859">
                  <a:moveTo>
                    <a:pt x="379222" y="190858"/>
                  </a:moveTo>
                  <a:lnTo>
                    <a:pt x="6963" y="190858"/>
                  </a:lnTo>
                  <a:cubicBezTo>
                    <a:pt x="3181" y="190922"/>
                    <a:pt x="64" y="187878"/>
                    <a:pt x="1" y="184059"/>
                  </a:cubicBezTo>
                  <a:cubicBezTo>
                    <a:pt x="0" y="184020"/>
                    <a:pt x="0" y="183982"/>
                    <a:pt x="0" y="183943"/>
                  </a:cubicBezTo>
                  <a:lnTo>
                    <a:pt x="0" y="7030"/>
                  </a:lnTo>
                  <a:cubicBezTo>
                    <a:pt x="0" y="3148"/>
                    <a:pt x="3118" y="0"/>
                    <a:pt x="6963" y="0"/>
                  </a:cubicBezTo>
                  <a:lnTo>
                    <a:pt x="379222" y="0"/>
                  </a:lnTo>
                  <a:cubicBezTo>
                    <a:pt x="383068" y="0"/>
                    <a:pt x="386186" y="3148"/>
                    <a:pt x="386186" y="7030"/>
                  </a:cubicBezTo>
                  <a:lnTo>
                    <a:pt x="386186" y="46562"/>
                  </a:lnTo>
                  <a:cubicBezTo>
                    <a:pt x="386677" y="50413"/>
                    <a:pt x="383984" y="53937"/>
                    <a:pt x="380169" y="54433"/>
                  </a:cubicBezTo>
                  <a:cubicBezTo>
                    <a:pt x="376355" y="54929"/>
                    <a:pt x="372865" y="52210"/>
                    <a:pt x="372373" y="48359"/>
                  </a:cubicBezTo>
                  <a:cubicBezTo>
                    <a:pt x="372297" y="47762"/>
                    <a:pt x="372297" y="47158"/>
                    <a:pt x="372373" y="46562"/>
                  </a:cubicBezTo>
                  <a:lnTo>
                    <a:pt x="372373" y="14061"/>
                  </a:lnTo>
                  <a:lnTo>
                    <a:pt x="13927" y="14061"/>
                  </a:lnTo>
                  <a:lnTo>
                    <a:pt x="13927" y="176913"/>
                  </a:lnTo>
                  <a:lnTo>
                    <a:pt x="372373" y="176913"/>
                  </a:lnTo>
                  <a:lnTo>
                    <a:pt x="372373" y="160662"/>
                  </a:lnTo>
                  <a:cubicBezTo>
                    <a:pt x="371882" y="156811"/>
                    <a:pt x="374575" y="153287"/>
                    <a:pt x="378390" y="152791"/>
                  </a:cubicBezTo>
                  <a:cubicBezTo>
                    <a:pt x="382204" y="152295"/>
                    <a:pt x="385695" y="155014"/>
                    <a:pt x="386186" y="158865"/>
                  </a:cubicBezTo>
                  <a:cubicBezTo>
                    <a:pt x="386262" y="159462"/>
                    <a:pt x="386262" y="160066"/>
                    <a:pt x="386186" y="160662"/>
                  </a:cubicBezTo>
                  <a:lnTo>
                    <a:pt x="386186" y="183712"/>
                  </a:lnTo>
                  <a:cubicBezTo>
                    <a:pt x="386313" y="187529"/>
                    <a:pt x="383350" y="190727"/>
                    <a:pt x="379570" y="190855"/>
                  </a:cubicBezTo>
                  <a:cubicBezTo>
                    <a:pt x="379454" y="190859"/>
                    <a:pt x="379338" y="190860"/>
                    <a:pt x="379222" y="19085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535DB35E-29D6-D245-A157-E447613C59B8}"/>
                </a:ext>
              </a:extLst>
            </p:cNvPr>
            <p:cNvSpPr/>
            <p:nvPr/>
          </p:nvSpPr>
          <p:spPr>
            <a:xfrm>
              <a:off x="6094448" y="2372524"/>
              <a:ext cx="13927" cy="32363"/>
            </a:xfrm>
            <a:custGeom>
              <a:avLst/>
              <a:gdLst>
                <a:gd name="connsiteX0" fmla="*/ 6907 w 13927"/>
                <a:gd name="connsiteY0" fmla="*/ 32363 h 32363"/>
                <a:gd name="connsiteX1" fmla="*/ 57 w 13927"/>
                <a:gd name="connsiteY1" fmla="*/ 25449 h 32363"/>
                <a:gd name="connsiteX2" fmla="*/ 58 w 13927"/>
                <a:gd name="connsiteY2" fmla="*/ 25333 h 32363"/>
                <a:gd name="connsiteX3" fmla="*/ 58 w 13927"/>
                <a:gd name="connsiteY3" fmla="*/ 7929 h 32363"/>
                <a:gd name="connsiteX4" fmla="*/ 6074 w 13927"/>
                <a:gd name="connsiteY4" fmla="*/ 58 h 32363"/>
                <a:gd name="connsiteX5" fmla="*/ 13871 w 13927"/>
                <a:gd name="connsiteY5" fmla="*/ 6133 h 32363"/>
                <a:gd name="connsiteX6" fmla="*/ 13871 w 13927"/>
                <a:gd name="connsiteY6" fmla="*/ 7929 h 32363"/>
                <a:gd name="connsiteX7" fmla="*/ 13871 w 13927"/>
                <a:gd name="connsiteY7" fmla="*/ 24872 h 32363"/>
                <a:gd name="connsiteX8" fmla="*/ 7379 w 13927"/>
                <a:gd name="connsiteY8" fmla="*/ 32348 h 32363"/>
                <a:gd name="connsiteX9" fmla="*/ 6907 w 13927"/>
                <a:gd name="connsiteY9" fmla="*/ 32363 h 3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27" h="32363">
                  <a:moveTo>
                    <a:pt x="6907" y="32363"/>
                  </a:moveTo>
                  <a:cubicBezTo>
                    <a:pt x="3124" y="32364"/>
                    <a:pt x="57" y="29268"/>
                    <a:pt x="57" y="25449"/>
                  </a:cubicBezTo>
                  <a:cubicBezTo>
                    <a:pt x="57" y="25410"/>
                    <a:pt x="57" y="25371"/>
                    <a:pt x="58" y="25333"/>
                  </a:cubicBezTo>
                  <a:lnTo>
                    <a:pt x="58" y="7929"/>
                  </a:lnTo>
                  <a:cubicBezTo>
                    <a:pt x="-434" y="4079"/>
                    <a:pt x="2260" y="555"/>
                    <a:pt x="6074" y="58"/>
                  </a:cubicBezTo>
                  <a:cubicBezTo>
                    <a:pt x="9889" y="-438"/>
                    <a:pt x="13379" y="2282"/>
                    <a:pt x="13871" y="6133"/>
                  </a:cubicBezTo>
                  <a:cubicBezTo>
                    <a:pt x="13947" y="6729"/>
                    <a:pt x="13947" y="7333"/>
                    <a:pt x="13871" y="7929"/>
                  </a:cubicBezTo>
                  <a:lnTo>
                    <a:pt x="13871" y="24872"/>
                  </a:lnTo>
                  <a:cubicBezTo>
                    <a:pt x="14123" y="28746"/>
                    <a:pt x="11216" y="32093"/>
                    <a:pt x="7379" y="32348"/>
                  </a:cubicBezTo>
                  <a:cubicBezTo>
                    <a:pt x="7222" y="32358"/>
                    <a:pt x="7064" y="32363"/>
                    <a:pt x="6907" y="3236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FC57B4F7-DFF6-9D42-8AB8-DF22D8D85314}"/>
                </a:ext>
              </a:extLst>
            </p:cNvPr>
            <p:cNvSpPr/>
            <p:nvPr/>
          </p:nvSpPr>
          <p:spPr>
            <a:xfrm>
              <a:off x="6094505" y="2418117"/>
              <a:ext cx="13813" cy="39556"/>
            </a:xfrm>
            <a:custGeom>
              <a:avLst/>
              <a:gdLst>
                <a:gd name="connsiteX0" fmla="*/ 6850 w 13813"/>
                <a:gd name="connsiteY0" fmla="*/ 39556 h 39556"/>
                <a:gd name="connsiteX1" fmla="*/ 0 w 13813"/>
                <a:gd name="connsiteY1" fmla="*/ 32642 h 39556"/>
                <a:gd name="connsiteX2" fmla="*/ 1 w 13813"/>
                <a:gd name="connsiteY2" fmla="*/ 32526 h 39556"/>
                <a:gd name="connsiteX3" fmla="*/ 1 w 13813"/>
                <a:gd name="connsiteY3" fmla="*/ 6133 h 39556"/>
                <a:gd name="connsiteX4" fmla="*/ 7797 w 13813"/>
                <a:gd name="connsiteY4" fmla="*/ 58 h 39556"/>
                <a:gd name="connsiteX5" fmla="*/ 13814 w 13813"/>
                <a:gd name="connsiteY5" fmla="*/ 6133 h 39556"/>
                <a:gd name="connsiteX6" fmla="*/ 13814 w 13813"/>
                <a:gd name="connsiteY6" fmla="*/ 32526 h 39556"/>
                <a:gd name="connsiteX7" fmla="*/ 6850 w 13813"/>
                <a:gd name="connsiteY7" fmla="*/ 39556 h 3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3" h="39556">
                  <a:moveTo>
                    <a:pt x="6850" y="39556"/>
                  </a:moveTo>
                  <a:cubicBezTo>
                    <a:pt x="3067" y="39557"/>
                    <a:pt x="1" y="36461"/>
                    <a:pt x="0" y="32642"/>
                  </a:cubicBezTo>
                  <a:cubicBezTo>
                    <a:pt x="0" y="32603"/>
                    <a:pt x="0" y="32564"/>
                    <a:pt x="1" y="32526"/>
                  </a:cubicBezTo>
                  <a:lnTo>
                    <a:pt x="1" y="6133"/>
                  </a:lnTo>
                  <a:cubicBezTo>
                    <a:pt x="492" y="2282"/>
                    <a:pt x="3983" y="-438"/>
                    <a:pt x="7797" y="58"/>
                  </a:cubicBezTo>
                  <a:cubicBezTo>
                    <a:pt x="10937" y="467"/>
                    <a:pt x="13409" y="2963"/>
                    <a:pt x="13814" y="6133"/>
                  </a:cubicBezTo>
                  <a:lnTo>
                    <a:pt x="13814" y="32526"/>
                  </a:lnTo>
                  <a:cubicBezTo>
                    <a:pt x="13814" y="36408"/>
                    <a:pt x="10696" y="39556"/>
                    <a:pt x="6850" y="3955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856E4D0-9BDD-4341-97DF-CC056CB7F817}"/>
                </a:ext>
              </a:extLst>
            </p:cNvPr>
            <p:cNvSpPr/>
            <p:nvPr/>
          </p:nvSpPr>
          <p:spPr>
            <a:xfrm>
              <a:off x="6094506" y="2470902"/>
              <a:ext cx="13812" cy="30221"/>
            </a:xfrm>
            <a:custGeom>
              <a:avLst/>
              <a:gdLst>
                <a:gd name="connsiteX0" fmla="*/ 6849 w 13812"/>
                <a:gd name="connsiteY0" fmla="*/ 30221 h 30221"/>
                <a:gd name="connsiteX1" fmla="*/ 0 w 13812"/>
                <a:gd name="connsiteY1" fmla="*/ 23306 h 30221"/>
                <a:gd name="connsiteX2" fmla="*/ 0 w 13812"/>
                <a:gd name="connsiteY2" fmla="*/ 6133 h 30221"/>
                <a:gd name="connsiteX3" fmla="*/ 7796 w 13812"/>
                <a:gd name="connsiteY3" fmla="*/ 58 h 30221"/>
                <a:gd name="connsiteX4" fmla="*/ 13813 w 13812"/>
                <a:gd name="connsiteY4" fmla="*/ 6133 h 30221"/>
                <a:gd name="connsiteX5" fmla="*/ 13813 w 13812"/>
                <a:gd name="connsiteY5" fmla="*/ 23651 h 30221"/>
                <a:gd name="connsiteX6" fmla="*/ 6849 w 13812"/>
                <a:gd name="connsiteY6" fmla="*/ 30221 h 3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12" h="30221">
                  <a:moveTo>
                    <a:pt x="6849" y="30221"/>
                  </a:moveTo>
                  <a:cubicBezTo>
                    <a:pt x="3067" y="30221"/>
                    <a:pt x="0" y="27125"/>
                    <a:pt x="0" y="23306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23651"/>
                  </a:lnTo>
                  <a:cubicBezTo>
                    <a:pt x="13628" y="27380"/>
                    <a:pt x="10546" y="30288"/>
                    <a:pt x="6849" y="3022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EC6BC620-910C-2049-870C-2303225C9AF4}"/>
                </a:ext>
              </a:extLst>
            </p:cNvPr>
            <p:cNvSpPr/>
            <p:nvPr/>
          </p:nvSpPr>
          <p:spPr>
            <a:xfrm>
              <a:off x="5756836" y="2363050"/>
              <a:ext cx="120909" cy="132655"/>
            </a:xfrm>
            <a:custGeom>
              <a:avLst/>
              <a:gdLst>
                <a:gd name="connsiteX0" fmla="*/ 112785 w 120909"/>
                <a:gd name="connsiteY0" fmla="*/ 132656 h 132655"/>
                <a:gd name="connsiteX1" fmla="*/ 32877 w 120909"/>
                <a:gd name="connsiteY1" fmla="*/ 132656 h 132655"/>
                <a:gd name="connsiteX2" fmla="*/ 26026 w 120909"/>
                <a:gd name="connsiteY2" fmla="*/ 125741 h 132655"/>
                <a:gd name="connsiteX3" fmla="*/ 26027 w 120909"/>
                <a:gd name="connsiteY3" fmla="*/ 125625 h 132655"/>
                <a:gd name="connsiteX4" fmla="*/ 7078 w 120909"/>
                <a:gd name="connsiteY4" fmla="*/ 106493 h 132655"/>
                <a:gd name="connsiteX5" fmla="*/ 6963 w 120909"/>
                <a:gd name="connsiteY5" fmla="*/ 106493 h 132655"/>
                <a:gd name="connsiteX6" fmla="*/ 0 w 120909"/>
                <a:gd name="connsiteY6" fmla="*/ 99463 h 132655"/>
                <a:gd name="connsiteX7" fmla="*/ 0 w 120909"/>
                <a:gd name="connsiteY7" fmla="*/ 33193 h 132655"/>
                <a:gd name="connsiteX8" fmla="*/ 6963 w 120909"/>
                <a:gd name="connsiteY8" fmla="*/ 26162 h 132655"/>
                <a:gd name="connsiteX9" fmla="*/ 26027 w 120909"/>
                <a:gd name="connsiteY9" fmla="*/ 6915 h 132655"/>
                <a:gd name="connsiteX10" fmla="*/ 32877 w 120909"/>
                <a:gd name="connsiteY10" fmla="*/ 0 h 132655"/>
                <a:gd name="connsiteX11" fmla="*/ 113927 w 120909"/>
                <a:gd name="connsiteY11" fmla="*/ 0 h 132655"/>
                <a:gd name="connsiteX12" fmla="*/ 119977 w 120909"/>
                <a:gd name="connsiteY12" fmla="*/ 3573 h 132655"/>
                <a:gd name="connsiteX13" fmla="*/ 119977 w 120909"/>
                <a:gd name="connsiteY13" fmla="*/ 10603 h 132655"/>
                <a:gd name="connsiteX14" fmla="*/ 105479 w 120909"/>
                <a:gd name="connsiteY14" fmla="*/ 67653 h 132655"/>
                <a:gd name="connsiteX15" fmla="*/ 118721 w 120909"/>
                <a:gd name="connsiteY15" fmla="*/ 122168 h 132655"/>
                <a:gd name="connsiteX16" fmla="*/ 118721 w 120909"/>
                <a:gd name="connsiteY16" fmla="*/ 129198 h 132655"/>
                <a:gd name="connsiteX17" fmla="*/ 112785 w 120909"/>
                <a:gd name="connsiteY17" fmla="*/ 132656 h 132655"/>
                <a:gd name="connsiteX18" fmla="*/ 39498 w 120909"/>
                <a:gd name="connsiteY18" fmla="*/ 118710 h 132655"/>
                <a:gd name="connsiteX19" fmla="*/ 101598 w 120909"/>
                <a:gd name="connsiteY19" fmla="*/ 118710 h 132655"/>
                <a:gd name="connsiteX20" fmla="*/ 91552 w 120909"/>
                <a:gd name="connsiteY20" fmla="*/ 67653 h 132655"/>
                <a:gd name="connsiteX21" fmla="*/ 102968 w 120909"/>
                <a:gd name="connsiteY21" fmla="*/ 13946 h 132655"/>
                <a:gd name="connsiteX22" fmla="*/ 39498 w 120909"/>
                <a:gd name="connsiteY22" fmla="*/ 13946 h 132655"/>
                <a:gd name="connsiteX23" fmla="*/ 14155 w 120909"/>
                <a:gd name="connsiteY23" fmla="*/ 39416 h 132655"/>
                <a:gd name="connsiteX24" fmla="*/ 14155 w 120909"/>
                <a:gd name="connsiteY24" fmla="*/ 93239 h 132655"/>
                <a:gd name="connsiteX25" fmla="*/ 39498 w 120909"/>
                <a:gd name="connsiteY25" fmla="*/ 118710 h 13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0909" h="132655">
                  <a:moveTo>
                    <a:pt x="112785" y="132656"/>
                  </a:moveTo>
                  <a:lnTo>
                    <a:pt x="32877" y="132656"/>
                  </a:lnTo>
                  <a:cubicBezTo>
                    <a:pt x="29094" y="132656"/>
                    <a:pt x="26027" y="129561"/>
                    <a:pt x="26026" y="125741"/>
                  </a:cubicBezTo>
                  <a:cubicBezTo>
                    <a:pt x="26026" y="125703"/>
                    <a:pt x="26027" y="125664"/>
                    <a:pt x="26027" y="125625"/>
                  </a:cubicBezTo>
                  <a:cubicBezTo>
                    <a:pt x="26027" y="115059"/>
                    <a:pt x="17544" y="106493"/>
                    <a:pt x="7078" y="106493"/>
                  </a:cubicBezTo>
                  <a:cubicBezTo>
                    <a:pt x="7040" y="106493"/>
                    <a:pt x="7002" y="106493"/>
                    <a:pt x="6963" y="106493"/>
                  </a:cubicBezTo>
                  <a:cubicBezTo>
                    <a:pt x="3118" y="106493"/>
                    <a:pt x="0" y="103346"/>
                    <a:pt x="0" y="99463"/>
                  </a:cubicBezTo>
                  <a:lnTo>
                    <a:pt x="0" y="33193"/>
                  </a:lnTo>
                  <a:cubicBezTo>
                    <a:pt x="0" y="29310"/>
                    <a:pt x="3118" y="26162"/>
                    <a:pt x="6963" y="26162"/>
                  </a:cubicBezTo>
                  <a:cubicBezTo>
                    <a:pt x="17492" y="26162"/>
                    <a:pt x="26027" y="17545"/>
                    <a:pt x="26027" y="6915"/>
                  </a:cubicBezTo>
                  <a:cubicBezTo>
                    <a:pt x="26027" y="3096"/>
                    <a:pt x="29094" y="0"/>
                    <a:pt x="32877" y="0"/>
                  </a:cubicBezTo>
                  <a:lnTo>
                    <a:pt x="113927" y="0"/>
                  </a:lnTo>
                  <a:cubicBezTo>
                    <a:pt x="116433" y="5"/>
                    <a:pt x="118744" y="1369"/>
                    <a:pt x="119977" y="3573"/>
                  </a:cubicBezTo>
                  <a:cubicBezTo>
                    <a:pt x="121221" y="5748"/>
                    <a:pt x="121221" y="8428"/>
                    <a:pt x="119977" y="10603"/>
                  </a:cubicBezTo>
                  <a:cubicBezTo>
                    <a:pt x="110112" y="27942"/>
                    <a:pt x="105100" y="47661"/>
                    <a:pt x="105479" y="67653"/>
                  </a:cubicBezTo>
                  <a:cubicBezTo>
                    <a:pt x="105239" y="86665"/>
                    <a:pt x="109797" y="105425"/>
                    <a:pt x="118721" y="122168"/>
                  </a:cubicBezTo>
                  <a:cubicBezTo>
                    <a:pt x="119965" y="124343"/>
                    <a:pt x="119965" y="127023"/>
                    <a:pt x="118721" y="129198"/>
                  </a:cubicBezTo>
                  <a:cubicBezTo>
                    <a:pt x="117464" y="131305"/>
                    <a:pt x="115221" y="132612"/>
                    <a:pt x="112785" y="132656"/>
                  </a:cubicBezTo>
                  <a:close/>
                  <a:moveTo>
                    <a:pt x="39498" y="118710"/>
                  </a:moveTo>
                  <a:lnTo>
                    <a:pt x="101598" y="118710"/>
                  </a:lnTo>
                  <a:cubicBezTo>
                    <a:pt x="94889" y="102544"/>
                    <a:pt x="91473" y="85180"/>
                    <a:pt x="91552" y="67653"/>
                  </a:cubicBezTo>
                  <a:cubicBezTo>
                    <a:pt x="91464" y="49128"/>
                    <a:pt x="95359" y="30804"/>
                    <a:pt x="102968" y="13946"/>
                  </a:cubicBezTo>
                  <a:lnTo>
                    <a:pt x="39498" y="13946"/>
                  </a:lnTo>
                  <a:cubicBezTo>
                    <a:pt x="36762" y="26737"/>
                    <a:pt x="26837" y="36712"/>
                    <a:pt x="14155" y="39416"/>
                  </a:cubicBezTo>
                  <a:lnTo>
                    <a:pt x="14155" y="93239"/>
                  </a:lnTo>
                  <a:cubicBezTo>
                    <a:pt x="26837" y="95943"/>
                    <a:pt x="36762" y="105918"/>
                    <a:pt x="39498" y="118710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8067C9B-D618-F047-B825-510D1A37CBDA}"/>
                </a:ext>
              </a:extLst>
            </p:cNvPr>
            <p:cNvSpPr/>
            <p:nvPr/>
          </p:nvSpPr>
          <p:spPr>
            <a:xfrm>
              <a:off x="5952649" y="2362819"/>
              <a:ext cx="120509" cy="132887"/>
            </a:xfrm>
            <a:custGeom>
              <a:avLst/>
              <a:gdLst>
                <a:gd name="connsiteX0" fmla="*/ 87633 w 120509"/>
                <a:gd name="connsiteY0" fmla="*/ 132887 h 132887"/>
                <a:gd name="connsiteX1" fmla="*/ 7725 w 120509"/>
                <a:gd name="connsiteY1" fmla="*/ 132887 h 132887"/>
                <a:gd name="connsiteX2" fmla="*/ 1788 w 120509"/>
                <a:gd name="connsiteY2" fmla="*/ 129430 h 132887"/>
                <a:gd name="connsiteX3" fmla="*/ 1788 w 120509"/>
                <a:gd name="connsiteY3" fmla="*/ 122399 h 132887"/>
                <a:gd name="connsiteX4" fmla="*/ 15145 w 120509"/>
                <a:gd name="connsiteY4" fmla="*/ 67885 h 132887"/>
                <a:gd name="connsiteX5" fmla="*/ 989 w 120509"/>
                <a:gd name="connsiteY5" fmla="*/ 10835 h 132887"/>
                <a:gd name="connsiteX6" fmla="*/ 989 w 120509"/>
                <a:gd name="connsiteY6" fmla="*/ 3804 h 132887"/>
                <a:gd name="connsiteX7" fmla="*/ 6697 w 120509"/>
                <a:gd name="connsiteY7" fmla="*/ 1 h 132887"/>
                <a:gd name="connsiteX8" fmla="*/ 87633 w 120509"/>
                <a:gd name="connsiteY8" fmla="*/ 1 h 132887"/>
                <a:gd name="connsiteX9" fmla="*/ 94595 w 120509"/>
                <a:gd name="connsiteY9" fmla="*/ 6800 h 132887"/>
                <a:gd name="connsiteX10" fmla="*/ 94596 w 120509"/>
                <a:gd name="connsiteY10" fmla="*/ 6916 h 132887"/>
                <a:gd name="connsiteX11" fmla="*/ 113546 w 120509"/>
                <a:gd name="connsiteY11" fmla="*/ 26163 h 132887"/>
                <a:gd name="connsiteX12" fmla="*/ 120510 w 120509"/>
                <a:gd name="connsiteY12" fmla="*/ 33194 h 132887"/>
                <a:gd name="connsiteX13" fmla="*/ 120509 w 120509"/>
                <a:gd name="connsiteY13" fmla="*/ 99464 h 132887"/>
                <a:gd name="connsiteX14" fmla="*/ 113546 w 120509"/>
                <a:gd name="connsiteY14" fmla="*/ 106494 h 132887"/>
                <a:gd name="connsiteX15" fmla="*/ 94596 w 120509"/>
                <a:gd name="connsiteY15" fmla="*/ 125626 h 132887"/>
                <a:gd name="connsiteX16" fmla="*/ 87865 w 120509"/>
                <a:gd name="connsiteY16" fmla="*/ 132883 h 132887"/>
                <a:gd name="connsiteX17" fmla="*/ 87633 w 120509"/>
                <a:gd name="connsiteY17" fmla="*/ 132887 h 132887"/>
                <a:gd name="connsiteX18" fmla="*/ 19140 w 120509"/>
                <a:gd name="connsiteY18" fmla="*/ 118942 h 132887"/>
                <a:gd name="connsiteX19" fmla="*/ 81240 w 120509"/>
                <a:gd name="connsiteY19" fmla="*/ 118942 h 132887"/>
                <a:gd name="connsiteX20" fmla="*/ 106468 w 120509"/>
                <a:gd name="connsiteY20" fmla="*/ 93471 h 132887"/>
                <a:gd name="connsiteX21" fmla="*/ 106468 w 120509"/>
                <a:gd name="connsiteY21" fmla="*/ 39648 h 132887"/>
                <a:gd name="connsiteX22" fmla="*/ 81240 w 120509"/>
                <a:gd name="connsiteY22" fmla="*/ 14177 h 132887"/>
                <a:gd name="connsiteX23" fmla="*/ 18227 w 120509"/>
                <a:gd name="connsiteY23" fmla="*/ 14177 h 132887"/>
                <a:gd name="connsiteX24" fmla="*/ 19368 w 120509"/>
                <a:gd name="connsiteY24" fmla="*/ 118942 h 13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0509" h="132887">
                  <a:moveTo>
                    <a:pt x="87633" y="132887"/>
                  </a:moveTo>
                  <a:lnTo>
                    <a:pt x="7725" y="132887"/>
                  </a:lnTo>
                  <a:cubicBezTo>
                    <a:pt x="5288" y="132843"/>
                    <a:pt x="3046" y="131537"/>
                    <a:pt x="1788" y="129430"/>
                  </a:cubicBezTo>
                  <a:cubicBezTo>
                    <a:pt x="545" y="127254"/>
                    <a:pt x="545" y="124574"/>
                    <a:pt x="1788" y="122399"/>
                  </a:cubicBezTo>
                  <a:cubicBezTo>
                    <a:pt x="10753" y="105667"/>
                    <a:pt x="15349" y="86906"/>
                    <a:pt x="15145" y="67885"/>
                  </a:cubicBezTo>
                  <a:cubicBezTo>
                    <a:pt x="15680" y="47919"/>
                    <a:pt x="10784" y="28188"/>
                    <a:pt x="989" y="10835"/>
                  </a:cubicBezTo>
                  <a:cubicBezTo>
                    <a:pt x="-330" y="8680"/>
                    <a:pt x="-330" y="5959"/>
                    <a:pt x="989" y="3804"/>
                  </a:cubicBezTo>
                  <a:cubicBezTo>
                    <a:pt x="2084" y="1600"/>
                    <a:pt x="4259" y="150"/>
                    <a:pt x="6697" y="1"/>
                  </a:cubicBezTo>
                  <a:lnTo>
                    <a:pt x="87633" y="1"/>
                  </a:lnTo>
                  <a:cubicBezTo>
                    <a:pt x="91415" y="-63"/>
                    <a:pt x="94532" y="2981"/>
                    <a:pt x="94595" y="6800"/>
                  </a:cubicBezTo>
                  <a:cubicBezTo>
                    <a:pt x="94596" y="6839"/>
                    <a:pt x="94596" y="6877"/>
                    <a:pt x="94596" y="6916"/>
                  </a:cubicBezTo>
                  <a:cubicBezTo>
                    <a:pt x="94596" y="17501"/>
                    <a:pt x="103062" y="26100"/>
                    <a:pt x="113546" y="26163"/>
                  </a:cubicBezTo>
                  <a:cubicBezTo>
                    <a:pt x="117392" y="26163"/>
                    <a:pt x="120510" y="29311"/>
                    <a:pt x="120510" y="33194"/>
                  </a:cubicBezTo>
                  <a:lnTo>
                    <a:pt x="120509" y="99464"/>
                  </a:lnTo>
                  <a:cubicBezTo>
                    <a:pt x="120509" y="103347"/>
                    <a:pt x="117392" y="106494"/>
                    <a:pt x="113546" y="106494"/>
                  </a:cubicBezTo>
                  <a:cubicBezTo>
                    <a:pt x="103080" y="106494"/>
                    <a:pt x="94596" y="115060"/>
                    <a:pt x="94596" y="125626"/>
                  </a:cubicBezTo>
                  <a:cubicBezTo>
                    <a:pt x="94722" y="129507"/>
                    <a:pt x="91709" y="132756"/>
                    <a:pt x="87865" y="132883"/>
                  </a:cubicBezTo>
                  <a:cubicBezTo>
                    <a:pt x="87788" y="132886"/>
                    <a:pt x="87710" y="132887"/>
                    <a:pt x="87633" y="132887"/>
                  </a:cubicBezTo>
                  <a:close/>
                  <a:moveTo>
                    <a:pt x="19140" y="118942"/>
                  </a:moveTo>
                  <a:lnTo>
                    <a:pt x="81240" y="118942"/>
                  </a:lnTo>
                  <a:cubicBezTo>
                    <a:pt x="84037" y="106225"/>
                    <a:pt x="93873" y="96294"/>
                    <a:pt x="106468" y="93471"/>
                  </a:cubicBezTo>
                  <a:lnTo>
                    <a:pt x="106468" y="39648"/>
                  </a:lnTo>
                  <a:cubicBezTo>
                    <a:pt x="93873" y="36824"/>
                    <a:pt x="84037" y="26893"/>
                    <a:pt x="81240" y="14177"/>
                  </a:cubicBezTo>
                  <a:lnTo>
                    <a:pt x="18227" y="14177"/>
                  </a:lnTo>
                  <a:cubicBezTo>
                    <a:pt x="32735" y="47482"/>
                    <a:pt x="33148" y="85323"/>
                    <a:pt x="19368" y="118942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BAB2C59-21F2-4444-9C9C-F236E92D5341}"/>
                </a:ext>
              </a:extLst>
            </p:cNvPr>
            <p:cNvSpPr/>
            <p:nvPr/>
          </p:nvSpPr>
          <p:spPr>
            <a:xfrm>
              <a:off x="5882348" y="2373470"/>
              <a:ext cx="65985" cy="111805"/>
            </a:xfrm>
            <a:custGeom>
              <a:avLst/>
              <a:gdLst>
                <a:gd name="connsiteX0" fmla="*/ 32934 w 65985"/>
                <a:gd name="connsiteY0" fmla="*/ 111748 h 111805"/>
                <a:gd name="connsiteX1" fmla="*/ 58 w 65985"/>
                <a:gd name="connsiteY1" fmla="*/ 80400 h 111805"/>
                <a:gd name="connsiteX2" fmla="*/ 6074 w 65985"/>
                <a:gd name="connsiteY2" fmla="*/ 72529 h 111805"/>
                <a:gd name="connsiteX3" fmla="*/ 13871 w 65985"/>
                <a:gd name="connsiteY3" fmla="*/ 78603 h 111805"/>
                <a:gd name="connsiteX4" fmla="*/ 13871 w 65985"/>
                <a:gd name="connsiteY4" fmla="*/ 80400 h 111805"/>
                <a:gd name="connsiteX5" fmla="*/ 31135 w 65985"/>
                <a:gd name="connsiteY5" fmla="*/ 101518 h 111805"/>
                <a:gd name="connsiteX6" fmla="*/ 52052 w 65985"/>
                <a:gd name="connsiteY6" fmla="*/ 84088 h 111805"/>
                <a:gd name="connsiteX7" fmla="*/ 34788 w 65985"/>
                <a:gd name="connsiteY7" fmla="*/ 62969 h 111805"/>
                <a:gd name="connsiteX8" fmla="*/ 32934 w 65985"/>
                <a:gd name="connsiteY8" fmla="*/ 62881 h 111805"/>
                <a:gd name="connsiteX9" fmla="*/ 3530 w 65985"/>
                <a:gd name="connsiteY9" fmla="*/ 29736 h 111805"/>
                <a:gd name="connsiteX10" fmla="*/ 36359 w 65985"/>
                <a:gd name="connsiteY10" fmla="*/ 48 h 111805"/>
                <a:gd name="connsiteX11" fmla="*/ 65811 w 65985"/>
                <a:gd name="connsiteY11" fmla="*/ 31417 h 111805"/>
                <a:gd name="connsiteX12" fmla="*/ 59794 w 65985"/>
                <a:gd name="connsiteY12" fmla="*/ 39288 h 111805"/>
                <a:gd name="connsiteX13" fmla="*/ 51998 w 65985"/>
                <a:gd name="connsiteY13" fmla="*/ 33214 h 111805"/>
                <a:gd name="connsiteX14" fmla="*/ 51998 w 65985"/>
                <a:gd name="connsiteY14" fmla="*/ 31417 h 111805"/>
                <a:gd name="connsiteX15" fmla="*/ 34734 w 65985"/>
                <a:gd name="connsiteY15" fmla="*/ 10299 h 111805"/>
                <a:gd name="connsiteX16" fmla="*/ 13817 w 65985"/>
                <a:gd name="connsiteY16" fmla="*/ 27729 h 111805"/>
                <a:gd name="connsiteX17" fmla="*/ 31081 w 65985"/>
                <a:gd name="connsiteY17" fmla="*/ 48848 h 111805"/>
                <a:gd name="connsiteX18" fmla="*/ 32934 w 65985"/>
                <a:gd name="connsiteY18" fmla="*/ 48936 h 111805"/>
                <a:gd name="connsiteX19" fmla="*/ 65927 w 65985"/>
                <a:gd name="connsiteY19" fmla="*/ 78439 h 111805"/>
                <a:gd name="connsiteX20" fmla="*/ 36705 w 65985"/>
                <a:gd name="connsiteY20" fmla="*/ 111748 h 111805"/>
                <a:gd name="connsiteX21" fmla="*/ 32934 w 65985"/>
                <a:gd name="connsiteY21" fmla="*/ 111748 h 11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985" h="111805">
                  <a:moveTo>
                    <a:pt x="32934" y="111748"/>
                  </a:moveTo>
                  <a:cubicBezTo>
                    <a:pt x="15303" y="112201"/>
                    <a:pt x="617" y="98197"/>
                    <a:pt x="58" y="80400"/>
                  </a:cubicBezTo>
                  <a:cubicBezTo>
                    <a:pt x="-434" y="76549"/>
                    <a:pt x="2260" y="73025"/>
                    <a:pt x="6074" y="72529"/>
                  </a:cubicBezTo>
                  <a:cubicBezTo>
                    <a:pt x="9889" y="72032"/>
                    <a:pt x="13379" y="74752"/>
                    <a:pt x="13871" y="78603"/>
                  </a:cubicBezTo>
                  <a:cubicBezTo>
                    <a:pt x="13947" y="79199"/>
                    <a:pt x="13947" y="79803"/>
                    <a:pt x="13871" y="80400"/>
                  </a:cubicBezTo>
                  <a:cubicBezTo>
                    <a:pt x="12862" y="91045"/>
                    <a:pt x="20591" y="100500"/>
                    <a:pt x="31135" y="101518"/>
                  </a:cubicBezTo>
                  <a:cubicBezTo>
                    <a:pt x="41679" y="102536"/>
                    <a:pt x="51044" y="94733"/>
                    <a:pt x="52052" y="84088"/>
                  </a:cubicBezTo>
                  <a:cubicBezTo>
                    <a:pt x="53061" y="73443"/>
                    <a:pt x="45331" y="63988"/>
                    <a:pt x="34788" y="62969"/>
                  </a:cubicBezTo>
                  <a:cubicBezTo>
                    <a:pt x="34172" y="62910"/>
                    <a:pt x="33553" y="62880"/>
                    <a:pt x="32934" y="62881"/>
                  </a:cubicBezTo>
                  <a:cubicBezTo>
                    <a:pt x="15749" y="61926"/>
                    <a:pt x="2584" y="47087"/>
                    <a:pt x="3530" y="29736"/>
                  </a:cubicBezTo>
                  <a:cubicBezTo>
                    <a:pt x="4475" y="12385"/>
                    <a:pt x="19174" y="-906"/>
                    <a:pt x="36359" y="48"/>
                  </a:cubicBezTo>
                  <a:cubicBezTo>
                    <a:pt x="52862" y="965"/>
                    <a:pt x="65786" y="14730"/>
                    <a:pt x="65811" y="31417"/>
                  </a:cubicBezTo>
                  <a:cubicBezTo>
                    <a:pt x="66302" y="35268"/>
                    <a:pt x="63609" y="38792"/>
                    <a:pt x="59794" y="39288"/>
                  </a:cubicBezTo>
                  <a:cubicBezTo>
                    <a:pt x="55980" y="39784"/>
                    <a:pt x="52490" y="37065"/>
                    <a:pt x="51998" y="33214"/>
                  </a:cubicBezTo>
                  <a:cubicBezTo>
                    <a:pt x="51922" y="32617"/>
                    <a:pt x="51922" y="32014"/>
                    <a:pt x="51998" y="31417"/>
                  </a:cubicBezTo>
                  <a:cubicBezTo>
                    <a:pt x="53007" y="20772"/>
                    <a:pt x="45278" y="11317"/>
                    <a:pt x="34734" y="10299"/>
                  </a:cubicBezTo>
                  <a:cubicBezTo>
                    <a:pt x="24190" y="9280"/>
                    <a:pt x="14825" y="17084"/>
                    <a:pt x="13817" y="27729"/>
                  </a:cubicBezTo>
                  <a:cubicBezTo>
                    <a:pt x="12808" y="38374"/>
                    <a:pt x="20537" y="47829"/>
                    <a:pt x="31081" y="48848"/>
                  </a:cubicBezTo>
                  <a:cubicBezTo>
                    <a:pt x="31697" y="48907"/>
                    <a:pt x="32316" y="48937"/>
                    <a:pt x="32934" y="48936"/>
                  </a:cubicBezTo>
                  <a:cubicBezTo>
                    <a:pt x="50115" y="47884"/>
                    <a:pt x="64886" y="61093"/>
                    <a:pt x="65927" y="78439"/>
                  </a:cubicBezTo>
                  <a:cubicBezTo>
                    <a:pt x="66968" y="95784"/>
                    <a:pt x="53885" y="110697"/>
                    <a:pt x="36705" y="111748"/>
                  </a:cubicBezTo>
                  <a:cubicBezTo>
                    <a:pt x="35449" y="111825"/>
                    <a:pt x="34190" y="111825"/>
                    <a:pt x="32934" y="11174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679B2A05-BA98-7641-914B-FC28894ABA8F}"/>
                </a:ext>
              </a:extLst>
            </p:cNvPr>
            <p:cNvSpPr/>
            <p:nvPr/>
          </p:nvSpPr>
          <p:spPr>
            <a:xfrm>
              <a:off x="5908319" y="2364409"/>
              <a:ext cx="13812" cy="130721"/>
            </a:xfrm>
            <a:custGeom>
              <a:avLst/>
              <a:gdLst>
                <a:gd name="connsiteX0" fmla="*/ 6963 w 13812"/>
                <a:gd name="connsiteY0" fmla="*/ 130721 h 130721"/>
                <a:gd name="connsiteX1" fmla="*/ 1 w 13812"/>
                <a:gd name="connsiteY1" fmla="*/ 123922 h 130721"/>
                <a:gd name="connsiteX2" fmla="*/ 0 w 13812"/>
                <a:gd name="connsiteY2" fmla="*/ 123806 h 130721"/>
                <a:gd name="connsiteX3" fmla="*/ 0 w 13812"/>
                <a:gd name="connsiteY3" fmla="*/ 6133 h 130721"/>
                <a:gd name="connsiteX4" fmla="*/ 7796 w 13812"/>
                <a:gd name="connsiteY4" fmla="*/ 58 h 130721"/>
                <a:gd name="connsiteX5" fmla="*/ 13813 w 13812"/>
                <a:gd name="connsiteY5" fmla="*/ 6133 h 130721"/>
                <a:gd name="connsiteX6" fmla="*/ 13813 w 13812"/>
                <a:gd name="connsiteY6" fmla="*/ 123806 h 130721"/>
                <a:gd name="connsiteX7" fmla="*/ 6963 w 13812"/>
                <a:gd name="connsiteY7" fmla="*/ 130721 h 13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2" h="130721">
                  <a:moveTo>
                    <a:pt x="6963" y="130721"/>
                  </a:moveTo>
                  <a:cubicBezTo>
                    <a:pt x="3181" y="130784"/>
                    <a:pt x="64" y="127741"/>
                    <a:pt x="1" y="123922"/>
                  </a:cubicBezTo>
                  <a:cubicBezTo>
                    <a:pt x="0" y="123883"/>
                    <a:pt x="0" y="123844"/>
                    <a:pt x="0" y="123806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123806"/>
                  </a:lnTo>
                  <a:cubicBezTo>
                    <a:pt x="13813" y="127625"/>
                    <a:pt x="10746" y="130721"/>
                    <a:pt x="6963" y="13072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6B52E7F-CDF6-3F40-B148-9658AF36D621}"/>
                </a:ext>
              </a:extLst>
            </p:cNvPr>
            <p:cNvSpPr/>
            <p:nvPr/>
          </p:nvSpPr>
          <p:spPr>
            <a:xfrm>
              <a:off x="5739827" y="2242818"/>
              <a:ext cx="13812" cy="30567"/>
            </a:xfrm>
            <a:custGeom>
              <a:avLst/>
              <a:gdLst>
                <a:gd name="connsiteX0" fmla="*/ 6963 w 13812"/>
                <a:gd name="connsiteY0" fmla="*/ 30566 h 30567"/>
                <a:gd name="connsiteX1" fmla="*/ 1 w 13812"/>
                <a:gd name="connsiteY1" fmla="*/ 23767 h 30567"/>
                <a:gd name="connsiteX2" fmla="*/ 0 w 13812"/>
                <a:gd name="connsiteY2" fmla="*/ 23651 h 30567"/>
                <a:gd name="connsiteX3" fmla="*/ 0 w 13812"/>
                <a:gd name="connsiteY3" fmla="*/ 6133 h 30567"/>
                <a:gd name="connsiteX4" fmla="*/ 7796 w 13812"/>
                <a:gd name="connsiteY4" fmla="*/ 58 h 30567"/>
                <a:gd name="connsiteX5" fmla="*/ 13813 w 13812"/>
                <a:gd name="connsiteY5" fmla="*/ 6133 h 30567"/>
                <a:gd name="connsiteX6" fmla="*/ 13813 w 13812"/>
                <a:gd name="connsiteY6" fmla="*/ 23651 h 30567"/>
                <a:gd name="connsiteX7" fmla="*/ 6963 w 13812"/>
                <a:gd name="connsiteY7" fmla="*/ 30566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2" h="30567">
                  <a:moveTo>
                    <a:pt x="6963" y="30566"/>
                  </a:moveTo>
                  <a:cubicBezTo>
                    <a:pt x="3181" y="30630"/>
                    <a:pt x="64" y="27586"/>
                    <a:pt x="1" y="23767"/>
                  </a:cubicBezTo>
                  <a:cubicBezTo>
                    <a:pt x="0" y="23729"/>
                    <a:pt x="0" y="23690"/>
                    <a:pt x="0" y="23651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23651"/>
                  </a:lnTo>
                  <a:cubicBezTo>
                    <a:pt x="13813" y="27470"/>
                    <a:pt x="10746" y="30566"/>
                    <a:pt x="6963" y="3056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6F7C328B-9D0E-7846-B5F6-0C39F037ACCB}"/>
                </a:ext>
              </a:extLst>
            </p:cNvPr>
            <p:cNvSpPr/>
            <p:nvPr/>
          </p:nvSpPr>
          <p:spPr>
            <a:xfrm>
              <a:off x="5739769" y="2286431"/>
              <a:ext cx="13927" cy="32363"/>
            </a:xfrm>
            <a:custGeom>
              <a:avLst/>
              <a:gdLst>
                <a:gd name="connsiteX0" fmla="*/ 7021 w 13927"/>
                <a:gd name="connsiteY0" fmla="*/ 32363 h 32363"/>
                <a:gd name="connsiteX1" fmla="*/ 58 w 13927"/>
                <a:gd name="connsiteY1" fmla="*/ 25333 h 32363"/>
                <a:gd name="connsiteX2" fmla="*/ 58 w 13927"/>
                <a:gd name="connsiteY2" fmla="*/ 7929 h 32363"/>
                <a:gd name="connsiteX3" fmla="*/ 6074 w 13927"/>
                <a:gd name="connsiteY3" fmla="*/ 58 h 32363"/>
                <a:gd name="connsiteX4" fmla="*/ 13871 w 13927"/>
                <a:gd name="connsiteY4" fmla="*/ 6133 h 32363"/>
                <a:gd name="connsiteX5" fmla="*/ 13871 w 13927"/>
                <a:gd name="connsiteY5" fmla="*/ 7929 h 32363"/>
                <a:gd name="connsiteX6" fmla="*/ 13871 w 13927"/>
                <a:gd name="connsiteY6" fmla="*/ 25333 h 32363"/>
                <a:gd name="connsiteX7" fmla="*/ 7136 w 13927"/>
                <a:gd name="connsiteY7" fmla="*/ 32362 h 32363"/>
                <a:gd name="connsiteX8" fmla="*/ 7021 w 13927"/>
                <a:gd name="connsiteY8" fmla="*/ 32363 h 3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7" h="32363">
                  <a:moveTo>
                    <a:pt x="7021" y="32363"/>
                  </a:moveTo>
                  <a:cubicBezTo>
                    <a:pt x="3175" y="32363"/>
                    <a:pt x="58" y="29215"/>
                    <a:pt x="58" y="25333"/>
                  </a:cubicBezTo>
                  <a:lnTo>
                    <a:pt x="58" y="7929"/>
                  </a:lnTo>
                  <a:cubicBezTo>
                    <a:pt x="-434" y="4079"/>
                    <a:pt x="2260" y="555"/>
                    <a:pt x="6074" y="58"/>
                  </a:cubicBezTo>
                  <a:cubicBezTo>
                    <a:pt x="9889" y="-438"/>
                    <a:pt x="13379" y="2282"/>
                    <a:pt x="13871" y="6133"/>
                  </a:cubicBezTo>
                  <a:cubicBezTo>
                    <a:pt x="13947" y="6729"/>
                    <a:pt x="13947" y="7333"/>
                    <a:pt x="13871" y="7929"/>
                  </a:cubicBezTo>
                  <a:lnTo>
                    <a:pt x="13871" y="25333"/>
                  </a:lnTo>
                  <a:cubicBezTo>
                    <a:pt x="13934" y="29151"/>
                    <a:pt x="10919" y="32298"/>
                    <a:pt x="7136" y="32362"/>
                  </a:cubicBezTo>
                  <a:cubicBezTo>
                    <a:pt x="7098" y="32363"/>
                    <a:pt x="7060" y="32363"/>
                    <a:pt x="7021" y="3236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0C94E03C-EE76-8843-A5FE-950040AB1809}"/>
                </a:ext>
              </a:extLst>
            </p:cNvPr>
            <p:cNvSpPr/>
            <p:nvPr/>
          </p:nvSpPr>
          <p:spPr>
            <a:xfrm>
              <a:off x="5713906" y="2161203"/>
              <a:ext cx="101066" cy="95677"/>
            </a:xfrm>
            <a:custGeom>
              <a:avLst/>
              <a:gdLst>
                <a:gd name="connsiteX0" fmla="*/ 67816 w 101066"/>
                <a:gd name="connsiteY0" fmla="*/ 94778 h 95677"/>
                <a:gd name="connsiteX1" fmla="*/ 60852 w 101066"/>
                <a:gd name="connsiteY1" fmla="*/ 87748 h 95677"/>
                <a:gd name="connsiteX2" fmla="*/ 60852 w 101066"/>
                <a:gd name="connsiteY2" fmla="*/ 55131 h 95677"/>
                <a:gd name="connsiteX3" fmla="*/ 67816 w 101066"/>
                <a:gd name="connsiteY3" fmla="*/ 48216 h 95677"/>
                <a:gd name="connsiteX4" fmla="*/ 78090 w 101066"/>
                <a:gd name="connsiteY4" fmla="*/ 48216 h 95677"/>
                <a:gd name="connsiteX5" fmla="*/ 50350 w 101066"/>
                <a:gd name="connsiteY5" fmla="*/ 17213 h 95677"/>
                <a:gd name="connsiteX6" fmla="*/ 22839 w 101066"/>
                <a:gd name="connsiteY6" fmla="*/ 48216 h 95677"/>
                <a:gd name="connsiteX7" fmla="*/ 33227 w 101066"/>
                <a:gd name="connsiteY7" fmla="*/ 48216 h 95677"/>
                <a:gd name="connsiteX8" fmla="*/ 40076 w 101066"/>
                <a:gd name="connsiteY8" fmla="*/ 55131 h 95677"/>
                <a:gd name="connsiteX9" fmla="*/ 40076 w 101066"/>
                <a:gd name="connsiteY9" fmla="*/ 87748 h 95677"/>
                <a:gd name="connsiteX10" fmla="*/ 34060 w 101066"/>
                <a:gd name="connsiteY10" fmla="*/ 95619 h 95677"/>
                <a:gd name="connsiteX11" fmla="*/ 26264 w 101066"/>
                <a:gd name="connsiteY11" fmla="*/ 89544 h 95677"/>
                <a:gd name="connsiteX12" fmla="*/ 26264 w 101066"/>
                <a:gd name="connsiteY12" fmla="*/ 87748 h 95677"/>
                <a:gd name="connsiteX13" fmla="*/ 26264 w 101066"/>
                <a:gd name="connsiteY13" fmla="*/ 62161 h 95677"/>
                <a:gd name="connsiteX14" fmla="*/ 6971 w 101066"/>
                <a:gd name="connsiteY14" fmla="*/ 62161 h 95677"/>
                <a:gd name="connsiteX15" fmla="*/ 579 w 101066"/>
                <a:gd name="connsiteY15" fmla="*/ 58012 h 95677"/>
                <a:gd name="connsiteX16" fmla="*/ 1834 w 101066"/>
                <a:gd name="connsiteY16" fmla="*/ 50521 h 95677"/>
                <a:gd name="connsiteX17" fmla="*/ 45670 w 101066"/>
                <a:gd name="connsiteY17" fmla="*/ 2230 h 95677"/>
                <a:gd name="connsiteX18" fmla="*/ 55676 w 101066"/>
                <a:gd name="connsiteY18" fmla="*/ 1959 h 95677"/>
                <a:gd name="connsiteX19" fmla="*/ 55944 w 101066"/>
                <a:gd name="connsiteY19" fmla="*/ 2230 h 95677"/>
                <a:gd name="connsiteX20" fmla="*/ 99323 w 101066"/>
                <a:gd name="connsiteY20" fmla="*/ 50521 h 95677"/>
                <a:gd name="connsiteX21" fmla="*/ 98784 w 101066"/>
                <a:gd name="connsiteY21" fmla="*/ 60285 h 95677"/>
                <a:gd name="connsiteX22" fmla="*/ 94186 w 101066"/>
                <a:gd name="connsiteY22" fmla="*/ 62046 h 95677"/>
                <a:gd name="connsiteX23" fmla="*/ 74779 w 101066"/>
                <a:gd name="connsiteY23" fmla="*/ 62046 h 95677"/>
                <a:gd name="connsiteX24" fmla="*/ 74779 w 101066"/>
                <a:gd name="connsiteY24" fmla="*/ 87632 h 95677"/>
                <a:gd name="connsiteX25" fmla="*/ 67931 w 101066"/>
                <a:gd name="connsiteY25" fmla="*/ 94777 h 95677"/>
                <a:gd name="connsiteX26" fmla="*/ 67816 w 101066"/>
                <a:gd name="connsiteY26" fmla="*/ 94778 h 95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066" h="95677">
                  <a:moveTo>
                    <a:pt x="67816" y="94778"/>
                  </a:moveTo>
                  <a:cubicBezTo>
                    <a:pt x="63970" y="94778"/>
                    <a:pt x="60852" y="91630"/>
                    <a:pt x="60852" y="87748"/>
                  </a:cubicBezTo>
                  <a:lnTo>
                    <a:pt x="60852" y="55131"/>
                  </a:lnTo>
                  <a:cubicBezTo>
                    <a:pt x="60915" y="51293"/>
                    <a:pt x="64014" y="48215"/>
                    <a:pt x="67816" y="48216"/>
                  </a:cubicBezTo>
                  <a:lnTo>
                    <a:pt x="78090" y="48216"/>
                  </a:lnTo>
                  <a:lnTo>
                    <a:pt x="50350" y="17213"/>
                  </a:lnTo>
                  <a:lnTo>
                    <a:pt x="22839" y="48216"/>
                  </a:lnTo>
                  <a:lnTo>
                    <a:pt x="33227" y="48216"/>
                  </a:lnTo>
                  <a:cubicBezTo>
                    <a:pt x="37010" y="48216"/>
                    <a:pt x="40076" y="51312"/>
                    <a:pt x="40076" y="55131"/>
                  </a:cubicBezTo>
                  <a:lnTo>
                    <a:pt x="40076" y="87748"/>
                  </a:lnTo>
                  <a:cubicBezTo>
                    <a:pt x="40568" y="91598"/>
                    <a:pt x="37874" y="95123"/>
                    <a:pt x="34060" y="95619"/>
                  </a:cubicBezTo>
                  <a:cubicBezTo>
                    <a:pt x="30245" y="96115"/>
                    <a:pt x="26755" y="93395"/>
                    <a:pt x="26264" y="89544"/>
                  </a:cubicBezTo>
                  <a:cubicBezTo>
                    <a:pt x="26187" y="88948"/>
                    <a:pt x="26187" y="88344"/>
                    <a:pt x="26264" y="87748"/>
                  </a:cubicBezTo>
                  <a:lnTo>
                    <a:pt x="26264" y="62161"/>
                  </a:lnTo>
                  <a:lnTo>
                    <a:pt x="6971" y="62161"/>
                  </a:lnTo>
                  <a:cubicBezTo>
                    <a:pt x="4223" y="62149"/>
                    <a:pt x="1731" y="60531"/>
                    <a:pt x="579" y="58012"/>
                  </a:cubicBezTo>
                  <a:cubicBezTo>
                    <a:pt x="-521" y="55486"/>
                    <a:pt x="-27" y="52541"/>
                    <a:pt x="1834" y="50521"/>
                  </a:cubicBezTo>
                  <a:lnTo>
                    <a:pt x="45670" y="2230"/>
                  </a:lnTo>
                  <a:cubicBezTo>
                    <a:pt x="48359" y="-634"/>
                    <a:pt x="52838" y="-755"/>
                    <a:pt x="55676" y="1959"/>
                  </a:cubicBezTo>
                  <a:cubicBezTo>
                    <a:pt x="55767" y="2047"/>
                    <a:pt x="55857" y="2137"/>
                    <a:pt x="55944" y="2230"/>
                  </a:cubicBezTo>
                  <a:lnTo>
                    <a:pt x="99323" y="50521"/>
                  </a:lnTo>
                  <a:cubicBezTo>
                    <a:pt x="101845" y="53368"/>
                    <a:pt x="101603" y="57739"/>
                    <a:pt x="98784" y="60285"/>
                  </a:cubicBezTo>
                  <a:cubicBezTo>
                    <a:pt x="97520" y="61427"/>
                    <a:pt x="95881" y="62054"/>
                    <a:pt x="94186" y="62046"/>
                  </a:cubicBezTo>
                  <a:lnTo>
                    <a:pt x="74779" y="62046"/>
                  </a:lnTo>
                  <a:lnTo>
                    <a:pt x="74779" y="87632"/>
                  </a:lnTo>
                  <a:cubicBezTo>
                    <a:pt x="74842" y="91515"/>
                    <a:pt x="71776" y="94713"/>
                    <a:pt x="67931" y="94777"/>
                  </a:cubicBezTo>
                  <a:cubicBezTo>
                    <a:pt x="67893" y="94778"/>
                    <a:pt x="67854" y="94778"/>
                    <a:pt x="67816" y="9477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79329353-B4FD-9D45-B180-098C02943B65}"/>
                </a:ext>
              </a:extLst>
            </p:cNvPr>
            <p:cNvSpPr/>
            <p:nvPr/>
          </p:nvSpPr>
          <p:spPr>
            <a:xfrm>
              <a:off x="5774758" y="2287330"/>
              <a:ext cx="13926" cy="31463"/>
            </a:xfrm>
            <a:custGeom>
              <a:avLst/>
              <a:gdLst>
                <a:gd name="connsiteX0" fmla="*/ 6963 w 13926"/>
                <a:gd name="connsiteY0" fmla="*/ 31464 h 31463"/>
                <a:gd name="connsiteX1" fmla="*/ 0 w 13926"/>
                <a:gd name="connsiteY1" fmla="*/ 24434 h 31463"/>
                <a:gd name="connsiteX2" fmla="*/ 0 w 13926"/>
                <a:gd name="connsiteY2" fmla="*/ 7030 h 31463"/>
                <a:gd name="connsiteX3" fmla="*/ 6963 w 13926"/>
                <a:gd name="connsiteY3" fmla="*/ 0 h 31463"/>
                <a:gd name="connsiteX4" fmla="*/ 13927 w 13926"/>
                <a:gd name="connsiteY4" fmla="*/ 7030 h 31463"/>
                <a:gd name="connsiteX5" fmla="*/ 13927 w 13926"/>
                <a:gd name="connsiteY5" fmla="*/ 24434 h 31463"/>
                <a:gd name="connsiteX6" fmla="*/ 6963 w 13926"/>
                <a:gd name="connsiteY6" fmla="*/ 31464 h 3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26" h="31463">
                  <a:moveTo>
                    <a:pt x="6963" y="31464"/>
                  </a:moveTo>
                  <a:cubicBezTo>
                    <a:pt x="3118" y="31464"/>
                    <a:pt x="0" y="28316"/>
                    <a:pt x="0" y="24434"/>
                  </a:cubicBezTo>
                  <a:lnTo>
                    <a:pt x="0" y="7030"/>
                  </a:lnTo>
                  <a:cubicBezTo>
                    <a:pt x="0" y="3148"/>
                    <a:pt x="3118" y="0"/>
                    <a:pt x="6963" y="0"/>
                  </a:cubicBezTo>
                  <a:cubicBezTo>
                    <a:pt x="10809" y="0"/>
                    <a:pt x="13927" y="3148"/>
                    <a:pt x="13927" y="7030"/>
                  </a:cubicBezTo>
                  <a:lnTo>
                    <a:pt x="13927" y="24434"/>
                  </a:lnTo>
                  <a:cubicBezTo>
                    <a:pt x="13927" y="28316"/>
                    <a:pt x="10809" y="31464"/>
                    <a:pt x="6963" y="31464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BD1615CC-3A5A-5B48-8A03-2857506AC1C7}"/>
                </a:ext>
              </a:extLst>
            </p:cNvPr>
            <p:cNvSpPr/>
            <p:nvPr/>
          </p:nvSpPr>
          <p:spPr>
            <a:xfrm>
              <a:off x="5774758" y="2242034"/>
              <a:ext cx="13926" cy="31350"/>
            </a:xfrm>
            <a:custGeom>
              <a:avLst/>
              <a:gdLst>
                <a:gd name="connsiteX0" fmla="*/ 6963 w 13926"/>
                <a:gd name="connsiteY0" fmla="*/ 31350 h 31350"/>
                <a:gd name="connsiteX1" fmla="*/ 0 w 13926"/>
                <a:gd name="connsiteY1" fmla="*/ 24435 h 31350"/>
                <a:gd name="connsiteX2" fmla="*/ 0 w 13926"/>
                <a:gd name="connsiteY2" fmla="*/ 6916 h 31350"/>
                <a:gd name="connsiteX3" fmla="*/ 6963 w 13926"/>
                <a:gd name="connsiteY3" fmla="*/ 1 h 31350"/>
                <a:gd name="connsiteX4" fmla="*/ 13926 w 13926"/>
                <a:gd name="connsiteY4" fmla="*/ 6800 h 31350"/>
                <a:gd name="connsiteX5" fmla="*/ 13927 w 13926"/>
                <a:gd name="connsiteY5" fmla="*/ 6916 h 31350"/>
                <a:gd name="connsiteX6" fmla="*/ 13927 w 13926"/>
                <a:gd name="connsiteY6" fmla="*/ 24435 h 31350"/>
                <a:gd name="connsiteX7" fmla="*/ 7079 w 13926"/>
                <a:gd name="connsiteY7" fmla="*/ 31351 h 31350"/>
                <a:gd name="connsiteX8" fmla="*/ 6963 w 13926"/>
                <a:gd name="connsiteY8" fmla="*/ 31350 h 3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6" h="31350">
                  <a:moveTo>
                    <a:pt x="6963" y="31350"/>
                  </a:moveTo>
                  <a:cubicBezTo>
                    <a:pt x="3162" y="31350"/>
                    <a:pt x="62" y="28272"/>
                    <a:pt x="0" y="24435"/>
                  </a:cubicBezTo>
                  <a:lnTo>
                    <a:pt x="0" y="6916"/>
                  </a:lnTo>
                  <a:cubicBezTo>
                    <a:pt x="62" y="3078"/>
                    <a:pt x="3162" y="0"/>
                    <a:pt x="6963" y="1"/>
                  </a:cubicBezTo>
                  <a:cubicBezTo>
                    <a:pt x="10746" y="-63"/>
                    <a:pt x="13863" y="2981"/>
                    <a:pt x="13926" y="6800"/>
                  </a:cubicBezTo>
                  <a:cubicBezTo>
                    <a:pt x="13927" y="6839"/>
                    <a:pt x="13927" y="6877"/>
                    <a:pt x="13927" y="6916"/>
                  </a:cubicBezTo>
                  <a:lnTo>
                    <a:pt x="13927" y="24435"/>
                  </a:lnTo>
                  <a:cubicBezTo>
                    <a:pt x="13927" y="28254"/>
                    <a:pt x="10861" y="31350"/>
                    <a:pt x="7079" y="31351"/>
                  </a:cubicBezTo>
                  <a:cubicBezTo>
                    <a:pt x="7040" y="31351"/>
                    <a:pt x="7002" y="31350"/>
                    <a:pt x="6963" y="31350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DE44CCA8-2035-6B48-AFA5-F77BE041F45F}"/>
                </a:ext>
              </a:extLst>
            </p:cNvPr>
            <p:cNvSpPr/>
            <p:nvPr/>
          </p:nvSpPr>
          <p:spPr>
            <a:xfrm>
              <a:off x="6076812" y="2242818"/>
              <a:ext cx="13812" cy="30567"/>
            </a:xfrm>
            <a:custGeom>
              <a:avLst/>
              <a:gdLst>
                <a:gd name="connsiteX0" fmla="*/ 6849 w 13812"/>
                <a:gd name="connsiteY0" fmla="*/ 30566 h 30567"/>
                <a:gd name="connsiteX1" fmla="*/ 0 w 13812"/>
                <a:gd name="connsiteY1" fmla="*/ 23651 h 30567"/>
                <a:gd name="connsiteX2" fmla="*/ 0 w 13812"/>
                <a:gd name="connsiteY2" fmla="*/ 6133 h 30567"/>
                <a:gd name="connsiteX3" fmla="*/ 7796 w 13812"/>
                <a:gd name="connsiteY3" fmla="*/ 58 h 30567"/>
                <a:gd name="connsiteX4" fmla="*/ 13813 w 13812"/>
                <a:gd name="connsiteY4" fmla="*/ 6133 h 30567"/>
                <a:gd name="connsiteX5" fmla="*/ 13813 w 13812"/>
                <a:gd name="connsiteY5" fmla="*/ 23651 h 30567"/>
                <a:gd name="connsiteX6" fmla="*/ 6964 w 13812"/>
                <a:gd name="connsiteY6" fmla="*/ 30567 h 30567"/>
                <a:gd name="connsiteX7" fmla="*/ 6849 w 13812"/>
                <a:gd name="connsiteY7" fmla="*/ 30566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2" h="30567">
                  <a:moveTo>
                    <a:pt x="6849" y="30566"/>
                  </a:moveTo>
                  <a:cubicBezTo>
                    <a:pt x="3067" y="30566"/>
                    <a:pt x="0" y="27470"/>
                    <a:pt x="0" y="23651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23651"/>
                  </a:lnTo>
                  <a:cubicBezTo>
                    <a:pt x="13813" y="27470"/>
                    <a:pt x="10747" y="30567"/>
                    <a:pt x="6964" y="30567"/>
                  </a:cubicBezTo>
                  <a:cubicBezTo>
                    <a:pt x="6926" y="30567"/>
                    <a:pt x="6888" y="30567"/>
                    <a:pt x="6849" y="3056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B54D8463-0FC6-FF47-87F9-64545AB67116}"/>
                </a:ext>
              </a:extLst>
            </p:cNvPr>
            <p:cNvSpPr/>
            <p:nvPr/>
          </p:nvSpPr>
          <p:spPr>
            <a:xfrm>
              <a:off x="6076754" y="2288044"/>
              <a:ext cx="13927" cy="32362"/>
            </a:xfrm>
            <a:custGeom>
              <a:avLst/>
              <a:gdLst>
                <a:gd name="connsiteX0" fmla="*/ 6907 w 13927"/>
                <a:gd name="connsiteY0" fmla="*/ 32363 h 32362"/>
                <a:gd name="connsiteX1" fmla="*/ 57 w 13927"/>
                <a:gd name="connsiteY1" fmla="*/ 25449 h 32362"/>
                <a:gd name="connsiteX2" fmla="*/ 58 w 13927"/>
                <a:gd name="connsiteY2" fmla="*/ 25333 h 32362"/>
                <a:gd name="connsiteX3" fmla="*/ 58 w 13927"/>
                <a:gd name="connsiteY3" fmla="*/ 7929 h 32362"/>
                <a:gd name="connsiteX4" fmla="*/ 6074 w 13927"/>
                <a:gd name="connsiteY4" fmla="*/ 58 h 32362"/>
                <a:gd name="connsiteX5" fmla="*/ 13871 w 13927"/>
                <a:gd name="connsiteY5" fmla="*/ 6133 h 32362"/>
                <a:gd name="connsiteX6" fmla="*/ 13871 w 13927"/>
                <a:gd name="connsiteY6" fmla="*/ 7929 h 32362"/>
                <a:gd name="connsiteX7" fmla="*/ 13871 w 13927"/>
                <a:gd name="connsiteY7" fmla="*/ 25333 h 32362"/>
                <a:gd name="connsiteX8" fmla="*/ 6907 w 13927"/>
                <a:gd name="connsiteY8" fmla="*/ 32363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7" h="32362">
                  <a:moveTo>
                    <a:pt x="6907" y="32363"/>
                  </a:moveTo>
                  <a:cubicBezTo>
                    <a:pt x="3124" y="32364"/>
                    <a:pt x="57" y="29268"/>
                    <a:pt x="57" y="25449"/>
                  </a:cubicBezTo>
                  <a:cubicBezTo>
                    <a:pt x="57" y="25410"/>
                    <a:pt x="57" y="25371"/>
                    <a:pt x="58" y="25333"/>
                  </a:cubicBezTo>
                  <a:lnTo>
                    <a:pt x="58" y="7929"/>
                  </a:lnTo>
                  <a:cubicBezTo>
                    <a:pt x="-434" y="4079"/>
                    <a:pt x="2260" y="555"/>
                    <a:pt x="6074" y="58"/>
                  </a:cubicBezTo>
                  <a:cubicBezTo>
                    <a:pt x="9889" y="-438"/>
                    <a:pt x="13379" y="2282"/>
                    <a:pt x="13871" y="6133"/>
                  </a:cubicBezTo>
                  <a:cubicBezTo>
                    <a:pt x="13947" y="6729"/>
                    <a:pt x="13947" y="7333"/>
                    <a:pt x="13871" y="7929"/>
                  </a:cubicBezTo>
                  <a:lnTo>
                    <a:pt x="13871" y="25333"/>
                  </a:lnTo>
                  <a:cubicBezTo>
                    <a:pt x="13871" y="29215"/>
                    <a:pt x="10753" y="32363"/>
                    <a:pt x="6907" y="3236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BA73D1B-4748-494B-B966-F037CEC5EA40}"/>
                </a:ext>
              </a:extLst>
            </p:cNvPr>
            <p:cNvSpPr/>
            <p:nvPr/>
          </p:nvSpPr>
          <p:spPr>
            <a:xfrm>
              <a:off x="6015908" y="2162291"/>
              <a:ext cx="100688" cy="94588"/>
            </a:xfrm>
            <a:custGeom>
              <a:avLst/>
              <a:gdLst>
                <a:gd name="connsiteX0" fmla="*/ 67753 w 100688"/>
                <a:gd name="connsiteY0" fmla="*/ 93690 h 94588"/>
                <a:gd name="connsiteX1" fmla="*/ 60903 w 100688"/>
                <a:gd name="connsiteY1" fmla="*/ 86776 h 94588"/>
                <a:gd name="connsiteX2" fmla="*/ 60904 w 100688"/>
                <a:gd name="connsiteY2" fmla="*/ 86659 h 94588"/>
                <a:gd name="connsiteX3" fmla="*/ 60904 w 100688"/>
                <a:gd name="connsiteY3" fmla="*/ 55656 h 94588"/>
                <a:gd name="connsiteX4" fmla="*/ 67753 w 100688"/>
                <a:gd name="connsiteY4" fmla="*/ 48741 h 94588"/>
                <a:gd name="connsiteX5" fmla="*/ 78141 w 100688"/>
                <a:gd name="connsiteY5" fmla="*/ 48741 h 94588"/>
                <a:gd name="connsiteX6" fmla="*/ 50287 w 100688"/>
                <a:gd name="connsiteY6" fmla="*/ 17738 h 94588"/>
                <a:gd name="connsiteX7" fmla="*/ 22548 w 100688"/>
                <a:gd name="connsiteY7" fmla="*/ 48741 h 94588"/>
                <a:gd name="connsiteX8" fmla="*/ 32822 w 100688"/>
                <a:gd name="connsiteY8" fmla="*/ 48741 h 94588"/>
                <a:gd name="connsiteX9" fmla="*/ 39784 w 100688"/>
                <a:gd name="connsiteY9" fmla="*/ 55540 h 94588"/>
                <a:gd name="connsiteX10" fmla="*/ 39785 w 100688"/>
                <a:gd name="connsiteY10" fmla="*/ 55656 h 94588"/>
                <a:gd name="connsiteX11" fmla="*/ 39785 w 100688"/>
                <a:gd name="connsiteY11" fmla="*/ 86659 h 94588"/>
                <a:gd name="connsiteX12" fmla="*/ 33768 w 100688"/>
                <a:gd name="connsiteY12" fmla="*/ 94531 h 94588"/>
                <a:gd name="connsiteX13" fmla="*/ 25972 w 100688"/>
                <a:gd name="connsiteY13" fmla="*/ 88456 h 94588"/>
                <a:gd name="connsiteX14" fmla="*/ 25972 w 100688"/>
                <a:gd name="connsiteY14" fmla="*/ 86659 h 94588"/>
                <a:gd name="connsiteX15" fmla="*/ 25972 w 100688"/>
                <a:gd name="connsiteY15" fmla="*/ 62226 h 94588"/>
                <a:gd name="connsiteX16" fmla="*/ 6908 w 100688"/>
                <a:gd name="connsiteY16" fmla="*/ 62226 h 94588"/>
                <a:gd name="connsiteX17" fmla="*/ 630 w 100688"/>
                <a:gd name="connsiteY17" fmla="*/ 58077 h 94588"/>
                <a:gd name="connsiteX18" fmla="*/ 1772 w 100688"/>
                <a:gd name="connsiteY18" fmla="*/ 50470 h 94588"/>
                <a:gd name="connsiteX19" fmla="*/ 45150 w 100688"/>
                <a:gd name="connsiteY19" fmla="*/ 2179 h 94588"/>
                <a:gd name="connsiteX20" fmla="*/ 55320 w 100688"/>
                <a:gd name="connsiteY20" fmla="*/ 2075 h 94588"/>
                <a:gd name="connsiteX21" fmla="*/ 55424 w 100688"/>
                <a:gd name="connsiteY21" fmla="*/ 2179 h 94588"/>
                <a:gd name="connsiteX22" fmla="*/ 98917 w 100688"/>
                <a:gd name="connsiteY22" fmla="*/ 50701 h 94588"/>
                <a:gd name="connsiteX23" fmla="*/ 100059 w 100688"/>
                <a:gd name="connsiteY23" fmla="*/ 58307 h 94588"/>
                <a:gd name="connsiteX24" fmla="*/ 93780 w 100688"/>
                <a:gd name="connsiteY24" fmla="*/ 62456 h 94588"/>
                <a:gd name="connsiteX25" fmla="*/ 74716 w 100688"/>
                <a:gd name="connsiteY25" fmla="*/ 62456 h 94588"/>
                <a:gd name="connsiteX26" fmla="*/ 74716 w 100688"/>
                <a:gd name="connsiteY26" fmla="*/ 86429 h 94588"/>
                <a:gd name="connsiteX27" fmla="*/ 67985 w 100688"/>
                <a:gd name="connsiteY27" fmla="*/ 93686 h 94588"/>
                <a:gd name="connsiteX28" fmla="*/ 67753 w 100688"/>
                <a:gd name="connsiteY28" fmla="*/ 93690 h 9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0688" h="94588">
                  <a:moveTo>
                    <a:pt x="67753" y="93690"/>
                  </a:moveTo>
                  <a:cubicBezTo>
                    <a:pt x="63970" y="93690"/>
                    <a:pt x="60903" y="90595"/>
                    <a:pt x="60903" y="86776"/>
                  </a:cubicBezTo>
                  <a:cubicBezTo>
                    <a:pt x="60903" y="86737"/>
                    <a:pt x="60903" y="86698"/>
                    <a:pt x="60904" y="86659"/>
                  </a:cubicBezTo>
                  <a:lnTo>
                    <a:pt x="60904" y="55656"/>
                  </a:lnTo>
                  <a:cubicBezTo>
                    <a:pt x="60904" y="51837"/>
                    <a:pt x="63970" y="48741"/>
                    <a:pt x="67753" y="48741"/>
                  </a:cubicBezTo>
                  <a:lnTo>
                    <a:pt x="78141" y="48741"/>
                  </a:lnTo>
                  <a:lnTo>
                    <a:pt x="50287" y="17738"/>
                  </a:lnTo>
                  <a:lnTo>
                    <a:pt x="22548" y="48741"/>
                  </a:lnTo>
                  <a:lnTo>
                    <a:pt x="32822" y="48741"/>
                  </a:lnTo>
                  <a:cubicBezTo>
                    <a:pt x="36604" y="48678"/>
                    <a:pt x="39721" y="51722"/>
                    <a:pt x="39784" y="55540"/>
                  </a:cubicBezTo>
                  <a:cubicBezTo>
                    <a:pt x="39785" y="55579"/>
                    <a:pt x="39785" y="55618"/>
                    <a:pt x="39785" y="55656"/>
                  </a:cubicBezTo>
                  <a:lnTo>
                    <a:pt x="39785" y="86659"/>
                  </a:lnTo>
                  <a:cubicBezTo>
                    <a:pt x="40276" y="90510"/>
                    <a:pt x="37583" y="94034"/>
                    <a:pt x="33768" y="94531"/>
                  </a:cubicBezTo>
                  <a:cubicBezTo>
                    <a:pt x="29954" y="95027"/>
                    <a:pt x="26464" y="92307"/>
                    <a:pt x="25972" y="88456"/>
                  </a:cubicBezTo>
                  <a:cubicBezTo>
                    <a:pt x="25896" y="87860"/>
                    <a:pt x="25896" y="87256"/>
                    <a:pt x="25972" y="86659"/>
                  </a:cubicBezTo>
                  <a:lnTo>
                    <a:pt x="25972" y="62226"/>
                  </a:lnTo>
                  <a:lnTo>
                    <a:pt x="6908" y="62226"/>
                  </a:lnTo>
                  <a:cubicBezTo>
                    <a:pt x="4176" y="62257"/>
                    <a:pt x="1695" y="60618"/>
                    <a:pt x="630" y="58077"/>
                  </a:cubicBezTo>
                  <a:cubicBezTo>
                    <a:pt x="-519" y="55537"/>
                    <a:pt x="-71" y="52552"/>
                    <a:pt x="1772" y="50470"/>
                  </a:cubicBezTo>
                  <a:lnTo>
                    <a:pt x="45150" y="2179"/>
                  </a:lnTo>
                  <a:cubicBezTo>
                    <a:pt x="47930" y="-685"/>
                    <a:pt x="52483" y="-732"/>
                    <a:pt x="55320" y="2075"/>
                  </a:cubicBezTo>
                  <a:cubicBezTo>
                    <a:pt x="55355" y="2109"/>
                    <a:pt x="55390" y="2144"/>
                    <a:pt x="55424" y="2179"/>
                  </a:cubicBezTo>
                  <a:lnTo>
                    <a:pt x="98917" y="50701"/>
                  </a:lnTo>
                  <a:cubicBezTo>
                    <a:pt x="100760" y="52782"/>
                    <a:pt x="101208" y="55768"/>
                    <a:pt x="100059" y="58307"/>
                  </a:cubicBezTo>
                  <a:cubicBezTo>
                    <a:pt x="98969" y="60828"/>
                    <a:pt x="96504" y="62457"/>
                    <a:pt x="93780" y="62456"/>
                  </a:cubicBezTo>
                  <a:lnTo>
                    <a:pt x="74716" y="62456"/>
                  </a:lnTo>
                  <a:lnTo>
                    <a:pt x="74716" y="86429"/>
                  </a:lnTo>
                  <a:cubicBezTo>
                    <a:pt x="74843" y="90310"/>
                    <a:pt x="71829" y="93559"/>
                    <a:pt x="67985" y="93686"/>
                  </a:cubicBezTo>
                  <a:cubicBezTo>
                    <a:pt x="67908" y="93689"/>
                    <a:pt x="67830" y="93690"/>
                    <a:pt x="67753" y="93690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9CF12799-BCD8-9E49-A01A-313FA99DB4D9}"/>
                </a:ext>
              </a:extLst>
            </p:cNvPr>
            <p:cNvSpPr/>
            <p:nvPr/>
          </p:nvSpPr>
          <p:spPr>
            <a:xfrm>
              <a:off x="6041823" y="2288044"/>
              <a:ext cx="13927" cy="32362"/>
            </a:xfrm>
            <a:custGeom>
              <a:avLst/>
              <a:gdLst>
                <a:gd name="connsiteX0" fmla="*/ 6907 w 13927"/>
                <a:gd name="connsiteY0" fmla="*/ 32363 h 32362"/>
                <a:gd name="connsiteX1" fmla="*/ 57 w 13927"/>
                <a:gd name="connsiteY1" fmla="*/ 25449 h 32362"/>
                <a:gd name="connsiteX2" fmla="*/ 58 w 13927"/>
                <a:gd name="connsiteY2" fmla="*/ 25333 h 32362"/>
                <a:gd name="connsiteX3" fmla="*/ 58 w 13927"/>
                <a:gd name="connsiteY3" fmla="*/ 7929 h 32362"/>
                <a:gd name="connsiteX4" fmla="*/ 6074 w 13927"/>
                <a:gd name="connsiteY4" fmla="*/ 58 h 32362"/>
                <a:gd name="connsiteX5" fmla="*/ 13871 w 13927"/>
                <a:gd name="connsiteY5" fmla="*/ 6133 h 32362"/>
                <a:gd name="connsiteX6" fmla="*/ 13871 w 13927"/>
                <a:gd name="connsiteY6" fmla="*/ 7929 h 32362"/>
                <a:gd name="connsiteX7" fmla="*/ 13871 w 13927"/>
                <a:gd name="connsiteY7" fmla="*/ 25333 h 32362"/>
                <a:gd name="connsiteX8" fmla="*/ 6907 w 13927"/>
                <a:gd name="connsiteY8" fmla="*/ 32363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7" h="32362">
                  <a:moveTo>
                    <a:pt x="6907" y="32363"/>
                  </a:moveTo>
                  <a:cubicBezTo>
                    <a:pt x="3124" y="32364"/>
                    <a:pt x="57" y="29268"/>
                    <a:pt x="57" y="25449"/>
                  </a:cubicBezTo>
                  <a:cubicBezTo>
                    <a:pt x="57" y="25410"/>
                    <a:pt x="57" y="25371"/>
                    <a:pt x="58" y="25333"/>
                  </a:cubicBezTo>
                  <a:lnTo>
                    <a:pt x="58" y="7929"/>
                  </a:lnTo>
                  <a:cubicBezTo>
                    <a:pt x="-434" y="4079"/>
                    <a:pt x="2260" y="555"/>
                    <a:pt x="6074" y="58"/>
                  </a:cubicBezTo>
                  <a:cubicBezTo>
                    <a:pt x="9889" y="-438"/>
                    <a:pt x="13379" y="2282"/>
                    <a:pt x="13871" y="6133"/>
                  </a:cubicBezTo>
                  <a:cubicBezTo>
                    <a:pt x="13947" y="6729"/>
                    <a:pt x="13947" y="7333"/>
                    <a:pt x="13871" y="7929"/>
                  </a:cubicBezTo>
                  <a:lnTo>
                    <a:pt x="13871" y="25333"/>
                  </a:lnTo>
                  <a:cubicBezTo>
                    <a:pt x="13871" y="29215"/>
                    <a:pt x="10753" y="32363"/>
                    <a:pt x="6907" y="3236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8BB33B9-CF16-844C-A1F9-9CB9C3FB4D3E}"/>
                </a:ext>
              </a:extLst>
            </p:cNvPr>
            <p:cNvSpPr/>
            <p:nvPr/>
          </p:nvSpPr>
          <p:spPr>
            <a:xfrm>
              <a:off x="6041880" y="2242818"/>
              <a:ext cx="13812" cy="30567"/>
            </a:xfrm>
            <a:custGeom>
              <a:avLst/>
              <a:gdLst>
                <a:gd name="connsiteX0" fmla="*/ 6849 w 13812"/>
                <a:gd name="connsiteY0" fmla="*/ 30566 h 30567"/>
                <a:gd name="connsiteX1" fmla="*/ 0 w 13812"/>
                <a:gd name="connsiteY1" fmla="*/ 23651 h 30567"/>
                <a:gd name="connsiteX2" fmla="*/ 0 w 13812"/>
                <a:gd name="connsiteY2" fmla="*/ 6133 h 30567"/>
                <a:gd name="connsiteX3" fmla="*/ 7796 w 13812"/>
                <a:gd name="connsiteY3" fmla="*/ 58 h 30567"/>
                <a:gd name="connsiteX4" fmla="*/ 13813 w 13812"/>
                <a:gd name="connsiteY4" fmla="*/ 6133 h 30567"/>
                <a:gd name="connsiteX5" fmla="*/ 13813 w 13812"/>
                <a:gd name="connsiteY5" fmla="*/ 23651 h 30567"/>
                <a:gd name="connsiteX6" fmla="*/ 6964 w 13812"/>
                <a:gd name="connsiteY6" fmla="*/ 30567 h 30567"/>
                <a:gd name="connsiteX7" fmla="*/ 6849 w 13812"/>
                <a:gd name="connsiteY7" fmla="*/ 30566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2" h="30567">
                  <a:moveTo>
                    <a:pt x="6849" y="30566"/>
                  </a:moveTo>
                  <a:cubicBezTo>
                    <a:pt x="3067" y="30566"/>
                    <a:pt x="0" y="27470"/>
                    <a:pt x="0" y="23651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23651"/>
                  </a:lnTo>
                  <a:cubicBezTo>
                    <a:pt x="13813" y="27470"/>
                    <a:pt x="10747" y="30567"/>
                    <a:pt x="6964" y="30567"/>
                  </a:cubicBezTo>
                  <a:cubicBezTo>
                    <a:pt x="6926" y="30567"/>
                    <a:pt x="6888" y="30567"/>
                    <a:pt x="6849" y="3056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F48C3284-A32E-7847-A7F9-9799AB092B4D}"/>
                </a:ext>
              </a:extLst>
            </p:cNvPr>
            <p:cNvSpPr/>
            <p:nvPr/>
          </p:nvSpPr>
          <p:spPr>
            <a:xfrm>
              <a:off x="5890796" y="2187083"/>
              <a:ext cx="13927" cy="32363"/>
            </a:xfrm>
            <a:custGeom>
              <a:avLst/>
              <a:gdLst>
                <a:gd name="connsiteX0" fmla="*/ 7021 w 13927"/>
                <a:gd name="connsiteY0" fmla="*/ 32363 h 32363"/>
                <a:gd name="connsiteX1" fmla="*/ 58 w 13927"/>
                <a:gd name="connsiteY1" fmla="*/ 25909 h 32363"/>
                <a:gd name="connsiteX2" fmla="*/ 58 w 13927"/>
                <a:gd name="connsiteY2" fmla="*/ 7929 h 32363"/>
                <a:gd name="connsiteX3" fmla="*/ 6074 w 13927"/>
                <a:gd name="connsiteY3" fmla="*/ 58 h 32363"/>
                <a:gd name="connsiteX4" fmla="*/ 13871 w 13927"/>
                <a:gd name="connsiteY4" fmla="*/ 6133 h 32363"/>
                <a:gd name="connsiteX5" fmla="*/ 13871 w 13927"/>
                <a:gd name="connsiteY5" fmla="*/ 7929 h 32363"/>
                <a:gd name="connsiteX6" fmla="*/ 13871 w 13927"/>
                <a:gd name="connsiteY6" fmla="*/ 25909 h 32363"/>
                <a:gd name="connsiteX7" fmla="*/ 7021 w 13927"/>
                <a:gd name="connsiteY7" fmla="*/ 32363 h 3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7" h="32363">
                  <a:moveTo>
                    <a:pt x="7021" y="32363"/>
                  </a:moveTo>
                  <a:cubicBezTo>
                    <a:pt x="3388" y="32375"/>
                    <a:pt x="356" y="29565"/>
                    <a:pt x="58" y="25909"/>
                  </a:cubicBezTo>
                  <a:lnTo>
                    <a:pt x="58" y="7929"/>
                  </a:lnTo>
                  <a:cubicBezTo>
                    <a:pt x="-434" y="4079"/>
                    <a:pt x="2260" y="555"/>
                    <a:pt x="6074" y="58"/>
                  </a:cubicBezTo>
                  <a:cubicBezTo>
                    <a:pt x="9889" y="-438"/>
                    <a:pt x="13379" y="2282"/>
                    <a:pt x="13871" y="6133"/>
                  </a:cubicBezTo>
                  <a:cubicBezTo>
                    <a:pt x="13947" y="6729"/>
                    <a:pt x="13947" y="7333"/>
                    <a:pt x="13871" y="7929"/>
                  </a:cubicBezTo>
                  <a:lnTo>
                    <a:pt x="13871" y="25909"/>
                  </a:lnTo>
                  <a:cubicBezTo>
                    <a:pt x="13630" y="29547"/>
                    <a:pt x="10633" y="32371"/>
                    <a:pt x="7021" y="3236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27ABF1E-8A09-8E4A-AA2A-92CFC751C2C1}"/>
                </a:ext>
              </a:extLst>
            </p:cNvPr>
            <p:cNvSpPr/>
            <p:nvPr/>
          </p:nvSpPr>
          <p:spPr>
            <a:xfrm>
              <a:off x="5890854" y="2250194"/>
              <a:ext cx="13812" cy="30567"/>
            </a:xfrm>
            <a:custGeom>
              <a:avLst/>
              <a:gdLst>
                <a:gd name="connsiteX0" fmla="*/ 6963 w 13812"/>
                <a:gd name="connsiteY0" fmla="*/ 30566 h 30567"/>
                <a:gd name="connsiteX1" fmla="*/ 1 w 13812"/>
                <a:gd name="connsiteY1" fmla="*/ 23767 h 30567"/>
                <a:gd name="connsiteX2" fmla="*/ 0 w 13812"/>
                <a:gd name="connsiteY2" fmla="*/ 23651 h 30567"/>
                <a:gd name="connsiteX3" fmla="*/ 0 w 13812"/>
                <a:gd name="connsiteY3" fmla="*/ 6133 h 30567"/>
                <a:gd name="connsiteX4" fmla="*/ 7796 w 13812"/>
                <a:gd name="connsiteY4" fmla="*/ 58 h 30567"/>
                <a:gd name="connsiteX5" fmla="*/ 13813 w 13812"/>
                <a:gd name="connsiteY5" fmla="*/ 6133 h 30567"/>
                <a:gd name="connsiteX6" fmla="*/ 13813 w 13812"/>
                <a:gd name="connsiteY6" fmla="*/ 23651 h 30567"/>
                <a:gd name="connsiteX7" fmla="*/ 6963 w 13812"/>
                <a:gd name="connsiteY7" fmla="*/ 30566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2" h="30567">
                  <a:moveTo>
                    <a:pt x="6963" y="30566"/>
                  </a:moveTo>
                  <a:cubicBezTo>
                    <a:pt x="3181" y="30630"/>
                    <a:pt x="64" y="27586"/>
                    <a:pt x="1" y="23767"/>
                  </a:cubicBezTo>
                  <a:cubicBezTo>
                    <a:pt x="0" y="23729"/>
                    <a:pt x="0" y="23690"/>
                    <a:pt x="0" y="23651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23651"/>
                  </a:lnTo>
                  <a:cubicBezTo>
                    <a:pt x="13813" y="27470"/>
                    <a:pt x="10746" y="30566"/>
                    <a:pt x="6963" y="3056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B4C89130-60F7-DE43-BF92-548D2275C35F}"/>
                </a:ext>
              </a:extLst>
            </p:cNvPr>
            <p:cNvSpPr/>
            <p:nvPr/>
          </p:nvSpPr>
          <p:spPr>
            <a:xfrm>
              <a:off x="5865041" y="2109284"/>
              <a:ext cx="100494" cy="92183"/>
            </a:xfrm>
            <a:custGeom>
              <a:avLst/>
              <a:gdLst>
                <a:gd name="connsiteX0" fmla="*/ 67708 w 100494"/>
                <a:gd name="connsiteY0" fmla="*/ 92182 h 92183"/>
                <a:gd name="connsiteX1" fmla="*/ 60745 w 100494"/>
                <a:gd name="connsiteY1" fmla="*/ 85383 h 92183"/>
                <a:gd name="connsiteX2" fmla="*/ 60744 w 100494"/>
                <a:gd name="connsiteY2" fmla="*/ 85267 h 92183"/>
                <a:gd name="connsiteX3" fmla="*/ 60744 w 100494"/>
                <a:gd name="connsiteY3" fmla="*/ 55186 h 92183"/>
                <a:gd name="connsiteX4" fmla="*/ 67708 w 100494"/>
                <a:gd name="connsiteY4" fmla="*/ 48156 h 92183"/>
                <a:gd name="connsiteX5" fmla="*/ 77982 w 100494"/>
                <a:gd name="connsiteY5" fmla="*/ 48156 h 92183"/>
                <a:gd name="connsiteX6" fmla="*/ 50242 w 100494"/>
                <a:gd name="connsiteY6" fmla="*/ 17268 h 92183"/>
                <a:gd name="connsiteX7" fmla="*/ 22388 w 100494"/>
                <a:gd name="connsiteY7" fmla="*/ 48156 h 92183"/>
                <a:gd name="connsiteX8" fmla="*/ 32776 w 100494"/>
                <a:gd name="connsiteY8" fmla="*/ 48156 h 92183"/>
                <a:gd name="connsiteX9" fmla="*/ 39626 w 100494"/>
                <a:gd name="connsiteY9" fmla="*/ 55070 h 92183"/>
                <a:gd name="connsiteX10" fmla="*/ 39625 w 100494"/>
                <a:gd name="connsiteY10" fmla="*/ 55186 h 92183"/>
                <a:gd name="connsiteX11" fmla="*/ 39625 w 100494"/>
                <a:gd name="connsiteY11" fmla="*/ 85728 h 92183"/>
                <a:gd name="connsiteX12" fmla="*/ 31829 w 100494"/>
                <a:gd name="connsiteY12" fmla="*/ 91803 h 92183"/>
                <a:gd name="connsiteX13" fmla="*/ 25813 w 100494"/>
                <a:gd name="connsiteY13" fmla="*/ 85728 h 92183"/>
                <a:gd name="connsiteX14" fmla="*/ 25813 w 100494"/>
                <a:gd name="connsiteY14" fmla="*/ 62101 h 92183"/>
                <a:gd name="connsiteX15" fmla="*/ 6749 w 100494"/>
                <a:gd name="connsiteY15" fmla="*/ 62101 h 92183"/>
                <a:gd name="connsiteX16" fmla="*/ 3 w 100494"/>
                <a:gd name="connsiteY16" fmla="*/ 54858 h 92183"/>
                <a:gd name="connsiteX17" fmla="*/ 1612 w 100494"/>
                <a:gd name="connsiteY17" fmla="*/ 50576 h 92183"/>
                <a:gd name="connsiteX18" fmla="*/ 45105 w 100494"/>
                <a:gd name="connsiteY18" fmla="*/ 2170 h 92183"/>
                <a:gd name="connsiteX19" fmla="*/ 55113 w 100494"/>
                <a:gd name="connsiteY19" fmla="*/ 2017 h 92183"/>
                <a:gd name="connsiteX20" fmla="*/ 55265 w 100494"/>
                <a:gd name="connsiteY20" fmla="*/ 2170 h 92183"/>
                <a:gd name="connsiteX21" fmla="*/ 98758 w 100494"/>
                <a:gd name="connsiteY21" fmla="*/ 50461 h 92183"/>
                <a:gd name="connsiteX22" fmla="*/ 100013 w 100494"/>
                <a:gd name="connsiteY22" fmla="*/ 57607 h 92183"/>
                <a:gd name="connsiteX23" fmla="*/ 93735 w 100494"/>
                <a:gd name="connsiteY23" fmla="*/ 61756 h 92183"/>
                <a:gd name="connsiteX24" fmla="*/ 74557 w 100494"/>
                <a:gd name="connsiteY24" fmla="*/ 61756 h 92183"/>
                <a:gd name="connsiteX25" fmla="*/ 74557 w 100494"/>
                <a:gd name="connsiteY25" fmla="*/ 85728 h 92183"/>
                <a:gd name="connsiteX26" fmla="*/ 67708 w 100494"/>
                <a:gd name="connsiteY26" fmla="*/ 92182 h 9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0494" h="92183">
                  <a:moveTo>
                    <a:pt x="67708" y="92182"/>
                  </a:moveTo>
                  <a:cubicBezTo>
                    <a:pt x="63925" y="92246"/>
                    <a:pt x="60808" y="89202"/>
                    <a:pt x="60745" y="85383"/>
                  </a:cubicBezTo>
                  <a:cubicBezTo>
                    <a:pt x="60744" y="85345"/>
                    <a:pt x="60744" y="85306"/>
                    <a:pt x="60744" y="85267"/>
                  </a:cubicBezTo>
                  <a:lnTo>
                    <a:pt x="60744" y="55186"/>
                  </a:lnTo>
                  <a:cubicBezTo>
                    <a:pt x="60744" y="51303"/>
                    <a:pt x="63862" y="48156"/>
                    <a:pt x="67708" y="48156"/>
                  </a:cubicBezTo>
                  <a:lnTo>
                    <a:pt x="77982" y="48156"/>
                  </a:lnTo>
                  <a:lnTo>
                    <a:pt x="50242" y="17268"/>
                  </a:lnTo>
                  <a:lnTo>
                    <a:pt x="22388" y="48156"/>
                  </a:lnTo>
                  <a:lnTo>
                    <a:pt x="32776" y="48156"/>
                  </a:lnTo>
                  <a:cubicBezTo>
                    <a:pt x="36559" y="48155"/>
                    <a:pt x="39626" y="51251"/>
                    <a:pt x="39626" y="55070"/>
                  </a:cubicBezTo>
                  <a:cubicBezTo>
                    <a:pt x="39626" y="55109"/>
                    <a:pt x="39626" y="55147"/>
                    <a:pt x="39625" y="55186"/>
                  </a:cubicBezTo>
                  <a:lnTo>
                    <a:pt x="39625" y="85728"/>
                  </a:lnTo>
                  <a:cubicBezTo>
                    <a:pt x="39134" y="89579"/>
                    <a:pt x="35644" y="92299"/>
                    <a:pt x="31829" y="91803"/>
                  </a:cubicBezTo>
                  <a:cubicBezTo>
                    <a:pt x="28689" y="91394"/>
                    <a:pt x="26217" y="88898"/>
                    <a:pt x="25813" y="85728"/>
                  </a:cubicBezTo>
                  <a:lnTo>
                    <a:pt x="25813" y="62101"/>
                  </a:lnTo>
                  <a:lnTo>
                    <a:pt x="6749" y="62101"/>
                  </a:lnTo>
                  <a:cubicBezTo>
                    <a:pt x="2905" y="61982"/>
                    <a:pt x="-115" y="58739"/>
                    <a:pt x="3" y="54858"/>
                  </a:cubicBezTo>
                  <a:cubicBezTo>
                    <a:pt x="51" y="53289"/>
                    <a:pt x="618" y="51782"/>
                    <a:pt x="1612" y="50576"/>
                  </a:cubicBezTo>
                  <a:lnTo>
                    <a:pt x="45105" y="2170"/>
                  </a:lnTo>
                  <a:cubicBezTo>
                    <a:pt x="47827" y="-662"/>
                    <a:pt x="52307" y="-731"/>
                    <a:pt x="55113" y="2017"/>
                  </a:cubicBezTo>
                  <a:cubicBezTo>
                    <a:pt x="55164" y="2067"/>
                    <a:pt x="55215" y="2118"/>
                    <a:pt x="55265" y="2170"/>
                  </a:cubicBezTo>
                  <a:lnTo>
                    <a:pt x="98758" y="50461"/>
                  </a:lnTo>
                  <a:cubicBezTo>
                    <a:pt x="100480" y="52412"/>
                    <a:pt x="100966" y="55176"/>
                    <a:pt x="100013" y="57607"/>
                  </a:cubicBezTo>
                  <a:cubicBezTo>
                    <a:pt x="98948" y="60148"/>
                    <a:pt x="96468" y="61787"/>
                    <a:pt x="93735" y="61756"/>
                  </a:cubicBezTo>
                  <a:lnTo>
                    <a:pt x="74557" y="61756"/>
                  </a:lnTo>
                  <a:lnTo>
                    <a:pt x="74557" y="85728"/>
                  </a:lnTo>
                  <a:cubicBezTo>
                    <a:pt x="74316" y="89366"/>
                    <a:pt x="71319" y="92190"/>
                    <a:pt x="67708" y="92182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5E1ED4DF-D764-7147-889D-760F6279E213}"/>
                </a:ext>
              </a:extLst>
            </p:cNvPr>
            <p:cNvSpPr/>
            <p:nvPr/>
          </p:nvSpPr>
          <p:spPr>
            <a:xfrm>
              <a:off x="5925785" y="2250194"/>
              <a:ext cx="13812" cy="30567"/>
            </a:xfrm>
            <a:custGeom>
              <a:avLst/>
              <a:gdLst>
                <a:gd name="connsiteX0" fmla="*/ 6963 w 13812"/>
                <a:gd name="connsiteY0" fmla="*/ 30566 h 30567"/>
                <a:gd name="connsiteX1" fmla="*/ 1 w 13812"/>
                <a:gd name="connsiteY1" fmla="*/ 23767 h 30567"/>
                <a:gd name="connsiteX2" fmla="*/ 0 w 13812"/>
                <a:gd name="connsiteY2" fmla="*/ 23651 h 30567"/>
                <a:gd name="connsiteX3" fmla="*/ 0 w 13812"/>
                <a:gd name="connsiteY3" fmla="*/ 6133 h 30567"/>
                <a:gd name="connsiteX4" fmla="*/ 7796 w 13812"/>
                <a:gd name="connsiteY4" fmla="*/ 58 h 30567"/>
                <a:gd name="connsiteX5" fmla="*/ 13813 w 13812"/>
                <a:gd name="connsiteY5" fmla="*/ 6133 h 30567"/>
                <a:gd name="connsiteX6" fmla="*/ 13813 w 13812"/>
                <a:gd name="connsiteY6" fmla="*/ 23651 h 30567"/>
                <a:gd name="connsiteX7" fmla="*/ 6963 w 13812"/>
                <a:gd name="connsiteY7" fmla="*/ 30566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12" h="30567">
                  <a:moveTo>
                    <a:pt x="6963" y="30566"/>
                  </a:moveTo>
                  <a:cubicBezTo>
                    <a:pt x="3181" y="30630"/>
                    <a:pt x="64" y="27586"/>
                    <a:pt x="1" y="23767"/>
                  </a:cubicBezTo>
                  <a:cubicBezTo>
                    <a:pt x="0" y="23729"/>
                    <a:pt x="0" y="23690"/>
                    <a:pt x="0" y="23651"/>
                  </a:cubicBezTo>
                  <a:lnTo>
                    <a:pt x="0" y="6133"/>
                  </a:lnTo>
                  <a:cubicBezTo>
                    <a:pt x="491" y="2282"/>
                    <a:pt x="3982" y="-438"/>
                    <a:pt x="7796" y="58"/>
                  </a:cubicBezTo>
                  <a:cubicBezTo>
                    <a:pt x="10936" y="467"/>
                    <a:pt x="13408" y="2963"/>
                    <a:pt x="13813" y="6133"/>
                  </a:cubicBezTo>
                  <a:lnTo>
                    <a:pt x="13813" y="23651"/>
                  </a:lnTo>
                  <a:cubicBezTo>
                    <a:pt x="13813" y="27470"/>
                    <a:pt x="10746" y="30566"/>
                    <a:pt x="6963" y="3056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C6D11F4F-50A3-DA4C-8DE2-F5924FCB850C}"/>
                </a:ext>
              </a:extLst>
            </p:cNvPr>
            <p:cNvSpPr/>
            <p:nvPr/>
          </p:nvSpPr>
          <p:spPr>
            <a:xfrm>
              <a:off x="5925727" y="2187083"/>
              <a:ext cx="13927" cy="32363"/>
            </a:xfrm>
            <a:custGeom>
              <a:avLst/>
              <a:gdLst>
                <a:gd name="connsiteX0" fmla="*/ 7021 w 13927"/>
                <a:gd name="connsiteY0" fmla="*/ 32363 h 32363"/>
                <a:gd name="connsiteX1" fmla="*/ 58 w 13927"/>
                <a:gd name="connsiteY1" fmla="*/ 25909 h 32363"/>
                <a:gd name="connsiteX2" fmla="*/ 58 w 13927"/>
                <a:gd name="connsiteY2" fmla="*/ 7929 h 32363"/>
                <a:gd name="connsiteX3" fmla="*/ 6074 w 13927"/>
                <a:gd name="connsiteY3" fmla="*/ 58 h 32363"/>
                <a:gd name="connsiteX4" fmla="*/ 13871 w 13927"/>
                <a:gd name="connsiteY4" fmla="*/ 6133 h 32363"/>
                <a:gd name="connsiteX5" fmla="*/ 13871 w 13927"/>
                <a:gd name="connsiteY5" fmla="*/ 7929 h 32363"/>
                <a:gd name="connsiteX6" fmla="*/ 13871 w 13927"/>
                <a:gd name="connsiteY6" fmla="*/ 25909 h 32363"/>
                <a:gd name="connsiteX7" fmla="*/ 7021 w 13927"/>
                <a:gd name="connsiteY7" fmla="*/ 32363 h 3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7" h="32363">
                  <a:moveTo>
                    <a:pt x="7021" y="32363"/>
                  </a:moveTo>
                  <a:cubicBezTo>
                    <a:pt x="3388" y="32375"/>
                    <a:pt x="356" y="29565"/>
                    <a:pt x="58" y="25909"/>
                  </a:cubicBezTo>
                  <a:lnTo>
                    <a:pt x="58" y="7929"/>
                  </a:lnTo>
                  <a:cubicBezTo>
                    <a:pt x="-434" y="4079"/>
                    <a:pt x="2260" y="555"/>
                    <a:pt x="6074" y="58"/>
                  </a:cubicBezTo>
                  <a:cubicBezTo>
                    <a:pt x="9889" y="-438"/>
                    <a:pt x="13379" y="2282"/>
                    <a:pt x="13871" y="6133"/>
                  </a:cubicBezTo>
                  <a:cubicBezTo>
                    <a:pt x="13947" y="6729"/>
                    <a:pt x="13947" y="7333"/>
                    <a:pt x="13871" y="7929"/>
                  </a:cubicBezTo>
                  <a:lnTo>
                    <a:pt x="13871" y="25909"/>
                  </a:lnTo>
                  <a:cubicBezTo>
                    <a:pt x="13630" y="29547"/>
                    <a:pt x="10633" y="32371"/>
                    <a:pt x="7021" y="3236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32" name="Freeform 17">
            <a:extLst>
              <a:ext uri="{FF2B5EF4-FFF2-40B4-BE49-F238E27FC236}">
                <a16:creationId xmlns:a16="http://schemas.microsoft.com/office/drawing/2014/main" id="{CE1DDD71-BA6E-B344-970E-5F1E6D0CB5E4}"/>
              </a:ext>
            </a:extLst>
          </p:cNvPr>
          <p:cNvSpPr>
            <a:spLocks noChangeAspect="1"/>
          </p:cNvSpPr>
          <p:nvPr/>
        </p:nvSpPr>
        <p:spPr bwMode="auto">
          <a:xfrm>
            <a:off x="5154333" y="2827191"/>
            <a:ext cx="1907623" cy="190948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45BA8F3-B52F-B34A-BDAB-FF78F76D67F3}"/>
              </a:ext>
            </a:extLst>
          </p:cNvPr>
          <p:cNvCxnSpPr>
            <a:cxnSpLocks/>
          </p:cNvCxnSpPr>
          <p:nvPr/>
        </p:nvCxnSpPr>
        <p:spPr>
          <a:xfrm flipH="1" flipV="1">
            <a:off x="4865555" y="2009692"/>
            <a:ext cx="405345" cy="1237821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07675975-EBC6-7640-AA71-A0F7D41312FF}"/>
              </a:ext>
            </a:extLst>
          </p:cNvPr>
          <p:cNvCxnSpPr>
            <a:cxnSpLocks/>
          </p:cNvCxnSpPr>
          <p:nvPr/>
        </p:nvCxnSpPr>
        <p:spPr>
          <a:xfrm rot="4260000" flipH="1" flipV="1">
            <a:off x="6714946" y="1825872"/>
            <a:ext cx="405345" cy="1237821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629DC7BA-7058-4D43-B4EA-56AB2B487BFA}"/>
              </a:ext>
            </a:extLst>
          </p:cNvPr>
          <p:cNvCxnSpPr>
            <a:cxnSpLocks/>
          </p:cNvCxnSpPr>
          <p:nvPr/>
        </p:nvCxnSpPr>
        <p:spPr>
          <a:xfrm rot="6480000" flipH="1" flipV="1">
            <a:off x="4533317" y="3814029"/>
            <a:ext cx="405345" cy="1237821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CBB0069F-67EC-7B46-9C4D-0AD29747D913}"/>
              </a:ext>
            </a:extLst>
          </p:cNvPr>
          <p:cNvCxnSpPr>
            <a:cxnSpLocks/>
          </p:cNvCxnSpPr>
          <p:nvPr/>
        </p:nvCxnSpPr>
        <p:spPr>
          <a:xfrm rot="8640000" flipH="1" flipV="1">
            <a:off x="7399678" y="3540642"/>
            <a:ext cx="405345" cy="1237821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ECDA4DD9-D382-A94E-A083-857ED95016D3}"/>
              </a:ext>
            </a:extLst>
          </p:cNvPr>
          <p:cNvCxnSpPr>
            <a:cxnSpLocks/>
          </p:cNvCxnSpPr>
          <p:nvPr/>
        </p:nvCxnSpPr>
        <p:spPr>
          <a:xfrm rot="12960000" flipH="1" flipV="1">
            <a:off x="6055054" y="4670374"/>
            <a:ext cx="405345" cy="1237821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15C4B825-C5D7-5D4A-95A4-5C70ED3E3B9E}"/>
              </a:ext>
            </a:extLst>
          </p:cNvPr>
          <p:cNvCxnSpPr>
            <a:cxnSpLocks/>
          </p:cNvCxnSpPr>
          <p:nvPr/>
        </p:nvCxnSpPr>
        <p:spPr>
          <a:xfrm flipV="1">
            <a:off x="7448805" y="2059198"/>
            <a:ext cx="750080" cy="1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D9E63CA3-FE3A-DE42-BA8A-502934498908}"/>
              </a:ext>
            </a:extLst>
          </p:cNvPr>
          <p:cNvGrpSpPr/>
          <p:nvPr/>
        </p:nvGrpSpPr>
        <p:grpSpPr>
          <a:xfrm flipH="1">
            <a:off x="1214341" y="1644502"/>
            <a:ext cx="2783072" cy="723275"/>
            <a:chOff x="7825488" y="1404017"/>
            <a:chExt cx="3368029" cy="723275"/>
          </a:xfrm>
        </p:grpSpPr>
        <p:sp>
          <p:nvSpPr>
            <p:cNvPr id="150" name="Inhaltsplatzhalter 4">
              <a:extLst>
                <a:ext uri="{FF2B5EF4-FFF2-40B4-BE49-F238E27FC236}">
                  <a16:creationId xmlns:a16="http://schemas.microsoft.com/office/drawing/2014/main" id="{478270CD-F751-5145-9341-B7D005FDD28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ED41B3EF-12FF-A64C-AA08-1A199219211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397EBD21-E446-124B-B121-428EC71A3976}"/>
              </a:ext>
            </a:extLst>
          </p:cNvPr>
          <p:cNvGrpSpPr/>
          <p:nvPr/>
        </p:nvGrpSpPr>
        <p:grpSpPr>
          <a:xfrm flipH="1">
            <a:off x="1124427" y="4667909"/>
            <a:ext cx="2783072" cy="723275"/>
            <a:chOff x="7825488" y="1404017"/>
            <a:chExt cx="3368029" cy="723275"/>
          </a:xfrm>
        </p:grpSpPr>
        <p:sp>
          <p:nvSpPr>
            <p:cNvPr id="153" name="Inhaltsplatzhalter 4">
              <a:extLst>
                <a:ext uri="{FF2B5EF4-FFF2-40B4-BE49-F238E27FC236}">
                  <a16:creationId xmlns:a16="http://schemas.microsoft.com/office/drawing/2014/main" id="{1BF65E79-B13A-E440-A905-67168A79A9A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A1380775-2F2C-6246-B321-C262AA8AA33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67BC85D-F3EB-7B4D-B404-174885D6FEDE}"/>
              </a:ext>
            </a:extLst>
          </p:cNvPr>
          <p:cNvGrpSpPr/>
          <p:nvPr/>
        </p:nvGrpSpPr>
        <p:grpSpPr>
          <a:xfrm>
            <a:off x="8372987" y="1690016"/>
            <a:ext cx="2783072" cy="723275"/>
            <a:chOff x="7825488" y="1404017"/>
            <a:chExt cx="3368029" cy="723275"/>
          </a:xfrm>
        </p:grpSpPr>
        <p:sp>
          <p:nvSpPr>
            <p:cNvPr id="156" name="Inhaltsplatzhalter 4">
              <a:extLst>
                <a:ext uri="{FF2B5EF4-FFF2-40B4-BE49-F238E27FC236}">
                  <a16:creationId xmlns:a16="http://schemas.microsoft.com/office/drawing/2014/main" id="{FFC2B960-4A54-3549-962E-856189FEEA5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BCC8B00E-84A9-2249-AD15-0F2A9AFBAD4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EE157752-ED06-DE47-AFDB-4D2E45D21FD0}"/>
              </a:ext>
            </a:extLst>
          </p:cNvPr>
          <p:cNvGrpSpPr/>
          <p:nvPr/>
        </p:nvGrpSpPr>
        <p:grpSpPr>
          <a:xfrm>
            <a:off x="8744947" y="4184953"/>
            <a:ext cx="2783072" cy="723275"/>
            <a:chOff x="7825488" y="1404017"/>
            <a:chExt cx="3368029" cy="723275"/>
          </a:xfrm>
        </p:grpSpPr>
        <p:sp>
          <p:nvSpPr>
            <p:cNvPr id="159" name="Inhaltsplatzhalter 4">
              <a:extLst>
                <a:ext uri="{FF2B5EF4-FFF2-40B4-BE49-F238E27FC236}">
                  <a16:creationId xmlns:a16="http://schemas.microsoft.com/office/drawing/2014/main" id="{84464AEA-E00C-B549-AADB-E6B7EE2273D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D8848D62-64C3-B442-A66A-0E5E8AA43B0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D902A92A-7A20-FA46-B898-B201F0FD49A9}"/>
              </a:ext>
            </a:extLst>
          </p:cNvPr>
          <p:cNvGrpSpPr/>
          <p:nvPr/>
        </p:nvGrpSpPr>
        <p:grpSpPr>
          <a:xfrm>
            <a:off x="7871539" y="5529146"/>
            <a:ext cx="2783072" cy="723275"/>
            <a:chOff x="7825488" y="1404017"/>
            <a:chExt cx="3368029" cy="723275"/>
          </a:xfrm>
        </p:grpSpPr>
        <p:sp>
          <p:nvSpPr>
            <p:cNvPr id="162" name="Inhaltsplatzhalter 4">
              <a:extLst>
                <a:ext uri="{FF2B5EF4-FFF2-40B4-BE49-F238E27FC236}">
                  <a16:creationId xmlns:a16="http://schemas.microsoft.com/office/drawing/2014/main" id="{F4BB2484-4FCA-5148-A959-01BE040EFBC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67066903-CE9C-7242-B273-076555AEB5D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E130E1B5-5B7B-BC49-A1A1-9B46E79A3D54}"/>
              </a:ext>
            </a:extLst>
          </p:cNvPr>
          <p:cNvCxnSpPr>
            <a:cxnSpLocks/>
          </p:cNvCxnSpPr>
          <p:nvPr/>
        </p:nvCxnSpPr>
        <p:spPr>
          <a:xfrm flipV="1">
            <a:off x="8135718" y="4542850"/>
            <a:ext cx="430432" cy="1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A38F7E6C-DC97-5E46-B633-7B27897254CE}"/>
              </a:ext>
            </a:extLst>
          </p:cNvPr>
          <p:cNvCxnSpPr>
            <a:cxnSpLocks/>
          </p:cNvCxnSpPr>
          <p:nvPr/>
        </p:nvCxnSpPr>
        <p:spPr>
          <a:xfrm flipV="1">
            <a:off x="6062854" y="5902101"/>
            <a:ext cx="1639740" cy="1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C1D4CC53-782B-E04C-9F2D-13AE77E1F25F}"/>
              </a:ext>
            </a:extLst>
          </p:cNvPr>
          <p:cNvCxnSpPr>
            <a:cxnSpLocks/>
          </p:cNvCxnSpPr>
          <p:nvPr/>
        </p:nvCxnSpPr>
        <p:spPr>
          <a:xfrm>
            <a:off x="4084741" y="4432063"/>
            <a:ext cx="0" cy="597483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07AF53BF-C18B-7246-A97D-5DF232124EBB}"/>
              </a:ext>
            </a:extLst>
          </p:cNvPr>
          <p:cNvCxnSpPr>
            <a:cxnSpLocks/>
          </p:cNvCxnSpPr>
          <p:nvPr/>
        </p:nvCxnSpPr>
        <p:spPr>
          <a:xfrm flipH="1">
            <a:off x="4160980" y="2009692"/>
            <a:ext cx="704575" cy="0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777BA318-80F7-5743-A21A-86BF9B674328}"/>
              </a:ext>
            </a:extLst>
          </p:cNvPr>
          <p:cNvGrpSpPr/>
          <p:nvPr/>
        </p:nvGrpSpPr>
        <p:grpSpPr>
          <a:xfrm>
            <a:off x="5438709" y="3162925"/>
            <a:ext cx="1338870" cy="1238019"/>
            <a:chOff x="5398240" y="3718434"/>
            <a:chExt cx="1338870" cy="123801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61512B19-6BB1-7B4A-94F7-590E9D2780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39" name="Title 1">
              <a:extLst>
                <a:ext uri="{FF2B5EF4-FFF2-40B4-BE49-F238E27FC236}">
                  <a16:creationId xmlns:a16="http://schemas.microsoft.com/office/drawing/2014/main" id="{14614303-3310-7F40-80BC-326A2C3188F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64024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0F1CD72-785D-E643-B4EB-895E3945A4C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2C83513-A26F-AF46-A9CB-4F6904E27040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3100BDD-62CA-6541-8333-6873B4FF5C4F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1230DDF6-E7C1-824C-BF90-42A059896000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B34A67F5-A424-9242-8B50-54911DF0DBE5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C5D93FA0-2DE6-F943-B3C3-550FC500126C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CA5CFCD-0D12-FD45-988E-863DEA4C3982}"/>
              </a:ext>
            </a:extLst>
          </p:cNvPr>
          <p:cNvGrpSpPr>
            <a:grpSpLocks noChangeAspect="1"/>
          </p:cNvGrpSpPr>
          <p:nvPr/>
        </p:nvGrpSpPr>
        <p:grpSpPr>
          <a:xfrm>
            <a:off x="3941886" y="1525015"/>
            <a:ext cx="4308226" cy="4348123"/>
            <a:chOff x="3473086" y="1664225"/>
            <a:chExt cx="4739049" cy="4782935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36F21B5A-99D9-8E43-B32C-13426DA7D138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3929302" y="1664225"/>
              <a:ext cx="2686051" cy="2246313"/>
            </a:xfrm>
            <a:custGeom>
              <a:avLst/>
              <a:gdLst>
                <a:gd name="T0" fmla="*/ 126 w 474"/>
                <a:gd name="T1" fmla="*/ 396 h 396"/>
                <a:gd name="T2" fmla="*/ 75 w 474"/>
                <a:gd name="T3" fmla="*/ 153 h 396"/>
                <a:gd name="T4" fmla="*/ 474 w 474"/>
                <a:gd name="T5" fmla="*/ 73 h 396"/>
                <a:gd name="T6" fmla="*/ 225 w 474"/>
                <a:gd name="T7" fmla="*/ 182 h 396"/>
                <a:gd name="T8" fmla="*/ 126 w 474"/>
                <a:gd name="T9" fmla="*/ 39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396">
                  <a:moveTo>
                    <a:pt x="126" y="396"/>
                  </a:moveTo>
                  <a:cubicBezTo>
                    <a:pt x="126" y="396"/>
                    <a:pt x="0" y="278"/>
                    <a:pt x="75" y="153"/>
                  </a:cubicBezTo>
                  <a:cubicBezTo>
                    <a:pt x="168" y="0"/>
                    <a:pt x="474" y="73"/>
                    <a:pt x="474" y="73"/>
                  </a:cubicBezTo>
                  <a:cubicBezTo>
                    <a:pt x="474" y="73"/>
                    <a:pt x="318" y="69"/>
                    <a:pt x="225" y="182"/>
                  </a:cubicBezTo>
                  <a:cubicBezTo>
                    <a:pt x="160" y="261"/>
                    <a:pt x="126" y="396"/>
                    <a:pt x="126" y="396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29BE5C44-106C-AF40-80B5-395E30B00509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5681263" y="1758274"/>
              <a:ext cx="2351089" cy="2205038"/>
            </a:xfrm>
            <a:custGeom>
              <a:avLst/>
              <a:gdLst>
                <a:gd name="T0" fmla="*/ 0 w 415"/>
                <a:gd name="T1" fmla="*/ 157 h 389"/>
                <a:gd name="T2" fmla="*/ 216 w 415"/>
                <a:gd name="T3" fmla="*/ 34 h 389"/>
                <a:gd name="T4" fmla="*/ 415 w 415"/>
                <a:gd name="T5" fmla="*/ 389 h 389"/>
                <a:gd name="T6" fmla="*/ 234 w 415"/>
                <a:gd name="T7" fmla="*/ 185 h 389"/>
                <a:gd name="T8" fmla="*/ 0 w 415"/>
                <a:gd name="T9" fmla="*/ 15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89">
                  <a:moveTo>
                    <a:pt x="0" y="157"/>
                  </a:moveTo>
                  <a:cubicBezTo>
                    <a:pt x="0" y="157"/>
                    <a:pt x="74" y="0"/>
                    <a:pt x="216" y="34"/>
                  </a:cubicBezTo>
                  <a:cubicBezTo>
                    <a:pt x="390" y="74"/>
                    <a:pt x="415" y="389"/>
                    <a:pt x="415" y="389"/>
                  </a:cubicBezTo>
                  <a:cubicBezTo>
                    <a:pt x="415" y="389"/>
                    <a:pt x="370" y="238"/>
                    <a:pt x="234" y="185"/>
                  </a:cubicBezTo>
                  <a:cubicBezTo>
                    <a:pt x="139" y="147"/>
                    <a:pt x="0" y="157"/>
                    <a:pt x="0" y="15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38C1181-ED30-154A-9D65-1364DA9D2EF6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6564311" y="3341322"/>
              <a:ext cx="1647824" cy="2636838"/>
            </a:xfrm>
            <a:custGeom>
              <a:avLst/>
              <a:gdLst>
                <a:gd name="T0" fmla="*/ 91 w 291"/>
                <a:gd name="T1" fmla="*/ 0 h 465"/>
                <a:gd name="T2" fmla="*/ 276 w 291"/>
                <a:gd name="T3" fmla="*/ 166 h 465"/>
                <a:gd name="T4" fmla="*/ 0 w 291"/>
                <a:gd name="T5" fmla="*/ 465 h 465"/>
                <a:gd name="T6" fmla="*/ 138 w 291"/>
                <a:gd name="T7" fmla="*/ 231 h 465"/>
                <a:gd name="T8" fmla="*/ 91 w 291"/>
                <a:gd name="T9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465">
                  <a:moveTo>
                    <a:pt x="91" y="0"/>
                  </a:moveTo>
                  <a:cubicBezTo>
                    <a:pt x="91" y="0"/>
                    <a:pt x="263" y="21"/>
                    <a:pt x="276" y="166"/>
                  </a:cubicBezTo>
                  <a:cubicBezTo>
                    <a:pt x="291" y="344"/>
                    <a:pt x="0" y="465"/>
                    <a:pt x="0" y="465"/>
                  </a:cubicBezTo>
                  <a:cubicBezTo>
                    <a:pt x="0" y="465"/>
                    <a:pt x="129" y="376"/>
                    <a:pt x="138" y="231"/>
                  </a:cubicBezTo>
                  <a:cubicBezTo>
                    <a:pt x="144" y="129"/>
                    <a:pt x="91" y="0"/>
                    <a:pt x="9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30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9082B001-5D40-774F-98CD-17B61F2ABEA5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4218438" y="4769172"/>
              <a:ext cx="2855913" cy="1677988"/>
            </a:xfrm>
            <a:custGeom>
              <a:avLst/>
              <a:gdLst>
                <a:gd name="T0" fmla="*/ 471 w 504"/>
                <a:gd name="T1" fmla="*/ 0 h 296"/>
                <a:gd name="T2" fmla="*/ 369 w 504"/>
                <a:gd name="T3" fmla="*/ 227 h 296"/>
                <a:gd name="T4" fmla="*/ 0 w 504"/>
                <a:gd name="T5" fmla="*/ 57 h 296"/>
                <a:gd name="T6" fmla="*/ 266 w 504"/>
                <a:gd name="T7" fmla="*/ 116 h 296"/>
                <a:gd name="T8" fmla="*/ 471 w 504"/>
                <a:gd name="T9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296">
                  <a:moveTo>
                    <a:pt x="471" y="0"/>
                  </a:moveTo>
                  <a:cubicBezTo>
                    <a:pt x="471" y="0"/>
                    <a:pt x="504" y="170"/>
                    <a:pt x="369" y="227"/>
                  </a:cubicBezTo>
                  <a:cubicBezTo>
                    <a:pt x="205" y="296"/>
                    <a:pt x="0" y="57"/>
                    <a:pt x="0" y="57"/>
                  </a:cubicBezTo>
                  <a:cubicBezTo>
                    <a:pt x="0" y="57"/>
                    <a:pt x="124" y="152"/>
                    <a:pt x="266" y="116"/>
                  </a:cubicBezTo>
                  <a:cubicBezTo>
                    <a:pt x="365" y="90"/>
                    <a:pt x="471" y="0"/>
                    <a:pt x="471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2">
                    <a:lumMod val="75000"/>
                  </a:schemeClr>
                </a:gs>
              </a:gsLst>
              <a:lin ang="72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C7A91A2A-0495-3F44-B3C0-7A4445EEB258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3473086" y="2726430"/>
              <a:ext cx="2062164" cy="2919413"/>
            </a:xfrm>
            <a:custGeom>
              <a:avLst/>
              <a:gdLst>
                <a:gd name="T0" fmla="*/ 364 w 364"/>
                <a:gd name="T1" fmla="*/ 431 h 515"/>
                <a:gd name="T2" fmla="*/ 117 w 364"/>
                <a:gd name="T3" fmla="*/ 404 h 515"/>
                <a:gd name="T4" fmla="*/ 165 w 364"/>
                <a:gd name="T5" fmla="*/ 0 h 515"/>
                <a:gd name="T6" fmla="*/ 191 w 364"/>
                <a:gd name="T7" fmla="*/ 271 h 515"/>
                <a:gd name="T8" fmla="*/ 364 w 364"/>
                <a:gd name="T9" fmla="*/ 431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515">
                  <a:moveTo>
                    <a:pt x="364" y="431"/>
                  </a:moveTo>
                  <a:cubicBezTo>
                    <a:pt x="364" y="431"/>
                    <a:pt x="213" y="515"/>
                    <a:pt x="117" y="404"/>
                  </a:cubicBezTo>
                  <a:cubicBezTo>
                    <a:pt x="0" y="269"/>
                    <a:pt x="165" y="0"/>
                    <a:pt x="165" y="0"/>
                  </a:cubicBezTo>
                  <a:cubicBezTo>
                    <a:pt x="165" y="0"/>
                    <a:pt x="113" y="148"/>
                    <a:pt x="191" y="271"/>
                  </a:cubicBezTo>
                  <a:cubicBezTo>
                    <a:pt x="246" y="358"/>
                    <a:pt x="364" y="431"/>
                    <a:pt x="364" y="43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08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16" name="Freeform 17">
            <a:extLst>
              <a:ext uri="{FF2B5EF4-FFF2-40B4-BE49-F238E27FC236}">
                <a16:creationId xmlns:a16="http://schemas.microsoft.com/office/drawing/2014/main" id="{A85620F4-FECC-ED48-A711-B2AEE10B453C}"/>
              </a:ext>
            </a:extLst>
          </p:cNvPr>
          <p:cNvSpPr>
            <a:spLocks noChangeAspect="1"/>
          </p:cNvSpPr>
          <p:nvPr/>
        </p:nvSpPr>
        <p:spPr bwMode="auto">
          <a:xfrm>
            <a:off x="5120509" y="2532548"/>
            <a:ext cx="2308224" cy="2310480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0" name="Graphic 20">
            <a:extLst>
              <a:ext uri="{FF2B5EF4-FFF2-40B4-BE49-F238E27FC236}">
                <a16:creationId xmlns:a16="http://schemas.microsoft.com/office/drawing/2014/main" id="{B1344C6A-01A7-3B47-AB07-5DB71C6F3780}"/>
              </a:ext>
            </a:extLst>
          </p:cNvPr>
          <p:cNvGrpSpPr>
            <a:grpSpLocks noChangeAspect="1"/>
          </p:cNvGrpSpPr>
          <p:nvPr/>
        </p:nvGrpSpPr>
        <p:grpSpPr>
          <a:xfrm>
            <a:off x="5002966" y="2032925"/>
            <a:ext cx="296519" cy="381900"/>
            <a:chOff x="5046511" y="2024216"/>
            <a:chExt cx="296519" cy="381900"/>
          </a:xfrm>
          <a:solidFill>
            <a:srgbClr val="FFFFFF"/>
          </a:solidFill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6D68324-7BC2-9046-98D2-6F92C2BF6E60}"/>
                </a:ext>
              </a:extLst>
            </p:cNvPr>
            <p:cNvSpPr/>
            <p:nvPr/>
          </p:nvSpPr>
          <p:spPr>
            <a:xfrm>
              <a:off x="5046558" y="2199200"/>
              <a:ext cx="295904" cy="206913"/>
            </a:xfrm>
            <a:custGeom>
              <a:avLst/>
              <a:gdLst>
                <a:gd name="connsiteX0" fmla="*/ 289166 w 295904"/>
                <a:gd name="connsiteY0" fmla="*/ 206914 h 206913"/>
                <a:gd name="connsiteX1" fmla="*/ 6850 w 295904"/>
                <a:gd name="connsiteY1" fmla="*/ 206914 h 206913"/>
                <a:gd name="connsiteX2" fmla="*/ 0 w 295904"/>
                <a:gd name="connsiteY2" fmla="*/ 200021 h 206913"/>
                <a:gd name="connsiteX3" fmla="*/ 0 w 295904"/>
                <a:gd name="connsiteY3" fmla="*/ 6013 h 206913"/>
                <a:gd name="connsiteX4" fmla="*/ 7669 w 295904"/>
                <a:gd name="connsiteY4" fmla="*/ 57 h 206913"/>
                <a:gd name="connsiteX5" fmla="*/ 13588 w 295904"/>
                <a:gd name="connsiteY5" fmla="*/ 6013 h 206913"/>
                <a:gd name="connsiteX6" fmla="*/ 13588 w 295904"/>
                <a:gd name="connsiteY6" fmla="*/ 193242 h 206913"/>
                <a:gd name="connsiteX7" fmla="*/ 282315 w 295904"/>
                <a:gd name="connsiteY7" fmla="*/ 193242 h 206913"/>
                <a:gd name="connsiteX8" fmla="*/ 282315 w 295904"/>
                <a:gd name="connsiteY8" fmla="*/ 6013 h 206913"/>
                <a:gd name="connsiteX9" fmla="*/ 289984 w 295904"/>
                <a:gd name="connsiteY9" fmla="*/ 57 h 206913"/>
                <a:gd name="connsiteX10" fmla="*/ 295903 w 295904"/>
                <a:gd name="connsiteY10" fmla="*/ 6013 h 206913"/>
                <a:gd name="connsiteX11" fmla="*/ 295903 w 295904"/>
                <a:gd name="connsiteY11" fmla="*/ 200021 h 206913"/>
                <a:gd name="connsiteX12" fmla="*/ 289279 w 295904"/>
                <a:gd name="connsiteY12" fmla="*/ 206913 h 206913"/>
                <a:gd name="connsiteX13" fmla="*/ 289166 w 295904"/>
                <a:gd name="connsiteY13" fmla="*/ 206914 h 20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904" h="206913">
                  <a:moveTo>
                    <a:pt x="289166" y="206914"/>
                  </a:moveTo>
                  <a:lnTo>
                    <a:pt x="6850" y="206914"/>
                  </a:lnTo>
                  <a:cubicBezTo>
                    <a:pt x="3067" y="206914"/>
                    <a:pt x="0" y="203828"/>
                    <a:pt x="0" y="200021"/>
                  </a:cubicBezTo>
                  <a:lnTo>
                    <a:pt x="0" y="6013"/>
                  </a:lnTo>
                  <a:cubicBezTo>
                    <a:pt x="483" y="2238"/>
                    <a:pt x="3917" y="-429"/>
                    <a:pt x="7669" y="57"/>
                  </a:cubicBezTo>
                  <a:cubicBezTo>
                    <a:pt x="10758" y="458"/>
                    <a:pt x="13190" y="2905"/>
                    <a:pt x="13588" y="6013"/>
                  </a:cubicBezTo>
                  <a:lnTo>
                    <a:pt x="13588" y="193242"/>
                  </a:lnTo>
                  <a:lnTo>
                    <a:pt x="282315" y="193242"/>
                  </a:lnTo>
                  <a:lnTo>
                    <a:pt x="282315" y="6013"/>
                  </a:lnTo>
                  <a:cubicBezTo>
                    <a:pt x="282798" y="2238"/>
                    <a:pt x="286232" y="-429"/>
                    <a:pt x="289984" y="57"/>
                  </a:cubicBezTo>
                  <a:cubicBezTo>
                    <a:pt x="293074" y="458"/>
                    <a:pt x="295506" y="2905"/>
                    <a:pt x="295903" y="6013"/>
                  </a:cubicBezTo>
                  <a:lnTo>
                    <a:pt x="295903" y="200021"/>
                  </a:lnTo>
                  <a:cubicBezTo>
                    <a:pt x="295965" y="203765"/>
                    <a:pt x="292999" y="206851"/>
                    <a:pt x="289279" y="206913"/>
                  </a:cubicBezTo>
                  <a:cubicBezTo>
                    <a:pt x="289241" y="206914"/>
                    <a:pt x="289204" y="206914"/>
                    <a:pt x="289166" y="20691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AA0F187-249F-4445-8335-D3924280399E}"/>
                </a:ext>
              </a:extLst>
            </p:cNvPr>
            <p:cNvSpPr/>
            <p:nvPr/>
          </p:nvSpPr>
          <p:spPr>
            <a:xfrm>
              <a:off x="5047156" y="2295431"/>
              <a:ext cx="295874" cy="110685"/>
            </a:xfrm>
            <a:custGeom>
              <a:avLst/>
              <a:gdLst>
                <a:gd name="connsiteX0" fmla="*/ 288567 w 295874"/>
                <a:gd name="connsiteY0" fmla="*/ 110683 h 110685"/>
                <a:gd name="connsiteX1" fmla="*/ 284749 w 295874"/>
                <a:gd name="connsiteY1" fmla="*/ 109440 h 110685"/>
                <a:gd name="connsiteX2" fmla="*/ 147409 w 295874"/>
                <a:gd name="connsiteY2" fmla="*/ 15091 h 110685"/>
                <a:gd name="connsiteX3" fmla="*/ 10631 w 295874"/>
                <a:gd name="connsiteY3" fmla="*/ 109440 h 110685"/>
                <a:gd name="connsiteX4" fmla="*/ 1241 w 295874"/>
                <a:gd name="connsiteY4" fmla="*/ 107807 h 110685"/>
                <a:gd name="connsiteX5" fmla="*/ 1198 w 295874"/>
                <a:gd name="connsiteY5" fmla="*/ 107745 h 110685"/>
                <a:gd name="connsiteX6" fmla="*/ 2882 w 295874"/>
                <a:gd name="connsiteY6" fmla="*/ 98141 h 110685"/>
                <a:gd name="connsiteX7" fmla="*/ 144152 w 295874"/>
                <a:gd name="connsiteY7" fmla="*/ 1193 h 110685"/>
                <a:gd name="connsiteX8" fmla="*/ 151789 w 295874"/>
                <a:gd name="connsiteY8" fmla="*/ 1193 h 110685"/>
                <a:gd name="connsiteX9" fmla="*/ 292946 w 295874"/>
                <a:gd name="connsiteY9" fmla="*/ 98141 h 110685"/>
                <a:gd name="connsiteX10" fmla="*/ 294639 w 295874"/>
                <a:gd name="connsiteY10" fmla="*/ 107739 h 110685"/>
                <a:gd name="connsiteX11" fmla="*/ 289128 w 295874"/>
                <a:gd name="connsiteY11" fmla="*/ 110683 h 11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874" h="110685">
                  <a:moveTo>
                    <a:pt x="288567" y="110683"/>
                  </a:moveTo>
                  <a:cubicBezTo>
                    <a:pt x="287189" y="110726"/>
                    <a:pt x="285840" y="110286"/>
                    <a:pt x="284749" y="109440"/>
                  </a:cubicBezTo>
                  <a:lnTo>
                    <a:pt x="147409" y="15091"/>
                  </a:lnTo>
                  <a:lnTo>
                    <a:pt x="10631" y="109440"/>
                  </a:lnTo>
                  <a:cubicBezTo>
                    <a:pt x="7590" y="111598"/>
                    <a:pt x="3386" y="110867"/>
                    <a:pt x="1241" y="107807"/>
                  </a:cubicBezTo>
                  <a:cubicBezTo>
                    <a:pt x="1227" y="107787"/>
                    <a:pt x="1212" y="107767"/>
                    <a:pt x="1198" y="107745"/>
                  </a:cubicBezTo>
                  <a:cubicBezTo>
                    <a:pt x="-911" y="104612"/>
                    <a:pt x="-165" y="100359"/>
                    <a:pt x="2882" y="98141"/>
                  </a:cubicBezTo>
                  <a:lnTo>
                    <a:pt x="144152" y="1193"/>
                  </a:lnTo>
                  <a:cubicBezTo>
                    <a:pt x="146452" y="-398"/>
                    <a:pt x="149489" y="-398"/>
                    <a:pt x="151789" y="1193"/>
                  </a:cubicBezTo>
                  <a:lnTo>
                    <a:pt x="292946" y="98141"/>
                  </a:lnTo>
                  <a:cubicBezTo>
                    <a:pt x="296048" y="100321"/>
                    <a:pt x="296806" y="104618"/>
                    <a:pt x="294639" y="107739"/>
                  </a:cubicBezTo>
                  <a:cubicBezTo>
                    <a:pt x="293379" y="109553"/>
                    <a:pt x="291328" y="110649"/>
                    <a:pt x="289128" y="110683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039705B4-9C27-BD42-AD59-9439416A1A7C}"/>
                </a:ext>
              </a:extLst>
            </p:cNvPr>
            <p:cNvSpPr/>
            <p:nvPr/>
          </p:nvSpPr>
          <p:spPr>
            <a:xfrm>
              <a:off x="5294239" y="2176892"/>
              <a:ext cx="48255" cy="35213"/>
            </a:xfrm>
            <a:custGeom>
              <a:avLst/>
              <a:gdLst>
                <a:gd name="connsiteX0" fmla="*/ 41484 w 48255"/>
                <a:gd name="connsiteY0" fmla="*/ 35214 h 35213"/>
                <a:gd name="connsiteX1" fmla="*/ 37891 w 48255"/>
                <a:gd name="connsiteY1" fmla="*/ 34197 h 35213"/>
                <a:gd name="connsiteX2" fmla="*/ 3303 w 48255"/>
                <a:gd name="connsiteY2" fmla="*/ 12615 h 35213"/>
                <a:gd name="connsiteX3" fmla="*/ 895 w 48255"/>
                <a:gd name="connsiteY3" fmla="*/ 3503 h 35213"/>
                <a:gd name="connsiteX4" fmla="*/ 1057 w 48255"/>
                <a:gd name="connsiteY4" fmla="*/ 3237 h 35213"/>
                <a:gd name="connsiteX5" fmla="*/ 10378 w 48255"/>
                <a:gd name="connsiteY5" fmla="*/ 977 h 35213"/>
                <a:gd name="connsiteX6" fmla="*/ 45078 w 48255"/>
                <a:gd name="connsiteY6" fmla="*/ 22558 h 35213"/>
                <a:gd name="connsiteX7" fmla="*/ 47236 w 48255"/>
                <a:gd name="connsiteY7" fmla="*/ 31897 h 35213"/>
                <a:gd name="connsiteX8" fmla="*/ 47212 w 48255"/>
                <a:gd name="connsiteY8" fmla="*/ 31937 h 35213"/>
                <a:gd name="connsiteX9" fmla="*/ 41484 w 48255"/>
                <a:gd name="connsiteY9" fmla="*/ 35214 h 3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55" h="35213">
                  <a:moveTo>
                    <a:pt x="41484" y="35214"/>
                  </a:moveTo>
                  <a:cubicBezTo>
                    <a:pt x="40217" y="35210"/>
                    <a:pt x="38975" y="34859"/>
                    <a:pt x="37891" y="34197"/>
                  </a:cubicBezTo>
                  <a:lnTo>
                    <a:pt x="3303" y="12615"/>
                  </a:lnTo>
                  <a:cubicBezTo>
                    <a:pt x="138" y="10769"/>
                    <a:pt x="-940" y="6689"/>
                    <a:pt x="895" y="3503"/>
                  </a:cubicBezTo>
                  <a:cubicBezTo>
                    <a:pt x="947" y="3414"/>
                    <a:pt x="1001" y="3325"/>
                    <a:pt x="1057" y="3237"/>
                  </a:cubicBezTo>
                  <a:cubicBezTo>
                    <a:pt x="3035" y="57"/>
                    <a:pt x="7178" y="-947"/>
                    <a:pt x="10378" y="977"/>
                  </a:cubicBezTo>
                  <a:lnTo>
                    <a:pt x="45078" y="22558"/>
                  </a:lnTo>
                  <a:cubicBezTo>
                    <a:pt x="48237" y="24537"/>
                    <a:pt x="49204" y="28719"/>
                    <a:pt x="47236" y="31897"/>
                  </a:cubicBezTo>
                  <a:cubicBezTo>
                    <a:pt x="47228" y="31910"/>
                    <a:pt x="47219" y="31923"/>
                    <a:pt x="47212" y="31937"/>
                  </a:cubicBezTo>
                  <a:cubicBezTo>
                    <a:pt x="46016" y="33974"/>
                    <a:pt x="43836" y="35221"/>
                    <a:pt x="41484" y="3521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63B8693A-52D9-BC4C-8722-7B881D73FE4A}"/>
                </a:ext>
              </a:extLst>
            </p:cNvPr>
            <p:cNvSpPr/>
            <p:nvPr/>
          </p:nvSpPr>
          <p:spPr>
            <a:xfrm>
              <a:off x="5046511" y="2176931"/>
              <a:ext cx="48263" cy="35174"/>
            </a:xfrm>
            <a:custGeom>
              <a:avLst/>
              <a:gdLst>
                <a:gd name="connsiteX0" fmla="*/ 6896 w 48263"/>
                <a:gd name="connsiteY0" fmla="*/ 35174 h 35174"/>
                <a:gd name="connsiteX1" fmla="*/ 1057 w 48263"/>
                <a:gd name="connsiteY1" fmla="*/ 31897 h 35174"/>
                <a:gd name="connsiteX2" fmla="*/ 3037 w 48263"/>
                <a:gd name="connsiteY2" fmla="*/ 22683 h 35174"/>
                <a:gd name="connsiteX3" fmla="*/ 3303 w 48263"/>
                <a:gd name="connsiteY3" fmla="*/ 22519 h 35174"/>
                <a:gd name="connsiteX4" fmla="*/ 37891 w 48263"/>
                <a:gd name="connsiteY4" fmla="*/ 1050 h 35174"/>
                <a:gd name="connsiteX5" fmla="*/ 47186 w 48263"/>
                <a:gd name="connsiteY5" fmla="*/ 3158 h 35174"/>
                <a:gd name="connsiteX6" fmla="*/ 47211 w 48263"/>
                <a:gd name="connsiteY6" fmla="*/ 3197 h 35174"/>
                <a:gd name="connsiteX7" fmla="*/ 45078 w 48263"/>
                <a:gd name="connsiteY7" fmla="*/ 12688 h 35174"/>
                <a:gd name="connsiteX8" fmla="*/ 10378 w 48263"/>
                <a:gd name="connsiteY8" fmla="*/ 34157 h 35174"/>
                <a:gd name="connsiteX9" fmla="*/ 6896 w 48263"/>
                <a:gd name="connsiteY9" fmla="*/ 35174 h 35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5174">
                  <a:moveTo>
                    <a:pt x="6896" y="35174"/>
                  </a:moveTo>
                  <a:cubicBezTo>
                    <a:pt x="4511" y="35199"/>
                    <a:pt x="2290" y="33953"/>
                    <a:pt x="1057" y="31897"/>
                  </a:cubicBezTo>
                  <a:cubicBezTo>
                    <a:pt x="-925" y="28802"/>
                    <a:pt x="-38" y="24677"/>
                    <a:pt x="3037" y="22683"/>
                  </a:cubicBezTo>
                  <a:cubicBezTo>
                    <a:pt x="3125" y="22626"/>
                    <a:pt x="3213" y="22571"/>
                    <a:pt x="3303" y="22519"/>
                  </a:cubicBezTo>
                  <a:lnTo>
                    <a:pt x="37891" y="1050"/>
                  </a:lnTo>
                  <a:cubicBezTo>
                    <a:pt x="41036" y="-951"/>
                    <a:pt x="45198" y="-7"/>
                    <a:pt x="47186" y="3158"/>
                  </a:cubicBezTo>
                  <a:cubicBezTo>
                    <a:pt x="47195" y="3170"/>
                    <a:pt x="47203" y="3184"/>
                    <a:pt x="47211" y="3197"/>
                  </a:cubicBezTo>
                  <a:cubicBezTo>
                    <a:pt x="49220" y="6412"/>
                    <a:pt x="48266" y="10657"/>
                    <a:pt x="45078" y="12688"/>
                  </a:cubicBezTo>
                  <a:lnTo>
                    <a:pt x="10378" y="34157"/>
                  </a:lnTo>
                  <a:cubicBezTo>
                    <a:pt x="9342" y="34833"/>
                    <a:pt x="8131" y="35186"/>
                    <a:pt x="6896" y="3517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572B50B-FB4F-E44B-AE8C-7F5A8E202222}"/>
                </a:ext>
              </a:extLst>
            </p:cNvPr>
            <p:cNvSpPr/>
            <p:nvPr/>
          </p:nvSpPr>
          <p:spPr>
            <a:xfrm>
              <a:off x="5046560" y="2198179"/>
              <a:ext cx="295974" cy="110987"/>
            </a:xfrm>
            <a:custGeom>
              <a:avLst/>
              <a:gdLst>
                <a:gd name="connsiteX0" fmla="*/ 148005 w 295974"/>
                <a:gd name="connsiteY0" fmla="*/ 110987 h 110987"/>
                <a:gd name="connsiteX1" fmla="*/ 144187 w 295974"/>
                <a:gd name="connsiteY1" fmla="*/ 109744 h 110987"/>
                <a:gd name="connsiteX2" fmla="*/ 2917 w 295974"/>
                <a:gd name="connsiteY2" fmla="*/ 12683 h 110987"/>
                <a:gd name="connsiteX3" fmla="*/ 1189 w 295974"/>
                <a:gd name="connsiteY3" fmla="*/ 3254 h 110987"/>
                <a:gd name="connsiteX4" fmla="*/ 1233 w 295974"/>
                <a:gd name="connsiteY4" fmla="*/ 3192 h 110987"/>
                <a:gd name="connsiteX5" fmla="*/ 10863 w 295974"/>
                <a:gd name="connsiteY5" fmla="*/ 1130 h 110987"/>
                <a:gd name="connsiteX6" fmla="*/ 11227 w 295974"/>
                <a:gd name="connsiteY6" fmla="*/ 1384 h 110987"/>
                <a:gd name="connsiteX7" fmla="*/ 148567 w 295974"/>
                <a:gd name="connsiteY7" fmla="*/ 95846 h 110987"/>
                <a:gd name="connsiteX8" fmla="*/ 285345 w 295974"/>
                <a:gd name="connsiteY8" fmla="*/ 1384 h 110987"/>
                <a:gd name="connsiteX9" fmla="*/ 294778 w 295974"/>
                <a:gd name="connsiteY9" fmla="*/ 3192 h 110987"/>
                <a:gd name="connsiteX10" fmla="*/ 293067 w 295974"/>
                <a:gd name="connsiteY10" fmla="*/ 12625 h 110987"/>
                <a:gd name="connsiteX11" fmla="*/ 292981 w 295974"/>
                <a:gd name="connsiteY11" fmla="*/ 12683 h 110987"/>
                <a:gd name="connsiteX12" fmla="*/ 151823 w 295974"/>
                <a:gd name="connsiteY12" fmla="*/ 109744 h 110987"/>
                <a:gd name="connsiteX13" fmla="*/ 148005 w 295974"/>
                <a:gd name="connsiteY13" fmla="*/ 110987 h 11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974" h="110987">
                  <a:moveTo>
                    <a:pt x="148005" y="110987"/>
                  </a:moveTo>
                  <a:cubicBezTo>
                    <a:pt x="146636" y="110972"/>
                    <a:pt x="145304" y="110538"/>
                    <a:pt x="144187" y="109744"/>
                  </a:cubicBezTo>
                  <a:lnTo>
                    <a:pt x="2917" y="12683"/>
                  </a:lnTo>
                  <a:cubicBezTo>
                    <a:pt x="-148" y="10560"/>
                    <a:pt x="-921" y="6339"/>
                    <a:pt x="1189" y="3254"/>
                  </a:cubicBezTo>
                  <a:cubicBezTo>
                    <a:pt x="1203" y="3234"/>
                    <a:pt x="1218" y="3212"/>
                    <a:pt x="1233" y="3192"/>
                  </a:cubicBezTo>
                  <a:cubicBezTo>
                    <a:pt x="3326" y="-53"/>
                    <a:pt x="7638" y="-976"/>
                    <a:pt x="10863" y="1130"/>
                  </a:cubicBezTo>
                  <a:cubicBezTo>
                    <a:pt x="10987" y="1210"/>
                    <a:pt x="11108" y="1296"/>
                    <a:pt x="11227" y="1384"/>
                  </a:cubicBezTo>
                  <a:lnTo>
                    <a:pt x="148567" y="95846"/>
                  </a:lnTo>
                  <a:lnTo>
                    <a:pt x="285345" y="1384"/>
                  </a:lnTo>
                  <a:cubicBezTo>
                    <a:pt x="288465" y="-641"/>
                    <a:pt x="292616" y="155"/>
                    <a:pt x="294778" y="3192"/>
                  </a:cubicBezTo>
                  <a:cubicBezTo>
                    <a:pt x="296894" y="6272"/>
                    <a:pt x="296129" y="10495"/>
                    <a:pt x="293067" y="12625"/>
                  </a:cubicBezTo>
                  <a:cubicBezTo>
                    <a:pt x="293039" y="12644"/>
                    <a:pt x="293010" y="12664"/>
                    <a:pt x="292981" y="12683"/>
                  </a:cubicBezTo>
                  <a:lnTo>
                    <a:pt x="151823" y="109744"/>
                  </a:lnTo>
                  <a:cubicBezTo>
                    <a:pt x="150706" y="110538"/>
                    <a:pt x="149374" y="110972"/>
                    <a:pt x="148005" y="110987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1F70046B-417F-E247-B2FA-5EB4BD45B79C}"/>
                </a:ext>
              </a:extLst>
            </p:cNvPr>
            <p:cNvSpPr/>
            <p:nvPr/>
          </p:nvSpPr>
          <p:spPr>
            <a:xfrm>
              <a:off x="5081145" y="2024393"/>
              <a:ext cx="227290" cy="211442"/>
            </a:xfrm>
            <a:custGeom>
              <a:avLst/>
              <a:gdLst>
                <a:gd name="connsiteX0" fmla="*/ 6850 w 227290"/>
                <a:gd name="connsiteY0" fmla="*/ 211441 h 211442"/>
                <a:gd name="connsiteX1" fmla="*/ 1 w 227290"/>
                <a:gd name="connsiteY1" fmla="*/ 204776 h 211442"/>
                <a:gd name="connsiteX2" fmla="*/ 0 w 227290"/>
                <a:gd name="connsiteY2" fmla="*/ 204662 h 211442"/>
                <a:gd name="connsiteX3" fmla="*/ 0 w 227290"/>
                <a:gd name="connsiteY3" fmla="*/ 6924 h 211442"/>
                <a:gd name="connsiteX4" fmla="*/ 6850 w 227290"/>
                <a:gd name="connsiteY4" fmla="*/ 32 h 211442"/>
                <a:gd name="connsiteX5" fmla="*/ 173499 w 227290"/>
                <a:gd name="connsiteY5" fmla="*/ 32 h 211442"/>
                <a:gd name="connsiteX6" fmla="*/ 178777 w 227290"/>
                <a:gd name="connsiteY6" fmla="*/ 2066 h 211442"/>
                <a:gd name="connsiteX7" fmla="*/ 225268 w 227290"/>
                <a:gd name="connsiteY7" fmla="*/ 48845 h 211442"/>
                <a:gd name="connsiteX8" fmla="*/ 227290 w 227290"/>
                <a:gd name="connsiteY8" fmla="*/ 53703 h 211442"/>
                <a:gd name="connsiteX9" fmla="*/ 227290 w 227290"/>
                <a:gd name="connsiteY9" fmla="*/ 204662 h 211442"/>
                <a:gd name="connsiteX10" fmla="*/ 219621 w 227290"/>
                <a:gd name="connsiteY10" fmla="*/ 210617 h 211442"/>
                <a:gd name="connsiteX11" fmla="*/ 213702 w 227290"/>
                <a:gd name="connsiteY11" fmla="*/ 204662 h 211442"/>
                <a:gd name="connsiteX12" fmla="*/ 213702 w 227290"/>
                <a:gd name="connsiteY12" fmla="*/ 56528 h 211442"/>
                <a:gd name="connsiteX13" fmla="*/ 170580 w 227290"/>
                <a:gd name="connsiteY13" fmla="*/ 13704 h 211442"/>
                <a:gd name="connsiteX14" fmla="*/ 13363 w 227290"/>
                <a:gd name="connsiteY14" fmla="*/ 13704 h 211442"/>
                <a:gd name="connsiteX15" fmla="*/ 13363 w 227290"/>
                <a:gd name="connsiteY15" fmla="*/ 204662 h 211442"/>
                <a:gd name="connsiteX16" fmla="*/ 6850 w 227290"/>
                <a:gd name="connsiteY16" fmla="*/ 211441 h 2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290" h="211442">
                  <a:moveTo>
                    <a:pt x="6850" y="211441"/>
                  </a:moveTo>
                  <a:cubicBezTo>
                    <a:pt x="3130" y="211503"/>
                    <a:pt x="63" y="208519"/>
                    <a:pt x="1" y="204776"/>
                  </a:cubicBezTo>
                  <a:cubicBezTo>
                    <a:pt x="0" y="204737"/>
                    <a:pt x="0" y="204700"/>
                    <a:pt x="0" y="204662"/>
                  </a:cubicBezTo>
                  <a:lnTo>
                    <a:pt x="0" y="6924"/>
                  </a:lnTo>
                  <a:cubicBezTo>
                    <a:pt x="0" y="3118"/>
                    <a:pt x="3067" y="32"/>
                    <a:pt x="6850" y="32"/>
                  </a:cubicBezTo>
                  <a:lnTo>
                    <a:pt x="173499" y="32"/>
                  </a:lnTo>
                  <a:cubicBezTo>
                    <a:pt x="175479" y="-169"/>
                    <a:pt x="177436" y="586"/>
                    <a:pt x="178777" y="2066"/>
                  </a:cubicBezTo>
                  <a:lnTo>
                    <a:pt x="225268" y="48845"/>
                  </a:lnTo>
                  <a:cubicBezTo>
                    <a:pt x="226588" y="50108"/>
                    <a:pt x="227321" y="51871"/>
                    <a:pt x="227290" y="53703"/>
                  </a:cubicBezTo>
                  <a:lnTo>
                    <a:pt x="227290" y="204662"/>
                  </a:lnTo>
                  <a:cubicBezTo>
                    <a:pt x="226807" y="208437"/>
                    <a:pt x="223373" y="211103"/>
                    <a:pt x="219621" y="210617"/>
                  </a:cubicBezTo>
                  <a:cubicBezTo>
                    <a:pt x="216532" y="210216"/>
                    <a:pt x="214099" y="207770"/>
                    <a:pt x="213702" y="204662"/>
                  </a:cubicBezTo>
                  <a:lnTo>
                    <a:pt x="213702" y="56528"/>
                  </a:lnTo>
                  <a:lnTo>
                    <a:pt x="170580" y="13704"/>
                  </a:lnTo>
                  <a:lnTo>
                    <a:pt x="13363" y="13704"/>
                  </a:lnTo>
                  <a:lnTo>
                    <a:pt x="13363" y="204662"/>
                  </a:lnTo>
                  <a:cubicBezTo>
                    <a:pt x="13365" y="208319"/>
                    <a:pt x="10483" y="211319"/>
                    <a:pt x="6850" y="211441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356F543-972F-2742-B99E-58AD4A75DB16}"/>
                </a:ext>
              </a:extLst>
            </p:cNvPr>
            <p:cNvSpPr/>
            <p:nvPr/>
          </p:nvSpPr>
          <p:spPr>
            <a:xfrm>
              <a:off x="5247794" y="2024216"/>
              <a:ext cx="60693" cy="60675"/>
            </a:xfrm>
            <a:custGeom>
              <a:avLst/>
              <a:gdLst>
                <a:gd name="connsiteX0" fmla="*/ 53342 w 60693"/>
                <a:gd name="connsiteY0" fmla="*/ 60659 h 60675"/>
                <a:gd name="connsiteX1" fmla="*/ 6850 w 60693"/>
                <a:gd name="connsiteY1" fmla="*/ 60659 h 60675"/>
                <a:gd name="connsiteX2" fmla="*/ 1 w 60693"/>
                <a:gd name="connsiteY2" fmla="*/ 53993 h 60675"/>
                <a:gd name="connsiteX3" fmla="*/ 0 w 60693"/>
                <a:gd name="connsiteY3" fmla="*/ 53880 h 60675"/>
                <a:gd name="connsiteX4" fmla="*/ 0 w 60693"/>
                <a:gd name="connsiteY4" fmla="*/ 7101 h 60675"/>
                <a:gd name="connsiteX5" fmla="*/ 4155 w 60693"/>
                <a:gd name="connsiteY5" fmla="*/ 773 h 60675"/>
                <a:gd name="connsiteX6" fmla="*/ 12128 w 60693"/>
                <a:gd name="connsiteY6" fmla="*/ 2242 h 60675"/>
                <a:gd name="connsiteX7" fmla="*/ 58620 w 60693"/>
                <a:gd name="connsiteY7" fmla="*/ 49021 h 60675"/>
                <a:gd name="connsiteX8" fmla="*/ 60192 w 60693"/>
                <a:gd name="connsiteY8" fmla="*/ 56478 h 60675"/>
                <a:gd name="connsiteX9" fmla="*/ 53342 w 60693"/>
                <a:gd name="connsiteY9" fmla="*/ 60659 h 60675"/>
                <a:gd name="connsiteX10" fmla="*/ 13588 w 60693"/>
                <a:gd name="connsiteY10" fmla="*/ 46987 h 60675"/>
                <a:gd name="connsiteX11" fmla="*/ 36834 w 60693"/>
                <a:gd name="connsiteY11" fmla="*/ 46987 h 60675"/>
                <a:gd name="connsiteX12" fmla="*/ 13588 w 60693"/>
                <a:gd name="connsiteY12" fmla="*/ 23598 h 6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693" h="60675">
                  <a:moveTo>
                    <a:pt x="53342" y="60659"/>
                  </a:moveTo>
                  <a:lnTo>
                    <a:pt x="6850" y="60659"/>
                  </a:lnTo>
                  <a:cubicBezTo>
                    <a:pt x="3130" y="60722"/>
                    <a:pt x="63" y="57737"/>
                    <a:pt x="1" y="53993"/>
                  </a:cubicBezTo>
                  <a:cubicBezTo>
                    <a:pt x="0" y="53956"/>
                    <a:pt x="0" y="53918"/>
                    <a:pt x="0" y="53880"/>
                  </a:cubicBezTo>
                  <a:lnTo>
                    <a:pt x="0" y="7101"/>
                  </a:lnTo>
                  <a:cubicBezTo>
                    <a:pt x="-27" y="4336"/>
                    <a:pt x="1617" y="1833"/>
                    <a:pt x="4155" y="773"/>
                  </a:cubicBezTo>
                  <a:cubicBezTo>
                    <a:pt x="6829" y="-664"/>
                    <a:pt x="10134" y="-55"/>
                    <a:pt x="12128" y="2242"/>
                  </a:cubicBezTo>
                  <a:lnTo>
                    <a:pt x="58620" y="49021"/>
                  </a:lnTo>
                  <a:cubicBezTo>
                    <a:pt x="60615" y="50947"/>
                    <a:pt x="61238" y="53903"/>
                    <a:pt x="60192" y="56478"/>
                  </a:cubicBezTo>
                  <a:cubicBezTo>
                    <a:pt x="59014" y="59187"/>
                    <a:pt x="56273" y="60859"/>
                    <a:pt x="53342" y="60659"/>
                  </a:cubicBezTo>
                  <a:close/>
                  <a:moveTo>
                    <a:pt x="13588" y="46987"/>
                  </a:moveTo>
                  <a:lnTo>
                    <a:pt x="36834" y="46987"/>
                  </a:lnTo>
                  <a:lnTo>
                    <a:pt x="13588" y="23598"/>
                  </a:ln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DBF1FC6F-328B-C249-A5FF-DDC4153394E0}"/>
                </a:ext>
              </a:extLst>
            </p:cNvPr>
            <p:cNvSpPr/>
            <p:nvPr/>
          </p:nvSpPr>
          <p:spPr>
            <a:xfrm>
              <a:off x="5121235" y="2201710"/>
              <a:ext cx="146547" cy="13785"/>
            </a:xfrm>
            <a:custGeom>
              <a:avLst/>
              <a:gdLst>
                <a:gd name="connsiteX0" fmla="*/ 139698 w 146547"/>
                <a:gd name="connsiteY0" fmla="*/ 13785 h 13785"/>
                <a:gd name="connsiteX1" fmla="*/ 6850 w 146547"/>
                <a:gd name="connsiteY1" fmla="*/ 13785 h 13785"/>
                <a:gd name="connsiteX2" fmla="*/ 0 w 146547"/>
                <a:gd name="connsiteY2" fmla="*/ 6893 h 13785"/>
                <a:gd name="connsiteX3" fmla="*/ 6850 w 146547"/>
                <a:gd name="connsiteY3" fmla="*/ 0 h 13785"/>
                <a:gd name="connsiteX4" fmla="*/ 139698 w 146547"/>
                <a:gd name="connsiteY4" fmla="*/ 0 h 13785"/>
                <a:gd name="connsiteX5" fmla="*/ 146548 w 146547"/>
                <a:gd name="connsiteY5" fmla="*/ 6893 h 13785"/>
                <a:gd name="connsiteX6" fmla="*/ 139698 w 146547"/>
                <a:gd name="connsiteY6" fmla="*/ 13785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547" h="13785">
                  <a:moveTo>
                    <a:pt x="139698" y="13785"/>
                  </a:moveTo>
                  <a:lnTo>
                    <a:pt x="6850" y="13785"/>
                  </a:lnTo>
                  <a:cubicBezTo>
                    <a:pt x="3067" y="13785"/>
                    <a:pt x="0" y="10699"/>
                    <a:pt x="0" y="6893"/>
                  </a:cubicBezTo>
                  <a:cubicBezTo>
                    <a:pt x="0" y="3086"/>
                    <a:pt x="3067" y="0"/>
                    <a:pt x="6850" y="0"/>
                  </a:cubicBezTo>
                  <a:lnTo>
                    <a:pt x="139698" y="0"/>
                  </a:lnTo>
                  <a:cubicBezTo>
                    <a:pt x="143481" y="0"/>
                    <a:pt x="146548" y="3086"/>
                    <a:pt x="146548" y="6893"/>
                  </a:cubicBezTo>
                  <a:cubicBezTo>
                    <a:pt x="146548" y="10699"/>
                    <a:pt x="143481" y="13785"/>
                    <a:pt x="139698" y="13785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CD859305-5A37-274F-A622-1E15B377C4F4}"/>
                </a:ext>
              </a:extLst>
            </p:cNvPr>
            <p:cNvSpPr/>
            <p:nvPr/>
          </p:nvSpPr>
          <p:spPr>
            <a:xfrm>
              <a:off x="5120359" y="2156004"/>
              <a:ext cx="148299" cy="13786"/>
            </a:xfrm>
            <a:custGeom>
              <a:avLst/>
              <a:gdLst>
                <a:gd name="connsiteX0" fmla="*/ 140574 w 148299"/>
                <a:gd name="connsiteY0" fmla="*/ 13729 h 13786"/>
                <a:gd name="connsiteX1" fmla="*/ 7726 w 148299"/>
                <a:gd name="connsiteY1" fmla="*/ 13729 h 13786"/>
                <a:gd name="connsiteX2" fmla="*/ 57 w 148299"/>
                <a:gd name="connsiteY2" fmla="*/ 7773 h 13786"/>
                <a:gd name="connsiteX3" fmla="*/ 5976 w 148299"/>
                <a:gd name="connsiteY3" fmla="*/ 57 h 13786"/>
                <a:gd name="connsiteX4" fmla="*/ 7726 w 148299"/>
                <a:gd name="connsiteY4" fmla="*/ 57 h 13786"/>
                <a:gd name="connsiteX5" fmla="*/ 140574 w 148299"/>
                <a:gd name="connsiteY5" fmla="*/ 57 h 13786"/>
                <a:gd name="connsiteX6" fmla="*/ 148243 w 148299"/>
                <a:gd name="connsiteY6" fmla="*/ 6013 h 13786"/>
                <a:gd name="connsiteX7" fmla="*/ 142325 w 148299"/>
                <a:gd name="connsiteY7" fmla="*/ 13729 h 13786"/>
                <a:gd name="connsiteX8" fmla="*/ 140574 w 148299"/>
                <a:gd name="connsiteY8" fmla="*/ 13729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99" h="13786">
                  <a:moveTo>
                    <a:pt x="140574" y="13729"/>
                  </a:moveTo>
                  <a:lnTo>
                    <a:pt x="7726" y="13729"/>
                  </a:lnTo>
                  <a:cubicBezTo>
                    <a:pt x="3974" y="14215"/>
                    <a:pt x="540" y="11550"/>
                    <a:pt x="57" y="7773"/>
                  </a:cubicBezTo>
                  <a:cubicBezTo>
                    <a:pt x="-427" y="3998"/>
                    <a:pt x="2223" y="543"/>
                    <a:pt x="5976" y="57"/>
                  </a:cubicBezTo>
                  <a:cubicBezTo>
                    <a:pt x="6557" y="-19"/>
                    <a:pt x="7145" y="-19"/>
                    <a:pt x="7726" y="57"/>
                  </a:cubicBezTo>
                  <a:lnTo>
                    <a:pt x="140574" y="57"/>
                  </a:lnTo>
                  <a:cubicBezTo>
                    <a:pt x="144326" y="-429"/>
                    <a:pt x="147760" y="2237"/>
                    <a:pt x="148243" y="6013"/>
                  </a:cubicBezTo>
                  <a:cubicBezTo>
                    <a:pt x="148727" y="9788"/>
                    <a:pt x="146076" y="13243"/>
                    <a:pt x="142325" y="13729"/>
                  </a:cubicBezTo>
                  <a:cubicBezTo>
                    <a:pt x="141743" y="13805"/>
                    <a:pt x="141154" y="13805"/>
                    <a:pt x="140574" y="13729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C2429EE5-0920-484E-BFCA-3025D9FCA77B}"/>
                </a:ext>
              </a:extLst>
            </p:cNvPr>
            <p:cNvSpPr/>
            <p:nvPr/>
          </p:nvSpPr>
          <p:spPr>
            <a:xfrm>
              <a:off x="5120359" y="2110355"/>
              <a:ext cx="148299" cy="13786"/>
            </a:xfrm>
            <a:custGeom>
              <a:avLst/>
              <a:gdLst>
                <a:gd name="connsiteX0" fmla="*/ 140574 w 148299"/>
                <a:gd name="connsiteY0" fmla="*/ 13729 h 13786"/>
                <a:gd name="connsiteX1" fmla="*/ 7726 w 148299"/>
                <a:gd name="connsiteY1" fmla="*/ 13729 h 13786"/>
                <a:gd name="connsiteX2" fmla="*/ 57 w 148299"/>
                <a:gd name="connsiteY2" fmla="*/ 7774 h 13786"/>
                <a:gd name="connsiteX3" fmla="*/ 5976 w 148299"/>
                <a:gd name="connsiteY3" fmla="*/ 57 h 13786"/>
                <a:gd name="connsiteX4" fmla="*/ 7726 w 148299"/>
                <a:gd name="connsiteY4" fmla="*/ 57 h 13786"/>
                <a:gd name="connsiteX5" fmla="*/ 140574 w 148299"/>
                <a:gd name="connsiteY5" fmla="*/ 57 h 13786"/>
                <a:gd name="connsiteX6" fmla="*/ 148243 w 148299"/>
                <a:gd name="connsiteY6" fmla="*/ 6013 h 13786"/>
                <a:gd name="connsiteX7" fmla="*/ 142325 w 148299"/>
                <a:gd name="connsiteY7" fmla="*/ 13729 h 13786"/>
                <a:gd name="connsiteX8" fmla="*/ 140574 w 148299"/>
                <a:gd name="connsiteY8" fmla="*/ 13729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99" h="13786">
                  <a:moveTo>
                    <a:pt x="140574" y="13729"/>
                  </a:moveTo>
                  <a:lnTo>
                    <a:pt x="7726" y="13729"/>
                  </a:lnTo>
                  <a:cubicBezTo>
                    <a:pt x="3974" y="14216"/>
                    <a:pt x="540" y="11549"/>
                    <a:pt x="57" y="7774"/>
                  </a:cubicBezTo>
                  <a:cubicBezTo>
                    <a:pt x="-427" y="3999"/>
                    <a:pt x="2223" y="544"/>
                    <a:pt x="5976" y="57"/>
                  </a:cubicBezTo>
                  <a:cubicBezTo>
                    <a:pt x="6557" y="-18"/>
                    <a:pt x="7145" y="-18"/>
                    <a:pt x="7726" y="57"/>
                  </a:cubicBezTo>
                  <a:lnTo>
                    <a:pt x="140574" y="57"/>
                  </a:lnTo>
                  <a:cubicBezTo>
                    <a:pt x="144326" y="-429"/>
                    <a:pt x="147760" y="2237"/>
                    <a:pt x="148243" y="6013"/>
                  </a:cubicBezTo>
                  <a:cubicBezTo>
                    <a:pt x="148727" y="9788"/>
                    <a:pt x="146076" y="13243"/>
                    <a:pt x="142325" y="13729"/>
                  </a:cubicBezTo>
                  <a:cubicBezTo>
                    <a:pt x="141743" y="13805"/>
                    <a:pt x="141154" y="13805"/>
                    <a:pt x="140574" y="13729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41" name="Graphic 22">
            <a:extLst>
              <a:ext uri="{FF2B5EF4-FFF2-40B4-BE49-F238E27FC236}">
                <a16:creationId xmlns:a16="http://schemas.microsoft.com/office/drawing/2014/main" id="{D31AFFE6-28ED-0940-83D3-B3EAA75D4651}"/>
              </a:ext>
            </a:extLst>
          </p:cNvPr>
          <p:cNvGrpSpPr>
            <a:grpSpLocks noChangeAspect="1"/>
          </p:cNvGrpSpPr>
          <p:nvPr/>
        </p:nvGrpSpPr>
        <p:grpSpPr>
          <a:xfrm>
            <a:off x="7733502" y="3902434"/>
            <a:ext cx="395318" cy="395774"/>
            <a:chOff x="4992772" y="2016855"/>
            <a:chExt cx="395318" cy="395774"/>
          </a:xfrm>
          <a:solidFill>
            <a:srgbClr val="FFFFFF"/>
          </a:solidFill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44D8A74B-661B-484A-A97D-99920EB6CD18}"/>
                </a:ext>
              </a:extLst>
            </p:cNvPr>
            <p:cNvSpPr/>
            <p:nvPr/>
          </p:nvSpPr>
          <p:spPr>
            <a:xfrm>
              <a:off x="4992772" y="2016855"/>
              <a:ext cx="395318" cy="395774"/>
            </a:xfrm>
            <a:custGeom>
              <a:avLst/>
              <a:gdLst>
                <a:gd name="connsiteX0" fmla="*/ 241438 w 395318"/>
                <a:gd name="connsiteY0" fmla="*/ 395775 h 395774"/>
                <a:gd name="connsiteX1" fmla="*/ 154337 w 395318"/>
                <a:gd name="connsiteY1" fmla="*/ 395775 h 395774"/>
                <a:gd name="connsiteX2" fmla="*/ 147487 w 395318"/>
                <a:gd name="connsiteY2" fmla="*/ 388927 h 395774"/>
                <a:gd name="connsiteX3" fmla="*/ 147488 w 395318"/>
                <a:gd name="connsiteY3" fmla="*/ 388811 h 395774"/>
                <a:gd name="connsiteX4" fmla="*/ 147488 w 395318"/>
                <a:gd name="connsiteY4" fmla="*/ 343150 h 395774"/>
                <a:gd name="connsiteX5" fmla="*/ 130936 w 395318"/>
                <a:gd name="connsiteY5" fmla="*/ 336300 h 395774"/>
                <a:gd name="connsiteX6" fmla="*/ 98516 w 395318"/>
                <a:gd name="connsiteY6" fmla="*/ 368606 h 395774"/>
                <a:gd name="connsiteX7" fmla="*/ 88812 w 395318"/>
                <a:gd name="connsiteY7" fmla="*/ 368606 h 395774"/>
                <a:gd name="connsiteX8" fmla="*/ 27169 w 395318"/>
                <a:gd name="connsiteY8" fmla="*/ 306962 h 395774"/>
                <a:gd name="connsiteX9" fmla="*/ 25114 w 395318"/>
                <a:gd name="connsiteY9" fmla="*/ 302054 h 395774"/>
                <a:gd name="connsiteX10" fmla="*/ 27169 w 395318"/>
                <a:gd name="connsiteY10" fmla="*/ 296688 h 395774"/>
                <a:gd name="connsiteX11" fmla="*/ 59589 w 395318"/>
                <a:gd name="connsiteY11" fmla="*/ 264725 h 395774"/>
                <a:gd name="connsiteX12" fmla="*/ 52740 w 395318"/>
                <a:gd name="connsiteY12" fmla="*/ 248287 h 395774"/>
                <a:gd name="connsiteX13" fmla="*/ 7078 w 395318"/>
                <a:gd name="connsiteY13" fmla="*/ 248287 h 395774"/>
                <a:gd name="connsiteX14" fmla="*/ 1 w 395318"/>
                <a:gd name="connsiteY14" fmla="*/ 241439 h 395774"/>
                <a:gd name="connsiteX15" fmla="*/ 0 w 395318"/>
                <a:gd name="connsiteY15" fmla="*/ 241323 h 395774"/>
                <a:gd name="connsiteX16" fmla="*/ 0 w 395318"/>
                <a:gd name="connsiteY16" fmla="*/ 154223 h 395774"/>
                <a:gd name="connsiteX17" fmla="*/ 6848 w 395318"/>
                <a:gd name="connsiteY17" fmla="*/ 147373 h 395774"/>
                <a:gd name="connsiteX18" fmla="*/ 6963 w 395318"/>
                <a:gd name="connsiteY18" fmla="*/ 147374 h 395774"/>
                <a:gd name="connsiteX19" fmla="*/ 52625 w 395318"/>
                <a:gd name="connsiteY19" fmla="*/ 147374 h 395774"/>
                <a:gd name="connsiteX20" fmla="*/ 59475 w 395318"/>
                <a:gd name="connsiteY20" fmla="*/ 130821 h 395774"/>
                <a:gd name="connsiteX21" fmla="*/ 27169 w 395318"/>
                <a:gd name="connsiteY21" fmla="*/ 98401 h 395774"/>
                <a:gd name="connsiteX22" fmla="*/ 26989 w 395318"/>
                <a:gd name="connsiteY22" fmla="*/ 88878 h 395774"/>
                <a:gd name="connsiteX23" fmla="*/ 27169 w 395318"/>
                <a:gd name="connsiteY23" fmla="*/ 88698 h 395774"/>
                <a:gd name="connsiteX24" fmla="*/ 88812 w 395318"/>
                <a:gd name="connsiteY24" fmla="*/ 27055 h 395774"/>
                <a:gd name="connsiteX25" fmla="*/ 98336 w 395318"/>
                <a:gd name="connsiteY25" fmla="*/ 26875 h 395774"/>
                <a:gd name="connsiteX26" fmla="*/ 98516 w 395318"/>
                <a:gd name="connsiteY26" fmla="*/ 27055 h 395774"/>
                <a:gd name="connsiteX27" fmla="*/ 130936 w 395318"/>
                <a:gd name="connsiteY27" fmla="*/ 59475 h 395774"/>
                <a:gd name="connsiteX28" fmla="*/ 147488 w 395318"/>
                <a:gd name="connsiteY28" fmla="*/ 52625 h 395774"/>
                <a:gd name="connsiteX29" fmla="*/ 147488 w 395318"/>
                <a:gd name="connsiteY29" fmla="*/ 6963 h 395774"/>
                <a:gd name="connsiteX30" fmla="*/ 154222 w 395318"/>
                <a:gd name="connsiteY30" fmla="*/ 1 h 395774"/>
                <a:gd name="connsiteX31" fmla="*/ 154337 w 395318"/>
                <a:gd name="connsiteY31" fmla="*/ 0 h 395774"/>
                <a:gd name="connsiteX32" fmla="*/ 241438 w 395318"/>
                <a:gd name="connsiteY32" fmla="*/ 0 h 395774"/>
                <a:gd name="connsiteX33" fmla="*/ 248401 w 395318"/>
                <a:gd name="connsiteY33" fmla="*/ 6963 h 395774"/>
                <a:gd name="connsiteX34" fmla="*/ 248401 w 395318"/>
                <a:gd name="connsiteY34" fmla="*/ 52625 h 395774"/>
                <a:gd name="connsiteX35" fmla="*/ 264839 w 395318"/>
                <a:gd name="connsiteY35" fmla="*/ 59475 h 395774"/>
                <a:gd name="connsiteX36" fmla="*/ 296803 w 395318"/>
                <a:gd name="connsiteY36" fmla="*/ 27055 h 395774"/>
                <a:gd name="connsiteX37" fmla="*/ 306620 w 395318"/>
                <a:gd name="connsiteY37" fmla="*/ 27055 h 395774"/>
                <a:gd name="connsiteX38" fmla="*/ 368264 w 395318"/>
                <a:gd name="connsiteY38" fmla="*/ 88698 h 395774"/>
                <a:gd name="connsiteX39" fmla="*/ 368264 w 395318"/>
                <a:gd name="connsiteY39" fmla="*/ 98401 h 395774"/>
                <a:gd name="connsiteX40" fmla="*/ 335844 w 395318"/>
                <a:gd name="connsiteY40" fmla="*/ 130821 h 395774"/>
                <a:gd name="connsiteX41" fmla="*/ 342693 w 395318"/>
                <a:gd name="connsiteY41" fmla="*/ 147374 h 395774"/>
                <a:gd name="connsiteX42" fmla="*/ 388355 w 395318"/>
                <a:gd name="connsiteY42" fmla="*/ 147374 h 395774"/>
                <a:gd name="connsiteX43" fmla="*/ 395317 w 395318"/>
                <a:gd name="connsiteY43" fmla="*/ 154108 h 395774"/>
                <a:gd name="connsiteX44" fmla="*/ 395318 w 395318"/>
                <a:gd name="connsiteY44" fmla="*/ 154223 h 395774"/>
                <a:gd name="connsiteX45" fmla="*/ 395318 w 395318"/>
                <a:gd name="connsiteY45" fmla="*/ 241323 h 395774"/>
                <a:gd name="connsiteX46" fmla="*/ 388355 w 395318"/>
                <a:gd name="connsiteY46" fmla="*/ 248287 h 395774"/>
                <a:gd name="connsiteX47" fmla="*/ 342693 w 395318"/>
                <a:gd name="connsiteY47" fmla="*/ 248287 h 395774"/>
                <a:gd name="connsiteX48" fmla="*/ 335844 w 395318"/>
                <a:gd name="connsiteY48" fmla="*/ 264725 h 395774"/>
                <a:gd name="connsiteX49" fmla="*/ 368720 w 395318"/>
                <a:gd name="connsiteY49" fmla="*/ 296688 h 395774"/>
                <a:gd name="connsiteX50" fmla="*/ 370661 w 395318"/>
                <a:gd name="connsiteY50" fmla="*/ 301597 h 395774"/>
                <a:gd name="connsiteX51" fmla="*/ 368720 w 395318"/>
                <a:gd name="connsiteY51" fmla="*/ 306506 h 395774"/>
                <a:gd name="connsiteX52" fmla="*/ 307077 w 395318"/>
                <a:gd name="connsiteY52" fmla="*/ 368149 h 395774"/>
                <a:gd name="connsiteX53" fmla="*/ 297259 w 395318"/>
                <a:gd name="connsiteY53" fmla="*/ 368149 h 395774"/>
                <a:gd name="connsiteX54" fmla="*/ 264839 w 395318"/>
                <a:gd name="connsiteY54" fmla="*/ 336186 h 395774"/>
                <a:gd name="connsiteX55" fmla="*/ 248401 w 395318"/>
                <a:gd name="connsiteY55" fmla="*/ 343035 h 395774"/>
                <a:gd name="connsiteX56" fmla="*/ 248401 w 395318"/>
                <a:gd name="connsiteY56" fmla="*/ 388697 h 395774"/>
                <a:gd name="connsiteX57" fmla="*/ 241553 w 395318"/>
                <a:gd name="connsiteY57" fmla="*/ 395774 h 395774"/>
                <a:gd name="connsiteX58" fmla="*/ 241438 w 395318"/>
                <a:gd name="connsiteY58" fmla="*/ 395775 h 395774"/>
                <a:gd name="connsiteX59" fmla="*/ 161529 w 395318"/>
                <a:gd name="connsiteY59" fmla="*/ 381962 h 395774"/>
                <a:gd name="connsiteX60" fmla="*/ 234817 w 395318"/>
                <a:gd name="connsiteY60" fmla="*/ 381962 h 395774"/>
                <a:gd name="connsiteX61" fmla="*/ 234817 w 395318"/>
                <a:gd name="connsiteY61" fmla="*/ 338013 h 395774"/>
                <a:gd name="connsiteX62" fmla="*/ 239725 w 395318"/>
                <a:gd name="connsiteY62" fmla="*/ 330935 h 395774"/>
                <a:gd name="connsiteX63" fmla="*/ 262556 w 395318"/>
                <a:gd name="connsiteY63" fmla="*/ 321574 h 395774"/>
                <a:gd name="connsiteX64" fmla="*/ 270661 w 395318"/>
                <a:gd name="connsiteY64" fmla="*/ 322830 h 395774"/>
                <a:gd name="connsiteX65" fmla="*/ 302168 w 395318"/>
                <a:gd name="connsiteY65" fmla="*/ 353766 h 395774"/>
                <a:gd name="connsiteX66" fmla="*/ 353880 w 395318"/>
                <a:gd name="connsiteY66" fmla="*/ 302054 h 395774"/>
                <a:gd name="connsiteX67" fmla="*/ 322830 w 395318"/>
                <a:gd name="connsiteY67" fmla="*/ 271004 h 395774"/>
                <a:gd name="connsiteX68" fmla="*/ 321574 w 395318"/>
                <a:gd name="connsiteY68" fmla="*/ 262899 h 395774"/>
                <a:gd name="connsiteX69" fmla="*/ 331049 w 395318"/>
                <a:gd name="connsiteY69" fmla="*/ 239611 h 395774"/>
                <a:gd name="connsiteX70" fmla="*/ 337670 w 395318"/>
                <a:gd name="connsiteY70" fmla="*/ 234817 h 395774"/>
                <a:gd name="connsiteX71" fmla="*/ 381620 w 395318"/>
                <a:gd name="connsiteY71" fmla="*/ 234817 h 395774"/>
                <a:gd name="connsiteX72" fmla="*/ 381620 w 395318"/>
                <a:gd name="connsiteY72" fmla="*/ 161187 h 395774"/>
                <a:gd name="connsiteX73" fmla="*/ 338127 w 395318"/>
                <a:gd name="connsiteY73" fmla="*/ 161187 h 395774"/>
                <a:gd name="connsiteX74" fmla="*/ 331049 w 395318"/>
                <a:gd name="connsiteY74" fmla="*/ 156278 h 395774"/>
                <a:gd name="connsiteX75" fmla="*/ 321232 w 395318"/>
                <a:gd name="connsiteY75" fmla="*/ 132762 h 395774"/>
                <a:gd name="connsiteX76" fmla="*/ 322487 w 395318"/>
                <a:gd name="connsiteY76" fmla="*/ 124657 h 395774"/>
                <a:gd name="connsiteX77" fmla="*/ 353880 w 395318"/>
                <a:gd name="connsiteY77" fmla="*/ 93493 h 395774"/>
                <a:gd name="connsiteX78" fmla="*/ 302168 w 395318"/>
                <a:gd name="connsiteY78" fmla="*/ 41781 h 395774"/>
                <a:gd name="connsiteX79" fmla="*/ 271118 w 395318"/>
                <a:gd name="connsiteY79" fmla="*/ 72831 h 395774"/>
                <a:gd name="connsiteX80" fmla="*/ 262556 w 395318"/>
                <a:gd name="connsiteY80" fmla="*/ 74087 h 395774"/>
                <a:gd name="connsiteX81" fmla="*/ 239725 w 395318"/>
                <a:gd name="connsiteY81" fmla="*/ 64155 h 395774"/>
                <a:gd name="connsiteX82" fmla="*/ 234931 w 395318"/>
                <a:gd name="connsiteY82" fmla="*/ 57534 h 395774"/>
                <a:gd name="connsiteX83" fmla="*/ 234931 w 395318"/>
                <a:gd name="connsiteY83" fmla="*/ 13699 h 395774"/>
                <a:gd name="connsiteX84" fmla="*/ 161301 w 395318"/>
                <a:gd name="connsiteY84" fmla="*/ 13699 h 395774"/>
                <a:gd name="connsiteX85" fmla="*/ 161301 w 395318"/>
                <a:gd name="connsiteY85" fmla="*/ 57534 h 395774"/>
                <a:gd name="connsiteX86" fmla="*/ 156392 w 395318"/>
                <a:gd name="connsiteY86" fmla="*/ 64155 h 395774"/>
                <a:gd name="connsiteX87" fmla="*/ 132876 w 395318"/>
                <a:gd name="connsiteY87" fmla="*/ 74087 h 395774"/>
                <a:gd name="connsiteX88" fmla="*/ 124771 w 395318"/>
                <a:gd name="connsiteY88" fmla="*/ 72831 h 395774"/>
                <a:gd name="connsiteX89" fmla="*/ 93607 w 395318"/>
                <a:gd name="connsiteY89" fmla="*/ 41781 h 395774"/>
                <a:gd name="connsiteX90" fmla="*/ 41895 w 395318"/>
                <a:gd name="connsiteY90" fmla="*/ 93493 h 395774"/>
                <a:gd name="connsiteX91" fmla="*/ 72945 w 395318"/>
                <a:gd name="connsiteY91" fmla="*/ 124657 h 395774"/>
                <a:gd name="connsiteX92" fmla="*/ 74201 w 395318"/>
                <a:gd name="connsiteY92" fmla="*/ 132762 h 395774"/>
                <a:gd name="connsiteX93" fmla="*/ 64269 w 395318"/>
                <a:gd name="connsiteY93" fmla="*/ 156278 h 395774"/>
                <a:gd name="connsiteX94" fmla="*/ 57648 w 395318"/>
                <a:gd name="connsiteY94" fmla="*/ 161187 h 395774"/>
                <a:gd name="connsiteX95" fmla="*/ 13813 w 395318"/>
                <a:gd name="connsiteY95" fmla="*/ 161187 h 395774"/>
                <a:gd name="connsiteX96" fmla="*/ 13813 w 395318"/>
                <a:gd name="connsiteY96" fmla="*/ 234474 h 395774"/>
                <a:gd name="connsiteX97" fmla="*/ 57648 w 395318"/>
                <a:gd name="connsiteY97" fmla="*/ 234474 h 395774"/>
                <a:gd name="connsiteX98" fmla="*/ 64269 w 395318"/>
                <a:gd name="connsiteY98" fmla="*/ 239269 h 395774"/>
                <a:gd name="connsiteX99" fmla="*/ 74201 w 395318"/>
                <a:gd name="connsiteY99" fmla="*/ 262442 h 395774"/>
                <a:gd name="connsiteX100" fmla="*/ 72945 w 395318"/>
                <a:gd name="connsiteY100" fmla="*/ 270547 h 395774"/>
                <a:gd name="connsiteX101" fmla="*/ 41895 w 395318"/>
                <a:gd name="connsiteY101" fmla="*/ 302054 h 395774"/>
                <a:gd name="connsiteX102" fmla="*/ 93607 w 395318"/>
                <a:gd name="connsiteY102" fmla="*/ 353766 h 395774"/>
                <a:gd name="connsiteX103" fmla="*/ 124771 w 395318"/>
                <a:gd name="connsiteY103" fmla="*/ 322716 h 395774"/>
                <a:gd name="connsiteX104" fmla="*/ 132876 w 395318"/>
                <a:gd name="connsiteY104" fmla="*/ 321460 h 395774"/>
                <a:gd name="connsiteX105" fmla="*/ 156392 w 395318"/>
                <a:gd name="connsiteY105" fmla="*/ 330935 h 395774"/>
                <a:gd name="connsiteX106" fmla="*/ 161301 w 395318"/>
                <a:gd name="connsiteY106" fmla="*/ 337556 h 39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5318" h="395774">
                  <a:moveTo>
                    <a:pt x="241438" y="395775"/>
                  </a:moveTo>
                  <a:lnTo>
                    <a:pt x="154337" y="395775"/>
                  </a:lnTo>
                  <a:cubicBezTo>
                    <a:pt x="150554" y="395775"/>
                    <a:pt x="147488" y="392710"/>
                    <a:pt x="147487" y="388927"/>
                  </a:cubicBezTo>
                  <a:cubicBezTo>
                    <a:pt x="147487" y="388888"/>
                    <a:pt x="147487" y="388850"/>
                    <a:pt x="147488" y="388811"/>
                  </a:cubicBezTo>
                  <a:lnTo>
                    <a:pt x="147488" y="343150"/>
                  </a:lnTo>
                  <a:cubicBezTo>
                    <a:pt x="141845" y="341180"/>
                    <a:pt x="136319" y="338894"/>
                    <a:pt x="130936" y="336300"/>
                  </a:cubicBezTo>
                  <a:lnTo>
                    <a:pt x="98516" y="368606"/>
                  </a:lnTo>
                  <a:cubicBezTo>
                    <a:pt x="95814" y="371230"/>
                    <a:pt x="91515" y="371230"/>
                    <a:pt x="88812" y="368606"/>
                  </a:cubicBezTo>
                  <a:lnTo>
                    <a:pt x="27169" y="306962"/>
                  </a:lnTo>
                  <a:cubicBezTo>
                    <a:pt x="25871" y="305655"/>
                    <a:pt x="25134" y="303895"/>
                    <a:pt x="25114" y="302054"/>
                  </a:cubicBezTo>
                  <a:cubicBezTo>
                    <a:pt x="25038" y="300059"/>
                    <a:pt x="25780" y="298121"/>
                    <a:pt x="27169" y="296688"/>
                  </a:cubicBezTo>
                  <a:lnTo>
                    <a:pt x="59589" y="264725"/>
                  </a:lnTo>
                  <a:cubicBezTo>
                    <a:pt x="56996" y="259380"/>
                    <a:pt x="54709" y="253892"/>
                    <a:pt x="52740" y="248287"/>
                  </a:cubicBezTo>
                  <a:lnTo>
                    <a:pt x="7078" y="248287"/>
                  </a:lnTo>
                  <a:cubicBezTo>
                    <a:pt x="3232" y="248350"/>
                    <a:pt x="64" y="245283"/>
                    <a:pt x="1" y="241439"/>
                  </a:cubicBezTo>
                  <a:cubicBezTo>
                    <a:pt x="0" y="241400"/>
                    <a:pt x="0" y="241362"/>
                    <a:pt x="0" y="241323"/>
                  </a:cubicBezTo>
                  <a:lnTo>
                    <a:pt x="0" y="154223"/>
                  </a:lnTo>
                  <a:cubicBezTo>
                    <a:pt x="-1" y="150440"/>
                    <a:pt x="3066" y="147374"/>
                    <a:pt x="6848" y="147373"/>
                  </a:cubicBezTo>
                  <a:cubicBezTo>
                    <a:pt x="6887" y="147373"/>
                    <a:pt x="6925" y="147373"/>
                    <a:pt x="6963" y="147374"/>
                  </a:cubicBezTo>
                  <a:lnTo>
                    <a:pt x="52625" y="147374"/>
                  </a:lnTo>
                  <a:cubicBezTo>
                    <a:pt x="54594" y="141731"/>
                    <a:pt x="56881" y="136205"/>
                    <a:pt x="59475" y="130821"/>
                  </a:cubicBezTo>
                  <a:lnTo>
                    <a:pt x="27169" y="98401"/>
                  </a:lnTo>
                  <a:cubicBezTo>
                    <a:pt x="24489" y="95821"/>
                    <a:pt x="24409" y="91558"/>
                    <a:pt x="26989" y="88878"/>
                  </a:cubicBezTo>
                  <a:cubicBezTo>
                    <a:pt x="27048" y="88817"/>
                    <a:pt x="27108" y="88757"/>
                    <a:pt x="27169" y="88698"/>
                  </a:cubicBezTo>
                  <a:lnTo>
                    <a:pt x="88812" y="27055"/>
                  </a:lnTo>
                  <a:cubicBezTo>
                    <a:pt x="91393" y="24375"/>
                    <a:pt x="95656" y="24295"/>
                    <a:pt x="98336" y="26875"/>
                  </a:cubicBezTo>
                  <a:cubicBezTo>
                    <a:pt x="98397" y="26934"/>
                    <a:pt x="98457" y="26994"/>
                    <a:pt x="98516" y="27055"/>
                  </a:cubicBezTo>
                  <a:lnTo>
                    <a:pt x="130936" y="59475"/>
                  </a:lnTo>
                  <a:cubicBezTo>
                    <a:pt x="136319" y="56881"/>
                    <a:pt x="141845" y="54594"/>
                    <a:pt x="147488" y="52625"/>
                  </a:cubicBezTo>
                  <a:lnTo>
                    <a:pt x="147488" y="6963"/>
                  </a:lnTo>
                  <a:cubicBezTo>
                    <a:pt x="147425" y="3181"/>
                    <a:pt x="150440" y="64"/>
                    <a:pt x="154222" y="1"/>
                  </a:cubicBezTo>
                  <a:cubicBezTo>
                    <a:pt x="154261" y="0"/>
                    <a:pt x="154299" y="0"/>
                    <a:pt x="154337" y="0"/>
                  </a:cubicBezTo>
                  <a:lnTo>
                    <a:pt x="241438" y="0"/>
                  </a:lnTo>
                  <a:cubicBezTo>
                    <a:pt x="245283" y="0"/>
                    <a:pt x="248401" y="3118"/>
                    <a:pt x="248401" y="6963"/>
                  </a:cubicBezTo>
                  <a:lnTo>
                    <a:pt x="248401" y="52625"/>
                  </a:lnTo>
                  <a:cubicBezTo>
                    <a:pt x="254006" y="54595"/>
                    <a:pt x="259495" y="56881"/>
                    <a:pt x="264839" y="59475"/>
                  </a:cubicBezTo>
                  <a:lnTo>
                    <a:pt x="296803" y="27055"/>
                  </a:lnTo>
                  <a:cubicBezTo>
                    <a:pt x="299544" y="24416"/>
                    <a:pt x="303879" y="24416"/>
                    <a:pt x="306620" y="27055"/>
                  </a:cubicBezTo>
                  <a:lnTo>
                    <a:pt x="368264" y="88698"/>
                  </a:lnTo>
                  <a:cubicBezTo>
                    <a:pt x="370888" y="91400"/>
                    <a:pt x="370888" y="95699"/>
                    <a:pt x="368264" y="98401"/>
                  </a:cubicBezTo>
                  <a:lnTo>
                    <a:pt x="335844" y="130821"/>
                  </a:lnTo>
                  <a:cubicBezTo>
                    <a:pt x="338437" y="136205"/>
                    <a:pt x="340724" y="141731"/>
                    <a:pt x="342693" y="147374"/>
                  </a:cubicBezTo>
                  <a:lnTo>
                    <a:pt x="388355" y="147374"/>
                  </a:lnTo>
                  <a:cubicBezTo>
                    <a:pt x="392137" y="147311"/>
                    <a:pt x="395254" y="150326"/>
                    <a:pt x="395317" y="154108"/>
                  </a:cubicBezTo>
                  <a:cubicBezTo>
                    <a:pt x="395318" y="154147"/>
                    <a:pt x="395318" y="154184"/>
                    <a:pt x="395318" y="154223"/>
                  </a:cubicBezTo>
                  <a:lnTo>
                    <a:pt x="395318" y="241323"/>
                  </a:lnTo>
                  <a:cubicBezTo>
                    <a:pt x="395318" y="245169"/>
                    <a:pt x="392201" y="248287"/>
                    <a:pt x="388355" y="248287"/>
                  </a:cubicBezTo>
                  <a:lnTo>
                    <a:pt x="342693" y="248287"/>
                  </a:lnTo>
                  <a:cubicBezTo>
                    <a:pt x="340724" y="253892"/>
                    <a:pt x="338437" y="259380"/>
                    <a:pt x="335844" y="264725"/>
                  </a:cubicBezTo>
                  <a:lnTo>
                    <a:pt x="368720" y="296688"/>
                  </a:lnTo>
                  <a:cubicBezTo>
                    <a:pt x="369966" y="298020"/>
                    <a:pt x="370660" y="299774"/>
                    <a:pt x="370661" y="301597"/>
                  </a:cubicBezTo>
                  <a:cubicBezTo>
                    <a:pt x="370684" y="303425"/>
                    <a:pt x="369986" y="305187"/>
                    <a:pt x="368720" y="306506"/>
                  </a:cubicBezTo>
                  <a:lnTo>
                    <a:pt x="307077" y="368149"/>
                  </a:lnTo>
                  <a:cubicBezTo>
                    <a:pt x="304336" y="370788"/>
                    <a:pt x="300000" y="370788"/>
                    <a:pt x="297259" y="368149"/>
                  </a:cubicBezTo>
                  <a:lnTo>
                    <a:pt x="264839" y="336186"/>
                  </a:lnTo>
                  <a:cubicBezTo>
                    <a:pt x="259495" y="338780"/>
                    <a:pt x="254006" y="341066"/>
                    <a:pt x="248401" y="343035"/>
                  </a:cubicBezTo>
                  <a:lnTo>
                    <a:pt x="248401" y="388697"/>
                  </a:lnTo>
                  <a:cubicBezTo>
                    <a:pt x="248464" y="392543"/>
                    <a:pt x="245398" y="395711"/>
                    <a:pt x="241553" y="395774"/>
                  </a:cubicBezTo>
                  <a:cubicBezTo>
                    <a:pt x="241514" y="395775"/>
                    <a:pt x="241476" y="395775"/>
                    <a:pt x="241438" y="395775"/>
                  </a:cubicBezTo>
                  <a:close/>
                  <a:moveTo>
                    <a:pt x="161529" y="381962"/>
                  </a:moveTo>
                  <a:lnTo>
                    <a:pt x="234817" y="381962"/>
                  </a:lnTo>
                  <a:lnTo>
                    <a:pt x="234817" y="338013"/>
                  </a:lnTo>
                  <a:cubicBezTo>
                    <a:pt x="234622" y="334803"/>
                    <a:pt x="236651" y="331878"/>
                    <a:pt x="239725" y="330935"/>
                  </a:cubicBezTo>
                  <a:cubicBezTo>
                    <a:pt x="247606" y="328521"/>
                    <a:pt x="255248" y="325387"/>
                    <a:pt x="262556" y="321574"/>
                  </a:cubicBezTo>
                  <a:cubicBezTo>
                    <a:pt x="265243" y="320188"/>
                    <a:pt x="268519" y="320696"/>
                    <a:pt x="270661" y="322830"/>
                  </a:cubicBezTo>
                  <a:lnTo>
                    <a:pt x="302168" y="353766"/>
                  </a:lnTo>
                  <a:lnTo>
                    <a:pt x="353880" y="302054"/>
                  </a:lnTo>
                  <a:lnTo>
                    <a:pt x="322830" y="271004"/>
                  </a:lnTo>
                  <a:cubicBezTo>
                    <a:pt x="320696" y="268861"/>
                    <a:pt x="320188" y="265586"/>
                    <a:pt x="321574" y="262899"/>
                  </a:cubicBezTo>
                  <a:cubicBezTo>
                    <a:pt x="325452" y="255449"/>
                    <a:pt x="328624" y="247652"/>
                    <a:pt x="331049" y="239611"/>
                  </a:cubicBezTo>
                  <a:cubicBezTo>
                    <a:pt x="331987" y="236749"/>
                    <a:pt x="334659" y="234815"/>
                    <a:pt x="337670" y="234817"/>
                  </a:cubicBezTo>
                  <a:lnTo>
                    <a:pt x="381620" y="234817"/>
                  </a:lnTo>
                  <a:lnTo>
                    <a:pt x="381620" y="161187"/>
                  </a:lnTo>
                  <a:lnTo>
                    <a:pt x="338127" y="161187"/>
                  </a:lnTo>
                  <a:cubicBezTo>
                    <a:pt x="334917" y="161381"/>
                    <a:pt x="331992" y="159352"/>
                    <a:pt x="331049" y="156278"/>
                  </a:cubicBezTo>
                  <a:cubicBezTo>
                    <a:pt x="328533" y="148144"/>
                    <a:pt x="325247" y="140270"/>
                    <a:pt x="321232" y="132762"/>
                  </a:cubicBezTo>
                  <a:cubicBezTo>
                    <a:pt x="319808" y="130081"/>
                    <a:pt x="320319" y="126782"/>
                    <a:pt x="322487" y="124657"/>
                  </a:cubicBezTo>
                  <a:lnTo>
                    <a:pt x="353880" y="93493"/>
                  </a:lnTo>
                  <a:lnTo>
                    <a:pt x="302168" y="41781"/>
                  </a:lnTo>
                  <a:lnTo>
                    <a:pt x="271118" y="72831"/>
                  </a:lnTo>
                  <a:cubicBezTo>
                    <a:pt x="268902" y="75187"/>
                    <a:pt x="265355" y="75707"/>
                    <a:pt x="262556" y="74087"/>
                  </a:cubicBezTo>
                  <a:cubicBezTo>
                    <a:pt x="255255" y="70107"/>
                    <a:pt x="247614" y="66783"/>
                    <a:pt x="239725" y="64155"/>
                  </a:cubicBezTo>
                  <a:cubicBezTo>
                    <a:pt x="236841" y="63248"/>
                    <a:pt x="234892" y="60557"/>
                    <a:pt x="234931" y="57534"/>
                  </a:cubicBezTo>
                  <a:lnTo>
                    <a:pt x="234931" y="13699"/>
                  </a:lnTo>
                  <a:lnTo>
                    <a:pt x="161301" y="13699"/>
                  </a:lnTo>
                  <a:lnTo>
                    <a:pt x="161301" y="57534"/>
                  </a:lnTo>
                  <a:cubicBezTo>
                    <a:pt x="161324" y="60589"/>
                    <a:pt x="159321" y="63290"/>
                    <a:pt x="156392" y="64155"/>
                  </a:cubicBezTo>
                  <a:cubicBezTo>
                    <a:pt x="148275" y="66760"/>
                    <a:pt x="140405" y="70084"/>
                    <a:pt x="132876" y="74087"/>
                  </a:cubicBezTo>
                  <a:cubicBezTo>
                    <a:pt x="130195" y="75510"/>
                    <a:pt x="126896" y="74999"/>
                    <a:pt x="124771" y="72831"/>
                  </a:cubicBezTo>
                  <a:lnTo>
                    <a:pt x="93607" y="41781"/>
                  </a:lnTo>
                  <a:lnTo>
                    <a:pt x="41895" y="93493"/>
                  </a:lnTo>
                  <a:lnTo>
                    <a:pt x="72945" y="124657"/>
                  </a:lnTo>
                  <a:cubicBezTo>
                    <a:pt x="75114" y="126782"/>
                    <a:pt x="75625" y="130081"/>
                    <a:pt x="74201" y="132762"/>
                  </a:cubicBezTo>
                  <a:cubicBezTo>
                    <a:pt x="70198" y="140291"/>
                    <a:pt x="66874" y="148160"/>
                    <a:pt x="64269" y="156278"/>
                  </a:cubicBezTo>
                  <a:cubicBezTo>
                    <a:pt x="63404" y="159207"/>
                    <a:pt x="60703" y="161209"/>
                    <a:pt x="57648" y="161187"/>
                  </a:cubicBezTo>
                  <a:lnTo>
                    <a:pt x="13813" y="161187"/>
                  </a:lnTo>
                  <a:lnTo>
                    <a:pt x="13813" y="234474"/>
                  </a:lnTo>
                  <a:lnTo>
                    <a:pt x="57648" y="234474"/>
                  </a:lnTo>
                  <a:cubicBezTo>
                    <a:pt x="60671" y="234435"/>
                    <a:pt x="63362" y="236384"/>
                    <a:pt x="64269" y="239269"/>
                  </a:cubicBezTo>
                  <a:cubicBezTo>
                    <a:pt x="66898" y="247267"/>
                    <a:pt x="70221" y="255022"/>
                    <a:pt x="74201" y="262442"/>
                  </a:cubicBezTo>
                  <a:cubicBezTo>
                    <a:pt x="75586" y="265129"/>
                    <a:pt x="75079" y="268404"/>
                    <a:pt x="72945" y="270547"/>
                  </a:cubicBezTo>
                  <a:lnTo>
                    <a:pt x="41895" y="302054"/>
                  </a:lnTo>
                  <a:lnTo>
                    <a:pt x="93607" y="353766"/>
                  </a:lnTo>
                  <a:lnTo>
                    <a:pt x="124771" y="322716"/>
                  </a:lnTo>
                  <a:cubicBezTo>
                    <a:pt x="126896" y="320547"/>
                    <a:pt x="130195" y="320037"/>
                    <a:pt x="132876" y="321460"/>
                  </a:cubicBezTo>
                  <a:cubicBezTo>
                    <a:pt x="140397" y="325357"/>
                    <a:pt x="148271" y="328530"/>
                    <a:pt x="156392" y="330935"/>
                  </a:cubicBezTo>
                  <a:cubicBezTo>
                    <a:pt x="159299" y="331832"/>
                    <a:pt x="161287" y="334514"/>
                    <a:pt x="161301" y="33755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D2232F79-C095-3543-932C-8CA6EA9917E6}"/>
                </a:ext>
              </a:extLst>
            </p:cNvPr>
            <p:cNvSpPr/>
            <p:nvPr/>
          </p:nvSpPr>
          <p:spPr>
            <a:xfrm>
              <a:off x="5069942" y="2093910"/>
              <a:ext cx="242464" cy="242464"/>
            </a:xfrm>
            <a:custGeom>
              <a:avLst/>
              <a:gdLst>
                <a:gd name="connsiteX0" fmla="*/ 120775 w 242464"/>
                <a:gd name="connsiteY0" fmla="*/ 242464 h 242464"/>
                <a:gd name="connsiteX1" fmla="*/ 1 w 242464"/>
                <a:gd name="connsiteY1" fmla="*/ 120775 h 242464"/>
                <a:gd name="connsiteX2" fmla="*/ 121691 w 242464"/>
                <a:gd name="connsiteY2" fmla="*/ 1 h 242464"/>
                <a:gd name="connsiteX3" fmla="*/ 242464 w 242464"/>
                <a:gd name="connsiteY3" fmla="*/ 120775 h 242464"/>
                <a:gd name="connsiteX4" fmla="*/ 121461 w 242464"/>
                <a:gd name="connsiteY4" fmla="*/ 242464 h 242464"/>
                <a:gd name="connsiteX5" fmla="*/ 120775 w 242464"/>
                <a:gd name="connsiteY5" fmla="*/ 242464 h 242464"/>
                <a:gd name="connsiteX6" fmla="*/ 120775 w 242464"/>
                <a:gd name="connsiteY6" fmla="*/ 14154 h 242464"/>
                <a:gd name="connsiteX7" fmla="*/ 13355 w 242464"/>
                <a:gd name="connsiteY7" fmla="*/ 121574 h 242464"/>
                <a:gd name="connsiteX8" fmla="*/ 120775 w 242464"/>
                <a:gd name="connsiteY8" fmla="*/ 228994 h 242464"/>
                <a:gd name="connsiteX9" fmla="*/ 228195 w 242464"/>
                <a:gd name="connsiteY9" fmla="*/ 121574 h 242464"/>
                <a:gd name="connsiteX10" fmla="*/ 121348 w 242464"/>
                <a:gd name="connsiteY10" fmla="*/ 13357 h 242464"/>
                <a:gd name="connsiteX11" fmla="*/ 120775 w 242464"/>
                <a:gd name="connsiteY11" fmla="*/ 13355 h 24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464" h="242464">
                  <a:moveTo>
                    <a:pt x="120775" y="242464"/>
                  </a:moveTo>
                  <a:cubicBezTo>
                    <a:pt x="53821" y="242212"/>
                    <a:pt x="-252" y="187729"/>
                    <a:pt x="1" y="120775"/>
                  </a:cubicBezTo>
                  <a:cubicBezTo>
                    <a:pt x="254" y="53821"/>
                    <a:pt x="54735" y="-252"/>
                    <a:pt x="121691" y="1"/>
                  </a:cubicBezTo>
                  <a:cubicBezTo>
                    <a:pt x="188287" y="252"/>
                    <a:pt x="242213" y="54178"/>
                    <a:pt x="242464" y="120775"/>
                  </a:cubicBezTo>
                  <a:cubicBezTo>
                    <a:pt x="242654" y="187793"/>
                    <a:pt x="188478" y="242275"/>
                    <a:pt x="121461" y="242464"/>
                  </a:cubicBezTo>
                  <a:cubicBezTo>
                    <a:pt x="121233" y="242465"/>
                    <a:pt x="121003" y="242465"/>
                    <a:pt x="120775" y="242464"/>
                  </a:cubicBezTo>
                  <a:close/>
                  <a:moveTo>
                    <a:pt x="120775" y="14154"/>
                  </a:moveTo>
                  <a:cubicBezTo>
                    <a:pt x="61449" y="14154"/>
                    <a:pt x="13355" y="62248"/>
                    <a:pt x="13355" y="121574"/>
                  </a:cubicBezTo>
                  <a:cubicBezTo>
                    <a:pt x="13355" y="180900"/>
                    <a:pt x="61449" y="228994"/>
                    <a:pt x="120775" y="228994"/>
                  </a:cubicBezTo>
                  <a:cubicBezTo>
                    <a:pt x="180101" y="228994"/>
                    <a:pt x="228195" y="180900"/>
                    <a:pt x="228195" y="121574"/>
                  </a:cubicBezTo>
                  <a:cubicBezTo>
                    <a:pt x="228573" y="62186"/>
                    <a:pt x="180736" y="13736"/>
                    <a:pt x="121348" y="13357"/>
                  </a:cubicBezTo>
                  <a:cubicBezTo>
                    <a:pt x="121157" y="13356"/>
                    <a:pt x="120966" y="13356"/>
                    <a:pt x="120775" y="13355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04E055E-4D35-7C49-B9AB-198938B3FFFD}"/>
                </a:ext>
              </a:extLst>
            </p:cNvPr>
            <p:cNvSpPr/>
            <p:nvPr/>
          </p:nvSpPr>
          <p:spPr>
            <a:xfrm>
              <a:off x="5145911" y="2137158"/>
              <a:ext cx="89555" cy="155053"/>
            </a:xfrm>
            <a:custGeom>
              <a:avLst/>
              <a:gdLst>
                <a:gd name="connsiteX0" fmla="*/ 44806 w 89555"/>
                <a:gd name="connsiteY0" fmla="*/ 155038 h 155053"/>
                <a:gd name="connsiteX1" fmla="*/ 58 w 89555"/>
                <a:gd name="connsiteY1" fmla="*/ 112801 h 155053"/>
                <a:gd name="connsiteX2" fmla="*/ 6075 w 89555"/>
                <a:gd name="connsiteY2" fmla="*/ 105005 h 155053"/>
                <a:gd name="connsiteX3" fmla="*/ 13870 w 89555"/>
                <a:gd name="connsiteY3" fmla="*/ 111021 h 155053"/>
                <a:gd name="connsiteX4" fmla="*/ 13870 w 89555"/>
                <a:gd name="connsiteY4" fmla="*/ 112801 h 155053"/>
                <a:gd name="connsiteX5" fmla="*/ 44806 w 89555"/>
                <a:gd name="connsiteY5" fmla="*/ 141111 h 155053"/>
                <a:gd name="connsiteX6" fmla="*/ 75742 w 89555"/>
                <a:gd name="connsiteY6" fmla="*/ 112801 h 155053"/>
                <a:gd name="connsiteX7" fmla="*/ 44806 w 89555"/>
                <a:gd name="connsiteY7" fmla="*/ 84376 h 155053"/>
                <a:gd name="connsiteX8" fmla="*/ 58 w 89555"/>
                <a:gd name="connsiteY8" fmla="*/ 42253 h 155053"/>
                <a:gd name="connsiteX9" fmla="*/ 44806 w 89555"/>
                <a:gd name="connsiteY9" fmla="*/ 16 h 155053"/>
                <a:gd name="connsiteX10" fmla="*/ 89555 w 89555"/>
                <a:gd name="connsiteY10" fmla="*/ 42253 h 155053"/>
                <a:gd name="connsiteX11" fmla="*/ 81760 w 89555"/>
                <a:gd name="connsiteY11" fmla="*/ 48270 h 155053"/>
                <a:gd name="connsiteX12" fmla="*/ 75742 w 89555"/>
                <a:gd name="connsiteY12" fmla="*/ 42253 h 155053"/>
                <a:gd name="connsiteX13" fmla="*/ 44806 w 89555"/>
                <a:gd name="connsiteY13" fmla="*/ 13829 h 155053"/>
                <a:gd name="connsiteX14" fmla="*/ 13870 w 89555"/>
                <a:gd name="connsiteY14" fmla="*/ 42253 h 155053"/>
                <a:gd name="connsiteX15" fmla="*/ 44806 w 89555"/>
                <a:gd name="connsiteY15" fmla="*/ 70564 h 155053"/>
                <a:gd name="connsiteX16" fmla="*/ 89555 w 89555"/>
                <a:gd name="connsiteY16" fmla="*/ 112801 h 155053"/>
                <a:gd name="connsiteX17" fmla="*/ 44806 w 89555"/>
                <a:gd name="connsiteY17" fmla="*/ 155038 h 15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555" h="155053">
                  <a:moveTo>
                    <a:pt x="44806" y="155038"/>
                  </a:moveTo>
                  <a:cubicBezTo>
                    <a:pt x="20807" y="155679"/>
                    <a:pt x="803" y="136798"/>
                    <a:pt x="58" y="112801"/>
                  </a:cubicBezTo>
                  <a:cubicBezTo>
                    <a:pt x="-433" y="108987"/>
                    <a:pt x="2260" y="105496"/>
                    <a:pt x="6075" y="105005"/>
                  </a:cubicBezTo>
                  <a:cubicBezTo>
                    <a:pt x="9889" y="104513"/>
                    <a:pt x="13380" y="107207"/>
                    <a:pt x="13870" y="111021"/>
                  </a:cubicBezTo>
                  <a:cubicBezTo>
                    <a:pt x="13947" y="111612"/>
                    <a:pt x="13947" y="112211"/>
                    <a:pt x="13870" y="112801"/>
                  </a:cubicBezTo>
                  <a:cubicBezTo>
                    <a:pt x="14672" y="129125"/>
                    <a:pt x="28474" y="141757"/>
                    <a:pt x="44806" y="141111"/>
                  </a:cubicBezTo>
                  <a:cubicBezTo>
                    <a:pt x="61139" y="141757"/>
                    <a:pt x="74941" y="129125"/>
                    <a:pt x="75742" y="112801"/>
                  </a:cubicBezTo>
                  <a:cubicBezTo>
                    <a:pt x="75002" y="96431"/>
                    <a:pt x="61181" y="83731"/>
                    <a:pt x="44806" y="84376"/>
                  </a:cubicBezTo>
                  <a:cubicBezTo>
                    <a:pt x="20825" y="85081"/>
                    <a:pt x="803" y="66232"/>
                    <a:pt x="58" y="42253"/>
                  </a:cubicBezTo>
                  <a:cubicBezTo>
                    <a:pt x="803" y="18255"/>
                    <a:pt x="20807" y="-625"/>
                    <a:pt x="44806" y="16"/>
                  </a:cubicBezTo>
                  <a:cubicBezTo>
                    <a:pt x="68806" y="-625"/>
                    <a:pt x="88810" y="18255"/>
                    <a:pt x="89555" y="42253"/>
                  </a:cubicBezTo>
                  <a:cubicBezTo>
                    <a:pt x="89064" y="46067"/>
                    <a:pt x="85573" y="48761"/>
                    <a:pt x="81760" y="48270"/>
                  </a:cubicBezTo>
                  <a:cubicBezTo>
                    <a:pt x="78619" y="47865"/>
                    <a:pt x="76147" y="45394"/>
                    <a:pt x="75742" y="42253"/>
                  </a:cubicBezTo>
                  <a:cubicBezTo>
                    <a:pt x="75002" y="25883"/>
                    <a:pt x="61181" y="13184"/>
                    <a:pt x="44806" y="13829"/>
                  </a:cubicBezTo>
                  <a:cubicBezTo>
                    <a:pt x="28432" y="13184"/>
                    <a:pt x="14611" y="25883"/>
                    <a:pt x="13870" y="42253"/>
                  </a:cubicBezTo>
                  <a:cubicBezTo>
                    <a:pt x="14672" y="58577"/>
                    <a:pt x="28475" y="71210"/>
                    <a:pt x="44806" y="70564"/>
                  </a:cubicBezTo>
                  <a:cubicBezTo>
                    <a:pt x="68806" y="69923"/>
                    <a:pt x="88810" y="88803"/>
                    <a:pt x="89555" y="112801"/>
                  </a:cubicBezTo>
                  <a:cubicBezTo>
                    <a:pt x="88810" y="136798"/>
                    <a:pt x="68806" y="155679"/>
                    <a:pt x="44806" y="15503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4EFE8088-3760-F54F-910E-BFC533288681}"/>
                </a:ext>
              </a:extLst>
            </p:cNvPr>
            <p:cNvSpPr/>
            <p:nvPr/>
          </p:nvSpPr>
          <p:spPr>
            <a:xfrm>
              <a:off x="5197566" y="2122905"/>
              <a:ext cx="13926" cy="183560"/>
            </a:xfrm>
            <a:custGeom>
              <a:avLst/>
              <a:gdLst>
                <a:gd name="connsiteX0" fmla="*/ 6963 w 13926"/>
                <a:gd name="connsiteY0" fmla="*/ 183561 h 183560"/>
                <a:gd name="connsiteX1" fmla="*/ 0 w 13926"/>
                <a:gd name="connsiteY1" fmla="*/ 176598 h 183560"/>
                <a:gd name="connsiteX2" fmla="*/ 0 w 13926"/>
                <a:gd name="connsiteY2" fmla="*/ 6963 h 183560"/>
                <a:gd name="connsiteX3" fmla="*/ 6963 w 13926"/>
                <a:gd name="connsiteY3" fmla="*/ 0 h 183560"/>
                <a:gd name="connsiteX4" fmla="*/ 13927 w 13926"/>
                <a:gd name="connsiteY4" fmla="*/ 6963 h 183560"/>
                <a:gd name="connsiteX5" fmla="*/ 13927 w 13926"/>
                <a:gd name="connsiteY5" fmla="*/ 176598 h 183560"/>
                <a:gd name="connsiteX6" fmla="*/ 6963 w 13926"/>
                <a:gd name="connsiteY6" fmla="*/ 183561 h 18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26" h="183560">
                  <a:moveTo>
                    <a:pt x="6963" y="183561"/>
                  </a:moveTo>
                  <a:cubicBezTo>
                    <a:pt x="3118" y="183561"/>
                    <a:pt x="0" y="180443"/>
                    <a:pt x="0" y="176598"/>
                  </a:cubicBezTo>
                  <a:lnTo>
                    <a:pt x="0" y="6963"/>
                  </a:lnTo>
                  <a:cubicBezTo>
                    <a:pt x="0" y="3118"/>
                    <a:pt x="3118" y="0"/>
                    <a:pt x="6963" y="0"/>
                  </a:cubicBezTo>
                  <a:cubicBezTo>
                    <a:pt x="10809" y="0"/>
                    <a:pt x="13927" y="3118"/>
                    <a:pt x="13927" y="6963"/>
                  </a:cubicBezTo>
                  <a:lnTo>
                    <a:pt x="13927" y="176598"/>
                  </a:lnTo>
                  <a:cubicBezTo>
                    <a:pt x="13927" y="180443"/>
                    <a:pt x="10809" y="183561"/>
                    <a:pt x="6963" y="18356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45172777-F95B-EE44-9D79-180FAC097E4A}"/>
                </a:ext>
              </a:extLst>
            </p:cNvPr>
            <p:cNvSpPr/>
            <p:nvPr/>
          </p:nvSpPr>
          <p:spPr>
            <a:xfrm>
              <a:off x="5169883" y="2122014"/>
              <a:ext cx="13927" cy="184451"/>
            </a:xfrm>
            <a:custGeom>
              <a:avLst/>
              <a:gdLst>
                <a:gd name="connsiteX0" fmla="*/ 7021 w 13927"/>
                <a:gd name="connsiteY0" fmla="*/ 184452 h 184451"/>
                <a:gd name="connsiteX1" fmla="*/ 58 w 13927"/>
                <a:gd name="connsiteY1" fmla="*/ 177488 h 184451"/>
                <a:gd name="connsiteX2" fmla="*/ 58 w 13927"/>
                <a:gd name="connsiteY2" fmla="*/ 7854 h 184451"/>
                <a:gd name="connsiteX3" fmla="*/ 6075 w 13927"/>
                <a:gd name="connsiteY3" fmla="*/ 58 h 184451"/>
                <a:gd name="connsiteX4" fmla="*/ 13870 w 13927"/>
                <a:gd name="connsiteY4" fmla="*/ 6074 h 184451"/>
                <a:gd name="connsiteX5" fmla="*/ 13870 w 13927"/>
                <a:gd name="connsiteY5" fmla="*/ 7854 h 184451"/>
                <a:gd name="connsiteX6" fmla="*/ 13870 w 13927"/>
                <a:gd name="connsiteY6" fmla="*/ 177488 h 184451"/>
                <a:gd name="connsiteX7" fmla="*/ 7136 w 13927"/>
                <a:gd name="connsiteY7" fmla="*/ 184450 h 184451"/>
                <a:gd name="connsiteX8" fmla="*/ 7021 w 13927"/>
                <a:gd name="connsiteY8" fmla="*/ 184452 h 18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7" h="184451">
                  <a:moveTo>
                    <a:pt x="7021" y="184452"/>
                  </a:moveTo>
                  <a:cubicBezTo>
                    <a:pt x="3175" y="184452"/>
                    <a:pt x="58" y="181334"/>
                    <a:pt x="58" y="177488"/>
                  </a:cubicBezTo>
                  <a:lnTo>
                    <a:pt x="58" y="7854"/>
                  </a:lnTo>
                  <a:cubicBezTo>
                    <a:pt x="-433" y="4040"/>
                    <a:pt x="2260" y="549"/>
                    <a:pt x="6075" y="58"/>
                  </a:cubicBezTo>
                  <a:cubicBezTo>
                    <a:pt x="9889" y="-434"/>
                    <a:pt x="13380" y="2260"/>
                    <a:pt x="13870" y="6074"/>
                  </a:cubicBezTo>
                  <a:cubicBezTo>
                    <a:pt x="13947" y="6665"/>
                    <a:pt x="13947" y="7263"/>
                    <a:pt x="13870" y="7854"/>
                  </a:cubicBezTo>
                  <a:lnTo>
                    <a:pt x="13870" y="177488"/>
                  </a:lnTo>
                  <a:cubicBezTo>
                    <a:pt x="13933" y="181270"/>
                    <a:pt x="10918" y="184388"/>
                    <a:pt x="7136" y="184450"/>
                  </a:cubicBezTo>
                  <a:cubicBezTo>
                    <a:pt x="7098" y="184452"/>
                    <a:pt x="7060" y="184452"/>
                    <a:pt x="7021" y="184452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47" name="Graphic 24">
            <a:extLst>
              <a:ext uri="{FF2B5EF4-FFF2-40B4-BE49-F238E27FC236}">
                <a16:creationId xmlns:a16="http://schemas.microsoft.com/office/drawing/2014/main" id="{E66C124A-BD76-6247-826E-96E0A14917E0}"/>
              </a:ext>
            </a:extLst>
          </p:cNvPr>
          <p:cNvGrpSpPr>
            <a:grpSpLocks noChangeAspect="1"/>
          </p:cNvGrpSpPr>
          <p:nvPr/>
        </p:nvGrpSpPr>
        <p:grpSpPr>
          <a:xfrm>
            <a:off x="7062841" y="2004122"/>
            <a:ext cx="374116" cy="364794"/>
            <a:chOff x="5008140" y="2030359"/>
            <a:chExt cx="374116" cy="364794"/>
          </a:xfrm>
          <a:solidFill>
            <a:srgbClr val="FFFFFF"/>
          </a:solidFill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0E8F0E16-44B1-5147-A019-4F068EB53D89}"/>
                </a:ext>
              </a:extLst>
            </p:cNvPr>
            <p:cNvSpPr/>
            <p:nvPr/>
          </p:nvSpPr>
          <p:spPr>
            <a:xfrm>
              <a:off x="5157618" y="2193151"/>
              <a:ext cx="75104" cy="132735"/>
            </a:xfrm>
            <a:custGeom>
              <a:avLst/>
              <a:gdLst>
                <a:gd name="connsiteX0" fmla="*/ 37608 w 75104"/>
                <a:gd name="connsiteY0" fmla="*/ 131813 h 132735"/>
                <a:gd name="connsiteX1" fmla="*/ 57 w 75104"/>
                <a:gd name="connsiteY1" fmla="*/ 95278 h 132735"/>
                <a:gd name="connsiteX2" fmla="*/ 5947 w 75104"/>
                <a:gd name="connsiteY2" fmla="*/ 87407 h 132735"/>
                <a:gd name="connsiteX3" fmla="*/ 13579 w 75104"/>
                <a:gd name="connsiteY3" fmla="*/ 93481 h 132735"/>
                <a:gd name="connsiteX4" fmla="*/ 13579 w 75104"/>
                <a:gd name="connsiteY4" fmla="*/ 95278 h 132735"/>
                <a:gd name="connsiteX5" fmla="*/ 37466 w 75104"/>
                <a:gd name="connsiteY5" fmla="*/ 118334 h 132735"/>
                <a:gd name="connsiteX6" fmla="*/ 37608 w 75104"/>
                <a:gd name="connsiteY6" fmla="*/ 118328 h 132735"/>
                <a:gd name="connsiteX7" fmla="*/ 63961 w 75104"/>
                <a:gd name="connsiteY7" fmla="*/ 100326 h 132735"/>
                <a:gd name="connsiteX8" fmla="*/ 46504 w 75104"/>
                <a:gd name="connsiteY8" fmla="*/ 73149 h 132735"/>
                <a:gd name="connsiteX9" fmla="*/ 37608 w 75104"/>
                <a:gd name="connsiteY9" fmla="*/ 73149 h 132735"/>
                <a:gd name="connsiteX10" fmla="*/ 57 w 75104"/>
                <a:gd name="connsiteY10" fmla="*/ 36614 h 132735"/>
                <a:gd name="connsiteX11" fmla="*/ 39599 w 75104"/>
                <a:gd name="connsiteY11" fmla="*/ 59 h 132735"/>
                <a:gd name="connsiteX12" fmla="*/ 75047 w 75104"/>
                <a:gd name="connsiteY12" fmla="*/ 36614 h 132735"/>
                <a:gd name="connsiteX13" fmla="*/ 69157 w 75104"/>
                <a:gd name="connsiteY13" fmla="*/ 44485 h 132735"/>
                <a:gd name="connsiteX14" fmla="*/ 61525 w 75104"/>
                <a:gd name="connsiteY14" fmla="*/ 38411 h 132735"/>
                <a:gd name="connsiteX15" fmla="*/ 61525 w 75104"/>
                <a:gd name="connsiteY15" fmla="*/ 36614 h 132735"/>
                <a:gd name="connsiteX16" fmla="*/ 37608 w 75104"/>
                <a:gd name="connsiteY16" fmla="*/ 14140 h 132735"/>
                <a:gd name="connsiteX17" fmla="*/ 13579 w 75104"/>
                <a:gd name="connsiteY17" fmla="*/ 36614 h 132735"/>
                <a:gd name="connsiteX18" fmla="*/ 37466 w 75104"/>
                <a:gd name="connsiteY18" fmla="*/ 59671 h 132735"/>
                <a:gd name="connsiteX19" fmla="*/ 37608 w 75104"/>
                <a:gd name="connsiteY19" fmla="*/ 59665 h 132735"/>
                <a:gd name="connsiteX20" fmla="*/ 73036 w 75104"/>
                <a:gd name="connsiteY20" fmla="*/ 96200 h 132735"/>
                <a:gd name="connsiteX21" fmla="*/ 37608 w 75104"/>
                <a:gd name="connsiteY21" fmla="*/ 132735 h 132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5104" h="132735">
                  <a:moveTo>
                    <a:pt x="37608" y="131813"/>
                  </a:moveTo>
                  <a:cubicBezTo>
                    <a:pt x="17464" y="132394"/>
                    <a:pt x="664" y="116050"/>
                    <a:pt x="57" y="95278"/>
                  </a:cubicBezTo>
                  <a:cubicBezTo>
                    <a:pt x="-424" y="91427"/>
                    <a:pt x="2212" y="87903"/>
                    <a:pt x="5947" y="87407"/>
                  </a:cubicBezTo>
                  <a:cubicBezTo>
                    <a:pt x="9681" y="86911"/>
                    <a:pt x="13099" y="89631"/>
                    <a:pt x="13579" y="93481"/>
                  </a:cubicBezTo>
                  <a:cubicBezTo>
                    <a:pt x="13654" y="94078"/>
                    <a:pt x="13654" y="94682"/>
                    <a:pt x="13579" y="95278"/>
                  </a:cubicBezTo>
                  <a:cubicBezTo>
                    <a:pt x="14002" y="108447"/>
                    <a:pt x="24696" y="118769"/>
                    <a:pt x="37466" y="118334"/>
                  </a:cubicBezTo>
                  <a:cubicBezTo>
                    <a:pt x="37513" y="118332"/>
                    <a:pt x="37561" y="118331"/>
                    <a:pt x="37608" y="118328"/>
                  </a:cubicBezTo>
                  <a:cubicBezTo>
                    <a:pt x="49706" y="120862"/>
                    <a:pt x="61504" y="112802"/>
                    <a:pt x="63961" y="100326"/>
                  </a:cubicBezTo>
                  <a:cubicBezTo>
                    <a:pt x="66417" y="87850"/>
                    <a:pt x="58602" y="75683"/>
                    <a:pt x="46504" y="73149"/>
                  </a:cubicBezTo>
                  <a:cubicBezTo>
                    <a:pt x="43568" y="72535"/>
                    <a:pt x="40544" y="72535"/>
                    <a:pt x="37608" y="73149"/>
                  </a:cubicBezTo>
                  <a:cubicBezTo>
                    <a:pt x="17464" y="73732"/>
                    <a:pt x="664" y="57386"/>
                    <a:pt x="57" y="36614"/>
                  </a:cubicBezTo>
                  <a:cubicBezTo>
                    <a:pt x="1188" y="15259"/>
                    <a:pt x="18891" y="-1108"/>
                    <a:pt x="39599" y="59"/>
                  </a:cubicBezTo>
                  <a:cubicBezTo>
                    <a:pt x="58727" y="1136"/>
                    <a:pt x="74003" y="16889"/>
                    <a:pt x="75047" y="36614"/>
                  </a:cubicBezTo>
                  <a:cubicBezTo>
                    <a:pt x="75528" y="40465"/>
                    <a:pt x="72892" y="43989"/>
                    <a:pt x="69157" y="44485"/>
                  </a:cubicBezTo>
                  <a:cubicBezTo>
                    <a:pt x="65423" y="44982"/>
                    <a:pt x="62005" y="42262"/>
                    <a:pt x="61525" y="38411"/>
                  </a:cubicBezTo>
                  <a:cubicBezTo>
                    <a:pt x="61450" y="37814"/>
                    <a:pt x="61450" y="37210"/>
                    <a:pt x="61525" y="36614"/>
                  </a:cubicBezTo>
                  <a:cubicBezTo>
                    <a:pt x="60921" y="23606"/>
                    <a:pt x="50224" y="13554"/>
                    <a:pt x="37608" y="14140"/>
                  </a:cubicBezTo>
                  <a:cubicBezTo>
                    <a:pt x="24971" y="13552"/>
                    <a:pt x="14242" y="23587"/>
                    <a:pt x="13579" y="36614"/>
                  </a:cubicBezTo>
                  <a:cubicBezTo>
                    <a:pt x="14002" y="49783"/>
                    <a:pt x="24696" y="60105"/>
                    <a:pt x="37466" y="59671"/>
                  </a:cubicBezTo>
                  <a:cubicBezTo>
                    <a:pt x="37513" y="59668"/>
                    <a:pt x="37561" y="59667"/>
                    <a:pt x="37608" y="59665"/>
                  </a:cubicBezTo>
                  <a:cubicBezTo>
                    <a:pt x="57174" y="59665"/>
                    <a:pt x="73036" y="76023"/>
                    <a:pt x="73036" y="96200"/>
                  </a:cubicBezTo>
                  <a:cubicBezTo>
                    <a:pt x="73036" y="116377"/>
                    <a:pt x="57174" y="132735"/>
                    <a:pt x="37608" y="132735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4F790F3-C52E-1144-9EC6-D26DDABF465C}"/>
                </a:ext>
              </a:extLst>
            </p:cNvPr>
            <p:cNvSpPr/>
            <p:nvPr/>
          </p:nvSpPr>
          <p:spPr>
            <a:xfrm>
              <a:off x="5188408" y="2181680"/>
              <a:ext cx="13522" cy="155269"/>
            </a:xfrm>
            <a:custGeom>
              <a:avLst/>
              <a:gdLst>
                <a:gd name="connsiteX0" fmla="*/ 6817 w 13522"/>
                <a:gd name="connsiteY0" fmla="*/ 155270 h 155269"/>
                <a:gd name="connsiteX1" fmla="*/ 0 w 13522"/>
                <a:gd name="connsiteY1" fmla="*/ 148240 h 155269"/>
                <a:gd name="connsiteX2" fmla="*/ 0 w 13522"/>
                <a:gd name="connsiteY2" fmla="*/ 6133 h 155269"/>
                <a:gd name="connsiteX3" fmla="*/ 7632 w 13522"/>
                <a:gd name="connsiteY3" fmla="*/ 58 h 155269"/>
                <a:gd name="connsiteX4" fmla="*/ 13523 w 13522"/>
                <a:gd name="connsiteY4" fmla="*/ 6133 h 155269"/>
                <a:gd name="connsiteX5" fmla="*/ 13523 w 13522"/>
                <a:gd name="connsiteY5" fmla="*/ 148240 h 155269"/>
                <a:gd name="connsiteX6" fmla="*/ 6817 w 13522"/>
                <a:gd name="connsiteY6" fmla="*/ 155270 h 15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22" h="155269">
                  <a:moveTo>
                    <a:pt x="6817" y="155270"/>
                  </a:moveTo>
                  <a:cubicBezTo>
                    <a:pt x="3052" y="155270"/>
                    <a:pt x="0" y="152122"/>
                    <a:pt x="0" y="148240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148240"/>
                  </a:lnTo>
                  <a:cubicBezTo>
                    <a:pt x="13523" y="152077"/>
                    <a:pt x="10539" y="155207"/>
                    <a:pt x="6817" y="15527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A720B8A-A689-F04B-8B9E-47E44A2F1984}"/>
                </a:ext>
              </a:extLst>
            </p:cNvPr>
            <p:cNvSpPr/>
            <p:nvPr/>
          </p:nvSpPr>
          <p:spPr>
            <a:xfrm>
              <a:off x="5368621" y="2176081"/>
              <a:ext cx="13635" cy="32362"/>
            </a:xfrm>
            <a:custGeom>
              <a:avLst/>
              <a:gdLst>
                <a:gd name="connsiteX0" fmla="*/ 6874 w 13635"/>
                <a:gd name="connsiteY0" fmla="*/ 32363 h 32362"/>
                <a:gd name="connsiteX1" fmla="*/ 57 w 13635"/>
                <a:gd name="connsiteY1" fmla="*/ 25332 h 32362"/>
                <a:gd name="connsiteX2" fmla="*/ 57 w 13635"/>
                <a:gd name="connsiteY2" fmla="*/ 7929 h 32362"/>
                <a:gd name="connsiteX3" fmla="*/ 5947 w 13635"/>
                <a:gd name="connsiteY3" fmla="*/ 59 h 32362"/>
                <a:gd name="connsiteX4" fmla="*/ 13580 w 13635"/>
                <a:gd name="connsiteY4" fmla="*/ 6132 h 32362"/>
                <a:gd name="connsiteX5" fmla="*/ 13580 w 13635"/>
                <a:gd name="connsiteY5" fmla="*/ 7929 h 32362"/>
                <a:gd name="connsiteX6" fmla="*/ 13580 w 13635"/>
                <a:gd name="connsiteY6" fmla="*/ 25332 h 32362"/>
                <a:gd name="connsiteX7" fmla="*/ 6987 w 13635"/>
                <a:gd name="connsiteY7" fmla="*/ 32362 h 32362"/>
                <a:gd name="connsiteX8" fmla="*/ 6874 w 13635"/>
                <a:gd name="connsiteY8" fmla="*/ 32363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32362">
                  <a:moveTo>
                    <a:pt x="6874" y="32363"/>
                  </a:moveTo>
                  <a:cubicBezTo>
                    <a:pt x="3109" y="32363"/>
                    <a:pt x="57" y="29215"/>
                    <a:pt x="57" y="25332"/>
                  </a:cubicBezTo>
                  <a:lnTo>
                    <a:pt x="57" y="7929"/>
                  </a:lnTo>
                  <a:cubicBezTo>
                    <a:pt x="-424" y="4079"/>
                    <a:pt x="2212" y="554"/>
                    <a:pt x="5947" y="59"/>
                  </a:cubicBezTo>
                  <a:cubicBezTo>
                    <a:pt x="9681" y="-438"/>
                    <a:pt x="13099" y="2282"/>
                    <a:pt x="13580" y="6132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25332"/>
                  </a:lnTo>
                  <a:cubicBezTo>
                    <a:pt x="13641" y="29151"/>
                    <a:pt x="10689" y="32298"/>
                    <a:pt x="6987" y="32362"/>
                  </a:cubicBezTo>
                  <a:cubicBezTo>
                    <a:pt x="6949" y="32363"/>
                    <a:pt x="6912" y="32363"/>
                    <a:pt x="6874" y="32363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379034E3-EF66-C844-ABCE-49B84067F938}"/>
                </a:ext>
              </a:extLst>
            </p:cNvPr>
            <p:cNvSpPr/>
            <p:nvPr/>
          </p:nvSpPr>
          <p:spPr>
            <a:xfrm>
              <a:off x="5368677" y="2232276"/>
              <a:ext cx="13523" cy="50159"/>
            </a:xfrm>
            <a:custGeom>
              <a:avLst/>
              <a:gdLst>
                <a:gd name="connsiteX0" fmla="*/ 6817 w 13523"/>
                <a:gd name="connsiteY0" fmla="*/ 50160 h 50159"/>
                <a:gd name="connsiteX1" fmla="*/ 0 w 13523"/>
                <a:gd name="connsiteY1" fmla="*/ 43129 h 50159"/>
                <a:gd name="connsiteX2" fmla="*/ 0 w 13523"/>
                <a:gd name="connsiteY2" fmla="*/ 6133 h 50159"/>
                <a:gd name="connsiteX3" fmla="*/ 7632 w 13523"/>
                <a:gd name="connsiteY3" fmla="*/ 58 h 50159"/>
                <a:gd name="connsiteX4" fmla="*/ 13523 w 13523"/>
                <a:gd name="connsiteY4" fmla="*/ 6133 h 50159"/>
                <a:gd name="connsiteX5" fmla="*/ 13523 w 13523"/>
                <a:gd name="connsiteY5" fmla="*/ 43129 h 50159"/>
                <a:gd name="connsiteX6" fmla="*/ 6930 w 13523"/>
                <a:gd name="connsiteY6" fmla="*/ 50159 h 50159"/>
                <a:gd name="connsiteX7" fmla="*/ 6817 w 13523"/>
                <a:gd name="connsiteY7" fmla="*/ 50160 h 5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3" h="50159">
                  <a:moveTo>
                    <a:pt x="6817" y="50160"/>
                  </a:moveTo>
                  <a:cubicBezTo>
                    <a:pt x="3052" y="50160"/>
                    <a:pt x="0" y="47012"/>
                    <a:pt x="0" y="43129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43129"/>
                  </a:lnTo>
                  <a:cubicBezTo>
                    <a:pt x="13584" y="46948"/>
                    <a:pt x="10633" y="50095"/>
                    <a:pt x="6930" y="50159"/>
                  </a:cubicBezTo>
                  <a:cubicBezTo>
                    <a:pt x="6892" y="50160"/>
                    <a:pt x="6855" y="50160"/>
                    <a:pt x="6817" y="5016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C81D4106-1F41-114D-8B08-499BF2E2A094}"/>
                </a:ext>
              </a:extLst>
            </p:cNvPr>
            <p:cNvSpPr/>
            <p:nvPr/>
          </p:nvSpPr>
          <p:spPr>
            <a:xfrm>
              <a:off x="5368677" y="2306268"/>
              <a:ext cx="13522" cy="30567"/>
            </a:xfrm>
            <a:custGeom>
              <a:avLst/>
              <a:gdLst>
                <a:gd name="connsiteX0" fmla="*/ 6817 w 13522"/>
                <a:gd name="connsiteY0" fmla="*/ 30567 h 30567"/>
                <a:gd name="connsiteX1" fmla="*/ 1 w 13522"/>
                <a:gd name="connsiteY1" fmla="*/ 23768 h 30567"/>
                <a:gd name="connsiteX2" fmla="*/ 0 w 13522"/>
                <a:gd name="connsiteY2" fmla="*/ 23652 h 30567"/>
                <a:gd name="connsiteX3" fmla="*/ 0 w 13522"/>
                <a:gd name="connsiteY3" fmla="*/ 6133 h 30567"/>
                <a:gd name="connsiteX4" fmla="*/ 7632 w 13522"/>
                <a:gd name="connsiteY4" fmla="*/ 58 h 30567"/>
                <a:gd name="connsiteX5" fmla="*/ 13523 w 13522"/>
                <a:gd name="connsiteY5" fmla="*/ 6133 h 30567"/>
                <a:gd name="connsiteX6" fmla="*/ 13523 w 13522"/>
                <a:gd name="connsiteY6" fmla="*/ 23652 h 30567"/>
                <a:gd name="connsiteX7" fmla="*/ 6817 w 13522"/>
                <a:gd name="connsiteY7" fmla="*/ 30567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2" h="30567">
                  <a:moveTo>
                    <a:pt x="6817" y="30567"/>
                  </a:moveTo>
                  <a:cubicBezTo>
                    <a:pt x="3115" y="30630"/>
                    <a:pt x="63" y="27586"/>
                    <a:pt x="1" y="23768"/>
                  </a:cubicBezTo>
                  <a:cubicBezTo>
                    <a:pt x="0" y="23729"/>
                    <a:pt x="0" y="23691"/>
                    <a:pt x="0" y="23652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23652"/>
                  </a:lnTo>
                  <a:cubicBezTo>
                    <a:pt x="13523" y="27471"/>
                    <a:pt x="10521" y="30567"/>
                    <a:pt x="6817" y="30567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063606D1-5611-ED41-97F8-0341BF5297E2}"/>
                </a:ext>
              </a:extLst>
            </p:cNvPr>
            <p:cNvSpPr/>
            <p:nvPr/>
          </p:nvSpPr>
          <p:spPr>
            <a:xfrm>
              <a:off x="5008140" y="2065876"/>
              <a:ext cx="373616" cy="329276"/>
            </a:xfrm>
            <a:custGeom>
              <a:avLst/>
              <a:gdLst>
                <a:gd name="connsiteX0" fmla="*/ 351373 w 373616"/>
                <a:gd name="connsiteY0" fmla="*/ 329276 h 329276"/>
                <a:gd name="connsiteX1" fmla="*/ 22352 w 373616"/>
                <a:gd name="connsiteY1" fmla="*/ 329276 h 329276"/>
                <a:gd name="connsiteX2" fmla="*/ 0 w 373616"/>
                <a:gd name="connsiteY2" fmla="*/ 306226 h 329276"/>
                <a:gd name="connsiteX3" fmla="*/ 0 w 373616"/>
                <a:gd name="connsiteY3" fmla="*/ 23050 h 329276"/>
                <a:gd name="connsiteX4" fmla="*/ 22352 w 373616"/>
                <a:gd name="connsiteY4" fmla="*/ 0 h 329276"/>
                <a:gd name="connsiteX5" fmla="*/ 350926 w 373616"/>
                <a:gd name="connsiteY5" fmla="*/ 0 h 329276"/>
                <a:gd name="connsiteX6" fmla="*/ 373278 w 373616"/>
                <a:gd name="connsiteY6" fmla="*/ 23050 h 329276"/>
                <a:gd name="connsiteX7" fmla="*/ 373278 w 373616"/>
                <a:gd name="connsiteY7" fmla="*/ 118134 h 329276"/>
                <a:gd name="connsiteX8" fmla="*/ 360538 w 373616"/>
                <a:gd name="connsiteY8" fmla="*/ 118134 h 329276"/>
                <a:gd name="connsiteX9" fmla="*/ 360538 w 373616"/>
                <a:gd name="connsiteY9" fmla="*/ 23050 h 329276"/>
                <a:gd name="connsiteX10" fmla="*/ 351373 w 373616"/>
                <a:gd name="connsiteY10" fmla="*/ 13600 h 329276"/>
                <a:gd name="connsiteX11" fmla="*/ 22352 w 373616"/>
                <a:gd name="connsiteY11" fmla="*/ 13600 h 329276"/>
                <a:gd name="connsiteX12" fmla="*/ 13076 w 373616"/>
                <a:gd name="connsiteY12" fmla="*/ 23050 h 329276"/>
                <a:gd name="connsiteX13" fmla="*/ 13076 w 373616"/>
                <a:gd name="connsiteY13" fmla="*/ 305880 h 329276"/>
                <a:gd name="connsiteX14" fmla="*/ 22352 w 373616"/>
                <a:gd name="connsiteY14" fmla="*/ 315331 h 329276"/>
                <a:gd name="connsiteX15" fmla="*/ 350926 w 373616"/>
                <a:gd name="connsiteY15" fmla="*/ 315331 h 329276"/>
                <a:gd name="connsiteX16" fmla="*/ 360091 w 373616"/>
                <a:gd name="connsiteY16" fmla="*/ 305880 h 329276"/>
                <a:gd name="connsiteX17" fmla="*/ 360091 w 373616"/>
                <a:gd name="connsiteY17" fmla="*/ 264043 h 329276"/>
                <a:gd name="connsiteX18" fmla="*/ 373614 w 373616"/>
                <a:gd name="connsiteY18" fmla="*/ 264043 h 329276"/>
                <a:gd name="connsiteX19" fmla="*/ 373614 w 373616"/>
                <a:gd name="connsiteY19" fmla="*/ 305880 h 329276"/>
                <a:gd name="connsiteX20" fmla="*/ 351599 w 373616"/>
                <a:gd name="connsiteY20" fmla="*/ 329274 h 329276"/>
                <a:gd name="connsiteX21" fmla="*/ 351373 w 373616"/>
                <a:gd name="connsiteY21" fmla="*/ 329276 h 32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3616" h="329276">
                  <a:moveTo>
                    <a:pt x="351373" y="329276"/>
                  </a:moveTo>
                  <a:lnTo>
                    <a:pt x="22352" y="329276"/>
                  </a:lnTo>
                  <a:cubicBezTo>
                    <a:pt x="10007" y="329276"/>
                    <a:pt x="0" y="318957"/>
                    <a:pt x="0" y="306226"/>
                  </a:cubicBezTo>
                  <a:lnTo>
                    <a:pt x="0" y="23050"/>
                  </a:lnTo>
                  <a:cubicBezTo>
                    <a:pt x="0" y="10320"/>
                    <a:pt x="10007" y="0"/>
                    <a:pt x="22352" y="0"/>
                  </a:cubicBezTo>
                  <a:lnTo>
                    <a:pt x="350926" y="0"/>
                  </a:lnTo>
                  <a:cubicBezTo>
                    <a:pt x="363271" y="0"/>
                    <a:pt x="373278" y="10320"/>
                    <a:pt x="373278" y="23050"/>
                  </a:cubicBezTo>
                  <a:lnTo>
                    <a:pt x="373278" y="118134"/>
                  </a:lnTo>
                  <a:lnTo>
                    <a:pt x="360538" y="118134"/>
                  </a:lnTo>
                  <a:lnTo>
                    <a:pt x="360538" y="23050"/>
                  </a:lnTo>
                  <a:cubicBezTo>
                    <a:pt x="360538" y="17831"/>
                    <a:pt x="356435" y="13600"/>
                    <a:pt x="351373" y="13600"/>
                  </a:cubicBezTo>
                  <a:lnTo>
                    <a:pt x="22352" y="13600"/>
                  </a:lnTo>
                  <a:cubicBezTo>
                    <a:pt x="17272" y="13599"/>
                    <a:pt x="13137" y="17812"/>
                    <a:pt x="13076" y="23050"/>
                  </a:cubicBezTo>
                  <a:lnTo>
                    <a:pt x="13076" y="305880"/>
                  </a:lnTo>
                  <a:cubicBezTo>
                    <a:pt x="13137" y="311118"/>
                    <a:pt x="17272" y="315331"/>
                    <a:pt x="22352" y="315331"/>
                  </a:cubicBezTo>
                  <a:lnTo>
                    <a:pt x="350926" y="315331"/>
                  </a:lnTo>
                  <a:cubicBezTo>
                    <a:pt x="355988" y="315331"/>
                    <a:pt x="360091" y="311100"/>
                    <a:pt x="360091" y="305880"/>
                  </a:cubicBezTo>
                  <a:lnTo>
                    <a:pt x="360091" y="264043"/>
                  </a:lnTo>
                  <a:lnTo>
                    <a:pt x="373614" y="264043"/>
                  </a:lnTo>
                  <a:lnTo>
                    <a:pt x="373614" y="305880"/>
                  </a:lnTo>
                  <a:cubicBezTo>
                    <a:pt x="373799" y="318609"/>
                    <a:pt x="363943" y="329083"/>
                    <a:pt x="351599" y="329274"/>
                  </a:cubicBezTo>
                  <a:cubicBezTo>
                    <a:pt x="351524" y="329275"/>
                    <a:pt x="351449" y="329276"/>
                    <a:pt x="351373" y="32927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26D627CE-EAD0-7D4D-A7CC-27009CBB0A84}"/>
                </a:ext>
              </a:extLst>
            </p:cNvPr>
            <p:cNvSpPr/>
            <p:nvPr/>
          </p:nvSpPr>
          <p:spPr>
            <a:xfrm>
              <a:off x="5014957" y="2124655"/>
              <a:ext cx="360537" cy="13945"/>
            </a:xfrm>
            <a:custGeom>
              <a:avLst/>
              <a:gdLst>
                <a:gd name="connsiteX0" fmla="*/ 0 w 360537"/>
                <a:gd name="connsiteY0" fmla="*/ 0 h 13945"/>
                <a:gd name="connsiteX1" fmla="*/ 360538 w 360537"/>
                <a:gd name="connsiteY1" fmla="*/ 0 h 13945"/>
                <a:gd name="connsiteX2" fmla="*/ 360538 w 360537"/>
                <a:gd name="connsiteY2" fmla="*/ 13946 h 13945"/>
                <a:gd name="connsiteX3" fmla="*/ 0 w 360537"/>
                <a:gd name="connsiteY3" fmla="*/ 13946 h 1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537" h="13945">
                  <a:moveTo>
                    <a:pt x="0" y="0"/>
                  </a:moveTo>
                  <a:lnTo>
                    <a:pt x="360538" y="0"/>
                  </a:lnTo>
                  <a:lnTo>
                    <a:pt x="360538" y="13946"/>
                  </a:lnTo>
                  <a:lnTo>
                    <a:pt x="0" y="13946"/>
                  </a:ln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4EE96A98-FE7B-9D4B-BBC4-D2832A6AB6F8}"/>
                </a:ext>
              </a:extLst>
            </p:cNvPr>
            <p:cNvSpPr/>
            <p:nvPr/>
          </p:nvSpPr>
          <p:spPr>
            <a:xfrm>
              <a:off x="5072949" y="2030359"/>
              <a:ext cx="13636" cy="73897"/>
            </a:xfrm>
            <a:custGeom>
              <a:avLst/>
              <a:gdLst>
                <a:gd name="connsiteX0" fmla="*/ 7164 w 13636"/>
                <a:gd name="connsiteY0" fmla="*/ 73897 h 73897"/>
                <a:gd name="connsiteX1" fmla="*/ 347 w 13636"/>
                <a:gd name="connsiteY1" fmla="*/ 66867 h 73897"/>
                <a:gd name="connsiteX2" fmla="*/ 347 w 13636"/>
                <a:gd name="connsiteY2" fmla="*/ 9240 h 73897"/>
                <a:gd name="connsiteX3" fmla="*/ 4678 w 13636"/>
                <a:gd name="connsiteY3" fmla="*/ 358 h 73897"/>
                <a:gd name="connsiteX4" fmla="*/ 13292 w 13636"/>
                <a:gd name="connsiteY4" fmla="*/ 4824 h 73897"/>
                <a:gd name="connsiteX5" fmla="*/ 13423 w 13636"/>
                <a:gd name="connsiteY5" fmla="*/ 8779 h 73897"/>
                <a:gd name="connsiteX6" fmla="*/ 13423 w 13636"/>
                <a:gd name="connsiteY6" fmla="*/ 66406 h 73897"/>
                <a:gd name="connsiteX7" fmla="*/ 7314 w 13636"/>
                <a:gd name="connsiteY7" fmla="*/ 73886 h 73897"/>
                <a:gd name="connsiteX8" fmla="*/ 7164 w 13636"/>
                <a:gd name="connsiteY8" fmla="*/ 73897 h 7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6" h="73897">
                  <a:moveTo>
                    <a:pt x="7164" y="73897"/>
                  </a:moveTo>
                  <a:cubicBezTo>
                    <a:pt x="3399" y="73897"/>
                    <a:pt x="347" y="70749"/>
                    <a:pt x="347" y="66867"/>
                  </a:cubicBezTo>
                  <a:lnTo>
                    <a:pt x="347" y="9240"/>
                  </a:lnTo>
                  <a:cubicBezTo>
                    <a:pt x="-836" y="5554"/>
                    <a:pt x="1103" y="1577"/>
                    <a:pt x="4678" y="358"/>
                  </a:cubicBezTo>
                  <a:cubicBezTo>
                    <a:pt x="8253" y="-862"/>
                    <a:pt x="12109" y="1138"/>
                    <a:pt x="13292" y="4824"/>
                  </a:cubicBezTo>
                  <a:cubicBezTo>
                    <a:pt x="13702" y="6102"/>
                    <a:pt x="13747" y="7475"/>
                    <a:pt x="13423" y="8779"/>
                  </a:cubicBezTo>
                  <a:lnTo>
                    <a:pt x="13423" y="66406"/>
                  </a:lnTo>
                  <a:cubicBezTo>
                    <a:pt x="13739" y="70211"/>
                    <a:pt x="11004" y="73560"/>
                    <a:pt x="7314" y="73886"/>
                  </a:cubicBezTo>
                  <a:cubicBezTo>
                    <a:pt x="7264" y="73890"/>
                    <a:pt x="7214" y="73894"/>
                    <a:pt x="7164" y="73897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D353430-B9DC-4F40-A787-8AA4AC28EFEE}"/>
                </a:ext>
              </a:extLst>
            </p:cNvPr>
            <p:cNvSpPr/>
            <p:nvPr/>
          </p:nvSpPr>
          <p:spPr>
            <a:xfrm>
              <a:off x="5131019" y="2031669"/>
              <a:ext cx="13635" cy="72590"/>
            </a:xfrm>
            <a:custGeom>
              <a:avLst/>
              <a:gdLst>
                <a:gd name="connsiteX0" fmla="*/ 6650 w 13635"/>
                <a:gd name="connsiteY0" fmla="*/ 72586 h 72590"/>
                <a:gd name="connsiteX1" fmla="*/ 57 w 13635"/>
                <a:gd name="connsiteY1" fmla="*/ 65556 h 72590"/>
                <a:gd name="connsiteX2" fmla="*/ 57 w 13635"/>
                <a:gd name="connsiteY2" fmla="*/ 7929 h 72590"/>
                <a:gd name="connsiteX3" fmla="*/ 5947 w 13635"/>
                <a:gd name="connsiteY3" fmla="*/ 58 h 72590"/>
                <a:gd name="connsiteX4" fmla="*/ 13579 w 13635"/>
                <a:gd name="connsiteY4" fmla="*/ 6133 h 72590"/>
                <a:gd name="connsiteX5" fmla="*/ 13579 w 13635"/>
                <a:gd name="connsiteY5" fmla="*/ 7929 h 72590"/>
                <a:gd name="connsiteX6" fmla="*/ 13579 w 13635"/>
                <a:gd name="connsiteY6" fmla="*/ 65556 h 72590"/>
                <a:gd name="connsiteX7" fmla="*/ 6990 w 13635"/>
                <a:gd name="connsiteY7" fmla="*/ 72589 h 72590"/>
                <a:gd name="connsiteX8" fmla="*/ 6650 w 13635"/>
                <a:gd name="connsiteY8" fmla="*/ 72586 h 7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90">
                  <a:moveTo>
                    <a:pt x="6650" y="72586"/>
                  </a:moveTo>
                  <a:cubicBezTo>
                    <a:pt x="2972" y="72462"/>
                    <a:pt x="54" y="69350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79" y="6133"/>
                  </a:cubicBezTo>
                  <a:cubicBezTo>
                    <a:pt x="13654" y="6729"/>
                    <a:pt x="13654" y="7333"/>
                    <a:pt x="13579" y="7929"/>
                  </a:cubicBezTo>
                  <a:lnTo>
                    <a:pt x="13579" y="65556"/>
                  </a:lnTo>
                  <a:cubicBezTo>
                    <a:pt x="13643" y="69374"/>
                    <a:pt x="10693" y="72523"/>
                    <a:pt x="6990" y="72589"/>
                  </a:cubicBezTo>
                  <a:cubicBezTo>
                    <a:pt x="6877" y="72591"/>
                    <a:pt x="6763" y="72590"/>
                    <a:pt x="6650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5B30EE36-D5A8-DC4D-8765-BE4D1B4BFD61}"/>
                </a:ext>
              </a:extLst>
            </p:cNvPr>
            <p:cNvSpPr/>
            <p:nvPr/>
          </p:nvSpPr>
          <p:spPr>
            <a:xfrm>
              <a:off x="5188352" y="2031669"/>
              <a:ext cx="13635" cy="72586"/>
            </a:xfrm>
            <a:custGeom>
              <a:avLst/>
              <a:gdLst>
                <a:gd name="connsiteX0" fmla="*/ 6874 w 13635"/>
                <a:gd name="connsiteY0" fmla="*/ 72586 h 72586"/>
                <a:gd name="connsiteX1" fmla="*/ 57 w 13635"/>
                <a:gd name="connsiteY1" fmla="*/ 65556 h 72586"/>
                <a:gd name="connsiteX2" fmla="*/ 57 w 13635"/>
                <a:gd name="connsiteY2" fmla="*/ 7929 h 72586"/>
                <a:gd name="connsiteX3" fmla="*/ 5947 w 13635"/>
                <a:gd name="connsiteY3" fmla="*/ 58 h 72586"/>
                <a:gd name="connsiteX4" fmla="*/ 13580 w 13635"/>
                <a:gd name="connsiteY4" fmla="*/ 6133 h 72586"/>
                <a:gd name="connsiteX5" fmla="*/ 13580 w 13635"/>
                <a:gd name="connsiteY5" fmla="*/ 7929 h 72586"/>
                <a:gd name="connsiteX6" fmla="*/ 13580 w 13635"/>
                <a:gd name="connsiteY6" fmla="*/ 65556 h 72586"/>
                <a:gd name="connsiteX7" fmla="*/ 6987 w 13635"/>
                <a:gd name="connsiteY7" fmla="*/ 72585 h 72586"/>
                <a:gd name="connsiteX8" fmla="*/ 6874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874" y="72586"/>
                  </a:moveTo>
                  <a:cubicBezTo>
                    <a:pt x="3109" y="72586"/>
                    <a:pt x="57" y="69438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80" y="6133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65556"/>
                  </a:lnTo>
                  <a:cubicBezTo>
                    <a:pt x="13641" y="69374"/>
                    <a:pt x="10689" y="72521"/>
                    <a:pt x="6987" y="72585"/>
                  </a:cubicBezTo>
                  <a:cubicBezTo>
                    <a:pt x="6949" y="72586"/>
                    <a:pt x="6912" y="72586"/>
                    <a:pt x="6874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41A5AB63-2B88-184C-AC84-27B0117D2871}"/>
                </a:ext>
              </a:extLst>
            </p:cNvPr>
            <p:cNvSpPr/>
            <p:nvPr/>
          </p:nvSpPr>
          <p:spPr>
            <a:xfrm>
              <a:off x="5245908" y="2031669"/>
              <a:ext cx="13635" cy="72586"/>
            </a:xfrm>
            <a:custGeom>
              <a:avLst/>
              <a:gdLst>
                <a:gd name="connsiteX0" fmla="*/ 6874 w 13635"/>
                <a:gd name="connsiteY0" fmla="*/ 72586 h 72586"/>
                <a:gd name="connsiteX1" fmla="*/ 57 w 13635"/>
                <a:gd name="connsiteY1" fmla="*/ 65556 h 72586"/>
                <a:gd name="connsiteX2" fmla="*/ 57 w 13635"/>
                <a:gd name="connsiteY2" fmla="*/ 7929 h 72586"/>
                <a:gd name="connsiteX3" fmla="*/ 5947 w 13635"/>
                <a:gd name="connsiteY3" fmla="*/ 58 h 72586"/>
                <a:gd name="connsiteX4" fmla="*/ 13579 w 13635"/>
                <a:gd name="connsiteY4" fmla="*/ 6133 h 72586"/>
                <a:gd name="connsiteX5" fmla="*/ 13579 w 13635"/>
                <a:gd name="connsiteY5" fmla="*/ 7929 h 72586"/>
                <a:gd name="connsiteX6" fmla="*/ 13579 w 13635"/>
                <a:gd name="connsiteY6" fmla="*/ 65556 h 72586"/>
                <a:gd name="connsiteX7" fmla="*/ 6987 w 13635"/>
                <a:gd name="connsiteY7" fmla="*/ 72585 h 72586"/>
                <a:gd name="connsiteX8" fmla="*/ 6874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874" y="72586"/>
                  </a:moveTo>
                  <a:cubicBezTo>
                    <a:pt x="3109" y="72586"/>
                    <a:pt x="57" y="69438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79" y="6133"/>
                  </a:cubicBezTo>
                  <a:cubicBezTo>
                    <a:pt x="13654" y="6729"/>
                    <a:pt x="13654" y="7333"/>
                    <a:pt x="13579" y="7929"/>
                  </a:cubicBezTo>
                  <a:lnTo>
                    <a:pt x="13579" y="65556"/>
                  </a:lnTo>
                  <a:cubicBezTo>
                    <a:pt x="13641" y="69374"/>
                    <a:pt x="10689" y="72521"/>
                    <a:pt x="6987" y="72585"/>
                  </a:cubicBezTo>
                  <a:cubicBezTo>
                    <a:pt x="6949" y="72586"/>
                    <a:pt x="6912" y="72586"/>
                    <a:pt x="6874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D06E1CEF-BF97-1E46-A1A7-535163C8E37D}"/>
                </a:ext>
              </a:extLst>
            </p:cNvPr>
            <p:cNvSpPr/>
            <p:nvPr/>
          </p:nvSpPr>
          <p:spPr>
            <a:xfrm>
              <a:off x="5303129" y="2031669"/>
              <a:ext cx="13635" cy="72586"/>
            </a:xfrm>
            <a:custGeom>
              <a:avLst/>
              <a:gdLst>
                <a:gd name="connsiteX0" fmla="*/ 6762 w 13635"/>
                <a:gd name="connsiteY0" fmla="*/ 72586 h 72586"/>
                <a:gd name="connsiteX1" fmla="*/ 55 w 13635"/>
                <a:gd name="connsiteY1" fmla="*/ 65672 h 72586"/>
                <a:gd name="connsiteX2" fmla="*/ 57 w 13635"/>
                <a:gd name="connsiteY2" fmla="*/ 65556 h 72586"/>
                <a:gd name="connsiteX3" fmla="*/ 57 w 13635"/>
                <a:gd name="connsiteY3" fmla="*/ 7929 h 72586"/>
                <a:gd name="connsiteX4" fmla="*/ 5947 w 13635"/>
                <a:gd name="connsiteY4" fmla="*/ 58 h 72586"/>
                <a:gd name="connsiteX5" fmla="*/ 13580 w 13635"/>
                <a:gd name="connsiteY5" fmla="*/ 6133 h 72586"/>
                <a:gd name="connsiteX6" fmla="*/ 13580 w 13635"/>
                <a:gd name="connsiteY6" fmla="*/ 7929 h 72586"/>
                <a:gd name="connsiteX7" fmla="*/ 13580 w 13635"/>
                <a:gd name="connsiteY7" fmla="*/ 65556 h 72586"/>
                <a:gd name="connsiteX8" fmla="*/ 6762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762" y="72586"/>
                  </a:moveTo>
                  <a:cubicBezTo>
                    <a:pt x="3058" y="72587"/>
                    <a:pt x="57" y="69491"/>
                    <a:pt x="55" y="65672"/>
                  </a:cubicBezTo>
                  <a:cubicBezTo>
                    <a:pt x="55" y="65633"/>
                    <a:pt x="55" y="65594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80" y="6133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65556"/>
                  </a:lnTo>
                  <a:cubicBezTo>
                    <a:pt x="13580" y="69438"/>
                    <a:pt x="10527" y="72586"/>
                    <a:pt x="6762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49B96BC6-AA5D-0346-85D1-B3BE19F9D3F8}"/>
                </a:ext>
              </a:extLst>
            </p:cNvPr>
            <p:cNvSpPr/>
            <p:nvPr/>
          </p:nvSpPr>
          <p:spPr>
            <a:xfrm>
              <a:off x="5100565" y="2161305"/>
              <a:ext cx="189097" cy="195007"/>
            </a:xfrm>
            <a:custGeom>
              <a:avLst/>
              <a:gdLst>
                <a:gd name="connsiteX0" fmla="*/ 94661 w 189097"/>
                <a:gd name="connsiteY0" fmla="*/ 195007 h 195007"/>
                <a:gd name="connsiteX1" fmla="*/ 0 w 189097"/>
                <a:gd name="connsiteY1" fmla="*/ 97619 h 195007"/>
                <a:gd name="connsiteX2" fmla="*/ 94437 w 189097"/>
                <a:gd name="connsiteY2" fmla="*/ 0 h 195007"/>
                <a:gd name="connsiteX3" fmla="*/ 189098 w 189097"/>
                <a:gd name="connsiteY3" fmla="*/ 97388 h 195007"/>
                <a:gd name="connsiteX4" fmla="*/ 189098 w 189097"/>
                <a:gd name="connsiteY4" fmla="*/ 97619 h 195007"/>
                <a:gd name="connsiteX5" fmla="*/ 94661 w 189097"/>
                <a:gd name="connsiteY5" fmla="*/ 195007 h 195007"/>
                <a:gd name="connsiteX6" fmla="*/ 94661 w 189097"/>
                <a:gd name="connsiteY6" fmla="*/ 14061 h 195007"/>
                <a:gd name="connsiteX7" fmla="*/ 13747 w 189097"/>
                <a:gd name="connsiteY7" fmla="*/ 97734 h 195007"/>
                <a:gd name="connsiteX8" fmla="*/ 94884 w 189097"/>
                <a:gd name="connsiteY8" fmla="*/ 181177 h 195007"/>
                <a:gd name="connsiteX9" fmla="*/ 175798 w 189097"/>
                <a:gd name="connsiteY9" fmla="*/ 97619 h 195007"/>
                <a:gd name="connsiteX10" fmla="*/ 94661 w 189097"/>
                <a:gd name="connsiteY10" fmla="*/ 14061 h 195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097" h="195007">
                  <a:moveTo>
                    <a:pt x="94661" y="195007"/>
                  </a:moveTo>
                  <a:cubicBezTo>
                    <a:pt x="42443" y="195071"/>
                    <a:pt x="62" y="151468"/>
                    <a:pt x="0" y="97619"/>
                  </a:cubicBezTo>
                  <a:cubicBezTo>
                    <a:pt x="-62" y="43770"/>
                    <a:pt x="42220" y="63"/>
                    <a:pt x="94437" y="0"/>
                  </a:cubicBezTo>
                  <a:cubicBezTo>
                    <a:pt x="146655" y="-63"/>
                    <a:pt x="189036" y="43539"/>
                    <a:pt x="189098" y="97388"/>
                  </a:cubicBezTo>
                  <a:cubicBezTo>
                    <a:pt x="189098" y="97466"/>
                    <a:pt x="189098" y="97542"/>
                    <a:pt x="189098" y="97619"/>
                  </a:cubicBezTo>
                  <a:cubicBezTo>
                    <a:pt x="189036" y="151378"/>
                    <a:pt x="146791" y="194944"/>
                    <a:pt x="94661" y="195007"/>
                  </a:cubicBezTo>
                  <a:close/>
                  <a:moveTo>
                    <a:pt x="94661" y="14061"/>
                  </a:moveTo>
                  <a:cubicBezTo>
                    <a:pt x="49911" y="14124"/>
                    <a:pt x="13685" y="51586"/>
                    <a:pt x="13747" y="97734"/>
                  </a:cubicBezTo>
                  <a:cubicBezTo>
                    <a:pt x="13808" y="143882"/>
                    <a:pt x="50134" y="181240"/>
                    <a:pt x="94884" y="181177"/>
                  </a:cubicBezTo>
                  <a:cubicBezTo>
                    <a:pt x="139590" y="181114"/>
                    <a:pt x="175798" y="143722"/>
                    <a:pt x="175798" y="97619"/>
                  </a:cubicBezTo>
                  <a:cubicBezTo>
                    <a:pt x="175737" y="51452"/>
                    <a:pt x="139428" y="14061"/>
                    <a:pt x="94661" y="140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2BCDE26-EBD8-FD48-9DE5-A329C61DC73E}"/>
                </a:ext>
              </a:extLst>
            </p:cNvPr>
            <p:cNvSpPr/>
            <p:nvPr/>
          </p:nvSpPr>
          <p:spPr>
            <a:xfrm>
              <a:off x="5064914" y="2124540"/>
              <a:ext cx="260400" cy="268538"/>
            </a:xfrm>
            <a:custGeom>
              <a:avLst/>
              <a:gdLst>
                <a:gd name="connsiteX0" fmla="*/ 130312 w 260400"/>
                <a:gd name="connsiteY0" fmla="*/ 268538 h 268538"/>
                <a:gd name="connsiteX1" fmla="*/ 0 w 260400"/>
                <a:gd name="connsiteY1" fmla="*/ 134384 h 268538"/>
                <a:gd name="connsiteX2" fmla="*/ 130089 w 260400"/>
                <a:gd name="connsiteY2" fmla="*/ 0 h 268538"/>
                <a:gd name="connsiteX3" fmla="*/ 260401 w 260400"/>
                <a:gd name="connsiteY3" fmla="*/ 134154 h 268538"/>
                <a:gd name="connsiteX4" fmla="*/ 260401 w 260400"/>
                <a:gd name="connsiteY4" fmla="*/ 134384 h 268538"/>
                <a:gd name="connsiteX5" fmla="*/ 130312 w 260400"/>
                <a:gd name="connsiteY5" fmla="*/ 268538 h 268538"/>
                <a:gd name="connsiteX6" fmla="*/ 130312 w 260400"/>
                <a:gd name="connsiteY6" fmla="*/ 14061 h 268538"/>
                <a:gd name="connsiteX7" fmla="*/ 13523 w 260400"/>
                <a:gd name="connsiteY7" fmla="*/ 134269 h 268538"/>
                <a:gd name="connsiteX8" fmla="*/ 130089 w 260400"/>
                <a:gd name="connsiteY8" fmla="*/ 254708 h 268538"/>
                <a:gd name="connsiteX9" fmla="*/ 246878 w 260400"/>
                <a:gd name="connsiteY9" fmla="*/ 134500 h 268538"/>
                <a:gd name="connsiteX10" fmla="*/ 246878 w 260400"/>
                <a:gd name="connsiteY10" fmla="*/ 134384 h 268538"/>
                <a:gd name="connsiteX11" fmla="*/ 130312 w 260400"/>
                <a:gd name="connsiteY11" fmla="*/ 14061 h 26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400" h="268538">
                  <a:moveTo>
                    <a:pt x="130312" y="268538"/>
                  </a:moveTo>
                  <a:cubicBezTo>
                    <a:pt x="58405" y="268602"/>
                    <a:pt x="62" y="208539"/>
                    <a:pt x="0" y="134384"/>
                  </a:cubicBezTo>
                  <a:cubicBezTo>
                    <a:pt x="-62" y="60230"/>
                    <a:pt x="58181" y="64"/>
                    <a:pt x="130089" y="0"/>
                  </a:cubicBezTo>
                  <a:cubicBezTo>
                    <a:pt x="201996" y="-64"/>
                    <a:pt x="260339" y="59999"/>
                    <a:pt x="260401" y="134154"/>
                  </a:cubicBezTo>
                  <a:cubicBezTo>
                    <a:pt x="260401" y="134231"/>
                    <a:pt x="260401" y="134307"/>
                    <a:pt x="260401" y="134384"/>
                  </a:cubicBezTo>
                  <a:cubicBezTo>
                    <a:pt x="260339" y="208449"/>
                    <a:pt x="202132" y="268475"/>
                    <a:pt x="130312" y="268538"/>
                  </a:cubicBezTo>
                  <a:close/>
                  <a:moveTo>
                    <a:pt x="130312" y="14061"/>
                  </a:moveTo>
                  <a:cubicBezTo>
                    <a:pt x="65872" y="13997"/>
                    <a:pt x="13585" y="67816"/>
                    <a:pt x="13523" y="134269"/>
                  </a:cubicBezTo>
                  <a:cubicBezTo>
                    <a:pt x="13461" y="200721"/>
                    <a:pt x="65650" y="254645"/>
                    <a:pt x="130089" y="254708"/>
                  </a:cubicBezTo>
                  <a:cubicBezTo>
                    <a:pt x="194527" y="254771"/>
                    <a:pt x="246816" y="200952"/>
                    <a:pt x="246878" y="134500"/>
                  </a:cubicBezTo>
                  <a:cubicBezTo>
                    <a:pt x="246878" y="134462"/>
                    <a:pt x="246878" y="134422"/>
                    <a:pt x="246878" y="134384"/>
                  </a:cubicBezTo>
                  <a:cubicBezTo>
                    <a:pt x="246816" y="68002"/>
                    <a:pt x="194683" y="14188"/>
                    <a:pt x="130312" y="140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2" name="Graphic 26">
            <a:extLst>
              <a:ext uri="{FF2B5EF4-FFF2-40B4-BE49-F238E27FC236}">
                <a16:creationId xmlns:a16="http://schemas.microsoft.com/office/drawing/2014/main" id="{2D08508F-148F-A84B-9BDE-C7784C640C1C}"/>
              </a:ext>
            </a:extLst>
          </p:cNvPr>
          <p:cNvGrpSpPr>
            <a:grpSpLocks noChangeAspect="1"/>
          </p:cNvGrpSpPr>
          <p:nvPr/>
        </p:nvGrpSpPr>
        <p:grpSpPr>
          <a:xfrm>
            <a:off x="6069414" y="5154499"/>
            <a:ext cx="410414" cy="410875"/>
            <a:chOff x="4985090" y="2009057"/>
            <a:chExt cx="410414" cy="410875"/>
          </a:xfrm>
          <a:solidFill>
            <a:srgbClr val="FFFFFF"/>
          </a:solidFill>
        </p:grpSpPr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BE5489C-FC71-BD45-813D-75731E122BEC}"/>
                </a:ext>
              </a:extLst>
            </p:cNvPr>
            <p:cNvSpPr/>
            <p:nvPr/>
          </p:nvSpPr>
          <p:spPr>
            <a:xfrm>
              <a:off x="5022738" y="2183461"/>
              <a:ext cx="147765" cy="214157"/>
            </a:xfrm>
            <a:custGeom>
              <a:avLst/>
              <a:gdLst>
                <a:gd name="connsiteX0" fmla="*/ 106186 w 147765"/>
                <a:gd name="connsiteY0" fmla="*/ 214113 h 214157"/>
                <a:gd name="connsiteX1" fmla="*/ 99963 w 147765"/>
                <a:gd name="connsiteY1" fmla="*/ 210309 h 214157"/>
                <a:gd name="connsiteX2" fmla="*/ 102721 w 147765"/>
                <a:gd name="connsiteY2" fmla="*/ 201097 h 214157"/>
                <a:gd name="connsiteX3" fmla="*/ 102959 w 147765"/>
                <a:gd name="connsiteY3" fmla="*/ 200974 h 214157"/>
                <a:gd name="connsiteX4" fmla="*/ 120708 w 147765"/>
                <a:gd name="connsiteY4" fmla="*/ 191869 h 214157"/>
                <a:gd name="connsiteX5" fmla="*/ 50404 w 147765"/>
                <a:gd name="connsiteY5" fmla="*/ 149917 h 214157"/>
                <a:gd name="connsiteX6" fmla="*/ 49713 w 147765"/>
                <a:gd name="connsiteY6" fmla="*/ 149226 h 214157"/>
                <a:gd name="connsiteX7" fmla="*/ 48791 w 147765"/>
                <a:gd name="connsiteY7" fmla="*/ 148304 h 214157"/>
                <a:gd name="connsiteX8" fmla="*/ 1883 w 147765"/>
                <a:gd name="connsiteY8" fmla="*/ 5967 h 214157"/>
                <a:gd name="connsiteX9" fmla="*/ 9466 w 147765"/>
                <a:gd name="connsiteY9" fmla="*/ 52 h 214157"/>
                <a:gd name="connsiteX10" fmla="*/ 9720 w 147765"/>
                <a:gd name="connsiteY10" fmla="*/ 89 h 214157"/>
                <a:gd name="connsiteX11" fmla="*/ 15713 w 147765"/>
                <a:gd name="connsiteY11" fmla="*/ 8041 h 214157"/>
                <a:gd name="connsiteX12" fmla="*/ 58702 w 147765"/>
                <a:gd name="connsiteY12" fmla="*/ 138622 h 214157"/>
                <a:gd name="connsiteX13" fmla="*/ 59509 w 147765"/>
                <a:gd name="connsiteY13" fmla="*/ 139314 h 214157"/>
                <a:gd name="connsiteX14" fmla="*/ 60201 w 147765"/>
                <a:gd name="connsiteY14" fmla="*/ 140121 h 214157"/>
                <a:gd name="connsiteX15" fmla="*/ 141915 w 147765"/>
                <a:gd name="connsiteY15" fmla="*/ 182879 h 214157"/>
                <a:gd name="connsiteX16" fmla="*/ 147677 w 147765"/>
                <a:gd name="connsiteY16" fmla="*/ 188642 h 214157"/>
                <a:gd name="connsiteX17" fmla="*/ 143989 w 147765"/>
                <a:gd name="connsiteY17" fmla="*/ 195903 h 214157"/>
                <a:gd name="connsiteX18" fmla="*/ 109414 w 147765"/>
                <a:gd name="connsiteY18" fmla="*/ 213767 h 214157"/>
                <a:gd name="connsiteX19" fmla="*/ 106186 w 147765"/>
                <a:gd name="connsiteY19" fmla="*/ 214113 h 21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765" h="214157">
                  <a:moveTo>
                    <a:pt x="106186" y="214113"/>
                  </a:moveTo>
                  <a:cubicBezTo>
                    <a:pt x="103558" y="214131"/>
                    <a:pt x="101145" y="212657"/>
                    <a:pt x="99963" y="210309"/>
                  </a:cubicBezTo>
                  <a:cubicBezTo>
                    <a:pt x="98180" y="207004"/>
                    <a:pt x="99415" y="202879"/>
                    <a:pt x="102721" y="201097"/>
                  </a:cubicBezTo>
                  <a:cubicBezTo>
                    <a:pt x="102799" y="201055"/>
                    <a:pt x="102879" y="201013"/>
                    <a:pt x="102959" y="200974"/>
                  </a:cubicBezTo>
                  <a:lnTo>
                    <a:pt x="120708" y="191869"/>
                  </a:lnTo>
                  <a:cubicBezTo>
                    <a:pt x="94116" y="184025"/>
                    <a:pt x="69934" y="169595"/>
                    <a:pt x="50404" y="149917"/>
                  </a:cubicBezTo>
                  <a:lnTo>
                    <a:pt x="49713" y="149226"/>
                  </a:lnTo>
                  <a:lnTo>
                    <a:pt x="48791" y="148304"/>
                  </a:lnTo>
                  <a:cubicBezTo>
                    <a:pt x="11371" y="111041"/>
                    <a:pt x="-6051" y="58176"/>
                    <a:pt x="1883" y="5967"/>
                  </a:cubicBezTo>
                  <a:cubicBezTo>
                    <a:pt x="2344" y="2239"/>
                    <a:pt x="5739" y="-408"/>
                    <a:pt x="9466" y="52"/>
                  </a:cubicBezTo>
                  <a:cubicBezTo>
                    <a:pt x="9551" y="63"/>
                    <a:pt x="9636" y="75"/>
                    <a:pt x="9720" y="89"/>
                  </a:cubicBezTo>
                  <a:cubicBezTo>
                    <a:pt x="13540" y="682"/>
                    <a:pt x="16195" y="4206"/>
                    <a:pt x="15713" y="8041"/>
                  </a:cubicBezTo>
                  <a:cubicBezTo>
                    <a:pt x="8361" y="55937"/>
                    <a:pt x="24336" y="104461"/>
                    <a:pt x="58702" y="138622"/>
                  </a:cubicBezTo>
                  <a:lnTo>
                    <a:pt x="59509" y="139314"/>
                  </a:lnTo>
                  <a:lnTo>
                    <a:pt x="60201" y="140121"/>
                  </a:lnTo>
                  <a:cubicBezTo>
                    <a:pt x="82358" y="162485"/>
                    <a:pt x="110908" y="177424"/>
                    <a:pt x="141915" y="182879"/>
                  </a:cubicBezTo>
                  <a:cubicBezTo>
                    <a:pt x="144866" y="183377"/>
                    <a:pt x="147179" y="185690"/>
                    <a:pt x="147677" y="188642"/>
                  </a:cubicBezTo>
                  <a:cubicBezTo>
                    <a:pt x="148155" y="191606"/>
                    <a:pt x="146664" y="194539"/>
                    <a:pt x="143989" y="195903"/>
                  </a:cubicBezTo>
                  <a:lnTo>
                    <a:pt x="109414" y="213767"/>
                  </a:lnTo>
                  <a:cubicBezTo>
                    <a:pt x="108375" y="214113"/>
                    <a:pt x="107274" y="214231"/>
                    <a:pt x="106186" y="21411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6FC89A17-293E-914E-936D-567FDE401378}"/>
                </a:ext>
              </a:extLst>
            </p:cNvPr>
            <p:cNvSpPr/>
            <p:nvPr/>
          </p:nvSpPr>
          <p:spPr>
            <a:xfrm>
              <a:off x="4985090" y="2009057"/>
              <a:ext cx="204918" cy="204919"/>
            </a:xfrm>
            <a:custGeom>
              <a:avLst/>
              <a:gdLst>
                <a:gd name="connsiteX0" fmla="*/ 124242 w 204918"/>
                <a:gd name="connsiteY0" fmla="*/ 204919 h 204919"/>
                <a:gd name="connsiteX1" fmla="*/ 80677 w 204918"/>
                <a:gd name="connsiteY1" fmla="*/ 204919 h 204919"/>
                <a:gd name="connsiteX2" fmla="*/ 73646 w 204918"/>
                <a:gd name="connsiteY2" fmla="*/ 197889 h 204919"/>
                <a:gd name="connsiteX3" fmla="*/ 73646 w 204918"/>
                <a:gd name="connsiteY3" fmla="*/ 177489 h 204919"/>
                <a:gd name="connsiteX4" fmla="*/ 69728 w 204918"/>
                <a:gd name="connsiteY4" fmla="*/ 175875 h 204919"/>
                <a:gd name="connsiteX5" fmla="*/ 55321 w 204918"/>
                <a:gd name="connsiteY5" fmla="*/ 190282 h 204919"/>
                <a:gd name="connsiteX6" fmla="*/ 45409 w 204918"/>
                <a:gd name="connsiteY6" fmla="*/ 190282 h 204919"/>
                <a:gd name="connsiteX7" fmla="*/ 14637 w 204918"/>
                <a:gd name="connsiteY7" fmla="*/ 159509 h 204919"/>
                <a:gd name="connsiteX8" fmla="*/ 14504 w 204918"/>
                <a:gd name="connsiteY8" fmla="*/ 149731 h 204919"/>
                <a:gd name="connsiteX9" fmla="*/ 14637 w 204918"/>
                <a:gd name="connsiteY9" fmla="*/ 149598 h 204919"/>
                <a:gd name="connsiteX10" fmla="*/ 29044 w 204918"/>
                <a:gd name="connsiteY10" fmla="*/ 135191 h 204919"/>
                <a:gd name="connsiteX11" fmla="*/ 27430 w 204918"/>
                <a:gd name="connsiteY11" fmla="*/ 131157 h 204919"/>
                <a:gd name="connsiteX12" fmla="*/ 7030 w 204918"/>
                <a:gd name="connsiteY12" fmla="*/ 131157 h 204919"/>
                <a:gd name="connsiteX13" fmla="*/ 1 w 204918"/>
                <a:gd name="connsiteY13" fmla="*/ 124359 h 204919"/>
                <a:gd name="connsiteX14" fmla="*/ 0 w 204918"/>
                <a:gd name="connsiteY14" fmla="*/ 124242 h 204919"/>
                <a:gd name="connsiteX15" fmla="*/ 0 w 204918"/>
                <a:gd name="connsiteY15" fmla="*/ 80677 h 204919"/>
                <a:gd name="connsiteX16" fmla="*/ 7030 w 204918"/>
                <a:gd name="connsiteY16" fmla="*/ 73646 h 204919"/>
                <a:gd name="connsiteX17" fmla="*/ 27430 w 204918"/>
                <a:gd name="connsiteY17" fmla="*/ 73646 h 204919"/>
                <a:gd name="connsiteX18" fmla="*/ 29044 w 204918"/>
                <a:gd name="connsiteY18" fmla="*/ 69728 h 204919"/>
                <a:gd name="connsiteX19" fmla="*/ 14637 w 204918"/>
                <a:gd name="connsiteY19" fmla="*/ 55321 h 204919"/>
                <a:gd name="connsiteX20" fmla="*/ 12563 w 204918"/>
                <a:gd name="connsiteY20" fmla="*/ 50365 h 204919"/>
                <a:gd name="connsiteX21" fmla="*/ 14637 w 204918"/>
                <a:gd name="connsiteY21" fmla="*/ 45409 h 204919"/>
                <a:gd name="connsiteX22" fmla="*/ 45409 w 204918"/>
                <a:gd name="connsiteY22" fmla="*/ 14637 h 204919"/>
                <a:gd name="connsiteX23" fmla="*/ 55321 w 204918"/>
                <a:gd name="connsiteY23" fmla="*/ 14637 h 204919"/>
                <a:gd name="connsiteX24" fmla="*/ 69728 w 204918"/>
                <a:gd name="connsiteY24" fmla="*/ 29044 h 204919"/>
                <a:gd name="connsiteX25" fmla="*/ 73646 w 204918"/>
                <a:gd name="connsiteY25" fmla="*/ 27430 h 204919"/>
                <a:gd name="connsiteX26" fmla="*/ 73646 w 204918"/>
                <a:gd name="connsiteY26" fmla="*/ 7030 h 204919"/>
                <a:gd name="connsiteX27" fmla="*/ 80677 w 204918"/>
                <a:gd name="connsiteY27" fmla="*/ 0 h 204919"/>
                <a:gd name="connsiteX28" fmla="*/ 124242 w 204918"/>
                <a:gd name="connsiteY28" fmla="*/ 0 h 204919"/>
                <a:gd name="connsiteX29" fmla="*/ 131159 w 204918"/>
                <a:gd name="connsiteY29" fmla="*/ 6914 h 204919"/>
                <a:gd name="connsiteX30" fmla="*/ 131157 w 204918"/>
                <a:gd name="connsiteY30" fmla="*/ 7030 h 204919"/>
                <a:gd name="connsiteX31" fmla="*/ 131157 w 204918"/>
                <a:gd name="connsiteY31" fmla="*/ 27430 h 204919"/>
                <a:gd name="connsiteX32" fmla="*/ 135191 w 204918"/>
                <a:gd name="connsiteY32" fmla="*/ 29044 h 204919"/>
                <a:gd name="connsiteX33" fmla="*/ 149828 w 204918"/>
                <a:gd name="connsiteY33" fmla="*/ 14637 h 204919"/>
                <a:gd name="connsiteX34" fmla="*/ 159740 w 204918"/>
                <a:gd name="connsiteY34" fmla="*/ 14637 h 204919"/>
                <a:gd name="connsiteX35" fmla="*/ 190512 w 204918"/>
                <a:gd name="connsiteY35" fmla="*/ 45409 h 204919"/>
                <a:gd name="connsiteX36" fmla="*/ 192587 w 204918"/>
                <a:gd name="connsiteY36" fmla="*/ 50365 h 204919"/>
                <a:gd name="connsiteX37" fmla="*/ 190512 w 204918"/>
                <a:gd name="connsiteY37" fmla="*/ 55321 h 204919"/>
                <a:gd name="connsiteX38" fmla="*/ 175875 w 204918"/>
                <a:gd name="connsiteY38" fmla="*/ 69728 h 204919"/>
                <a:gd name="connsiteX39" fmla="*/ 177489 w 204918"/>
                <a:gd name="connsiteY39" fmla="*/ 73646 h 204919"/>
                <a:gd name="connsiteX40" fmla="*/ 197889 w 204918"/>
                <a:gd name="connsiteY40" fmla="*/ 73646 h 204919"/>
                <a:gd name="connsiteX41" fmla="*/ 204919 w 204918"/>
                <a:gd name="connsiteY41" fmla="*/ 80677 h 204919"/>
                <a:gd name="connsiteX42" fmla="*/ 204919 w 204918"/>
                <a:gd name="connsiteY42" fmla="*/ 124242 h 204919"/>
                <a:gd name="connsiteX43" fmla="*/ 198005 w 204918"/>
                <a:gd name="connsiteY43" fmla="*/ 131159 h 204919"/>
                <a:gd name="connsiteX44" fmla="*/ 197889 w 204918"/>
                <a:gd name="connsiteY44" fmla="*/ 131157 h 204919"/>
                <a:gd name="connsiteX45" fmla="*/ 177489 w 204918"/>
                <a:gd name="connsiteY45" fmla="*/ 131157 h 204919"/>
                <a:gd name="connsiteX46" fmla="*/ 175875 w 204918"/>
                <a:gd name="connsiteY46" fmla="*/ 135191 h 204919"/>
                <a:gd name="connsiteX47" fmla="*/ 190282 w 204918"/>
                <a:gd name="connsiteY47" fmla="*/ 149828 h 204919"/>
                <a:gd name="connsiteX48" fmla="*/ 190416 w 204918"/>
                <a:gd name="connsiteY48" fmla="*/ 159606 h 204919"/>
                <a:gd name="connsiteX49" fmla="*/ 190282 w 204918"/>
                <a:gd name="connsiteY49" fmla="*/ 159740 h 204919"/>
                <a:gd name="connsiteX50" fmla="*/ 159509 w 204918"/>
                <a:gd name="connsiteY50" fmla="*/ 190512 h 204919"/>
                <a:gd name="connsiteX51" fmla="*/ 154554 w 204918"/>
                <a:gd name="connsiteY51" fmla="*/ 192587 h 204919"/>
                <a:gd name="connsiteX52" fmla="*/ 149598 w 204918"/>
                <a:gd name="connsiteY52" fmla="*/ 190512 h 204919"/>
                <a:gd name="connsiteX53" fmla="*/ 135191 w 204918"/>
                <a:gd name="connsiteY53" fmla="*/ 176106 h 204919"/>
                <a:gd name="connsiteX54" fmla="*/ 131157 w 204918"/>
                <a:gd name="connsiteY54" fmla="*/ 177719 h 204919"/>
                <a:gd name="connsiteX55" fmla="*/ 131157 w 204918"/>
                <a:gd name="connsiteY55" fmla="*/ 198119 h 204919"/>
                <a:gd name="connsiteX56" fmla="*/ 129198 w 204918"/>
                <a:gd name="connsiteY56" fmla="*/ 203075 h 204919"/>
                <a:gd name="connsiteX57" fmla="*/ 124242 w 204918"/>
                <a:gd name="connsiteY57" fmla="*/ 204919 h 204919"/>
                <a:gd name="connsiteX58" fmla="*/ 87707 w 204918"/>
                <a:gd name="connsiteY58" fmla="*/ 190973 h 204919"/>
                <a:gd name="connsiteX59" fmla="*/ 117212 w 204918"/>
                <a:gd name="connsiteY59" fmla="*/ 190973 h 204919"/>
                <a:gd name="connsiteX60" fmla="*/ 117212 w 204918"/>
                <a:gd name="connsiteY60" fmla="*/ 172879 h 204919"/>
                <a:gd name="connsiteX61" fmla="*/ 122168 w 204918"/>
                <a:gd name="connsiteY61" fmla="*/ 166194 h 204919"/>
                <a:gd name="connsiteX62" fmla="*/ 133693 w 204918"/>
                <a:gd name="connsiteY62" fmla="*/ 161584 h 204919"/>
                <a:gd name="connsiteX63" fmla="*/ 141876 w 204918"/>
                <a:gd name="connsiteY63" fmla="*/ 162852 h 204919"/>
                <a:gd name="connsiteX64" fmla="*/ 154899 w 204918"/>
                <a:gd name="connsiteY64" fmla="*/ 175760 h 204919"/>
                <a:gd name="connsiteX65" fmla="*/ 175760 w 204918"/>
                <a:gd name="connsiteY65" fmla="*/ 154899 h 204919"/>
                <a:gd name="connsiteX66" fmla="*/ 162506 w 204918"/>
                <a:gd name="connsiteY66" fmla="*/ 141530 h 204919"/>
                <a:gd name="connsiteX67" fmla="*/ 161238 w 204918"/>
                <a:gd name="connsiteY67" fmla="*/ 133347 h 204919"/>
                <a:gd name="connsiteX68" fmla="*/ 165848 w 204918"/>
                <a:gd name="connsiteY68" fmla="*/ 121822 h 204919"/>
                <a:gd name="connsiteX69" fmla="*/ 172533 w 204918"/>
                <a:gd name="connsiteY69" fmla="*/ 116866 h 204919"/>
                <a:gd name="connsiteX70" fmla="*/ 190973 w 204918"/>
                <a:gd name="connsiteY70" fmla="*/ 116866 h 204919"/>
                <a:gd name="connsiteX71" fmla="*/ 190973 w 204918"/>
                <a:gd name="connsiteY71" fmla="*/ 87707 h 204919"/>
                <a:gd name="connsiteX72" fmla="*/ 172879 w 204918"/>
                <a:gd name="connsiteY72" fmla="*/ 87707 h 204919"/>
                <a:gd name="connsiteX73" fmla="*/ 166194 w 204918"/>
                <a:gd name="connsiteY73" fmla="*/ 82751 h 204919"/>
                <a:gd name="connsiteX74" fmla="*/ 161584 w 204918"/>
                <a:gd name="connsiteY74" fmla="*/ 71226 h 204919"/>
                <a:gd name="connsiteX75" fmla="*/ 162852 w 204918"/>
                <a:gd name="connsiteY75" fmla="*/ 63043 h 204919"/>
                <a:gd name="connsiteX76" fmla="*/ 175760 w 204918"/>
                <a:gd name="connsiteY76" fmla="*/ 50020 h 204919"/>
                <a:gd name="connsiteX77" fmla="*/ 154554 w 204918"/>
                <a:gd name="connsiteY77" fmla="*/ 29389 h 204919"/>
                <a:gd name="connsiteX78" fmla="*/ 141530 w 204918"/>
                <a:gd name="connsiteY78" fmla="*/ 42413 h 204919"/>
                <a:gd name="connsiteX79" fmla="*/ 133347 w 204918"/>
                <a:gd name="connsiteY79" fmla="*/ 43681 h 204919"/>
                <a:gd name="connsiteX80" fmla="*/ 121822 w 204918"/>
                <a:gd name="connsiteY80" fmla="*/ 39071 h 204919"/>
                <a:gd name="connsiteX81" fmla="*/ 116866 w 204918"/>
                <a:gd name="connsiteY81" fmla="*/ 32386 h 204919"/>
                <a:gd name="connsiteX82" fmla="*/ 116866 w 204918"/>
                <a:gd name="connsiteY82" fmla="*/ 13946 h 204919"/>
                <a:gd name="connsiteX83" fmla="*/ 87707 w 204918"/>
                <a:gd name="connsiteY83" fmla="*/ 13946 h 204919"/>
                <a:gd name="connsiteX84" fmla="*/ 87707 w 204918"/>
                <a:gd name="connsiteY84" fmla="*/ 32386 h 204919"/>
                <a:gd name="connsiteX85" fmla="*/ 82751 w 204918"/>
                <a:gd name="connsiteY85" fmla="*/ 39071 h 204919"/>
                <a:gd name="connsiteX86" fmla="*/ 71226 w 204918"/>
                <a:gd name="connsiteY86" fmla="*/ 43681 h 204919"/>
                <a:gd name="connsiteX87" fmla="*/ 63043 w 204918"/>
                <a:gd name="connsiteY87" fmla="*/ 42413 h 204919"/>
                <a:gd name="connsiteX88" fmla="*/ 50365 w 204918"/>
                <a:gd name="connsiteY88" fmla="*/ 29389 h 204919"/>
                <a:gd name="connsiteX89" fmla="*/ 29389 w 204918"/>
                <a:gd name="connsiteY89" fmla="*/ 50365 h 204919"/>
                <a:gd name="connsiteX90" fmla="*/ 42413 w 204918"/>
                <a:gd name="connsiteY90" fmla="*/ 63389 h 204919"/>
                <a:gd name="connsiteX91" fmla="*/ 43681 w 204918"/>
                <a:gd name="connsiteY91" fmla="*/ 71572 h 204919"/>
                <a:gd name="connsiteX92" fmla="*/ 39071 w 204918"/>
                <a:gd name="connsiteY92" fmla="*/ 83097 h 204919"/>
                <a:gd name="connsiteX93" fmla="*/ 32386 w 204918"/>
                <a:gd name="connsiteY93" fmla="*/ 88053 h 204919"/>
                <a:gd name="connsiteX94" fmla="*/ 13946 w 204918"/>
                <a:gd name="connsiteY94" fmla="*/ 88053 h 204919"/>
                <a:gd name="connsiteX95" fmla="*/ 13946 w 204918"/>
                <a:gd name="connsiteY95" fmla="*/ 117558 h 204919"/>
                <a:gd name="connsiteX96" fmla="*/ 32386 w 204918"/>
                <a:gd name="connsiteY96" fmla="*/ 117558 h 204919"/>
                <a:gd name="connsiteX97" fmla="*/ 39071 w 204918"/>
                <a:gd name="connsiteY97" fmla="*/ 122513 h 204919"/>
                <a:gd name="connsiteX98" fmla="*/ 43681 w 204918"/>
                <a:gd name="connsiteY98" fmla="*/ 134039 h 204919"/>
                <a:gd name="connsiteX99" fmla="*/ 42413 w 204918"/>
                <a:gd name="connsiteY99" fmla="*/ 142222 h 204919"/>
                <a:gd name="connsiteX100" fmla="*/ 29389 w 204918"/>
                <a:gd name="connsiteY100" fmla="*/ 154554 h 204919"/>
                <a:gd name="connsiteX101" fmla="*/ 50365 w 204918"/>
                <a:gd name="connsiteY101" fmla="*/ 175414 h 204919"/>
                <a:gd name="connsiteX102" fmla="*/ 63389 w 204918"/>
                <a:gd name="connsiteY102" fmla="*/ 162506 h 204919"/>
                <a:gd name="connsiteX103" fmla="*/ 71572 w 204918"/>
                <a:gd name="connsiteY103" fmla="*/ 161354 h 204919"/>
                <a:gd name="connsiteX104" fmla="*/ 83097 w 204918"/>
                <a:gd name="connsiteY104" fmla="*/ 165964 h 204919"/>
                <a:gd name="connsiteX105" fmla="*/ 88053 w 204918"/>
                <a:gd name="connsiteY105" fmla="*/ 172648 h 20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04918" h="204919">
                  <a:moveTo>
                    <a:pt x="124242" y="204919"/>
                  </a:moveTo>
                  <a:lnTo>
                    <a:pt x="80677" y="204919"/>
                  </a:lnTo>
                  <a:cubicBezTo>
                    <a:pt x="76794" y="204919"/>
                    <a:pt x="73646" y="201771"/>
                    <a:pt x="73646" y="197889"/>
                  </a:cubicBezTo>
                  <a:lnTo>
                    <a:pt x="73646" y="177489"/>
                  </a:lnTo>
                  <a:lnTo>
                    <a:pt x="69728" y="175875"/>
                  </a:lnTo>
                  <a:lnTo>
                    <a:pt x="55321" y="190282"/>
                  </a:lnTo>
                  <a:cubicBezTo>
                    <a:pt x="52554" y="192945"/>
                    <a:pt x="48176" y="192945"/>
                    <a:pt x="45409" y="190282"/>
                  </a:cubicBezTo>
                  <a:lnTo>
                    <a:pt x="14637" y="159509"/>
                  </a:lnTo>
                  <a:cubicBezTo>
                    <a:pt x="11900" y="156846"/>
                    <a:pt x="11840" y="152468"/>
                    <a:pt x="14504" y="149731"/>
                  </a:cubicBezTo>
                  <a:cubicBezTo>
                    <a:pt x="14548" y="149685"/>
                    <a:pt x="14592" y="149642"/>
                    <a:pt x="14637" y="149598"/>
                  </a:cubicBezTo>
                  <a:lnTo>
                    <a:pt x="29044" y="135191"/>
                  </a:lnTo>
                  <a:cubicBezTo>
                    <a:pt x="28437" y="133875"/>
                    <a:pt x="27898" y="132529"/>
                    <a:pt x="27430" y="131157"/>
                  </a:cubicBezTo>
                  <a:lnTo>
                    <a:pt x="7030" y="131157"/>
                  </a:lnTo>
                  <a:cubicBezTo>
                    <a:pt x="3212" y="131221"/>
                    <a:pt x="65" y="128177"/>
                    <a:pt x="1" y="124359"/>
                  </a:cubicBezTo>
                  <a:cubicBezTo>
                    <a:pt x="0" y="124319"/>
                    <a:pt x="0" y="124281"/>
                    <a:pt x="0" y="124242"/>
                  </a:cubicBezTo>
                  <a:lnTo>
                    <a:pt x="0" y="80677"/>
                  </a:lnTo>
                  <a:cubicBezTo>
                    <a:pt x="0" y="76794"/>
                    <a:pt x="3148" y="73646"/>
                    <a:pt x="7030" y="73646"/>
                  </a:cubicBezTo>
                  <a:lnTo>
                    <a:pt x="27430" y="73646"/>
                  </a:lnTo>
                  <a:cubicBezTo>
                    <a:pt x="27430" y="72379"/>
                    <a:pt x="28467" y="70996"/>
                    <a:pt x="29044" y="69728"/>
                  </a:cubicBezTo>
                  <a:lnTo>
                    <a:pt x="14637" y="55321"/>
                  </a:lnTo>
                  <a:cubicBezTo>
                    <a:pt x="13306" y="54016"/>
                    <a:pt x="12558" y="52229"/>
                    <a:pt x="12563" y="50365"/>
                  </a:cubicBezTo>
                  <a:cubicBezTo>
                    <a:pt x="12531" y="48496"/>
                    <a:pt x="13283" y="46699"/>
                    <a:pt x="14637" y="45409"/>
                  </a:cubicBezTo>
                  <a:lnTo>
                    <a:pt x="45409" y="14637"/>
                  </a:lnTo>
                  <a:cubicBezTo>
                    <a:pt x="48176" y="11973"/>
                    <a:pt x="52554" y="11973"/>
                    <a:pt x="55321" y="14637"/>
                  </a:cubicBezTo>
                  <a:lnTo>
                    <a:pt x="69728" y="29044"/>
                  </a:lnTo>
                  <a:lnTo>
                    <a:pt x="73646" y="27430"/>
                  </a:lnTo>
                  <a:lnTo>
                    <a:pt x="73646" y="7030"/>
                  </a:lnTo>
                  <a:cubicBezTo>
                    <a:pt x="73646" y="3148"/>
                    <a:pt x="76794" y="0"/>
                    <a:pt x="80677" y="0"/>
                  </a:cubicBezTo>
                  <a:lnTo>
                    <a:pt x="124242" y="0"/>
                  </a:lnTo>
                  <a:cubicBezTo>
                    <a:pt x="128062" y="-1"/>
                    <a:pt x="131157" y="3095"/>
                    <a:pt x="131159" y="6914"/>
                  </a:cubicBezTo>
                  <a:cubicBezTo>
                    <a:pt x="131159" y="6953"/>
                    <a:pt x="131159" y="6992"/>
                    <a:pt x="131157" y="7030"/>
                  </a:cubicBezTo>
                  <a:lnTo>
                    <a:pt x="131157" y="27430"/>
                  </a:lnTo>
                  <a:lnTo>
                    <a:pt x="135191" y="29044"/>
                  </a:lnTo>
                  <a:lnTo>
                    <a:pt x="149828" y="14637"/>
                  </a:lnTo>
                  <a:cubicBezTo>
                    <a:pt x="152595" y="11973"/>
                    <a:pt x="156973" y="11973"/>
                    <a:pt x="159740" y="14637"/>
                  </a:cubicBezTo>
                  <a:lnTo>
                    <a:pt x="190512" y="45409"/>
                  </a:lnTo>
                  <a:cubicBezTo>
                    <a:pt x="191823" y="46729"/>
                    <a:pt x="192566" y="48506"/>
                    <a:pt x="192587" y="50365"/>
                  </a:cubicBezTo>
                  <a:cubicBezTo>
                    <a:pt x="192543" y="52219"/>
                    <a:pt x="191802" y="53989"/>
                    <a:pt x="190512" y="55321"/>
                  </a:cubicBezTo>
                  <a:lnTo>
                    <a:pt x="175875" y="69728"/>
                  </a:lnTo>
                  <a:cubicBezTo>
                    <a:pt x="176452" y="70996"/>
                    <a:pt x="176913" y="72379"/>
                    <a:pt x="177489" y="73646"/>
                  </a:cubicBezTo>
                  <a:lnTo>
                    <a:pt x="197889" y="73646"/>
                  </a:lnTo>
                  <a:cubicBezTo>
                    <a:pt x="201771" y="73646"/>
                    <a:pt x="204919" y="76794"/>
                    <a:pt x="204919" y="80677"/>
                  </a:cubicBezTo>
                  <a:lnTo>
                    <a:pt x="204919" y="124242"/>
                  </a:lnTo>
                  <a:cubicBezTo>
                    <a:pt x="204919" y="128062"/>
                    <a:pt x="201824" y="131157"/>
                    <a:pt x="198005" y="131159"/>
                  </a:cubicBezTo>
                  <a:cubicBezTo>
                    <a:pt x="197966" y="131159"/>
                    <a:pt x="197928" y="131159"/>
                    <a:pt x="197889" y="131157"/>
                  </a:cubicBezTo>
                  <a:lnTo>
                    <a:pt x="177489" y="131157"/>
                  </a:lnTo>
                  <a:cubicBezTo>
                    <a:pt x="176913" y="132540"/>
                    <a:pt x="176452" y="133923"/>
                    <a:pt x="175875" y="135191"/>
                  </a:cubicBezTo>
                  <a:lnTo>
                    <a:pt x="190282" y="149828"/>
                  </a:lnTo>
                  <a:cubicBezTo>
                    <a:pt x="193019" y="152492"/>
                    <a:pt x="193079" y="156870"/>
                    <a:pt x="190416" y="159606"/>
                  </a:cubicBezTo>
                  <a:cubicBezTo>
                    <a:pt x="190372" y="159652"/>
                    <a:pt x="190327" y="159696"/>
                    <a:pt x="190282" y="159740"/>
                  </a:cubicBezTo>
                  <a:lnTo>
                    <a:pt x="159509" y="190512"/>
                  </a:lnTo>
                  <a:cubicBezTo>
                    <a:pt x="158190" y="191823"/>
                    <a:pt x="156413" y="192566"/>
                    <a:pt x="154554" y="192587"/>
                  </a:cubicBezTo>
                  <a:cubicBezTo>
                    <a:pt x="152699" y="192543"/>
                    <a:pt x="150930" y="191802"/>
                    <a:pt x="149598" y="190512"/>
                  </a:cubicBezTo>
                  <a:lnTo>
                    <a:pt x="135191" y="176106"/>
                  </a:lnTo>
                  <a:lnTo>
                    <a:pt x="131157" y="177719"/>
                  </a:lnTo>
                  <a:lnTo>
                    <a:pt x="131157" y="198119"/>
                  </a:lnTo>
                  <a:cubicBezTo>
                    <a:pt x="131180" y="199964"/>
                    <a:pt x="130476" y="201744"/>
                    <a:pt x="129198" y="203075"/>
                  </a:cubicBezTo>
                  <a:cubicBezTo>
                    <a:pt x="127831" y="204280"/>
                    <a:pt x="126065" y="204937"/>
                    <a:pt x="124242" y="204919"/>
                  </a:cubicBezTo>
                  <a:close/>
                  <a:moveTo>
                    <a:pt x="87707" y="190973"/>
                  </a:moveTo>
                  <a:lnTo>
                    <a:pt x="117212" y="190973"/>
                  </a:lnTo>
                  <a:lnTo>
                    <a:pt x="117212" y="172879"/>
                  </a:lnTo>
                  <a:cubicBezTo>
                    <a:pt x="117226" y="169807"/>
                    <a:pt x="119233" y="167100"/>
                    <a:pt x="122168" y="166194"/>
                  </a:cubicBezTo>
                  <a:cubicBezTo>
                    <a:pt x="126140" y="165006"/>
                    <a:pt x="129997" y="163463"/>
                    <a:pt x="133693" y="161584"/>
                  </a:cubicBezTo>
                  <a:cubicBezTo>
                    <a:pt x="136406" y="160185"/>
                    <a:pt x="139713" y="160698"/>
                    <a:pt x="141876" y="162852"/>
                  </a:cubicBezTo>
                  <a:lnTo>
                    <a:pt x="154899" y="175760"/>
                  </a:lnTo>
                  <a:lnTo>
                    <a:pt x="175760" y="154899"/>
                  </a:lnTo>
                  <a:lnTo>
                    <a:pt x="162506" y="141530"/>
                  </a:lnTo>
                  <a:cubicBezTo>
                    <a:pt x="160279" y="139404"/>
                    <a:pt x="159760" y="136048"/>
                    <a:pt x="161238" y="133347"/>
                  </a:cubicBezTo>
                  <a:cubicBezTo>
                    <a:pt x="163117" y="129651"/>
                    <a:pt x="164660" y="125794"/>
                    <a:pt x="165848" y="121822"/>
                  </a:cubicBezTo>
                  <a:cubicBezTo>
                    <a:pt x="166722" y="118865"/>
                    <a:pt x="169449" y="116843"/>
                    <a:pt x="172533" y="116866"/>
                  </a:cubicBezTo>
                  <a:lnTo>
                    <a:pt x="190973" y="116866"/>
                  </a:lnTo>
                  <a:lnTo>
                    <a:pt x="190973" y="87707"/>
                  </a:lnTo>
                  <a:lnTo>
                    <a:pt x="172879" y="87707"/>
                  </a:lnTo>
                  <a:cubicBezTo>
                    <a:pt x="169807" y="87693"/>
                    <a:pt x="167100" y="85686"/>
                    <a:pt x="166194" y="82751"/>
                  </a:cubicBezTo>
                  <a:cubicBezTo>
                    <a:pt x="165029" y="78771"/>
                    <a:pt x="163486" y="74912"/>
                    <a:pt x="161584" y="71226"/>
                  </a:cubicBezTo>
                  <a:cubicBezTo>
                    <a:pt x="160105" y="68526"/>
                    <a:pt x="160625" y="65169"/>
                    <a:pt x="162852" y="63043"/>
                  </a:cubicBezTo>
                  <a:lnTo>
                    <a:pt x="175760" y="50020"/>
                  </a:lnTo>
                  <a:lnTo>
                    <a:pt x="154554" y="29389"/>
                  </a:lnTo>
                  <a:lnTo>
                    <a:pt x="141530" y="42413"/>
                  </a:lnTo>
                  <a:cubicBezTo>
                    <a:pt x="139367" y="44567"/>
                    <a:pt x="136060" y="45080"/>
                    <a:pt x="133347" y="43681"/>
                  </a:cubicBezTo>
                  <a:cubicBezTo>
                    <a:pt x="129661" y="41779"/>
                    <a:pt x="125802" y="40235"/>
                    <a:pt x="121822" y="39071"/>
                  </a:cubicBezTo>
                  <a:cubicBezTo>
                    <a:pt x="118865" y="38197"/>
                    <a:pt x="116843" y="35470"/>
                    <a:pt x="116866" y="32386"/>
                  </a:cubicBezTo>
                  <a:lnTo>
                    <a:pt x="116866" y="13946"/>
                  </a:lnTo>
                  <a:lnTo>
                    <a:pt x="87707" y="13946"/>
                  </a:lnTo>
                  <a:lnTo>
                    <a:pt x="87707" y="32386"/>
                  </a:lnTo>
                  <a:cubicBezTo>
                    <a:pt x="87693" y="35458"/>
                    <a:pt x="85686" y="38164"/>
                    <a:pt x="82751" y="39071"/>
                  </a:cubicBezTo>
                  <a:cubicBezTo>
                    <a:pt x="78771" y="40235"/>
                    <a:pt x="74912" y="41779"/>
                    <a:pt x="71226" y="43681"/>
                  </a:cubicBezTo>
                  <a:cubicBezTo>
                    <a:pt x="68519" y="45118"/>
                    <a:pt x="65188" y="44602"/>
                    <a:pt x="63043" y="42413"/>
                  </a:cubicBezTo>
                  <a:lnTo>
                    <a:pt x="50365" y="29389"/>
                  </a:lnTo>
                  <a:lnTo>
                    <a:pt x="29389" y="50365"/>
                  </a:lnTo>
                  <a:lnTo>
                    <a:pt x="42413" y="63389"/>
                  </a:lnTo>
                  <a:cubicBezTo>
                    <a:pt x="44602" y="65534"/>
                    <a:pt x="45118" y="68865"/>
                    <a:pt x="43681" y="71572"/>
                  </a:cubicBezTo>
                  <a:cubicBezTo>
                    <a:pt x="41779" y="75257"/>
                    <a:pt x="40235" y="79117"/>
                    <a:pt x="39071" y="83097"/>
                  </a:cubicBezTo>
                  <a:cubicBezTo>
                    <a:pt x="38164" y="86032"/>
                    <a:pt x="35458" y="88039"/>
                    <a:pt x="32386" y="88053"/>
                  </a:cubicBezTo>
                  <a:lnTo>
                    <a:pt x="13946" y="88053"/>
                  </a:lnTo>
                  <a:lnTo>
                    <a:pt x="13946" y="117558"/>
                  </a:lnTo>
                  <a:lnTo>
                    <a:pt x="32386" y="117558"/>
                  </a:lnTo>
                  <a:cubicBezTo>
                    <a:pt x="35470" y="117535"/>
                    <a:pt x="38197" y="119556"/>
                    <a:pt x="39071" y="122513"/>
                  </a:cubicBezTo>
                  <a:cubicBezTo>
                    <a:pt x="40259" y="126486"/>
                    <a:pt x="41802" y="130343"/>
                    <a:pt x="43681" y="134039"/>
                  </a:cubicBezTo>
                  <a:cubicBezTo>
                    <a:pt x="45080" y="136752"/>
                    <a:pt x="44567" y="140058"/>
                    <a:pt x="42413" y="142222"/>
                  </a:cubicBezTo>
                  <a:lnTo>
                    <a:pt x="29389" y="154554"/>
                  </a:lnTo>
                  <a:lnTo>
                    <a:pt x="50365" y="175414"/>
                  </a:lnTo>
                  <a:lnTo>
                    <a:pt x="63389" y="162506"/>
                  </a:lnTo>
                  <a:cubicBezTo>
                    <a:pt x="65544" y="160319"/>
                    <a:pt x="68897" y="159846"/>
                    <a:pt x="71572" y="161354"/>
                  </a:cubicBezTo>
                  <a:cubicBezTo>
                    <a:pt x="75257" y="163255"/>
                    <a:pt x="79117" y="164798"/>
                    <a:pt x="83097" y="165964"/>
                  </a:cubicBezTo>
                  <a:cubicBezTo>
                    <a:pt x="86032" y="166869"/>
                    <a:pt x="88039" y="169577"/>
                    <a:pt x="88053" y="17264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6B1C75CD-47C1-D342-942F-19F08BECEFB7}"/>
                </a:ext>
              </a:extLst>
            </p:cNvPr>
            <p:cNvSpPr/>
            <p:nvPr/>
          </p:nvSpPr>
          <p:spPr>
            <a:xfrm>
              <a:off x="5030984" y="2054928"/>
              <a:ext cx="113407" cy="113408"/>
            </a:xfrm>
            <a:custGeom>
              <a:avLst/>
              <a:gdLst>
                <a:gd name="connsiteX0" fmla="*/ 56565 w 113407"/>
                <a:gd name="connsiteY0" fmla="*/ 113408 h 113408"/>
                <a:gd name="connsiteX1" fmla="*/ 0 w 113407"/>
                <a:gd name="connsiteY1" fmla="*/ 56565 h 113408"/>
                <a:gd name="connsiteX2" fmla="*/ 56843 w 113407"/>
                <a:gd name="connsiteY2" fmla="*/ 0 h 113408"/>
                <a:gd name="connsiteX3" fmla="*/ 113408 w 113407"/>
                <a:gd name="connsiteY3" fmla="*/ 56843 h 113408"/>
                <a:gd name="connsiteX4" fmla="*/ 96788 w 113407"/>
                <a:gd name="connsiteY4" fmla="*/ 96812 h 113408"/>
                <a:gd name="connsiteX5" fmla="*/ 56565 w 113407"/>
                <a:gd name="connsiteY5" fmla="*/ 113408 h 113408"/>
                <a:gd name="connsiteX6" fmla="*/ 56565 w 113407"/>
                <a:gd name="connsiteY6" fmla="*/ 13715 h 113408"/>
                <a:gd name="connsiteX7" fmla="*/ 13681 w 113407"/>
                <a:gd name="connsiteY7" fmla="*/ 56579 h 113408"/>
                <a:gd name="connsiteX8" fmla="*/ 56545 w 113407"/>
                <a:gd name="connsiteY8" fmla="*/ 99463 h 113408"/>
                <a:gd name="connsiteX9" fmla="*/ 99429 w 113407"/>
                <a:gd name="connsiteY9" fmla="*/ 56599 h 113408"/>
                <a:gd name="connsiteX10" fmla="*/ 86877 w 113407"/>
                <a:gd name="connsiteY10" fmla="*/ 26277 h 113408"/>
                <a:gd name="connsiteX11" fmla="*/ 56565 w 113407"/>
                <a:gd name="connsiteY11" fmla="*/ 13715 h 1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407" h="113408">
                  <a:moveTo>
                    <a:pt x="56565" y="113408"/>
                  </a:moveTo>
                  <a:cubicBezTo>
                    <a:pt x="25249" y="113331"/>
                    <a:pt x="-77" y="87882"/>
                    <a:pt x="0" y="56565"/>
                  </a:cubicBezTo>
                  <a:cubicBezTo>
                    <a:pt x="77" y="25249"/>
                    <a:pt x="25526" y="-77"/>
                    <a:pt x="56843" y="0"/>
                  </a:cubicBezTo>
                  <a:cubicBezTo>
                    <a:pt x="88159" y="77"/>
                    <a:pt x="113485" y="25526"/>
                    <a:pt x="113408" y="56843"/>
                  </a:cubicBezTo>
                  <a:cubicBezTo>
                    <a:pt x="113372" y="71840"/>
                    <a:pt x="107395" y="86211"/>
                    <a:pt x="96788" y="96812"/>
                  </a:cubicBezTo>
                  <a:cubicBezTo>
                    <a:pt x="86114" y="107462"/>
                    <a:pt x="71644" y="113432"/>
                    <a:pt x="56565" y="113408"/>
                  </a:cubicBezTo>
                  <a:close/>
                  <a:moveTo>
                    <a:pt x="56565" y="13715"/>
                  </a:moveTo>
                  <a:cubicBezTo>
                    <a:pt x="32887" y="13709"/>
                    <a:pt x="13687" y="32900"/>
                    <a:pt x="13681" y="56579"/>
                  </a:cubicBezTo>
                  <a:cubicBezTo>
                    <a:pt x="13676" y="80257"/>
                    <a:pt x="32866" y="99457"/>
                    <a:pt x="56545" y="99463"/>
                  </a:cubicBezTo>
                  <a:cubicBezTo>
                    <a:pt x="80224" y="99469"/>
                    <a:pt x="99423" y="80278"/>
                    <a:pt x="99429" y="56599"/>
                  </a:cubicBezTo>
                  <a:cubicBezTo>
                    <a:pt x="99432" y="45227"/>
                    <a:pt x="94917" y="34320"/>
                    <a:pt x="86877" y="26277"/>
                  </a:cubicBezTo>
                  <a:cubicBezTo>
                    <a:pt x="78846" y="18226"/>
                    <a:pt x="67938" y="13705"/>
                    <a:pt x="56565" y="1371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44EE35A6-2640-BE47-BBE9-EE67B0B3176C}"/>
                </a:ext>
              </a:extLst>
            </p:cNvPr>
            <p:cNvSpPr/>
            <p:nvPr/>
          </p:nvSpPr>
          <p:spPr>
            <a:xfrm>
              <a:off x="5191046" y="2215014"/>
              <a:ext cx="204457" cy="204918"/>
            </a:xfrm>
            <a:custGeom>
              <a:avLst/>
              <a:gdLst>
                <a:gd name="connsiteX0" fmla="*/ 124242 w 204457"/>
                <a:gd name="connsiteY0" fmla="*/ 204919 h 204918"/>
                <a:gd name="connsiteX1" fmla="*/ 80677 w 204457"/>
                <a:gd name="connsiteY1" fmla="*/ 204919 h 204918"/>
                <a:gd name="connsiteX2" fmla="*/ 73760 w 204457"/>
                <a:gd name="connsiteY2" fmla="*/ 198005 h 204918"/>
                <a:gd name="connsiteX3" fmla="*/ 73762 w 204457"/>
                <a:gd name="connsiteY3" fmla="*/ 197889 h 204918"/>
                <a:gd name="connsiteX4" fmla="*/ 73762 w 204457"/>
                <a:gd name="connsiteY4" fmla="*/ 177489 h 204918"/>
                <a:gd name="connsiteX5" fmla="*/ 69728 w 204457"/>
                <a:gd name="connsiteY5" fmla="*/ 175875 h 204918"/>
                <a:gd name="connsiteX6" fmla="*/ 55321 w 204457"/>
                <a:gd name="connsiteY6" fmla="*/ 190282 h 204918"/>
                <a:gd name="connsiteX7" fmla="*/ 45543 w 204457"/>
                <a:gd name="connsiteY7" fmla="*/ 190416 h 204918"/>
                <a:gd name="connsiteX8" fmla="*/ 45409 w 204457"/>
                <a:gd name="connsiteY8" fmla="*/ 190282 h 204918"/>
                <a:gd name="connsiteX9" fmla="*/ 14637 w 204457"/>
                <a:gd name="connsiteY9" fmla="*/ 159509 h 204918"/>
                <a:gd name="connsiteX10" fmla="*/ 12563 w 204457"/>
                <a:gd name="connsiteY10" fmla="*/ 154554 h 204918"/>
                <a:gd name="connsiteX11" fmla="*/ 14637 w 204457"/>
                <a:gd name="connsiteY11" fmla="*/ 149598 h 204918"/>
                <a:gd name="connsiteX12" fmla="*/ 29044 w 204457"/>
                <a:gd name="connsiteY12" fmla="*/ 135191 h 204918"/>
                <a:gd name="connsiteX13" fmla="*/ 27430 w 204457"/>
                <a:gd name="connsiteY13" fmla="*/ 131273 h 204918"/>
                <a:gd name="connsiteX14" fmla="*/ 7030 w 204457"/>
                <a:gd name="connsiteY14" fmla="*/ 131273 h 204918"/>
                <a:gd name="connsiteX15" fmla="*/ 0 w 204457"/>
                <a:gd name="connsiteY15" fmla="*/ 124242 h 204918"/>
                <a:gd name="connsiteX16" fmla="*/ 0 w 204457"/>
                <a:gd name="connsiteY16" fmla="*/ 80677 h 204918"/>
                <a:gd name="connsiteX17" fmla="*/ 6914 w 204457"/>
                <a:gd name="connsiteY17" fmla="*/ 73760 h 204918"/>
                <a:gd name="connsiteX18" fmla="*/ 7030 w 204457"/>
                <a:gd name="connsiteY18" fmla="*/ 73762 h 204918"/>
                <a:gd name="connsiteX19" fmla="*/ 27430 w 204457"/>
                <a:gd name="connsiteY19" fmla="*/ 73762 h 204918"/>
                <a:gd name="connsiteX20" fmla="*/ 29044 w 204457"/>
                <a:gd name="connsiteY20" fmla="*/ 69728 h 204918"/>
                <a:gd name="connsiteX21" fmla="*/ 14637 w 204457"/>
                <a:gd name="connsiteY21" fmla="*/ 55321 h 204918"/>
                <a:gd name="connsiteX22" fmla="*/ 14503 w 204457"/>
                <a:gd name="connsiteY22" fmla="*/ 45543 h 204918"/>
                <a:gd name="connsiteX23" fmla="*/ 14637 w 204457"/>
                <a:gd name="connsiteY23" fmla="*/ 45409 h 204918"/>
                <a:gd name="connsiteX24" fmla="*/ 45409 w 204457"/>
                <a:gd name="connsiteY24" fmla="*/ 14637 h 204918"/>
                <a:gd name="connsiteX25" fmla="*/ 55321 w 204457"/>
                <a:gd name="connsiteY25" fmla="*/ 14637 h 204918"/>
                <a:gd name="connsiteX26" fmla="*/ 69728 w 204457"/>
                <a:gd name="connsiteY26" fmla="*/ 29044 h 204918"/>
                <a:gd name="connsiteX27" fmla="*/ 73762 w 204457"/>
                <a:gd name="connsiteY27" fmla="*/ 27430 h 204918"/>
                <a:gd name="connsiteX28" fmla="*/ 73762 w 204457"/>
                <a:gd name="connsiteY28" fmla="*/ 7030 h 204918"/>
                <a:gd name="connsiteX29" fmla="*/ 80560 w 204457"/>
                <a:gd name="connsiteY29" fmla="*/ 1 h 204918"/>
                <a:gd name="connsiteX30" fmla="*/ 80677 w 204457"/>
                <a:gd name="connsiteY30" fmla="*/ 0 h 204918"/>
                <a:gd name="connsiteX31" fmla="*/ 124242 w 204457"/>
                <a:gd name="connsiteY31" fmla="*/ 0 h 204918"/>
                <a:gd name="connsiteX32" fmla="*/ 131273 w 204457"/>
                <a:gd name="connsiteY32" fmla="*/ 7030 h 204918"/>
                <a:gd name="connsiteX33" fmla="*/ 131273 w 204457"/>
                <a:gd name="connsiteY33" fmla="*/ 27430 h 204918"/>
                <a:gd name="connsiteX34" fmla="*/ 135191 w 204457"/>
                <a:gd name="connsiteY34" fmla="*/ 29044 h 204918"/>
                <a:gd name="connsiteX35" fmla="*/ 149598 w 204457"/>
                <a:gd name="connsiteY35" fmla="*/ 14637 h 204918"/>
                <a:gd name="connsiteX36" fmla="*/ 159509 w 204457"/>
                <a:gd name="connsiteY36" fmla="*/ 14637 h 204918"/>
                <a:gd name="connsiteX37" fmla="*/ 190282 w 204457"/>
                <a:gd name="connsiteY37" fmla="*/ 45409 h 204918"/>
                <a:gd name="connsiteX38" fmla="*/ 190416 w 204457"/>
                <a:gd name="connsiteY38" fmla="*/ 55187 h 204918"/>
                <a:gd name="connsiteX39" fmla="*/ 190282 w 204457"/>
                <a:gd name="connsiteY39" fmla="*/ 55321 h 204918"/>
                <a:gd name="connsiteX40" fmla="*/ 175875 w 204457"/>
                <a:gd name="connsiteY40" fmla="*/ 69728 h 204918"/>
                <a:gd name="connsiteX41" fmla="*/ 177489 w 204457"/>
                <a:gd name="connsiteY41" fmla="*/ 73762 h 204918"/>
                <a:gd name="connsiteX42" fmla="*/ 197428 w 204457"/>
                <a:gd name="connsiteY42" fmla="*/ 73762 h 204918"/>
                <a:gd name="connsiteX43" fmla="*/ 204457 w 204457"/>
                <a:gd name="connsiteY43" fmla="*/ 80560 h 204918"/>
                <a:gd name="connsiteX44" fmla="*/ 204458 w 204457"/>
                <a:gd name="connsiteY44" fmla="*/ 80677 h 204918"/>
                <a:gd name="connsiteX45" fmla="*/ 204458 w 204457"/>
                <a:gd name="connsiteY45" fmla="*/ 124242 h 204918"/>
                <a:gd name="connsiteX46" fmla="*/ 197428 w 204457"/>
                <a:gd name="connsiteY46" fmla="*/ 131273 h 204918"/>
                <a:gd name="connsiteX47" fmla="*/ 177489 w 204457"/>
                <a:gd name="connsiteY47" fmla="*/ 131273 h 204918"/>
                <a:gd name="connsiteX48" fmla="*/ 175875 w 204457"/>
                <a:gd name="connsiteY48" fmla="*/ 135191 h 204918"/>
                <a:gd name="connsiteX49" fmla="*/ 190282 w 204457"/>
                <a:gd name="connsiteY49" fmla="*/ 149598 h 204918"/>
                <a:gd name="connsiteX50" fmla="*/ 192356 w 204457"/>
                <a:gd name="connsiteY50" fmla="*/ 154554 h 204918"/>
                <a:gd name="connsiteX51" fmla="*/ 190282 w 204457"/>
                <a:gd name="connsiteY51" fmla="*/ 159509 h 204918"/>
                <a:gd name="connsiteX52" fmla="*/ 159509 w 204457"/>
                <a:gd name="connsiteY52" fmla="*/ 190282 h 204918"/>
                <a:gd name="connsiteX53" fmla="*/ 149730 w 204457"/>
                <a:gd name="connsiteY53" fmla="*/ 190416 h 204918"/>
                <a:gd name="connsiteX54" fmla="*/ 149598 w 204457"/>
                <a:gd name="connsiteY54" fmla="*/ 190282 h 204918"/>
                <a:gd name="connsiteX55" fmla="*/ 135191 w 204457"/>
                <a:gd name="connsiteY55" fmla="*/ 175875 h 204918"/>
                <a:gd name="connsiteX56" fmla="*/ 131273 w 204457"/>
                <a:gd name="connsiteY56" fmla="*/ 177489 h 204918"/>
                <a:gd name="connsiteX57" fmla="*/ 131273 w 204457"/>
                <a:gd name="connsiteY57" fmla="*/ 197428 h 204918"/>
                <a:gd name="connsiteX58" fmla="*/ 124718 w 204457"/>
                <a:gd name="connsiteY58" fmla="*/ 204904 h 204918"/>
                <a:gd name="connsiteX59" fmla="*/ 124242 w 204457"/>
                <a:gd name="connsiteY59" fmla="*/ 204919 h 204918"/>
                <a:gd name="connsiteX60" fmla="*/ 87707 w 204457"/>
                <a:gd name="connsiteY60" fmla="*/ 190973 h 204918"/>
                <a:gd name="connsiteX61" fmla="*/ 116751 w 204457"/>
                <a:gd name="connsiteY61" fmla="*/ 190973 h 204918"/>
                <a:gd name="connsiteX62" fmla="*/ 116751 w 204457"/>
                <a:gd name="connsiteY62" fmla="*/ 172533 h 204918"/>
                <a:gd name="connsiteX63" fmla="*/ 121707 w 204457"/>
                <a:gd name="connsiteY63" fmla="*/ 165848 h 204918"/>
                <a:gd name="connsiteX64" fmla="*/ 133232 w 204457"/>
                <a:gd name="connsiteY64" fmla="*/ 161238 h 204918"/>
                <a:gd name="connsiteX65" fmla="*/ 141415 w 204457"/>
                <a:gd name="connsiteY65" fmla="*/ 162506 h 204918"/>
                <a:gd name="connsiteX66" fmla="*/ 154438 w 204457"/>
                <a:gd name="connsiteY66" fmla="*/ 175530 h 204918"/>
                <a:gd name="connsiteX67" fmla="*/ 175414 w 204457"/>
                <a:gd name="connsiteY67" fmla="*/ 154554 h 204918"/>
                <a:gd name="connsiteX68" fmla="*/ 162852 w 204457"/>
                <a:gd name="connsiteY68" fmla="*/ 141530 h 204918"/>
                <a:gd name="connsiteX69" fmla="*/ 161584 w 204457"/>
                <a:gd name="connsiteY69" fmla="*/ 133347 h 204918"/>
                <a:gd name="connsiteX70" fmla="*/ 166194 w 204457"/>
                <a:gd name="connsiteY70" fmla="*/ 121822 h 204918"/>
                <a:gd name="connsiteX71" fmla="*/ 172879 w 204457"/>
                <a:gd name="connsiteY71" fmla="*/ 116866 h 204918"/>
                <a:gd name="connsiteX72" fmla="*/ 191319 w 204457"/>
                <a:gd name="connsiteY72" fmla="*/ 116866 h 204918"/>
                <a:gd name="connsiteX73" fmla="*/ 191319 w 204457"/>
                <a:gd name="connsiteY73" fmla="*/ 87707 h 204918"/>
                <a:gd name="connsiteX74" fmla="*/ 172879 w 204457"/>
                <a:gd name="connsiteY74" fmla="*/ 87707 h 204918"/>
                <a:gd name="connsiteX75" fmla="*/ 166194 w 204457"/>
                <a:gd name="connsiteY75" fmla="*/ 82751 h 204918"/>
                <a:gd name="connsiteX76" fmla="*/ 161584 w 204457"/>
                <a:gd name="connsiteY76" fmla="*/ 71226 h 204918"/>
                <a:gd name="connsiteX77" fmla="*/ 162852 w 204457"/>
                <a:gd name="connsiteY77" fmla="*/ 63043 h 204918"/>
                <a:gd name="connsiteX78" fmla="*/ 175875 w 204457"/>
                <a:gd name="connsiteY78" fmla="*/ 50020 h 204918"/>
                <a:gd name="connsiteX79" fmla="*/ 154899 w 204457"/>
                <a:gd name="connsiteY79" fmla="*/ 29044 h 204918"/>
                <a:gd name="connsiteX80" fmla="*/ 141876 w 204457"/>
                <a:gd name="connsiteY80" fmla="*/ 42067 h 204918"/>
                <a:gd name="connsiteX81" fmla="*/ 133693 w 204457"/>
                <a:gd name="connsiteY81" fmla="*/ 43335 h 204918"/>
                <a:gd name="connsiteX82" fmla="*/ 122168 w 204457"/>
                <a:gd name="connsiteY82" fmla="*/ 38725 h 204918"/>
                <a:gd name="connsiteX83" fmla="*/ 117212 w 204457"/>
                <a:gd name="connsiteY83" fmla="*/ 32040 h 204918"/>
                <a:gd name="connsiteX84" fmla="*/ 117212 w 204457"/>
                <a:gd name="connsiteY84" fmla="*/ 13600 h 204918"/>
                <a:gd name="connsiteX85" fmla="*/ 87707 w 204457"/>
                <a:gd name="connsiteY85" fmla="*/ 13600 h 204918"/>
                <a:gd name="connsiteX86" fmla="*/ 87707 w 204457"/>
                <a:gd name="connsiteY86" fmla="*/ 32040 h 204918"/>
                <a:gd name="connsiteX87" fmla="*/ 82751 w 204457"/>
                <a:gd name="connsiteY87" fmla="*/ 38725 h 204918"/>
                <a:gd name="connsiteX88" fmla="*/ 71226 w 204457"/>
                <a:gd name="connsiteY88" fmla="*/ 43335 h 204918"/>
                <a:gd name="connsiteX89" fmla="*/ 63043 w 204457"/>
                <a:gd name="connsiteY89" fmla="*/ 42067 h 204918"/>
                <a:gd name="connsiteX90" fmla="*/ 50020 w 204457"/>
                <a:gd name="connsiteY90" fmla="*/ 29044 h 204918"/>
                <a:gd name="connsiteX91" fmla="*/ 29044 w 204457"/>
                <a:gd name="connsiteY91" fmla="*/ 50020 h 204918"/>
                <a:gd name="connsiteX92" fmla="*/ 42067 w 204457"/>
                <a:gd name="connsiteY92" fmla="*/ 63043 h 204918"/>
                <a:gd name="connsiteX93" fmla="*/ 43335 w 204457"/>
                <a:gd name="connsiteY93" fmla="*/ 71226 h 204918"/>
                <a:gd name="connsiteX94" fmla="*/ 38725 w 204457"/>
                <a:gd name="connsiteY94" fmla="*/ 82751 h 204918"/>
                <a:gd name="connsiteX95" fmla="*/ 32040 w 204457"/>
                <a:gd name="connsiteY95" fmla="*/ 87707 h 204918"/>
                <a:gd name="connsiteX96" fmla="*/ 13600 w 204457"/>
                <a:gd name="connsiteY96" fmla="*/ 87707 h 204918"/>
                <a:gd name="connsiteX97" fmla="*/ 13600 w 204457"/>
                <a:gd name="connsiteY97" fmla="*/ 116751 h 204918"/>
                <a:gd name="connsiteX98" fmla="*/ 32040 w 204457"/>
                <a:gd name="connsiteY98" fmla="*/ 116751 h 204918"/>
                <a:gd name="connsiteX99" fmla="*/ 38725 w 204457"/>
                <a:gd name="connsiteY99" fmla="*/ 121707 h 204918"/>
                <a:gd name="connsiteX100" fmla="*/ 43335 w 204457"/>
                <a:gd name="connsiteY100" fmla="*/ 133232 h 204918"/>
                <a:gd name="connsiteX101" fmla="*/ 42067 w 204457"/>
                <a:gd name="connsiteY101" fmla="*/ 141415 h 204918"/>
                <a:gd name="connsiteX102" fmla="*/ 29044 w 204457"/>
                <a:gd name="connsiteY102" fmla="*/ 154438 h 204918"/>
                <a:gd name="connsiteX103" fmla="*/ 50020 w 204457"/>
                <a:gd name="connsiteY103" fmla="*/ 175414 h 204918"/>
                <a:gd name="connsiteX104" fmla="*/ 63389 w 204457"/>
                <a:gd name="connsiteY104" fmla="*/ 162852 h 204918"/>
                <a:gd name="connsiteX105" fmla="*/ 71572 w 204457"/>
                <a:gd name="connsiteY105" fmla="*/ 161584 h 204918"/>
                <a:gd name="connsiteX106" fmla="*/ 83097 w 204457"/>
                <a:gd name="connsiteY106" fmla="*/ 166194 h 204918"/>
                <a:gd name="connsiteX107" fmla="*/ 88053 w 204457"/>
                <a:gd name="connsiteY107" fmla="*/ 172879 h 20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04457" h="204918">
                  <a:moveTo>
                    <a:pt x="124242" y="204919"/>
                  </a:moveTo>
                  <a:lnTo>
                    <a:pt x="80677" y="204919"/>
                  </a:lnTo>
                  <a:cubicBezTo>
                    <a:pt x="76857" y="204919"/>
                    <a:pt x="73762" y="201824"/>
                    <a:pt x="73760" y="198005"/>
                  </a:cubicBezTo>
                  <a:cubicBezTo>
                    <a:pt x="73760" y="197966"/>
                    <a:pt x="73760" y="197928"/>
                    <a:pt x="73762" y="197889"/>
                  </a:cubicBezTo>
                  <a:lnTo>
                    <a:pt x="73762" y="177489"/>
                  </a:lnTo>
                  <a:lnTo>
                    <a:pt x="69728" y="175875"/>
                  </a:lnTo>
                  <a:lnTo>
                    <a:pt x="55321" y="190282"/>
                  </a:lnTo>
                  <a:cubicBezTo>
                    <a:pt x="52658" y="193019"/>
                    <a:pt x="48279" y="193079"/>
                    <a:pt x="45543" y="190416"/>
                  </a:cubicBezTo>
                  <a:cubicBezTo>
                    <a:pt x="45497" y="190372"/>
                    <a:pt x="45453" y="190327"/>
                    <a:pt x="45409" y="190282"/>
                  </a:cubicBezTo>
                  <a:lnTo>
                    <a:pt x="14637" y="159509"/>
                  </a:lnTo>
                  <a:cubicBezTo>
                    <a:pt x="13327" y="158190"/>
                    <a:pt x="12583" y="156413"/>
                    <a:pt x="12563" y="154554"/>
                  </a:cubicBezTo>
                  <a:cubicBezTo>
                    <a:pt x="12606" y="152699"/>
                    <a:pt x="13347" y="150930"/>
                    <a:pt x="14637" y="149598"/>
                  </a:cubicBezTo>
                  <a:lnTo>
                    <a:pt x="29044" y="135191"/>
                  </a:lnTo>
                  <a:cubicBezTo>
                    <a:pt x="28467" y="133923"/>
                    <a:pt x="28006" y="132540"/>
                    <a:pt x="27430" y="131273"/>
                  </a:cubicBezTo>
                  <a:lnTo>
                    <a:pt x="7030" y="131273"/>
                  </a:lnTo>
                  <a:cubicBezTo>
                    <a:pt x="3148" y="131273"/>
                    <a:pt x="0" y="128125"/>
                    <a:pt x="0" y="124242"/>
                  </a:cubicBezTo>
                  <a:lnTo>
                    <a:pt x="0" y="80677"/>
                  </a:lnTo>
                  <a:cubicBezTo>
                    <a:pt x="0" y="76857"/>
                    <a:pt x="3095" y="73762"/>
                    <a:pt x="6914" y="73760"/>
                  </a:cubicBezTo>
                  <a:cubicBezTo>
                    <a:pt x="6953" y="73760"/>
                    <a:pt x="6991" y="73760"/>
                    <a:pt x="7030" y="73762"/>
                  </a:cubicBezTo>
                  <a:lnTo>
                    <a:pt x="27430" y="73762"/>
                  </a:lnTo>
                  <a:cubicBezTo>
                    <a:pt x="28006" y="72379"/>
                    <a:pt x="28467" y="70996"/>
                    <a:pt x="29044" y="69728"/>
                  </a:cubicBezTo>
                  <a:lnTo>
                    <a:pt x="14637" y="55321"/>
                  </a:lnTo>
                  <a:cubicBezTo>
                    <a:pt x="11900" y="52658"/>
                    <a:pt x="11840" y="48279"/>
                    <a:pt x="14503" y="45543"/>
                  </a:cubicBezTo>
                  <a:cubicBezTo>
                    <a:pt x="14547" y="45497"/>
                    <a:pt x="14592" y="45453"/>
                    <a:pt x="14637" y="45409"/>
                  </a:cubicBezTo>
                  <a:lnTo>
                    <a:pt x="45409" y="14637"/>
                  </a:lnTo>
                  <a:cubicBezTo>
                    <a:pt x="48177" y="11974"/>
                    <a:pt x="52554" y="11974"/>
                    <a:pt x="55321" y="14637"/>
                  </a:cubicBezTo>
                  <a:lnTo>
                    <a:pt x="69728" y="29044"/>
                  </a:lnTo>
                  <a:lnTo>
                    <a:pt x="73762" y="27430"/>
                  </a:lnTo>
                  <a:lnTo>
                    <a:pt x="73762" y="7030"/>
                  </a:lnTo>
                  <a:cubicBezTo>
                    <a:pt x="73698" y="3212"/>
                    <a:pt x="76742" y="65"/>
                    <a:pt x="80560" y="1"/>
                  </a:cubicBezTo>
                  <a:cubicBezTo>
                    <a:pt x="80600" y="0"/>
                    <a:pt x="80638" y="0"/>
                    <a:pt x="80677" y="0"/>
                  </a:cubicBezTo>
                  <a:lnTo>
                    <a:pt x="124242" y="0"/>
                  </a:lnTo>
                  <a:cubicBezTo>
                    <a:pt x="128125" y="0"/>
                    <a:pt x="131273" y="3148"/>
                    <a:pt x="131273" y="7030"/>
                  </a:cubicBezTo>
                  <a:lnTo>
                    <a:pt x="131273" y="27430"/>
                  </a:lnTo>
                  <a:lnTo>
                    <a:pt x="135191" y="29044"/>
                  </a:lnTo>
                  <a:lnTo>
                    <a:pt x="149598" y="14637"/>
                  </a:lnTo>
                  <a:cubicBezTo>
                    <a:pt x="152365" y="11974"/>
                    <a:pt x="156742" y="11974"/>
                    <a:pt x="159509" y="14637"/>
                  </a:cubicBezTo>
                  <a:lnTo>
                    <a:pt x="190282" y="45409"/>
                  </a:lnTo>
                  <a:cubicBezTo>
                    <a:pt x="193019" y="48073"/>
                    <a:pt x="193079" y="52451"/>
                    <a:pt x="190416" y="55187"/>
                  </a:cubicBezTo>
                  <a:cubicBezTo>
                    <a:pt x="190372" y="55234"/>
                    <a:pt x="190327" y="55277"/>
                    <a:pt x="190282" y="55321"/>
                  </a:cubicBezTo>
                  <a:lnTo>
                    <a:pt x="175875" y="69728"/>
                  </a:lnTo>
                  <a:cubicBezTo>
                    <a:pt x="176483" y="71044"/>
                    <a:pt x="177021" y="72390"/>
                    <a:pt x="177489" y="73762"/>
                  </a:cubicBezTo>
                  <a:lnTo>
                    <a:pt x="197428" y="73762"/>
                  </a:lnTo>
                  <a:cubicBezTo>
                    <a:pt x="201246" y="73698"/>
                    <a:pt x="204393" y="76742"/>
                    <a:pt x="204457" y="80560"/>
                  </a:cubicBezTo>
                  <a:cubicBezTo>
                    <a:pt x="204458" y="80600"/>
                    <a:pt x="204458" y="80638"/>
                    <a:pt x="204458" y="80677"/>
                  </a:cubicBezTo>
                  <a:lnTo>
                    <a:pt x="204458" y="124242"/>
                  </a:lnTo>
                  <a:cubicBezTo>
                    <a:pt x="204458" y="128125"/>
                    <a:pt x="201310" y="131273"/>
                    <a:pt x="197428" y="131273"/>
                  </a:cubicBezTo>
                  <a:lnTo>
                    <a:pt x="177489" y="131273"/>
                  </a:lnTo>
                  <a:cubicBezTo>
                    <a:pt x="177489" y="132540"/>
                    <a:pt x="176452" y="133923"/>
                    <a:pt x="175875" y="135191"/>
                  </a:cubicBezTo>
                  <a:lnTo>
                    <a:pt x="190282" y="149598"/>
                  </a:lnTo>
                  <a:cubicBezTo>
                    <a:pt x="191613" y="150902"/>
                    <a:pt x="192361" y="152690"/>
                    <a:pt x="192356" y="154554"/>
                  </a:cubicBezTo>
                  <a:cubicBezTo>
                    <a:pt x="192389" y="156423"/>
                    <a:pt x="191636" y="158220"/>
                    <a:pt x="190282" y="159509"/>
                  </a:cubicBezTo>
                  <a:lnTo>
                    <a:pt x="159509" y="190282"/>
                  </a:lnTo>
                  <a:cubicBezTo>
                    <a:pt x="156846" y="193019"/>
                    <a:pt x="152468" y="193079"/>
                    <a:pt x="149730" y="190416"/>
                  </a:cubicBezTo>
                  <a:cubicBezTo>
                    <a:pt x="149685" y="190372"/>
                    <a:pt x="149642" y="190327"/>
                    <a:pt x="149598" y="190282"/>
                  </a:cubicBezTo>
                  <a:lnTo>
                    <a:pt x="135191" y="175875"/>
                  </a:lnTo>
                  <a:lnTo>
                    <a:pt x="131273" y="177489"/>
                  </a:lnTo>
                  <a:lnTo>
                    <a:pt x="131273" y="197428"/>
                  </a:lnTo>
                  <a:cubicBezTo>
                    <a:pt x="131527" y="201302"/>
                    <a:pt x="128593" y="204649"/>
                    <a:pt x="124718" y="204904"/>
                  </a:cubicBezTo>
                  <a:cubicBezTo>
                    <a:pt x="124560" y="204914"/>
                    <a:pt x="124401" y="204919"/>
                    <a:pt x="124242" y="204919"/>
                  </a:cubicBezTo>
                  <a:close/>
                  <a:moveTo>
                    <a:pt x="87707" y="190973"/>
                  </a:moveTo>
                  <a:lnTo>
                    <a:pt x="116751" y="190973"/>
                  </a:lnTo>
                  <a:lnTo>
                    <a:pt x="116751" y="172533"/>
                  </a:lnTo>
                  <a:cubicBezTo>
                    <a:pt x="116765" y="169462"/>
                    <a:pt x="118772" y="166754"/>
                    <a:pt x="121707" y="165848"/>
                  </a:cubicBezTo>
                  <a:cubicBezTo>
                    <a:pt x="125687" y="164683"/>
                    <a:pt x="129546" y="163140"/>
                    <a:pt x="133232" y="161238"/>
                  </a:cubicBezTo>
                  <a:cubicBezTo>
                    <a:pt x="135939" y="159801"/>
                    <a:pt x="139270" y="160316"/>
                    <a:pt x="141415" y="162506"/>
                  </a:cubicBezTo>
                  <a:lnTo>
                    <a:pt x="154438" y="175530"/>
                  </a:lnTo>
                  <a:lnTo>
                    <a:pt x="175414" y="154554"/>
                  </a:lnTo>
                  <a:lnTo>
                    <a:pt x="162852" y="141530"/>
                  </a:lnTo>
                  <a:cubicBezTo>
                    <a:pt x="160662" y="139385"/>
                    <a:pt x="160147" y="136054"/>
                    <a:pt x="161584" y="133347"/>
                  </a:cubicBezTo>
                  <a:cubicBezTo>
                    <a:pt x="163486" y="129661"/>
                    <a:pt x="165029" y="125803"/>
                    <a:pt x="166194" y="121822"/>
                  </a:cubicBezTo>
                  <a:cubicBezTo>
                    <a:pt x="167100" y="118888"/>
                    <a:pt x="169807" y="116880"/>
                    <a:pt x="172879" y="116866"/>
                  </a:cubicBezTo>
                  <a:lnTo>
                    <a:pt x="191319" y="116866"/>
                  </a:lnTo>
                  <a:lnTo>
                    <a:pt x="191319" y="87707"/>
                  </a:lnTo>
                  <a:lnTo>
                    <a:pt x="172879" y="87707"/>
                  </a:lnTo>
                  <a:cubicBezTo>
                    <a:pt x="169795" y="87730"/>
                    <a:pt x="167068" y="85709"/>
                    <a:pt x="166194" y="82751"/>
                  </a:cubicBezTo>
                  <a:cubicBezTo>
                    <a:pt x="165006" y="78779"/>
                    <a:pt x="163463" y="74922"/>
                    <a:pt x="161584" y="71226"/>
                  </a:cubicBezTo>
                  <a:cubicBezTo>
                    <a:pt x="160185" y="68513"/>
                    <a:pt x="160698" y="65206"/>
                    <a:pt x="162852" y="63043"/>
                  </a:cubicBezTo>
                  <a:lnTo>
                    <a:pt x="175875" y="50020"/>
                  </a:lnTo>
                  <a:lnTo>
                    <a:pt x="154899" y="29044"/>
                  </a:lnTo>
                  <a:lnTo>
                    <a:pt x="141876" y="42067"/>
                  </a:lnTo>
                  <a:cubicBezTo>
                    <a:pt x="139731" y="44257"/>
                    <a:pt x="136400" y="44772"/>
                    <a:pt x="133693" y="43335"/>
                  </a:cubicBezTo>
                  <a:cubicBezTo>
                    <a:pt x="130007" y="41433"/>
                    <a:pt x="126148" y="39890"/>
                    <a:pt x="122168" y="38725"/>
                  </a:cubicBezTo>
                  <a:cubicBezTo>
                    <a:pt x="119233" y="37819"/>
                    <a:pt x="117226" y="35112"/>
                    <a:pt x="117212" y="32040"/>
                  </a:cubicBezTo>
                  <a:lnTo>
                    <a:pt x="117212" y="13600"/>
                  </a:lnTo>
                  <a:lnTo>
                    <a:pt x="87707" y="13600"/>
                  </a:lnTo>
                  <a:lnTo>
                    <a:pt x="87707" y="32040"/>
                  </a:lnTo>
                  <a:cubicBezTo>
                    <a:pt x="87730" y="35124"/>
                    <a:pt x="85709" y="37851"/>
                    <a:pt x="82751" y="38725"/>
                  </a:cubicBezTo>
                  <a:cubicBezTo>
                    <a:pt x="78770" y="39890"/>
                    <a:pt x="74912" y="41433"/>
                    <a:pt x="71226" y="43335"/>
                  </a:cubicBezTo>
                  <a:cubicBezTo>
                    <a:pt x="68513" y="44734"/>
                    <a:pt x="65206" y="44221"/>
                    <a:pt x="63043" y="42067"/>
                  </a:cubicBezTo>
                  <a:lnTo>
                    <a:pt x="50020" y="29044"/>
                  </a:lnTo>
                  <a:lnTo>
                    <a:pt x="29044" y="50020"/>
                  </a:lnTo>
                  <a:lnTo>
                    <a:pt x="42067" y="63043"/>
                  </a:lnTo>
                  <a:cubicBezTo>
                    <a:pt x="44294" y="65170"/>
                    <a:pt x="44814" y="68526"/>
                    <a:pt x="43335" y="71226"/>
                  </a:cubicBezTo>
                  <a:cubicBezTo>
                    <a:pt x="41456" y="74922"/>
                    <a:pt x="39913" y="78779"/>
                    <a:pt x="38725" y="82751"/>
                  </a:cubicBezTo>
                  <a:cubicBezTo>
                    <a:pt x="37851" y="85709"/>
                    <a:pt x="35124" y="87730"/>
                    <a:pt x="32040" y="87707"/>
                  </a:cubicBezTo>
                  <a:lnTo>
                    <a:pt x="13600" y="87707"/>
                  </a:lnTo>
                  <a:lnTo>
                    <a:pt x="13600" y="116751"/>
                  </a:lnTo>
                  <a:lnTo>
                    <a:pt x="32040" y="116751"/>
                  </a:lnTo>
                  <a:cubicBezTo>
                    <a:pt x="35112" y="116765"/>
                    <a:pt x="37819" y="118772"/>
                    <a:pt x="38725" y="121707"/>
                  </a:cubicBezTo>
                  <a:cubicBezTo>
                    <a:pt x="39890" y="125687"/>
                    <a:pt x="41433" y="129546"/>
                    <a:pt x="43335" y="133232"/>
                  </a:cubicBezTo>
                  <a:cubicBezTo>
                    <a:pt x="44814" y="135932"/>
                    <a:pt x="44294" y="139288"/>
                    <a:pt x="42067" y="141415"/>
                  </a:cubicBezTo>
                  <a:lnTo>
                    <a:pt x="29044" y="154438"/>
                  </a:lnTo>
                  <a:lnTo>
                    <a:pt x="50020" y="175414"/>
                  </a:lnTo>
                  <a:lnTo>
                    <a:pt x="63389" y="162852"/>
                  </a:lnTo>
                  <a:cubicBezTo>
                    <a:pt x="65552" y="160698"/>
                    <a:pt x="68859" y="160185"/>
                    <a:pt x="71572" y="161584"/>
                  </a:cubicBezTo>
                  <a:cubicBezTo>
                    <a:pt x="75268" y="163463"/>
                    <a:pt x="79124" y="165006"/>
                    <a:pt x="83097" y="166194"/>
                  </a:cubicBezTo>
                  <a:cubicBezTo>
                    <a:pt x="86054" y="167068"/>
                    <a:pt x="88076" y="169795"/>
                    <a:pt x="88053" y="17287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B744634-85CF-6440-B3DC-560290D80668}"/>
                </a:ext>
              </a:extLst>
            </p:cNvPr>
            <p:cNvSpPr/>
            <p:nvPr/>
          </p:nvSpPr>
          <p:spPr>
            <a:xfrm>
              <a:off x="5236777" y="2260654"/>
              <a:ext cx="113639" cy="113639"/>
            </a:xfrm>
            <a:custGeom>
              <a:avLst/>
              <a:gdLst>
                <a:gd name="connsiteX0" fmla="*/ 56729 w 113639"/>
                <a:gd name="connsiteY0" fmla="*/ 113639 h 113639"/>
                <a:gd name="connsiteX1" fmla="*/ 0 w 113639"/>
                <a:gd name="connsiteY1" fmla="*/ 56729 h 113639"/>
                <a:gd name="connsiteX2" fmla="*/ 56912 w 113639"/>
                <a:gd name="connsiteY2" fmla="*/ 0 h 113639"/>
                <a:gd name="connsiteX3" fmla="*/ 113639 w 113639"/>
                <a:gd name="connsiteY3" fmla="*/ 56911 h 113639"/>
                <a:gd name="connsiteX4" fmla="*/ 96952 w 113639"/>
                <a:gd name="connsiteY4" fmla="*/ 97043 h 113639"/>
                <a:gd name="connsiteX5" fmla="*/ 56729 w 113639"/>
                <a:gd name="connsiteY5" fmla="*/ 113639 h 113639"/>
                <a:gd name="connsiteX6" fmla="*/ 26417 w 113639"/>
                <a:gd name="connsiteY6" fmla="*/ 26508 h 113639"/>
                <a:gd name="connsiteX7" fmla="*/ 27347 w 113639"/>
                <a:gd name="connsiteY7" fmla="*/ 87134 h 113639"/>
                <a:gd name="connsiteX8" fmla="*/ 87973 w 113639"/>
                <a:gd name="connsiteY8" fmla="*/ 86204 h 113639"/>
                <a:gd name="connsiteX9" fmla="*/ 87043 w 113639"/>
                <a:gd name="connsiteY9" fmla="*/ 25578 h 113639"/>
                <a:gd name="connsiteX10" fmla="*/ 56729 w 113639"/>
                <a:gd name="connsiteY10" fmla="*/ 13485 h 113639"/>
                <a:gd name="connsiteX11" fmla="*/ 26417 w 113639"/>
                <a:gd name="connsiteY11" fmla="*/ 26047 h 1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639" h="113639">
                  <a:moveTo>
                    <a:pt x="56729" y="113639"/>
                  </a:moveTo>
                  <a:cubicBezTo>
                    <a:pt x="25348" y="113588"/>
                    <a:pt x="-49" y="88108"/>
                    <a:pt x="0" y="56729"/>
                  </a:cubicBezTo>
                  <a:cubicBezTo>
                    <a:pt x="51" y="25348"/>
                    <a:pt x="25531" y="-51"/>
                    <a:pt x="56912" y="0"/>
                  </a:cubicBezTo>
                  <a:cubicBezTo>
                    <a:pt x="88292" y="51"/>
                    <a:pt x="113690" y="25531"/>
                    <a:pt x="113639" y="56911"/>
                  </a:cubicBezTo>
                  <a:cubicBezTo>
                    <a:pt x="113615" y="71971"/>
                    <a:pt x="107612" y="86406"/>
                    <a:pt x="96952" y="97043"/>
                  </a:cubicBezTo>
                  <a:cubicBezTo>
                    <a:pt x="86263" y="107671"/>
                    <a:pt x="71802" y="113638"/>
                    <a:pt x="56729" y="113639"/>
                  </a:cubicBezTo>
                  <a:close/>
                  <a:moveTo>
                    <a:pt x="26417" y="26508"/>
                  </a:moveTo>
                  <a:cubicBezTo>
                    <a:pt x="9933" y="43507"/>
                    <a:pt x="10349" y="70650"/>
                    <a:pt x="27347" y="87134"/>
                  </a:cubicBezTo>
                  <a:cubicBezTo>
                    <a:pt x="44346" y="103619"/>
                    <a:pt x="71489" y="103202"/>
                    <a:pt x="87973" y="86204"/>
                  </a:cubicBezTo>
                  <a:cubicBezTo>
                    <a:pt x="104457" y="69206"/>
                    <a:pt x="104041" y="42063"/>
                    <a:pt x="87043" y="25578"/>
                  </a:cubicBezTo>
                  <a:cubicBezTo>
                    <a:pt x="78927" y="17709"/>
                    <a:pt x="68032" y="13361"/>
                    <a:pt x="56729" y="13485"/>
                  </a:cubicBezTo>
                  <a:cubicBezTo>
                    <a:pt x="45359" y="13487"/>
                    <a:pt x="34456" y="18006"/>
                    <a:pt x="26417" y="2604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74799142-F74C-3E40-B795-8D88B8203C98}"/>
                </a:ext>
              </a:extLst>
            </p:cNvPr>
            <p:cNvSpPr/>
            <p:nvPr/>
          </p:nvSpPr>
          <p:spPr>
            <a:xfrm>
              <a:off x="5210550" y="2031357"/>
              <a:ext cx="147765" cy="214198"/>
            </a:xfrm>
            <a:custGeom>
              <a:avLst/>
              <a:gdLst>
                <a:gd name="connsiteX0" fmla="*/ 138968 w 147765"/>
                <a:gd name="connsiteY0" fmla="*/ 214199 h 214198"/>
                <a:gd name="connsiteX1" fmla="*/ 138046 w 147765"/>
                <a:gd name="connsiteY1" fmla="*/ 214199 h 214198"/>
                <a:gd name="connsiteX2" fmla="*/ 132052 w 147765"/>
                <a:gd name="connsiteY2" fmla="*/ 206246 h 214198"/>
                <a:gd name="connsiteX3" fmla="*/ 89063 w 147765"/>
                <a:gd name="connsiteY3" fmla="*/ 75550 h 214198"/>
                <a:gd name="connsiteX4" fmla="*/ 88256 w 147765"/>
                <a:gd name="connsiteY4" fmla="*/ 74858 h 214198"/>
                <a:gd name="connsiteX5" fmla="*/ 87565 w 147765"/>
                <a:gd name="connsiteY5" fmla="*/ 74052 h 214198"/>
                <a:gd name="connsiteX6" fmla="*/ 5851 w 147765"/>
                <a:gd name="connsiteY6" fmla="*/ 31639 h 214198"/>
                <a:gd name="connsiteX7" fmla="*/ 88 w 147765"/>
                <a:gd name="connsiteY7" fmla="*/ 25876 h 214198"/>
                <a:gd name="connsiteX8" fmla="*/ 3776 w 147765"/>
                <a:gd name="connsiteY8" fmla="*/ 18615 h 214198"/>
                <a:gd name="connsiteX9" fmla="*/ 38467 w 147765"/>
                <a:gd name="connsiteY9" fmla="*/ 751 h 214198"/>
                <a:gd name="connsiteX10" fmla="*/ 47764 w 147765"/>
                <a:gd name="connsiteY10" fmla="*/ 3785 h 214198"/>
                <a:gd name="connsiteX11" fmla="*/ 47803 w 147765"/>
                <a:gd name="connsiteY11" fmla="*/ 3863 h 214198"/>
                <a:gd name="connsiteX12" fmla="*/ 45045 w 147765"/>
                <a:gd name="connsiteY12" fmla="*/ 13075 h 214198"/>
                <a:gd name="connsiteX13" fmla="*/ 44806 w 147765"/>
                <a:gd name="connsiteY13" fmla="*/ 13198 h 214198"/>
                <a:gd name="connsiteX14" fmla="*/ 27173 w 147765"/>
                <a:gd name="connsiteY14" fmla="*/ 22303 h 214198"/>
                <a:gd name="connsiteX15" fmla="*/ 97246 w 147765"/>
                <a:gd name="connsiteY15" fmla="*/ 64140 h 214198"/>
                <a:gd name="connsiteX16" fmla="*/ 98053 w 147765"/>
                <a:gd name="connsiteY16" fmla="*/ 64947 h 214198"/>
                <a:gd name="connsiteX17" fmla="*/ 98744 w 147765"/>
                <a:gd name="connsiteY17" fmla="*/ 65638 h 214198"/>
                <a:gd name="connsiteX18" fmla="*/ 145883 w 147765"/>
                <a:gd name="connsiteY18" fmla="*/ 208205 h 214198"/>
                <a:gd name="connsiteX19" fmla="*/ 138968 w 147765"/>
                <a:gd name="connsiteY19" fmla="*/ 214199 h 214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765" h="214198">
                  <a:moveTo>
                    <a:pt x="138968" y="214199"/>
                  </a:moveTo>
                  <a:lnTo>
                    <a:pt x="138046" y="214199"/>
                  </a:lnTo>
                  <a:cubicBezTo>
                    <a:pt x="134226" y="213605"/>
                    <a:pt x="131571" y="210082"/>
                    <a:pt x="132052" y="206246"/>
                  </a:cubicBezTo>
                  <a:cubicBezTo>
                    <a:pt x="139442" y="158313"/>
                    <a:pt x="123465" y="109736"/>
                    <a:pt x="89063" y="75550"/>
                  </a:cubicBezTo>
                  <a:lnTo>
                    <a:pt x="88256" y="74858"/>
                  </a:lnTo>
                  <a:lnTo>
                    <a:pt x="87565" y="74052"/>
                  </a:lnTo>
                  <a:cubicBezTo>
                    <a:pt x="65379" y="51789"/>
                    <a:pt x="36825" y="36968"/>
                    <a:pt x="5851" y="31639"/>
                  </a:cubicBezTo>
                  <a:cubicBezTo>
                    <a:pt x="2899" y="31141"/>
                    <a:pt x="586" y="28828"/>
                    <a:pt x="88" y="25876"/>
                  </a:cubicBezTo>
                  <a:cubicBezTo>
                    <a:pt x="-389" y="22912"/>
                    <a:pt x="1101" y="19978"/>
                    <a:pt x="3776" y="18615"/>
                  </a:cubicBezTo>
                  <a:lnTo>
                    <a:pt x="38467" y="751"/>
                  </a:lnTo>
                  <a:cubicBezTo>
                    <a:pt x="41873" y="-978"/>
                    <a:pt x="46035" y="380"/>
                    <a:pt x="47764" y="3785"/>
                  </a:cubicBezTo>
                  <a:cubicBezTo>
                    <a:pt x="47777" y="3811"/>
                    <a:pt x="47790" y="3837"/>
                    <a:pt x="47803" y="3863"/>
                  </a:cubicBezTo>
                  <a:cubicBezTo>
                    <a:pt x="49586" y="7168"/>
                    <a:pt x="48350" y="11293"/>
                    <a:pt x="45045" y="13075"/>
                  </a:cubicBezTo>
                  <a:cubicBezTo>
                    <a:pt x="44966" y="13118"/>
                    <a:pt x="44887" y="13159"/>
                    <a:pt x="44806" y="13198"/>
                  </a:cubicBezTo>
                  <a:lnTo>
                    <a:pt x="27173" y="22303"/>
                  </a:lnTo>
                  <a:cubicBezTo>
                    <a:pt x="53648" y="30199"/>
                    <a:pt x="77735" y="44579"/>
                    <a:pt x="97246" y="64140"/>
                  </a:cubicBezTo>
                  <a:cubicBezTo>
                    <a:pt x="97485" y="64437"/>
                    <a:pt x="97756" y="64707"/>
                    <a:pt x="98053" y="64947"/>
                  </a:cubicBezTo>
                  <a:lnTo>
                    <a:pt x="98744" y="65638"/>
                  </a:lnTo>
                  <a:cubicBezTo>
                    <a:pt x="136319" y="102908"/>
                    <a:pt x="153834" y="155882"/>
                    <a:pt x="145883" y="208205"/>
                  </a:cubicBezTo>
                  <a:cubicBezTo>
                    <a:pt x="145418" y="211661"/>
                    <a:pt x="142454" y="214230"/>
                    <a:pt x="138968" y="21419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E7B64DBB-91A6-314C-BA9C-8353D91F8845}"/>
                </a:ext>
              </a:extLst>
            </p:cNvPr>
            <p:cNvSpPr/>
            <p:nvPr/>
          </p:nvSpPr>
          <p:spPr>
            <a:xfrm>
              <a:off x="5210587" y="2049156"/>
              <a:ext cx="38875" cy="46686"/>
            </a:xfrm>
            <a:custGeom>
              <a:avLst/>
              <a:gdLst>
                <a:gd name="connsiteX0" fmla="*/ 31862 w 38875"/>
                <a:gd name="connsiteY0" fmla="*/ 46687 h 46686"/>
                <a:gd name="connsiteX1" fmla="*/ 26330 w 38875"/>
                <a:gd name="connsiteY1" fmla="*/ 43921 h 46686"/>
                <a:gd name="connsiteX2" fmla="*/ 1435 w 38875"/>
                <a:gd name="connsiteY2" fmla="*/ 11189 h 46686"/>
                <a:gd name="connsiteX3" fmla="*/ 2703 w 38875"/>
                <a:gd name="connsiteY3" fmla="*/ 1393 h 46686"/>
                <a:gd name="connsiteX4" fmla="*/ 12499 w 38875"/>
                <a:gd name="connsiteY4" fmla="*/ 2776 h 46686"/>
                <a:gd name="connsiteX5" fmla="*/ 37394 w 38875"/>
                <a:gd name="connsiteY5" fmla="*/ 35508 h 46686"/>
                <a:gd name="connsiteX6" fmla="*/ 36237 w 38875"/>
                <a:gd name="connsiteY6" fmla="*/ 45218 h 46686"/>
                <a:gd name="connsiteX7" fmla="*/ 36126 w 38875"/>
                <a:gd name="connsiteY7" fmla="*/ 45304 h 46686"/>
                <a:gd name="connsiteX8" fmla="*/ 31862 w 38875"/>
                <a:gd name="connsiteY8" fmla="*/ 46687 h 4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875" h="46686">
                  <a:moveTo>
                    <a:pt x="31862" y="46687"/>
                  </a:moveTo>
                  <a:cubicBezTo>
                    <a:pt x="29685" y="46687"/>
                    <a:pt x="27636" y="45662"/>
                    <a:pt x="26330" y="43921"/>
                  </a:cubicBezTo>
                  <a:lnTo>
                    <a:pt x="1435" y="11189"/>
                  </a:lnTo>
                  <a:cubicBezTo>
                    <a:pt x="-894" y="8127"/>
                    <a:pt x="-329" y="3761"/>
                    <a:pt x="2703" y="1393"/>
                  </a:cubicBezTo>
                  <a:cubicBezTo>
                    <a:pt x="5795" y="-911"/>
                    <a:pt x="10166" y="-294"/>
                    <a:pt x="12499" y="2776"/>
                  </a:cubicBezTo>
                  <a:lnTo>
                    <a:pt x="37394" y="35508"/>
                  </a:lnTo>
                  <a:cubicBezTo>
                    <a:pt x="39757" y="38508"/>
                    <a:pt x="39238" y="42856"/>
                    <a:pt x="36237" y="45218"/>
                  </a:cubicBezTo>
                  <a:cubicBezTo>
                    <a:pt x="36200" y="45247"/>
                    <a:pt x="36163" y="45276"/>
                    <a:pt x="36126" y="45304"/>
                  </a:cubicBezTo>
                  <a:cubicBezTo>
                    <a:pt x="34886" y="46203"/>
                    <a:pt x="33394" y="46687"/>
                    <a:pt x="31862" y="466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CDC47542-8C71-D749-90AB-EF3958DC85AD}"/>
                </a:ext>
              </a:extLst>
            </p:cNvPr>
            <p:cNvSpPr/>
            <p:nvPr/>
          </p:nvSpPr>
          <p:spPr>
            <a:xfrm>
              <a:off x="5131592" y="2333095"/>
              <a:ext cx="39336" cy="46743"/>
            </a:xfrm>
            <a:custGeom>
              <a:avLst/>
              <a:gdLst>
                <a:gd name="connsiteX0" fmla="*/ 31908 w 39336"/>
                <a:gd name="connsiteY0" fmla="*/ 46729 h 46743"/>
                <a:gd name="connsiteX1" fmla="*/ 26376 w 39336"/>
                <a:gd name="connsiteY1" fmla="*/ 43963 h 46743"/>
                <a:gd name="connsiteX2" fmla="*/ 1482 w 39336"/>
                <a:gd name="connsiteY2" fmla="*/ 11232 h 46743"/>
                <a:gd name="connsiteX3" fmla="*/ 2639 w 39336"/>
                <a:gd name="connsiteY3" fmla="*/ 1520 h 46743"/>
                <a:gd name="connsiteX4" fmla="*/ 2750 w 39336"/>
                <a:gd name="connsiteY4" fmla="*/ 1435 h 46743"/>
                <a:gd name="connsiteX5" fmla="*/ 12546 w 39336"/>
                <a:gd name="connsiteY5" fmla="*/ 2703 h 46743"/>
                <a:gd name="connsiteX6" fmla="*/ 37902 w 39336"/>
                <a:gd name="connsiteY6" fmla="*/ 35550 h 46743"/>
                <a:gd name="connsiteX7" fmla="*/ 36634 w 39336"/>
                <a:gd name="connsiteY7" fmla="*/ 45346 h 46743"/>
                <a:gd name="connsiteX8" fmla="*/ 31908 w 39336"/>
                <a:gd name="connsiteY8" fmla="*/ 46729 h 4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6" h="46743">
                  <a:moveTo>
                    <a:pt x="31908" y="46729"/>
                  </a:moveTo>
                  <a:cubicBezTo>
                    <a:pt x="29731" y="46729"/>
                    <a:pt x="27682" y="45705"/>
                    <a:pt x="26376" y="43963"/>
                  </a:cubicBezTo>
                  <a:lnTo>
                    <a:pt x="1482" y="11232"/>
                  </a:lnTo>
                  <a:cubicBezTo>
                    <a:pt x="-881" y="8230"/>
                    <a:pt x="-362" y="3883"/>
                    <a:pt x="2639" y="1520"/>
                  </a:cubicBezTo>
                  <a:cubicBezTo>
                    <a:pt x="2676" y="1492"/>
                    <a:pt x="2713" y="1463"/>
                    <a:pt x="2750" y="1435"/>
                  </a:cubicBezTo>
                  <a:cubicBezTo>
                    <a:pt x="5812" y="-894"/>
                    <a:pt x="10178" y="-329"/>
                    <a:pt x="12546" y="2703"/>
                  </a:cubicBezTo>
                  <a:lnTo>
                    <a:pt x="37902" y="35550"/>
                  </a:lnTo>
                  <a:cubicBezTo>
                    <a:pt x="40231" y="38612"/>
                    <a:pt x="39666" y="42978"/>
                    <a:pt x="36634" y="45346"/>
                  </a:cubicBezTo>
                  <a:cubicBezTo>
                    <a:pt x="35268" y="46343"/>
                    <a:pt x="33597" y="46833"/>
                    <a:pt x="31908" y="4672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1" name="Graphic 28">
            <a:extLst>
              <a:ext uri="{FF2B5EF4-FFF2-40B4-BE49-F238E27FC236}">
                <a16:creationId xmlns:a16="http://schemas.microsoft.com/office/drawing/2014/main" id="{DF8A5107-6FFA-9E4B-BC8D-3C446F841552}"/>
              </a:ext>
            </a:extLst>
          </p:cNvPr>
          <p:cNvGrpSpPr>
            <a:grpSpLocks noChangeAspect="1"/>
          </p:cNvGrpSpPr>
          <p:nvPr/>
        </p:nvGrpSpPr>
        <p:grpSpPr>
          <a:xfrm>
            <a:off x="4406509" y="3983594"/>
            <a:ext cx="354991" cy="413733"/>
            <a:chOff x="5014934" y="2008158"/>
            <a:chExt cx="354991" cy="413733"/>
          </a:xfrm>
          <a:solidFill>
            <a:srgbClr val="FFFFFF"/>
          </a:solidFill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D4592BE6-DC38-E148-AC36-7BA69FC246B8}"/>
                </a:ext>
              </a:extLst>
            </p:cNvPr>
            <p:cNvSpPr/>
            <p:nvPr/>
          </p:nvSpPr>
          <p:spPr>
            <a:xfrm>
              <a:off x="5087932" y="2080609"/>
              <a:ext cx="209811" cy="255774"/>
            </a:xfrm>
            <a:custGeom>
              <a:avLst/>
              <a:gdLst>
                <a:gd name="connsiteX0" fmla="*/ 143376 w 209811"/>
                <a:gd name="connsiteY0" fmla="*/ 255766 h 255774"/>
                <a:gd name="connsiteX1" fmla="*/ 65619 w 209811"/>
                <a:gd name="connsiteY1" fmla="*/ 255766 h 255774"/>
                <a:gd name="connsiteX2" fmla="*/ 58664 w 209811"/>
                <a:gd name="connsiteY2" fmla="*/ 248736 h 255774"/>
                <a:gd name="connsiteX3" fmla="*/ 58664 w 209811"/>
                <a:gd name="connsiteY3" fmla="*/ 247929 h 255774"/>
                <a:gd name="connsiteX4" fmla="*/ 30503 w 209811"/>
                <a:gd name="connsiteY4" fmla="*/ 179930 h 255774"/>
                <a:gd name="connsiteX5" fmla="*/ 1202 w 209811"/>
                <a:gd name="connsiteY5" fmla="*/ 89802 h 255774"/>
                <a:gd name="connsiteX6" fmla="*/ 92412 w 209811"/>
                <a:gd name="connsiteY6" fmla="*/ 827 h 255774"/>
                <a:gd name="connsiteX7" fmla="*/ 209003 w 209811"/>
                <a:gd name="connsiteY7" fmla="*/ 92479 h 255774"/>
                <a:gd name="connsiteX8" fmla="*/ 178720 w 209811"/>
                <a:gd name="connsiteY8" fmla="*/ 180737 h 255774"/>
                <a:gd name="connsiteX9" fmla="*/ 150559 w 209811"/>
                <a:gd name="connsiteY9" fmla="*/ 246661 h 255774"/>
                <a:gd name="connsiteX10" fmla="*/ 150559 w 209811"/>
                <a:gd name="connsiteY10" fmla="*/ 248736 h 255774"/>
                <a:gd name="connsiteX11" fmla="*/ 143842 w 209811"/>
                <a:gd name="connsiteY11" fmla="*/ 255774 h 255774"/>
                <a:gd name="connsiteX12" fmla="*/ 143376 w 209811"/>
                <a:gd name="connsiteY12" fmla="*/ 255766 h 255774"/>
                <a:gd name="connsiteX13" fmla="*/ 72346 w 209811"/>
                <a:gd name="connsiteY13" fmla="*/ 241820 h 255774"/>
                <a:gd name="connsiteX14" fmla="*/ 136535 w 209811"/>
                <a:gd name="connsiteY14" fmla="*/ 241820 h 255774"/>
                <a:gd name="connsiteX15" fmla="*/ 168573 w 209811"/>
                <a:gd name="connsiteY15" fmla="*/ 170479 h 255774"/>
                <a:gd name="connsiteX16" fmla="*/ 165616 w 209811"/>
                <a:gd name="connsiteY16" fmla="*/ 40120 h 255774"/>
                <a:gd name="connsiteX17" fmla="*/ 94008 w 209811"/>
                <a:gd name="connsiteY17" fmla="*/ 15004 h 255774"/>
                <a:gd name="connsiteX18" fmla="*/ 14904 w 209811"/>
                <a:gd name="connsiteY18" fmla="*/ 117999 h 255774"/>
                <a:gd name="connsiteX19" fmla="*/ 39738 w 209811"/>
                <a:gd name="connsiteY19" fmla="*/ 170479 h 255774"/>
                <a:gd name="connsiteX20" fmla="*/ 72346 w 209811"/>
                <a:gd name="connsiteY20" fmla="*/ 241820 h 25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9811" h="255774">
                  <a:moveTo>
                    <a:pt x="143376" y="255766"/>
                  </a:moveTo>
                  <a:lnTo>
                    <a:pt x="65619" y="255766"/>
                  </a:lnTo>
                  <a:cubicBezTo>
                    <a:pt x="61778" y="255766"/>
                    <a:pt x="58664" y="252618"/>
                    <a:pt x="58664" y="248736"/>
                  </a:cubicBezTo>
                  <a:lnTo>
                    <a:pt x="58664" y="247929"/>
                  </a:lnTo>
                  <a:cubicBezTo>
                    <a:pt x="58442" y="222411"/>
                    <a:pt x="48331" y="197997"/>
                    <a:pt x="30503" y="179930"/>
                  </a:cubicBezTo>
                  <a:cubicBezTo>
                    <a:pt x="7068" y="156335"/>
                    <a:pt x="-3818" y="122850"/>
                    <a:pt x="1202" y="89802"/>
                  </a:cubicBezTo>
                  <a:cubicBezTo>
                    <a:pt x="8544" y="42885"/>
                    <a:pt x="45767" y="6574"/>
                    <a:pt x="92412" y="827"/>
                  </a:cubicBezTo>
                  <a:cubicBezTo>
                    <a:pt x="149645" y="-6409"/>
                    <a:pt x="201844" y="34624"/>
                    <a:pt x="209003" y="92479"/>
                  </a:cubicBezTo>
                  <a:cubicBezTo>
                    <a:pt x="213035" y="125058"/>
                    <a:pt x="201842" y="157678"/>
                    <a:pt x="178720" y="180737"/>
                  </a:cubicBezTo>
                  <a:cubicBezTo>
                    <a:pt x="161003" y="198030"/>
                    <a:pt x="150863" y="221767"/>
                    <a:pt x="150559" y="246661"/>
                  </a:cubicBezTo>
                  <a:lnTo>
                    <a:pt x="150559" y="248736"/>
                  </a:lnTo>
                  <a:cubicBezTo>
                    <a:pt x="150627" y="252554"/>
                    <a:pt x="147619" y="255705"/>
                    <a:pt x="143842" y="255774"/>
                  </a:cubicBezTo>
                  <a:cubicBezTo>
                    <a:pt x="143687" y="255776"/>
                    <a:pt x="143531" y="255774"/>
                    <a:pt x="143376" y="255766"/>
                  </a:cubicBezTo>
                  <a:close/>
                  <a:moveTo>
                    <a:pt x="72346" y="241820"/>
                  </a:moveTo>
                  <a:lnTo>
                    <a:pt x="136535" y="241820"/>
                  </a:lnTo>
                  <a:cubicBezTo>
                    <a:pt x="137970" y="214816"/>
                    <a:pt x="149408" y="189347"/>
                    <a:pt x="168573" y="170479"/>
                  </a:cubicBezTo>
                  <a:cubicBezTo>
                    <a:pt x="203367" y="133656"/>
                    <a:pt x="202043" y="75292"/>
                    <a:pt x="165616" y="40120"/>
                  </a:cubicBezTo>
                  <a:cubicBezTo>
                    <a:pt x="146481" y="21644"/>
                    <a:pt x="120352" y="12479"/>
                    <a:pt x="94008" y="15004"/>
                  </a:cubicBezTo>
                  <a:cubicBezTo>
                    <a:pt x="44029" y="21364"/>
                    <a:pt x="8612" y="67476"/>
                    <a:pt x="14904" y="117999"/>
                  </a:cubicBezTo>
                  <a:cubicBezTo>
                    <a:pt x="17363" y="137743"/>
                    <a:pt x="26075" y="156153"/>
                    <a:pt x="39738" y="170479"/>
                  </a:cubicBezTo>
                  <a:cubicBezTo>
                    <a:pt x="58764" y="189505"/>
                    <a:pt x="70345" y="214843"/>
                    <a:pt x="72346" y="241820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631D2B2-50A4-EF44-A692-4F7D3A298CFC}"/>
                </a:ext>
              </a:extLst>
            </p:cNvPr>
            <p:cNvSpPr/>
            <p:nvPr/>
          </p:nvSpPr>
          <p:spPr>
            <a:xfrm>
              <a:off x="5131715" y="2322370"/>
              <a:ext cx="124390" cy="41952"/>
            </a:xfrm>
            <a:custGeom>
              <a:avLst/>
              <a:gdLst>
                <a:gd name="connsiteX0" fmla="*/ 102102 w 124390"/>
                <a:gd name="connsiteY0" fmla="*/ 41895 h 41952"/>
                <a:gd name="connsiteX1" fmla="*/ 19214 w 124390"/>
                <a:gd name="connsiteY1" fmla="*/ 41895 h 41952"/>
                <a:gd name="connsiteX2" fmla="*/ 58 w 124390"/>
                <a:gd name="connsiteY2" fmla="*/ 19423 h 41952"/>
                <a:gd name="connsiteX3" fmla="*/ 19214 w 124390"/>
                <a:gd name="connsiteY3" fmla="*/ 59 h 41952"/>
                <a:gd name="connsiteX4" fmla="*/ 102102 w 124390"/>
                <a:gd name="connsiteY4" fmla="*/ 59 h 41952"/>
                <a:gd name="connsiteX5" fmla="*/ 124332 w 124390"/>
                <a:gd name="connsiteY5" fmla="*/ 19423 h 41952"/>
                <a:gd name="connsiteX6" fmla="*/ 105176 w 124390"/>
                <a:gd name="connsiteY6" fmla="*/ 41895 h 41952"/>
                <a:gd name="connsiteX7" fmla="*/ 102102 w 124390"/>
                <a:gd name="connsiteY7" fmla="*/ 41895 h 41952"/>
                <a:gd name="connsiteX8" fmla="*/ 19214 w 124390"/>
                <a:gd name="connsiteY8" fmla="*/ 14004 h 41952"/>
                <a:gd name="connsiteX9" fmla="*/ 13205 w 124390"/>
                <a:gd name="connsiteY9" fmla="*/ 21875 h 41952"/>
                <a:gd name="connsiteX10" fmla="*/ 19214 w 124390"/>
                <a:gd name="connsiteY10" fmla="*/ 27950 h 41952"/>
                <a:gd name="connsiteX11" fmla="*/ 102102 w 124390"/>
                <a:gd name="connsiteY11" fmla="*/ 27950 h 41952"/>
                <a:gd name="connsiteX12" fmla="*/ 109888 w 124390"/>
                <a:gd name="connsiteY12" fmla="*/ 21875 h 41952"/>
                <a:gd name="connsiteX13" fmla="*/ 103879 w 124390"/>
                <a:gd name="connsiteY13" fmla="*/ 14004 h 41952"/>
                <a:gd name="connsiteX14" fmla="*/ 102102 w 124390"/>
                <a:gd name="connsiteY14" fmla="*/ 14004 h 4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4390" h="41952">
                  <a:moveTo>
                    <a:pt x="102102" y="41895"/>
                  </a:moveTo>
                  <a:lnTo>
                    <a:pt x="19214" y="41895"/>
                  </a:lnTo>
                  <a:cubicBezTo>
                    <a:pt x="7786" y="41037"/>
                    <a:pt x="-791" y="30976"/>
                    <a:pt x="58" y="19423"/>
                  </a:cubicBezTo>
                  <a:cubicBezTo>
                    <a:pt x="819" y="9064"/>
                    <a:pt x="8966" y="828"/>
                    <a:pt x="19214" y="59"/>
                  </a:cubicBezTo>
                  <a:lnTo>
                    <a:pt x="102102" y="59"/>
                  </a:lnTo>
                  <a:cubicBezTo>
                    <a:pt x="113531" y="-800"/>
                    <a:pt x="123483" y="7870"/>
                    <a:pt x="124332" y="19423"/>
                  </a:cubicBezTo>
                  <a:cubicBezTo>
                    <a:pt x="125181" y="30976"/>
                    <a:pt x="116605" y="41037"/>
                    <a:pt x="105176" y="41895"/>
                  </a:cubicBezTo>
                  <a:cubicBezTo>
                    <a:pt x="104153" y="41972"/>
                    <a:pt x="103125" y="41972"/>
                    <a:pt x="102102" y="41895"/>
                  </a:cubicBezTo>
                  <a:close/>
                  <a:moveTo>
                    <a:pt x="19214" y="14004"/>
                  </a:moveTo>
                  <a:cubicBezTo>
                    <a:pt x="15405" y="14500"/>
                    <a:pt x="12714" y="18024"/>
                    <a:pt x="13205" y="21875"/>
                  </a:cubicBezTo>
                  <a:cubicBezTo>
                    <a:pt x="13609" y="25046"/>
                    <a:pt x="16078" y="27541"/>
                    <a:pt x="19214" y="27950"/>
                  </a:cubicBezTo>
                  <a:lnTo>
                    <a:pt x="102102" y="27950"/>
                  </a:lnTo>
                  <a:cubicBezTo>
                    <a:pt x="105911" y="28446"/>
                    <a:pt x="109398" y="25726"/>
                    <a:pt x="109888" y="21875"/>
                  </a:cubicBezTo>
                  <a:cubicBezTo>
                    <a:pt x="110379" y="18024"/>
                    <a:pt x="107689" y="14500"/>
                    <a:pt x="103879" y="14004"/>
                  </a:cubicBezTo>
                  <a:cubicBezTo>
                    <a:pt x="103289" y="13927"/>
                    <a:pt x="102692" y="13927"/>
                    <a:pt x="102102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02C8B068-C0C6-7A43-93BB-89A985A2E5C3}"/>
                </a:ext>
              </a:extLst>
            </p:cNvPr>
            <p:cNvSpPr/>
            <p:nvPr/>
          </p:nvSpPr>
          <p:spPr>
            <a:xfrm>
              <a:off x="5130179" y="2379940"/>
              <a:ext cx="124388" cy="41951"/>
            </a:xfrm>
            <a:custGeom>
              <a:avLst/>
              <a:gdLst>
                <a:gd name="connsiteX0" fmla="*/ 103638 w 124388"/>
                <a:gd name="connsiteY0" fmla="*/ 41952 h 41951"/>
                <a:gd name="connsiteX1" fmla="*/ 20750 w 124388"/>
                <a:gd name="connsiteY1" fmla="*/ 41952 h 41951"/>
                <a:gd name="connsiteX2" fmla="*/ 0 w 124388"/>
                <a:gd name="connsiteY2" fmla="*/ 20976 h 41951"/>
                <a:gd name="connsiteX3" fmla="*/ 20750 w 124388"/>
                <a:gd name="connsiteY3" fmla="*/ 0 h 41951"/>
                <a:gd name="connsiteX4" fmla="*/ 103638 w 124388"/>
                <a:gd name="connsiteY4" fmla="*/ 0 h 41951"/>
                <a:gd name="connsiteX5" fmla="*/ 124388 w 124388"/>
                <a:gd name="connsiteY5" fmla="*/ 20976 h 41951"/>
                <a:gd name="connsiteX6" fmla="*/ 103638 w 124388"/>
                <a:gd name="connsiteY6" fmla="*/ 41952 h 41951"/>
                <a:gd name="connsiteX7" fmla="*/ 20750 w 124388"/>
                <a:gd name="connsiteY7" fmla="*/ 14061 h 41951"/>
                <a:gd name="connsiteX8" fmla="*/ 13910 w 124388"/>
                <a:gd name="connsiteY8" fmla="*/ 20976 h 41951"/>
                <a:gd name="connsiteX9" fmla="*/ 20750 w 124388"/>
                <a:gd name="connsiteY9" fmla="*/ 28006 h 41951"/>
                <a:gd name="connsiteX10" fmla="*/ 103638 w 124388"/>
                <a:gd name="connsiteY10" fmla="*/ 28006 h 41951"/>
                <a:gd name="connsiteX11" fmla="*/ 110593 w 124388"/>
                <a:gd name="connsiteY11" fmla="*/ 20976 h 41951"/>
                <a:gd name="connsiteX12" fmla="*/ 103753 w 124388"/>
                <a:gd name="connsiteY12" fmla="*/ 14060 h 41951"/>
                <a:gd name="connsiteX13" fmla="*/ 103638 w 124388"/>
                <a:gd name="connsiteY13" fmla="*/ 14061 h 4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388" h="41951">
                  <a:moveTo>
                    <a:pt x="103638" y="41952"/>
                  </a:moveTo>
                  <a:lnTo>
                    <a:pt x="20750" y="41952"/>
                  </a:lnTo>
                  <a:cubicBezTo>
                    <a:pt x="9290" y="41952"/>
                    <a:pt x="0" y="32561"/>
                    <a:pt x="0" y="20976"/>
                  </a:cubicBezTo>
                  <a:cubicBezTo>
                    <a:pt x="0" y="9391"/>
                    <a:pt x="9290" y="0"/>
                    <a:pt x="20750" y="0"/>
                  </a:cubicBezTo>
                  <a:lnTo>
                    <a:pt x="103638" y="0"/>
                  </a:lnTo>
                  <a:cubicBezTo>
                    <a:pt x="115098" y="0"/>
                    <a:pt x="124388" y="9391"/>
                    <a:pt x="124388" y="20976"/>
                  </a:cubicBezTo>
                  <a:cubicBezTo>
                    <a:pt x="124388" y="32561"/>
                    <a:pt x="115098" y="41952"/>
                    <a:pt x="103638" y="41952"/>
                  </a:cubicBezTo>
                  <a:close/>
                  <a:moveTo>
                    <a:pt x="20750" y="14061"/>
                  </a:moveTo>
                  <a:cubicBezTo>
                    <a:pt x="16972" y="14061"/>
                    <a:pt x="13910" y="17157"/>
                    <a:pt x="13910" y="20976"/>
                  </a:cubicBezTo>
                  <a:cubicBezTo>
                    <a:pt x="13909" y="24814"/>
                    <a:pt x="16954" y="27943"/>
                    <a:pt x="20750" y="28006"/>
                  </a:cubicBezTo>
                  <a:lnTo>
                    <a:pt x="103638" y="28006"/>
                  </a:lnTo>
                  <a:cubicBezTo>
                    <a:pt x="107479" y="28006"/>
                    <a:pt x="110593" y="24859"/>
                    <a:pt x="110593" y="20976"/>
                  </a:cubicBezTo>
                  <a:cubicBezTo>
                    <a:pt x="110593" y="17157"/>
                    <a:pt x="107531" y="14060"/>
                    <a:pt x="103753" y="14060"/>
                  </a:cubicBezTo>
                  <a:cubicBezTo>
                    <a:pt x="103715" y="14060"/>
                    <a:pt x="103676" y="14060"/>
                    <a:pt x="103638" y="14061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C12B5E33-9EB0-CD4E-8993-B65026ACA92F}"/>
                </a:ext>
              </a:extLst>
            </p:cNvPr>
            <p:cNvSpPr/>
            <p:nvPr/>
          </p:nvSpPr>
          <p:spPr>
            <a:xfrm>
              <a:off x="5145685" y="2350320"/>
              <a:ext cx="93718" cy="43680"/>
            </a:xfrm>
            <a:custGeom>
              <a:avLst/>
              <a:gdLst>
                <a:gd name="connsiteX0" fmla="*/ 86764 w 93718"/>
                <a:gd name="connsiteY0" fmla="*/ 43681 h 43680"/>
                <a:gd name="connsiteX1" fmla="*/ 6955 w 93718"/>
                <a:gd name="connsiteY1" fmla="*/ 43681 h 43680"/>
                <a:gd name="connsiteX2" fmla="*/ 0 w 93718"/>
                <a:gd name="connsiteY2" fmla="*/ 36650 h 43680"/>
                <a:gd name="connsiteX3" fmla="*/ 0 w 93718"/>
                <a:gd name="connsiteY3" fmla="*/ 7030 h 43680"/>
                <a:gd name="connsiteX4" fmla="*/ 6955 w 93718"/>
                <a:gd name="connsiteY4" fmla="*/ 0 h 43680"/>
                <a:gd name="connsiteX5" fmla="*/ 86764 w 93718"/>
                <a:gd name="connsiteY5" fmla="*/ 0 h 43680"/>
                <a:gd name="connsiteX6" fmla="*/ 93719 w 93718"/>
                <a:gd name="connsiteY6" fmla="*/ 7030 h 43680"/>
                <a:gd name="connsiteX7" fmla="*/ 93719 w 93718"/>
                <a:gd name="connsiteY7" fmla="*/ 36650 h 43680"/>
                <a:gd name="connsiteX8" fmla="*/ 86764 w 93718"/>
                <a:gd name="connsiteY8" fmla="*/ 43681 h 43680"/>
                <a:gd name="connsiteX9" fmla="*/ 13340 w 93718"/>
                <a:gd name="connsiteY9" fmla="*/ 29620 h 43680"/>
                <a:gd name="connsiteX10" fmla="*/ 79923 w 93718"/>
                <a:gd name="connsiteY10" fmla="*/ 29620 h 43680"/>
                <a:gd name="connsiteX11" fmla="*/ 79923 w 93718"/>
                <a:gd name="connsiteY11" fmla="*/ 13946 h 43680"/>
                <a:gd name="connsiteX12" fmla="*/ 13454 w 93718"/>
                <a:gd name="connsiteY12" fmla="*/ 13946 h 4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718" h="43680">
                  <a:moveTo>
                    <a:pt x="86764" y="43681"/>
                  </a:moveTo>
                  <a:lnTo>
                    <a:pt x="6955" y="43681"/>
                  </a:lnTo>
                  <a:cubicBezTo>
                    <a:pt x="3114" y="43681"/>
                    <a:pt x="0" y="40533"/>
                    <a:pt x="0" y="36650"/>
                  </a:cubicBezTo>
                  <a:lnTo>
                    <a:pt x="0" y="7030"/>
                  </a:lnTo>
                  <a:cubicBezTo>
                    <a:pt x="0" y="3148"/>
                    <a:pt x="3114" y="0"/>
                    <a:pt x="6955" y="0"/>
                  </a:cubicBezTo>
                  <a:lnTo>
                    <a:pt x="86764" y="0"/>
                  </a:lnTo>
                  <a:cubicBezTo>
                    <a:pt x="90605" y="0"/>
                    <a:pt x="93719" y="3148"/>
                    <a:pt x="93719" y="7030"/>
                  </a:cubicBezTo>
                  <a:lnTo>
                    <a:pt x="93719" y="36650"/>
                  </a:lnTo>
                  <a:cubicBezTo>
                    <a:pt x="93719" y="40533"/>
                    <a:pt x="90605" y="43681"/>
                    <a:pt x="86764" y="43681"/>
                  </a:cubicBezTo>
                  <a:close/>
                  <a:moveTo>
                    <a:pt x="13340" y="29620"/>
                  </a:moveTo>
                  <a:lnTo>
                    <a:pt x="79923" y="29620"/>
                  </a:lnTo>
                  <a:lnTo>
                    <a:pt x="79923" y="13946"/>
                  </a:lnTo>
                  <a:lnTo>
                    <a:pt x="13454" y="13946"/>
                  </a:ln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6658D794-841D-344C-BB21-5BC883B1D6B3}"/>
                </a:ext>
              </a:extLst>
            </p:cNvPr>
            <p:cNvSpPr/>
            <p:nvPr/>
          </p:nvSpPr>
          <p:spPr>
            <a:xfrm>
              <a:off x="5185417" y="2008158"/>
              <a:ext cx="13910" cy="56796"/>
            </a:xfrm>
            <a:custGeom>
              <a:avLst/>
              <a:gdLst>
                <a:gd name="connsiteX0" fmla="*/ 7013 w 13910"/>
                <a:gd name="connsiteY0" fmla="*/ 56797 h 56796"/>
                <a:gd name="connsiteX1" fmla="*/ 58 w 13910"/>
                <a:gd name="connsiteY1" fmla="*/ 49766 h 56796"/>
                <a:gd name="connsiteX2" fmla="*/ 58 w 13910"/>
                <a:gd name="connsiteY2" fmla="*/ 7929 h 56796"/>
                <a:gd name="connsiteX3" fmla="*/ 6067 w 13910"/>
                <a:gd name="connsiteY3" fmla="*/ 58 h 56796"/>
                <a:gd name="connsiteX4" fmla="*/ 13853 w 13910"/>
                <a:gd name="connsiteY4" fmla="*/ 6133 h 56796"/>
                <a:gd name="connsiteX5" fmla="*/ 13853 w 13910"/>
                <a:gd name="connsiteY5" fmla="*/ 7929 h 56796"/>
                <a:gd name="connsiteX6" fmla="*/ 13853 w 13910"/>
                <a:gd name="connsiteY6" fmla="*/ 49766 h 56796"/>
                <a:gd name="connsiteX7" fmla="*/ 7128 w 13910"/>
                <a:gd name="connsiteY7" fmla="*/ 56796 h 56796"/>
                <a:gd name="connsiteX8" fmla="*/ 7013 w 13910"/>
                <a:gd name="connsiteY8" fmla="*/ 56797 h 5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10" h="56796">
                  <a:moveTo>
                    <a:pt x="7013" y="56797"/>
                  </a:moveTo>
                  <a:cubicBezTo>
                    <a:pt x="3172" y="56797"/>
                    <a:pt x="58" y="53649"/>
                    <a:pt x="58" y="49766"/>
                  </a:cubicBezTo>
                  <a:lnTo>
                    <a:pt x="58" y="7929"/>
                  </a:lnTo>
                  <a:cubicBezTo>
                    <a:pt x="-433" y="4079"/>
                    <a:pt x="2257" y="555"/>
                    <a:pt x="6067" y="58"/>
                  </a:cubicBezTo>
                  <a:cubicBezTo>
                    <a:pt x="9876" y="-438"/>
                    <a:pt x="13363" y="2282"/>
                    <a:pt x="13853" y="6133"/>
                  </a:cubicBezTo>
                  <a:cubicBezTo>
                    <a:pt x="13929" y="6729"/>
                    <a:pt x="13929" y="7333"/>
                    <a:pt x="13853" y="7929"/>
                  </a:cubicBezTo>
                  <a:lnTo>
                    <a:pt x="13853" y="49766"/>
                  </a:lnTo>
                  <a:cubicBezTo>
                    <a:pt x="13916" y="53585"/>
                    <a:pt x="10905" y="56732"/>
                    <a:pt x="7128" y="56796"/>
                  </a:cubicBezTo>
                  <a:cubicBezTo>
                    <a:pt x="7089" y="56796"/>
                    <a:pt x="7051" y="56797"/>
                    <a:pt x="7013" y="5679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1B895CCF-E843-0244-A011-26E2357BEC00}"/>
                </a:ext>
              </a:extLst>
            </p:cNvPr>
            <p:cNvSpPr/>
            <p:nvPr/>
          </p:nvSpPr>
          <p:spPr>
            <a:xfrm>
              <a:off x="5276549" y="2059635"/>
              <a:ext cx="42786" cy="43255"/>
            </a:xfrm>
            <a:custGeom>
              <a:avLst/>
              <a:gdLst>
                <a:gd name="connsiteX0" fmla="*/ 6521 w 42786"/>
                <a:gd name="connsiteY0" fmla="*/ 43238 h 43255"/>
                <a:gd name="connsiteX1" fmla="*/ 14 w 42786"/>
                <a:gd name="connsiteY1" fmla="*/ 35782 h 43255"/>
                <a:gd name="connsiteX2" fmla="*/ 1619 w 42786"/>
                <a:gd name="connsiteY2" fmla="*/ 31712 h 43255"/>
                <a:gd name="connsiteX3" fmla="*/ 30920 w 42786"/>
                <a:gd name="connsiteY3" fmla="*/ 2092 h 43255"/>
                <a:gd name="connsiteX4" fmla="*/ 40593 w 42786"/>
                <a:gd name="connsiteY4" fmla="*/ 1959 h 43255"/>
                <a:gd name="connsiteX5" fmla="*/ 40725 w 42786"/>
                <a:gd name="connsiteY5" fmla="*/ 2092 h 43255"/>
                <a:gd name="connsiteX6" fmla="*/ 40905 w 42786"/>
                <a:gd name="connsiteY6" fmla="*/ 11707 h 43255"/>
                <a:gd name="connsiteX7" fmla="*/ 40725 w 42786"/>
                <a:gd name="connsiteY7" fmla="*/ 11889 h 43255"/>
                <a:gd name="connsiteX8" fmla="*/ 11424 w 42786"/>
                <a:gd name="connsiteY8" fmla="*/ 41624 h 43255"/>
                <a:gd name="connsiteX9" fmla="*/ 6521 w 42786"/>
                <a:gd name="connsiteY9" fmla="*/ 43238 h 4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786" h="43255">
                  <a:moveTo>
                    <a:pt x="6521" y="43238"/>
                  </a:moveTo>
                  <a:cubicBezTo>
                    <a:pt x="2688" y="42995"/>
                    <a:pt x="-226" y="39658"/>
                    <a:pt x="14" y="35782"/>
                  </a:cubicBezTo>
                  <a:cubicBezTo>
                    <a:pt x="106" y="34287"/>
                    <a:pt x="668" y="32862"/>
                    <a:pt x="1619" y="31712"/>
                  </a:cubicBezTo>
                  <a:lnTo>
                    <a:pt x="30920" y="2092"/>
                  </a:lnTo>
                  <a:cubicBezTo>
                    <a:pt x="33555" y="-645"/>
                    <a:pt x="37886" y="-704"/>
                    <a:pt x="40593" y="1959"/>
                  </a:cubicBezTo>
                  <a:cubicBezTo>
                    <a:pt x="40638" y="2003"/>
                    <a:pt x="40682" y="2047"/>
                    <a:pt x="40725" y="2092"/>
                  </a:cubicBezTo>
                  <a:cubicBezTo>
                    <a:pt x="43401" y="4697"/>
                    <a:pt x="43482" y="9002"/>
                    <a:pt x="40905" y="11707"/>
                  </a:cubicBezTo>
                  <a:cubicBezTo>
                    <a:pt x="40846" y="11769"/>
                    <a:pt x="40786" y="11829"/>
                    <a:pt x="40725" y="11889"/>
                  </a:cubicBezTo>
                  <a:lnTo>
                    <a:pt x="11424" y="41624"/>
                  </a:lnTo>
                  <a:cubicBezTo>
                    <a:pt x="10060" y="42788"/>
                    <a:pt x="8301" y="43367"/>
                    <a:pt x="6521" y="43238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7B789E0E-0F7A-1743-9C15-2CF49965B0E1}"/>
                </a:ext>
              </a:extLst>
            </p:cNvPr>
            <p:cNvSpPr/>
            <p:nvPr/>
          </p:nvSpPr>
          <p:spPr>
            <a:xfrm>
              <a:off x="5312851" y="2180495"/>
              <a:ext cx="57075" cy="14062"/>
            </a:xfrm>
            <a:custGeom>
              <a:avLst/>
              <a:gdLst>
                <a:gd name="connsiteX0" fmla="*/ 49231 w 57075"/>
                <a:gd name="connsiteY0" fmla="*/ 14004 h 14062"/>
                <a:gd name="connsiteX1" fmla="*/ 7844 w 57075"/>
                <a:gd name="connsiteY1" fmla="*/ 14004 h 14062"/>
                <a:gd name="connsiteX2" fmla="*/ 58 w 57075"/>
                <a:gd name="connsiteY2" fmla="*/ 7929 h 14062"/>
                <a:gd name="connsiteX3" fmla="*/ 6067 w 57075"/>
                <a:gd name="connsiteY3" fmla="*/ 58 h 14062"/>
                <a:gd name="connsiteX4" fmla="*/ 7844 w 57075"/>
                <a:gd name="connsiteY4" fmla="*/ 58 h 14062"/>
                <a:gd name="connsiteX5" fmla="*/ 49231 w 57075"/>
                <a:gd name="connsiteY5" fmla="*/ 58 h 14062"/>
                <a:gd name="connsiteX6" fmla="*/ 57017 w 57075"/>
                <a:gd name="connsiteY6" fmla="*/ 6133 h 14062"/>
                <a:gd name="connsiteX7" fmla="*/ 51008 w 57075"/>
                <a:gd name="connsiteY7" fmla="*/ 14004 h 14062"/>
                <a:gd name="connsiteX8" fmla="*/ 49231 w 5707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75" h="14062">
                  <a:moveTo>
                    <a:pt x="49231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49231" y="58"/>
                  </a:lnTo>
                  <a:cubicBezTo>
                    <a:pt x="53041" y="-438"/>
                    <a:pt x="56527" y="2282"/>
                    <a:pt x="57017" y="6133"/>
                  </a:cubicBezTo>
                  <a:cubicBezTo>
                    <a:pt x="57508" y="9984"/>
                    <a:pt x="54818" y="13508"/>
                    <a:pt x="51008" y="14004"/>
                  </a:cubicBezTo>
                  <a:cubicBezTo>
                    <a:pt x="50418" y="14081"/>
                    <a:pt x="49821" y="14081"/>
                    <a:pt x="49231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2E0EADF7-46DB-124A-9322-7A5B96C077D2}"/>
                </a:ext>
              </a:extLst>
            </p:cNvPr>
            <p:cNvSpPr/>
            <p:nvPr/>
          </p:nvSpPr>
          <p:spPr>
            <a:xfrm>
              <a:off x="5014934" y="2180495"/>
              <a:ext cx="57075" cy="14062"/>
            </a:xfrm>
            <a:custGeom>
              <a:avLst/>
              <a:gdLst>
                <a:gd name="connsiteX0" fmla="*/ 49231 w 57075"/>
                <a:gd name="connsiteY0" fmla="*/ 14004 h 14062"/>
                <a:gd name="connsiteX1" fmla="*/ 7844 w 57075"/>
                <a:gd name="connsiteY1" fmla="*/ 14004 h 14062"/>
                <a:gd name="connsiteX2" fmla="*/ 58 w 57075"/>
                <a:gd name="connsiteY2" fmla="*/ 7929 h 14062"/>
                <a:gd name="connsiteX3" fmla="*/ 6067 w 57075"/>
                <a:gd name="connsiteY3" fmla="*/ 58 h 14062"/>
                <a:gd name="connsiteX4" fmla="*/ 7844 w 57075"/>
                <a:gd name="connsiteY4" fmla="*/ 58 h 14062"/>
                <a:gd name="connsiteX5" fmla="*/ 49231 w 57075"/>
                <a:gd name="connsiteY5" fmla="*/ 58 h 14062"/>
                <a:gd name="connsiteX6" fmla="*/ 57017 w 57075"/>
                <a:gd name="connsiteY6" fmla="*/ 6133 h 14062"/>
                <a:gd name="connsiteX7" fmla="*/ 51008 w 57075"/>
                <a:gd name="connsiteY7" fmla="*/ 14004 h 14062"/>
                <a:gd name="connsiteX8" fmla="*/ 49231 w 5707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75" h="14062">
                  <a:moveTo>
                    <a:pt x="49231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49231" y="58"/>
                  </a:lnTo>
                  <a:cubicBezTo>
                    <a:pt x="53041" y="-438"/>
                    <a:pt x="56527" y="2282"/>
                    <a:pt x="57017" y="6133"/>
                  </a:cubicBezTo>
                  <a:cubicBezTo>
                    <a:pt x="57508" y="9984"/>
                    <a:pt x="54818" y="13508"/>
                    <a:pt x="51008" y="14004"/>
                  </a:cubicBezTo>
                  <a:cubicBezTo>
                    <a:pt x="50418" y="14081"/>
                    <a:pt x="49821" y="14081"/>
                    <a:pt x="49231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6B5D0CF-7B3B-7D49-9BF6-4D2675C4E59F}"/>
                </a:ext>
              </a:extLst>
            </p:cNvPr>
            <p:cNvSpPr/>
            <p:nvPr/>
          </p:nvSpPr>
          <p:spPr>
            <a:xfrm>
              <a:off x="5065578" y="2059353"/>
              <a:ext cx="43765" cy="43577"/>
            </a:xfrm>
            <a:custGeom>
              <a:avLst/>
              <a:gdLst>
                <a:gd name="connsiteX0" fmla="*/ 36211 w 43765"/>
                <a:gd name="connsiteY0" fmla="*/ 43520 h 43577"/>
                <a:gd name="connsiteX1" fmla="*/ 31309 w 43765"/>
                <a:gd name="connsiteY1" fmla="*/ 41906 h 43577"/>
                <a:gd name="connsiteX2" fmla="*/ 2007 w 43765"/>
                <a:gd name="connsiteY2" fmla="*/ 11825 h 43577"/>
                <a:gd name="connsiteX3" fmla="*/ 2007 w 43765"/>
                <a:gd name="connsiteY3" fmla="*/ 2029 h 43577"/>
                <a:gd name="connsiteX4" fmla="*/ 11698 w 43765"/>
                <a:gd name="connsiteY4" fmla="*/ 2029 h 43577"/>
                <a:gd name="connsiteX5" fmla="*/ 41456 w 43765"/>
                <a:gd name="connsiteY5" fmla="*/ 31649 h 43577"/>
                <a:gd name="connsiteX6" fmla="*/ 42112 w 43765"/>
                <a:gd name="connsiteY6" fmla="*/ 41242 h 43577"/>
                <a:gd name="connsiteX7" fmla="*/ 41456 w 43765"/>
                <a:gd name="connsiteY7" fmla="*/ 41906 h 43577"/>
                <a:gd name="connsiteX8" fmla="*/ 36211 w 43765"/>
                <a:gd name="connsiteY8" fmla="*/ 43520 h 4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65" h="43577">
                  <a:moveTo>
                    <a:pt x="36211" y="43520"/>
                  </a:moveTo>
                  <a:cubicBezTo>
                    <a:pt x="34431" y="43649"/>
                    <a:pt x="32672" y="43070"/>
                    <a:pt x="31309" y="41906"/>
                  </a:cubicBezTo>
                  <a:lnTo>
                    <a:pt x="2007" y="11825"/>
                  </a:lnTo>
                  <a:cubicBezTo>
                    <a:pt x="-669" y="9120"/>
                    <a:pt x="-669" y="4734"/>
                    <a:pt x="2007" y="2029"/>
                  </a:cubicBezTo>
                  <a:cubicBezTo>
                    <a:pt x="4683" y="-676"/>
                    <a:pt x="9022" y="-676"/>
                    <a:pt x="11698" y="2029"/>
                  </a:cubicBezTo>
                  <a:lnTo>
                    <a:pt x="41456" y="31649"/>
                  </a:lnTo>
                  <a:cubicBezTo>
                    <a:pt x="44258" y="34115"/>
                    <a:pt x="44552" y="38410"/>
                    <a:pt x="42112" y="41242"/>
                  </a:cubicBezTo>
                  <a:cubicBezTo>
                    <a:pt x="41909" y="41479"/>
                    <a:pt x="41689" y="41701"/>
                    <a:pt x="41456" y="41906"/>
                  </a:cubicBezTo>
                  <a:cubicBezTo>
                    <a:pt x="40021" y="43186"/>
                    <a:pt x="38108" y="43774"/>
                    <a:pt x="36211" y="43520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D4DDBEC7-48CF-8846-975D-665004A701FA}"/>
                </a:ext>
              </a:extLst>
            </p:cNvPr>
            <p:cNvSpPr/>
            <p:nvPr/>
          </p:nvSpPr>
          <p:spPr>
            <a:xfrm>
              <a:off x="5155503" y="2235314"/>
              <a:ext cx="72708" cy="74437"/>
            </a:xfrm>
            <a:custGeom>
              <a:avLst/>
              <a:gdLst>
                <a:gd name="connsiteX0" fmla="*/ 51635 w 72708"/>
                <a:gd name="connsiteY0" fmla="*/ 74437 h 74437"/>
                <a:gd name="connsiteX1" fmla="*/ 50039 w 72708"/>
                <a:gd name="connsiteY1" fmla="*/ 74437 h 74437"/>
                <a:gd name="connsiteX2" fmla="*/ 44908 w 72708"/>
                <a:gd name="connsiteY2" fmla="*/ 66024 h 74437"/>
                <a:gd name="connsiteX3" fmla="*/ 56309 w 72708"/>
                <a:gd name="connsiteY3" fmla="*/ 18079 h 74437"/>
                <a:gd name="connsiteX4" fmla="*/ 16975 w 72708"/>
                <a:gd name="connsiteY4" fmla="*/ 18079 h 74437"/>
                <a:gd name="connsiteX5" fmla="*/ 28376 w 72708"/>
                <a:gd name="connsiteY5" fmla="*/ 66024 h 74437"/>
                <a:gd name="connsiteX6" fmla="*/ 22550 w 72708"/>
                <a:gd name="connsiteY6" fmla="*/ 74035 h 74437"/>
                <a:gd name="connsiteX7" fmla="*/ 14923 w 72708"/>
                <a:gd name="connsiteY7" fmla="*/ 69366 h 74437"/>
                <a:gd name="connsiteX8" fmla="*/ 215 w 72708"/>
                <a:gd name="connsiteY8" fmla="*/ 8628 h 74437"/>
                <a:gd name="connsiteX9" fmla="*/ 5148 w 72708"/>
                <a:gd name="connsiteY9" fmla="*/ 216 h 74437"/>
                <a:gd name="connsiteX10" fmla="*/ 9792 w 72708"/>
                <a:gd name="connsiteY10" fmla="*/ 676 h 74437"/>
                <a:gd name="connsiteX11" fmla="*/ 62808 w 72708"/>
                <a:gd name="connsiteY11" fmla="*/ 676 h 74437"/>
                <a:gd name="connsiteX12" fmla="*/ 70219 w 72708"/>
                <a:gd name="connsiteY12" fmla="*/ 1598 h 74437"/>
                <a:gd name="connsiteX13" fmla="*/ 72499 w 72708"/>
                <a:gd name="connsiteY13" fmla="*/ 8628 h 74437"/>
                <a:gd name="connsiteX14" fmla="*/ 57792 w 72708"/>
                <a:gd name="connsiteY14" fmla="*/ 69366 h 74437"/>
                <a:gd name="connsiteX15" fmla="*/ 51635 w 72708"/>
                <a:gd name="connsiteY15" fmla="*/ 74437 h 7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708" h="74437">
                  <a:moveTo>
                    <a:pt x="51635" y="74437"/>
                  </a:moveTo>
                  <a:lnTo>
                    <a:pt x="50039" y="74437"/>
                  </a:lnTo>
                  <a:cubicBezTo>
                    <a:pt x="46338" y="73526"/>
                    <a:pt x="44051" y="69776"/>
                    <a:pt x="44908" y="66024"/>
                  </a:cubicBezTo>
                  <a:lnTo>
                    <a:pt x="56309" y="18079"/>
                  </a:lnTo>
                  <a:cubicBezTo>
                    <a:pt x="43421" y="21539"/>
                    <a:pt x="29863" y="21539"/>
                    <a:pt x="16975" y="18079"/>
                  </a:cubicBezTo>
                  <a:lnTo>
                    <a:pt x="28376" y="66024"/>
                  </a:lnTo>
                  <a:cubicBezTo>
                    <a:pt x="28956" y="69862"/>
                    <a:pt x="26347" y="73449"/>
                    <a:pt x="22550" y="74035"/>
                  </a:cubicBezTo>
                  <a:cubicBezTo>
                    <a:pt x="19226" y="74548"/>
                    <a:pt x="16014" y="72582"/>
                    <a:pt x="14923" y="69366"/>
                  </a:cubicBezTo>
                  <a:lnTo>
                    <a:pt x="215" y="8628"/>
                  </a:lnTo>
                  <a:cubicBezTo>
                    <a:pt x="-721" y="4928"/>
                    <a:pt x="1487" y="1162"/>
                    <a:pt x="5148" y="216"/>
                  </a:cubicBezTo>
                  <a:cubicBezTo>
                    <a:pt x="6701" y="-186"/>
                    <a:pt x="8345" y="-23"/>
                    <a:pt x="9792" y="676"/>
                  </a:cubicBezTo>
                  <a:cubicBezTo>
                    <a:pt x="26577" y="8679"/>
                    <a:pt x="46023" y="8679"/>
                    <a:pt x="62808" y="676"/>
                  </a:cubicBezTo>
                  <a:cubicBezTo>
                    <a:pt x="65251" y="-468"/>
                    <a:pt x="68124" y="-111"/>
                    <a:pt x="70219" y="1598"/>
                  </a:cubicBezTo>
                  <a:cubicBezTo>
                    <a:pt x="72260" y="3299"/>
                    <a:pt x="73148" y="6036"/>
                    <a:pt x="72499" y="8628"/>
                  </a:cubicBezTo>
                  <a:lnTo>
                    <a:pt x="57792" y="69366"/>
                  </a:lnTo>
                  <a:cubicBezTo>
                    <a:pt x="56961" y="72172"/>
                    <a:pt x="54521" y="74182"/>
                    <a:pt x="51635" y="7443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14" name="Freeform 113">
            <a:extLst>
              <a:ext uri="{FF2B5EF4-FFF2-40B4-BE49-F238E27FC236}">
                <a16:creationId xmlns:a16="http://schemas.microsoft.com/office/drawing/2014/main" id="{E40B60D6-0AC2-BD47-B8E1-B63802DADFC1}"/>
              </a:ext>
            </a:extLst>
          </p:cNvPr>
          <p:cNvSpPr>
            <a:spLocks/>
          </p:cNvSpPr>
          <p:nvPr/>
        </p:nvSpPr>
        <p:spPr bwMode="auto">
          <a:xfrm rot="1800000">
            <a:off x="4529054" y="1855951"/>
            <a:ext cx="2178257" cy="1755412"/>
          </a:xfrm>
          <a:custGeom>
            <a:avLst/>
            <a:gdLst>
              <a:gd name="connsiteX0" fmla="*/ 490363 w 2178257"/>
              <a:gd name="connsiteY0" fmla="*/ 171248 h 1755412"/>
              <a:gd name="connsiteX1" fmla="*/ 2178257 w 2178257"/>
              <a:gd name="connsiteY1" fmla="*/ 89757 h 1755412"/>
              <a:gd name="connsiteX2" fmla="*/ 1898712 w 2178257"/>
              <a:gd name="connsiteY2" fmla="*/ 113960 h 1755412"/>
              <a:gd name="connsiteX3" fmla="*/ 1892913 w 2178257"/>
              <a:gd name="connsiteY3" fmla="*/ 115180 h 1755412"/>
              <a:gd name="connsiteX4" fmla="*/ 1836538 w 2178257"/>
              <a:gd name="connsiteY4" fmla="*/ 106092 h 1755412"/>
              <a:gd name="connsiteX5" fmla="*/ 198633 w 2178257"/>
              <a:gd name="connsiteY5" fmla="*/ 523400 h 1755412"/>
              <a:gd name="connsiteX6" fmla="*/ 412811 w 2178257"/>
              <a:gd name="connsiteY6" fmla="*/ 1637675 h 1755412"/>
              <a:gd name="connsiteX7" fmla="*/ 417458 w 2178257"/>
              <a:gd name="connsiteY7" fmla="*/ 1642432 h 1755412"/>
              <a:gd name="connsiteX8" fmla="*/ 403868 w 2178257"/>
              <a:gd name="connsiteY8" fmla="*/ 1688480 h 1755412"/>
              <a:gd name="connsiteX9" fmla="*/ 385496 w 2178257"/>
              <a:gd name="connsiteY9" fmla="*/ 1755412 h 1755412"/>
              <a:gd name="connsiteX10" fmla="*/ 122763 w 2178257"/>
              <a:gd name="connsiteY10" fmla="*/ 502304 h 1755412"/>
              <a:gd name="connsiteX11" fmla="*/ 490363 w 2178257"/>
              <a:gd name="connsiteY11" fmla="*/ 171248 h 175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78257" h="1755412">
                <a:moveTo>
                  <a:pt x="490363" y="171248"/>
                </a:moveTo>
                <a:cubicBezTo>
                  <a:pt x="1137591" y="-158757"/>
                  <a:pt x="2178257" y="89757"/>
                  <a:pt x="2178257" y="89757"/>
                </a:cubicBezTo>
                <a:cubicBezTo>
                  <a:pt x="2178257" y="89757"/>
                  <a:pt x="2065244" y="86856"/>
                  <a:pt x="1898712" y="113960"/>
                </a:cubicBezTo>
                <a:lnTo>
                  <a:pt x="1892913" y="115180"/>
                </a:lnTo>
                <a:lnTo>
                  <a:pt x="1836538" y="106092"/>
                </a:lnTo>
                <a:cubicBezTo>
                  <a:pt x="1413067" y="43463"/>
                  <a:pt x="525292" y="-14551"/>
                  <a:pt x="198633" y="523400"/>
                </a:cubicBezTo>
                <a:cubicBezTo>
                  <a:pt x="-108707" y="1036152"/>
                  <a:pt x="304666" y="1523779"/>
                  <a:pt x="412811" y="1637675"/>
                </a:cubicBezTo>
                <a:lnTo>
                  <a:pt x="417458" y="1642432"/>
                </a:lnTo>
                <a:lnTo>
                  <a:pt x="403868" y="1688480"/>
                </a:lnTo>
                <a:cubicBezTo>
                  <a:pt x="391654" y="1730937"/>
                  <a:pt x="385496" y="1755412"/>
                  <a:pt x="385496" y="1755412"/>
                </a:cubicBezTo>
                <a:cubicBezTo>
                  <a:pt x="385496" y="1755412"/>
                  <a:pt x="-263607" y="1146906"/>
                  <a:pt x="122763" y="502304"/>
                </a:cubicBezTo>
                <a:cubicBezTo>
                  <a:pt x="212594" y="354367"/>
                  <a:pt x="341003" y="247403"/>
                  <a:pt x="490363" y="171248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dirty="0"/>
          </a:p>
        </p:txBody>
      </p:sp>
      <p:sp>
        <p:nvSpPr>
          <p:cNvPr id="113" name="Freeform 112">
            <a:extLst>
              <a:ext uri="{FF2B5EF4-FFF2-40B4-BE49-F238E27FC236}">
                <a16:creationId xmlns:a16="http://schemas.microsoft.com/office/drawing/2014/main" id="{786D204E-B4F2-9741-91A3-82D7901F58EE}"/>
              </a:ext>
            </a:extLst>
          </p:cNvPr>
          <p:cNvSpPr>
            <a:spLocks/>
          </p:cNvSpPr>
          <p:nvPr/>
        </p:nvSpPr>
        <p:spPr bwMode="auto">
          <a:xfrm rot="1800000">
            <a:off x="5909876" y="1748356"/>
            <a:ext cx="2137353" cy="1854214"/>
          </a:xfrm>
          <a:custGeom>
            <a:avLst/>
            <a:gdLst>
              <a:gd name="connsiteX0" fmla="*/ 530372 w 2137353"/>
              <a:gd name="connsiteY0" fmla="*/ 94213 h 1854214"/>
              <a:gd name="connsiteX1" fmla="*/ 1112454 w 2137353"/>
              <a:gd name="connsiteY1" fmla="*/ 24841 h 1854214"/>
              <a:gd name="connsiteX2" fmla="*/ 2137353 w 2137353"/>
              <a:gd name="connsiteY2" fmla="*/ 1854214 h 1854214"/>
              <a:gd name="connsiteX3" fmla="*/ 2027085 w 2137353"/>
              <a:gd name="connsiteY3" fmla="*/ 1593607 h 1854214"/>
              <a:gd name="connsiteX4" fmla="*/ 2016114 w 2137353"/>
              <a:gd name="connsiteY4" fmla="*/ 1574460 h 1854214"/>
              <a:gd name="connsiteX5" fmla="*/ 2009182 w 2137353"/>
              <a:gd name="connsiteY5" fmla="*/ 1529594 h 1854214"/>
              <a:gd name="connsiteX6" fmla="*/ 1108474 w 2137353"/>
              <a:gd name="connsiteY6" fmla="*/ 100032 h 1854214"/>
              <a:gd name="connsiteX7" fmla="*/ 113339 w 2137353"/>
              <a:gd name="connsiteY7" fmla="*/ 644956 h 1854214"/>
              <a:gd name="connsiteX8" fmla="*/ 108572 w 2137353"/>
              <a:gd name="connsiteY8" fmla="*/ 654021 h 1854214"/>
              <a:gd name="connsiteX9" fmla="*/ 69291 w 2137353"/>
              <a:gd name="connsiteY9" fmla="*/ 655216 h 1854214"/>
              <a:gd name="connsiteX10" fmla="*/ 0 w 2137353"/>
              <a:gd name="connsiteY10" fmla="*/ 658681 h 1854214"/>
              <a:gd name="connsiteX11" fmla="*/ 530372 w 2137353"/>
              <a:gd name="connsiteY11" fmla="*/ 94213 h 1854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37353" h="1854214">
                <a:moveTo>
                  <a:pt x="530372" y="94213"/>
                </a:moveTo>
                <a:cubicBezTo>
                  <a:pt x="689570" y="11455"/>
                  <a:pt x="883912" y="-29911"/>
                  <a:pt x="1112454" y="24841"/>
                </a:cubicBezTo>
                <a:cubicBezTo>
                  <a:pt x="2008597" y="230968"/>
                  <a:pt x="2137353" y="1854214"/>
                  <a:pt x="2137353" y="1854214"/>
                </a:cubicBezTo>
                <a:cubicBezTo>
                  <a:pt x="2137353" y="1854214"/>
                  <a:pt x="2104761" y="1744790"/>
                  <a:pt x="2027085" y="1593607"/>
                </a:cubicBezTo>
                <a:lnTo>
                  <a:pt x="2016114" y="1574460"/>
                </a:lnTo>
                <a:lnTo>
                  <a:pt x="2009182" y="1529594"/>
                </a:lnTo>
                <a:cubicBezTo>
                  <a:pt x="1938073" y="1105776"/>
                  <a:pt x="1719480" y="240572"/>
                  <a:pt x="1108474" y="100032"/>
                </a:cubicBezTo>
                <a:cubicBezTo>
                  <a:pt x="526730" y="-39338"/>
                  <a:pt x="188745" y="506355"/>
                  <a:pt x="113339" y="644956"/>
                </a:cubicBezTo>
                <a:lnTo>
                  <a:pt x="108572" y="654021"/>
                </a:lnTo>
                <a:lnTo>
                  <a:pt x="69291" y="655216"/>
                </a:lnTo>
                <a:cubicBezTo>
                  <a:pt x="25168" y="656869"/>
                  <a:pt x="0" y="658681"/>
                  <a:pt x="0" y="658681"/>
                </a:cubicBezTo>
                <a:cubicBezTo>
                  <a:pt x="0" y="658681"/>
                  <a:pt x="180138" y="276280"/>
                  <a:pt x="530372" y="94213"/>
                </a:cubicBez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17" name="Freeform 116">
            <a:extLst>
              <a:ext uri="{FF2B5EF4-FFF2-40B4-BE49-F238E27FC236}">
                <a16:creationId xmlns:a16="http://schemas.microsoft.com/office/drawing/2014/main" id="{BE853060-2785-7D4F-9269-BED743262A5E}"/>
              </a:ext>
            </a:extLst>
          </p:cNvPr>
          <p:cNvSpPr>
            <a:spLocks/>
          </p:cNvSpPr>
          <p:nvPr/>
        </p:nvSpPr>
        <p:spPr bwMode="auto">
          <a:xfrm rot="1800000">
            <a:off x="6755218" y="3028614"/>
            <a:ext cx="1423690" cy="2397126"/>
          </a:xfrm>
          <a:custGeom>
            <a:avLst/>
            <a:gdLst>
              <a:gd name="connsiteX0" fmla="*/ 468454 w 1423690"/>
              <a:gd name="connsiteY0" fmla="*/ 0 h 2397126"/>
              <a:gd name="connsiteX1" fmla="*/ 1420805 w 1423690"/>
              <a:gd name="connsiteY1" fmla="*/ 855748 h 2397126"/>
              <a:gd name="connsiteX2" fmla="*/ 0 w 1423690"/>
              <a:gd name="connsiteY2" fmla="*/ 2397126 h 2397126"/>
              <a:gd name="connsiteX3" fmla="*/ 155434 w 1423690"/>
              <a:gd name="connsiteY3" fmla="*/ 2267902 h 2397126"/>
              <a:gd name="connsiteX4" fmla="*/ 194127 w 1423690"/>
              <a:gd name="connsiteY4" fmla="*/ 2230403 h 2397126"/>
              <a:gd name="connsiteX5" fmla="*/ 272956 w 1423690"/>
              <a:gd name="connsiteY5" fmla="*/ 2190469 h 2397126"/>
              <a:gd name="connsiteX6" fmla="*/ 1352907 w 1423690"/>
              <a:gd name="connsiteY6" fmla="*/ 890855 h 2397126"/>
              <a:gd name="connsiteX7" fmla="*/ 521838 w 1423690"/>
              <a:gd name="connsiteY7" fmla="*/ 118458 h 2397126"/>
              <a:gd name="connsiteX8" fmla="*/ 512245 w 1423690"/>
              <a:gd name="connsiteY8" fmla="*/ 116856 h 2397126"/>
              <a:gd name="connsiteX9" fmla="*/ 510602 w 1423690"/>
              <a:gd name="connsiteY9" fmla="*/ 112124 h 2397126"/>
              <a:gd name="connsiteX10" fmla="*/ 468454 w 1423690"/>
              <a:gd name="connsiteY10" fmla="*/ 0 h 2397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23690" h="2397126">
                <a:moveTo>
                  <a:pt x="468454" y="0"/>
                </a:moveTo>
                <a:cubicBezTo>
                  <a:pt x="468454" y="0"/>
                  <a:pt x="1353883" y="108257"/>
                  <a:pt x="1420805" y="855748"/>
                </a:cubicBezTo>
                <a:cubicBezTo>
                  <a:pt x="1498022" y="1773358"/>
                  <a:pt x="0" y="2397126"/>
                  <a:pt x="0" y="2397126"/>
                </a:cubicBezTo>
                <a:cubicBezTo>
                  <a:pt x="0" y="2397126"/>
                  <a:pt x="64851" y="2352321"/>
                  <a:pt x="155434" y="2267902"/>
                </a:cubicBezTo>
                <a:lnTo>
                  <a:pt x="194127" y="2230403"/>
                </a:lnTo>
                <a:lnTo>
                  <a:pt x="272956" y="2190469"/>
                </a:lnTo>
                <a:cubicBezTo>
                  <a:pt x="652683" y="1991880"/>
                  <a:pt x="1405555" y="1516498"/>
                  <a:pt x="1352907" y="890855"/>
                </a:cubicBezTo>
                <a:cubicBezTo>
                  <a:pt x="1299673" y="296260"/>
                  <a:pt x="676740" y="146586"/>
                  <a:pt x="521838" y="118458"/>
                </a:cubicBezTo>
                <a:lnTo>
                  <a:pt x="512245" y="116856"/>
                </a:lnTo>
                <a:lnTo>
                  <a:pt x="510602" y="112124"/>
                </a:lnTo>
                <a:cubicBezTo>
                  <a:pt x="485506" y="41563"/>
                  <a:pt x="468454" y="0"/>
                  <a:pt x="468454" y="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16" name="Freeform 115">
            <a:extLst>
              <a:ext uri="{FF2B5EF4-FFF2-40B4-BE49-F238E27FC236}">
                <a16:creationId xmlns:a16="http://schemas.microsoft.com/office/drawing/2014/main" id="{EC72AD68-B382-C142-8DF3-7183822D6BCF}"/>
              </a:ext>
            </a:extLst>
          </p:cNvPr>
          <p:cNvSpPr>
            <a:spLocks/>
          </p:cNvSpPr>
          <p:nvPr/>
        </p:nvSpPr>
        <p:spPr bwMode="auto">
          <a:xfrm rot="1800000">
            <a:off x="4700574" y="4326828"/>
            <a:ext cx="2444617" cy="1234304"/>
          </a:xfrm>
          <a:custGeom>
            <a:avLst/>
            <a:gdLst>
              <a:gd name="connsiteX0" fmla="*/ 0 w 2444617"/>
              <a:gd name="connsiteY0" fmla="*/ 293751 h 1234304"/>
              <a:gd name="connsiteX1" fmla="*/ 170475 w 2444617"/>
              <a:gd name="connsiteY1" fmla="*/ 401640 h 1234304"/>
              <a:gd name="connsiteX2" fmla="*/ 194975 w 2444617"/>
              <a:gd name="connsiteY2" fmla="*/ 414633 h 1234304"/>
              <a:gd name="connsiteX3" fmla="*/ 203790 w 2444617"/>
              <a:gd name="connsiteY3" fmla="*/ 423934 h 1234304"/>
              <a:gd name="connsiteX4" fmla="*/ 1838177 w 2444617"/>
              <a:gd name="connsiteY4" fmla="*/ 1119185 h 1234304"/>
              <a:gd name="connsiteX5" fmla="*/ 2321253 w 2444617"/>
              <a:gd name="connsiteY5" fmla="*/ 90430 h 1234304"/>
              <a:gd name="connsiteX6" fmla="*/ 2320324 w 2444617"/>
              <a:gd name="connsiteY6" fmla="*/ 84179 h 1234304"/>
              <a:gd name="connsiteX7" fmla="*/ 2333001 w 2444617"/>
              <a:gd name="connsiteY7" fmla="*/ 74565 h 1234304"/>
              <a:gd name="connsiteX8" fmla="*/ 2426289 w 2444617"/>
              <a:gd name="connsiteY8" fmla="*/ 0 h 1234304"/>
              <a:gd name="connsiteX9" fmla="*/ 1900851 w 2444617"/>
              <a:gd name="connsiteY9" fmla="*/ 1169850 h 1234304"/>
              <a:gd name="connsiteX10" fmla="*/ 0 w 2444617"/>
              <a:gd name="connsiteY10" fmla="*/ 293751 h 123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44617" h="1234304">
                <a:moveTo>
                  <a:pt x="0" y="293751"/>
                </a:moveTo>
                <a:cubicBezTo>
                  <a:pt x="0" y="293751"/>
                  <a:pt x="62380" y="341562"/>
                  <a:pt x="170475" y="401640"/>
                </a:cubicBezTo>
                <a:lnTo>
                  <a:pt x="194975" y="414633"/>
                </a:lnTo>
                <a:lnTo>
                  <a:pt x="203790" y="423934"/>
                </a:lnTo>
                <a:cubicBezTo>
                  <a:pt x="463390" y="691897"/>
                  <a:pt x="1214159" y="1381840"/>
                  <a:pt x="1838177" y="1119185"/>
                </a:cubicBezTo>
                <a:cubicBezTo>
                  <a:pt x="2391362" y="885520"/>
                  <a:pt x="2342189" y="246527"/>
                  <a:pt x="2321253" y="90430"/>
                </a:cubicBezTo>
                <a:lnTo>
                  <a:pt x="2320324" y="84179"/>
                </a:lnTo>
                <a:lnTo>
                  <a:pt x="2333001" y="74565"/>
                </a:lnTo>
                <a:cubicBezTo>
                  <a:pt x="2392161" y="28989"/>
                  <a:pt x="2426289" y="0"/>
                  <a:pt x="2426289" y="0"/>
                </a:cubicBezTo>
                <a:cubicBezTo>
                  <a:pt x="2426289" y="0"/>
                  <a:pt x="2596284" y="876100"/>
                  <a:pt x="1900851" y="1169850"/>
                </a:cubicBezTo>
                <a:cubicBezTo>
                  <a:pt x="1056028" y="1525444"/>
                  <a:pt x="0" y="293751"/>
                  <a:pt x="0" y="293751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53A2B45F-278F-AA48-8511-E331AA5D25A7}"/>
              </a:ext>
            </a:extLst>
          </p:cNvPr>
          <p:cNvSpPr>
            <a:spLocks/>
          </p:cNvSpPr>
          <p:nvPr/>
        </p:nvSpPr>
        <p:spPr bwMode="auto">
          <a:xfrm rot="1800000">
            <a:off x="4369755" y="2603348"/>
            <a:ext cx="1488056" cy="2378083"/>
          </a:xfrm>
          <a:custGeom>
            <a:avLst/>
            <a:gdLst>
              <a:gd name="connsiteX0" fmla="*/ 482541 w 1488056"/>
              <a:gd name="connsiteY0" fmla="*/ 1169575 h 2378083"/>
              <a:gd name="connsiteX1" fmla="*/ 529356 w 1488056"/>
              <a:gd name="connsiteY1" fmla="*/ 1276434 h 2378083"/>
              <a:gd name="connsiteX2" fmla="*/ 595715 w 1488056"/>
              <a:gd name="connsiteY2" fmla="*/ 1394187 h 2378083"/>
              <a:gd name="connsiteX3" fmla="*/ 592848 w 1488056"/>
              <a:gd name="connsiteY3" fmla="*/ 1390252 h 2378083"/>
              <a:gd name="connsiteX4" fmla="*/ 482765 w 1488056"/>
              <a:gd name="connsiteY4" fmla="*/ 1170253 h 2378083"/>
              <a:gd name="connsiteX5" fmla="*/ 463155 w 1488056"/>
              <a:gd name="connsiteY5" fmla="*/ 0 h 2378083"/>
              <a:gd name="connsiteX6" fmla="*/ 427586 w 1488056"/>
              <a:gd name="connsiteY6" fmla="*/ 129077 h 2378083"/>
              <a:gd name="connsiteX7" fmla="*/ 407492 w 1488056"/>
              <a:gd name="connsiteY7" fmla="*/ 233675 h 2378083"/>
              <a:gd name="connsiteX8" fmla="*/ 403431 w 1488056"/>
              <a:gd name="connsiteY8" fmla="*/ 241108 h 2378083"/>
              <a:gd name="connsiteX9" fmla="*/ 246376 w 1488056"/>
              <a:gd name="connsiteY9" fmla="*/ 2013348 h 2378083"/>
              <a:gd name="connsiteX10" fmla="*/ 1371586 w 1488056"/>
              <a:gd name="connsiteY10" fmla="*/ 2155735 h 2378083"/>
              <a:gd name="connsiteX11" fmla="*/ 1381957 w 1488056"/>
              <a:gd name="connsiteY11" fmla="*/ 2150550 h 2378083"/>
              <a:gd name="connsiteX12" fmla="*/ 1388672 w 1488056"/>
              <a:gd name="connsiteY12" fmla="*/ 2155338 h 2378083"/>
              <a:gd name="connsiteX13" fmla="*/ 1488056 w 1488056"/>
              <a:gd name="connsiteY13" fmla="*/ 2221125 h 2378083"/>
              <a:gd name="connsiteX14" fmla="*/ 215942 w 1488056"/>
              <a:gd name="connsiteY14" fmla="*/ 2081982 h 2378083"/>
              <a:gd name="connsiteX15" fmla="*/ 463155 w 1488056"/>
              <a:gd name="connsiteY15" fmla="*/ 0 h 2378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488056" h="2378083">
                <a:moveTo>
                  <a:pt x="482541" y="1169575"/>
                </a:moveTo>
                <a:lnTo>
                  <a:pt x="529356" y="1276434"/>
                </a:lnTo>
                <a:lnTo>
                  <a:pt x="595715" y="1394187"/>
                </a:lnTo>
                <a:lnTo>
                  <a:pt x="592848" y="1390252"/>
                </a:lnTo>
                <a:cubicBezTo>
                  <a:pt x="547197" y="1318222"/>
                  <a:pt x="511058" y="1244361"/>
                  <a:pt x="482765" y="1170253"/>
                </a:cubicBezTo>
                <a:close/>
                <a:moveTo>
                  <a:pt x="463155" y="0"/>
                </a:moveTo>
                <a:cubicBezTo>
                  <a:pt x="463155" y="0"/>
                  <a:pt x="446417" y="47669"/>
                  <a:pt x="427586" y="129077"/>
                </a:cubicBezTo>
                <a:lnTo>
                  <a:pt x="407492" y="233675"/>
                </a:lnTo>
                <a:lnTo>
                  <a:pt x="403431" y="241108"/>
                </a:lnTo>
                <a:cubicBezTo>
                  <a:pt x="227831" y="571159"/>
                  <a:pt x="-198711" y="1499470"/>
                  <a:pt x="246376" y="2013348"/>
                </a:cubicBezTo>
                <a:cubicBezTo>
                  <a:pt x="639668" y="2468371"/>
                  <a:pt x="1230119" y="2223950"/>
                  <a:pt x="1371586" y="2155735"/>
                </a:cubicBezTo>
                <a:lnTo>
                  <a:pt x="1381957" y="2150550"/>
                </a:lnTo>
                <a:lnTo>
                  <a:pt x="1388672" y="2155338"/>
                </a:lnTo>
                <a:cubicBezTo>
                  <a:pt x="1450073" y="2197612"/>
                  <a:pt x="1488056" y="2221125"/>
                  <a:pt x="1488056" y="2221125"/>
                </a:cubicBezTo>
                <a:cubicBezTo>
                  <a:pt x="1488056" y="2221125"/>
                  <a:pt x="710367" y="2654012"/>
                  <a:pt x="215942" y="2081982"/>
                </a:cubicBezTo>
                <a:cubicBezTo>
                  <a:pt x="-386638" y="1386271"/>
                  <a:pt x="463155" y="0"/>
                  <a:pt x="463155" y="0"/>
                </a:cubicBezTo>
                <a:close/>
              </a:path>
            </a:pathLst>
          </a:custGeom>
          <a:solidFill>
            <a:schemeClr val="accent4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dirty="0"/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44439AE0-ED74-AD41-8622-DC8B3BDB56AD}"/>
              </a:ext>
            </a:extLst>
          </p:cNvPr>
          <p:cNvGrpSpPr/>
          <p:nvPr/>
        </p:nvGrpSpPr>
        <p:grpSpPr>
          <a:xfrm flipH="1">
            <a:off x="1419654" y="2372019"/>
            <a:ext cx="2783072" cy="723275"/>
            <a:chOff x="7825488" y="1404017"/>
            <a:chExt cx="3368029" cy="723275"/>
          </a:xfrm>
        </p:grpSpPr>
        <p:sp>
          <p:nvSpPr>
            <p:cNvPr id="123" name="Inhaltsplatzhalter 4">
              <a:extLst>
                <a:ext uri="{FF2B5EF4-FFF2-40B4-BE49-F238E27FC236}">
                  <a16:creationId xmlns:a16="http://schemas.microsoft.com/office/drawing/2014/main" id="{52ED4E57-1E1D-8947-9268-8AEE4F02088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C6117EFA-9442-9145-9918-47A044E0820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2B37D904-A0F1-B640-86AD-0562537AAC18}"/>
              </a:ext>
            </a:extLst>
          </p:cNvPr>
          <p:cNvGrpSpPr/>
          <p:nvPr/>
        </p:nvGrpSpPr>
        <p:grpSpPr>
          <a:xfrm flipH="1">
            <a:off x="1166905" y="4229938"/>
            <a:ext cx="2783072" cy="723275"/>
            <a:chOff x="7825488" y="1404017"/>
            <a:chExt cx="3368029" cy="723275"/>
          </a:xfrm>
        </p:grpSpPr>
        <p:sp>
          <p:nvSpPr>
            <p:cNvPr id="126" name="Inhaltsplatzhalter 4">
              <a:extLst>
                <a:ext uri="{FF2B5EF4-FFF2-40B4-BE49-F238E27FC236}">
                  <a16:creationId xmlns:a16="http://schemas.microsoft.com/office/drawing/2014/main" id="{9858D460-94EF-E64B-AAD0-1D73CFB9BBD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83A7C4EB-C4DA-2745-8CE8-8EFE5542459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3A02E285-B23A-E94D-B861-93DF02070912}"/>
              </a:ext>
            </a:extLst>
          </p:cNvPr>
          <p:cNvGrpSpPr/>
          <p:nvPr/>
        </p:nvGrpSpPr>
        <p:grpSpPr>
          <a:xfrm>
            <a:off x="8113577" y="1801986"/>
            <a:ext cx="2783072" cy="723275"/>
            <a:chOff x="7825488" y="1404017"/>
            <a:chExt cx="3368029" cy="723275"/>
          </a:xfrm>
        </p:grpSpPr>
        <p:sp>
          <p:nvSpPr>
            <p:cNvPr id="129" name="Inhaltsplatzhalter 4">
              <a:extLst>
                <a:ext uri="{FF2B5EF4-FFF2-40B4-BE49-F238E27FC236}">
                  <a16:creationId xmlns:a16="http://schemas.microsoft.com/office/drawing/2014/main" id="{6F83FCE0-F022-8E4D-8A84-88FA0FED4A9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8F9D50A-4127-1B49-87A2-75F7BBD9827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2C9C6FEF-952B-534C-8D0E-8359F66A6FC5}"/>
              </a:ext>
            </a:extLst>
          </p:cNvPr>
          <p:cNvGrpSpPr/>
          <p:nvPr/>
        </p:nvGrpSpPr>
        <p:grpSpPr>
          <a:xfrm>
            <a:off x="8692163" y="3634046"/>
            <a:ext cx="2783072" cy="723275"/>
            <a:chOff x="7825488" y="1404017"/>
            <a:chExt cx="3368029" cy="723275"/>
          </a:xfrm>
        </p:grpSpPr>
        <p:sp>
          <p:nvSpPr>
            <p:cNvPr id="132" name="Inhaltsplatzhalter 4">
              <a:extLst>
                <a:ext uri="{FF2B5EF4-FFF2-40B4-BE49-F238E27FC236}">
                  <a16:creationId xmlns:a16="http://schemas.microsoft.com/office/drawing/2014/main" id="{FEDB72F9-FEC8-0E48-B818-E445AF283AF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6BBA3488-EBC6-A342-ABFC-B50C7A5F76E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EFBF390-CACA-D747-9F44-6B52318872E2}"/>
              </a:ext>
            </a:extLst>
          </p:cNvPr>
          <p:cNvGrpSpPr/>
          <p:nvPr/>
        </p:nvGrpSpPr>
        <p:grpSpPr>
          <a:xfrm>
            <a:off x="7490702" y="4997780"/>
            <a:ext cx="2783072" cy="723275"/>
            <a:chOff x="7825488" y="1404017"/>
            <a:chExt cx="3368029" cy="723275"/>
          </a:xfrm>
        </p:grpSpPr>
        <p:sp>
          <p:nvSpPr>
            <p:cNvPr id="135" name="Inhaltsplatzhalter 4">
              <a:extLst>
                <a:ext uri="{FF2B5EF4-FFF2-40B4-BE49-F238E27FC236}">
                  <a16:creationId xmlns:a16="http://schemas.microsoft.com/office/drawing/2014/main" id="{3B66A100-32FA-3C4F-855B-334CFA39650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7FD0FDB6-7C7A-FD4C-8102-8D9D194E190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6E9E1E81-2114-BE4E-A011-35CF4FFB2A3D}"/>
              </a:ext>
            </a:extLst>
          </p:cNvPr>
          <p:cNvGrpSpPr/>
          <p:nvPr/>
        </p:nvGrpSpPr>
        <p:grpSpPr>
          <a:xfrm>
            <a:off x="5605186" y="3068779"/>
            <a:ext cx="1338870" cy="1238019"/>
            <a:chOff x="5398240" y="3718434"/>
            <a:chExt cx="1338870" cy="1238019"/>
          </a:xfrm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6A951ACD-0424-7045-ACB4-3DDD5C9FBA0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92" name="Title 1">
              <a:extLst>
                <a:ext uri="{FF2B5EF4-FFF2-40B4-BE49-F238E27FC236}">
                  <a16:creationId xmlns:a16="http://schemas.microsoft.com/office/drawing/2014/main" id="{05134CCE-EE3F-7A4C-91FF-BD987841303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37747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9C56C04A-3A46-784D-8A40-F85FD0663845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099AB88-146F-0F4B-8886-5159E8E70137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C7555700-DF80-0C4E-A143-70F6AED6DC3D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DB927E88-44D8-424F-849F-7CA51220D9E7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3F6E38A1-6B81-FD45-8097-087A4F4A8251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6ED23BF6-A68E-9B48-9FDA-B50F0DC8208A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1" name="Freeform 6">
            <a:extLst>
              <a:ext uri="{FF2B5EF4-FFF2-40B4-BE49-F238E27FC236}">
                <a16:creationId xmlns:a16="http://schemas.microsoft.com/office/drawing/2014/main" id="{71828FF8-D1D7-C540-9091-5B384DAEF152}"/>
              </a:ext>
            </a:extLst>
          </p:cNvPr>
          <p:cNvSpPr>
            <a:spLocks noChangeAspect="1"/>
          </p:cNvSpPr>
          <p:nvPr/>
        </p:nvSpPr>
        <p:spPr bwMode="auto">
          <a:xfrm>
            <a:off x="3757866" y="2150191"/>
            <a:ext cx="1636807" cy="2348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A13DAB1C-4AB7-E140-9B5A-82E212B43EC6}"/>
              </a:ext>
            </a:extLst>
          </p:cNvPr>
          <p:cNvSpPr>
            <a:spLocks noChangeAspect="1"/>
          </p:cNvSpPr>
          <p:nvPr/>
        </p:nvSpPr>
        <p:spPr bwMode="auto">
          <a:xfrm>
            <a:off x="6214214" y="4232572"/>
            <a:ext cx="1974399" cy="1853911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705E3C28-4F4D-DD42-884A-0FA1CDC834A2}"/>
              </a:ext>
            </a:extLst>
          </p:cNvPr>
          <p:cNvSpPr>
            <a:spLocks noChangeAspect="1"/>
          </p:cNvSpPr>
          <p:nvPr/>
        </p:nvSpPr>
        <p:spPr bwMode="auto">
          <a:xfrm>
            <a:off x="6727989" y="2070624"/>
            <a:ext cx="1710691" cy="2304032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127FFB09-FB24-C948-8D23-43DB6DE3B3A0}"/>
              </a:ext>
            </a:extLst>
          </p:cNvPr>
          <p:cNvSpPr>
            <a:spLocks noChangeAspect="1"/>
          </p:cNvSpPr>
          <p:nvPr/>
        </p:nvSpPr>
        <p:spPr bwMode="auto">
          <a:xfrm>
            <a:off x="4804741" y="1488648"/>
            <a:ext cx="2448391" cy="1524276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0">
            <a:extLst>
              <a:ext uri="{FF2B5EF4-FFF2-40B4-BE49-F238E27FC236}">
                <a16:creationId xmlns:a16="http://schemas.microsoft.com/office/drawing/2014/main" id="{95DB3D25-8101-9F41-BD7C-DCE6EA82BA90}"/>
              </a:ext>
            </a:extLst>
          </p:cNvPr>
          <p:cNvSpPr>
            <a:spLocks noChangeAspect="1"/>
          </p:cNvSpPr>
          <p:nvPr/>
        </p:nvSpPr>
        <p:spPr bwMode="auto">
          <a:xfrm>
            <a:off x="3999977" y="4281449"/>
            <a:ext cx="2022139" cy="1814127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6">
            <a:extLst>
              <a:ext uri="{FF2B5EF4-FFF2-40B4-BE49-F238E27FC236}">
                <a16:creationId xmlns:a16="http://schemas.microsoft.com/office/drawing/2014/main" id="{B5168000-FBA5-CB45-B9CF-42E0985DE28A}"/>
              </a:ext>
            </a:extLst>
          </p:cNvPr>
          <p:cNvSpPr>
            <a:spLocks noChangeAspect="1"/>
          </p:cNvSpPr>
          <p:nvPr/>
        </p:nvSpPr>
        <p:spPr bwMode="auto">
          <a:xfrm>
            <a:off x="3958891" y="2442192"/>
            <a:ext cx="1229757" cy="176435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7">
            <a:extLst>
              <a:ext uri="{FF2B5EF4-FFF2-40B4-BE49-F238E27FC236}">
                <a16:creationId xmlns:a16="http://schemas.microsoft.com/office/drawing/2014/main" id="{78B9BEC9-72DF-AB44-9938-E09A559D3C73}"/>
              </a:ext>
            </a:extLst>
          </p:cNvPr>
          <p:cNvSpPr>
            <a:spLocks noChangeAspect="1"/>
          </p:cNvSpPr>
          <p:nvPr/>
        </p:nvSpPr>
        <p:spPr bwMode="auto">
          <a:xfrm>
            <a:off x="6457216" y="4463092"/>
            <a:ext cx="1483395" cy="1392870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8">
            <a:extLst>
              <a:ext uri="{FF2B5EF4-FFF2-40B4-BE49-F238E27FC236}">
                <a16:creationId xmlns:a16="http://schemas.microsoft.com/office/drawing/2014/main" id="{C1BD6076-DD33-5C41-B68E-B09FD010A821}"/>
              </a:ext>
            </a:extLst>
          </p:cNvPr>
          <p:cNvSpPr>
            <a:spLocks noChangeAspect="1"/>
          </p:cNvSpPr>
          <p:nvPr/>
        </p:nvSpPr>
        <p:spPr bwMode="auto">
          <a:xfrm>
            <a:off x="6938201" y="2357113"/>
            <a:ext cx="1285268" cy="173105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9">
            <a:extLst>
              <a:ext uri="{FF2B5EF4-FFF2-40B4-BE49-F238E27FC236}">
                <a16:creationId xmlns:a16="http://schemas.microsoft.com/office/drawing/2014/main" id="{DCFC101C-0B98-A54C-8DA8-1809BAC6C3B0}"/>
              </a:ext>
            </a:extLst>
          </p:cNvPr>
          <p:cNvSpPr>
            <a:spLocks noChangeAspect="1"/>
          </p:cNvSpPr>
          <p:nvPr/>
        </p:nvSpPr>
        <p:spPr bwMode="auto">
          <a:xfrm>
            <a:off x="5106680" y="1678180"/>
            <a:ext cx="1839514" cy="1145211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10">
            <a:extLst>
              <a:ext uri="{FF2B5EF4-FFF2-40B4-BE49-F238E27FC236}">
                <a16:creationId xmlns:a16="http://schemas.microsoft.com/office/drawing/2014/main" id="{FAA0F8C4-86EC-4F43-9FA5-E4A5B39E27D0}"/>
              </a:ext>
            </a:extLst>
          </p:cNvPr>
          <p:cNvSpPr>
            <a:spLocks noChangeAspect="1"/>
          </p:cNvSpPr>
          <p:nvPr/>
        </p:nvSpPr>
        <p:spPr bwMode="auto">
          <a:xfrm>
            <a:off x="4248915" y="4507023"/>
            <a:ext cx="1519263" cy="1362980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33B0FF6-5F52-214B-ADEF-B92F9CC6C3E7}"/>
              </a:ext>
            </a:extLst>
          </p:cNvPr>
          <p:cNvCxnSpPr>
            <a:cxnSpLocks/>
          </p:cNvCxnSpPr>
          <p:nvPr/>
        </p:nvCxnSpPr>
        <p:spPr>
          <a:xfrm>
            <a:off x="6101618" y="4809842"/>
            <a:ext cx="54321" cy="1456552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8ADDA362-24A8-BC4B-AB91-393D0166E264}"/>
              </a:ext>
            </a:extLst>
          </p:cNvPr>
          <p:cNvCxnSpPr>
            <a:cxnSpLocks/>
          </p:cNvCxnSpPr>
          <p:nvPr/>
        </p:nvCxnSpPr>
        <p:spPr>
          <a:xfrm rot="2220000">
            <a:off x="7046764" y="1713916"/>
            <a:ext cx="54321" cy="1456552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BE36CFB-EEA1-424E-913B-62A4B01BE384}"/>
              </a:ext>
            </a:extLst>
          </p:cNvPr>
          <p:cNvCxnSpPr>
            <a:cxnSpLocks/>
          </p:cNvCxnSpPr>
          <p:nvPr/>
        </p:nvCxnSpPr>
        <p:spPr>
          <a:xfrm rot="4320000">
            <a:off x="4434078" y="3715191"/>
            <a:ext cx="54321" cy="1456552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6DCFECE0-D136-5D4F-857B-0CD92D9387BC}"/>
              </a:ext>
            </a:extLst>
          </p:cNvPr>
          <p:cNvCxnSpPr>
            <a:cxnSpLocks/>
          </p:cNvCxnSpPr>
          <p:nvPr/>
        </p:nvCxnSpPr>
        <p:spPr>
          <a:xfrm rot="6540000">
            <a:off x="7714079" y="3626779"/>
            <a:ext cx="54321" cy="1456552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9D557C34-384B-7E4F-8132-F8E80856EFFF}"/>
              </a:ext>
            </a:extLst>
          </p:cNvPr>
          <p:cNvCxnSpPr>
            <a:cxnSpLocks/>
          </p:cNvCxnSpPr>
          <p:nvPr/>
        </p:nvCxnSpPr>
        <p:spPr>
          <a:xfrm rot="8640000">
            <a:off x="4981384" y="1750869"/>
            <a:ext cx="54321" cy="1456552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aphic 37">
            <a:extLst>
              <a:ext uri="{FF2B5EF4-FFF2-40B4-BE49-F238E27FC236}">
                <a16:creationId xmlns:a16="http://schemas.microsoft.com/office/drawing/2014/main" id="{095EF1C9-1AA3-0447-A774-5848288C08C6}"/>
              </a:ext>
            </a:extLst>
          </p:cNvPr>
          <p:cNvGrpSpPr>
            <a:grpSpLocks noChangeAspect="1"/>
          </p:cNvGrpSpPr>
          <p:nvPr/>
        </p:nvGrpSpPr>
        <p:grpSpPr>
          <a:xfrm>
            <a:off x="6879750" y="4921419"/>
            <a:ext cx="424208" cy="410976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FECE1CC-61C3-024A-922D-77EC4F37923A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5A872F22-5F75-D549-BA0D-C3968EAAD7FF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028B2C0D-0775-FF4F-891C-952A4AD61E8F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110E7D0-BF62-D041-9FC2-80CFEBD742B7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31015A4-AD51-AA4E-B341-167438AB48CA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E4BD99CF-4372-094D-A226-36CB97532393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8FF0B060-9B0F-D443-92E9-62CB6D385597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A2FDD3F-417E-FC4B-A86B-A5F43F02EA84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76AC680B-5415-3A42-9A2E-4E7E2507E717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D52AE42-E3A4-4844-A599-EBB94E9EC437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3AE2C9F5-7F7A-B947-B21C-32CAB3DA7A33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27D3853-03E1-DB45-9297-98BC66E50625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0E32F29D-7AA6-B947-BB6C-3021A138241E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A37CC64-EF50-8744-8DB1-3E887ADD48C0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93BFB644-4799-834C-B63E-1CD1A057C501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1F928DAE-F7AA-624C-B2D8-30B43BD55940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4" name="Graphic 39">
            <a:extLst>
              <a:ext uri="{FF2B5EF4-FFF2-40B4-BE49-F238E27FC236}">
                <a16:creationId xmlns:a16="http://schemas.microsoft.com/office/drawing/2014/main" id="{C22B386F-5E7A-F446-87DF-D0F00103537C}"/>
              </a:ext>
            </a:extLst>
          </p:cNvPr>
          <p:cNvGrpSpPr>
            <a:grpSpLocks noChangeAspect="1"/>
          </p:cNvGrpSpPr>
          <p:nvPr/>
        </p:nvGrpSpPr>
        <p:grpSpPr>
          <a:xfrm>
            <a:off x="5833341" y="2044527"/>
            <a:ext cx="457112" cy="457667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EF1F13D-1FFA-9641-AEF4-2D3BB12BEEC9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A96D7A74-8E4B-7442-A22F-EE570553FA59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D04D2849-229F-084F-91A0-D552F79E7C7B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38CC44F1-B8F0-6B44-9AF1-F7FFD88EAC20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9DE2702C-D0ED-4E43-B14D-807B20E7A34A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099EA0B7-059D-F246-9D7D-1CC92F966279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ED5467B1-6ADD-534B-8C2D-456D80B46037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AF6B341A-E94F-D24C-AA43-503A18155F03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888A8B54-5F0F-4947-AFB1-1759F942DE50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844EBF1B-7C37-1141-9DE5-E4593B4652B4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01D9BF05-B9AB-C64A-9BD4-12A792F61408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9B862401-5D37-8842-A281-D0A9B6A025B8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7" name="Graphic 41">
            <a:extLst>
              <a:ext uri="{FF2B5EF4-FFF2-40B4-BE49-F238E27FC236}">
                <a16:creationId xmlns:a16="http://schemas.microsoft.com/office/drawing/2014/main" id="{9E0BA0DE-8408-6E44-AD76-1273AB6858D4}"/>
              </a:ext>
            </a:extLst>
          </p:cNvPr>
          <p:cNvGrpSpPr>
            <a:grpSpLocks noChangeAspect="1"/>
          </p:cNvGrpSpPr>
          <p:nvPr/>
        </p:nvGrpSpPr>
        <p:grpSpPr>
          <a:xfrm>
            <a:off x="7374792" y="3057357"/>
            <a:ext cx="453480" cy="453260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9F661D2-E3F5-5249-9322-6704455DF374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8B91A84-DE43-5143-AE9F-3BC7B8FBDE98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36BFE1A6-CA13-F440-AF02-0ED89E3EE39A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6820155-3128-6945-BBF6-979F81325791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831AAF42-3D4B-3248-A55E-AD400C66FC21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003C1F6F-AD1A-3F44-8F19-80C044EECF73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80BD7B0F-466F-D346-96BC-4FE7A4923CE7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08197C32-F8DF-7444-97C3-819317BFA20E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CB904F3-4EB4-9645-BFBD-43E3E13D8552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0D7671C3-40CD-534B-8BF6-C8E336371EF9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C2BEA87-F069-254F-8A9F-C9B2264E5400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46552F82-CFE2-A34E-AD5E-8A1046583556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0" name="Graphic 43">
            <a:extLst>
              <a:ext uri="{FF2B5EF4-FFF2-40B4-BE49-F238E27FC236}">
                <a16:creationId xmlns:a16="http://schemas.microsoft.com/office/drawing/2014/main" id="{D2CCF35F-610C-5949-9CBC-BAF1AE00AB79}"/>
              </a:ext>
            </a:extLst>
          </p:cNvPr>
          <p:cNvGrpSpPr>
            <a:grpSpLocks noChangeAspect="1"/>
          </p:cNvGrpSpPr>
          <p:nvPr/>
        </p:nvGrpSpPr>
        <p:grpSpPr>
          <a:xfrm>
            <a:off x="4331457" y="3122369"/>
            <a:ext cx="454088" cy="459391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82DD5F0-0F54-F74A-A46A-6692B1C7BE3F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A60870B1-FE67-7948-A073-B40AF1F5762C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986ACCD6-DB57-DA4A-8EBC-8BA0BE40D972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BB7908F-AE6D-434A-AD01-BAECB0A14CE8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89DB8C1F-C22F-7E4F-B551-6237159041E1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B1DCD53-F4C2-CC4B-B120-0973BD126E0A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24D8F773-0518-7646-81E6-AE31FBE9ED78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203E3054-9443-9749-9D41-993AE837CE97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F018875-5665-2E42-93C9-5DC6E0827690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8BCBE85-7EF8-7344-9F3F-2E084B4F01D9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8F5F77C5-AD2A-6048-ACAB-CCBEAE03C085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CC9F146-8BB9-B04B-A923-D96A7ABCC0BC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3" name="Graphic 45">
            <a:extLst>
              <a:ext uri="{FF2B5EF4-FFF2-40B4-BE49-F238E27FC236}">
                <a16:creationId xmlns:a16="http://schemas.microsoft.com/office/drawing/2014/main" id="{E4607E19-E9CF-B049-8DD1-4455BF86EBC4}"/>
              </a:ext>
            </a:extLst>
          </p:cNvPr>
          <p:cNvGrpSpPr>
            <a:grpSpLocks noChangeAspect="1"/>
          </p:cNvGrpSpPr>
          <p:nvPr/>
        </p:nvGrpSpPr>
        <p:grpSpPr>
          <a:xfrm>
            <a:off x="4937740" y="4939947"/>
            <a:ext cx="373740" cy="467823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5A43879-A7D3-974C-A625-7F5BB9C92093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7FF2808E-52FE-3148-8B7B-FDB1BC275CF3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1B1B1BE5-2100-2040-9A60-F2FBB8F95564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B3F03686-714A-D747-B6B9-796D9A937F8D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33588068-6D74-3245-BE08-ED7B6AD2A0E9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3E459889-36B9-4946-9B57-41B2ADD3041F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68657BE4-49DD-1543-9D96-CF9D533A160F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D1683D49-ED43-964E-BBA9-6673EE68C8E0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12" name="Freeform 17">
            <a:extLst>
              <a:ext uri="{FF2B5EF4-FFF2-40B4-BE49-F238E27FC236}">
                <a16:creationId xmlns:a16="http://schemas.microsoft.com/office/drawing/2014/main" id="{34E0562D-7DAD-5E4E-8410-F6D2E7210CAD}"/>
              </a:ext>
            </a:extLst>
          </p:cNvPr>
          <p:cNvSpPr>
            <a:spLocks noChangeAspect="1"/>
          </p:cNvSpPr>
          <p:nvPr/>
        </p:nvSpPr>
        <p:spPr bwMode="auto">
          <a:xfrm>
            <a:off x="5133261" y="2902549"/>
            <a:ext cx="1907623" cy="190948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698C6CA-EA61-BC4C-9D99-080117CE1916}"/>
              </a:ext>
            </a:extLst>
          </p:cNvPr>
          <p:cNvGrpSpPr/>
          <p:nvPr/>
        </p:nvGrpSpPr>
        <p:grpSpPr>
          <a:xfrm flipH="1">
            <a:off x="1033014" y="2183418"/>
            <a:ext cx="2783072" cy="723275"/>
            <a:chOff x="7825488" y="1404017"/>
            <a:chExt cx="3368029" cy="723275"/>
          </a:xfrm>
        </p:grpSpPr>
        <p:sp>
          <p:nvSpPr>
            <p:cNvPr id="117" name="Inhaltsplatzhalter 4">
              <a:extLst>
                <a:ext uri="{FF2B5EF4-FFF2-40B4-BE49-F238E27FC236}">
                  <a16:creationId xmlns:a16="http://schemas.microsoft.com/office/drawing/2014/main" id="{1759D7A5-3611-A544-A37E-97132AFC183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BE6E1191-807F-C640-A55B-55120CE1C4B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37E04609-2D30-9F40-BD3E-ACD59C26695D}"/>
              </a:ext>
            </a:extLst>
          </p:cNvPr>
          <p:cNvGrpSpPr/>
          <p:nvPr/>
        </p:nvGrpSpPr>
        <p:grpSpPr>
          <a:xfrm flipH="1">
            <a:off x="1095404" y="4920538"/>
            <a:ext cx="2783072" cy="723275"/>
            <a:chOff x="7825488" y="1404017"/>
            <a:chExt cx="3368029" cy="723275"/>
          </a:xfrm>
        </p:grpSpPr>
        <p:sp>
          <p:nvSpPr>
            <p:cNvPr id="120" name="Inhaltsplatzhalter 4">
              <a:extLst>
                <a:ext uri="{FF2B5EF4-FFF2-40B4-BE49-F238E27FC236}">
                  <a16:creationId xmlns:a16="http://schemas.microsoft.com/office/drawing/2014/main" id="{3ACC2B78-C598-1647-BE1B-471E1EAED53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227C9D31-976E-864A-A073-5919B97E56B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4EAF77DC-39B8-774F-B1E8-30723850BD52}"/>
              </a:ext>
            </a:extLst>
          </p:cNvPr>
          <p:cNvGrpSpPr/>
          <p:nvPr/>
        </p:nvGrpSpPr>
        <p:grpSpPr>
          <a:xfrm>
            <a:off x="7839208" y="1418992"/>
            <a:ext cx="2783072" cy="723275"/>
            <a:chOff x="7825488" y="1404017"/>
            <a:chExt cx="3368029" cy="723275"/>
          </a:xfrm>
        </p:grpSpPr>
        <p:sp>
          <p:nvSpPr>
            <p:cNvPr id="123" name="Inhaltsplatzhalter 4">
              <a:extLst>
                <a:ext uri="{FF2B5EF4-FFF2-40B4-BE49-F238E27FC236}">
                  <a16:creationId xmlns:a16="http://schemas.microsoft.com/office/drawing/2014/main" id="{BADC2B09-8F8B-3145-BD0E-6208E32C4B1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18964521-A6FB-414A-843E-67324FDDAE2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41D2983-60F8-B94E-AA02-03AACDE6701B}"/>
              </a:ext>
            </a:extLst>
          </p:cNvPr>
          <p:cNvGrpSpPr/>
          <p:nvPr/>
        </p:nvGrpSpPr>
        <p:grpSpPr>
          <a:xfrm>
            <a:off x="8637038" y="3122828"/>
            <a:ext cx="2783072" cy="723275"/>
            <a:chOff x="7825488" y="1404017"/>
            <a:chExt cx="3368029" cy="723275"/>
          </a:xfrm>
        </p:grpSpPr>
        <p:sp>
          <p:nvSpPr>
            <p:cNvPr id="126" name="Inhaltsplatzhalter 4">
              <a:extLst>
                <a:ext uri="{FF2B5EF4-FFF2-40B4-BE49-F238E27FC236}">
                  <a16:creationId xmlns:a16="http://schemas.microsoft.com/office/drawing/2014/main" id="{F4C5B1CE-8C43-D74A-BE5E-F6D20EB1CBA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09FC5A9-BD85-4B41-842C-69F35E78BB0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78FE8C5A-850F-0F45-92FE-6BE6B6B708F2}"/>
              </a:ext>
            </a:extLst>
          </p:cNvPr>
          <p:cNvGrpSpPr/>
          <p:nvPr/>
        </p:nvGrpSpPr>
        <p:grpSpPr>
          <a:xfrm>
            <a:off x="7920107" y="5319774"/>
            <a:ext cx="2783072" cy="723275"/>
            <a:chOff x="7825488" y="1404017"/>
            <a:chExt cx="3368029" cy="723275"/>
          </a:xfrm>
        </p:grpSpPr>
        <p:sp>
          <p:nvSpPr>
            <p:cNvPr id="129" name="Inhaltsplatzhalter 4">
              <a:extLst>
                <a:ext uri="{FF2B5EF4-FFF2-40B4-BE49-F238E27FC236}">
                  <a16:creationId xmlns:a16="http://schemas.microsoft.com/office/drawing/2014/main" id="{C424B67C-20DD-CC46-A6D9-584440263FB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2954156C-AD92-CA4D-BB2C-A24C8F5CBDC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BCA30103-EA5F-544A-9291-EB723466CDFC}"/>
              </a:ext>
            </a:extLst>
          </p:cNvPr>
          <p:cNvGrpSpPr/>
          <p:nvPr/>
        </p:nvGrpSpPr>
        <p:grpSpPr>
          <a:xfrm>
            <a:off x="5417637" y="3238283"/>
            <a:ext cx="1338870" cy="1238019"/>
            <a:chOff x="5398240" y="3718434"/>
            <a:chExt cx="1338870" cy="1238019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243E95AF-84FC-CE46-94F3-F5FA68EE71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33" name="Title 1">
              <a:extLst>
                <a:ext uri="{FF2B5EF4-FFF2-40B4-BE49-F238E27FC236}">
                  <a16:creationId xmlns:a16="http://schemas.microsoft.com/office/drawing/2014/main" id="{25DFAE25-DDD4-8F45-891A-E5A08FC2818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23961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367D8201-33C5-A54C-B095-DF4EC7F5E323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0B2AD3C-3EE5-BD42-AB8F-6E8844F78A6C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F4A8F4B-6ADA-5A42-A76A-DB8CDC36450B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ADD641DA-8BB1-2047-9A89-71DE99231D98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4921DEF5-46A7-6644-916B-2C9D91DF5152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D74BA600-4E3D-2845-9534-7D26DCACC38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9">
            <a:extLst>
              <a:ext uri="{FF2B5EF4-FFF2-40B4-BE49-F238E27FC236}">
                <a16:creationId xmlns:a16="http://schemas.microsoft.com/office/drawing/2014/main" id="{D8739A62-835E-AC4C-B031-0010EE637599}"/>
              </a:ext>
            </a:extLst>
          </p:cNvPr>
          <p:cNvSpPr>
            <a:spLocks/>
          </p:cNvSpPr>
          <p:nvPr/>
        </p:nvSpPr>
        <p:spPr bwMode="auto">
          <a:xfrm>
            <a:off x="6697466" y="2148987"/>
            <a:ext cx="1534144" cy="2716578"/>
          </a:xfrm>
          <a:custGeom>
            <a:avLst/>
            <a:gdLst>
              <a:gd name="T0" fmla="*/ 574 w 601"/>
              <a:gd name="T1" fmla="*/ 584 h 1064"/>
              <a:gd name="T2" fmla="*/ 574 w 601"/>
              <a:gd name="T3" fmla="*/ 584 h 1064"/>
              <a:gd name="T4" fmla="*/ 494 w 601"/>
              <a:gd name="T5" fmla="*/ 337 h 1064"/>
              <a:gd name="T6" fmla="*/ 30 w 601"/>
              <a:gd name="T7" fmla="*/ 0 h 1064"/>
              <a:gd name="T8" fmla="*/ 167 w 601"/>
              <a:gd name="T9" fmla="*/ 263 h 1064"/>
              <a:gd name="T10" fmla="*/ 186 w 601"/>
              <a:gd name="T11" fmla="*/ 787 h 1064"/>
              <a:gd name="T12" fmla="*/ 183 w 601"/>
              <a:gd name="T13" fmla="*/ 806 h 1064"/>
              <a:gd name="T14" fmla="*/ 182 w 601"/>
              <a:gd name="T15" fmla="*/ 806 h 1064"/>
              <a:gd name="T16" fmla="*/ 61 w 601"/>
              <a:gd name="T17" fmla="*/ 1016 h 1064"/>
              <a:gd name="T18" fmla="*/ 0 w 601"/>
              <a:gd name="T19" fmla="*/ 1064 h 1064"/>
              <a:gd name="T20" fmla="*/ 298 w 601"/>
              <a:gd name="T21" fmla="*/ 931 h 1064"/>
              <a:gd name="T22" fmla="*/ 574 w 601"/>
              <a:gd name="T23" fmla="*/ 584 h 10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01" h="1064">
                <a:moveTo>
                  <a:pt x="574" y="584"/>
                </a:moveTo>
                <a:cubicBezTo>
                  <a:pt x="574" y="584"/>
                  <a:pt x="574" y="584"/>
                  <a:pt x="574" y="584"/>
                </a:cubicBezTo>
                <a:cubicBezTo>
                  <a:pt x="601" y="499"/>
                  <a:pt x="565" y="389"/>
                  <a:pt x="494" y="337"/>
                </a:cubicBezTo>
                <a:cubicBezTo>
                  <a:pt x="30" y="0"/>
                  <a:pt x="30" y="0"/>
                  <a:pt x="30" y="0"/>
                </a:cubicBezTo>
                <a:cubicBezTo>
                  <a:pt x="79" y="64"/>
                  <a:pt x="132" y="151"/>
                  <a:pt x="167" y="263"/>
                </a:cubicBezTo>
                <a:cubicBezTo>
                  <a:pt x="241" y="499"/>
                  <a:pt x="189" y="776"/>
                  <a:pt x="186" y="787"/>
                </a:cubicBezTo>
                <a:cubicBezTo>
                  <a:pt x="183" y="806"/>
                  <a:pt x="183" y="806"/>
                  <a:pt x="183" y="806"/>
                </a:cubicBezTo>
                <a:cubicBezTo>
                  <a:pt x="182" y="806"/>
                  <a:pt x="182" y="806"/>
                  <a:pt x="182" y="806"/>
                </a:cubicBezTo>
                <a:cubicBezTo>
                  <a:pt x="164" y="886"/>
                  <a:pt x="122" y="959"/>
                  <a:pt x="61" y="1016"/>
                </a:cubicBezTo>
                <a:cubicBezTo>
                  <a:pt x="42" y="1034"/>
                  <a:pt x="22" y="1050"/>
                  <a:pt x="0" y="1064"/>
                </a:cubicBezTo>
                <a:cubicBezTo>
                  <a:pt x="93" y="1039"/>
                  <a:pt x="205" y="997"/>
                  <a:pt x="298" y="931"/>
                </a:cubicBezTo>
                <a:cubicBezTo>
                  <a:pt x="504" y="785"/>
                  <a:pt x="574" y="586"/>
                  <a:pt x="574" y="584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14F64D88-226F-0B46-A870-6D4ED695C126}"/>
              </a:ext>
            </a:extLst>
          </p:cNvPr>
          <p:cNvSpPr>
            <a:spLocks/>
          </p:cNvSpPr>
          <p:nvPr/>
        </p:nvSpPr>
        <p:spPr bwMode="auto">
          <a:xfrm>
            <a:off x="4580737" y="1799436"/>
            <a:ext cx="2574168" cy="1861039"/>
          </a:xfrm>
          <a:custGeom>
            <a:avLst/>
            <a:gdLst>
              <a:gd name="T0" fmla="*/ 968 w 1008"/>
              <a:gd name="T1" fmla="*/ 409 h 729"/>
              <a:gd name="T2" fmla="*/ 724 w 1008"/>
              <a:gd name="T3" fmla="*/ 39 h 729"/>
              <a:gd name="T4" fmla="*/ 594 w 1008"/>
              <a:gd name="T5" fmla="*/ 0 h 729"/>
              <a:gd name="T6" fmla="*/ 464 w 1008"/>
              <a:gd name="T7" fmla="*/ 39 h 729"/>
              <a:gd name="T8" fmla="*/ 0 w 1008"/>
              <a:gd name="T9" fmla="*/ 376 h 729"/>
              <a:gd name="T10" fmla="*/ 293 w 1008"/>
              <a:gd name="T11" fmla="*/ 327 h 729"/>
              <a:gd name="T12" fmla="*/ 795 w 1008"/>
              <a:gd name="T13" fmla="*/ 474 h 729"/>
              <a:gd name="T14" fmla="*/ 797 w 1008"/>
              <a:gd name="T15" fmla="*/ 475 h 729"/>
              <a:gd name="T16" fmla="*/ 1005 w 1008"/>
              <a:gd name="T17" fmla="*/ 729 h 729"/>
              <a:gd name="T18" fmla="*/ 968 w 1008"/>
              <a:gd name="T19" fmla="*/ 409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08" h="729">
                <a:moveTo>
                  <a:pt x="968" y="409"/>
                </a:moveTo>
                <a:cubicBezTo>
                  <a:pt x="893" y="168"/>
                  <a:pt x="726" y="40"/>
                  <a:pt x="724" y="39"/>
                </a:cubicBezTo>
                <a:cubicBezTo>
                  <a:pt x="690" y="14"/>
                  <a:pt x="643" y="0"/>
                  <a:pt x="594" y="0"/>
                </a:cubicBezTo>
                <a:cubicBezTo>
                  <a:pt x="545" y="0"/>
                  <a:pt x="498" y="14"/>
                  <a:pt x="464" y="39"/>
                </a:cubicBezTo>
                <a:cubicBezTo>
                  <a:pt x="0" y="376"/>
                  <a:pt x="0" y="376"/>
                  <a:pt x="0" y="376"/>
                </a:cubicBezTo>
                <a:cubicBezTo>
                  <a:pt x="75" y="349"/>
                  <a:pt x="175" y="325"/>
                  <a:pt x="293" y="327"/>
                </a:cubicBezTo>
                <a:cubicBezTo>
                  <a:pt x="540" y="329"/>
                  <a:pt x="785" y="468"/>
                  <a:pt x="795" y="474"/>
                </a:cubicBezTo>
                <a:cubicBezTo>
                  <a:pt x="797" y="475"/>
                  <a:pt x="797" y="475"/>
                  <a:pt x="797" y="475"/>
                </a:cubicBezTo>
                <a:cubicBezTo>
                  <a:pt x="900" y="530"/>
                  <a:pt x="974" y="622"/>
                  <a:pt x="1005" y="729"/>
                </a:cubicBezTo>
                <a:cubicBezTo>
                  <a:pt x="1008" y="633"/>
                  <a:pt x="1002" y="516"/>
                  <a:pt x="968" y="40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C162F54B-F0A3-BF43-9EE7-4CC8173200F2}"/>
              </a:ext>
            </a:extLst>
          </p:cNvPr>
          <p:cNvSpPr>
            <a:spLocks/>
          </p:cNvSpPr>
          <p:nvPr/>
        </p:nvSpPr>
        <p:spPr bwMode="auto">
          <a:xfrm>
            <a:off x="4464220" y="3598980"/>
            <a:ext cx="2151254" cy="2228931"/>
          </a:xfrm>
          <a:custGeom>
            <a:avLst/>
            <a:gdLst>
              <a:gd name="T0" fmla="*/ 59 w 843"/>
              <a:gd name="T1" fmla="*/ 720 h 873"/>
              <a:gd name="T2" fmla="*/ 59 w 843"/>
              <a:gd name="T3" fmla="*/ 720 h 873"/>
              <a:gd name="T4" fmla="*/ 270 w 843"/>
              <a:gd name="T5" fmla="*/ 873 h 873"/>
              <a:gd name="T6" fmla="*/ 843 w 843"/>
              <a:gd name="T7" fmla="*/ 873 h 873"/>
              <a:gd name="T8" fmla="*/ 577 w 843"/>
              <a:gd name="T9" fmla="*/ 741 h 873"/>
              <a:gd name="T10" fmla="*/ 254 w 843"/>
              <a:gd name="T11" fmla="*/ 328 h 873"/>
              <a:gd name="T12" fmla="*/ 245 w 843"/>
              <a:gd name="T13" fmla="*/ 309 h 873"/>
              <a:gd name="T14" fmla="*/ 246 w 843"/>
              <a:gd name="T15" fmla="*/ 309 h 873"/>
              <a:gd name="T16" fmla="*/ 211 w 843"/>
              <a:gd name="T17" fmla="*/ 143 h 873"/>
              <a:gd name="T18" fmla="*/ 236 w 843"/>
              <a:gd name="T19" fmla="*/ 0 h 873"/>
              <a:gd name="T20" fmla="*/ 79 w 843"/>
              <a:gd name="T21" fmla="*/ 277 h 873"/>
              <a:gd name="T22" fmla="*/ 59 w 843"/>
              <a:gd name="T23" fmla="*/ 72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43" h="873">
                <a:moveTo>
                  <a:pt x="59" y="720"/>
                </a:moveTo>
                <a:cubicBezTo>
                  <a:pt x="59" y="720"/>
                  <a:pt x="59" y="720"/>
                  <a:pt x="59" y="720"/>
                </a:cubicBezTo>
                <a:cubicBezTo>
                  <a:pt x="87" y="805"/>
                  <a:pt x="181" y="873"/>
                  <a:pt x="270" y="873"/>
                </a:cubicBezTo>
                <a:cubicBezTo>
                  <a:pt x="843" y="873"/>
                  <a:pt x="843" y="873"/>
                  <a:pt x="843" y="873"/>
                </a:cubicBezTo>
                <a:cubicBezTo>
                  <a:pt x="766" y="851"/>
                  <a:pt x="672" y="811"/>
                  <a:pt x="577" y="741"/>
                </a:cubicBezTo>
                <a:cubicBezTo>
                  <a:pt x="379" y="594"/>
                  <a:pt x="259" y="339"/>
                  <a:pt x="254" y="328"/>
                </a:cubicBezTo>
                <a:cubicBezTo>
                  <a:pt x="245" y="309"/>
                  <a:pt x="245" y="309"/>
                  <a:pt x="245" y="309"/>
                </a:cubicBezTo>
                <a:cubicBezTo>
                  <a:pt x="246" y="309"/>
                  <a:pt x="246" y="309"/>
                  <a:pt x="246" y="309"/>
                </a:cubicBezTo>
                <a:cubicBezTo>
                  <a:pt x="223" y="256"/>
                  <a:pt x="211" y="200"/>
                  <a:pt x="211" y="143"/>
                </a:cubicBezTo>
                <a:cubicBezTo>
                  <a:pt x="211" y="93"/>
                  <a:pt x="220" y="45"/>
                  <a:pt x="236" y="0"/>
                </a:cubicBezTo>
                <a:cubicBezTo>
                  <a:pt x="179" y="74"/>
                  <a:pt x="115" y="171"/>
                  <a:pt x="79" y="277"/>
                </a:cubicBezTo>
                <a:cubicBezTo>
                  <a:pt x="0" y="513"/>
                  <a:pt x="56" y="710"/>
                  <a:pt x="59" y="72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1400000" scaled="0"/>
          </a:gra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C57E1B63-F6E3-9E4F-A2FC-D82C512CB49D}"/>
              </a:ext>
            </a:extLst>
          </p:cNvPr>
          <p:cNvSpPr>
            <a:spLocks/>
          </p:cNvSpPr>
          <p:nvPr/>
        </p:nvSpPr>
        <p:spPr bwMode="auto">
          <a:xfrm>
            <a:off x="3960390" y="2700287"/>
            <a:ext cx="2200881" cy="2335739"/>
          </a:xfrm>
          <a:custGeom>
            <a:avLst/>
            <a:gdLst>
              <a:gd name="T0" fmla="*/ 539 w 862"/>
              <a:gd name="T1" fmla="*/ 190 h 915"/>
              <a:gd name="T2" fmla="*/ 545 w 862"/>
              <a:gd name="T3" fmla="*/ 185 h 915"/>
              <a:gd name="T4" fmla="*/ 548 w 862"/>
              <a:gd name="T5" fmla="*/ 183 h 915"/>
              <a:gd name="T6" fmla="*/ 553 w 862"/>
              <a:gd name="T7" fmla="*/ 178 h 915"/>
              <a:gd name="T8" fmla="*/ 553 w 862"/>
              <a:gd name="T9" fmla="*/ 178 h 915"/>
              <a:gd name="T10" fmla="*/ 837 w 862"/>
              <a:gd name="T11" fmla="*/ 72 h 915"/>
              <a:gd name="T12" fmla="*/ 862 w 862"/>
              <a:gd name="T13" fmla="*/ 73 h 915"/>
              <a:gd name="T14" fmla="*/ 535 w 862"/>
              <a:gd name="T15" fmla="*/ 3 h 915"/>
              <a:gd name="T16" fmla="*/ 108 w 862"/>
              <a:gd name="T17" fmla="*/ 121 h 915"/>
              <a:gd name="T18" fmla="*/ 108 w 862"/>
              <a:gd name="T19" fmla="*/ 121 h 915"/>
              <a:gd name="T20" fmla="*/ 28 w 862"/>
              <a:gd name="T21" fmla="*/ 369 h 915"/>
              <a:gd name="T22" fmla="*/ 205 w 862"/>
              <a:gd name="T23" fmla="*/ 915 h 915"/>
              <a:gd name="T24" fmla="*/ 248 w 862"/>
              <a:gd name="T25" fmla="*/ 620 h 915"/>
              <a:gd name="T26" fmla="*/ 539 w 862"/>
              <a:gd name="T27" fmla="*/ 190 h 9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62" h="915">
                <a:moveTo>
                  <a:pt x="539" y="190"/>
                </a:moveTo>
                <a:cubicBezTo>
                  <a:pt x="545" y="185"/>
                  <a:pt x="545" y="185"/>
                  <a:pt x="545" y="185"/>
                </a:cubicBezTo>
                <a:cubicBezTo>
                  <a:pt x="546" y="185"/>
                  <a:pt x="547" y="184"/>
                  <a:pt x="548" y="183"/>
                </a:cubicBezTo>
                <a:cubicBezTo>
                  <a:pt x="553" y="178"/>
                  <a:pt x="553" y="178"/>
                  <a:pt x="553" y="178"/>
                </a:cubicBezTo>
                <a:cubicBezTo>
                  <a:pt x="553" y="178"/>
                  <a:pt x="553" y="178"/>
                  <a:pt x="553" y="178"/>
                </a:cubicBezTo>
                <a:cubicBezTo>
                  <a:pt x="632" y="110"/>
                  <a:pt x="732" y="72"/>
                  <a:pt x="837" y="72"/>
                </a:cubicBezTo>
                <a:cubicBezTo>
                  <a:pt x="845" y="72"/>
                  <a:pt x="853" y="72"/>
                  <a:pt x="862" y="73"/>
                </a:cubicBezTo>
                <a:cubicBezTo>
                  <a:pt x="771" y="38"/>
                  <a:pt x="652" y="4"/>
                  <a:pt x="535" y="3"/>
                </a:cubicBezTo>
                <a:cubicBezTo>
                  <a:pt x="286" y="0"/>
                  <a:pt x="117" y="115"/>
                  <a:pt x="108" y="121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37" y="173"/>
                  <a:pt x="0" y="284"/>
                  <a:pt x="28" y="369"/>
                </a:cubicBezTo>
                <a:cubicBezTo>
                  <a:pt x="205" y="915"/>
                  <a:pt x="205" y="915"/>
                  <a:pt x="205" y="915"/>
                </a:cubicBezTo>
                <a:cubicBezTo>
                  <a:pt x="203" y="834"/>
                  <a:pt x="211" y="731"/>
                  <a:pt x="248" y="620"/>
                </a:cubicBezTo>
                <a:cubicBezTo>
                  <a:pt x="327" y="386"/>
                  <a:pt x="531" y="198"/>
                  <a:pt x="539" y="19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3DD2A9BE-98FC-674A-AADF-85E0AC62C437}"/>
              </a:ext>
            </a:extLst>
          </p:cNvPr>
          <p:cNvSpPr>
            <a:spLocks/>
          </p:cNvSpPr>
          <p:nvPr/>
        </p:nvSpPr>
        <p:spPr bwMode="auto">
          <a:xfrm>
            <a:off x="5411462" y="4045628"/>
            <a:ext cx="2621638" cy="1782282"/>
          </a:xfrm>
          <a:custGeom>
            <a:avLst/>
            <a:gdLst>
              <a:gd name="T0" fmla="*/ 1027 w 1027"/>
              <a:gd name="T1" fmla="*/ 0 h 698"/>
              <a:gd name="T2" fmla="*/ 819 w 1027"/>
              <a:gd name="T3" fmla="*/ 212 h 698"/>
              <a:gd name="T4" fmla="*/ 326 w 1027"/>
              <a:gd name="T5" fmla="*/ 387 h 698"/>
              <a:gd name="T6" fmla="*/ 321 w 1027"/>
              <a:gd name="T7" fmla="*/ 387 h 698"/>
              <a:gd name="T8" fmla="*/ 269 w 1027"/>
              <a:gd name="T9" fmla="*/ 390 h 698"/>
              <a:gd name="T10" fmla="*/ 39 w 1027"/>
              <a:gd name="T11" fmla="*/ 324 h 698"/>
              <a:gd name="T12" fmla="*/ 0 w 1027"/>
              <a:gd name="T13" fmla="*/ 297 h 698"/>
              <a:gd name="T14" fmla="*/ 224 w 1027"/>
              <a:gd name="T15" fmla="*/ 543 h 698"/>
              <a:gd name="T16" fmla="*/ 639 w 1027"/>
              <a:gd name="T17" fmla="*/ 698 h 698"/>
              <a:gd name="T18" fmla="*/ 849 w 1027"/>
              <a:gd name="T19" fmla="*/ 545 h 698"/>
              <a:gd name="T20" fmla="*/ 1027 w 1027"/>
              <a:gd name="T21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27" h="698">
                <a:moveTo>
                  <a:pt x="1027" y="0"/>
                </a:moveTo>
                <a:cubicBezTo>
                  <a:pt x="981" y="66"/>
                  <a:pt x="915" y="144"/>
                  <a:pt x="819" y="212"/>
                </a:cubicBezTo>
                <a:cubicBezTo>
                  <a:pt x="618" y="355"/>
                  <a:pt x="338" y="385"/>
                  <a:pt x="326" y="387"/>
                </a:cubicBezTo>
                <a:cubicBezTo>
                  <a:pt x="321" y="387"/>
                  <a:pt x="321" y="387"/>
                  <a:pt x="321" y="387"/>
                </a:cubicBezTo>
                <a:cubicBezTo>
                  <a:pt x="303" y="389"/>
                  <a:pt x="286" y="390"/>
                  <a:pt x="269" y="390"/>
                </a:cubicBezTo>
                <a:cubicBezTo>
                  <a:pt x="187" y="390"/>
                  <a:pt x="108" y="368"/>
                  <a:pt x="39" y="324"/>
                </a:cubicBezTo>
                <a:cubicBezTo>
                  <a:pt x="26" y="316"/>
                  <a:pt x="13" y="307"/>
                  <a:pt x="0" y="297"/>
                </a:cubicBezTo>
                <a:cubicBezTo>
                  <a:pt x="54" y="377"/>
                  <a:pt x="131" y="473"/>
                  <a:pt x="224" y="543"/>
                </a:cubicBezTo>
                <a:cubicBezTo>
                  <a:pt x="425" y="692"/>
                  <a:pt x="634" y="698"/>
                  <a:pt x="639" y="698"/>
                </a:cubicBezTo>
                <a:cubicBezTo>
                  <a:pt x="728" y="698"/>
                  <a:pt x="822" y="630"/>
                  <a:pt x="849" y="545"/>
                </a:cubicBezTo>
                <a:lnTo>
                  <a:pt x="1027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0"/>
          </a:gra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2FDCA408-8486-5A4C-9FD6-DDF29E3EC999}"/>
              </a:ext>
            </a:extLst>
          </p:cNvPr>
          <p:cNvSpPr/>
          <p:nvPr/>
        </p:nvSpPr>
        <p:spPr>
          <a:xfrm>
            <a:off x="5788096" y="1921863"/>
            <a:ext cx="746350" cy="746350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0800000" scaled="0"/>
          </a:gradFill>
          <a:ln>
            <a:noFill/>
          </a:ln>
          <a:effectLst>
            <a:outerShdw blurRad="1905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3D2EF2F2-2214-014A-9D83-3800DD78BDCF}"/>
              </a:ext>
            </a:extLst>
          </p:cNvPr>
          <p:cNvSpPr/>
          <p:nvPr/>
        </p:nvSpPr>
        <p:spPr>
          <a:xfrm>
            <a:off x="4149304" y="3066467"/>
            <a:ext cx="746350" cy="746350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6200000" scaled="0"/>
          </a:gradFill>
          <a:ln>
            <a:noFill/>
          </a:ln>
          <a:effectLst>
            <a:outerShdw blurRad="1905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C22FDE0-BFCF-364C-9F71-A2639631832B}"/>
              </a:ext>
            </a:extLst>
          </p:cNvPr>
          <p:cNvSpPr/>
          <p:nvPr/>
        </p:nvSpPr>
        <p:spPr>
          <a:xfrm>
            <a:off x="4821622" y="4951285"/>
            <a:ext cx="746350" cy="746350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>
            <a:noFill/>
          </a:ln>
          <a:effectLst>
            <a:outerShdw blurRad="1905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3AD511B-7588-FB4A-A197-776AA4E241FD}"/>
              </a:ext>
            </a:extLst>
          </p:cNvPr>
          <p:cNvSpPr/>
          <p:nvPr/>
        </p:nvSpPr>
        <p:spPr>
          <a:xfrm>
            <a:off x="7338543" y="3111478"/>
            <a:ext cx="746350" cy="74635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>
            <a:noFill/>
          </a:ln>
          <a:effectLst>
            <a:outerShdw blurRad="1905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613BEE95-5991-1B46-BAE3-215AA306D725}"/>
              </a:ext>
            </a:extLst>
          </p:cNvPr>
          <p:cNvSpPr/>
          <p:nvPr/>
        </p:nvSpPr>
        <p:spPr>
          <a:xfrm>
            <a:off x="6718188" y="4980221"/>
            <a:ext cx="746350" cy="746350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1400000" scaled="0"/>
          </a:gradFill>
          <a:ln>
            <a:noFill/>
          </a:ln>
          <a:effectLst>
            <a:outerShdw blurRad="190500" sx="102000" sy="102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" name="Graphic 30">
            <a:extLst>
              <a:ext uri="{FF2B5EF4-FFF2-40B4-BE49-F238E27FC236}">
                <a16:creationId xmlns:a16="http://schemas.microsoft.com/office/drawing/2014/main" id="{1F1FCD18-23BE-704C-86A8-22A33BB4063C}"/>
              </a:ext>
            </a:extLst>
          </p:cNvPr>
          <p:cNvGrpSpPr>
            <a:grpSpLocks noChangeAspect="1"/>
          </p:cNvGrpSpPr>
          <p:nvPr/>
        </p:nvGrpSpPr>
        <p:grpSpPr>
          <a:xfrm>
            <a:off x="5994038" y="2092699"/>
            <a:ext cx="334467" cy="404679"/>
            <a:chOff x="6015511" y="2078888"/>
            <a:chExt cx="334467" cy="404679"/>
          </a:xfrm>
          <a:solidFill>
            <a:srgbClr val="FFFFFF"/>
          </a:solidFill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BA07FB1-59F1-9E49-B8F9-881FF7397293}"/>
                </a:ext>
              </a:extLst>
            </p:cNvPr>
            <p:cNvSpPr/>
            <p:nvPr/>
          </p:nvSpPr>
          <p:spPr>
            <a:xfrm>
              <a:off x="6121555" y="2128202"/>
              <a:ext cx="59951" cy="60730"/>
            </a:xfrm>
            <a:custGeom>
              <a:avLst/>
              <a:gdLst>
                <a:gd name="connsiteX0" fmla="*/ 29975 w 59951"/>
                <a:gd name="connsiteY0" fmla="*/ 60730 h 60730"/>
                <a:gd name="connsiteX1" fmla="*/ 0 w 59951"/>
                <a:gd name="connsiteY1" fmla="*/ 30364 h 60730"/>
                <a:gd name="connsiteX2" fmla="*/ 29977 w 59951"/>
                <a:gd name="connsiteY2" fmla="*/ 0 h 60730"/>
                <a:gd name="connsiteX3" fmla="*/ 59952 w 59951"/>
                <a:gd name="connsiteY3" fmla="*/ 30366 h 60730"/>
                <a:gd name="connsiteX4" fmla="*/ 59951 w 59951"/>
                <a:gd name="connsiteY4" fmla="*/ 30594 h 60730"/>
                <a:gd name="connsiteX5" fmla="*/ 29975 w 59951"/>
                <a:gd name="connsiteY5" fmla="*/ 60730 h 60730"/>
                <a:gd name="connsiteX6" fmla="*/ 29975 w 59951"/>
                <a:gd name="connsiteY6" fmla="*/ 13813 h 60730"/>
                <a:gd name="connsiteX7" fmla="*/ 13636 w 59951"/>
                <a:gd name="connsiteY7" fmla="*/ 30367 h 60730"/>
                <a:gd name="connsiteX8" fmla="*/ 29978 w 59951"/>
                <a:gd name="connsiteY8" fmla="*/ 46918 h 60730"/>
                <a:gd name="connsiteX9" fmla="*/ 46315 w 59951"/>
                <a:gd name="connsiteY9" fmla="*/ 30594 h 60730"/>
                <a:gd name="connsiteX10" fmla="*/ 29976 w 59951"/>
                <a:gd name="connsiteY10" fmla="*/ 13813 h 60730"/>
                <a:gd name="connsiteX11" fmla="*/ 29975 w 59951"/>
                <a:gd name="connsiteY11" fmla="*/ 13813 h 6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951" h="60730">
                  <a:moveTo>
                    <a:pt x="29975" y="60730"/>
                  </a:moveTo>
                  <a:cubicBezTo>
                    <a:pt x="13420" y="60730"/>
                    <a:pt x="0" y="47135"/>
                    <a:pt x="0" y="30364"/>
                  </a:cubicBezTo>
                  <a:cubicBezTo>
                    <a:pt x="0" y="13594"/>
                    <a:pt x="13422" y="0"/>
                    <a:pt x="29977" y="0"/>
                  </a:cubicBezTo>
                  <a:cubicBezTo>
                    <a:pt x="46532" y="0"/>
                    <a:pt x="59952" y="13596"/>
                    <a:pt x="59952" y="30366"/>
                  </a:cubicBezTo>
                  <a:cubicBezTo>
                    <a:pt x="59952" y="30442"/>
                    <a:pt x="59952" y="30518"/>
                    <a:pt x="59951" y="30594"/>
                  </a:cubicBezTo>
                  <a:cubicBezTo>
                    <a:pt x="59766" y="47249"/>
                    <a:pt x="46417" y="60669"/>
                    <a:pt x="29975" y="60730"/>
                  </a:cubicBezTo>
                  <a:close/>
                  <a:moveTo>
                    <a:pt x="29975" y="13813"/>
                  </a:moveTo>
                  <a:cubicBezTo>
                    <a:pt x="20951" y="13814"/>
                    <a:pt x="13636" y="21225"/>
                    <a:pt x="13636" y="30367"/>
                  </a:cubicBezTo>
                  <a:cubicBezTo>
                    <a:pt x="13637" y="39508"/>
                    <a:pt x="20954" y="46919"/>
                    <a:pt x="29978" y="46918"/>
                  </a:cubicBezTo>
                  <a:cubicBezTo>
                    <a:pt x="38914" y="46917"/>
                    <a:pt x="46192" y="39645"/>
                    <a:pt x="46315" y="30594"/>
                  </a:cubicBezTo>
                  <a:cubicBezTo>
                    <a:pt x="46378" y="21389"/>
                    <a:pt x="39062" y="13876"/>
                    <a:pt x="29976" y="13813"/>
                  </a:cubicBezTo>
                  <a:cubicBezTo>
                    <a:pt x="29976" y="13813"/>
                    <a:pt x="29975" y="13813"/>
                    <a:pt x="29975" y="13813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58A9BB4-BB50-DF4E-BF8C-16CC343C088B}"/>
                </a:ext>
              </a:extLst>
            </p:cNvPr>
            <p:cNvSpPr/>
            <p:nvPr/>
          </p:nvSpPr>
          <p:spPr>
            <a:xfrm>
              <a:off x="6095072" y="2194983"/>
              <a:ext cx="112917" cy="66553"/>
            </a:xfrm>
            <a:custGeom>
              <a:avLst/>
              <a:gdLst>
                <a:gd name="connsiteX0" fmla="*/ 106043 w 112917"/>
                <a:gd name="connsiteY0" fmla="*/ 66552 h 66553"/>
                <a:gd name="connsiteX1" fmla="*/ 99169 w 112917"/>
                <a:gd name="connsiteY1" fmla="*/ 59818 h 66553"/>
                <a:gd name="connsiteX2" fmla="*/ 99168 w 112917"/>
                <a:gd name="connsiteY2" fmla="*/ 59703 h 66553"/>
                <a:gd name="connsiteX3" fmla="*/ 99168 w 112917"/>
                <a:gd name="connsiteY3" fmla="*/ 32306 h 66553"/>
                <a:gd name="connsiteX4" fmla="*/ 80912 w 112917"/>
                <a:gd name="connsiteY4" fmla="*/ 13813 h 66553"/>
                <a:gd name="connsiteX5" fmla="*/ 31892 w 112917"/>
                <a:gd name="connsiteY5" fmla="*/ 13813 h 66553"/>
                <a:gd name="connsiteX6" fmla="*/ 13636 w 112917"/>
                <a:gd name="connsiteY6" fmla="*/ 32306 h 66553"/>
                <a:gd name="connsiteX7" fmla="*/ 13636 w 112917"/>
                <a:gd name="connsiteY7" fmla="*/ 59475 h 66553"/>
                <a:gd name="connsiteX8" fmla="*/ 5939 w 112917"/>
                <a:gd name="connsiteY8" fmla="*/ 65491 h 66553"/>
                <a:gd name="connsiteX9" fmla="*/ 0 w 112917"/>
                <a:gd name="connsiteY9" fmla="*/ 59475 h 66553"/>
                <a:gd name="connsiteX10" fmla="*/ 0 w 112917"/>
                <a:gd name="connsiteY10" fmla="*/ 32306 h 66553"/>
                <a:gd name="connsiteX11" fmla="*/ 31892 w 112917"/>
                <a:gd name="connsiteY11" fmla="*/ 0 h 66553"/>
                <a:gd name="connsiteX12" fmla="*/ 80912 w 112917"/>
                <a:gd name="connsiteY12" fmla="*/ 0 h 66553"/>
                <a:gd name="connsiteX13" fmla="*/ 112917 w 112917"/>
                <a:gd name="connsiteY13" fmla="*/ 32306 h 66553"/>
                <a:gd name="connsiteX14" fmla="*/ 112917 w 112917"/>
                <a:gd name="connsiteY14" fmla="*/ 59475 h 66553"/>
                <a:gd name="connsiteX15" fmla="*/ 106156 w 112917"/>
                <a:gd name="connsiteY15" fmla="*/ 66551 h 66553"/>
                <a:gd name="connsiteX16" fmla="*/ 106043 w 112917"/>
                <a:gd name="connsiteY16" fmla="*/ 66552 h 6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917" h="66553">
                  <a:moveTo>
                    <a:pt x="106043" y="66552"/>
                  </a:moveTo>
                  <a:cubicBezTo>
                    <a:pt x="102309" y="66615"/>
                    <a:pt x="99232" y="63600"/>
                    <a:pt x="99169" y="59818"/>
                  </a:cubicBezTo>
                  <a:cubicBezTo>
                    <a:pt x="99169" y="59780"/>
                    <a:pt x="99168" y="59741"/>
                    <a:pt x="99168" y="59703"/>
                  </a:cubicBezTo>
                  <a:lnTo>
                    <a:pt x="99168" y="32306"/>
                  </a:lnTo>
                  <a:cubicBezTo>
                    <a:pt x="99168" y="22092"/>
                    <a:pt x="90995" y="13813"/>
                    <a:pt x="80912" y="13813"/>
                  </a:cubicBezTo>
                  <a:lnTo>
                    <a:pt x="31892" y="13813"/>
                  </a:lnTo>
                  <a:cubicBezTo>
                    <a:pt x="21835" y="13875"/>
                    <a:pt x="13697" y="22118"/>
                    <a:pt x="13636" y="32306"/>
                  </a:cubicBezTo>
                  <a:lnTo>
                    <a:pt x="13636" y="59475"/>
                  </a:lnTo>
                  <a:cubicBezTo>
                    <a:pt x="13151" y="63289"/>
                    <a:pt x="9705" y="65983"/>
                    <a:pt x="5939" y="65491"/>
                  </a:cubicBezTo>
                  <a:cubicBezTo>
                    <a:pt x="2840" y="65087"/>
                    <a:pt x="399" y="62615"/>
                    <a:pt x="0" y="59475"/>
                  </a:cubicBezTo>
                  <a:lnTo>
                    <a:pt x="0" y="32306"/>
                  </a:lnTo>
                  <a:cubicBezTo>
                    <a:pt x="0" y="14464"/>
                    <a:pt x="14278" y="0"/>
                    <a:pt x="31892" y="0"/>
                  </a:cubicBezTo>
                  <a:lnTo>
                    <a:pt x="80912" y="0"/>
                  </a:lnTo>
                  <a:cubicBezTo>
                    <a:pt x="98544" y="0"/>
                    <a:pt x="112855" y="14445"/>
                    <a:pt x="112917" y="32306"/>
                  </a:cubicBezTo>
                  <a:lnTo>
                    <a:pt x="112917" y="59475"/>
                  </a:lnTo>
                  <a:cubicBezTo>
                    <a:pt x="112979" y="63320"/>
                    <a:pt x="109952" y="66488"/>
                    <a:pt x="106156" y="66551"/>
                  </a:cubicBezTo>
                  <a:cubicBezTo>
                    <a:pt x="106118" y="66552"/>
                    <a:pt x="106080" y="66552"/>
                    <a:pt x="106043" y="66552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0241702-9AB7-3F4A-B25A-7F6FFBDD9E6C}"/>
                </a:ext>
              </a:extLst>
            </p:cNvPr>
            <p:cNvSpPr/>
            <p:nvPr/>
          </p:nvSpPr>
          <p:spPr>
            <a:xfrm>
              <a:off x="6123187" y="2237129"/>
              <a:ext cx="13749" cy="24407"/>
            </a:xfrm>
            <a:custGeom>
              <a:avLst/>
              <a:gdLst>
                <a:gd name="connsiteX0" fmla="*/ 6931 w 13749"/>
                <a:gd name="connsiteY0" fmla="*/ 24406 h 24407"/>
                <a:gd name="connsiteX1" fmla="*/ 58 w 13749"/>
                <a:gd name="connsiteY1" fmla="*/ 17672 h 24407"/>
                <a:gd name="connsiteX2" fmla="*/ 57 w 13749"/>
                <a:gd name="connsiteY2" fmla="*/ 17557 h 24407"/>
                <a:gd name="connsiteX3" fmla="*/ 57 w 13749"/>
                <a:gd name="connsiteY3" fmla="*/ 7854 h 24407"/>
                <a:gd name="connsiteX4" fmla="*/ 5997 w 13749"/>
                <a:gd name="connsiteY4" fmla="*/ 58 h 24407"/>
                <a:gd name="connsiteX5" fmla="*/ 13693 w 13749"/>
                <a:gd name="connsiteY5" fmla="*/ 6074 h 24407"/>
                <a:gd name="connsiteX6" fmla="*/ 13693 w 13749"/>
                <a:gd name="connsiteY6" fmla="*/ 7854 h 24407"/>
                <a:gd name="connsiteX7" fmla="*/ 13693 w 13749"/>
                <a:gd name="connsiteY7" fmla="*/ 17557 h 24407"/>
                <a:gd name="connsiteX8" fmla="*/ 6931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931" y="24406"/>
                  </a:moveTo>
                  <a:cubicBezTo>
                    <a:pt x="3198" y="24469"/>
                    <a:pt x="120" y="21454"/>
                    <a:pt x="58" y="17672"/>
                  </a:cubicBezTo>
                  <a:cubicBezTo>
                    <a:pt x="57" y="17634"/>
                    <a:pt x="57" y="17595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6"/>
                    <a:pt x="6931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5E0C921A-760D-2B43-8A9A-76820DBEFA54}"/>
                </a:ext>
              </a:extLst>
            </p:cNvPr>
            <p:cNvSpPr/>
            <p:nvPr/>
          </p:nvSpPr>
          <p:spPr>
            <a:xfrm>
              <a:off x="6166461" y="2237129"/>
              <a:ext cx="13749" cy="24407"/>
            </a:xfrm>
            <a:custGeom>
              <a:avLst/>
              <a:gdLst>
                <a:gd name="connsiteX0" fmla="*/ 6819 w 13749"/>
                <a:gd name="connsiteY0" fmla="*/ 24406 h 24407"/>
                <a:gd name="connsiteX1" fmla="*/ 57 w 13749"/>
                <a:gd name="connsiteY1" fmla="*/ 17557 h 24407"/>
                <a:gd name="connsiteX2" fmla="*/ 57 w 13749"/>
                <a:gd name="connsiteY2" fmla="*/ 7854 h 24407"/>
                <a:gd name="connsiteX3" fmla="*/ 5997 w 13749"/>
                <a:gd name="connsiteY3" fmla="*/ 58 h 24407"/>
                <a:gd name="connsiteX4" fmla="*/ 13693 w 13749"/>
                <a:gd name="connsiteY4" fmla="*/ 6074 h 24407"/>
                <a:gd name="connsiteX5" fmla="*/ 13693 w 13749"/>
                <a:gd name="connsiteY5" fmla="*/ 7854 h 24407"/>
                <a:gd name="connsiteX6" fmla="*/ 13693 w 13749"/>
                <a:gd name="connsiteY6" fmla="*/ 17557 h 24407"/>
                <a:gd name="connsiteX7" fmla="*/ 6932 w 13749"/>
                <a:gd name="connsiteY7" fmla="*/ 24407 h 24407"/>
                <a:gd name="connsiteX8" fmla="*/ 6819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819" y="24406"/>
                  </a:moveTo>
                  <a:cubicBezTo>
                    <a:pt x="3084" y="24406"/>
                    <a:pt x="57" y="21340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7"/>
                    <a:pt x="6932" y="24407"/>
                  </a:cubicBezTo>
                  <a:cubicBezTo>
                    <a:pt x="6894" y="24407"/>
                    <a:pt x="6856" y="24407"/>
                    <a:pt x="6819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FBE76AB9-4A99-0744-A617-1A3FDCB80F9B}"/>
                </a:ext>
              </a:extLst>
            </p:cNvPr>
            <p:cNvSpPr/>
            <p:nvPr/>
          </p:nvSpPr>
          <p:spPr>
            <a:xfrm>
              <a:off x="6053601" y="2272893"/>
              <a:ext cx="196060" cy="14213"/>
            </a:xfrm>
            <a:custGeom>
              <a:avLst/>
              <a:gdLst>
                <a:gd name="connsiteX0" fmla="*/ 188307 w 196060"/>
                <a:gd name="connsiteY0" fmla="*/ 14213 h 14213"/>
                <a:gd name="connsiteX1" fmla="*/ 6987 w 196060"/>
                <a:gd name="connsiteY1" fmla="*/ 14213 h 14213"/>
                <a:gd name="connsiteX2" fmla="*/ 0 w 196060"/>
                <a:gd name="connsiteY2" fmla="*/ 7135 h 14213"/>
                <a:gd name="connsiteX3" fmla="*/ 6987 w 196060"/>
                <a:gd name="connsiteY3" fmla="*/ 58 h 14213"/>
                <a:gd name="connsiteX4" fmla="*/ 188307 w 196060"/>
                <a:gd name="connsiteY4" fmla="*/ 58 h 14213"/>
                <a:gd name="connsiteX5" fmla="*/ 196003 w 196060"/>
                <a:gd name="connsiteY5" fmla="*/ 6074 h 14213"/>
                <a:gd name="connsiteX6" fmla="*/ 190064 w 196060"/>
                <a:gd name="connsiteY6" fmla="*/ 13871 h 14213"/>
                <a:gd name="connsiteX7" fmla="*/ 188307 w 196060"/>
                <a:gd name="connsiteY7" fmla="*/ 13871 h 1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060" h="14213">
                  <a:moveTo>
                    <a:pt x="188307" y="14213"/>
                  </a:moveTo>
                  <a:lnTo>
                    <a:pt x="6987" y="14213"/>
                  </a:lnTo>
                  <a:cubicBezTo>
                    <a:pt x="3128" y="14213"/>
                    <a:pt x="0" y="11044"/>
                    <a:pt x="0" y="7135"/>
                  </a:cubicBezTo>
                  <a:cubicBezTo>
                    <a:pt x="0" y="3227"/>
                    <a:pt x="3128" y="58"/>
                    <a:pt x="6987" y="58"/>
                  </a:cubicBezTo>
                  <a:lnTo>
                    <a:pt x="188307" y="58"/>
                  </a:lnTo>
                  <a:cubicBezTo>
                    <a:pt x="192073" y="-434"/>
                    <a:pt x="195518" y="2260"/>
                    <a:pt x="196003" y="6074"/>
                  </a:cubicBezTo>
                  <a:cubicBezTo>
                    <a:pt x="196488" y="9889"/>
                    <a:pt x="193829" y="13379"/>
                    <a:pt x="190064" y="13871"/>
                  </a:cubicBezTo>
                  <a:cubicBezTo>
                    <a:pt x="189481" y="13947"/>
                    <a:pt x="188890" y="13947"/>
                    <a:pt x="188307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493C1228-3EE4-6F40-B5C8-3473BAB32CFF}"/>
                </a:ext>
              </a:extLst>
            </p:cNvPr>
            <p:cNvSpPr/>
            <p:nvPr/>
          </p:nvSpPr>
          <p:spPr>
            <a:xfrm>
              <a:off x="6052835" y="2309537"/>
              <a:ext cx="196826" cy="13928"/>
            </a:xfrm>
            <a:custGeom>
              <a:avLst/>
              <a:gdLst>
                <a:gd name="connsiteX0" fmla="*/ 189074 w 196826"/>
                <a:gd name="connsiteY0" fmla="*/ 13871 h 13928"/>
                <a:gd name="connsiteX1" fmla="*/ 7753 w 196826"/>
                <a:gd name="connsiteY1" fmla="*/ 13871 h 13928"/>
                <a:gd name="connsiteX2" fmla="*/ 57 w 196826"/>
                <a:gd name="connsiteY2" fmla="*/ 7854 h 13928"/>
                <a:gd name="connsiteX3" fmla="*/ 5997 w 196826"/>
                <a:gd name="connsiteY3" fmla="*/ 58 h 13928"/>
                <a:gd name="connsiteX4" fmla="*/ 7753 w 196826"/>
                <a:gd name="connsiteY4" fmla="*/ 58 h 13928"/>
                <a:gd name="connsiteX5" fmla="*/ 189074 w 196826"/>
                <a:gd name="connsiteY5" fmla="*/ 58 h 13928"/>
                <a:gd name="connsiteX6" fmla="*/ 196770 w 196826"/>
                <a:gd name="connsiteY6" fmla="*/ 6074 h 13928"/>
                <a:gd name="connsiteX7" fmla="*/ 190830 w 196826"/>
                <a:gd name="connsiteY7" fmla="*/ 13871 h 13928"/>
                <a:gd name="connsiteX8" fmla="*/ 189074 w 196826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826" h="13928">
                  <a:moveTo>
                    <a:pt x="189074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89074" y="58"/>
                  </a:lnTo>
                  <a:cubicBezTo>
                    <a:pt x="192839" y="-434"/>
                    <a:pt x="196285" y="2260"/>
                    <a:pt x="196770" y="6074"/>
                  </a:cubicBezTo>
                  <a:cubicBezTo>
                    <a:pt x="197255" y="9889"/>
                    <a:pt x="194596" y="13379"/>
                    <a:pt x="190830" y="13871"/>
                  </a:cubicBezTo>
                  <a:cubicBezTo>
                    <a:pt x="190247" y="13947"/>
                    <a:pt x="189657" y="13947"/>
                    <a:pt x="189074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719EE5D-7793-334C-9E2D-8E1B232C5426}"/>
                </a:ext>
              </a:extLst>
            </p:cNvPr>
            <p:cNvSpPr/>
            <p:nvPr/>
          </p:nvSpPr>
          <p:spPr>
            <a:xfrm>
              <a:off x="6052835" y="2345838"/>
              <a:ext cx="216885" cy="13928"/>
            </a:xfrm>
            <a:custGeom>
              <a:avLst/>
              <a:gdLst>
                <a:gd name="connsiteX0" fmla="*/ 209133 w 216885"/>
                <a:gd name="connsiteY0" fmla="*/ 13871 h 13928"/>
                <a:gd name="connsiteX1" fmla="*/ 7753 w 216885"/>
                <a:gd name="connsiteY1" fmla="*/ 13871 h 13928"/>
                <a:gd name="connsiteX2" fmla="*/ 57 w 216885"/>
                <a:gd name="connsiteY2" fmla="*/ 7854 h 13928"/>
                <a:gd name="connsiteX3" fmla="*/ 5997 w 216885"/>
                <a:gd name="connsiteY3" fmla="*/ 58 h 13928"/>
                <a:gd name="connsiteX4" fmla="*/ 7753 w 216885"/>
                <a:gd name="connsiteY4" fmla="*/ 58 h 13928"/>
                <a:gd name="connsiteX5" fmla="*/ 209133 w 216885"/>
                <a:gd name="connsiteY5" fmla="*/ 58 h 13928"/>
                <a:gd name="connsiteX6" fmla="*/ 216829 w 216885"/>
                <a:gd name="connsiteY6" fmla="*/ 6074 h 13928"/>
                <a:gd name="connsiteX7" fmla="*/ 210889 w 216885"/>
                <a:gd name="connsiteY7" fmla="*/ 13871 h 13928"/>
                <a:gd name="connsiteX8" fmla="*/ 209133 w 216885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885" h="13928">
                  <a:moveTo>
                    <a:pt x="209133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209133" y="58"/>
                  </a:lnTo>
                  <a:cubicBezTo>
                    <a:pt x="212898" y="-434"/>
                    <a:pt x="216344" y="2260"/>
                    <a:pt x="216829" y="6074"/>
                  </a:cubicBezTo>
                  <a:cubicBezTo>
                    <a:pt x="217314" y="9889"/>
                    <a:pt x="214655" y="13379"/>
                    <a:pt x="210889" y="13871"/>
                  </a:cubicBezTo>
                  <a:cubicBezTo>
                    <a:pt x="210306" y="13947"/>
                    <a:pt x="209716" y="13947"/>
                    <a:pt x="209133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C2583326-AF7F-ED49-8168-99E6071EC7B7}"/>
                </a:ext>
              </a:extLst>
            </p:cNvPr>
            <p:cNvSpPr/>
            <p:nvPr/>
          </p:nvSpPr>
          <p:spPr>
            <a:xfrm>
              <a:off x="6052835" y="2382139"/>
              <a:ext cx="177669" cy="13928"/>
            </a:xfrm>
            <a:custGeom>
              <a:avLst/>
              <a:gdLst>
                <a:gd name="connsiteX0" fmla="*/ 169916 w 177669"/>
                <a:gd name="connsiteY0" fmla="*/ 13871 h 13928"/>
                <a:gd name="connsiteX1" fmla="*/ 7753 w 177669"/>
                <a:gd name="connsiteY1" fmla="*/ 13871 h 13928"/>
                <a:gd name="connsiteX2" fmla="*/ 57 w 177669"/>
                <a:gd name="connsiteY2" fmla="*/ 7854 h 13928"/>
                <a:gd name="connsiteX3" fmla="*/ 5997 w 177669"/>
                <a:gd name="connsiteY3" fmla="*/ 58 h 13928"/>
                <a:gd name="connsiteX4" fmla="*/ 7753 w 177669"/>
                <a:gd name="connsiteY4" fmla="*/ 58 h 13928"/>
                <a:gd name="connsiteX5" fmla="*/ 169916 w 177669"/>
                <a:gd name="connsiteY5" fmla="*/ 58 h 13928"/>
                <a:gd name="connsiteX6" fmla="*/ 177612 w 177669"/>
                <a:gd name="connsiteY6" fmla="*/ 6074 h 13928"/>
                <a:gd name="connsiteX7" fmla="*/ 171673 w 177669"/>
                <a:gd name="connsiteY7" fmla="*/ 13871 h 13928"/>
                <a:gd name="connsiteX8" fmla="*/ 169916 w 177669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669" h="13928">
                  <a:moveTo>
                    <a:pt x="169916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9916" y="58"/>
                  </a:lnTo>
                  <a:cubicBezTo>
                    <a:pt x="173681" y="-434"/>
                    <a:pt x="177127" y="2260"/>
                    <a:pt x="177612" y="6074"/>
                  </a:cubicBezTo>
                  <a:cubicBezTo>
                    <a:pt x="178097" y="9889"/>
                    <a:pt x="175438" y="13379"/>
                    <a:pt x="171673" y="13871"/>
                  </a:cubicBezTo>
                  <a:cubicBezTo>
                    <a:pt x="171090" y="13947"/>
                    <a:pt x="170499" y="13947"/>
                    <a:pt x="169916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6FD7E7C-C2F1-BC40-8CC9-FD03D1605D84}"/>
                </a:ext>
              </a:extLst>
            </p:cNvPr>
            <p:cNvSpPr/>
            <p:nvPr/>
          </p:nvSpPr>
          <p:spPr>
            <a:xfrm>
              <a:off x="6052835" y="2418897"/>
              <a:ext cx="173274" cy="13928"/>
            </a:xfrm>
            <a:custGeom>
              <a:avLst/>
              <a:gdLst>
                <a:gd name="connsiteX0" fmla="*/ 166310 w 173274"/>
                <a:gd name="connsiteY0" fmla="*/ 13871 h 13928"/>
                <a:gd name="connsiteX1" fmla="*/ 7753 w 173274"/>
                <a:gd name="connsiteY1" fmla="*/ 13871 h 13928"/>
                <a:gd name="connsiteX2" fmla="*/ 57 w 173274"/>
                <a:gd name="connsiteY2" fmla="*/ 7854 h 13928"/>
                <a:gd name="connsiteX3" fmla="*/ 5997 w 173274"/>
                <a:gd name="connsiteY3" fmla="*/ 58 h 13928"/>
                <a:gd name="connsiteX4" fmla="*/ 7753 w 173274"/>
                <a:gd name="connsiteY4" fmla="*/ 58 h 13928"/>
                <a:gd name="connsiteX5" fmla="*/ 165521 w 173274"/>
                <a:gd name="connsiteY5" fmla="*/ 58 h 13928"/>
                <a:gd name="connsiteX6" fmla="*/ 173217 w 173274"/>
                <a:gd name="connsiteY6" fmla="*/ 6074 h 13928"/>
                <a:gd name="connsiteX7" fmla="*/ 167278 w 173274"/>
                <a:gd name="connsiteY7" fmla="*/ 13871 h 13928"/>
                <a:gd name="connsiteX8" fmla="*/ 165521 w 173274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74" h="13928">
                  <a:moveTo>
                    <a:pt x="166310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5521" y="58"/>
                  </a:lnTo>
                  <a:cubicBezTo>
                    <a:pt x="169287" y="-434"/>
                    <a:pt x="172732" y="2260"/>
                    <a:pt x="173217" y="6074"/>
                  </a:cubicBezTo>
                  <a:cubicBezTo>
                    <a:pt x="173702" y="9889"/>
                    <a:pt x="171043" y="13379"/>
                    <a:pt x="167278" y="13871"/>
                  </a:cubicBezTo>
                  <a:cubicBezTo>
                    <a:pt x="166695" y="13947"/>
                    <a:pt x="166104" y="13947"/>
                    <a:pt x="165521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5418322-D9A0-8C4F-8B67-5D03017D2E07}"/>
                </a:ext>
              </a:extLst>
            </p:cNvPr>
            <p:cNvSpPr/>
            <p:nvPr/>
          </p:nvSpPr>
          <p:spPr>
            <a:xfrm>
              <a:off x="6015511" y="2104571"/>
              <a:ext cx="271925" cy="374544"/>
            </a:xfrm>
            <a:custGeom>
              <a:avLst/>
              <a:gdLst>
                <a:gd name="connsiteX0" fmla="*/ 242174 w 271925"/>
                <a:gd name="connsiteY0" fmla="*/ 374543 h 374544"/>
                <a:gd name="connsiteX1" fmla="*/ 6874 w 271925"/>
                <a:gd name="connsiteY1" fmla="*/ 374543 h 374544"/>
                <a:gd name="connsiteX2" fmla="*/ 1 w 271925"/>
                <a:gd name="connsiteY2" fmla="*/ 367809 h 374544"/>
                <a:gd name="connsiteX3" fmla="*/ 0 w 271925"/>
                <a:gd name="connsiteY3" fmla="*/ 367694 h 374544"/>
                <a:gd name="connsiteX4" fmla="*/ 0 w 271925"/>
                <a:gd name="connsiteY4" fmla="*/ 6850 h 374544"/>
                <a:gd name="connsiteX5" fmla="*/ 6761 w 271925"/>
                <a:gd name="connsiteY5" fmla="*/ 0 h 374544"/>
                <a:gd name="connsiteX6" fmla="*/ 6874 w 271925"/>
                <a:gd name="connsiteY6" fmla="*/ 1 h 374544"/>
                <a:gd name="connsiteX7" fmla="*/ 265163 w 271925"/>
                <a:gd name="connsiteY7" fmla="*/ 1 h 374544"/>
                <a:gd name="connsiteX8" fmla="*/ 271924 w 271925"/>
                <a:gd name="connsiteY8" fmla="*/ 6850 h 374544"/>
                <a:gd name="connsiteX9" fmla="*/ 271924 w 271925"/>
                <a:gd name="connsiteY9" fmla="*/ 245320 h 374544"/>
                <a:gd name="connsiteX10" fmla="*/ 265276 w 271925"/>
                <a:gd name="connsiteY10" fmla="*/ 252282 h 374544"/>
                <a:gd name="connsiteX11" fmla="*/ 265163 w 271925"/>
                <a:gd name="connsiteY11" fmla="*/ 252283 h 374544"/>
                <a:gd name="connsiteX12" fmla="*/ 209278 w 271925"/>
                <a:gd name="connsiteY12" fmla="*/ 308457 h 374544"/>
                <a:gd name="connsiteX13" fmla="*/ 244653 w 271925"/>
                <a:gd name="connsiteY13" fmla="*/ 361187 h 374544"/>
                <a:gd name="connsiteX14" fmla="*/ 248822 w 271925"/>
                <a:gd name="connsiteY14" fmla="*/ 368949 h 374544"/>
                <a:gd name="connsiteX15" fmla="*/ 242174 w 271925"/>
                <a:gd name="connsiteY15" fmla="*/ 374543 h 374544"/>
                <a:gd name="connsiteX16" fmla="*/ 13636 w 271925"/>
                <a:gd name="connsiteY16" fmla="*/ 360730 h 374544"/>
                <a:gd name="connsiteX17" fmla="*/ 218396 w 271925"/>
                <a:gd name="connsiteY17" fmla="*/ 360730 h 374544"/>
                <a:gd name="connsiteX18" fmla="*/ 213905 w 271925"/>
                <a:gd name="connsiteY18" fmla="*/ 261388 h 374544"/>
                <a:gd name="connsiteX19" fmla="*/ 258289 w 271925"/>
                <a:gd name="connsiteY19" fmla="*/ 238813 h 374544"/>
                <a:gd name="connsiteX20" fmla="*/ 258289 w 271925"/>
                <a:gd name="connsiteY20" fmla="*/ 13814 h 374544"/>
                <a:gd name="connsiteX21" fmla="*/ 13636 w 271925"/>
                <a:gd name="connsiteY21" fmla="*/ 13814 h 37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1925" h="374544">
                  <a:moveTo>
                    <a:pt x="242174" y="374543"/>
                  </a:moveTo>
                  <a:lnTo>
                    <a:pt x="6874" y="374543"/>
                  </a:lnTo>
                  <a:cubicBezTo>
                    <a:pt x="3140" y="374606"/>
                    <a:pt x="63" y="371591"/>
                    <a:pt x="1" y="367809"/>
                  </a:cubicBezTo>
                  <a:cubicBezTo>
                    <a:pt x="0" y="367771"/>
                    <a:pt x="0" y="367732"/>
                    <a:pt x="0" y="367694"/>
                  </a:cubicBezTo>
                  <a:lnTo>
                    <a:pt x="0" y="6850"/>
                  </a:lnTo>
                  <a:cubicBezTo>
                    <a:pt x="-1" y="3067"/>
                    <a:pt x="3026" y="1"/>
                    <a:pt x="6761" y="0"/>
                  </a:cubicBezTo>
                  <a:cubicBezTo>
                    <a:pt x="6798" y="0"/>
                    <a:pt x="6836" y="0"/>
                    <a:pt x="6874" y="1"/>
                  </a:cubicBezTo>
                  <a:lnTo>
                    <a:pt x="265163" y="1"/>
                  </a:lnTo>
                  <a:cubicBezTo>
                    <a:pt x="268897" y="1"/>
                    <a:pt x="271924" y="3067"/>
                    <a:pt x="271924" y="6850"/>
                  </a:cubicBezTo>
                  <a:lnTo>
                    <a:pt x="271924" y="245320"/>
                  </a:lnTo>
                  <a:cubicBezTo>
                    <a:pt x="271986" y="249102"/>
                    <a:pt x="269010" y="252219"/>
                    <a:pt x="265276" y="252282"/>
                  </a:cubicBezTo>
                  <a:cubicBezTo>
                    <a:pt x="265238" y="252283"/>
                    <a:pt x="265201" y="252283"/>
                    <a:pt x="265163" y="252283"/>
                  </a:cubicBezTo>
                  <a:cubicBezTo>
                    <a:pt x="234418" y="252163"/>
                    <a:pt x="209397" y="277313"/>
                    <a:pt x="209278" y="308457"/>
                  </a:cubicBezTo>
                  <a:cubicBezTo>
                    <a:pt x="209190" y="331747"/>
                    <a:pt x="223244" y="352696"/>
                    <a:pt x="244653" y="361187"/>
                  </a:cubicBezTo>
                  <a:cubicBezTo>
                    <a:pt x="247725" y="362399"/>
                    <a:pt x="249487" y="365678"/>
                    <a:pt x="248822" y="368949"/>
                  </a:cubicBezTo>
                  <a:cubicBezTo>
                    <a:pt x="248268" y="372218"/>
                    <a:pt x="245447" y="374591"/>
                    <a:pt x="242174" y="374543"/>
                  </a:cubicBezTo>
                  <a:close/>
                  <a:moveTo>
                    <a:pt x="13636" y="360730"/>
                  </a:moveTo>
                  <a:lnTo>
                    <a:pt x="218396" y="360730"/>
                  </a:lnTo>
                  <a:cubicBezTo>
                    <a:pt x="190075" y="334554"/>
                    <a:pt x="188064" y="290077"/>
                    <a:pt x="213905" y="261388"/>
                  </a:cubicBezTo>
                  <a:cubicBezTo>
                    <a:pt x="225445" y="248576"/>
                    <a:pt x="241252" y="240536"/>
                    <a:pt x="258289" y="238813"/>
                  </a:cubicBezTo>
                  <a:lnTo>
                    <a:pt x="258289" y="13814"/>
                  </a:lnTo>
                  <a:lnTo>
                    <a:pt x="13636" y="13814"/>
                  </a:ln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CD07D8B2-AC36-AA4D-A4F0-5879DD55B7AC}"/>
                </a:ext>
              </a:extLst>
            </p:cNvPr>
            <p:cNvSpPr/>
            <p:nvPr/>
          </p:nvSpPr>
          <p:spPr>
            <a:xfrm>
              <a:off x="6211144" y="2342928"/>
              <a:ext cx="138835" cy="140638"/>
            </a:xfrm>
            <a:custGeom>
              <a:avLst/>
              <a:gdLst>
                <a:gd name="connsiteX0" fmla="*/ 69531 w 138835"/>
                <a:gd name="connsiteY0" fmla="*/ 140639 h 140638"/>
                <a:gd name="connsiteX1" fmla="*/ 0 w 138835"/>
                <a:gd name="connsiteY1" fmla="*/ 70434 h 140638"/>
                <a:gd name="connsiteX2" fmla="*/ 69305 w 138835"/>
                <a:gd name="connsiteY2" fmla="*/ 0 h 140638"/>
                <a:gd name="connsiteX3" fmla="*/ 138836 w 138835"/>
                <a:gd name="connsiteY3" fmla="*/ 70205 h 140638"/>
                <a:gd name="connsiteX4" fmla="*/ 138836 w 138835"/>
                <a:gd name="connsiteY4" fmla="*/ 70319 h 140638"/>
                <a:gd name="connsiteX5" fmla="*/ 69531 w 138835"/>
                <a:gd name="connsiteY5" fmla="*/ 140639 h 140638"/>
                <a:gd name="connsiteX6" fmla="*/ 69531 w 138835"/>
                <a:gd name="connsiteY6" fmla="*/ 13927 h 140638"/>
                <a:gd name="connsiteX7" fmla="*/ 13636 w 138835"/>
                <a:gd name="connsiteY7" fmla="*/ 70319 h 140638"/>
                <a:gd name="connsiteX8" fmla="*/ 69305 w 138835"/>
                <a:gd name="connsiteY8" fmla="*/ 126940 h 140638"/>
                <a:gd name="connsiteX9" fmla="*/ 125200 w 138835"/>
                <a:gd name="connsiteY9" fmla="*/ 70547 h 140638"/>
                <a:gd name="connsiteX10" fmla="*/ 125200 w 138835"/>
                <a:gd name="connsiteY10" fmla="*/ 70319 h 140638"/>
                <a:gd name="connsiteX11" fmla="*/ 69531 w 138835"/>
                <a:gd name="connsiteY11" fmla="*/ 13927 h 14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35" h="140638">
                  <a:moveTo>
                    <a:pt x="69531" y="140639"/>
                  </a:moveTo>
                  <a:cubicBezTo>
                    <a:pt x="31192" y="140702"/>
                    <a:pt x="62" y="109270"/>
                    <a:pt x="0" y="70434"/>
                  </a:cubicBezTo>
                  <a:cubicBezTo>
                    <a:pt x="-62" y="31597"/>
                    <a:pt x="30967" y="63"/>
                    <a:pt x="69305" y="0"/>
                  </a:cubicBezTo>
                  <a:cubicBezTo>
                    <a:pt x="107644" y="-63"/>
                    <a:pt x="138773" y="31369"/>
                    <a:pt x="138836" y="70205"/>
                  </a:cubicBezTo>
                  <a:cubicBezTo>
                    <a:pt x="138836" y="70243"/>
                    <a:pt x="138836" y="70281"/>
                    <a:pt x="138836" y="70319"/>
                  </a:cubicBezTo>
                  <a:cubicBezTo>
                    <a:pt x="138836" y="109111"/>
                    <a:pt x="107825" y="140576"/>
                    <a:pt x="69531" y="140639"/>
                  </a:cubicBezTo>
                  <a:close/>
                  <a:moveTo>
                    <a:pt x="69531" y="13927"/>
                  </a:moveTo>
                  <a:cubicBezTo>
                    <a:pt x="38723" y="13864"/>
                    <a:pt x="13698" y="39112"/>
                    <a:pt x="13636" y="70319"/>
                  </a:cubicBezTo>
                  <a:cubicBezTo>
                    <a:pt x="13574" y="101527"/>
                    <a:pt x="38498" y="126877"/>
                    <a:pt x="69305" y="126940"/>
                  </a:cubicBezTo>
                  <a:cubicBezTo>
                    <a:pt x="100113" y="127003"/>
                    <a:pt x="125138" y="101755"/>
                    <a:pt x="125200" y="70547"/>
                  </a:cubicBezTo>
                  <a:cubicBezTo>
                    <a:pt x="125200" y="70471"/>
                    <a:pt x="125200" y="70395"/>
                    <a:pt x="125200" y="70319"/>
                  </a:cubicBezTo>
                  <a:cubicBezTo>
                    <a:pt x="124835" y="39329"/>
                    <a:pt x="100124" y="14297"/>
                    <a:pt x="69531" y="13927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1575911D-9474-9945-BBD6-B72378C29C47}"/>
                </a:ext>
              </a:extLst>
            </p:cNvPr>
            <p:cNvSpPr/>
            <p:nvPr/>
          </p:nvSpPr>
          <p:spPr>
            <a:xfrm>
              <a:off x="6243191" y="2386740"/>
              <a:ext cx="73341" cy="59843"/>
            </a:xfrm>
            <a:custGeom>
              <a:avLst/>
              <a:gdLst>
                <a:gd name="connsiteX0" fmla="*/ 31510 w 73341"/>
                <a:gd name="connsiteY0" fmla="*/ 59841 h 59843"/>
                <a:gd name="connsiteX1" fmla="*/ 25988 w 73341"/>
                <a:gd name="connsiteY1" fmla="*/ 56987 h 59843"/>
                <a:gd name="connsiteX2" fmla="*/ 1309 w 73341"/>
                <a:gd name="connsiteY2" fmla="*/ 23197 h 59843"/>
                <a:gd name="connsiteX3" fmla="*/ 2887 w 73341"/>
                <a:gd name="connsiteY3" fmla="*/ 13380 h 59843"/>
                <a:gd name="connsiteX4" fmla="*/ 12578 w 73341"/>
                <a:gd name="connsiteY4" fmla="*/ 14978 h 59843"/>
                <a:gd name="connsiteX5" fmla="*/ 31510 w 73341"/>
                <a:gd name="connsiteY5" fmla="*/ 41347 h 59843"/>
                <a:gd name="connsiteX6" fmla="*/ 60697 w 73341"/>
                <a:gd name="connsiteY6" fmla="*/ 2877 h 59843"/>
                <a:gd name="connsiteX7" fmla="*/ 70502 w 73341"/>
                <a:gd name="connsiteY7" fmla="*/ 1393 h 59843"/>
                <a:gd name="connsiteX8" fmla="*/ 71967 w 73341"/>
                <a:gd name="connsiteY8" fmla="*/ 11325 h 59843"/>
                <a:gd name="connsiteX9" fmla="*/ 37258 w 73341"/>
                <a:gd name="connsiteY9" fmla="*/ 56987 h 59843"/>
                <a:gd name="connsiteX10" fmla="*/ 31510 w 73341"/>
                <a:gd name="connsiteY10" fmla="*/ 59841 h 5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41" h="59843">
                  <a:moveTo>
                    <a:pt x="31510" y="59841"/>
                  </a:moveTo>
                  <a:cubicBezTo>
                    <a:pt x="29313" y="59890"/>
                    <a:pt x="27238" y="58818"/>
                    <a:pt x="25988" y="56987"/>
                  </a:cubicBezTo>
                  <a:lnTo>
                    <a:pt x="1309" y="23197"/>
                  </a:lnTo>
                  <a:cubicBezTo>
                    <a:pt x="-931" y="20045"/>
                    <a:pt x="-225" y="15649"/>
                    <a:pt x="2887" y="13380"/>
                  </a:cubicBezTo>
                  <a:cubicBezTo>
                    <a:pt x="5999" y="11110"/>
                    <a:pt x="10338" y="11825"/>
                    <a:pt x="12578" y="14978"/>
                  </a:cubicBezTo>
                  <a:lnTo>
                    <a:pt x="31510" y="41347"/>
                  </a:lnTo>
                  <a:lnTo>
                    <a:pt x="60697" y="2877"/>
                  </a:lnTo>
                  <a:cubicBezTo>
                    <a:pt x="63000" y="-275"/>
                    <a:pt x="67390" y="-939"/>
                    <a:pt x="70502" y="1393"/>
                  </a:cubicBezTo>
                  <a:cubicBezTo>
                    <a:pt x="73613" y="3726"/>
                    <a:pt x="74269" y="8172"/>
                    <a:pt x="71967" y="11325"/>
                  </a:cubicBezTo>
                  <a:lnTo>
                    <a:pt x="37258" y="56987"/>
                  </a:lnTo>
                  <a:cubicBezTo>
                    <a:pt x="35923" y="58839"/>
                    <a:pt x="33773" y="59906"/>
                    <a:pt x="31510" y="5984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ECBE2F6D-834F-9F43-AEF1-35648CD202B5}"/>
                </a:ext>
              </a:extLst>
            </p:cNvPr>
            <p:cNvSpPr/>
            <p:nvPr/>
          </p:nvSpPr>
          <p:spPr>
            <a:xfrm>
              <a:off x="6044021" y="2078888"/>
              <a:ext cx="271925" cy="285387"/>
            </a:xfrm>
            <a:custGeom>
              <a:avLst/>
              <a:gdLst>
                <a:gd name="connsiteX0" fmla="*/ 265051 w 271925"/>
                <a:gd name="connsiteY0" fmla="*/ 285387 h 285387"/>
                <a:gd name="connsiteX1" fmla="*/ 262008 w 271925"/>
                <a:gd name="connsiteY1" fmla="*/ 284588 h 285387"/>
                <a:gd name="connsiteX2" fmla="*/ 236653 w 271925"/>
                <a:gd name="connsiteY2" fmla="*/ 278424 h 285387"/>
                <a:gd name="connsiteX3" fmla="*/ 229779 w 271925"/>
                <a:gd name="connsiteY3" fmla="*/ 271460 h 285387"/>
                <a:gd name="connsiteX4" fmla="*/ 229779 w 271925"/>
                <a:gd name="connsiteY4" fmla="*/ 39498 h 285387"/>
                <a:gd name="connsiteX5" fmla="*/ 6762 w 271925"/>
                <a:gd name="connsiteY5" fmla="*/ 39498 h 285387"/>
                <a:gd name="connsiteX6" fmla="*/ 0 w 271925"/>
                <a:gd name="connsiteY6" fmla="*/ 32649 h 285387"/>
                <a:gd name="connsiteX7" fmla="*/ 1 w 271925"/>
                <a:gd name="connsiteY7" fmla="*/ 32534 h 285387"/>
                <a:gd name="connsiteX8" fmla="*/ 1 w 271925"/>
                <a:gd name="connsiteY8" fmla="*/ 6963 h 285387"/>
                <a:gd name="connsiteX9" fmla="*/ 6649 w 271925"/>
                <a:gd name="connsiteY9" fmla="*/ 1 h 285387"/>
                <a:gd name="connsiteX10" fmla="*/ 6762 w 271925"/>
                <a:gd name="connsiteY10" fmla="*/ 0 h 285387"/>
                <a:gd name="connsiteX11" fmla="*/ 265051 w 271925"/>
                <a:gd name="connsiteY11" fmla="*/ 0 h 285387"/>
                <a:gd name="connsiteX12" fmla="*/ 271925 w 271925"/>
                <a:gd name="connsiteY12" fmla="*/ 6963 h 285387"/>
                <a:gd name="connsiteX13" fmla="*/ 271925 w 271925"/>
                <a:gd name="connsiteY13" fmla="*/ 277967 h 285387"/>
                <a:gd name="connsiteX14" fmla="*/ 268657 w 271925"/>
                <a:gd name="connsiteY14" fmla="*/ 283903 h 285387"/>
                <a:gd name="connsiteX15" fmla="*/ 265051 w 271925"/>
                <a:gd name="connsiteY15" fmla="*/ 285387 h 285387"/>
                <a:gd name="connsiteX16" fmla="*/ 243414 w 271925"/>
                <a:gd name="connsiteY16" fmla="*/ 264953 h 285387"/>
                <a:gd name="connsiteX17" fmla="*/ 258289 w 271925"/>
                <a:gd name="connsiteY17" fmla="*/ 268036 h 285387"/>
                <a:gd name="connsiteX18" fmla="*/ 258290 w 271925"/>
                <a:gd name="connsiteY18" fmla="*/ 13813 h 285387"/>
                <a:gd name="connsiteX19" fmla="*/ 13637 w 271925"/>
                <a:gd name="connsiteY19" fmla="*/ 13813 h 285387"/>
                <a:gd name="connsiteX20" fmla="*/ 13637 w 271925"/>
                <a:gd name="connsiteY20" fmla="*/ 25228 h 285387"/>
                <a:gd name="connsiteX21" fmla="*/ 236653 w 271925"/>
                <a:gd name="connsiteY21" fmla="*/ 25228 h 285387"/>
                <a:gd name="connsiteX22" fmla="*/ 243414 w 271925"/>
                <a:gd name="connsiteY22" fmla="*/ 32078 h 28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1925" h="285387">
                  <a:moveTo>
                    <a:pt x="265051" y="285387"/>
                  </a:moveTo>
                  <a:cubicBezTo>
                    <a:pt x="263985" y="285395"/>
                    <a:pt x="262936" y="285120"/>
                    <a:pt x="262008" y="284588"/>
                  </a:cubicBezTo>
                  <a:cubicBezTo>
                    <a:pt x="254157" y="280529"/>
                    <a:pt x="245467" y="278416"/>
                    <a:pt x="236653" y="278424"/>
                  </a:cubicBezTo>
                  <a:cubicBezTo>
                    <a:pt x="232856" y="278424"/>
                    <a:pt x="229779" y="275306"/>
                    <a:pt x="229779" y="271460"/>
                  </a:cubicBezTo>
                  <a:lnTo>
                    <a:pt x="229779" y="39498"/>
                  </a:lnTo>
                  <a:lnTo>
                    <a:pt x="6762" y="39498"/>
                  </a:lnTo>
                  <a:cubicBezTo>
                    <a:pt x="3028" y="39498"/>
                    <a:pt x="1" y="36432"/>
                    <a:pt x="0" y="32649"/>
                  </a:cubicBezTo>
                  <a:cubicBezTo>
                    <a:pt x="0" y="32611"/>
                    <a:pt x="0" y="32573"/>
                    <a:pt x="1" y="32534"/>
                  </a:cubicBezTo>
                  <a:lnTo>
                    <a:pt x="1" y="6963"/>
                  </a:lnTo>
                  <a:cubicBezTo>
                    <a:pt x="-61" y="3181"/>
                    <a:pt x="2915" y="64"/>
                    <a:pt x="6649" y="1"/>
                  </a:cubicBezTo>
                  <a:cubicBezTo>
                    <a:pt x="6687" y="0"/>
                    <a:pt x="6725" y="0"/>
                    <a:pt x="6762" y="0"/>
                  </a:cubicBezTo>
                  <a:lnTo>
                    <a:pt x="265051" y="0"/>
                  </a:lnTo>
                  <a:cubicBezTo>
                    <a:pt x="268847" y="0"/>
                    <a:pt x="271925" y="3118"/>
                    <a:pt x="271925" y="6963"/>
                  </a:cubicBezTo>
                  <a:lnTo>
                    <a:pt x="271925" y="277967"/>
                  </a:lnTo>
                  <a:cubicBezTo>
                    <a:pt x="271950" y="280392"/>
                    <a:pt x="270707" y="282650"/>
                    <a:pt x="268657" y="283903"/>
                  </a:cubicBezTo>
                  <a:cubicBezTo>
                    <a:pt x="267618" y="284734"/>
                    <a:pt x="266368" y="285249"/>
                    <a:pt x="265051" y="285387"/>
                  </a:cubicBezTo>
                  <a:close/>
                  <a:moveTo>
                    <a:pt x="243414" y="264953"/>
                  </a:moveTo>
                  <a:cubicBezTo>
                    <a:pt x="248471" y="265412"/>
                    <a:pt x="253461" y="266446"/>
                    <a:pt x="258289" y="268036"/>
                  </a:cubicBezTo>
                  <a:lnTo>
                    <a:pt x="258290" y="13813"/>
                  </a:lnTo>
                  <a:lnTo>
                    <a:pt x="13637" y="13813"/>
                  </a:lnTo>
                  <a:lnTo>
                    <a:pt x="13637" y="25228"/>
                  </a:lnTo>
                  <a:lnTo>
                    <a:pt x="236653" y="25228"/>
                  </a:lnTo>
                  <a:cubicBezTo>
                    <a:pt x="240387" y="25228"/>
                    <a:pt x="243414" y="28295"/>
                    <a:pt x="243414" y="3207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4" name="Graphic 32">
            <a:extLst>
              <a:ext uri="{FF2B5EF4-FFF2-40B4-BE49-F238E27FC236}">
                <a16:creationId xmlns:a16="http://schemas.microsoft.com/office/drawing/2014/main" id="{1025D0A3-6953-CE4E-B058-833F015B4368}"/>
              </a:ext>
            </a:extLst>
          </p:cNvPr>
          <p:cNvGrpSpPr>
            <a:grpSpLocks noChangeAspect="1"/>
          </p:cNvGrpSpPr>
          <p:nvPr/>
        </p:nvGrpSpPr>
        <p:grpSpPr>
          <a:xfrm>
            <a:off x="4312259" y="3284834"/>
            <a:ext cx="420441" cy="309617"/>
            <a:chOff x="5977094" y="2124989"/>
            <a:chExt cx="420441" cy="309617"/>
          </a:xfrm>
          <a:solidFill>
            <a:srgbClr val="FFFFFF"/>
          </a:solidFill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BED88CFF-72A7-FA4E-877F-BD6FCD1522EC}"/>
                </a:ext>
              </a:extLst>
            </p:cNvPr>
            <p:cNvSpPr/>
            <p:nvPr/>
          </p:nvSpPr>
          <p:spPr>
            <a:xfrm>
              <a:off x="5977094" y="2378145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EBC15962-3856-5B43-888E-94EAE813C22C}"/>
                </a:ext>
              </a:extLst>
            </p:cNvPr>
            <p:cNvSpPr/>
            <p:nvPr/>
          </p:nvSpPr>
          <p:spPr>
            <a:xfrm>
              <a:off x="5987813" y="2124989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D0FF0BB-4500-0345-A369-D2E1B9BE3EA4}"/>
                </a:ext>
              </a:extLst>
            </p:cNvPr>
            <p:cNvSpPr/>
            <p:nvPr/>
          </p:nvSpPr>
          <p:spPr>
            <a:xfrm>
              <a:off x="6016626" y="2154015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3453C088-114D-B94F-BEE9-5EEBAAC8CCEC}"/>
                </a:ext>
              </a:extLst>
            </p:cNvPr>
            <p:cNvSpPr/>
            <p:nvPr/>
          </p:nvSpPr>
          <p:spPr>
            <a:xfrm>
              <a:off x="6079670" y="2188733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2943D0B-0E9C-C940-86F0-13CF03C789E9}"/>
                </a:ext>
              </a:extLst>
            </p:cNvPr>
            <p:cNvSpPr/>
            <p:nvPr/>
          </p:nvSpPr>
          <p:spPr>
            <a:xfrm>
              <a:off x="6055235" y="2243557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43F4A06-0886-5640-BCB8-1C59C4C27485}"/>
                </a:ext>
              </a:extLst>
            </p:cNvPr>
            <p:cNvSpPr/>
            <p:nvPr/>
          </p:nvSpPr>
          <p:spPr>
            <a:xfrm>
              <a:off x="6100530" y="2273512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3BD8B0F1-C957-EA42-9128-30FC22EF0E68}"/>
                </a:ext>
              </a:extLst>
            </p:cNvPr>
            <p:cNvSpPr/>
            <p:nvPr/>
          </p:nvSpPr>
          <p:spPr>
            <a:xfrm>
              <a:off x="6185125" y="2186115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EA726F5D-BBA0-144B-8C7A-D2E9D9D75439}"/>
                </a:ext>
              </a:extLst>
            </p:cNvPr>
            <p:cNvSpPr/>
            <p:nvPr/>
          </p:nvSpPr>
          <p:spPr>
            <a:xfrm>
              <a:off x="6220047" y="2216279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6D7AC3E0-1372-4A42-B11C-1871D3164A27}"/>
                </a:ext>
              </a:extLst>
            </p:cNvPr>
            <p:cNvSpPr/>
            <p:nvPr/>
          </p:nvSpPr>
          <p:spPr>
            <a:xfrm>
              <a:off x="6248053" y="2216279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82EB7FC-AE64-2D4C-A695-07BD684BD78A}"/>
                </a:ext>
              </a:extLst>
            </p:cNvPr>
            <p:cNvSpPr/>
            <p:nvPr/>
          </p:nvSpPr>
          <p:spPr>
            <a:xfrm>
              <a:off x="6277136" y="2216280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5" name="Graphic 34">
            <a:extLst>
              <a:ext uri="{FF2B5EF4-FFF2-40B4-BE49-F238E27FC236}">
                <a16:creationId xmlns:a16="http://schemas.microsoft.com/office/drawing/2014/main" id="{E54899EB-8942-834F-886A-F0F8480CB03A}"/>
              </a:ext>
            </a:extLst>
          </p:cNvPr>
          <p:cNvGrpSpPr>
            <a:grpSpLocks noChangeAspect="1"/>
          </p:cNvGrpSpPr>
          <p:nvPr/>
        </p:nvGrpSpPr>
        <p:grpSpPr>
          <a:xfrm>
            <a:off x="6929918" y="5148128"/>
            <a:ext cx="322891" cy="410536"/>
            <a:chOff x="6023195" y="2071204"/>
            <a:chExt cx="322891" cy="410536"/>
          </a:xfrm>
          <a:solidFill>
            <a:srgbClr val="FFFFFF"/>
          </a:solidFill>
        </p:grpSpPr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3D2254A-E370-7746-87EB-4267DF609A83}"/>
                </a:ext>
              </a:extLst>
            </p:cNvPr>
            <p:cNvSpPr/>
            <p:nvPr/>
          </p:nvSpPr>
          <p:spPr>
            <a:xfrm>
              <a:off x="6023195" y="2071204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FBD95984-A6BD-9341-A295-2E658F5C0971}"/>
                </a:ext>
              </a:extLst>
            </p:cNvPr>
            <p:cNvSpPr/>
            <p:nvPr/>
          </p:nvSpPr>
          <p:spPr>
            <a:xfrm>
              <a:off x="6094167" y="2145664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14CA1349-DBFB-D24D-87B4-8ED4C20D57C6}"/>
                </a:ext>
              </a:extLst>
            </p:cNvPr>
            <p:cNvSpPr/>
            <p:nvPr/>
          </p:nvSpPr>
          <p:spPr>
            <a:xfrm>
              <a:off x="6063164" y="2213787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F8910845-E0B0-4249-A218-88F2EC7E9B64}"/>
                </a:ext>
              </a:extLst>
            </p:cNvPr>
            <p:cNvSpPr/>
            <p:nvPr/>
          </p:nvSpPr>
          <p:spPr>
            <a:xfrm>
              <a:off x="6063164" y="2259483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3211AC3D-5F45-3D4B-AC29-D438B1843E7C}"/>
                </a:ext>
              </a:extLst>
            </p:cNvPr>
            <p:cNvSpPr/>
            <p:nvPr/>
          </p:nvSpPr>
          <p:spPr>
            <a:xfrm>
              <a:off x="6062380" y="2305908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108D24D4-940D-1D41-A712-F1B1B762A802}"/>
                </a:ext>
              </a:extLst>
            </p:cNvPr>
            <p:cNvSpPr/>
            <p:nvPr/>
          </p:nvSpPr>
          <p:spPr>
            <a:xfrm>
              <a:off x="6062036" y="2351548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A20489B-6809-8045-AB89-0FA0B4AFE95C}"/>
                </a:ext>
              </a:extLst>
            </p:cNvPr>
            <p:cNvSpPr/>
            <p:nvPr/>
          </p:nvSpPr>
          <p:spPr>
            <a:xfrm>
              <a:off x="6175352" y="2420456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E875D2BE-3057-9044-A24B-29C091A9DFD2}"/>
                </a:ext>
              </a:extLst>
            </p:cNvPr>
            <p:cNvSpPr/>
            <p:nvPr/>
          </p:nvSpPr>
          <p:spPr>
            <a:xfrm>
              <a:off x="6235636" y="2128694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0EBA4065-0F81-DD42-B90B-CA6EE1772FD5}"/>
                </a:ext>
              </a:extLst>
            </p:cNvPr>
            <p:cNvSpPr/>
            <p:nvPr/>
          </p:nvSpPr>
          <p:spPr>
            <a:xfrm>
              <a:off x="6235771" y="2373106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34715B36-05F1-9148-B303-F02383FD14B2}"/>
                </a:ext>
              </a:extLst>
            </p:cNvPr>
            <p:cNvSpPr/>
            <p:nvPr/>
          </p:nvSpPr>
          <p:spPr>
            <a:xfrm>
              <a:off x="6283243" y="2106012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F6955B60-6BC0-4746-9DE2-5AB847CE85BC}"/>
                </a:ext>
              </a:extLst>
            </p:cNvPr>
            <p:cNvSpPr/>
            <p:nvPr/>
          </p:nvSpPr>
          <p:spPr>
            <a:xfrm>
              <a:off x="6273261" y="2158623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344A71E-9509-174B-B758-EFC08B058867}"/>
                </a:ext>
              </a:extLst>
            </p:cNvPr>
            <p:cNvSpPr/>
            <p:nvPr/>
          </p:nvSpPr>
          <p:spPr>
            <a:xfrm>
              <a:off x="6269548" y="2181071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8" name="Graphic 36">
            <a:extLst>
              <a:ext uri="{FF2B5EF4-FFF2-40B4-BE49-F238E27FC236}">
                <a16:creationId xmlns:a16="http://schemas.microsoft.com/office/drawing/2014/main" id="{E2C75611-5482-BC40-809B-A300E8E9DAAB}"/>
              </a:ext>
            </a:extLst>
          </p:cNvPr>
          <p:cNvGrpSpPr>
            <a:grpSpLocks noChangeAspect="1"/>
          </p:cNvGrpSpPr>
          <p:nvPr/>
        </p:nvGrpSpPr>
        <p:grpSpPr>
          <a:xfrm>
            <a:off x="7548118" y="3275805"/>
            <a:ext cx="327201" cy="417696"/>
            <a:chOff x="6023196" y="2071183"/>
            <a:chExt cx="327201" cy="417696"/>
          </a:xfrm>
          <a:solidFill>
            <a:srgbClr val="FFFFFF"/>
          </a:solidFill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1BEC22C-772D-CD4A-9B5A-52F48099273F}"/>
                </a:ext>
              </a:extLst>
            </p:cNvPr>
            <p:cNvSpPr/>
            <p:nvPr/>
          </p:nvSpPr>
          <p:spPr>
            <a:xfrm>
              <a:off x="6265017" y="2366272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97119B0-F5FF-C54C-8EE2-BD0BDD279053}"/>
                </a:ext>
              </a:extLst>
            </p:cNvPr>
            <p:cNvSpPr/>
            <p:nvPr/>
          </p:nvSpPr>
          <p:spPr>
            <a:xfrm>
              <a:off x="6088659" y="2071183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8DDD89F6-2EDE-774A-8F01-F03681EAD828}"/>
                </a:ext>
              </a:extLst>
            </p:cNvPr>
            <p:cNvSpPr/>
            <p:nvPr/>
          </p:nvSpPr>
          <p:spPr>
            <a:xfrm>
              <a:off x="6087760" y="2140298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7DFB083A-9312-6A42-A9F7-4E06C8AF7676}"/>
                </a:ext>
              </a:extLst>
            </p:cNvPr>
            <p:cNvSpPr/>
            <p:nvPr/>
          </p:nvSpPr>
          <p:spPr>
            <a:xfrm>
              <a:off x="6098824" y="2235035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B2990D37-6EB3-294F-AE71-D5318A5DAB10}"/>
                </a:ext>
              </a:extLst>
            </p:cNvPr>
            <p:cNvSpPr/>
            <p:nvPr/>
          </p:nvSpPr>
          <p:spPr>
            <a:xfrm>
              <a:off x="6099723" y="2270707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D26DFB9D-74E9-6446-8D23-F63261E6A3BB}"/>
                </a:ext>
              </a:extLst>
            </p:cNvPr>
            <p:cNvSpPr/>
            <p:nvPr/>
          </p:nvSpPr>
          <p:spPr>
            <a:xfrm>
              <a:off x="6098824" y="2306377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5DCB09A6-9090-1D44-8198-545F24ACFFF4}"/>
                </a:ext>
              </a:extLst>
            </p:cNvPr>
            <p:cNvSpPr/>
            <p:nvPr/>
          </p:nvSpPr>
          <p:spPr>
            <a:xfrm>
              <a:off x="6098824" y="2342106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C3BF19D4-E3F0-F34B-8831-B7DADBE2E0E1}"/>
                </a:ext>
              </a:extLst>
            </p:cNvPr>
            <p:cNvSpPr/>
            <p:nvPr/>
          </p:nvSpPr>
          <p:spPr>
            <a:xfrm>
              <a:off x="6098824" y="2377834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3DBFD9C-4F83-AF4C-A374-E25B249DC436}"/>
                </a:ext>
              </a:extLst>
            </p:cNvPr>
            <p:cNvSpPr/>
            <p:nvPr/>
          </p:nvSpPr>
          <p:spPr>
            <a:xfrm>
              <a:off x="6277420" y="2379005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8372201-5864-5C4D-A298-175B30C78415}"/>
                </a:ext>
              </a:extLst>
            </p:cNvPr>
            <p:cNvSpPr/>
            <p:nvPr/>
          </p:nvSpPr>
          <p:spPr>
            <a:xfrm>
              <a:off x="6054314" y="2157758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8162963-6020-BB4D-9117-420333AB3A9A}"/>
                </a:ext>
              </a:extLst>
            </p:cNvPr>
            <p:cNvSpPr/>
            <p:nvPr/>
          </p:nvSpPr>
          <p:spPr>
            <a:xfrm>
              <a:off x="6023196" y="2121800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495D518-4DD1-BA41-92A0-6B59488FC07D}"/>
                </a:ext>
              </a:extLst>
            </p:cNvPr>
            <p:cNvSpPr/>
            <p:nvPr/>
          </p:nvSpPr>
          <p:spPr>
            <a:xfrm>
              <a:off x="6313228" y="2279143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CE456C31-0E7A-4648-9A15-0A95B04E76CE}"/>
                </a:ext>
              </a:extLst>
            </p:cNvPr>
            <p:cNvSpPr/>
            <p:nvPr/>
          </p:nvSpPr>
          <p:spPr>
            <a:xfrm>
              <a:off x="6313286" y="2231266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6546B8D4-A9CA-0E44-9F6C-FDAC34D88BB8}"/>
                </a:ext>
              </a:extLst>
            </p:cNvPr>
            <p:cNvSpPr/>
            <p:nvPr/>
          </p:nvSpPr>
          <p:spPr>
            <a:xfrm>
              <a:off x="6313285" y="2185510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3" name="Graphic 38">
            <a:extLst>
              <a:ext uri="{FF2B5EF4-FFF2-40B4-BE49-F238E27FC236}">
                <a16:creationId xmlns:a16="http://schemas.microsoft.com/office/drawing/2014/main" id="{C288D8CA-7636-2C42-8C66-12FB4F5F8F76}"/>
              </a:ext>
            </a:extLst>
          </p:cNvPr>
          <p:cNvGrpSpPr>
            <a:grpSpLocks noChangeAspect="1"/>
          </p:cNvGrpSpPr>
          <p:nvPr/>
        </p:nvGrpSpPr>
        <p:grpSpPr>
          <a:xfrm>
            <a:off x="5011316" y="5115508"/>
            <a:ext cx="366963" cy="417905"/>
            <a:chOff x="6000144" y="2071204"/>
            <a:chExt cx="366963" cy="417905"/>
          </a:xfrm>
          <a:solidFill>
            <a:srgbClr val="FFFFFF"/>
          </a:solidFill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CD9928B-039F-0D4F-9C85-76BF36E1E45C}"/>
                </a:ext>
              </a:extLst>
            </p:cNvPr>
            <p:cNvSpPr/>
            <p:nvPr/>
          </p:nvSpPr>
          <p:spPr>
            <a:xfrm>
              <a:off x="6034951" y="2160756"/>
              <a:ext cx="87591" cy="87591"/>
            </a:xfrm>
            <a:custGeom>
              <a:avLst/>
              <a:gdLst>
                <a:gd name="connsiteX0" fmla="*/ 43911 w 87591"/>
                <a:gd name="connsiteY0" fmla="*/ 87592 h 87591"/>
                <a:gd name="connsiteX1" fmla="*/ 0 w 87591"/>
                <a:gd name="connsiteY1" fmla="*/ 43911 h 87591"/>
                <a:gd name="connsiteX2" fmla="*/ 43681 w 87591"/>
                <a:gd name="connsiteY2" fmla="*/ 0 h 87591"/>
                <a:gd name="connsiteX3" fmla="*/ 87592 w 87591"/>
                <a:gd name="connsiteY3" fmla="*/ 43681 h 87591"/>
                <a:gd name="connsiteX4" fmla="*/ 87592 w 87591"/>
                <a:gd name="connsiteY4" fmla="*/ 43796 h 87591"/>
                <a:gd name="connsiteX5" fmla="*/ 43911 w 87591"/>
                <a:gd name="connsiteY5" fmla="*/ 87592 h 87591"/>
                <a:gd name="connsiteX6" fmla="*/ 43911 w 87591"/>
                <a:gd name="connsiteY6" fmla="*/ 14176 h 87591"/>
                <a:gd name="connsiteX7" fmla="*/ 13946 w 87591"/>
                <a:gd name="connsiteY7" fmla="*/ 43911 h 87591"/>
                <a:gd name="connsiteX8" fmla="*/ 43681 w 87591"/>
                <a:gd name="connsiteY8" fmla="*/ 73876 h 87591"/>
                <a:gd name="connsiteX9" fmla="*/ 73646 w 87591"/>
                <a:gd name="connsiteY9" fmla="*/ 44141 h 87591"/>
                <a:gd name="connsiteX10" fmla="*/ 73646 w 87591"/>
                <a:gd name="connsiteY10" fmla="*/ 43911 h 87591"/>
                <a:gd name="connsiteX11" fmla="*/ 43911 w 87591"/>
                <a:gd name="connsiteY11" fmla="*/ 14176 h 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91" h="87591">
                  <a:moveTo>
                    <a:pt x="43911" y="87592"/>
                  </a:moveTo>
                  <a:cubicBezTo>
                    <a:pt x="19723" y="87655"/>
                    <a:pt x="64" y="68099"/>
                    <a:pt x="0" y="43911"/>
                  </a:cubicBezTo>
                  <a:cubicBezTo>
                    <a:pt x="-63" y="19723"/>
                    <a:pt x="19493" y="64"/>
                    <a:pt x="43681" y="0"/>
                  </a:cubicBezTo>
                  <a:cubicBezTo>
                    <a:pt x="67868" y="-63"/>
                    <a:pt x="87528" y="19493"/>
                    <a:pt x="87592" y="43681"/>
                  </a:cubicBezTo>
                  <a:cubicBezTo>
                    <a:pt x="87592" y="43719"/>
                    <a:pt x="87592" y="43757"/>
                    <a:pt x="87592" y="43796"/>
                  </a:cubicBezTo>
                  <a:cubicBezTo>
                    <a:pt x="87592" y="67939"/>
                    <a:pt x="68054" y="87528"/>
                    <a:pt x="43911" y="87592"/>
                  </a:cubicBezTo>
                  <a:close/>
                  <a:moveTo>
                    <a:pt x="43911" y="14176"/>
                  </a:moveTo>
                  <a:cubicBezTo>
                    <a:pt x="27425" y="14112"/>
                    <a:pt x="14010" y="27425"/>
                    <a:pt x="13946" y="43911"/>
                  </a:cubicBezTo>
                  <a:cubicBezTo>
                    <a:pt x="13882" y="60397"/>
                    <a:pt x="27195" y="73813"/>
                    <a:pt x="43681" y="73876"/>
                  </a:cubicBezTo>
                  <a:cubicBezTo>
                    <a:pt x="60167" y="73940"/>
                    <a:pt x="73583" y="60627"/>
                    <a:pt x="73646" y="44141"/>
                  </a:cubicBezTo>
                  <a:cubicBezTo>
                    <a:pt x="73647" y="44064"/>
                    <a:pt x="73647" y="43988"/>
                    <a:pt x="73646" y="43911"/>
                  </a:cubicBezTo>
                  <a:cubicBezTo>
                    <a:pt x="73583" y="27515"/>
                    <a:pt x="60307" y="14239"/>
                    <a:pt x="43911" y="14176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2A9E97EA-855D-6641-8044-87774CB1B76D}"/>
                </a:ext>
              </a:extLst>
            </p:cNvPr>
            <p:cNvSpPr/>
            <p:nvPr/>
          </p:nvSpPr>
          <p:spPr>
            <a:xfrm>
              <a:off x="6148680" y="2234344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65B6FB9-1A5A-7447-BAF6-1EBE91ED0FA2}"/>
                </a:ext>
              </a:extLst>
            </p:cNvPr>
            <p:cNvSpPr/>
            <p:nvPr/>
          </p:nvSpPr>
          <p:spPr>
            <a:xfrm>
              <a:off x="6037279" y="2278601"/>
              <a:ext cx="160385" cy="14062"/>
            </a:xfrm>
            <a:custGeom>
              <a:avLst/>
              <a:gdLst>
                <a:gd name="connsiteX0" fmla="*/ 152456 w 160385"/>
                <a:gd name="connsiteY0" fmla="*/ 14004 h 14062"/>
                <a:gd name="connsiteX1" fmla="*/ 7929 w 160385"/>
                <a:gd name="connsiteY1" fmla="*/ 14004 h 14062"/>
                <a:gd name="connsiteX2" fmla="*/ 58 w 160385"/>
                <a:gd name="connsiteY2" fmla="*/ 7929 h 14062"/>
                <a:gd name="connsiteX3" fmla="*/ 6133 w 160385"/>
                <a:gd name="connsiteY3" fmla="*/ 58 h 14062"/>
                <a:gd name="connsiteX4" fmla="*/ 7929 w 160385"/>
                <a:gd name="connsiteY4" fmla="*/ 58 h 14062"/>
                <a:gd name="connsiteX5" fmla="*/ 152456 w 160385"/>
                <a:gd name="connsiteY5" fmla="*/ 58 h 14062"/>
                <a:gd name="connsiteX6" fmla="*/ 160327 w 160385"/>
                <a:gd name="connsiteY6" fmla="*/ 6133 h 14062"/>
                <a:gd name="connsiteX7" fmla="*/ 154253 w 160385"/>
                <a:gd name="connsiteY7" fmla="*/ 14004 h 14062"/>
                <a:gd name="connsiteX8" fmla="*/ 152456 w 16038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385" h="14062">
                  <a:moveTo>
                    <a:pt x="152456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52456" y="58"/>
                  </a:lnTo>
                  <a:cubicBezTo>
                    <a:pt x="156307" y="-438"/>
                    <a:pt x="159831" y="2282"/>
                    <a:pt x="160327" y="6133"/>
                  </a:cubicBezTo>
                  <a:cubicBezTo>
                    <a:pt x="160823" y="9984"/>
                    <a:pt x="158104" y="13508"/>
                    <a:pt x="154253" y="14004"/>
                  </a:cubicBezTo>
                  <a:cubicBezTo>
                    <a:pt x="153656" y="14081"/>
                    <a:pt x="153053" y="14081"/>
                    <a:pt x="152456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3DF0482-2507-3142-9A31-BB8D7D0AD1D0}"/>
                </a:ext>
              </a:extLst>
            </p:cNvPr>
            <p:cNvSpPr/>
            <p:nvPr/>
          </p:nvSpPr>
          <p:spPr>
            <a:xfrm>
              <a:off x="6037279" y="2320322"/>
              <a:ext cx="121776" cy="14062"/>
            </a:xfrm>
            <a:custGeom>
              <a:avLst/>
              <a:gdLst>
                <a:gd name="connsiteX0" fmla="*/ 113847 w 121776"/>
                <a:gd name="connsiteY0" fmla="*/ 14004 h 14062"/>
                <a:gd name="connsiteX1" fmla="*/ 7929 w 121776"/>
                <a:gd name="connsiteY1" fmla="*/ 14004 h 14062"/>
                <a:gd name="connsiteX2" fmla="*/ 58 w 121776"/>
                <a:gd name="connsiteY2" fmla="*/ 7929 h 14062"/>
                <a:gd name="connsiteX3" fmla="*/ 6133 w 121776"/>
                <a:gd name="connsiteY3" fmla="*/ 58 h 14062"/>
                <a:gd name="connsiteX4" fmla="*/ 7929 w 121776"/>
                <a:gd name="connsiteY4" fmla="*/ 58 h 14062"/>
                <a:gd name="connsiteX5" fmla="*/ 113847 w 121776"/>
                <a:gd name="connsiteY5" fmla="*/ 58 h 14062"/>
                <a:gd name="connsiteX6" fmla="*/ 121718 w 121776"/>
                <a:gd name="connsiteY6" fmla="*/ 6133 h 14062"/>
                <a:gd name="connsiteX7" fmla="*/ 115643 w 121776"/>
                <a:gd name="connsiteY7" fmla="*/ 14004 h 14062"/>
                <a:gd name="connsiteX8" fmla="*/ 113847 w 121776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776" h="14062">
                  <a:moveTo>
                    <a:pt x="113847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13847" y="58"/>
                  </a:lnTo>
                  <a:cubicBezTo>
                    <a:pt x="117697" y="-438"/>
                    <a:pt x="121222" y="2282"/>
                    <a:pt x="121718" y="6133"/>
                  </a:cubicBezTo>
                  <a:cubicBezTo>
                    <a:pt x="122214" y="9984"/>
                    <a:pt x="119494" y="13508"/>
                    <a:pt x="115643" y="14004"/>
                  </a:cubicBezTo>
                  <a:cubicBezTo>
                    <a:pt x="115047" y="14081"/>
                    <a:pt x="114443" y="14081"/>
                    <a:pt x="113847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3B2570F0-240F-2649-89E6-626466BE2040}"/>
                </a:ext>
              </a:extLst>
            </p:cNvPr>
            <p:cNvSpPr/>
            <p:nvPr/>
          </p:nvSpPr>
          <p:spPr>
            <a:xfrm>
              <a:off x="6037279" y="2362159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274A32B4-64F7-AE4D-86AC-1BBEBE17B660}"/>
                </a:ext>
              </a:extLst>
            </p:cNvPr>
            <p:cNvSpPr/>
            <p:nvPr/>
          </p:nvSpPr>
          <p:spPr>
            <a:xfrm>
              <a:off x="6037279" y="2403880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41097461-19C7-7049-B380-C12C31823087}"/>
                </a:ext>
              </a:extLst>
            </p:cNvPr>
            <p:cNvSpPr/>
            <p:nvPr/>
          </p:nvSpPr>
          <p:spPr>
            <a:xfrm>
              <a:off x="6148680" y="2200690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ABAA1C07-2EDB-DE4B-B3F4-538CBFCC58FE}"/>
                </a:ext>
              </a:extLst>
            </p:cNvPr>
            <p:cNvSpPr/>
            <p:nvPr/>
          </p:nvSpPr>
          <p:spPr>
            <a:xfrm>
              <a:off x="6148680" y="2167036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8BCC056-6863-1644-A22A-0EE4F5746A26}"/>
                </a:ext>
              </a:extLst>
            </p:cNvPr>
            <p:cNvSpPr/>
            <p:nvPr/>
          </p:nvSpPr>
          <p:spPr>
            <a:xfrm>
              <a:off x="6158617" y="2278659"/>
              <a:ext cx="208491" cy="208491"/>
            </a:xfrm>
            <a:custGeom>
              <a:avLst/>
              <a:gdLst>
                <a:gd name="connsiteX0" fmla="*/ 126432 w 208491"/>
                <a:gd name="connsiteY0" fmla="*/ 208492 h 208491"/>
                <a:gd name="connsiteX1" fmla="*/ 82060 w 208491"/>
                <a:gd name="connsiteY1" fmla="*/ 208492 h 208491"/>
                <a:gd name="connsiteX2" fmla="*/ 75029 w 208491"/>
                <a:gd name="connsiteY2" fmla="*/ 201461 h 208491"/>
                <a:gd name="connsiteX3" fmla="*/ 75029 w 208491"/>
                <a:gd name="connsiteY3" fmla="*/ 180601 h 208491"/>
                <a:gd name="connsiteX4" fmla="*/ 70880 w 208491"/>
                <a:gd name="connsiteY4" fmla="*/ 178757 h 208491"/>
                <a:gd name="connsiteX5" fmla="*/ 56128 w 208491"/>
                <a:gd name="connsiteY5" fmla="*/ 193624 h 208491"/>
                <a:gd name="connsiteX6" fmla="*/ 46216 w 208491"/>
                <a:gd name="connsiteY6" fmla="*/ 193624 h 208491"/>
                <a:gd name="connsiteX7" fmla="*/ 14407 w 208491"/>
                <a:gd name="connsiteY7" fmla="*/ 162276 h 208491"/>
                <a:gd name="connsiteX8" fmla="*/ 12332 w 208491"/>
                <a:gd name="connsiteY8" fmla="*/ 157320 h 208491"/>
                <a:gd name="connsiteX9" fmla="*/ 14407 w 208491"/>
                <a:gd name="connsiteY9" fmla="*/ 152364 h 208491"/>
                <a:gd name="connsiteX10" fmla="*/ 29159 w 208491"/>
                <a:gd name="connsiteY10" fmla="*/ 137611 h 208491"/>
                <a:gd name="connsiteX11" fmla="*/ 27430 w 208491"/>
                <a:gd name="connsiteY11" fmla="*/ 133347 h 208491"/>
                <a:gd name="connsiteX12" fmla="*/ 7030 w 208491"/>
                <a:gd name="connsiteY12" fmla="*/ 133347 h 208491"/>
                <a:gd name="connsiteX13" fmla="*/ 1 w 208491"/>
                <a:gd name="connsiteY13" fmla="*/ 126548 h 208491"/>
                <a:gd name="connsiteX14" fmla="*/ 0 w 208491"/>
                <a:gd name="connsiteY14" fmla="*/ 126432 h 208491"/>
                <a:gd name="connsiteX15" fmla="*/ 0 w 208491"/>
                <a:gd name="connsiteY15" fmla="*/ 82060 h 208491"/>
                <a:gd name="connsiteX16" fmla="*/ 7030 w 208491"/>
                <a:gd name="connsiteY16" fmla="*/ 75029 h 208491"/>
                <a:gd name="connsiteX17" fmla="*/ 27891 w 208491"/>
                <a:gd name="connsiteY17" fmla="*/ 75029 h 208491"/>
                <a:gd name="connsiteX18" fmla="*/ 29620 w 208491"/>
                <a:gd name="connsiteY18" fmla="*/ 70880 h 208491"/>
                <a:gd name="connsiteX19" fmla="*/ 14407 w 208491"/>
                <a:gd name="connsiteY19" fmla="*/ 56013 h 208491"/>
                <a:gd name="connsiteX20" fmla="*/ 14107 w 208491"/>
                <a:gd name="connsiteY20" fmla="*/ 46401 h 208491"/>
                <a:gd name="connsiteX21" fmla="*/ 14407 w 208491"/>
                <a:gd name="connsiteY21" fmla="*/ 46101 h 208491"/>
                <a:gd name="connsiteX22" fmla="*/ 45755 w 208491"/>
                <a:gd name="connsiteY22" fmla="*/ 14752 h 208491"/>
                <a:gd name="connsiteX23" fmla="*/ 50711 w 208491"/>
                <a:gd name="connsiteY23" fmla="*/ 12678 h 208491"/>
                <a:gd name="connsiteX24" fmla="*/ 55667 w 208491"/>
                <a:gd name="connsiteY24" fmla="*/ 14752 h 208491"/>
                <a:gd name="connsiteX25" fmla="*/ 70419 w 208491"/>
                <a:gd name="connsiteY25" fmla="*/ 29505 h 208491"/>
                <a:gd name="connsiteX26" fmla="*/ 74568 w 208491"/>
                <a:gd name="connsiteY26" fmla="*/ 27776 h 208491"/>
                <a:gd name="connsiteX27" fmla="*/ 74568 w 208491"/>
                <a:gd name="connsiteY27" fmla="*/ 6915 h 208491"/>
                <a:gd name="connsiteX28" fmla="*/ 81599 w 208491"/>
                <a:gd name="connsiteY28" fmla="*/ 0 h 208491"/>
                <a:gd name="connsiteX29" fmla="*/ 125971 w 208491"/>
                <a:gd name="connsiteY29" fmla="*/ 0 h 208491"/>
                <a:gd name="connsiteX30" fmla="*/ 132886 w 208491"/>
                <a:gd name="connsiteY30" fmla="*/ 6915 h 208491"/>
                <a:gd name="connsiteX31" fmla="*/ 132886 w 208491"/>
                <a:gd name="connsiteY31" fmla="*/ 27891 h 208491"/>
                <a:gd name="connsiteX32" fmla="*/ 137151 w 208491"/>
                <a:gd name="connsiteY32" fmla="*/ 29620 h 208491"/>
                <a:gd name="connsiteX33" fmla="*/ 152710 w 208491"/>
                <a:gd name="connsiteY33" fmla="*/ 14868 h 208491"/>
                <a:gd name="connsiteX34" fmla="*/ 162488 w 208491"/>
                <a:gd name="connsiteY34" fmla="*/ 14734 h 208491"/>
                <a:gd name="connsiteX35" fmla="*/ 162621 w 208491"/>
                <a:gd name="connsiteY35" fmla="*/ 14868 h 208491"/>
                <a:gd name="connsiteX36" fmla="*/ 193624 w 208491"/>
                <a:gd name="connsiteY36" fmla="*/ 46101 h 208491"/>
                <a:gd name="connsiteX37" fmla="*/ 193806 w 208491"/>
                <a:gd name="connsiteY37" fmla="*/ 55716 h 208491"/>
                <a:gd name="connsiteX38" fmla="*/ 193624 w 208491"/>
                <a:gd name="connsiteY38" fmla="*/ 55897 h 208491"/>
                <a:gd name="connsiteX39" fmla="*/ 178872 w 208491"/>
                <a:gd name="connsiteY39" fmla="*/ 70765 h 208491"/>
                <a:gd name="connsiteX40" fmla="*/ 180601 w 208491"/>
                <a:gd name="connsiteY40" fmla="*/ 74914 h 208491"/>
                <a:gd name="connsiteX41" fmla="*/ 201461 w 208491"/>
                <a:gd name="connsiteY41" fmla="*/ 74914 h 208491"/>
                <a:gd name="connsiteX42" fmla="*/ 208492 w 208491"/>
                <a:gd name="connsiteY42" fmla="*/ 81945 h 208491"/>
                <a:gd name="connsiteX43" fmla="*/ 208492 w 208491"/>
                <a:gd name="connsiteY43" fmla="*/ 126778 h 208491"/>
                <a:gd name="connsiteX44" fmla="*/ 201578 w 208491"/>
                <a:gd name="connsiteY44" fmla="*/ 133694 h 208491"/>
                <a:gd name="connsiteX45" fmla="*/ 201461 w 208491"/>
                <a:gd name="connsiteY45" fmla="*/ 133693 h 208491"/>
                <a:gd name="connsiteX46" fmla="*/ 180601 w 208491"/>
                <a:gd name="connsiteY46" fmla="*/ 133693 h 208491"/>
                <a:gd name="connsiteX47" fmla="*/ 178872 w 208491"/>
                <a:gd name="connsiteY47" fmla="*/ 137957 h 208491"/>
                <a:gd name="connsiteX48" fmla="*/ 193624 w 208491"/>
                <a:gd name="connsiteY48" fmla="*/ 152710 h 208491"/>
                <a:gd name="connsiteX49" fmla="*/ 193757 w 208491"/>
                <a:gd name="connsiteY49" fmla="*/ 162488 h 208491"/>
                <a:gd name="connsiteX50" fmla="*/ 193624 w 208491"/>
                <a:gd name="connsiteY50" fmla="*/ 162621 h 208491"/>
                <a:gd name="connsiteX51" fmla="*/ 162276 w 208491"/>
                <a:gd name="connsiteY51" fmla="*/ 193624 h 208491"/>
                <a:gd name="connsiteX52" fmla="*/ 152364 w 208491"/>
                <a:gd name="connsiteY52" fmla="*/ 193624 h 208491"/>
                <a:gd name="connsiteX53" fmla="*/ 137611 w 208491"/>
                <a:gd name="connsiteY53" fmla="*/ 178757 h 208491"/>
                <a:gd name="connsiteX54" fmla="*/ 133347 w 208491"/>
                <a:gd name="connsiteY54" fmla="*/ 180601 h 208491"/>
                <a:gd name="connsiteX55" fmla="*/ 133347 w 208491"/>
                <a:gd name="connsiteY55" fmla="*/ 201461 h 208491"/>
                <a:gd name="connsiteX56" fmla="*/ 126432 w 208491"/>
                <a:gd name="connsiteY56" fmla="*/ 208492 h 208491"/>
                <a:gd name="connsiteX57" fmla="*/ 89090 w 208491"/>
                <a:gd name="connsiteY57" fmla="*/ 194431 h 208491"/>
                <a:gd name="connsiteX58" fmla="*/ 119402 w 208491"/>
                <a:gd name="connsiteY58" fmla="*/ 194431 h 208491"/>
                <a:gd name="connsiteX59" fmla="*/ 119402 w 208491"/>
                <a:gd name="connsiteY59" fmla="*/ 175645 h 208491"/>
                <a:gd name="connsiteX60" fmla="*/ 124357 w 208491"/>
                <a:gd name="connsiteY60" fmla="*/ 168960 h 208491"/>
                <a:gd name="connsiteX61" fmla="*/ 135883 w 208491"/>
                <a:gd name="connsiteY61" fmla="*/ 164120 h 208491"/>
                <a:gd name="connsiteX62" fmla="*/ 144066 w 208491"/>
                <a:gd name="connsiteY62" fmla="*/ 165387 h 208491"/>
                <a:gd name="connsiteX63" fmla="*/ 157435 w 208491"/>
                <a:gd name="connsiteY63" fmla="*/ 178757 h 208491"/>
                <a:gd name="connsiteX64" fmla="*/ 178872 w 208491"/>
                <a:gd name="connsiteY64" fmla="*/ 157320 h 208491"/>
                <a:gd name="connsiteX65" fmla="*/ 165387 w 208491"/>
                <a:gd name="connsiteY65" fmla="*/ 143950 h 208491"/>
                <a:gd name="connsiteX66" fmla="*/ 164235 w 208491"/>
                <a:gd name="connsiteY66" fmla="*/ 135767 h 208491"/>
                <a:gd name="connsiteX67" fmla="*/ 168960 w 208491"/>
                <a:gd name="connsiteY67" fmla="*/ 124242 h 208491"/>
                <a:gd name="connsiteX68" fmla="*/ 175645 w 208491"/>
                <a:gd name="connsiteY68" fmla="*/ 119286 h 208491"/>
                <a:gd name="connsiteX69" fmla="*/ 194546 w 208491"/>
                <a:gd name="connsiteY69" fmla="*/ 119286 h 208491"/>
                <a:gd name="connsiteX70" fmla="*/ 194546 w 208491"/>
                <a:gd name="connsiteY70" fmla="*/ 88975 h 208491"/>
                <a:gd name="connsiteX71" fmla="*/ 175760 w 208491"/>
                <a:gd name="connsiteY71" fmla="*/ 88975 h 208491"/>
                <a:gd name="connsiteX72" fmla="*/ 169075 w 208491"/>
                <a:gd name="connsiteY72" fmla="*/ 84134 h 208491"/>
                <a:gd name="connsiteX73" fmla="*/ 164350 w 208491"/>
                <a:gd name="connsiteY73" fmla="*/ 72609 h 208491"/>
                <a:gd name="connsiteX74" fmla="*/ 165503 w 208491"/>
                <a:gd name="connsiteY74" fmla="*/ 64426 h 208491"/>
                <a:gd name="connsiteX75" fmla="*/ 178872 w 208491"/>
                <a:gd name="connsiteY75" fmla="*/ 51057 h 208491"/>
                <a:gd name="connsiteX76" fmla="*/ 157320 w 208491"/>
                <a:gd name="connsiteY76" fmla="*/ 29620 h 208491"/>
                <a:gd name="connsiteX77" fmla="*/ 143950 w 208491"/>
                <a:gd name="connsiteY77" fmla="*/ 42989 h 208491"/>
                <a:gd name="connsiteX78" fmla="*/ 135767 w 208491"/>
                <a:gd name="connsiteY78" fmla="*/ 44257 h 208491"/>
                <a:gd name="connsiteX79" fmla="*/ 124242 w 208491"/>
                <a:gd name="connsiteY79" fmla="*/ 39532 h 208491"/>
                <a:gd name="connsiteX80" fmla="*/ 119286 w 208491"/>
                <a:gd name="connsiteY80" fmla="*/ 32847 h 208491"/>
                <a:gd name="connsiteX81" fmla="*/ 119286 w 208491"/>
                <a:gd name="connsiteY81" fmla="*/ 13946 h 208491"/>
                <a:gd name="connsiteX82" fmla="*/ 89090 w 208491"/>
                <a:gd name="connsiteY82" fmla="*/ 13946 h 208491"/>
                <a:gd name="connsiteX83" fmla="*/ 89090 w 208491"/>
                <a:gd name="connsiteY83" fmla="*/ 32847 h 208491"/>
                <a:gd name="connsiteX84" fmla="*/ 84134 w 208491"/>
                <a:gd name="connsiteY84" fmla="*/ 39532 h 208491"/>
                <a:gd name="connsiteX85" fmla="*/ 72609 w 208491"/>
                <a:gd name="connsiteY85" fmla="*/ 44257 h 208491"/>
                <a:gd name="connsiteX86" fmla="*/ 64426 w 208491"/>
                <a:gd name="connsiteY86" fmla="*/ 42989 h 208491"/>
                <a:gd name="connsiteX87" fmla="*/ 51057 w 208491"/>
                <a:gd name="connsiteY87" fmla="*/ 29620 h 208491"/>
                <a:gd name="connsiteX88" fmla="*/ 29505 w 208491"/>
                <a:gd name="connsiteY88" fmla="*/ 51172 h 208491"/>
                <a:gd name="connsiteX89" fmla="*/ 42874 w 208491"/>
                <a:gd name="connsiteY89" fmla="*/ 64541 h 208491"/>
                <a:gd name="connsiteX90" fmla="*/ 44142 w 208491"/>
                <a:gd name="connsiteY90" fmla="*/ 72724 h 208491"/>
                <a:gd name="connsiteX91" fmla="*/ 39416 w 208491"/>
                <a:gd name="connsiteY91" fmla="*/ 84250 h 208491"/>
                <a:gd name="connsiteX92" fmla="*/ 32732 w 208491"/>
                <a:gd name="connsiteY92" fmla="*/ 89090 h 208491"/>
                <a:gd name="connsiteX93" fmla="*/ 14407 w 208491"/>
                <a:gd name="connsiteY93" fmla="*/ 89090 h 208491"/>
                <a:gd name="connsiteX94" fmla="*/ 14407 w 208491"/>
                <a:gd name="connsiteY94" fmla="*/ 119517 h 208491"/>
                <a:gd name="connsiteX95" fmla="*/ 32847 w 208491"/>
                <a:gd name="connsiteY95" fmla="*/ 119517 h 208491"/>
                <a:gd name="connsiteX96" fmla="*/ 39532 w 208491"/>
                <a:gd name="connsiteY96" fmla="*/ 124473 h 208491"/>
                <a:gd name="connsiteX97" fmla="*/ 44257 w 208491"/>
                <a:gd name="connsiteY97" fmla="*/ 135998 h 208491"/>
                <a:gd name="connsiteX98" fmla="*/ 42989 w 208491"/>
                <a:gd name="connsiteY98" fmla="*/ 144181 h 208491"/>
                <a:gd name="connsiteX99" fmla="*/ 29620 w 208491"/>
                <a:gd name="connsiteY99" fmla="*/ 157550 h 208491"/>
                <a:gd name="connsiteX100" fmla="*/ 51172 w 208491"/>
                <a:gd name="connsiteY100" fmla="*/ 178987 h 208491"/>
                <a:gd name="connsiteX101" fmla="*/ 64541 w 208491"/>
                <a:gd name="connsiteY101" fmla="*/ 165618 h 208491"/>
                <a:gd name="connsiteX102" fmla="*/ 72724 w 208491"/>
                <a:gd name="connsiteY102" fmla="*/ 164350 h 208491"/>
                <a:gd name="connsiteX103" fmla="*/ 84250 w 208491"/>
                <a:gd name="connsiteY103" fmla="*/ 169191 h 208491"/>
                <a:gd name="connsiteX104" fmla="*/ 89205 w 208491"/>
                <a:gd name="connsiteY104" fmla="*/ 175875 h 20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08491" h="208491">
                  <a:moveTo>
                    <a:pt x="126432" y="208492"/>
                  </a:moveTo>
                  <a:lnTo>
                    <a:pt x="82060" y="208492"/>
                  </a:lnTo>
                  <a:cubicBezTo>
                    <a:pt x="78203" y="208430"/>
                    <a:pt x="75091" y="205318"/>
                    <a:pt x="75029" y="201461"/>
                  </a:cubicBezTo>
                  <a:lnTo>
                    <a:pt x="75029" y="180601"/>
                  </a:lnTo>
                  <a:lnTo>
                    <a:pt x="70880" y="178757"/>
                  </a:lnTo>
                  <a:lnTo>
                    <a:pt x="56128" y="193624"/>
                  </a:lnTo>
                  <a:cubicBezTo>
                    <a:pt x="53361" y="196288"/>
                    <a:pt x="48983" y="196288"/>
                    <a:pt x="46216" y="193624"/>
                  </a:cubicBezTo>
                  <a:lnTo>
                    <a:pt x="14407" y="162276"/>
                  </a:lnTo>
                  <a:cubicBezTo>
                    <a:pt x="13117" y="160943"/>
                    <a:pt x="12376" y="159174"/>
                    <a:pt x="12332" y="157320"/>
                  </a:cubicBezTo>
                  <a:cubicBezTo>
                    <a:pt x="12353" y="155461"/>
                    <a:pt x="13097" y="153683"/>
                    <a:pt x="14407" y="152364"/>
                  </a:cubicBezTo>
                  <a:lnTo>
                    <a:pt x="29159" y="137611"/>
                  </a:lnTo>
                  <a:lnTo>
                    <a:pt x="27430" y="133347"/>
                  </a:lnTo>
                  <a:lnTo>
                    <a:pt x="7030" y="133347"/>
                  </a:lnTo>
                  <a:cubicBezTo>
                    <a:pt x="3212" y="133411"/>
                    <a:pt x="65" y="130367"/>
                    <a:pt x="1" y="126548"/>
                  </a:cubicBezTo>
                  <a:cubicBezTo>
                    <a:pt x="0" y="126509"/>
                    <a:pt x="0" y="126471"/>
                    <a:pt x="0" y="126432"/>
                  </a:cubicBezTo>
                  <a:lnTo>
                    <a:pt x="0" y="82060"/>
                  </a:lnTo>
                  <a:cubicBezTo>
                    <a:pt x="0" y="78177"/>
                    <a:pt x="3148" y="75029"/>
                    <a:pt x="7030" y="75029"/>
                  </a:cubicBezTo>
                  <a:lnTo>
                    <a:pt x="27891" y="75029"/>
                  </a:lnTo>
                  <a:lnTo>
                    <a:pt x="29620" y="70880"/>
                  </a:lnTo>
                  <a:lnTo>
                    <a:pt x="14407" y="56013"/>
                  </a:lnTo>
                  <a:cubicBezTo>
                    <a:pt x="11670" y="53441"/>
                    <a:pt x="11535" y="49138"/>
                    <a:pt x="14107" y="46401"/>
                  </a:cubicBezTo>
                  <a:cubicBezTo>
                    <a:pt x="14203" y="46298"/>
                    <a:pt x="14304" y="46198"/>
                    <a:pt x="14407" y="46101"/>
                  </a:cubicBezTo>
                  <a:lnTo>
                    <a:pt x="45755" y="14752"/>
                  </a:lnTo>
                  <a:cubicBezTo>
                    <a:pt x="47044" y="13398"/>
                    <a:pt x="48842" y="12646"/>
                    <a:pt x="50711" y="12678"/>
                  </a:cubicBezTo>
                  <a:cubicBezTo>
                    <a:pt x="52575" y="12673"/>
                    <a:pt x="54362" y="13421"/>
                    <a:pt x="55667" y="14752"/>
                  </a:cubicBezTo>
                  <a:lnTo>
                    <a:pt x="70419" y="29505"/>
                  </a:lnTo>
                  <a:cubicBezTo>
                    <a:pt x="71760" y="28831"/>
                    <a:pt x="73146" y="28253"/>
                    <a:pt x="74568" y="27776"/>
                  </a:cubicBezTo>
                  <a:lnTo>
                    <a:pt x="74568" y="6915"/>
                  </a:lnTo>
                  <a:cubicBezTo>
                    <a:pt x="74631" y="3077"/>
                    <a:pt x="77761" y="-1"/>
                    <a:pt x="81599" y="0"/>
                  </a:cubicBezTo>
                  <a:lnTo>
                    <a:pt x="125971" y="0"/>
                  </a:lnTo>
                  <a:cubicBezTo>
                    <a:pt x="129790" y="0"/>
                    <a:pt x="132886" y="3096"/>
                    <a:pt x="132886" y="6915"/>
                  </a:cubicBezTo>
                  <a:lnTo>
                    <a:pt x="132886" y="27891"/>
                  </a:lnTo>
                  <a:cubicBezTo>
                    <a:pt x="134353" y="28347"/>
                    <a:pt x="135780" y="28926"/>
                    <a:pt x="137151" y="29620"/>
                  </a:cubicBezTo>
                  <a:lnTo>
                    <a:pt x="152710" y="14868"/>
                  </a:lnTo>
                  <a:cubicBezTo>
                    <a:pt x="155373" y="12131"/>
                    <a:pt x="159751" y="12071"/>
                    <a:pt x="162488" y="14734"/>
                  </a:cubicBezTo>
                  <a:cubicBezTo>
                    <a:pt x="162533" y="14778"/>
                    <a:pt x="162578" y="14823"/>
                    <a:pt x="162621" y="14868"/>
                  </a:cubicBezTo>
                  <a:lnTo>
                    <a:pt x="193624" y="46101"/>
                  </a:lnTo>
                  <a:cubicBezTo>
                    <a:pt x="196329" y="48706"/>
                    <a:pt x="196411" y="53011"/>
                    <a:pt x="193806" y="55716"/>
                  </a:cubicBezTo>
                  <a:cubicBezTo>
                    <a:pt x="193746" y="55777"/>
                    <a:pt x="193686" y="55838"/>
                    <a:pt x="193624" y="55897"/>
                  </a:cubicBezTo>
                  <a:lnTo>
                    <a:pt x="178872" y="70765"/>
                  </a:lnTo>
                  <a:lnTo>
                    <a:pt x="180601" y="74914"/>
                  </a:lnTo>
                  <a:lnTo>
                    <a:pt x="201461" y="74914"/>
                  </a:lnTo>
                  <a:cubicBezTo>
                    <a:pt x="205344" y="74914"/>
                    <a:pt x="208492" y="78062"/>
                    <a:pt x="208492" y="81945"/>
                  </a:cubicBezTo>
                  <a:lnTo>
                    <a:pt x="208492" y="126778"/>
                  </a:lnTo>
                  <a:cubicBezTo>
                    <a:pt x="208492" y="130597"/>
                    <a:pt x="205397" y="133693"/>
                    <a:pt x="201578" y="133694"/>
                  </a:cubicBezTo>
                  <a:cubicBezTo>
                    <a:pt x="201539" y="133694"/>
                    <a:pt x="201500" y="133694"/>
                    <a:pt x="201461" y="133693"/>
                  </a:cubicBezTo>
                  <a:lnTo>
                    <a:pt x="180601" y="133693"/>
                  </a:lnTo>
                  <a:lnTo>
                    <a:pt x="178872" y="137957"/>
                  </a:lnTo>
                  <a:lnTo>
                    <a:pt x="193624" y="152710"/>
                  </a:lnTo>
                  <a:cubicBezTo>
                    <a:pt x="196361" y="155373"/>
                    <a:pt x="196421" y="159751"/>
                    <a:pt x="193757" y="162488"/>
                  </a:cubicBezTo>
                  <a:cubicBezTo>
                    <a:pt x="193714" y="162533"/>
                    <a:pt x="193669" y="162578"/>
                    <a:pt x="193624" y="162621"/>
                  </a:cubicBezTo>
                  <a:lnTo>
                    <a:pt x="162276" y="193624"/>
                  </a:lnTo>
                  <a:cubicBezTo>
                    <a:pt x="159509" y="196288"/>
                    <a:pt x="155131" y="196288"/>
                    <a:pt x="152364" y="193624"/>
                  </a:cubicBezTo>
                  <a:lnTo>
                    <a:pt x="137611" y="178757"/>
                  </a:lnTo>
                  <a:lnTo>
                    <a:pt x="133347" y="180601"/>
                  </a:lnTo>
                  <a:lnTo>
                    <a:pt x="133347" y="201461"/>
                  </a:lnTo>
                  <a:cubicBezTo>
                    <a:pt x="133348" y="205300"/>
                    <a:pt x="130270" y="208429"/>
                    <a:pt x="126432" y="208492"/>
                  </a:cubicBezTo>
                  <a:close/>
                  <a:moveTo>
                    <a:pt x="89090" y="194431"/>
                  </a:moveTo>
                  <a:lnTo>
                    <a:pt x="119402" y="194431"/>
                  </a:lnTo>
                  <a:lnTo>
                    <a:pt x="119402" y="175645"/>
                  </a:lnTo>
                  <a:cubicBezTo>
                    <a:pt x="119378" y="172561"/>
                    <a:pt x="121400" y="169834"/>
                    <a:pt x="124357" y="168960"/>
                  </a:cubicBezTo>
                  <a:cubicBezTo>
                    <a:pt x="128356" y="167749"/>
                    <a:pt x="132218" y="166127"/>
                    <a:pt x="135883" y="164120"/>
                  </a:cubicBezTo>
                  <a:cubicBezTo>
                    <a:pt x="138596" y="162721"/>
                    <a:pt x="141903" y="163233"/>
                    <a:pt x="144066" y="165387"/>
                  </a:cubicBezTo>
                  <a:lnTo>
                    <a:pt x="157435" y="178757"/>
                  </a:lnTo>
                  <a:lnTo>
                    <a:pt x="178872" y="157320"/>
                  </a:lnTo>
                  <a:lnTo>
                    <a:pt x="165387" y="143950"/>
                  </a:lnTo>
                  <a:cubicBezTo>
                    <a:pt x="163271" y="141760"/>
                    <a:pt x="162806" y="138457"/>
                    <a:pt x="164235" y="135767"/>
                  </a:cubicBezTo>
                  <a:cubicBezTo>
                    <a:pt x="166157" y="132078"/>
                    <a:pt x="167739" y="128220"/>
                    <a:pt x="168960" y="124242"/>
                  </a:cubicBezTo>
                  <a:cubicBezTo>
                    <a:pt x="169834" y="121284"/>
                    <a:pt x="172561" y="119263"/>
                    <a:pt x="175645" y="119286"/>
                  </a:cubicBezTo>
                  <a:lnTo>
                    <a:pt x="194546" y="119286"/>
                  </a:lnTo>
                  <a:lnTo>
                    <a:pt x="194546" y="88975"/>
                  </a:lnTo>
                  <a:lnTo>
                    <a:pt x="175760" y="88975"/>
                  </a:lnTo>
                  <a:cubicBezTo>
                    <a:pt x="172708" y="89014"/>
                    <a:pt x="169991" y="87046"/>
                    <a:pt x="169075" y="84134"/>
                  </a:cubicBezTo>
                  <a:cubicBezTo>
                    <a:pt x="167876" y="80149"/>
                    <a:pt x="166293" y="76289"/>
                    <a:pt x="164350" y="72609"/>
                  </a:cubicBezTo>
                  <a:cubicBezTo>
                    <a:pt x="162883" y="69927"/>
                    <a:pt x="163352" y="66599"/>
                    <a:pt x="165503" y="64426"/>
                  </a:cubicBezTo>
                  <a:lnTo>
                    <a:pt x="178872" y="51057"/>
                  </a:lnTo>
                  <a:lnTo>
                    <a:pt x="157320" y="29620"/>
                  </a:lnTo>
                  <a:lnTo>
                    <a:pt x="143950" y="42989"/>
                  </a:lnTo>
                  <a:cubicBezTo>
                    <a:pt x="141787" y="45144"/>
                    <a:pt x="138481" y="45656"/>
                    <a:pt x="135767" y="44257"/>
                  </a:cubicBezTo>
                  <a:cubicBezTo>
                    <a:pt x="132078" y="42334"/>
                    <a:pt x="128220" y="40753"/>
                    <a:pt x="124242" y="39532"/>
                  </a:cubicBezTo>
                  <a:cubicBezTo>
                    <a:pt x="121307" y="38625"/>
                    <a:pt x="119301" y="35919"/>
                    <a:pt x="119286" y="32847"/>
                  </a:cubicBezTo>
                  <a:lnTo>
                    <a:pt x="119286" y="13946"/>
                  </a:lnTo>
                  <a:lnTo>
                    <a:pt x="89090" y="13946"/>
                  </a:lnTo>
                  <a:lnTo>
                    <a:pt x="89090" y="32847"/>
                  </a:lnTo>
                  <a:cubicBezTo>
                    <a:pt x="89040" y="35906"/>
                    <a:pt x="87047" y="38594"/>
                    <a:pt x="84134" y="39532"/>
                  </a:cubicBezTo>
                  <a:cubicBezTo>
                    <a:pt x="80157" y="40753"/>
                    <a:pt x="76299" y="42334"/>
                    <a:pt x="72609" y="44257"/>
                  </a:cubicBezTo>
                  <a:cubicBezTo>
                    <a:pt x="69895" y="45656"/>
                    <a:pt x="66589" y="45144"/>
                    <a:pt x="64426" y="42989"/>
                  </a:cubicBezTo>
                  <a:lnTo>
                    <a:pt x="51057" y="29620"/>
                  </a:lnTo>
                  <a:lnTo>
                    <a:pt x="29505" y="51172"/>
                  </a:lnTo>
                  <a:lnTo>
                    <a:pt x="42874" y="64541"/>
                  </a:lnTo>
                  <a:cubicBezTo>
                    <a:pt x="45100" y="66668"/>
                    <a:pt x="45620" y="70024"/>
                    <a:pt x="44142" y="72724"/>
                  </a:cubicBezTo>
                  <a:cubicBezTo>
                    <a:pt x="42199" y="76405"/>
                    <a:pt x="40616" y="80264"/>
                    <a:pt x="39416" y="84250"/>
                  </a:cubicBezTo>
                  <a:cubicBezTo>
                    <a:pt x="38469" y="87139"/>
                    <a:pt x="35772" y="89092"/>
                    <a:pt x="32732" y="89090"/>
                  </a:cubicBezTo>
                  <a:lnTo>
                    <a:pt x="14407" y="89090"/>
                  </a:lnTo>
                  <a:lnTo>
                    <a:pt x="14407" y="119517"/>
                  </a:lnTo>
                  <a:lnTo>
                    <a:pt x="32847" y="119517"/>
                  </a:lnTo>
                  <a:cubicBezTo>
                    <a:pt x="35919" y="119531"/>
                    <a:pt x="38625" y="121538"/>
                    <a:pt x="39532" y="124473"/>
                  </a:cubicBezTo>
                  <a:cubicBezTo>
                    <a:pt x="40753" y="128450"/>
                    <a:pt x="42334" y="132308"/>
                    <a:pt x="44257" y="135998"/>
                  </a:cubicBezTo>
                  <a:cubicBezTo>
                    <a:pt x="45735" y="138698"/>
                    <a:pt x="45215" y="142055"/>
                    <a:pt x="42989" y="144181"/>
                  </a:cubicBezTo>
                  <a:lnTo>
                    <a:pt x="29620" y="157550"/>
                  </a:lnTo>
                  <a:lnTo>
                    <a:pt x="51172" y="178987"/>
                  </a:lnTo>
                  <a:lnTo>
                    <a:pt x="64541" y="165618"/>
                  </a:lnTo>
                  <a:cubicBezTo>
                    <a:pt x="66704" y="163463"/>
                    <a:pt x="70011" y="162951"/>
                    <a:pt x="72724" y="164350"/>
                  </a:cubicBezTo>
                  <a:cubicBezTo>
                    <a:pt x="76389" y="166357"/>
                    <a:pt x="80251" y="167979"/>
                    <a:pt x="84250" y="169191"/>
                  </a:cubicBezTo>
                  <a:cubicBezTo>
                    <a:pt x="87184" y="170097"/>
                    <a:pt x="89191" y="172804"/>
                    <a:pt x="89205" y="17587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A3D734D1-D5D6-5E4C-AE19-501C938658F6}"/>
                </a:ext>
              </a:extLst>
            </p:cNvPr>
            <p:cNvSpPr/>
            <p:nvPr/>
          </p:nvSpPr>
          <p:spPr>
            <a:xfrm>
              <a:off x="6207025" y="2326950"/>
              <a:ext cx="111794" cy="111794"/>
            </a:xfrm>
            <a:custGeom>
              <a:avLst/>
              <a:gdLst>
                <a:gd name="connsiteX0" fmla="*/ 55780 w 111794"/>
                <a:gd name="connsiteY0" fmla="*/ 111795 h 111794"/>
                <a:gd name="connsiteX1" fmla="*/ 0 w 111794"/>
                <a:gd name="connsiteY1" fmla="*/ 55780 h 111794"/>
                <a:gd name="connsiteX2" fmla="*/ 56015 w 111794"/>
                <a:gd name="connsiteY2" fmla="*/ 0 h 111794"/>
                <a:gd name="connsiteX3" fmla="*/ 111793 w 111794"/>
                <a:gd name="connsiteY3" fmla="*/ 55436 h 111794"/>
                <a:gd name="connsiteX4" fmla="*/ 56359 w 111794"/>
                <a:gd name="connsiteY4" fmla="*/ 111793 h 111794"/>
                <a:gd name="connsiteX5" fmla="*/ 55780 w 111794"/>
                <a:gd name="connsiteY5" fmla="*/ 111795 h 111794"/>
                <a:gd name="connsiteX6" fmla="*/ 55780 w 111794"/>
                <a:gd name="connsiteY6" fmla="*/ 13945 h 111794"/>
                <a:gd name="connsiteX7" fmla="*/ 13831 w 111794"/>
                <a:gd name="connsiteY7" fmla="*/ 55900 h 111794"/>
                <a:gd name="connsiteX8" fmla="*/ 55785 w 111794"/>
                <a:gd name="connsiteY8" fmla="*/ 97849 h 111794"/>
                <a:gd name="connsiteX9" fmla="*/ 97735 w 111794"/>
                <a:gd name="connsiteY9" fmla="*/ 55895 h 111794"/>
                <a:gd name="connsiteX10" fmla="*/ 97732 w 111794"/>
                <a:gd name="connsiteY10" fmla="*/ 55436 h 111794"/>
                <a:gd name="connsiteX11" fmla="*/ 55780 w 111794"/>
                <a:gd name="connsiteY11" fmla="*/ 13945 h 1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794" h="111794">
                  <a:moveTo>
                    <a:pt x="55780" y="111795"/>
                  </a:moveTo>
                  <a:cubicBezTo>
                    <a:pt x="24909" y="111730"/>
                    <a:pt x="-65" y="86652"/>
                    <a:pt x="0" y="55780"/>
                  </a:cubicBezTo>
                  <a:cubicBezTo>
                    <a:pt x="65" y="24909"/>
                    <a:pt x="25143" y="-65"/>
                    <a:pt x="56015" y="0"/>
                  </a:cubicBezTo>
                  <a:cubicBezTo>
                    <a:pt x="86660" y="64"/>
                    <a:pt x="111540" y="24792"/>
                    <a:pt x="111793" y="55436"/>
                  </a:cubicBezTo>
                  <a:cubicBezTo>
                    <a:pt x="112048" y="86307"/>
                    <a:pt x="87229" y="111538"/>
                    <a:pt x="56359" y="111793"/>
                  </a:cubicBezTo>
                  <a:cubicBezTo>
                    <a:pt x="56166" y="111795"/>
                    <a:pt x="55973" y="111795"/>
                    <a:pt x="55780" y="111795"/>
                  </a:cubicBezTo>
                  <a:close/>
                  <a:moveTo>
                    <a:pt x="55780" y="13945"/>
                  </a:moveTo>
                  <a:cubicBezTo>
                    <a:pt x="32611" y="13947"/>
                    <a:pt x="13830" y="32730"/>
                    <a:pt x="13831" y="55900"/>
                  </a:cubicBezTo>
                  <a:cubicBezTo>
                    <a:pt x="13832" y="79069"/>
                    <a:pt x="32616" y="97851"/>
                    <a:pt x="55785" y="97849"/>
                  </a:cubicBezTo>
                  <a:cubicBezTo>
                    <a:pt x="78955" y="97848"/>
                    <a:pt x="97736" y="79064"/>
                    <a:pt x="97735" y="55895"/>
                  </a:cubicBezTo>
                  <a:cubicBezTo>
                    <a:pt x="97735" y="55742"/>
                    <a:pt x="97734" y="55589"/>
                    <a:pt x="97732" y="55436"/>
                  </a:cubicBezTo>
                  <a:cubicBezTo>
                    <a:pt x="97418" y="32473"/>
                    <a:pt x="78745" y="14006"/>
                    <a:pt x="55780" y="1394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0F36D1B-D2DA-C749-B163-D4C6BD23FC0E}"/>
                </a:ext>
              </a:extLst>
            </p:cNvPr>
            <p:cNvSpPr/>
            <p:nvPr/>
          </p:nvSpPr>
          <p:spPr>
            <a:xfrm>
              <a:off x="6054427" y="2071204"/>
              <a:ext cx="264506" cy="203882"/>
            </a:xfrm>
            <a:custGeom>
              <a:avLst/>
              <a:gdLst>
                <a:gd name="connsiteX0" fmla="*/ 257590 w 264506"/>
                <a:gd name="connsiteY0" fmla="*/ 203882 h 203882"/>
                <a:gd name="connsiteX1" fmla="*/ 250561 w 264506"/>
                <a:gd name="connsiteY1" fmla="*/ 197083 h 203882"/>
                <a:gd name="connsiteX2" fmla="*/ 250560 w 264506"/>
                <a:gd name="connsiteY2" fmla="*/ 196967 h 203882"/>
                <a:gd name="connsiteX3" fmla="*/ 250560 w 264506"/>
                <a:gd name="connsiteY3" fmla="*/ 13946 h 203882"/>
                <a:gd name="connsiteX4" fmla="*/ 13947 w 264506"/>
                <a:gd name="connsiteY4" fmla="*/ 13946 h 203882"/>
                <a:gd name="connsiteX5" fmla="*/ 13947 w 264506"/>
                <a:gd name="connsiteY5" fmla="*/ 27084 h 203882"/>
                <a:gd name="connsiteX6" fmla="*/ 230391 w 264506"/>
                <a:gd name="connsiteY6" fmla="*/ 27084 h 203882"/>
                <a:gd name="connsiteX7" fmla="*/ 237421 w 264506"/>
                <a:gd name="connsiteY7" fmla="*/ 34115 h 203882"/>
                <a:gd name="connsiteX8" fmla="*/ 237421 w 264506"/>
                <a:gd name="connsiteY8" fmla="*/ 184404 h 203882"/>
                <a:gd name="connsiteX9" fmla="*/ 229550 w 264506"/>
                <a:gd name="connsiteY9" fmla="*/ 190478 h 203882"/>
                <a:gd name="connsiteX10" fmla="*/ 223476 w 264506"/>
                <a:gd name="connsiteY10" fmla="*/ 184404 h 203882"/>
                <a:gd name="connsiteX11" fmla="*/ 223476 w 264506"/>
                <a:gd name="connsiteY11" fmla="*/ 41030 h 203882"/>
                <a:gd name="connsiteX12" fmla="*/ 6916 w 264506"/>
                <a:gd name="connsiteY12" fmla="*/ 41030 h 203882"/>
                <a:gd name="connsiteX13" fmla="*/ 1 w 264506"/>
                <a:gd name="connsiteY13" fmla="*/ 34115 h 203882"/>
                <a:gd name="connsiteX14" fmla="*/ 1 w 264506"/>
                <a:gd name="connsiteY14" fmla="*/ 7030 h 203882"/>
                <a:gd name="connsiteX15" fmla="*/ 6800 w 264506"/>
                <a:gd name="connsiteY15" fmla="*/ 1 h 203882"/>
                <a:gd name="connsiteX16" fmla="*/ 6916 w 264506"/>
                <a:gd name="connsiteY16" fmla="*/ 0 h 203882"/>
                <a:gd name="connsiteX17" fmla="*/ 257590 w 264506"/>
                <a:gd name="connsiteY17" fmla="*/ 0 h 203882"/>
                <a:gd name="connsiteX18" fmla="*/ 264506 w 264506"/>
                <a:gd name="connsiteY18" fmla="*/ 6914 h 203882"/>
                <a:gd name="connsiteX19" fmla="*/ 264505 w 264506"/>
                <a:gd name="connsiteY19" fmla="*/ 7030 h 203882"/>
                <a:gd name="connsiteX20" fmla="*/ 264505 w 264506"/>
                <a:gd name="connsiteY20" fmla="*/ 196967 h 203882"/>
                <a:gd name="connsiteX21" fmla="*/ 257590 w 264506"/>
                <a:gd name="connsiteY21" fmla="*/ 203882 h 20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4506" h="203882">
                  <a:moveTo>
                    <a:pt x="257590" y="203882"/>
                  </a:moveTo>
                  <a:cubicBezTo>
                    <a:pt x="253772" y="203945"/>
                    <a:pt x="250625" y="200901"/>
                    <a:pt x="250561" y="197083"/>
                  </a:cubicBezTo>
                  <a:cubicBezTo>
                    <a:pt x="250560" y="197044"/>
                    <a:pt x="250560" y="197005"/>
                    <a:pt x="250560" y="196967"/>
                  </a:cubicBezTo>
                  <a:lnTo>
                    <a:pt x="250560" y="13946"/>
                  </a:lnTo>
                  <a:lnTo>
                    <a:pt x="13947" y="13946"/>
                  </a:lnTo>
                  <a:lnTo>
                    <a:pt x="13947" y="27084"/>
                  </a:lnTo>
                  <a:lnTo>
                    <a:pt x="230391" y="27084"/>
                  </a:lnTo>
                  <a:cubicBezTo>
                    <a:pt x="234274" y="27084"/>
                    <a:pt x="237421" y="30232"/>
                    <a:pt x="237421" y="34115"/>
                  </a:cubicBezTo>
                  <a:lnTo>
                    <a:pt x="237421" y="184404"/>
                  </a:lnTo>
                  <a:cubicBezTo>
                    <a:pt x="236925" y="188255"/>
                    <a:pt x="233401" y="190975"/>
                    <a:pt x="229550" y="190478"/>
                  </a:cubicBezTo>
                  <a:cubicBezTo>
                    <a:pt x="226380" y="190070"/>
                    <a:pt x="223884" y="187574"/>
                    <a:pt x="223476" y="184404"/>
                  </a:cubicBezTo>
                  <a:lnTo>
                    <a:pt x="223476" y="41030"/>
                  </a:lnTo>
                  <a:lnTo>
                    <a:pt x="6916" y="41030"/>
                  </a:lnTo>
                  <a:cubicBezTo>
                    <a:pt x="3097" y="41030"/>
                    <a:pt x="1" y="37934"/>
                    <a:pt x="1" y="34115"/>
                  </a:cubicBezTo>
                  <a:lnTo>
                    <a:pt x="1" y="7030"/>
                  </a:lnTo>
                  <a:cubicBezTo>
                    <a:pt x="-63" y="3212"/>
                    <a:pt x="2981" y="65"/>
                    <a:pt x="6800" y="1"/>
                  </a:cubicBezTo>
                  <a:cubicBezTo>
                    <a:pt x="6839" y="0"/>
                    <a:pt x="6877" y="0"/>
                    <a:pt x="6916" y="0"/>
                  </a:cubicBezTo>
                  <a:lnTo>
                    <a:pt x="257590" y="0"/>
                  </a:lnTo>
                  <a:cubicBezTo>
                    <a:pt x="261409" y="-1"/>
                    <a:pt x="264506" y="3095"/>
                    <a:pt x="264506" y="6914"/>
                  </a:cubicBezTo>
                  <a:cubicBezTo>
                    <a:pt x="264506" y="6953"/>
                    <a:pt x="264506" y="6992"/>
                    <a:pt x="264505" y="7030"/>
                  </a:cubicBezTo>
                  <a:lnTo>
                    <a:pt x="264505" y="196967"/>
                  </a:lnTo>
                  <a:cubicBezTo>
                    <a:pt x="264505" y="200786"/>
                    <a:pt x="261409" y="203882"/>
                    <a:pt x="257590" y="203882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C7ED877-68F1-444D-9738-02FA9713EABF}"/>
                </a:ext>
              </a:extLst>
            </p:cNvPr>
            <p:cNvSpPr/>
            <p:nvPr/>
          </p:nvSpPr>
          <p:spPr>
            <a:xfrm>
              <a:off x="6027674" y="2098289"/>
              <a:ext cx="264174" cy="164351"/>
            </a:xfrm>
            <a:custGeom>
              <a:avLst/>
              <a:gdLst>
                <a:gd name="connsiteX0" fmla="*/ 230059 w 264174"/>
                <a:gd name="connsiteY0" fmla="*/ 164350 h 164351"/>
                <a:gd name="connsiteX1" fmla="*/ 223030 w 264174"/>
                <a:gd name="connsiteY1" fmla="*/ 157551 h 164351"/>
                <a:gd name="connsiteX2" fmla="*/ 223029 w 264174"/>
                <a:gd name="connsiteY2" fmla="*/ 157435 h 164351"/>
                <a:gd name="connsiteX3" fmla="*/ 223029 w 264174"/>
                <a:gd name="connsiteY3" fmla="*/ 41145 h 164351"/>
                <a:gd name="connsiteX4" fmla="*/ 7046 w 264174"/>
                <a:gd name="connsiteY4" fmla="*/ 41145 h 164351"/>
                <a:gd name="connsiteX5" fmla="*/ 15 w 264174"/>
                <a:gd name="connsiteY5" fmla="*/ 34115 h 164351"/>
                <a:gd name="connsiteX6" fmla="*/ 15 w 264174"/>
                <a:gd name="connsiteY6" fmla="*/ 7491 h 164351"/>
                <a:gd name="connsiteX7" fmla="*/ 6570 w 264174"/>
                <a:gd name="connsiteY7" fmla="*/ 15 h 164351"/>
                <a:gd name="connsiteX8" fmla="*/ 7046 w 264174"/>
                <a:gd name="connsiteY8" fmla="*/ 0 h 164351"/>
                <a:gd name="connsiteX9" fmla="*/ 257144 w 264174"/>
                <a:gd name="connsiteY9" fmla="*/ 0 h 164351"/>
                <a:gd name="connsiteX10" fmla="*/ 264174 w 264174"/>
                <a:gd name="connsiteY10" fmla="*/ 7030 h 164351"/>
                <a:gd name="connsiteX11" fmla="*/ 264174 w 264174"/>
                <a:gd name="connsiteY11" fmla="*/ 153055 h 164351"/>
                <a:gd name="connsiteX12" fmla="*/ 256303 w 264174"/>
                <a:gd name="connsiteY12" fmla="*/ 159130 h 164351"/>
                <a:gd name="connsiteX13" fmla="*/ 250229 w 264174"/>
                <a:gd name="connsiteY13" fmla="*/ 153055 h 164351"/>
                <a:gd name="connsiteX14" fmla="*/ 250229 w 264174"/>
                <a:gd name="connsiteY14" fmla="*/ 13946 h 164351"/>
                <a:gd name="connsiteX15" fmla="*/ 13500 w 264174"/>
                <a:gd name="connsiteY15" fmla="*/ 13946 h 164351"/>
                <a:gd name="connsiteX16" fmla="*/ 13500 w 264174"/>
                <a:gd name="connsiteY16" fmla="*/ 27200 h 164351"/>
                <a:gd name="connsiteX17" fmla="*/ 230059 w 264174"/>
                <a:gd name="connsiteY17" fmla="*/ 27200 h 164351"/>
                <a:gd name="connsiteX18" fmla="*/ 237090 w 264174"/>
                <a:gd name="connsiteY18" fmla="*/ 34115 h 164351"/>
                <a:gd name="connsiteX19" fmla="*/ 237090 w 264174"/>
                <a:gd name="connsiteY19" fmla="*/ 157320 h 164351"/>
                <a:gd name="connsiteX20" fmla="*/ 230059 w 264174"/>
                <a:gd name="connsiteY20" fmla="*/ 164350 h 1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4174" h="164351">
                  <a:moveTo>
                    <a:pt x="230059" y="164350"/>
                  </a:moveTo>
                  <a:cubicBezTo>
                    <a:pt x="226241" y="164414"/>
                    <a:pt x="223094" y="161370"/>
                    <a:pt x="223030" y="157551"/>
                  </a:cubicBezTo>
                  <a:cubicBezTo>
                    <a:pt x="223029" y="157512"/>
                    <a:pt x="223029" y="157474"/>
                    <a:pt x="223029" y="157435"/>
                  </a:cubicBezTo>
                  <a:lnTo>
                    <a:pt x="223029" y="41145"/>
                  </a:lnTo>
                  <a:lnTo>
                    <a:pt x="7046" y="41145"/>
                  </a:lnTo>
                  <a:cubicBezTo>
                    <a:pt x="3163" y="41145"/>
                    <a:pt x="15" y="37998"/>
                    <a:pt x="15" y="34115"/>
                  </a:cubicBezTo>
                  <a:lnTo>
                    <a:pt x="15" y="7491"/>
                  </a:lnTo>
                  <a:cubicBezTo>
                    <a:pt x="-239" y="3617"/>
                    <a:pt x="2695" y="270"/>
                    <a:pt x="6570" y="15"/>
                  </a:cubicBezTo>
                  <a:cubicBezTo>
                    <a:pt x="6728" y="5"/>
                    <a:pt x="6887" y="0"/>
                    <a:pt x="7046" y="0"/>
                  </a:cubicBezTo>
                  <a:lnTo>
                    <a:pt x="257144" y="0"/>
                  </a:lnTo>
                  <a:cubicBezTo>
                    <a:pt x="261027" y="0"/>
                    <a:pt x="264174" y="3148"/>
                    <a:pt x="264174" y="7030"/>
                  </a:cubicBezTo>
                  <a:lnTo>
                    <a:pt x="264174" y="153055"/>
                  </a:lnTo>
                  <a:cubicBezTo>
                    <a:pt x="263678" y="156906"/>
                    <a:pt x="260154" y="159626"/>
                    <a:pt x="256303" y="159130"/>
                  </a:cubicBezTo>
                  <a:cubicBezTo>
                    <a:pt x="253133" y="158721"/>
                    <a:pt x="250637" y="156226"/>
                    <a:pt x="250229" y="153055"/>
                  </a:cubicBezTo>
                  <a:lnTo>
                    <a:pt x="250229" y="13946"/>
                  </a:lnTo>
                  <a:lnTo>
                    <a:pt x="13500" y="13946"/>
                  </a:lnTo>
                  <a:lnTo>
                    <a:pt x="13500" y="27200"/>
                  </a:lnTo>
                  <a:lnTo>
                    <a:pt x="230059" y="27200"/>
                  </a:lnTo>
                  <a:cubicBezTo>
                    <a:pt x="233898" y="27199"/>
                    <a:pt x="237027" y="30277"/>
                    <a:pt x="237090" y="34115"/>
                  </a:cubicBezTo>
                  <a:lnTo>
                    <a:pt x="237090" y="157320"/>
                  </a:lnTo>
                  <a:cubicBezTo>
                    <a:pt x="237090" y="161202"/>
                    <a:pt x="233942" y="164350"/>
                    <a:pt x="230059" y="164350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59311AC8-F56B-F24C-9E8A-1574DA73A04E}"/>
                </a:ext>
              </a:extLst>
            </p:cNvPr>
            <p:cNvSpPr/>
            <p:nvPr/>
          </p:nvSpPr>
          <p:spPr>
            <a:xfrm>
              <a:off x="6000144" y="2125487"/>
              <a:ext cx="264619" cy="363622"/>
            </a:xfrm>
            <a:custGeom>
              <a:avLst/>
              <a:gdLst>
                <a:gd name="connsiteX0" fmla="*/ 194661 w 264619"/>
                <a:gd name="connsiteY0" fmla="*/ 363623 h 363622"/>
                <a:gd name="connsiteX1" fmla="*/ 7030 w 264619"/>
                <a:gd name="connsiteY1" fmla="*/ 363623 h 363622"/>
                <a:gd name="connsiteX2" fmla="*/ 0 w 264619"/>
                <a:gd name="connsiteY2" fmla="*/ 356592 h 363622"/>
                <a:gd name="connsiteX3" fmla="*/ 0 w 264619"/>
                <a:gd name="connsiteY3" fmla="*/ 6916 h 363622"/>
                <a:gd name="connsiteX4" fmla="*/ 6914 w 264619"/>
                <a:gd name="connsiteY4" fmla="*/ 0 h 363622"/>
                <a:gd name="connsiteX5" fmla="*/ 7030 w 264619"/>
                <a:gd name="connsiteY5" fmla="*/ 1 h 363622"/>
                <a:gd name="connsiteX6" fmla="*/ 257589 w 264619"/>
                <a:gd name="connsiteY6" fmla="*/ 1 h 363622"/>
                <a:gd name="connsiteX7" fmla="*/ 264620 w 264619"/>
                <a:gd name="connsiteY7" fmla="*/ 6916 h 363622"/>
                <a:gd name="connsiteX8" fmla="*/ 264620 w 264619"/>
                <a:gd name="connsiteY8" fmla="*/ 130121 h 363622"/>
                <a:gd name="connsiteX9" fmla="*/ 257589 w 264619"/>
                <a:gd name="connsiteY9" fmla="*/ 137036 h 363622"/>
                <a:gd name="connsiteX10" fmla="*/ 250560 w 264619"/>
                <a:gd name="connsiteY10" fmla="*/ 130237 h 363622"/>
                <a:gd name="connsiteX11" fmla="*/ 250559 w 264619"/>
                <a:gd name="connsiteY11" fmla="*/ 130121 h 363622"/>
                <a:gd name="connsiteX12" fmla="*/ 250559 w 264619"/>
                <a:gd name="connsiteY12" fmla="*/ 13947 h 363622"/>
                <a:gd name="connsiteX13" fmla="*/ 13946 w 264619"/>
                <a:gd name="connsiteY13" fmla="*/ 13947 h 363622"/>
                <a:gd name="connsiteX14" fmla="*/ 13946 w 264619"/>
                <a:gd name="connsiteY14" fmla="*/ 349677 h 363622"/>
                <a:gd name="connsiteX15" fmla="*/ 194661 w 264619"/>
                <a:gd name="connsiteY15" fmla="*/ 349677 h 363622"/>
                <a:gd name="connsiteX16" fmla="*/ 200736 w 264619"/>
                <a:gd name="connsiteY16" fmla="*/ 357548 h 363622"/>
                <a:gd name="connsiteX17" fmla="*/ 194661 w 264619"/>
                <a:gd name="connsiteY17" fmla="*/ 363623 h 36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4619" h="363622">
                  <a:moveTo>
                    <a:pt x="194661" y="363623"/>
                  </a:moveTo>
                  <a:lnTo>
                    <a:pt x="7030" y="363623"/>
                  </a:lnTo>
                  <a:cubicBezTo>
                    <a:pt x="3148" y="363623"/>
                    <a:pt x="0" y="360475"/>
                    <a:pt x="0" y="356592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257589" y="1"/>
                  </a:lnTo>
                  <a:cubicBezTo>
                    <a:pt x="261428" y="0"/>
                    <a:pt x="264557" y="3078"/>
                    <a:pt x="264620" y="6916"/>
                  </a:cubicBezTo>
                  <a:lnTo>
                    <a:pt x="264620" y="130121"/>
                  </a:lnTo>
                  <a:cubicBezTo>
                    <a:pt x="264557" y="133959"/>
                    <a:pt x="261428" y="137037"/>
                    <a:pt x="257589" y="137036"/>
                  </a:cubicBezTo>
                  <a:cubicBezTo>
                    <a:pt x="253771" y="137100"/>
                    <a:pt x="250624" y="134056"/>
                    <a:pt x="250560" y="130237"/>
                  </a:cubicBezTo>
                  <a:cubicBezTo>
                    <a:pt x="250559" y="130199"/>
                    <a:pt x="250559" y="130160"/>
                    <a:pt x="250559" y="130121"/>
                  </a:cubicBezTo>
                  <a:lnTo>
                    <a:pt x="250559" y="13947"/>
                  </a:lnTo>
                  <a:lnTo>
                    <a:pt x="13946" y="13947"/>
                  </a:lnTo>
                  <a:lnTo>
                    <a:pt x="13946" y="349677"/>
                  </a:lnTo>
                  <a:lnTo>
                    <a:pt x="194661" y="349677"/>
                  </a:lnTo>
                  <a:cubicBezTo>
                    <a:pt x="198512" y="350173"/>
                    <a:pt x="201232" y="353697"/>
                    <a:pt x="200736" y="357548"/>
                  </a:cubicBezTo>
                  <a:cubicBezTo>
                    <a:pt x="200328" y="360718"/>
                    <a:pt x="197832" y="363214"/>
                    <a:pt x="194661" y="363623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07" name="Freeform 17">
            <a:extLst>
              <a:ext uri="{FF2B5EF4-FFF2-40B4-BE49-F238E27FC236}">
                <a16:creationId xmlns:a16="http://schemas.microsoft.com/office/drawing/2014/main" id="{22124A91-CBB5-3F49-B013-6B363287536F}"/>
              </a:ext>
            </a:extLst>
          </p:cNvPr>
          <p:cNvSpPr>
            <a:spLocks noChangeAspect="1"/>
          </p:cNvSpPr>
          <p:nvPr/>
        </p:nvSpPr>
        <p:spPr bwMode="auto">
          <a:xfrm>
            <a:off x="5163569" y="2996383"/>
            <a:ext cx="1907623" cy="190948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0568F06-E68F-FD49-8CC2-F6E4FC89177B}"/>
              </a:ext>
            </a:extLst>
          </p:cNvPr>
          <p:cNvGrpSpPr/>
          <p:nvPr/>
        </p:nvGrpSpPr>
        <p:grpSpPr>
          <a:xfrm flipH="1">
            <a:off x="1054455" y="2439672"/>
            <a:ext cx="2783072" cy="723275"/>
            <a:chOff x="7825488" y="1404017"/>
            <a:chExt cx="3368029" cy="723275"/>
          </a:xfrm>
        </p:grpSpPr>
        <p:sp>
          <p:nvSpPr>
            <p:cNvPr id="112" name="Inhaltsplatzhalter 4">
              <a:extLst>
                <a:ext uri="{FF2B5EF4-FFF2-40B4-BE49-F238E27FC236}">
                  <a16:creationId xmlns:a16="http://schemas.microsoft.com/office/drawing/2014/main" id="{35CD3052-CF76-8B46-8DFB-31AB3BD1851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C2EB8073-9A54-024D-A0C5-31765985C03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08DB619D-0788-2C42-A8F6-3A3165719D90}"/>
              </a:ext>
            </a:extLst>
          </p:cNvPr>
          <p:cNvGrpSpPr/>
          <p:nvPr/>
        </p:nvGrpSpPr>
        <p:grpSpPr>
          <a:xfrm flipH="1">
            <a:off x="1355514" y="4936769"/>
            <a:ext cx="2783072" cy="723275"/>
            <a:chOff x="7825488" y="1404017"/>
            <a:chExt cx="3368029" cy="723275"/>
          </a:xfrm>
        </p:grpSpPr>
        <p:sp>
          <p:nvSpPr>
            <p:cNvPr id="115" name="Inhaltsplatzhalter 4">
              <a:extLst>
                <a:ext uri="{FF2B5EF4-FFF2-40B4-BE49-F238E27FC236}">
                  <a16:creationId xmlns:a16="http://schemas.microsoft.com/office/drawing/2014/main" id="{DDAF4183-172D-774A-9B45-3EAE7500A37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BA6263FB-9562-3C4E-AF9E-234908EB63D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23064461-21CE-8F46-9385-B4B6AC320285}"/>
              </a:ext>
            </a:extLst>
          </p:cNvPr>
          <p:cNvGrpSpPr/>
          <p:nvPr/>
        </p:nvGrpSpPr>
        <p:grpSpPr>
          <a:xfrm>
            <a:off x="7317925" y="1582636"/>
            <a:ext cx="2783072" cy="723275"/>
            <a:chOff x="7825488" y="1404017"/>
            <a:chExt cx="3368029" cy="723275"/>
          </a:xfrm>
        </p:grpSpPr>
        <p:sp>
          <p:nvSpPr>
            <p:cNvPr id="118" name="Inhaltsplatzhalter 4">
              <a:extLst>
                <a:ext uri="{FF2B5EF4-FFF2-40B4-BE49-F238E27FC236}">
                  <a16:creationId xmlns:a16="http://schemas.microsoft.com/office/drawing/2014/main" id="{DFD1F623-8A3F-2E40-9B21-69996C645C9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C070222C-57E8-D540-91DE-83B2B9AAB6B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C672670-775C-6048-84DA-7A5D12872269}"/>
              </a:ext>
            </a:extLst>
          </p:cNvPr>
          <p:cNvGrpSpPr/>
          <p:nvPr/>
        </p:nvGrpSpPr>
        <p:grpSpPr>
          <a:xfrm>
            <a:off x="8441185" y="3185090"/>
            <a:ext cx="2783072" cy="723275"/>
            <a:chOff x="7825488" y="1404017"/>
            <a:chExt cx="3368029" cy="723275"/>
          </a:xfrm>
        </p:grpSpPr>
        <p:sp>
          <p:nvSpPr>
            <p:cNvPr id="121" name="Inhaltsplatzhalter 4">
              <a:extLst>
                <a:ext uri="{FF2B5EF4-FFF2-40B4-BE49-F238E27FC236}">
                  <a16:creationId xmlns:a16="http://schemas.microsoft.com/office/drawing/2014/main" id="{1799A87D-738F-6D43-8F28-742A010B32C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5D99E380-B522-5E41-B075-4A9C838102D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ADDE472B-7F52-E847-AAB1-02332289D113}"/>
              </a:ext>
            </a:extLst>
          </p:cNvPr>
          <p:cNvGrpSpPr/>
          <p:nvPr/>
        </p:nvGrpSpPr>
        <p:grpSpPr>
          <a:xfrm>
            <a:off x="7845180" y="5149368"/>
            <a:ext cx="2783072" cy="723275"/>
            <a:chOff x="7825488" y="1404017"/>
            <a:chExt cx="3368029" cy="723275"/>
          </a:xfrm>
        </p:grpSpPr>
        <p:sp>
          <p:nvSpPr>
            <p:cNvPr id="124" name="Inhaltsplatzhalter 4">
              <a:extLst>
                <a:ext uri="{FF2B5EF4-FFF2-40B4-BE49-F238E27FC236}">
                  <a16:creationId xmlns:a16="http://schemas.microsoft.com/office/drawing/2014/main" id="{AA05A570-39B4-6040-B4C1-BE438C1BE96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8499916A-D5D5-7049-ADA1-FD23B5AF215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FC2CD921-13CD-844A-8FA7-40D3FD58324E}"/>
              </a:ext>
            </a:extLst>
          </p:cNvPr>
          <p:cNvGrpSpPr/>
          <p:nvPr/>
        </p:nvGrpSpPr>
        <p:grpSpPr>
          <a:xfrm>
            <a:off x="5447945" y="3332117"/>
            <a:ext cx="1338870" cy="1238019"/>
            <a:chOff x="5398240" y="3718434"/>
            <a:chExt cx="1338870" cy="1238019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1E46C6E-0922-2D41-9A37-6F76EDD442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28" name="Title 1">
              <a:extLst>
                <a:ext uri="{FF2B5EF4-FFF2-40B4-BE49-F238E27FC236}">
                  <a16:creationId xmlns:a16="http://schemas.microsoft.com/office/drawing/2014/main" id="{866C70AC-4818-A841-807F-1192D69B475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78802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F12456A-AB24-A449-8B2A-44C7028FE173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8C70AAE-932C-E646-9BAF-A04B354A2941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40D6CD1E-7075-C84A-A75C-94755F33FE4B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D3F55C5B-D2B3-9A46-9B1D-AD5346E01E65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4D018381-5462-6946-A369-2FF1C6A17505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1ED525BB-FD24-CE44-8B36-22ACDFEAF701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41">
            <a:extLst>
              <a:ext uri="{FF2B5EF4-FFF2-40B4-BE49-F238E27FC236}">
                <a16:creationId xmlns:a16="http://schemas.microsoft.com/office/drawing/2014/main" id="{DF934B2B-F950-9D41-B194-E45E2365DA7C}"/>
              </a:ext>
            </a:extLst>
          </p:cNvPr>
          <p:cNvSpPr>
            <a:spLocks noChangeAspect="1"/>
          </p:cNvSpPr>
          <p:nvPr/>
        </p:nvSpPr>
        <p:spPr bwMode="auto">
          <a:xfrm>
            <a:off x="6853828" y="2541057"/>
            <a:ext cx="1212176" cy="1899618"/>
          </a:xfrm>
          <a:custGeom>
            <a:avLst/>
            <a:gdLst>
              <a:gd name="T0" fmla="*/ 330 w 344"/>
              <a:gd name="T1" fmla="*/ 219 h 539"/>
              <a:gd name="T2" fmla="*/ 265 w 344"/>
              <a:gd name="T3" fmla="*/ 123 h 539"/>
              <a:gd name="T4" fmla="*/ 104 w 344"/>
              <a:gd name="T5" fmla="*/ 7 h 539"/>
              <a:gd name="T6" fmla="*/ 77 w 344"/>
              <a:gd name="T7" fmla="*/ 11 h 539"/>
              <a:gd name="T8" fmla="*/ 35 w 344"/>
              <a:gd name="T9" fmla="*/ 315 h 539"/>
              <a:gd name="T10" fmla="*/ 247 w 344"/>
              <a:gd name="T11" fmla="*/ 535 h 539"/>
              <a:gd name="T12" fmla="*/ 272 w 344"/>
              <a:gd name="T13" fmla="*/ 524 h 539"/>
              <a:gd name="T14" fmla="*/ 333 w 344"/>
              <a:gd name="T15" fmla="*/ 334 h 539"/>
              <a:gd name="T16" fmla="*/ 330 w 344"/>
              <a:gd name="T17" fmla="*/ 219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4" h="539">
                <a:moveTo>
                  <a:pt x="330" y="219"/>
                </a:moveTo>
                <a:cubicBezTo>
                  <a:pt x="317" y="179"/>
                  <a:pt x="294" y="145"/>
                  <a:pt x="265" y="123"/>
                </a:cubicBezTo>
                <a:cubicBezTo>
                  <a:pt x="104" y="7"/>
                  <a:pt x="104" y="7"/>
                  <a:pt x="104" y="7"/>
                </a:cubicBezTo>
                <a:cubicBezTo>
                  <a:pt x="95" y="0"/>
                  <a:pt x="83" y="2"/>
                  <a:pt x="77" y="11"/>
                </a:cubicBezTo>
                <a:cubicBezTo>
                  <a:pt x="19" y="97"/>
                  <a:pt x="0" y="208"/>
                  <a:pt x="35" y="315"/>
                </a:cubicBezTo>
                <a:cubicBezTo>
                  <a:pt x="69" y="421"/>
                  <a:pt x="150" y="500"/>
                  <a:pt x="247" y="535"/>
                </a:cubicBezTo>
                <a:cubicBezTo>
                  <a:pt x="257" y="539"/>
                  <a:pt x="268" y="534"/>
                  <a:pt x="272" y="524"/>
                </a:cubicBezTo>
                <a:cubicBezTo>
                  <a:pt x="333" y="334"/>
                  <a:pt x="333" y="334"/>
                  <a:pt x="333" y="334"/>
                </a:cubicBezTo>
                <a:cubicBezTo>
                  <a:pt x="344" y="300"/>
                  <a:pt x="343" y="259"/>
                  <a:pt x="330" y="21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0" name="Freeform 42">
            <a:extLst>
              <a:ext uri="{FF2B5EF4-FFF2-40B4-BE49-F238E27FC236}">
                <a16:creationId xmlns:a16="http://schemas.microsoft.com/office/drawing/2014/main" id="{2C0AE371-8955-BF4D-AAB2-DE5D17D830BB}"/>
              </a:ext>
            </a:extLst>
          </p:cNvPr>
          <p:cNvSpPr>
            <a:spLocks noChangeAspect="1"/>
          </p:cNvSpPr>
          <p:nvPr/>
        </p:nvSpPr>
        <p:spPr bwMode="auto">
          <a:xfrm>
            <a:off x="6129839" y="4414297"/>
            <a:ext cx="1628436" cy="1311157"/>
          </a:xfrm>
          <a:custGeom>
            <a:avLst/>
            <a:gdLst>
              <a:gd name="T0" fmla="*/ 327 w 462"/>
              <a:gd name="T1" fmla="*/ 333 h 372"/>
              <a:gd name="T2" fmla="*/ 398 w 462"/>
              <a:gd name="T3" fmla="*/ 241 h 372"/>
              <a:gd name="T4" fmla="*/ 459 w 462"/>
              <a:gd name="T5" fmla="*/ 52 h 372"/>
              <a:gd name="T6" fmla="*/ 447 w 462"/>
              <a:gd name="T7" fmla="*/ 28 h 372"/>
              <a:gd name="T8" fmla="*/ 145 w 462"/>
              <a:gd name="T9" fmla="*/ 82 h 372"/>
              <a:gd name="T10" fmla="*/ 1 w 462"/>
              <a:gd name="T11" fmla="*/ 352 h 372"/>
              <a:gd name="T12" fmla="*/ 19 w 462"/>
              <a:gd name="T13" fmla="*/ 372 h 372"/>
              <a:gd name="T14" fmla="*/ 218 w 462"/>
              <a:gd name="T15" fmla="*/ 372 h 372"/>
              <a:gd name="T16" fmla="*/ 327 w 462"/>
              <a:gd name="T17" fmla="*/ 333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62" h="372">
                <a:moveTo>
                  <a:pt x="327" y="333"/>
                </a:moveTo>
                <a:cubicBezTo>
                  <a:pt x="362" y="308"/>
                  <a:pt x="387" y="275"/>
                  <a:pt x="398" y="241"/>
                </a:cubicBezTo>
                <a:cubicBezTo>
                  <a:pt x="459" y="52"/>
                  <a:pt x="459" y="52"/>
                  <a:pt x="459" y="52"/>
                </a:cubicBezTo>
                <a:cubicBezTo>
                  <a:pt x="462" y="42"/>
                  <a:pt x="457" y="31"/>
                  <a:pt x="447" y="28"/>
                </a:cubicBezTo>
                <a:cubicBezTo>
                  <a:pt x="347" y="0"/>
                  <a:pt x="235" y="16"/>
                  <a:pt x="145" y="82"/>
                </a:cubicBezTo>
                <a:cubicBezTo>
                  <a:pt x="54" y="147"/>
                  <a:pt x="5" y="248"/>
                  <a:pt x="1" y="352"/>
                </a:cubicBezTo>
                <a:cubicBezTo>
                  <a:pt x="0" y="363"/>
                  <a:pt x="9" y="372"/>
                  <a:pt x="19" y="372"/>
                </a:cubicBezTo>
                <a:cubicBezTo>
                  <a:pt x="218" y="372"/>
                  <a:pt x="218" y="372"/>
                  <a:pt x="218" y="372"/>
                </a:cubicBezTo>
                <a:cubicBezTo>
                  <a:pt x="254" y="372"/>
                  <a:pt x="293" y="358"/>
                  <a:pt x="327" y="3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1" name="Freeform 43">
            <a:extLst>
              <a:ext uri="{FF2B5EF4-FFF2-40B4-BE49-F238E27FC236}">
                <a16:creationId xmlns:a16="http://schemas.microsoft.com/office/drawing/2014/main" id="{A526D977-18ED-394C-81E7-C0DAEEB7118A}"/>
              </a:ext>
            </a:extLst>
          </p:cNvPr>
          <p:cNvSpPr>
            <a:spLocks noChangeAspect="1"/>
          </p:cNvSpPr>
          <p:nvPr/>
        </p:nvSpPr>
        <p:spPr bwMode="auto">
          <a:xfrm>
            <a:off x="4429910" y="4414297"/>
            <a:ext cx="1631148" cy="1311157"/>
          </a:xfrm>
          <a:custGeom>
            <a:avLst/>
            <a:gdLst>
              <a:gd name="T0" fmla="*/ 136 w 463"/>
              <a:gd name="T1" fmla="*/ 333 h 372"/>
              <a:gd name="T2" fmla="*/ 245 w 463"/>
              <a:gd name="T3" fmla="*/ 372 h 372"/>
              <a:gd name="T4" fmla="*/ 444 w 463"/>
              <a:gd name="T5" fmla="*/ 372 h 372"/>
              <a:gd name="T6" fmla="*/ 462 w 463"/>
              <a:gd name="T7" fmla="*/ 352 h 372"/>
              <a:gd name="T8" fmla="*/ 318 w 463"/>
              <a:gd name="T9" fmla="*/ 82 h 372"/>
              <a:gd name="T10" fmla="*/ 16 w 463"/>
              <a:gd name="T11" fmla="*/ 28 h 372"/>
              <a:gd name="T12" fmla="*/ 4 w 463"/>
              <a:gd name="T13" fmla="*/ 52 h 372"/>
              <a:gd name="T14" fmla="*/ 65 w 463"/>
              <a:gd name="T15" fmla="*/ 241 h 372"/>
              <a:gd name="T16" fmla="*/ 136 w 463"/>
              <a:gd name="T17" fmla="*/ 333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63" h="372">
                <a:moveTo>
                  <a:pt x="136" y="333"/>
                </a:moveTo>
                <a:cubicBezTo>
                  <a:pt x="170" y="358"/>
                  <a:pt x="209" y="372"/>
                  <a:pt x="245" y="372"/>
                </a:cubicBezTo>
                <a:cubicBezTo>
                  <a:pt x="444" y="372"/>
                  <a:pt x="444" y="372"/>
                  <a:pt x="444" y="372"/>
                </a:cubicBezTo>
                <a:cubicBezTo>
                  <a:pt x="454" y="372"/>
                  <a:pt x="463" y="363"/>
                  <a:pt x="462" y="352"/>
                </a:cubicBezTo>
                <a:cubicBezTo>
                  <a:pt x="458" y="248"/>
                  <a:pt x="409" y="147"/>
                  <a:pt x="318" y="82"/>
                </a:cubicBezTo>
                <a:cubicBezTo>
                  <a:pt x="228" y="16"/>
                  <a:pt x="116" y="0"/>
                  <a:pt x="16" y="28"/>
                </a:cubicBezTo>
                <a:cubicBezTo>
                  <a:pt x="6" y="31"/>
                  <a:pt x="0" y="42"/>
                  <a:pt x="4" y="52"/>
                </a:cubicBezTo>
                <a:cubicBezTo>
                  <a:pt x="65" y="241"/>
                  <a:pt x="65" y="241"/>
                  <a:pt x="65" y="241"/>
                </a:cubicBezTo>
                <a:cubicBezTo>
                  <a:pt x="76" y="275"/>
                  <a:pt x="101" y="308"/>
                  <a:pt x="136" y="3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2" name="Freeform 44">
            <a:extLst>
              <a:ext uri="{FF2B5EF4-FFF2-40B4-BE49-F238E27FC236}">
                <a16:creationId xmlns:a16="http://schemas.microsoft.com/office/drawing/2014/main" id="{CDE3A981-9F4C-8447-B339-A4D1870A87C7}"/>
              </a:ext>
            </a:extLst>
          </p:cNvPr>
          <p:cNvSpPr>
            <a:spLocks noChangeAspect="1"/>
          </p:cNvSpPr>
          <p:nvPr/>
        </p:nvSpPr>
        <p:spPr bwMode="auto">
          <a:xfrm>
            <a:off x="4126065" y="2541057"/>
            <a:ext cx="1210819" cy="1899618"/>
          </a:xfrm>
          <a:custGeom>
            <a:avLst/>
            <a:gdLst>
              <a:gd name="T0" fmla="*/ 14 w 344"/>
              <a:gd name="T1" fmla="*/ 219 h 539"/>
              <a:gd name="T2" fmla="*/ 11 w 344"/>
              <a:gd name="T3" fmla="*/ 334 h 539"/>
              <a:gd name="T4" fmla="*/ 72 w 344"/>
              <a:gd name="T5" fmla="*/ 524 h 539"/>
              <a:gd name="T6" fmla="*/ 96 w 344"/>
              <a:gd name="T7" fmla="*/ 535 h 539"/>
              <a:gd name="T8" fmla="*/ 309 w 344"/>
              <a:gd name="T9" fmla="*/ 315 h 539"/>
              <a:gd name="T10" fmla="*/ 267 w 344"/>
              <a:gd name="T11" fmla="*/ 11 h 539"/>
              <a:gd name="T12" fmla="*/ 240 w 344"/>
              <a:gd name="T13" fmla="*/ 7 h 539"/>
              <a:gd name="T14" fmla="*/ 79 w 344"/>
              <a:gd name="T15" fmla="*/ 123 h 539"/>
              <a:gd name="T16" fmla="*/ 14 w 344"/>
              <a:gd name="T17" fmla="*/ 219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4" h="539">
                <a:moveTo>
                  <a:pt x="14" y="219"/>
                </a:moveTo>
                <a:cubicBezTo>
                  <a:pt x="1" y="259"/>
                  <a:pt x="0" y="300"/>
                  <a:pt x="11" y="334"/>
                </a:cubicBezTo>
                <a:cubicBezTo>
                  <a:pt x="72" y="524"/>
                  <a:pt x="72" y="524"/>
                  <a:pt x="72" y="524"/>
                </a:cubicBezTo>
                <a:cubicBezTo>
                  <a:pt x="76" y="534"/>
                  <a:pt x="87" y="539"/>
                  <a:pt x="96" y="535"/>
                </a:cubicBezTo>
                <a:cubicBezTo>
                  <a:pt x="194" y="500"/>
                  <a:pt x="275" y="421"/>
                  <a:pt x="309" y="315"/>
                </a:cubicBezTo>
                <a:cubicBezTo>
                  <a:pt x="344" y="208"/>
                  <a:pt x="325" y="97"/>
                  <a:pt x="267" y="11"/>
                </a:cubicBezTo>
                <a:cubicBezTo>
                  <a:pt x="261" y="2"/>
                  <a:pt x="249" y="0"/>
                  <a:pt x="240" y="7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50" y="145"/>
                  <a:pt x="27" y="179"/>
                  <a:pt x="14" y="219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3" name="Freeform 45">
            <a:extLst>
              <a:ext uri="{FF2B5EF4-FFF2-40B4-BE49-F238E27FC236}">
                <a16:creationId xmlns:a16="http://schemas.microsoft.com/office/drawing/2014/main" id="{6FA8444D-3A9C-CA43-824B-E9F9A2E7EB96}"/>
              </a:ext>
            </a:extLst>
          </p:cNvPr>
          <p:cNvSpPr>
            <a:spLocks noChangeAspect="1"/>
          </p:cNvSpPr>
          <p:nvPr/>
        </p:nvSpPr>
        <p:spPr bwMode="auto">
          <a:xfrm>
            <a:off x="5102807" y="1924430"/>
            <a:ext cx="1986394" cy="1092856"/>
          </a:xfrm>
          <a:custGeom>
            <a:avLst/>
            <a:gdLst>
              <a:gd name="T0" fmla="*/ 282 w 564"/>
              <a:gd name="T1" fmla="*/ 0 h 310"/>
              <a:gd name="T2" fmla="*/ 171 w 564"/>
              <a:gd name="T3" fmla="*/ 32 h 310"/>
              <a:gd name="T4" fmla="*/ 10 w 564"/>
              <a:gd name="T5" fmla="*/ 149 h 310"/>
              <a:gd name="T6" fmla="*/ 6 w 564"/>
              <a:gd name="T7" fmla="*/ 176 h 310"/>
              <a:gd name="T8" fmla="*/ 282 w 564"/>
              <a:gd name="T9" fmla="*/ 310 h 310"/>
              <a:gd name="T10" fmla="*/ 558 w 564"/>
              <a:gd name="T11" fmla="*/ 176 h 310"/>
              <a:gd name="T12" fmla="*/ 554 w 564"/>
              <a:gd name="T13" fmla="*/ 149 h 310"/>
              <a:gd name="T14" fmla="*/ 393 w 564"/>
              <a:gd name="T15" fmla="*/ 32 h 310"/>
              <a:gd name="T16" fmla="*/ 282 w 564"/>
              <a:gd name="T17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4" h="310">
                <a:moveTo>
                  <a:pt x="282" y="0"/>
                </a:moveTo>
                <a:cubicBezTo>
                  <a:pt x="240" y="0"/>
                  <a:pt x="200" y="11"/>
                  <a:pt x="171" y="32"/>
                </a:cubicBezTo>
                <a:cubicBezTo>
                  <a:pt x="10" y="149"/>
                  <a:pt x="10" y="149"/>
                  <a:pt x="10" y="149"/>
                </a:cubicBezTo>
                <a:cubicBezTo>
                  <a:pt x="2" y="156"/>
                  <a:pt x="0" y="168"/>
                  <a:pt x="6" y="176"/>
                </a:cubicBezTo>
                <a:cubicBezTo>
                  <a:pt x="71" y="258"/>
                  <a:pt x="170" y="310"/>
                  <a:pt x="282" y="310"/>
                </a:cubicBezTo>
                <a:cubicBezTo>
                  <a:pt x="394" y="310"/>
                  <a:pt x="493" y="258"/>
                  <a:pt x="558" y="176"/>
                </a:cubicBezTo>
                <a:cubicBezTo>
                  <a:pt x="564" y="168"/>
                  <a:pt x="562" y="156"/>
                  <a:pt x="554" y="149"/>
                </a:cubicBezTo>
                <a:cubicBezTo>
                  <a:pt x="393" y="32"/>
                  <a:pt x="393" y="32"/>
                  <a:pt x="393" y="32"/>
                </a:cubicBezTo>
                <a:cubicBezTo>
                  <a:pt x="364" y="11"/>
                  <a:pt x="324" y="0"/>
                  <a:pt x="28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6" name="Freeform 41">
            <a:extLst>
              <a:ext uri="{FF2B5EF4-FFF2-40B4-BE49-F238E27FC236}">
                <a16:creationId xmlns:a16="http://schemas.microsoft.com/office/drawing/2014/main" id="{0D3481A6-CD02-AF47-9631-510B437CDC10}"/>
              </a:ext>
            </a:extLst>
          </p:cNvPr>
          <p:cNvSpPr>
            <a:spLocks noChangeAspect="1"/>
          </p:cNvSpPr>
          <p:nvPr/>
        </p:nvSpPr>
        <p:spPr bwMode="auto">
          <a:xfrm>
            <a:off x="7004553" y="2777261"/>
            <a:ext cx="910725" cy="1427212"/>
          </a:xfrm>
          <a:custGeom>
            <a:avLst/>
            <a:gdLst>
              <a:gd name="T0" fmla="*/ 330 w 344"/>
              <a:gd name="T1" fmla="*/ 219 h 539"/>
              <a:gd name="T2" fmla="*/ 265 w 344"/>
              <a:gd name="T3" fmla="*/ 123 h 539"/>
              <a:gd name="T4" fmla="*/ 104 w 344"/>
              <a:gd name="T5" fmla="*/ 7 h 539"/>
              <a:gd name="T6" fmla="*/ 77 w 344"/>
              <a:gd name="T7" fmla="*/ 11 h 539"/>
              <a:gd name="T8" fmla="*/ 35 w 344"/>
              <a:gd name="T9" fmla="*/ 315 h 539"/>
              <a:gd name="T10" fmla="*/ 247 w 344"/>
              <a:gd name="T11" fmla="*/ 535 h 539"/>
              <a:gd name="T12" fmla="*/ 272 w 344"/>
              <a:gd name="T13" fmla="*/ 524 h 539"/>
              <a:gd name="T14" fmla="*/ 333 w 344"/>
              <a:gd name="T15" fmla="*/ 334 h 539"/>
              <a:gd name="T16" fmla="*/ 330 w 344"/>
              <a:gd name="T17" fmla="*/ 219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4" h="539">
                <a:moveTo>
                  <a:pt x="330" y="219"/>
                </a:moveTo>
                <a:cubicBezTo>
                  <a:pt x="317" y="179"/>
                  <a:pt x="294" y="145"/>
                  <a:pt x="265" y="123"/>
                </a:cubicBezTo>
                <a:cubicBezTo>
                  <a:pt x="104" y="7"/>
                  <a:pt x="104" y="7"/>
                  <a:pt x="104" y="7"/>
                </a:cubicBezTo>
                <a:cubicBezTo>
                  <a:pt x="95" y="0"/>
                  <a:pt x="83" y="2"/>
                  <a:pt x="77" y="11"/>
                </a:cubicBezTo>
                <a:cubicBezTo>
                  <a:pt x="19" y="97"/>
                  <a:pt x="0" y="208"/>
                  <a:pt x="35" y="315"/>
                </a:cubicBezTo>
                <a:cubicBezTo>
                  <a:pt x="69" y="421"/>
                  <a:pt x="150" y="500"/>
                  <a:pt x="247" y="535"/>
                </a:cubicBezTo>
                <a:cubicBezTo>
                  <a:pt x="257" y="539"/>
                  <a:pt x="268" y="534"/>
                  <a:pt x="272" y="524"/>
                </a:cubicBezTo>
                <a:cubicBezTo>
                  <a:pt x="333" y="334"/>
                  <a:pt x="333" y="334"/>
                  <a:pt x="333" y="334"/>
                </a:cubicBezTo>
                <a:cubicBezTo>
                  <a:pt x="344" y="300"/>
                  <a:pt x="343" y="259"/>
                  <a:pt x="330" y="21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sx="103000" sy="103000" algn="ctr" rotWithShape="0">
              <a:prstClr val="black">
                <a:alpha val="30000"/>
              </a:prstClr>
            </a:outerShdw>
          </a:effectLst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7" name="Freeform 42">
            <a:extLst>
              <a:ext uri="{FF2B5EF4-FFF2-40B4-BE49-F238E27FC236}">
                <a16:creationId xmlns:a16="http://schemas.microsoft.com/office/drawing/2014/main" id="{F5A04DDB-4ECF-CB40-B6BF-04BDF71B695C}"/>
              </a:ext>
            </a:extLst>
          </p:cNvPr>
          <p:cNvSpPr>
            <a:spLocks noChangeAspect="1"/>
          </p:cNvSpPr>
          <p:nvPr/>
        </p:nvSpPr>
        <p:spPr bwMode="auto">
          <a:xfrm>
            <a:off x="6332323" y="4577329"/>
            <a:ext cx="1223468" cy="985092"/>
          </a:xfrm>
          <a:custGeom>
            <a:avLst/>
            <a:gdLst>
              <a:gd name="T0" fmla="*/ 327 w 462"/>
              <a:gd name="T1" fmla="*/ 333 h 372"/>
              <a:gd name="T2" fmla="*/ 398 w 462"/>
              <a:gd name="T3" fmla="*/ 241 h 372"/>
              <a:gd name="T4" fmla="*/ 459 w 462"/>
              <a:gd name="T5" fmla="*/ 52 h 372"/>
              <a:gd name="T6" fmla="*/ 447 w 462"/>
              <a:gd name="T7" fmla="*/ 28 h 372"/>
              <a:gd name="T8" fmla="*/ 145 w 462"/>
              <a:gd name="T9" fmla="*/ 82 h 372"/>
              <a:gd name="T10" fmla="*/ 1 w 462"/>
              <a:gd name="T11" fmla="*/ 352 h 372"/>
              <a:gd name="T12" fmla="*/ 19 w 462"/>
              <a:gd name="T13" fmla="*/ 372 h 372"/>
              <a:gd name="T14" fmla="*/ 218 w 462"/>
              <a:gd name="T15" fmla="*/ 372 h 372"/>
              <a:gd name="T16" fmla="*/ 327 w 462"/>
              <a:gd name="T17" fmla="*/ 333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62" h="372">
                <a:moveTo>
                  <a:pt x="327" y="333"/>
                </a:moveTo>
                <a:cubicBezTo>
                  <a:pt x="362" y="308"/>
                  <a:pt x="387" y="275"/>
                  <a:pt x="398" y="241"/>
                </a:cubicBezTo>
                <a:cubicBezTo>
                  <a:pt x="459" y="52"/>
                  <a:pt x="459" y="52"/>
                  <a:pt x="459" y="52"/>
                </a:cubicBezTo>
                <a:cubicBezTo>
                  <a:pt x="462" y="42"/>
                  <a:pt x="457" y="31"/>
                  <a:pt x="447" y="28"/>
                </a:cubicBezTo>
                <a:cubicBezTo>
                  <a:pt x="347" y="0"/>
                  <a:pt x="235" y="16"/>
                  <a:pt x="145" y="82"/>
                </a:cubicBezTo>
                <a:cubicBezTo>
                  <a:pt x="54" y="147"/>
                  <a:pt x="5" y="248"/>
                  <a:pt x="1" y="352"/>
                </a:cubicBezTo>
                <a:cubicBezTo>
                  <a:pt x="0" y="363"/>
                  <a:pt x="9" y="372"/>
                  <a:pt x="19" y="372"/>
                </a:cubicBezTo>
                <a:cubicBezTo>
                  <a:pt x="218" y="372"/>
                  <a:pt x="218" y="372"/>
                  <a:pt x="218" y="372"/>
                </a:cubicBezTo>
                <a:cubicBezTo>
                  <a:pt x="254" y="372"/>
                  <a:pt x="293" y="358"/>
                  <a:pt x="327" y="3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127000" sx="103000" sy="103000" algn="ctr" rotWithShape="0">
              <a:prstClr val="black">
                <a:alpha val="30000"/>
              </a:prstClr>
            </a:outerShdw>
          </a:effectLst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8" name="Freeform 43">
            <a:extLst>
              <a:ext uri="{FF2B5EF4-FFF2-40B4-BE49-F238E27FC236}">
                <a16:creationId xmlns:a16="http://schemas.microsoft.com/office/drawing/2014/main" id="{8762A89E-3540-024F-8657-8171F8881012}"/>
              </a:ext>
            </a:extLst>
          </p:cNvPr>
          <p:cNvSpPr>
            <a:spLocks noChangeAspect="1"/>
          </p:cNvSpPr>
          <p:nvPr/>
        </p:nvSpPr>
        <p:spPr bwMode="auto">
          <a:xfrm>
            <a:off x="4632732" y="4577329"/>
            <a:ext cx="1225504" cy="985092"/>
          </a:xfrm>
          <a:custGeom>
            <a:avLst/>
            <a:gdLst>
              <a:gd name="T0" fmla="*/ 136 w 463"/>
              <a:gd name="T1" fmla="*/ 333 h 372"/>
              <a:gd name="T2" fmla="*/ 245 w 463"/>
              <a:gd name="T3" fmla="*/ 372 h 372"/>
              <a:gd name="T4" fmla="*/ 444 w 463"/>
              <a:gd name="T5" fmla="*/ 372 h 372"/>
              <a:gd name="T6" fmla="*/ 462 w 463"/>
              <a:gd name="T7" fmla="*/ 352 h 372"/>
              <a:gd name="T8" fmla="*/ 318 w 463"/>
              <a:gd name="T9" fmla="*/ 82 h 372"/>
              <a:gd name="T10" fmla="*/ 16 w 463"/>
              <a:gd name="T11" fmla="*/ 28 h 372"/>
              <a:gd name="T12" fmla="*/ 4 w 463"/>
              <a:gd name="T13" fmla="*/ 52 h 372"/>
              <a:gd name="T14" fmla="*/ 65 w 463"/>
              <a:gd name="T15" fmla="*/ 241 h 372"/>
              <a:gd name="T16" fmla="*/ 136 w 463"/>
              <a:gd name="T17" fmla="*/ 333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63" h="372">
                <a:moveTo>
                  <a:pt x="136" y="333"/>
                </a:moveTo>
                <a:cubicBezTo>
                  <a:pt x="170" y="358"/>
                  <a:pt x="209" y="372"/>
                  <a:pt x="245" y="372"/>
                </a:cubicBezTo>
                <a:cubicBezTo>
                  <a:pt x="444" y="372"/>
                  <a:pt x="444" y="372"/>
                  <a:pt x="444" y="372"/>
                </a:cubicBezTo>
                <a:cubicBezTo>
                  <a:pt x="454" y="372"/>
                  <a:pt x="463" y="363"/>
                  <a:pt x="462" y="352"/>
                </a:cubicBezTo>
                <a:cubicBezTo>
                  <a:pt x="458" y="248"/>
                  <a:pt x="409" y="147"/>
                  <a:pt x="318" y="82"/>
                </a:cubicBezTo>
                <a:cubicBezTo>
                  <a:pt x="228" y="16"/>
                  <a:pt x="116" y="0"/>
                  <a:pt x="16" y="28"/>
                </a:cubicBezTo>
                <a:cubicBezTo>
                  <a:pt x="6" y="31"/>
                  <a:pt x="0" y="42"/>
                  <a:pt x="4" y="52"/>
                </a:cubicBezTo>
                <a:cubicBezTo>
                  <a:pt x="65" y="241"/>
                  <a:pt x="65" y="241"/>
                  <a:pt x="65" y="241"/>
                </a:cubicBezTo>
                <a:cubicBezTo>
                  <a:pt x="76" y="275"/>
                  <a:pt x="101" y="308"/>
                  <a:pt x="136" y="3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127000" sx="103000" sy="103000" algn="ctr" rotWithShape="0">
              <a:prstClr val="black">
                <a:alpha val="30000"/>
              </a:prstClr>
            </a:outerShdw>
          </a:effectLst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19" name="Freeform 44">
            <a:extLst>
              <a:ext uri="{FF2B5EF4-FFF2-40B4-BE49-F238E27FC236}">
                <a16:creationId xmlns:a16="http://schemas.microsoft.com/office/drawing/2014/main" id="{0B828B42-828D-B647-81D4-3418F97B0571}"/>
              </a:ext>
            </a:extLst>
          </p:cNvPr>
          <p:cNvSpPr>
            <a:spLocks noChangeAspect="1"/>
          </p:cNvSpPr>
          <p:nvPr/>
        </p:nvSpPr>
        <p:spPr bwMode="auto">
          <a:xfrm>
            <a:off x="4276621" y="2777261"/>
            <a:ext cx="909705" cy="1427212"/>
          </a:xfrm>
          <a:custGeom>
            <a:avLst/>
            <a:gdLst>
              <a:gd name="T0" fmla="*/ 14 w 344"/>
              <a:gd name="T1" fmla="*/ 219 h 539"/>
              <a:gd name="T2" fmla="*/ 11 w 344"/>
              <a:gd name="T3" fmla="*/ 334 h 539"/>
              <a:gd name="T4" fmla="*/ 72 w 344"/>
              <a:gd name="T5" fmla="*/ 524 h 539"/>
              <a:gd name="T6" fmla="*/ 96 w 344"/>
              <a:gd name="T7" fmla="*/ 535 h 539"/>
              <a:gd name="T8" fmla="*/ 309 w 344"/>
              <a:gd name="T9" fmla="*/ 315 h 539"/>
              <a:gd name="T10" fmla="*/ 267 w 344"/>
              <a:gd name="T11" fmla="*/ 11 h 539"/>
              <a:gd name="T12" fmla="*/ 240 w 344"/>
              <a:gd name="T13" fmla="*/ 7 h 539"/>
              <a:gd name="T14" fmla="*/ 79 w 344"/>
              <a:gd name="T15" fmla="*/ 123 h 539"/>
              <a:gd name="T16" fmla="*/ 14 w 344"/>
              <a:gd name="T17" fmla="*/ 219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4" h="539">
                <a:moveTo>
                  <a:pt x="14" y="219"/>
                </a:moveTo>
                <a:cubicBezTo>
                  <a:pt x="1" y="259"/>
                  <a:pt x="0" y="300"/>
                  <a:pt x="11" y="334"/>
                </a:cubicBezTo>
                <a:cubicBezTo>
                  <a:pt x="72" y="524"/>
                  <a:pt x="72" y="524"/>
                  <a:pt x="72" y="524"/>
                </a:cubicBezTo>
                <a:cubicBezTo>
                  <a:pt x="76" y="534"/>
                  <a:pt x="87" y="539"/>
                  <a:pt x="96" y="535"/>
                </a:cubicBezTo>
                <a:cubicBezTo>
                  <a:pt x="194" y="500"/>
                  <a:pt x="275" y="421"/>
                  <a:pt x="309" y="315"/>
                </a:cubicBezTo>
                <a:cubicBezTo>
                  <a:pt x="344" y="208"/>
                  <a:pt x="325" y="97"/>
                  <a:pt x="267" y="11"/>
                </a:cubicBezTo>
                <a:cubicBezTo>
                  <a:pt x="261" y="2"/>
                  <a:pt x="249" y="0"/>
                  <a:pt x="240" y="7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50" y="145"/>
                  <a:pt x="27" y="179"/>
                  <a:pt x="14" y="219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127000" sx="103000" sy="103000" algn="ctr" rotWithShape="0">
              <a:prstClr val="black">
                <a:alpha val="30000"/>
              </a:prstClr>
            </a:outerShdw>
          </a:effectLst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20" name="Freeform 45">
            <a:extLst>
              <a:ext uri="{FF2B5EF4-FFF2-40B4-BE49-F238E27FC236}">
                <a16:creationId xmlns:a16="http://schemas.microsoft.com/office/drawing/2014/main" id="{3F1E65A7-9851-C143-9987-78CAD82F8434}"/>
              </a:ext>
            </a:extLst>
          </p:cNvPr>
          <p:cNvSpPr>
            <a:spLocks noChangeAspect="1"/>
          </p:cNvSpPr>
          <p:nvPr/>
        </p:nvSpPr>
        <p:spPr bwMode="auto">
          <a:xfrm>
            <a:off x="5349799" y="2060320"/>
            <a:ext cx="1492407" cy="821079"/>
          </a:xfrm>
          <a:custGeom>
            <a:avLst/>
            <a:gdLst>
              <a:gd name="T0" fmla="*/ 282 w 564"/>
              <a:gd name="T1" fmla="*/ 0 h 310"/>
              <a:gd name="T2" fmla="*/ 171 w 564"/>
              <a:gd name="T3" fmla="*/ 32 h 310"/>
              <a:gd name="T4" fmla="*/ 10 w 564"/>
              <a:gd name="T5" fmla="*/ 149 h 310"/>
              <a:gd name="T6" fmla="*/ 6 w 564"/>
              <a:gd name="T7" fmla="*/ 176 h 310"/>
              <a:gd name="T8" fmla="*/ 282 w 564"/>
              <a:gd name="T9" fmla="*/ 310 h 310"/>
              <a:gd name="T10" fmla="*/ 558 w 564"/>
              <a:gd name="T11" fmla="*/ 176 h 310"/>
              <a:gd name="T12" fmla="*/ 554 w 564"/>
              <a:gd name="T13" fmla="*/ 149 h 310"/>
              <a:gd name="T14" fmla="*/ 393 w 564"/>
              <a:gd name="T15" fmla="*/ 32 h 310"/>
              <a:gd name="T16" fmla="*/ 282 w 564"/>
              <a:gd name="T17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4" h="310">
                <a:moveTo>
                  <a:pt x="282" y="0"/>
                </a:moveTo>
                <a:cubicBezTo>
                  <a:pt x="240" y="0"/>
                  <a:pt x="200" y="11"/>
                  <a:pt x="171" y="32"/>
                </a:cubicBezTo>
                <a:cubicBezTo>
                  <a:pt x="10" y="149"/>
                  <a:pt x="10" y="149"/>
                  <a:pt x="10" y="149"/>
                </a:cubicBezTo>
                <a:cubicBezTo>
                  <a:pt x="2" y="156"/>
                  <a:pt x="0" y="168"/>
                  <a:pt x="6" y="176"/>
                </a:cubicBezTo>
                <a:cubicBezTo>
                  <a:pt x="71" y="258"/>
                  <a:pt x="170" y="310"/>
                  <a:pt x="282" y="310"/>
                </a:cubicBezTo>
                <a:cubicBezTo>
                  <a:pt x="394" y="310"/>
                  <a:pt x="493" y="258"/>
                  <a:pt x="558" y="176"/>
                </a:cubicBezTo>
                <a:cubicBezTo>
                  <a:pt x="564" y="168"/>
                  <a:pt x="562" y="156"/>
                  <a:pt x="554" y="149"/>
                </a:cubicBezTo>
                <a:cubicBezTo>
                  <a:pt x="393" y="32"/>
                  <a:pt x="393" y="32"/>
                  <a:pt x="393" y="32"/>
                </a:cubicBezTo>
                <a:cubicBezTo>
                  <a:pt x="364" y="11"/>
                  <a:pt x="324" y="0"/>
                  <a:pt x="28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127000" sx="103000" sy="103000" algn="ctr" rotWithShape="0">
              <a:prstClr val="black">
                <a:alpha val="30000"/>
              </a:prstClr>
            </a:outerShdw>
          </a:effectLst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endParaRPr lang="en-US" sz="3598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3E3FE705-4910-464E-BFA6-8D3790E441E1}"/>
              </a:ext>
            </a:extLst>
          </p:cNvPr>
          <p:cNvSpPr>
            <a:spLocks noChangeAspect="1"/>
          </p:cNvSpPr>
          <p:nvPr/>
        </p:nvSpPr>
        <p:spPr bwMode="auto">
          <a:xfrm>
            <a:off x="5236047" y="3052725"/>
            <a:ext cx="1734203" cy="173589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7" name="Graphic 27">
            <a:extLst>
              <a:ext uri="{FF2B5EF4-FFF2-40B4-BE49-F238E27FC236}">
                <a16:creationId xmlns:a16="http://schemas.microsoft.com/office/drawing/2014/main" id="{9BF082AE-78BA-C645-B983-2EA3944E1924}"/>
              </a:ext>
            </a:extLst>
          </p:cNvPr>
          <p:cNvGrpSpPr>
            <a:grpSpLocks noChangeAspect="1"/>
          </p:cNvGrpSpPr>
          <p:nvPr/>
        </p:nvGrpSpPr>
        <p:grpSpPr>
          <a:xfrm>
            <a:off x="6795797" y="4925276"/>
            <a:ext cx="296519" cy="381900"/>
            <a:chOff x="5963324" y="2284689"/>
            <a:chExt cx="296519" cy="381900"/>
          </a:xfrm>
          <a:solidFill>
            <a:srgbClr val="FFFFFF"/>
          </a:solidFill>
        </p:grpSpPr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AF495A1E-9844-2540-9FCF-5D3226C6C173}"/>
                </a:ext>
              </a:extLst>
            </p:cNvPr>
            <p:cNvSpPr/>
            <p:nvPr/>
          </p:nvSpPr>
          <p:spPr>
            <a:xfrm>
              <a:off x="5963371" y="2459673"/>
              <a:ext cx="295904" cy="206913"/>
            </a:xfrm>
            <a:custGeom>
              <a:avLst/>
              <a:gdLst>
                <a:gd name="connsiteX0" fmla="*/ 289166 w 295904"/>
                <a:gd name="connsiteY0" fmla="*/ 206914 h 206913"/>
                <a:gd name="connsiteX1" fmla="*/ 6850 w 295904"/>
                <a:gd name="connsiteY1" fmla="*/ 206914 h 206913"/>
                <a:gd name="connsiteX2" fmla="*/ 0 w 295904"/>
                <a:gd name="connsiteY2" fmla="*/ 200021 h 206913"/>
                <a:gd name="connsiteX3" fmla="*/ 0 w 295904"/>
                <a:gd name="connsiteY3" fmla="*/ 6013 h 206913"/>
                <a:gd name="connsiteX4" fmla="*/ 7669 w 295904"/>
                <a:gd name="connsiteY4" fmla="*/ 57 h 206913"/>
                <a:gd name="connsiteX5" fmla="*/ 13588 w 295904"/>
                <a:gd name="connsiteY5" fmla="*/ 6013 h 206913"/>
                <a:gd name="connsiteX6" fmla="*/ 13588 w 295904"/>
                <a:gd name="connsiteY6" fmla="*/ 193242 h 206913"/>
                <a:gd name="connsiteX7" fmla="*/ 282315 w 295904"/>
                <a:gd name="connsiteY7" fmla="*/ 193242 h 206913"/>
                <a:gd name="connsiteX8" fmla="*/ 282315 w 295904"/>
                <a:gd name="connsiteY8" fmla="*/ 6013 h 206913"/>
                <a:gd name="connsiteX9" fmla="*/ 289984 w 295904"/>
                <a:gd name="connsiteY9" fmla="*/ 57 h 206913"/>
                <a:gd name="connsiteX10" fmla="*/ 295903 w 295904"/>
                <a:gd name="connsiteY10" fmla="*/ 6013 h 206913"/>
                <a:gd name="connsiteX11" fmla="*/ 295903 w 295904"/>
                <a:gd name="connsiteY11" fmla="*/ 200021 h 206913"/>
                <a:gd name="connsiteX12" fmla="*/ 289279 w 295904"/>
                <a:gd name="connsiteY12" fmla="*/ 206913 h 206913"/>
                <a:gd name="connsiteX13" fmla="*/ 289166 w 295904"/>
                <a:gd name="connsiteY13" fmla="*/ 206914 h 20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904" h="206913">
                  <a:moveTo>
                    <a:pt x="289166" y="206914"/>
                  </a:moveTo>
                  <a:lnTo>
                    <a:pt x="6850" y="206914"/>
                  </a:lnTo>
                  <a:cubicBezTo>
                    <a:pt x="3067" y="206914"/>
                    <a:pt x="0" y="203828"/>
                    <a:pt x="0" y="200021"/>
                  </a:cubicBezTo>
                  <a:lnTo>
                    <a:pt x="0" y="6013"/>
                  </a:lnTo>
                  <a:cubicBezTo>
                    <a:pt x="483" y="2238"/>
                    <a:pt x="3917" y="-429"/>
                    <a:pt x="7669" y="57"/>
                  </a:cubicBezTo>
                  <a:cubicBezTo>
                    <a:pt x="10758" y="458"/>
                    <a:pt x="13190" y="2905"/>
                    <a:pt x="13588" y="6013"/>
                  </a:cubicBezTo>
                  <a:lnTo>
                    <a:pt x="13588" y="193242"/>
                  </a:lnTo>
                  <a:lnTo>
                    <a:pt x="282315" y="193242"/>
                  </a:lnTo>
                  <a:lnTo>
                    <a:pt x="282315" y="6013"/>
                  </a:lnTo>
                  <a:cubicBezTo>
                    <a:pt x="282798" y="2238"/>
                    <a:pt x="286232" y="-429"/>
                    <a:pt x="289984" y="57"/>
                  </a:cubicBezTo>
                  <a:cubicBezTo>
                    <a:pt x="293074" y="458"/>
                    <a:pt x="295506" y="2905"/>
                    <a:pt x="295903" y="6013"/>
                  </a:cubicBezTo>
                  <a:lnTo>
                    <a:pt x="295903" y="200021"/>
                  </a:lnTo>
                  <a:cubicBezTo>
                    <a:pt x="295965" y="203765"/>
                    <a:pt x="292999" y="206851"/>
                    <a:pt x="289279" y="206913"/>
                  </a:cubicBezTo>
                  <a:cubicBezTo>
                    <a:pt x="289241" y="206914"/>
                    <a:pt x="289204" y="206914"/>
                    <a:pt x="289166" y="20691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51456DC-B52C-7043-9069-0E74AF4930DE}"/>
                </a:ext>
              </a:extLst>
            </p:cNvPr>
            <p:cNvSpPr/>
            <p:nvPr/>
          </p:nvSpPr>
          <p:spPr>
            <a:xfrm>
              <a:off x="5963969" y="2555904"/>
              <a:ext cx="295874" cy="110685"/>
            </a:xfrm>
            <a:custGeom>
              <a:avLst/>
              <a:gdLst>
                <a:gd name="connsiteX0" fmla="*/ 288567 w 295874"/>
                <a:gd name="connsiteY0" fmla="*/ 110683 h 110685"/>
                <a:gd name="connsiteX1" fmla="*/ 284749 w 295874"/>
                <a:gd name="connsiteY1" fmla="*/ 109440 h 110685"/>
                <a:gd name="connsiteX2" fmla="*/ 147409 w 295874"/>
                <a:gd name="connsiteY2" fmla="*/ 15091 h 110685"/>
                <a:gd name="connsiteX3" fmla="*/ 10631 w 295874"/>
                <a:gd name="connsiteY3" fmla="*/ 109440 h 110685"/>
                <a:gd name="connsiteX4" fmla="*/ 1241 w 295874"/>
                <a:gd name="connsiteY4" fmla="*/ 107807 h 110685"/>
                <a:gd name="connsiteX5" fmla="*/ 1198 w 295874"/>
                <a:gd name="connsiteY5" fmla="*/ 107745 h 110685"/>
                <a:gd name="connsiteX6" fmla="*/ 2882 w 295874"/>
                <a:gd name="connsiteY6" fmla="*/ 98141 h 110685"/>
                <a:gd name="connsiteX7" fmla="*/ 144152 w 295874"/>
                <a:gd name="connsiteY7" fmla="*/ 1193 h 110685"/>
                <a:gd name="connsiteX8" fmla="*/ 151789 w 295874"/>
                <a:gd name="connsiteY8" fmla="*/ 1193 h 110685"/>
                <a:gd name="connsiteX9" fmla="*/ 292946 w 295874"/>
                <a:gd name="connsiteY9" fmla="*/ 98141 h 110685"/>
                <a:gd name="connsiteX10" fmla="*/ 294639 w 295874"/>
                <a:gd name="connsiteY10" fmla="*/ 107739 h 110685"/>
                <a:gd name="connsiteX11" fmla="*/ 289128 w 295874"/>
                <a:gd name="connsiteY11" fmla="*/ 110683 h 11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874" h="110685">
                  <a:moveTo>
                    <a:pt x="288567" y="110683"/>
                  </a:moveTo>
                  <a:cubicBezTo>
                    <a:pt x="287189" y="110726"/>
                    <a:pt x="285840" y="110286"/>
                    <a:pt x="284749" y="109440"/>
                  </a:cubicBezTo>
                  <a:lnTo>
                    <a:pt x="147409" y="15091"/>
                  </a:lnTo>
                  <a:lnTo>
                    <a:pt x="10631" y="109440"/>
                  </a:lnTo>
                  <a:cubicBezTo>
                    <a:pt x="7590" y="111598"/>
                    <a:pt x="3386" y="110867"/>
                    <a:pt x="1241" y="107807"/>
                  </a:cubicBezTo>
                  <a:cubicBezTo>
                    <a:pt x="1227" y="107787"/>
                    <a:pt x="1212" y="107767"/>
                    <a:pt x="1198" y="107745"/>
                  </a:cubicBezTo>
                  <a:cubicBezTo>
                    <a:pt x="-911" y="104612"/>
                    <a:pt x="-165" y="100359"/>
                    <a:pt x="2882" y="98141"/>
                  </a:cubicBezTo>
                  <a:lnTo>
                    <a:pt x="144152" y="1193"/>
                  </a:lnTo>
                  <a:cubicBezTo>
                    <a:pt x="146452" y="-398"/>
                    <a:pt x="149489" y="-398"/>
                    <a:pt x="151789" y="1193"/>
                  </a:cubicBezTo>
                  <a:lnTo>
                    <a:pt x="292946" y="98141"/>
                  </a:lnTo>
                  <a:cubicBezTo>
                    <a:pt x="296048" y="100321"/>
                    <a:pt x="296806" y="104618"/>
                    <a:pt x="294639" y="107739"/>
                  </a:cubicBezTo>
                  <a:cubicBezTo>
                    <a:pt x="293379" y="109553"/>
                    <a:pt x="291328" y="110649"/>
                    <a:pt x="289128" y="110683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B89CD03-E3F5-964B-BFE0-0F7E975B0800}"/>
                </a:ext>
              </a:extLst>
            </p:cNvPr>
            <p:cNvSpPr/>
            <p:nvPr/>
          </p:nvSpPr>
          <p:spPr>
            <a:xfrm>
              <a:off x="6211052" y="2437365"/>
              <a:ext cx="48255" cy="35213"/>
            </a:xfrm>
            <a:custGeom>
              <a:avLst/>
              <a:gdLst>
                <a:gd name="connsiteX0" fmla="*/ 41484 w 48255"/>
                <a:gd name="connsiteY0" fmla="*/ 35214 h 35213"/>
                <a:gd name="connsiteX1" fmla="*/ 37891 w 48255"/>
                <a:gd name="connsiteY1" fmla="*/ 34197 h 35213"/>
                <a:gd name="connsiteX2" fmla="*/ 3303 w 48255"/>
                <a:gd name="connsiteY2" fmla="*/ 12615 h 35213"/>
                <a:gd name="connsiteX3" fmla="*/ 895 w 48255"/>
                <a:gd name="connsiteY3" fmla="*/ 3503 h 35213"/>
                <a:gd name="connsiteX4" fmla="*/ 1057 w 48255"/>
                <a:gd name="connsiteY4" fmla="*/ 3237 h 35213"/>
                <a:gd name="connsiteX5" fmla="*/ 10378 w 48255"/>
                <a:gd name="connsiteY5" fmla="*/ 977 h 35213"/>
                <a:gd name="connsiteX6" fmla="*/ 45078 w 48255"/>
                <a:gd name="connsiteY6" fmla="*/ 22558 h 35213"/>
                <a:gd name="connsiteX7" fmla="*/ 47236 w 48255"/>
                <a:gd name="connsiteY7" fmla="*/ 31897 h 35213"/>
                <a:gd name="connsiteX8" fmla="*/ 47212 w 48255"/>
                <a:gd name="connsiteY8" fmla="*/ 31937 h 35213"/>
                <a:gd name="connsiteX9" fmla="*/ 41484 w 48255"/>
                <a:gd name="connsiteY9" fmla="*/ 35214 h 3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55" h="35213">
                  <a:moveTo>
                    <a:pt x="41484" y="35214"/>
                  </a:moveTo>
                  <a:cubicBezTo>
                    <a:pt x="40217" y="35210"/>
                    <a:pt x="38975" y="34859"/>
                    <a:pt x="37891" y="34197"/>
                  </a:cubicBezTo>
                  <a:lnTo>
                    <a:pt x="3303" y="12615"/>
                  </a:lnTo>
                  <a:cubicBezTo>
                    <a:pt x="138" y="10769"/>
                    <a:pt x="-940" y="6689"/>
                    <a:pt x="895" y="3503"/>
                  </a:cubicBezTo>
                  <a:cubicBezTo>
                    <a:pt x="947" y="3414"/>
                    <a:pt x="1001" y="3325"/>
                    <a:pt x="1057" y="3237"/>
                  </a:cubicBezTo>
                  <a:cubicBezTo>
                    <a:pt x="3035" y="57"/>
                    <a:pt x="7178" y="-947"/>
                    <a:pt x="10378" y="977"/>
                  </a:cubicBezTo>
                  <a:lnTo>
                    <a:pt x="45078" y="22558"/>
                  </a:lnTo>
                  <a:cubicBezTo>
                    <a:pt x="48237" y="24537"/>
                    <a:pt x="49204" y="28719"/>
                    <a:pt x="47236" y="31897"/>
                  </a:cubicBezTo>
                  <a:cubicBezTo>
                    <a:pt x="47228" y="31910"/>
                    <a:pt x="47219" y="31923"/>
                    <a:pt x="47212" y="31937"/>
                  </a:cubicBezTo>
                  <a:cubicBezTo>
                    <a:pt x="46016" y="33974"/>
                    <a:pt x="43836" y="35221"/>
                    <a:pt x="41484" y="3521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00E354E2-4A31-FA4A-A69F-403A91DC8B97}"/>
                </a:ext>
              </a:extLst>
            </p:cNvPr>
            <p:cNvSpPr/>
            <p:nvPr/>
          </p:nvSpPr>
          <p:spPr>
            <a:xfrm>
              <a:off x="5963324" y="2437404"/>
              <a:ext cx="48263" cy="35174"/>
            </a:xfrm>
            <a:custGeom>
              <a:avLst/>
              <a:gdLst>
                <a:gd name="connsiteX0" fmla="*/ 6896 w 48263"/>
                <a:gd name="connsiteY0" fmla="*/ 35174 h 35174"/>
                <a:gd name="connsiteX1" fmla="*/ 1057 w 48263"/>
                <a:gd name="connsiteY1" fmla="*/ 31897 h 35174"/>
                <a:gd name="connsiteX2" fmla="*/ 3037 w 48263"/>
                <a:gd name="connsiteY2" fmla="*/ 22683 h 35174"/>
                <a:gd name="connsiteX3" fmla="*/ 3303 w 48263"/>
                <a:gd name="connsiteY3" fmla="*/ 22519 h 35174"/>
                <a:gd name="connsiteX4" fmla="*/ 37891 w 48263"/>
                <a:gd name="connsiteY4" fmla="*/ 1050 h 35174"/>
                <a:gd name="connsiteX5" fmla="*/ 47186 w 48263"/>
                <a:gd name="connsiteY5" fmla="*/ 3158 h 35174"/>
                <a:gd name="connsiteX6" fmla="*/ 47211 w 48263"/>
                <a:gd name="connsiteY6" fmla="*/ 3197 h 35174"/>
                <a:gd name="connsiteX7" fmla="*/ 45078 w 48263"/>
                <a:gd name="connsiteY7" fmla="*/ 12688 h 35174"/>
                <a:gd name="connsiteX8" fmla="*/ 10378 w 48263"/>
                <a:gd name="connsiteY8" fmla="*/ 34157 h 35174"/>
                <a:gd name="connsiteX9" fmla="*/ 6896 w 48263"/>
                <a:gd name="connsiteY9" fmla="*/ 35174 h 35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5174">
                  <a:moveTo>
                    <a:pt x="6896" y="35174"/>
                  </a:moveTo>
                  <a:cubicBezTo>
                    <a:pt x="4511" y="35199"/>
                    <a:pt x="2290" y="33953"/>
                    <a:pt x="1057" y="31897"/>
                  </a:cubicBezTo>
                  <a:cubicBezTo>
                    <a:pt x="-925" y="28802"/>
                    <a:pt x="-38" y="24677"/>
                    <a:pt x="3037" y="22683"/>
                  </a:cubicBezTo>
                  <a:cubicBezTo>
                    <a:pt x="3125" y="22626"/>
                    <a:pt x="3213" y="22571"/>
                    <a:pt x="3303" y="22519"/>
                  </a:cubicBezTo>
                  <a:lnTo>
                    <a:pt x="37891" y="1050"/>
                  </a:lnTo>
                  <a:cubicBezTo>
                    <a:pt x="41036" y="-951"/>
                    <a:pt x="45198" y="-7"/>
                    <a:pt x="47186" y="3158"/>
                  </a:cubicBezTo>
                  <a:cubicBezTo>
                    <a:pt x="47195" y="3170"/>
                    <a:pt x="47203" y="3184"/>
                    <a:pt x="47211" y="3197"/>
                  </a:cubicBezTo>
                  <a:cubicBezTo>
                    <a:pt x="49220" y="6412"/>
                    <a:pt x="48266" y="10657"/>
                    <a:pt x="45078" y="12688"/>
                  </a:cubicBezTo>
                  <a:lnTo>
                    <a:pt x="10378" y="34157"/>
                  </a:lnTo>
                  <a:cubicBezTo>
                    <a:pt x="9342" y="34833"/>
                    <a:pt x="8131" y="35186"/>
                    <a:pt x="6896" y="3517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3DAC7CAC-C8D9-AB43-9E68-74B1C65449BA}"/>
                </a:ext>
              </a:extLst>
            </p:cNvPr>
            <p:cNvSpPr/>
            <p:nvPr/>
          </p:nvSpPr>
          <p:spPr>
            <a:xfrm>
              <a:off x="5963373" y="2458652"/>
              <a:ext cx="295974" cy="110987"/>
            </a:xfrm>
            <a:custGeom>
              <a:avLst/>
              <a:gdLst>
                <a:gd name="connsiteX0" fmla="*/ 148005 w 295974"/>
                <a:gd name="connsiteY0" fmla="*/ 110987 h 110987"/>
                <a:gd name="connsiteX1" fmla="*/ 144187 w 295974"/>
                <a:gd name="connsiteY1" fmla="*/ 109744 h 110987"/>
                <a:gd name="connsiteX2" fmla="*/ 2917 w 295974"/>
                <a:gd name="connsiteY2" fmla="*/ 12683 h 110987"/>
                <a:gd name="connsiteX3" fmla="*/ 1189 w 295974"/>
                <a:gd name="connsiteY3" fmla="*/ 3254 h 110987"/>
                <a:gd name="connsiteX4" fmla="*/ 1233 w 295974"/>
                <a:gd name="connsiteY4" fmla="*/ 3192 h 110987"/>
                <a:gd name="connsiteX5" fmla="*/ 10863 w 295974"/>
                <a:gd name="connsiteY5" fmla="*/ 1130 h 110987"/>
                <a:gd name="connsiteX6" fmla="*/ 11227 w 295974"/>
                <a:gd name="connsiteY6" fmla="*/ 1384 h 110987"/>
                <a:gd name="connsiteX7" fmla="*/ 148567 w 295974"/>
                <a:gd name="connsiteY7" fmla="*/ 95846 h 110987"/>
                <a:gd name="connsiteX8" fmla="*/ 285345 w 295974"/>
                <a:gd name="connsiteY8" fmla="*/ 1384 h 110987"/>
                <a:gd name="connsiteX9" fmla="*/ 294778 w 295974"/>
                <a:gd name="connsiteY9" fmla="*/ 3192 h 110987"/>
                <a:gd name="connsiteX10" fmla="*/ 293067 w 295974"/>
                <a:gd name="connsiteY10" fmla="*/ 12625 h 110987"/>
                <a:gd name="connsiteX11" fmla="*/ 292981 w 295974"/>
                <a:gd name="connsiteY11" fmla="*/ 12683 h 110987"/>
                <a:gd name="connsiteX12" fmla="*/ 151823 w 295974"/>
                <a:gd name="connsiteY12" fmla="*/ 109744 h 110987"/>
                <a:gd name="connsiteX13" fmla="*/ 148005 w 295974"/>
                <a:gd name="connsiteY13" fmla="*/ 110987 h 11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974" h="110987">
                  <a:moveTo>
                    <a:pt x="148005" y="110987"/>
                  </a:moveTo>
                  <a:cubicBezTo>
                    <a:pt x="146636" y="110972"/>
                    <a:pt x="145304" y="110538"/>
                    <a:pt x="144187" y="109744"/>
                  </a:cubicBezTo>
                  <a:lnTo>
                    <a:pt x="2917" y="12683"/>
                  </a:lnTo>
                  <a:cubicBezTo>
                    <a:pt x="-148" y="10560"/>
                    <a:pt x="-921" y="6339"/>
                    <a:pt x="1189" y="3254"/>
                  </a:cubicBezTo>
                  <a:cubicBezTo>
                    <a:pt x="1203" y="3234"/>
                    <a:pt x="1218" y="3212"/>
                    <a:pt x="1233" y="3192"/>
                  </a:cubicBezTo>
                  <a:cubicBezTo>
                    <a:pt x="3326" y="-53"/>
                    <a:pt x="7638" y="-976"/>
                    <a:pt x="10863" y="1130"/>
                  </a:cubicBezTo>
                  <a:cubicBezTo>
                    <a:pt x="10987" y="1210"/>
                    <a:pt x="11108" y="1296"/>
                    <a:pt x="11227" y="1384"/>
                  </a:cubicBezTo>
                  <a:lnTo>
                    <a:pt x="148567" y="95846"/>
                  </a:lnTo>
                  <a:lnTo>
                    <a:pt x="285345" y="1384"/>
                  </a:lnTo>
                  <a:cubicBezTo>
                    <a:pt x="288465" y="-641"/>
                    <a:pt x="292616" y="155"/>
                    <a:pt x="294778" y="3192"/>
                  </a:cubicBezTo>
                  <a:cubicBezTo>
                    <a:pt x="296894" y="6272"/>
                    <a:pt x="296129" y="10495"/>
                    <a:pt x="293067" y="12625"/>
                  </a:cubicBezTo>
                  <a:cubicBezTo>
                    <a:pt x="293039" y="12644"/>
                    <a:pt x="293010" y="12664"/>
                    <a:pt x="292981" y="12683"/>
                  </a:cubicBezTo>
                  <a:lnTo>
                    <a:pt x="151823" y="109744"/>
                  </a:lnTo>
                  <a:cubicBezTo>
                    <a:pt x="150706" y="110538"/>
                    <a:pt x="149374" y="110972"/>
                    <a:pt x="148005" y="110987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C95B21B0-13D1-7A44-8705-EF51E6A1C5BA}"/>
                </a:ext>
              </a:extLst>
            </p:cNvPr>
            <p:cNvSpPr/>
            <p:nvPr/>
          </p:nvSpPr>
          <p:spPr>
            <a:xfrm>
              <a:off x="5997958" y="2284866"/>
              <a:ext cx="227290" cy="211442"/>
            </a:xfrm>
            <a:custGeom>
              <a:avLst/>
              <a:gdLst>
                <a:gd name="connsiteX0" fmla="*/ 6850 w 227290"/>
                <a:gd name="connsiteY0" fmla="*/ 211441 h 211442"/>
                <a:gd name="connsiteX1" fmla="*/ 1 w 227290"/>
                <a:gd name="connsiteY1" fmla="*/ 204776 h 211442"/>
                <a:gd name="connsiteX2" fmla="*/ 0 w 227290"/>
                <a:gd name="connsiteY2" fmla="*/ 204662 h 211442"/>
                <a:gd name="connsiteX3" fmla="*/ 0 w 227290"/>
                <a:gd name="connsiteY3" fmla="*/ 6924 h 211442"/>
                <a:gd name="connsiteX4" fmla="*/ 6850 w 227290"/>
                <a:gd name="connsiteY4" fmla="*/ 32 h 211442"/>
                <a:gd name="connsiteX5" fmla="*/ 173499 w 227290"/>
                <a:gd name="connsiteY5" fmla="*/ 32 h 211442"/>
                <a:gd name="connsiteX6" fmla="*/ 178777 w 227290"/>
                <a:gd name="connsiteY6" fmla="*/ 2066 h 211442"/>
                <a:gd name="connsiteX7" fmla="*/ 225268 w 227290"/>
                <a:gd name="connsiteY7" fmla="*/ 48845 h 211442"/>
                <a:gd name="connsiteX8" fmla="*/ 227290 w 227290"/>
                <a:gd name="connsiteY8" fmla="*/ 53703 h 211442"/>
                <a:gd name="connsiteX9" fmla="*/ 227290 w 227290"/>
                <a:gd name="connsiteY9" fmla="*/ 204662 h 211442"/>
                <a:gd name="connsiteX10" fmla="*/ 219621 w 227290"/>
                <a:gd name="connsiteY10" fmla="*/ 210617 h 211442"/>
                <a:gd name="connsiteX11" fmla="*/ 213702 w 227290"/>
                <a:gd name="connsiteY11" fmla="*/ 204662 h 211442"/>
                <a:gd name="connsiteX12" fmla="*/ 213702 w 227290"/>
                <a:gd name="connsiteY12" fmla="*/ 56528 h 211442"/>
                <a:gd name="connsiteX13" fmla="*/ 170580 w 227290"/>
                <a:gd name="connsiteY13" fmla="*/ 13704 h 211442"/>
                <a:gd name="connsiteX14" fmla="*/ 13363 w 227290"/>
                <a:gd name="connsiteY14" fmla="*/ 13704 h 211442"/>
                <a:gd name="connsiteX15" fmla="*/ 13363 w 227290"/>
                <a:gd name="connsiteY15" fmla="*/ 204662 h 211442"/>
                <a:gd name="connsiteX16" fmla="*/ 6850 w 227290"/>
                <a:gd name="connsiteY16" fmla="*/ 211441 h 2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290" h="211442">
                  <a:moveTo>
                    <a:pt x="6850" y="211441"/>
                  </a:moveTo>
                  <a:cubicBezTo>
                    <a:pt x="3130" y="211503"/>
                    <a:pt x="63" y="208519"/>
                    <a:pt x="1" y="204776"/>
                  </a:cubicBezTo>
                  <a:cubicBezTo>
                    <a:pt x="0" y="204737"/>
                    <a:pt x="0" y="204700"/>
                    <a:pt x="0" y="204662"/>
                  </a:cubicBezTo>
                  <a:lnTo>
                    <a:pt x="0" y="6924"/>
                  </a:lnTo>
                  <a:cubicBezTo>
                    <a:pt x="0" y="3118"/>
                    <a:pt x="3067" y="32"/>
                    <a:pt x="6850" y="32"/>
                  </a:cubicBezTo>
                  <a:lnTo>
                    <a:pt x="173499" y="32"/>
                  </a:lnTo>
                  <a:cubicBezTo>
                    <a:pt x="175479" y="-169"/>
                    <a:pt x="177436" y="586"/>
                    <a:pt x="178777" y="2066"/>
                  </a:cubicBezTo>
                  <a:lnTo>
                    <a:pt x="225268" y="48845"/>
                  </a:lnTo>
                  <a:cubicBezTo>
                    <a:pt x="226588" y="50108"/>
                    <a:pt x="227321" y="51871"/>
                    <a:pt x="227290" y="53703"/>
                  </a:cubicBezTo>
                  <a:lnTo>
                    <a:pt x="227290" y="204662"/>
                  </a:lnTo>
                  <a:cubicBezTo>
                    <a:pt x="226807" y="208437"/>
                    <a:pt x="223373" y="211103"/>
                    <a:pt x="219621" y="210617"/>
                  </a:cubicBezTo>
                  <a:cubicBezTo>
                    <a:pt x="216532" y="210216"/>
                    <a:pt x="214099" y="207770"/>
                    <a:pt x="213702" y="204662"/>
                  </a:cubicBezTo>
                  <a:lnTo>
                    <a:pt x="213702" y="56528"/>
                  </a:lnTo>
                  <a:lnTo>
                    <a:pt x="170580" y="13704"/>
                  </a:lnTo>
                  <a:lnTo>
                    <a:pt x="13363" y="13704"/>
                  </a:lnTo>
                  <a:lnTo>
                    <a:pt x="13363" y="204662"/>
                  </a:lnTo>
                  <a:cubicBezTo>
                    <a:pt x="13365" y="208319"/>
                    <a:pt x="10483" y="211319"/>
                    <a:pt x="6850" y="211441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3A607ABB-5A5F-804E-99C0-CC7EED7AF1CA}"/>
                </a:ext>
              </a:extLst>
            </p:cNvPr>
            <p:cNvSpPr/>
            <p:nvPr/>
          </p:nvSpPr>
          <p:spPr>
            <a:xfrm>
              <a:off x="6164607" y="2284689"/>
              <a:ext cx="60693" cy="60675"/>
            </a:xfrm>
            <a:custGeom>
              <a:avLst/>
              <a:gdLst>
                <a:gd name="connsiteX0" fmla="*/ 53342 w 60693"/>
                <a:gd name="connsiteY0" fmla="*/ 60659 h 60675"/>
                <a:gd name="connsiteX1" fmla="*/ 6850 w 60693"/>
                <a:gd name="connsiteY1" fmla="*/ 60659 h 60675"/>
                <a:gd name="connsiteX2" fmla="*/ 1 w 60693"/>
                <a:gd name="connsiteY2" fmla="*/ 53993 h 60675"/>
                <a:gd name="connsiteX3" fmla="*/ 0 w 60693"/>
                <a:gd name="connsiteY3" fmla="*/ 53880 h 60675"/>
                <a:gd name="connsiteX4" fmla="*/ 0 w 60693"/>
                <a:gd name="connsiteY4" fmla="*/ 7101 h 60675"/>
                <a:gd name="connsiteX5" fmla="*/ 4155 w 60693"/>
                <a:gd name="connsiteY5" fmla="*/ 773 h 60675"/>
                <a:gd name="connsiteX6" fmla="*/ 12128 w 60693"/>
                <a:gd name="connsiteY6" fmla="*/ 2242 h 60675"/>
                <a:gd name="connsiteX7" fmla="*/ 58620 w 60693"/>
                <a:gd name="connsiteY7" fmla="*/ 49021 h 60675"/>
                <a:gd name="connsiteX8" fmla="*/ 60192 w 60693"/>
                <a:gd name="connsiteY8" fmla="*/ 56478 h 60675"/>
                <a:gd name="connsiteX9" fmla="*/ 53342 w 60693"/>
                <a:gd name="connsiteY9" fmla="*/ 60659 h 60675"/>
                <a:gd name="connsiteX10" fmla="*/ 13588 w 60693"/>
                <a:gd name="connsiteY10" fmla="*/ 46987 h 60675"/>
                <a:gd name="connsiteX11" fmla="*/ 36834 w 60693"/>
                <a:gd name="connsiteY11" fmla="*/ 46987 h 60675"/>
                <a:gd name="connsiteX12" fmla="*/ 13588 w 60693"/>
                <a:gd name="connsiteY12" fmla="*/ 23598 h 6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693" h="60675">
                  <a:moveTo>
                    <a:pt x="53342" y="60659"/>
                  </a:moveTo>
                  <a:lnTo>
                    <a:pt x="6850" y="60659"/>
                  </a:lnTo>
                  <a:cubicBezTo>
                    <a:pt x="3130" y="60722"/>
                    <a:pt x="63" y="57737"/>
                    <a:pt x="1" y="53993"/>
                  </a:cubicBezTo>
                  <a:cubicBezTo>
                    <a:pt x="0" y="53956"/>
                    <a:pt x="0" y="53918"/>
                    <a:pt x="0" y="53880"/>
                  </a:cubicBezTo>
                  <a:lnTo>
                    <a:pt x="0" y="7101"/>
                  </a:lnTo>
                  <a:cubicBezTo>
                    <a:pt x="-27" y="4336"/>
                    <a:pt x="1617" y="1833"/>
                    <a:pt x="4155" y="773"/>
                  </a:cubicBezTo>
                  <a:cubicBezTo>
                    <a:pt x="6829" y="-664"/>
                    <a:pt x="10134" y="-55"/>
                    <a:pt x="12128" y="2242"/>
                  </a:cubicBezTo>
                  <a:lnTo>
                    <a:pt x="58620" y="49021"/>
                  </a:lnTo>
                  <a:cubicBezTo>
                    <a:pt x="60615" y="50947"/>
                    <a:pt x="61238" y="53903"/>
                    <a:pt x="60192" y="56478"/>
                  </a:cubicBezTo>
                  <a:cubicBezTo>
                    <a:pt x="59014" y="59187"/>
                    <a:pt x="56273" y="60859"/>
                    <a:pt x="53342" y="60659"/>
                  </a:cubicBezTo>
                  <a:close/>
                  <a:moveTo>
                    <a:pt x="13588" y="46987"/>
                  </a:moveTo>
                  <a:lnTo>
                    <a:pt x="36834" y="46987"/>
                  </a:lnTo>
                  <a:lnTo>
                    <a:pt x="13588" y="23598"/>
                  </a:ln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D6D65B4-C305-AD4C-89EE-A52FDF1F1193}"/>
                </a:ext>
              </a:extLst>
            </p:cNvPr>
            <p:cNvSpPr/>
            <p:nvPr/>
          </p:nvSpPr>
          <p:spPr>
            <a:xfrm>
              <a:off x="6038048" y="2462183"/>
              <a:ext cx="146547" cy="13785"/>
            </a:xfrm>
            <a:custGeom>
              <a:avLst/>
              <a:gdLst>
                <a:gd name="connsiteX0" fmla="*/ 139698 w 146547"/>
                <a:gd name="connsiteY0" fmla="*/ 13785 h 13785"/>
                <a:gd name="connsiteX1" fmla="*/ 6850 w 146547"/>
                <a:gd name="connsiteY1" fmla="*/ 13785 h 13785"/>
                <a:gd name="connsiteX2" fmla="*/ 0 w 146547"/>
                <a:gd name="connsiteY2" fmla="*/ 6893 h 13785"/>
                <a:gd name="connsiteX3" fmla="*/ 6850 w 146547"/>
                <a:gd name="connsiteY3" fmla="*/ 0 h 13785"/>
                <a:gd name="connsiteX4" fmla="*/ 139698 w 146547"/>
                <a:gd name="connsiteY4" fmla="*/ 0 h 13785"/>
                <a:gd name="connsiteX5" fmla="*/ 146548 w 146547"/>
                <a:gd name="connsiteY5" fmla="*/ 6893 h 13785"/>
                <a:gd name="connsiteX6" fmla="*/ 139698 w 146547"/>
                <a:gd name="connsiteY6" fmla="*/ 13785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547" h="13785">
                  <a:moveTo>
                    <a:pt x="139698" y="13785"/>
                  </a:moveTo>
                  <a:lnTo>
                    <a:pt x="6850" y="13785"/>
                  </a:lnTo>
                  <a:cubicBezTo>
                    <a:pt x="3067" y="13785"/>
                    <a:pt x="0" y="10699"/>
                    <a:pt x="0" y="6893"/>
                  </a:cubicBezTo>
                  <a:cubicBezTo>
                    <a:pt x="0" y="3086"/>
                    <a:pt x="3067" y="0"/>
                    <a:pt x="6850" y="0"/>
                  </a:cubicBezTo>
                  <a:lnTo>
                    <a:pt x="139698" y="0"/>
                  </a:lnTo>
                  <a:cubicBezTo>
                    <a:pt x="143481" y="0"/>
                    <a:pt x="146548" y="3086"/>
                    <a:pt x="146548" y="6893"/>
                  </a:cubicBezTo>
                  <a:cubicBezTo>
                    <a:pt x="146548" y="10699"/>
                    <a:pt x="143481" y="13785"/>
                    <a:pt x="139698" y="13785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051E3CA-18ED-3B46-9E72-3DE9202607AA}"/>
                </a:ext>
              </a:extLst>
            </p:cNvPr>
            <p:cNvSpPr/>
            <p:nvPr/>
          </p:nvSpPr>
          <p:spPr>
            <a:xfrm>
              <a:off x="6037172" y="2416477"/>
              <a:ext cx="148299" cy="13786"/>
            </a:xfrm>
            <a:custGeom>
              <a:avLst/>
              <a:gdLst>
                <a:gd name="connsiteX0" fmla="*/ 140574 w 148299"/>
                <a:gd name="connsiteY0" fmla="*/ 13729 h 13786"/>
                <a:gd name="connsiteX1" fmla="*/ 7726 w 148299"/>
                <a:gd name="connsiteY1" fmla="*/ 13729 h 13786"/>
                <a:gd name="connsiteX2" fmla="*/ 57 w 148299"/>
                <a:gd name="connsiteY2" fmla="*/ 7773 h 13786"/>
                <a:gd name="connsiteX3" fmla="*/ 5976 w 148299"/>
                <a:gd name="connsiteY3" fmla="*/ 57 h 13786"/>
                <a:gd name="connsiteX4" fmla="*/ 7726 w 148299"/>
                <a:gd name="connsiteY4" fmla="*/ 57 h 13786"/>
                <a:gd name="connsiteX5" fmla="*/ 140574 w 148299"/>
                <a:gd name="connsiteY5" fmla="*/ 57 h 13786"/>
                <a:gd name="connsiteX6" fmla="*/ 148243 w 148299"/>
                <a:gd name="connsiteY6" fmla="*/ 6013 h 13786"/>
                <a:gd name="connsiteX7" fmla="*/ 142325 w 148299"/>
                <a:gd name="connsiteY7" fmla="*/ 13729 h 13786"/>
                <a:gd name="connsiteX8" fmla="*/ 140574 w 148299"/>
                <a:gd name="connsiteY8" fmla="*/ 13729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99" h="13786">
                  <a:moveTo>
                    <a:pt x="140574" y="13729"/>
                  </a:moveTo>
                  <a:lnTo>
                    <a:pt x="7726" y="13729"/>
                  </a:lnTo>
                  <a:cubicBezTo>
                    <a:pt x="3974" y="14215"/>
                    <a:pt x="540" y="11550"/>
                    <a:pt x="57" y="7773"/>
                  </a:cubicBezTo>
                  <a:cubicBezTo>
                    <a:pt x="-427" y="3998"/>
                    <a:pt x="2223" y="543"/>
                    <a:pt x="5976" y="57"/>
                  </a:cubicBezTo>
                  <a:cubicBezTo>
                    <a:pt x="6557" y="-19"/>
                    <a:pt x="7145" y="-19"/>
                    <a:pt x="7726" y="57"/>
                  </a:cubicBezTo>
                  <a:lnTo>
                    <a:pt x="140574" y="57"/>
                  </a:lnTo>
                  <a:cubicBezTo>
                    <a:pt x="144326" y="-429"/>
                    <a:pt x="147760" y="2237"/>
                    <a:pt x="148243" y="6013"/>
                  </a:cubicBezTo>
                  <a:cubicBezTo>
                    <a:pt x="148727" y="9788"/>
                    <a:pt x="146076" y="13243"/>
                    <a:pt x="142325" y="13729"/>
                  </a:cubicBezTo>
                  <a:cubicBezTo>
                    <a:pt x="141743" y="13805"/>
                    <a:pt x="141154" y="13805"/>
                    <a:pt x="140574" y="13729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CC364D5-D120-194C-8683-06FD2F12FF9C}"/>
                </a:ext>
              </a:extLst>
            </p:cNvPr>
            <p:cNvSpPr/>
            <p:nvPr/>
          </p:nvSpPr>
          <p:spPr>
            <a:xfrm>
              <a:off x="6037172" y="2370828"/>
              <a:ext cx="148299" cy="13786"/>
            </a:xfrm>
            <a:custGeom>
              <a:avLst/>
              <a:gdLst>
                <a:gd name="connsiteX0" fmla="*/ 140574 w 148299"/>
                <a:gd name="connsiteY0" fmla="*/ 13729 h 13786"/>
                <a:gd name="connsiteX1" fmla="*/ 7726 w 148299"/>
                <a:gd name="connsiteY1" fmla="*/ 13729 h 13786"/>
                <a:gd name="connsiteX2" fmla="*/ 57 w 148299"/>
                <a:gd name="connsiteY2" fmla="*/ 7774 h 13786"/>
                <a:gd name="connsiteX3" fmla="*/ 5976 w 148299"/>
                <a:gd name="connsiteY3" fmla="*/ 57 h 13786"/>
                <a:gd name="connsiteX4" fmla="*/ 7726 w 148299"/>
                <a:gd name="connsiteY4" fmla="*/ 57 h 13786"/>
                <a:gd name="connsiteX5" fmla="*/ 140574 w 148299"/>
                <a:gd name="connsiteY5" fmla="*/ 57 h 13786"/>
                <a:gd name="connsiteX6" fmla="*/ 148243 w 148299"/>
                <a:gd name="connsiteY6" fmla="*/ 6013 h 13786"/>
                <a:gd name="connsiteX7" fmla="*/ 142325 w 148299"/>
                <a:gd name="connsiteY7" fmla="*/ 13729 h 13786"/>
                <a:gd name="connsiteX8" fmla="*/ 140574 w 148299"/>
                <a:gd name="connsiteY8" fmla="*/ 13729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99" h="13786">
                  <a:moveTo>
                    <a:pt x="140574" y="13729"/>
                  </a:moveTo>
                  <a:lnTo>
                    <a:pt x="7726" y="13729"/>
                  </a:lnTo>
                  <a:cubicBezTo>
                    <a:pt x="3974" y="14216"/>
                    <a:pt x="540" y="11549"/>
                    <a:pt x="57" y="7774"/>
                  </a:cubicBezTo>
                  <a:cubicBezTo>
                    <a:pt x="-427" y="3999"/>
                    <a:pt x="2223" y="544"/>
                    <a:pt x="5976" y="57"/>
                  </a:cubicBezTo>
                  <a:cubicBezTo>
                    <a:pt x="6557" y="-18"/>
                    <a:pt x="7145" y="-18"/>
                    <a:pt x="7726" y="57"/>
                  </a:cubicBezTo>
                  <a:lnTo>
                    <a:pt x="140574" y="57"/>
                  </a:lnTo>
                  <a:cubicBezTo>
                    <a:pt x="144326" y="-429"/>
                    <a:pt x="147760" y="2237"/>
                    <a:pt x="148243" y="6013"/>
                  </a:cubicBezTo>
                  <a:cubicBezTo>
                    <a:pt x="148727" y="9788"/>
                    <a:pt x="146076" y="13243"/>
                    <a:pt x="142325" y="13729"/>
                  </a:cubicBezTo>
                  <a:cubicBezTo>
                    <a:pt x="141743" y="13805"/>
                    <a:pt x="141154" y="13805"/>
                    <a:pt x="140574" y="13729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48" name="Graphic 29">
            <a:extLst>
              <a:ext uri="{FF2B5EF4-FFF2-40B4-BE49-F238E27FC236}">
                <a16:creationId xmlns:a16="http://schemas.microsoft.com/office/drawing/2014/main" id="{01D29B31-DD29-4146-9AF9-92599CD2DB47}"/>
              </a:ext>
            </a:extLst>
          </p:cNvPr>
          <p:cNvGrpSpPr>
            <a:grpSpLocks noChangeAspect="1"/>
          </p:cNvGrpSpPr>
          <p:nvPr/>
        </p:nvGrpSpPr>
        <p:grpSpPr>
          <a:xfrm>
            <a:off x="7285704" y="3287982"/>
            <a:ext cx="395318" cy="395774"/>
            <a:chOff x="5909585" y="2277328"/>
            <a:chExt cx="395318" cy="395774"/>
          </a:xfrm>
          <a:solidFill>
            <a:srgbClr val="FFFFFF"/>
          </a:solidFill>
        </p:grpSpPr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4CE17BD6-EE6C-734B-9652-8185137E0780}"/>
                </a:ext>
              </a:extLst>
            </p:cNvPr>
            <p:cNvSpPr/>
            <p:nvPr/>
          </p:nvSpPr>
          <p:spPr>
            <a:xfrm>
              <a:off x="5909585" y="2277328"/>
              <a:ext cx="395318" cy="395774"/>
            </a:xfrm>
            <a:custGeom>
              <a:avLst/>
              <a:gdLst>
                <a:gd name="connsiteX0" fmla="*/ 241438 w 395318"/>
                <a:gd name="connsiteY0" fmla="*/ 395775 h 395774"/>
                <a:gd name="connsiteX1" fmla="*/ 154337 w 395318"/>
                <a:gd name="connsiteY1" fmla="*/ 395775 h 395774"/>
                <a:gd name="connsiteX2" fmla="*/ 147487 w 395318"/>
                <a:gd name="connsiteY2" fmla="*/ 388927 h 395774"/>
                <a:gd name="connsiteX3" fmla="*/ 147488 w 395318"/>
                <a:gd name="connsiteY3" fmla="*/ 388811 h 395774"/>
                <a:gd name="connsiteX4" fmla="*/ 147488 w 395318"/>
                <a:gd name="connsiteY4" fmla="*/ 343150 h 395774"/>
                <a:gd name="connsiteX5" fmla="*/ 130936 w 395318"/>
                <a:gd name="connsiteY5" fmla="*/ 336300 h 395774"/>
                <a:gd name="connsiteX6" fmla="*/ 98516 w 395318"/>
                <a:gd name="connsiteY6" fmla="*/ 368606 h 395774"/>
                <a:gd name="connsiteX7" fmla="*/ 88812 w 395318"/>
                <a:gd name="connsiteY7" fmla="*/ 368606 h 395774"/>
                <a:gd name="connsiteX8" fmla="*/ 27169 w 395318"/>
                <a:gd name="connsiteY8" fmla="*/ 306962 h 395774"/>
                <a:gd name="connsiteX9" fmla="*/ 25114 w 395318"/>
                <a:gd name="connsiteY9" fmla="*/ 302054 h 395774"/>
                <a:gd name="connsiteX10" fmla="*/ 27169 w 395318"/>
                <a:gd name="connsiteY10" fmla="*/ 296688 h 395774"/>
                <a:gd name="connsiteX11" fmla="*/ 59589 w 395318"/>
                <a:gd name="connsiteY11" fmla="*/ 264725 h 395774"/>
                <a:gd name="connsiteX12" fmla="*/ 52740 w 395318"/>
                <a:gd name="connsiteY12" fmla="*/ 248287 h 395774"/>
                <a:gd name="connsiteX13" fmla="*/ 7078 w 395318"/>
                <a:gd name="connsiteY13" fmla="*/ 248287 h 395774"/>
                <a:gd name="connsiteX14" fmla="*/ 1 w 395318"/>
                <a:gd name="connsiteY14" fmla="*/ 241439 h 395774"/>
                <a:gd name="connsiteX15" fmla="*/ 0 w 395318"/>
                <a:gd name="connsiteY15" fmla="*/ 241323 h 395774"/>
                <a:gd name="connsiteX16" fmla="*/ 0 w 395318"/>
                <a:gd name="connsiteY16" fmla="*/ 154223 h 395774"/>
                <a:gd name="connsiteX17" fmla="*/ 6848 w 395318"/>
                <a:gd name="connsiteY17" fmla="*/ 147373 h 395774"/>
                <a:gd name="connsiteX18" fmla="*/ 6963 w 395318"/>
                <a:gd name="connsiteY18" fmla="*/ 147374 h 395774"/>
                <a:gd name="connsiteX19" fmla="*/ 52625 w 395318"/>
                <a:gd name="connsiteY19" fmla="*/ 147374 h 395774"/>
                <a:gd name="connsiteX20" fmla="*/ 59475 w 395318"/>
                <a:gd name="connsiteY20" fmla="*/ 130821 h 395774"/>
                <a:gd name="connsiteX21" fmla="*/ 27169 w 395318"/>
                <a:gd name="connsiteY21" fmla="*/ 98401 h 395774"/>
                <a:gd name="connsiteX22" fmla="*/ 26989 w 395318"/>
                <a:gd name="connsiteY22" fmla="*/ 88878 h 395774"/>
                <a:gd name="connsiteX23" fmla="*/ 27169 w 395318"/>
                <a:gd name="connsiteY23" fmla="*/ 88698 h 395774"/>
                <a:gd name="connsiteX24" fmla="*/ 88812 w 395318"/>
                <a:gd name="connsiteY24" fmla="*/ 27055 h 395774"/>
                <a:gd name="connsiteX25" fmla="*/ 98336 w 395318"/>
                <a:gd name="connsiteY25" fmla="*/ 26875 h 395774"/>
                <a:gd name="connsiteX26" fmla="*/ 98516 w 395318"/>
                <a:gd name="connsiteY26" fmla="*/ 27055 h 395774"/>
                <a:gd name="connsiteX27" fmla="*/ 130936 w 395318"/>
                <a:gd name="connsiteY27" fmla="*/ 59475 h 395774"/>
                <a:gd name="connsiteX28" fmla="*/ 147488 w 395318"/>
                <a:gd name="connsiteY28" fmla="*/ 52625 h 395774"/>
                <a:gd name="connsiteX29" fmla="*/ 147488 w 395318"/>
                <a:gd name="connsiteY29" fmla="*/ 6963 h 395774"/>
                <a:gd name="connsiteX30" fmla="*/ 154222 w 395318"/>
                <a:gd name="connsiteY30" fmla="*/ 1 h 395774"/>
                <a:gd name="connsiteX31" fmla="*/ 154337 w 395318"/>
                <a:gd name="connsiteY31" fmla="*/ 0 h 395774"/>
                <a:gd name="connsiteX32" fmla="*/ 241438 w 395318"/>
                <a:gd name="connsiteY32" fmla="*/ 0 h 395774"/>
                <a:gd name="connsiteX33" fmla="*/ 248401 w 395318"/>
                <a:gd name="connsiteY33" fmla="*/ 6963 h 395774"/>
                <a:gd name="connsiteX34" fmla="*/ 248401 w 395318"/>
                <a:gd name="connsiteY34" fmla="*/ 52625 h 395774"/>
                <a:gd name="connsiteX35" fmla="*/ 264839 w 395318"/>
                <a:gd name="connsiteY35" fmla="*/ 59475 h 395774"/>
                <a:gd name="connsiteX36" fmla="*/ 296803 w 395318"/>
                <a:gd name="connsiteY36" fmla="*/ 27055 h 395774"/>
                <a:gd name="connsiteX37" fmla="*/ 306620 w 395318"/>
                <a:gd name="connsiteY37" fmla="*/ 27055 h 395774"/>
                <a:gd name="connsiteX38" fmla="*/ 368264 w 395318"/>
                <a:gd name="connsiteY38" fmla="*/ 88698 h 395774"/>
                <a:gd name="connsiteX39" fmla="*/ 368264 w 395318"/>
                <a:gd name="connsiteY39" fmla="*/ 98401 h 395774"/>
                <a:gd name="connsiteX40" fmla="*/ 335844 w 395318"/>
                <a:gd name="connsiteY40" fmla="*/ 130821 h 395774"/>
                <a:gd name="connsiteX41" fmla="*/ 342693 w 395318"/>
                <a:gd name="connsiteY41" fmla="*/ 147374 h 395774"/>
                <a:gd name="connsiteX42" fmla="*/ 388355 w 395318"/>
                <a:gd name="connsiteY42" fmla="*/ 147374 h 395774"/>
                <a:gd name="connsiteX43" fmla="*/ 395317 w 395318"/>
                <a:gd name="connsiteY43" fmla="*/ 154108 h 395774"/>
                <a:gd name="connsiteX44" fmla="*/ 395318 w 395318"/>
                <a:gd name="connsiteY44" fmla="*/ 154223 h 395774"/>
                <a:gd name="connsiteX45" fmla="*/ 395318 w 395318"/>
                <a:gd name="connsiteY45" fmla="*/ 241323 h 395774"/>
                <a:gd name="connsiteX46" fmla="*/ 388355 w 395318"/>
                <a:gd name="connsiteY46" fmla="*/ 248287 h 395774"/>
                <a:gd name="connsiteX47" fmla="*/ 342693 w 395318"/>
                <a:gd name="connsiteY47" fmla="*/ 248287 h 395774"/>
                <a:gd name="connsiteX48" fmla="*/ 335844 w 395318"/>
                <a:gd name="connsiteY48" fmla="*/ 264725 h 395774"/>
                <a:gd name="connsiteX49" fmla="*/ 368720 w 395318"/>
                <a:gd name="connsiteY49" fmla="*/ 296688 h 395774"/>
                <a:gd name="connsiteX50" fmla="*/ 370661 w 395318"/>
                <a:gd name="connsiteY50" fmla="*/ 301597 h 395774"/>
                <a:gd name="connsiteX51" fmla="*/ 368720 w 395318"/>
                <a:gd name="connsiteY51" fmla="*/ 306506 h 395774"/>
                <a:gd name="connsiteX52" fmla="*/ 307077 w 395318"/>
                <a:gd name="connsiteY52" fmla="*/ 368149 h 395774"/>
                <a:gd name="connsiteX53" fmla="*/ 297259 w 395318"/>
                <a:gd name="connsiteY53" fmla="*/ 368149 h 395774"/>
                <a:gd name="connsiteX54" fmla="*/ 264839 w 395318"/>
                <a:gd name="connsiteY54" fmla="*/ 336186 h 395774"/>
                <a:gd name="connsiteX55" fmla="*/ 248401 w 395318"/>
                <a:gd name="connsiteY55" fmla="*/ 343035 h 395774"/>
                <a:gd name="connsiteX56" fmla="*/ 248401 w 395318"/>
                <a:gd name="connsiteY56" fmla="*/ 388697 h 395774"/>
                <a:gd name="connsiteX57" fmla="*/ 241553 w 395318"/>
                <a:gd name="connsiteY57" fmla="*/ 395774 h 395774"/>
                <a:gd name="connsiteX58" fmla="*/ 241438 w 395318"/>
                <a:gd name="connsiteY58" fmla="*/ 395775 h 395774"/>
                <a:gd name="connsiteX59" fmla="*/ 161529 w 395318"/>
                <a:gd name="connsiteY59" fmla="*/ 381962 h 395774"/>
                <a:gd name="connsiteX60" fmla="*/ 234817 w 395318"/>
                <a:gd name="connsiteY60" fmla="*/ 381962 h 395774"/>
                <a:gd name="connsiteX61" fmla="*/ 234817 w 395318"/>
                <a:gd name="connsiteY61" fmla="*/ 338013 h 395774"/>
                <a:gd name="connsiteX62" fmla="*/ 239725 w 395318"/>
                <a:gd name="connsiteY62" fmla="*/ 330935 h 395774"/>
                <a:gd name="connsiteX63" fmla="*/ 262556 w 395318"/>
                <a:gd name="connsiteY63" fmla="*/ 321574 h 395774"/>
                <a:gd name="connsiteX64" fmla="*/ 270661 w 395318"/>
                <a:gd name="connsiteY64" fmla="*/ 322830 h 395774"/>
                <a:gd name="connsiteX65" fmla="*/ 302168 w 395318"/>
                <a:gd name="connsiteY65" fmla="*/ 353766 h 395774"/>
                <a:gd name="connsiteX66" fmla="*/ 353880 w 395318"/>
                <a:gd name="connsiteY66" fmla="*/ 302054 h 395774"/>
                <a:gd name="connsiteX67" fmla="*/ 322830 w 395318"/>
                <a:gd name="connsiteY67" fmla="*/ 271004 h 395774"/>
                <a:gd name="connsiteX68" fmla="*/ 321574 w 395318"/>
                <a:gd name="connsiteY68" fmla="*/ 262899 h 395774"/>
                <a:gd name="connsiteX69" fmla="*/ 331049 w 395318"/>
                <a:gd name="connsiteY69" fmla="*/ 239611 h 395774"/>
                <a:gd name="connsiteX70" fmla="*/ 337670 w 395318"/>
                <a:gd name="connsiteY70" fmla="*/ 234817 h 395774"/>
                <a:gd name="connsiteX71" fmla="*/ 381620 w 395318"/>
                <a:gd name="connsiteY71" fmla="*/ 234817 h 395774"/>
                <a:gd name="connsiteX72" fmla="*/ 381620 w 395318"/>
                <a:gd name="connsiteY72" fmla="*/ 161187 h 395774"/>
                <a:gd name="connsiteX73" fmla="*/ 338127 w 395318"/>
                <a:gd name="connsiteY73" fmla="*/ 161187 h 395774"/>
                <a:gd name="connsiteX74" fmla="*/ 331049 w 395318"/>
                <a:gd name="connsiteY74" fmla="*/ 156278 h 395774"/>
                <a:gd name="connsiteX75" fmla="*/ 321232 w 395318"/>
                <a:gd name="connsiteY75" fmla="*/ 132762 h 395774"/>
                <a:gd name="connsiteX76" fmla="*/ 322487 w 395318"/>
                <a:gd name="connsiteY76" fmla="*/ 124657 h 395774"/>
                <a:gd name="connsiteX77" fmla="*/ 353880 w 395318"/>
                <a:gd name="connsiteY77" fmla="*/ 93493 h 395774"/>
                <a:gd name="connsiteX78" fmla="*/ 302168 w 395318"/>
                <a:gd name="connsiteY78" fmla="*/ 41781 h 395774"/>
                <a:gd name="connsiteX79" fmla="*/ 271118 w 395318"/>
                <a:gd name="connsiteY79" fmla="*/ 72831 h 395774"/>
                <a:gd name="connsiteX80" fmla="*/ 262556 w 395318"/>
                <a:gd name="connsiteY80" fmla="*/ 74087 h 395774"/>
                <a:gd name="connsiteX81" fmla="*/ 239725 w 395318"/>
                <a:gd name="connsiteY81" fmla="*/ 64155 h 395774"/>
                <a:gd name="connsiteX82" fmla="*/ 234931 w 395318"/>
                <a:gd name="connsiteY82" fmla="*/ 57534 h 395774"/>
                <a:gd name="connsiteX83" fmla="*/ 234931 w 395318"/>
                <a:gd name="connsiteY83" fmla="*/ 13699 h 395774"/>
                <a:gd name="connsiteX84" fmla="*/ 161301 w 395318"/>
                <a:gd name="connsiteY84" fmla="*/ 13699 h 395774"/>
                <a:gd name="connsiteX85" fmla="*/ 161301 w 395318"/>
                <a:gd name="connsiteY85" fmla="*/ 57534 h 395774"/>
                <a:gd name="connsiteX86" fmla="*/ 156392 w 395318"/>
                <a:gd name="connsiteY86" fmla="*/ 64155 h 395774"/>
                <a:gd name="connsiteX87" fmla="*/ 132876 w 395318"/>
                <a:gd name="connsiteY87" fmla="*/ 74087 h 395774"/>
                <a:gd name="connsiteX88" fmla="*/ 124771 w 395318"/>
                <a:gd name="connsiteY88" fmla="*/ 72831 h 395774"/>
                <a:gd name="connsiteX89" fmla="*/ 93607 w 395318"/>
                <a:gd name="connsiteY89" fmla="*/ 41781 h 395774"/>
                <a:gd name="connsiteX90" fmla="*/ 41895 w 395318"/>
                <a:gd name="connsiteY90" fmla="*/ 93493 h 395774"/>
                <a:gd name="connsiteX91" fmla="*/ 72945 w 395318"/>
                <a:gd name="connsiteY91" fmla="*/ 124657 h 395774"/>
                <a:gd name="connsiteX92" fmla="*/ 74201 w 395318"/>
                <a:gd name="connsiteY92" fmla="*/ 132762 h 395774"/>
                <a:gd name="connsiteX93" fmla="*/ 64269 w 395318"/>
                <a:gd name="connsiteY93" fmla="*/ 156278 h 395774"/>
                <a:gd name="connsiteX94" fmla="*/ 57648 w 395318"/>
                <a:gd name="connsiteY94" fmla="*/ 161187 h 395774"/>
                <a:gd name="connsiteX95" fmla="*/ 13813 w 395318"/>
                <a:gd name="connsiteY95" fmla="*/ 161187 h 395774"/>
                <a:gd name="connsiteX96" fmla="*/ 13813 w 395318"/>
                <a:gd name="connsiteY96" fmla="*/ 234474 h 395774"/>
                <a:gd name="connsiteX97" fmla="*/ 57648 w 395318"/>
                <a:gd name="connsiteY97" fmla="*/ 234474 h 395774"/>
                <a:gd name="connsiteX98" fmla="*/ 64269 w 395318"/>
                <a:gd name="connsiteY98" fmla="*/ 239269 h 395774"/>
                <a:gd name="connsiteX99" fmla="*/ 74201 w 395318"/>
                <a:gd name="connsiteY99" fmla="*/ 262442 h 395774"/>
                <a:gd name="connsiteX100" fmla="*/ 72945 w 395318"/>
                <a:gd name="connsiteY100" fmla="*/ 270547 h 395774"/>
                <a:gd name="connsiteX101" fmla="*/ 41895 w 395318"/>
                <a:gd name="connsiteY101" fmla="*/ 302054 h 395774"/>
                <a:gd name="connsiteX102" fmla="*/ 93607 w 395318"/>
                <a:gd name="connsiteY102" fmla="*/ 353766 h 395774"/>
                <a:gd name="connsiteX103" fmla="*/ 124771 w 395318"/>
                <a:gd name="connsiteY103" fmla="*/ 322716 h 395774"/>
                <a:gd name="connsiteX104" fmla="*/ 132876 w 395318"/>
                <a:gd name="connsiteY104" fmla="*/ 321460 h 395774"/>
                <a:gd name="connsiteX105" fmla="*/ 156392 w 395318"/>
                <a:gd name="connsiteY105" fmla="*/ 330935 h 395774"/>
                <a:gd name="connsiteX106" fmla="*/ 161301 w 395318"/>
                <a:gd name="connsiteY106" fmla="*/ 337556 h 39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5318" h="395774">
                  <a:moveTo>
                    <a:pt x="241438" y="395775"/>
                  </a:moveTo>
                  <a:lnTo>
                    <a:pt x="154337" y="395775"/>
                  </a:lnTo>
                  <a:cubicBezTo>
                    <a:pt x="150554" y="395775"/>
                    <a:pt x="147488" y="392710"/>
                    <a:pt x="147487" y="388927"/>
                  </a:cubicBezTo>
                  <a:cubicBezTo>
                    <a:pt x="147487" y="388888"/>
                    <a:pt x="147487" y="388850"/>
                    <a:pt x="147488" y="388811"/>
                  </a:cubicBezTo>
                  <a:lnTo>
                    <a:pt x="147488" y="343150"/>
                  </a:lnTo>
                  <a:cubicBezTo>
                    <a:pt x="141845" y="341180"/>
                    <a:pt x="136319" y="338894"/>
                    <a:pt x="130936" y="336300"/>
                  </a:cubicBezTo>
                  <a:lnTo>
                    <a:pt x="98516" y="368606"/>
                  </a:lnTo>
                  <a:cubicBezTo>
                    <a:pt x="95814" y="371230"/>
                    <a:pt x="91515" y="371230"/>
                    <a:pt x="88812" y="368606"/>
                  </a:cubicBezTo>
                  <a:lnTo>
                    <a:pt x="27169" y="306962"/>
                  </a:lnTo>
                  <a:cubicBezTo>
                    <a:pt x="25871" y="305655"/>
                    <a:pt x="25134" y="303895"/>
                    <a:pt x="25114" y="302054"/>
                  </a:cubicBezTo>
                  <a:cubicBezTo>
                    <a:pt x="25038" y="300059"/>
                    <a:pt x="25780" y="298121"/>
                    <a:pt x="27169" y="296688"/>
                  </a:cubicBezTo>
                  <a:lnTo>
                    <a:pt x="59589" y="264725"/>
                  </a:lnTo>
                  <a:cubicBezTo>
                    <a:pt x="56996" y="259380"/>
                    <a:pt x="54709" y="253892"/>
                    <a:pt x="52740" y="248287"/>
                  </a:cubicBezTo>
                  <a:lnTo>
                    <a:pt x="7078" y="248287"/>
                  </a:lnTo>
                  <a:cubicBezTo>
                    <a:pt x="3232" y="248350"/>
                    <a:pt x="64" y="245283"/>
                    <a:pt x="1" y="241439"/>
                  </a:cubicBezTo>
                  <a:cubicBezTo>
                    <a:pt x="0" y="241400"/>
                    <a:pt x="0" y="241362"/>
                    <a:pt x="0" y="241323"/>
                  </a:cubicBezTo>
                  <a:lnTo>
                    <a:pt x="0" y="154223"/>
                  </a:lnTo>
                  <a:cubicBezTo>
                    <a:pt x="-1" y="150440"/>
                    <a:pt x="3066" y="147374"/>
                    <a:pt x="6848" y="147373"/>
                  </a:cubicBezTo>
                  <a:cubicBezTo>
                    <a:pt x="6887" y="147373"/>
                    <a:pt x="6925" y="147373"/>
                    <a:pt x="6963" y="147374"/>
                  </a:cubicBezTo>
                  <a:lnTo>
                    <a:pt x="52625" y="147374"/>
                  </a:lnTo>
                  <a:cubicBezTo>
                    <a:pt x="54594" y="141731"/>
                    <a:pt x="56881" y="136205"/>
                    <a:pt x="59475" y="130821"/>
                  </a:cubicBezTo>
                  <a:lnTo>
                    <a:pt x="27169" y="98401"/>
                  </a:lnTo>
                  <a:cubicBezTo>
                    <a:pt x="24489" y="95821"/>
                    <a:pt x="24409" y="91558"/>
                    <a:pt x="26989" y="88878"/>
                  </a:cubicBezTo>
                  <a:cubicBezTo>
                    <a:pt x="27048" y="88817"/>
                    <a:pt x="27108" y="88757"/>
                    <a:pt x="27169" y="88698"/>
                  </a:cubicBezTo>
                  <a:lnTo>
                    <a:pt x="88812" y="27055"/>
                  </a:lnTo>
                  <a:cubicBezTo>
                    <a:pt x="91393" y="24375"/>
                    <a:pt x="95656" y="24295"/>
                    <a:pt x="98336" y="26875"/>
                  </a:cubicBezTo>
                  <a:cubicBezTo>
                    <a:pt x="98397" y="26934"/>
                    <a:pt x="98457" y="26994"/>
                    <a:pt x="98516" y="27055"/>
                  </a:cubicBezTo>
                  <a:lnTo>
                    <a:pt x="130936" y="59475"/>
                  </a:lnTo>
                  <a:cubicBezTo>
                    <a:pt x="136319" y="56881"/>
                    <a:pt x="141845" y="54594"/>
                    <a:pt x="147488" y="52625"/>
                  </a:cubicBezTo>
                  <a:lnTo>
                    <a:pt x="147488" y="6963"/>
                  </a:lnTo>
                  <a:cubicBezTo>
                    <a:pt x="147425" y="3181"/>
                    <a:pt x="150440" y="64"/>
                    <a:pt x="154222" y="1"/>
                  </a:cubicBezTo>
                  <a:cubicBezTo>
                    <a:pt x="154261" y="0"/>
                    <a:pt x="154299" y="0"/>
                    <a:pt x="154337" y="0"/>
                  </a:cubicBezTo>
                  <a:lnTo>
                    <a:pt x="241438" y="0"/>
                  </a:lnTo>
                  <a:cubicBezTo>
                    <a:pt x="245283" y="0"/>
                    <a:pt x="248401" y="3118"/>
                    <a:pt x="248401" y="6963"/>
                  </a:cubicBezTo>
                  <a:lnTo>
                    <a:pt x="248401" y="52625"/>
                  </a:lnTo>
                  <a:cubicBezTo>
                    <a:pt x="254006" y="54595"/>
                    <a:pt x="259495" y="56881"/>
                    <a:pt x="264839" y="59475"/>
                  </a:cubicBezTo>
                  <a:lnTo>
                    <a:pt x="296803" y="27055"/>
                  </a:lnTo>
                  <a:cubicBezTo>
                    <a:pt x="299544" y="24416"/>
                    <a:pt x="303879" y="24416"/>
                    <a:pt x="306620" y="27055"/>
                  </a:cubicBezTo>
                  <a:lnTo>
                    <a:pt x="368264" y="88698"/>
                  </a:lnTo>
                  <a:cubicBezTo>
                    <a:pt x="370888" y="91400"/>
                    <a:pt x="370888" y="95699"/>
                    <a:pt x="368264" y="98401"/>
                  </a:cubicBezTo>
                  <a:lnTo>
                    <a:pt x="335844" y="130821"/>
                  </a:lnTo>
                  <a:cubicBezTo>
                    <a:pt x="338437" y="136205"/>
                    <a:pt x="340724" y="141731"/>
                    <a:pt x="342693" y="147374"/>
                  </a:cubicBezTo>
                  <a:lnTo>
                    <a:pt x="388355" y="147374"/>
                  </a:lnTo>
                  <a:cubicBezTo>
                    <a:pt x="392137" y="147311"/>
                    <a:pt x="395254" y="150326"/>
                    <a:pt x="395317" y="154108"/>
                  </a:cubicBezTo>
                  <a:cubicBezTo>
                    <a:pt x="395318" y="154147"/>
                    <a:pt x="395318" y="154184"/>
                    <a:pt x="395318" y="154223"/>
                  </a:cubicBezTo>
                  <a:lnTo>
                    <a:pt x="395318" y="241323"/>
                  </a:lnTo>
                  <a:cubicBezTo>
                    <a:pt x="395318" y="245169"/>
                    <a:pt x="392201" y="248287"/>
                    <a:pt x="388355" y="248287"/>
                  </a:cubicBezTo>
                  <a:lnTo>
                    <a:pt x="342693" y="248287"/>
                  </a:lnTo>
                  <a:cubicBezTo>
                    <a:pt x="340724" y="253892"/>
                    <a:pt x="338437" y="259380"/>
                    <a:pt x="335844" y="264725"/>
                  </a:cubicBezTo>
                  <a:lnTo>
                    <a:pt x="368720" y="296688"/>
                  </a:lnTo>
                  <a:cubicBezTo>
                    <a:pt x="369966" y="298020"/>
                    <a:pt x="370660" y="299774"/>
                    <a:pt x="370661" y="301597"/>
                  </a:cubicBezTo>
                  <a:cubicBezTo>
                    <a:pt x="370684" y="303425"/>
                    <a:pt x="369986" y="305187"/>
                    <a:pt x="368720" y="306506"/>
                  </a:cubicBezTo>
                  <a:lnTo>
                    <a:pt x="307077" y="368149"/>
                  </a:lnTo>
                  <a:cubicBezTo>
                    <a:pt x="304336" y="370788"/>
                    <a:pt x="300000" y="370788"/>
                    <a:pt x="297259" y="368149"/>
                  </a:cubicBezTo>
                  <a:lnTo>
                    <a:pt x="264839" y="336186"/>
                  </a:lnTo>
                  <a:cubicBezTo>
                    <a:pt x="259495" y="338780"/>
                    <a:pt x="254006" y="341066"/>
                    <a:pt x="248401" y="343035"/>
                  </a:cubicBezTo>
                  <a:lnTo>
                    <a:pt x="248401" y="388697"/>
                  </a:lnTo>
                  <a:cubicBezTo>
                    <a:pt x="248464" y="392543"/>
                    <a:pt x="245398" y="395711"/>
                    <a:pt x="241553" y="395774"/>
                  </a:cubicBezTo>
                  <a:cubicBezTo>
                    <a:pt x="241514" y="395775"/>
                    <a:pt x="241476" y="395775"/>
                    <a:pt x="241438" y="395775"/>
                  </a:cubicBezTo>
                  <a:close/>
                  <a:moveTo>
                    <a:pt x="161529" y="381962"/>
                  </a:moveTo>
                  <a:lnTo>
                    <a:pt x="234817" y="381962"/>
                  </a:lnTo>
                  <a:lnTo>
                    <a:pt x="234817" y="338013"/>
                  </a:lnTo>
                  <a:cubicBezTo>
                    <a:pt x="234622" y="334803"/>
                    <a:pt x="236651" y="331878"/>
                    <a:pt x="239725" y="330935"/>
                  </a:cubicBezTo>
                  <a:cubicBezTo>
                    <a:pt x="247606" y="328521"/>
                    <a:pt x="255248" y="325387"/>
                    <a:pt x="262556" y="321574"/>
                  </a:cubicBezTo>
                  <a:cubicBezTo>
                    <a:pt x="265243" y="320188"/>
                    <a:pt x="268519" y="320696"/>
                    <a:pt x="270661" y="322830"/>
                  </a:cubicBezTo>
                  <a:lnTo>
                    <a:pt x="302168" y="353766"/>
                  </a:lnTo>
                  <a:lnTo>
                    <a:pt x="353880" y="302054"/>
                  </a:lnTo>
                  <a:lnTo>
                    <a:pt x="322830" y="271004"/>
                  </a:lnTo>
                  <a:cubicBezTo>
                    <a:pt x="320696" y="268861"/>
                    <a:pt x="320188" y="265586"/>
                    <a:pt x="321574" y="262899"/>
                  </a:cubicBezTo>
                  <a:cubicBezTo>
                    <a:pt x="325452" y="255449"/>
                    <a:pt x="328624" y="247652"/>
                    <a:pt x="331049" y="239611"/>
                  </a:cubicBezTo>
                  <a:cubicBezTo>
                    <a:pt x="331987" y="236749"/>
                    <a:pt x="334659" y="234815"/>
                    <a:pt x="337670" y="234817"/>
                  </a:cubicBezTo>
                  <a:lnTo>
                    <a:pt x="381620" y="234817"/>
                  </a:lnTo>
                  <a:lnTo>
                    <a:pt x="381620" y="161187"/>
                  </a:lnTo>
                  <a:lnTo>
                    <a:pt x="338127" y="161187"/>
                  </a:lnTo>
                  <a:cubicBezTo>
                    <a:pt x="334917" y="161381"/>
                    <a:pt x="331992" y="159352"/>
                    <a:pt x="331049" y="156278"/>
                  </a:cubicBezTo>
                  <a:cubicBezTo>
                    <a:pt x="328533" y="148144"/>
                    <a:pt x="325247" y="140270"/>
                    <a:pt x="321232" y="132762"/>
                  </a:cubicBezTo>
                  <a:cubicBezTo>
                    <a:pt x="319808" y="130081"/>
                    <a:pt x="320319" y="126782"/>
                    <a:pt x="322487" y="124657"/>
                  </a:cubicBezTo>
                  <a:lnTo>
                    <a:pt x="353880" y="93493"/>
                  </a:lnTo>
                  <a:lnTo>
                    <a:pt x="302168" y="41781"/>
                  </a:lnTo>
                  <a:lnTo>
                    <a:pt x="271118" y="72831"/>
                  </a:lnTo>
                  <a:cubicBezTo>
                    <a:pt x="268902" y="75187"/>
                    <a:pt x="265355" y="75707"/>
                    <a:pt x="262556" y="74087"/>
                  </a:cubicBezTo>
                  <a:cubicBezTo>
                    <a:pt x="255255" y="70107"/>
                    <a:pt x="247614" y="66783"/>
                    <a:pt x="239725" y="64155"/>
                  </a:cubicBezTo>
                  <a:cubicBezTo>
                    <a:pt x="236841" y="63248"/>
                    <a:pt x="234892" y="60557"/>
                    <a:pt x="234931" y="57534"/>
                  </a:cubicBezTo>
                  <a:lnTo>
                    <a:pt x="234931" y="13699"/>
                  </a:lnTo>
                  <a:lnTo>
                    <a:pt x="161301" y="13699"/>
                  </a:lnTo>
                  <a:lnTo>
                    <a:pt x="161301" y="57534"/>
                  </a:lnTo>
                  <a:cubicBezTo>
                    <a:pt x="161324" y="60589"/>
                    <a:pt x="159321" y="63290"/>
                    <a:pt x="156392" y="64155"/>
                  </a:cubicBezTo>
                  <a:cubicBezTo>
                    <a:pt x="148275" y="66760"/>
                    <a:pt x="140405" y="70084"/>
                    <a:pt x="132876" y="74087"/>
                  </a:cubicBezTo>
                  <a:cubicBezTo>
                    <a:pt x="130195" y="75510"/>
                    <a:pt x="126896" y="74999"/>
                    <a:pt x="124771" y="72831"/>
                  </a:cubicBezTo>
                  <a:lnTo>
                    <a:pt x="93607" y="41781"/>
                  </a:lnTo>
                  <a:lnTo>
                    <a:pt x="41895" y="93493"/>
                  </a:lnTo>
                  <a:lnTo>
                    <a:pt x="72945" y="124657"/>
                  </a:lnTo>
                  <a:cubicBezTo>
                    <a:pt x="75114" y="126782"/>
                    <a:pt x="75625" y="130081"/>
                    <a:pt x="74201" y="132762"/>
                  </a:cubicBezTo>
                  <a:cubicBezTo>
                    <a:pt x="70198" y="140291"/>
                    <a:pt x="66874" y="148160"/>
                    <a:pt x="64269" y="156278"/>
                  </a:cubicBezTo>
                  <a:cubicBezTo>
                    <a:pt x="63404" y="159207"/>
                    <a:pt x="60703" y="161209"/>
                    <a:pt x="57648" y="161187"/>
                  </a:cubicBezTo>
                  <a:lnTo>
                    <a:pt x="13813" y="161187"/>
                  </a:lnTo>
                  <a:lnTo>
                    <a:pt x="13813" y="234474"/>
                  </a:lnTo>
                  <a:lnTo>
                    <a:pt x="57648" y="234474"/>
                  </a:lnTo>
                  <a:cubicBezTo>
                    <a:pt x="60671" y="234435"/>
                    <a:pt x="63362" y="236384"/>
                    <a:pt x="64269" y="239269"/>
                  </a:cubicBezTo>
                  <a:cubicBezTo>
                    <a:pt x="66898" y="247267"/>
                    <a:pt x="70221" y="255022"/>
                    <a:pt x="74201" y="262442"/>
                  </a:cubicBezTo>
                  <a:cubicBezTo>
                    <a:pt x="75586" y="265129"/>
                    <a:pt x="75079" y="268404"/>
                    <a:pt x="72945" y="270547"/>
                  </a:cubicBezTo>
                  <a:lnTo>
                    <a:pt x="41895" y="302054"/>
                  </a:lnTo>
                  <a:lnTo>
                    <a:pt x="93607" y="353766"/>
                  </a:lnTo>
                  <a:lnTo>
                    <a:pt x="124771" y="322716"/>
                  </a:lnTo>
                  <a:cubicBezTo>
                    <a:pt x="126896" y="320547"/>
                    <a:pt x="130195" y="320037"/>
                    <a:pt x="132876" y="321460"/>
                  </a:cubicBezTo>
                  <a:cubicBezTo>
                    <a:pt x="140397" y="325357"/>
                    <a:pt x="148271" y="328530"/>
                    <a:pt x="156392" y="330935"/>
                  </a:cubicBezTo>
                  <a:cubicBezTo>
                    <a:pt x="159299" y="331832"/>
                    <a:pt x="161287" y="334514"/>
                    <a:pt x="161301" y="33755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6C3D96A-A30A-0942-816C-5C63AC4C90C8}"/>
                </a:ext>
              </a:extLst>
            </p:cNvPr>
            <p:cNvSpPr/>
            <p:nvPr/>
          </p:nvSpPr>
          <p:spPr>
            <a:xfrm>
              <a:off x="5986755" y="2354383"/>
              <a:ext cx="242464" cy="242464"/>
            </a:xfrm>
            <a:custGeom>
              <a:avLst/>
              <a:gdLst>
                <a:gd name="connsiteX0" fmla="*/ 120775 w 242464"/>
                <a:gd name="connsiteY0" fmla="*/ 242464 h 242464"/>
                <a:gd name="connsiteX1" fmla="*/ 1 w 242464"/>
                <a:gd name="connsiteY1" fmla="*/ 120775 h 242464"/>
                <a:gd name="connsiteX2" fmla="*/ 121691 w 242464"/>
                <a:gd name="connsiteY2" fmla="*/ 1 h 242464"/>
                <a:gd name="connsiteX3" fmla="*/ 242464 w 242464"/>
                <a:gd name="connsiteY3" fmla="*/ 120775 h 242464"/>
                <a:gd name="connsiteX4" fmla="*/ 121461 w 242464"/>
                <a:gd name="connsiteY4" fmla="*/ 242464 h 242464"/>
                <a:gd name="connsiteX5" fmla="*/ 120775 w 242464"/>
                <a:gd name="connsiteY5" fmla="*/ 242464 h 242464"/>
                <a:gd name="connsiteX6" fmla="*/ 120775 w 242464"/>
                <a:gd name="connsiteY6" fmla="*/ 14154 h 242464"/>
                <a:gd name="connsiteX7" fmla="*/ 13355 w 242464"/>
                <a:gd name="connsiteY7" fmla="*/ 121574 h 242464"/>
                <a:gd name="connsiteX8" fmla="*/ 120775 w 242464"/>
                <a:gd name="connsiteY8" fmla="*/ 228994 h 242464"/>
                <a:gd name="connsiteX9" fmla="*/ 228195 w 242464"/>
                <a:gd name="connsiteY9" fmla="*/ 121574 h 242464"/>
                <a:gd name="connsiteX10" fmla="*/ 121348 w 242464"/>
                <a:gd name="connsiteY10" fmla="*/ 13357 h 242464"/>
                <a:gd name="connsiteX11" fmla="*/ 120775 w 242464"/>
                <a:gd name="connsiteY11" fmla="*/ 13355 h 24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464" h="242464">
                  <a:moveTo>
                    <a:pt x="120775" y="242464"/>
                  </a:moveTo>
                  <a:cubicBezTo>
                    <a:pt x="53821" y="242212"/>
                    <a:pt x="-252" y="187729"/>
                    <a:pt x="1" y="120775"/>
                  </a:cubicBezTo>
                  <a:cubicBezTo>
                    <a:pt x="254" y="53821"/>
                    <a:pt x="54735" y="-252"/>
                    <a:pt x="121691" y="1"/>
                  </a:cubicBezTo>
                  <a:cubicBezTo>
                    <a:pt x="188287" y="252"/>
                    <a:pt x="242213" y="54178"/>
                    <a:pt x="242464" y="120775"/>
                  </a:cubicBezTo>
                  <a:cubicBezTo>
                    <a:pt x="242654" y="187793"/>
                    <a:pt x="188478" y="242275"/>
                    <a:pt x="121461" y="242464"/>
                  </a:cubicBezTo>
                  <a:cubicBezTo>
                    <a:pt x="121233" y="242465"/>
                    <a:pt x="121003" y="242465"/>
                    <a:pt x="120775" y="242464"/>
                  </a:cubicBezTo>
                  <a:close/>
                  <a:moveTo>
                    <a:pt x="120775" y="14154"/>
                  </a:moveTo>
                  <a:cubicBezTo>
                    <a:pt x="61449" y="14154"/>
                    <a:pt x="13355" y="62248"/>
                    <a:pt x="13355" y="121574"/>
                  </a:cubicBezTo>
                  <a:cubicBezTo>
                    <a:pt x="13355" y="180900"/>
                    <a:pt x="61449" y="228994"/>
                    <a:pt x="120775" y="228994"/>
                  </a:cubicBezTo>
                  <a:cubicBezTo>
                    <a:pt x="180101" y="228994"/>
                    <a:pt x="228195" y="180900"/>
                    <a:pt x="228195" y="121574"/>
                  </a:cubicBezTo>
                  <a:cubicBezTo>
                    <a:pt x="228573" y="62186"/>
                    <a:pt x="180736" y="13736"/>
                    <a:pt x="121348" y="13357"/>
                  </a:cubicBezTo>
                  <a:cubicBezTo>
                    <a:pt x="121157" y="13356"/>
                    <a:pt x="120966" y="13356"/>
                    <a:pt x="120775" y="13355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CA5A54F-3F97-6E4E-A591-609553BB607B}"/>
                </a:ext>
              </a:extLst>
            </p:cNvPr>
            <p:cNvSpPr/>
            <p:nvPr/>
          </p:nvSpPr>
          <p:spPr>
            <a:xfrm>
              <a:off x="6062724" y="2397631"/>
              <a:ext cx="89555" cy="155053"/>
            </a:xfrm>
            <a:custGeom>
              <a:avLst/>
              <a:gdLst>
                <a:gd name="connsiteX0" fmla="*/ 44806 w 89555"/>
                <a:gd name="connsiteY0" fmla="*/ 155038 h 155053"/>
                <a:gd name="connsiteX1" fmla="*/ 58 w 89555"/>
                <a:gd name="connsiteY1" fmla="*/ 112801 h 155053"/>
                <a:gd name="connsiteX2" fmla="*/ 6075 w 89555"/>
                <a:gd name="connsiteY2" fmla="*/ 105005 h 155053"/>
                <a:gd name="connsiteX3" fmla="*/ 13870 w 89555"/>
                <a:gd name="connsiteY3" fmla="*/ 111021 h 155053"/>
                <a:gd name="connsiteX4" fmla="*/ 13870 w 89555"/>
                <a:gd name="connsiteY4" fmla="*/ 112801 h 155053"/>
                <a:gd name="connsiteX5" fmla="*/ 44806 w 89555"/>
                <a:gd name="connsiteY5" fmla="*/ 141111 h 155053"/>
                <a:gd name="connsiteX6" fmla="*/ 75742 w 89555"/>
                <a:gd name="connsiteY6" fmla="*/ 112801 h 155053"/>
                <a:gd name="connsiteX7" fmla="*/ 44806 w 89555"/>
                <a:gd name="connsiteY7" fmla="*/ 84376 h 155053"/>
                <a:gd name="connsiteX8" fmla="*/ 58 w 89555"/>
                <a:gd name="connsiteY8" fmla="*/ 42253 h 155053"/>
                <a:gd name="connsiteX9" fmla="*/ 44806 w 89555"/>
                <a:gd name="connsiteY9" fmla="*/ 16 h 155053"/>
                <a:gd name="connsiteX10" fmla="*/ 89555 w 89555"/>
                <a:gd name="connsiteY10" fmla="*/ 42253 h 155053"/>
                <a:gd name="connsiteX11" fmla="*/ 81760 w 89555"/>
                <a:gd name="connsiteY11" fmla="*/ 48270 h 155053"/>
                <a:gd name="connsiteX12" fmla="*/ 75742 w 89555"/>
                <a:gd name="connsiteY12" fmla="*/ 42253 h 155053"/>
                <a:gd name="connsiteX13" fmla="*/ 44806 w 89555"/>
                <a:gd name="connsiteY13" fmla="*/ 13829 h 155053"/>
                <a:gd name="connsiteX14" fmla="*/ 13870 w 89555"/>
                <a:gd name="connsiteY14" fmla="*/ 42253 h 155053"/>
                <a:gd name="connsiteX15" fmla="*/ 44806 w 89555"/>
                <a:gd name="connsiteY15" fmla="*/ 70564 h 155053"/>
                <a:gd name="connsiteX16" fmla="*/ 89555 w 89555"/>
                <a:gd name="connsiteY16" fmla="*/ 112801 h 155053"/>
                <a:gd name="connsiteX17" fmla="*/ 44806 w 89555"/>
                <a:gd name="connsiteY17" fmla="*/ 155038 h 15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555" h="155053">
                  <a:moveTo>
                    <a:pt x="44806" y="155038"/>
                  </a:moveTo>
                  <a:cubicBezTo>
                    <a:pt x="20807" y="155679"/>
                    <a:pt x="803" y="136798"/>
                    <a:pt x="58" y="112801"/>
                  </a:cubicBezTo>
                  <a:cubicBezTo>
                    <a:pt x="-433" y="108987"/>
                    <a:pt x="2260" y="105496"/>
                    <a:pt x="6075" y="105005"/>
                  </a:cubicBezTo>
                  <a:cubicBezTo>
                    <a:pt x="9889" y="104513"/>
                    <a:pt x="13380" y="107207"/>
                    <a:pt x="13870" y="111021"/>
                  </a:cubicBezTo>
                  <a:cubicBezTo>
                    <a:pt x="13947" y="111612"/>
                    <a:pt x="13947" y="112211"/>
                    <a:pt x="13870" y="112801"/>
                  </a:cubicBezTo>
                  <a:cubicBezTo>
                    <a:pt x="14672" y="129125"/>
                    <a:pt x="28474" y="141757"/>
                    <a:pt x="44806" y="141111"/>
                  </a:cubicBezTo>
                  <a:cubicBezTo>
                    <a:pt x="61139" y="141757"/>
                    <a:pt x="74941" y="129125"/>
                    <a:pt x="75742" y="112801"/>
                  </a:cubicBezTo>
                  <a:cubicBezTo>
                    <a:pt x="75002" y="96431"/>
                    <a:pt x="61181" y="83731"/>
                    <a:pt x="44806" y="84376"/>
                  </a:cubicBezTo>
                  <a:cubicBezTo>
                    <a:pt x="20825" y="85081"/>
                    <a:pt x="803" y="66232"/>
                    <a:pt x="58" y="42253"/>
                  </a:cubicBezTo>
                  <a:cubicBezTo>
                    <a:pt x="803" y="18255"/>
                    <a:pt x="20807" y="-625"/>
                    <a:pt x="44806" y="16"/>
                  </a:cubicBezTo>
                  <a:cubicBezTo>
                    <a:pt x="68806" y="-625"/>
                    <a:pt x="88810" y="18255"/>
                    <a:pt x="89555" y="42253"/>
                  </a:cubicBezTo>
                  <a:cubicBezTo>
                    <a:pt x="89064" y="46067"/>
                    <a:pt x="85573" y="48761"/>
                    <a:pt x="81760" y="48270"/>
                  </a:cubicBezTo>
                  <a:cubicBezTo>
                    <a:pt x="78619" y="47865"/>
                    <a:pt x="76147" y="45394"/>
                    <a:pt x="75742" y="42253"/>
                  </a:cubicBezTo>
                  <a:cubicBezTo>
                    <a:pt x="75002" y="25883"/>
                    <a:pt x="61181" y="13184"/>
                    <a:pt x="44806" y="13829"/>
                  </a:cubicBezTo>
                  <a:cubicBezTo>
                    <a:pt x="28432" y="13184"/>
                    <a:pt x="14611" y="25883"/>
                    <a:pt x="13870" y="42253"/>
                  </a:cubicBezTo>
                  <a:cubicBezTo>
                    <a:pt x="14672" y="58577"/>
                    <a:pt x="28475" y="71210"/>
                    <a:pt x="44806" y="70564"/>
                  </a:cubicBezTo>
                  <a:cubicBezTo>
                    <a:pt x="68806" y="69923"/>
                    <a:pt x="88810" y="88803"/>
                    <a:pt x="89555" y="112801"/>
                  </a:cubicBezTo>
                  <a:cubicBezTo>
                    <a:pt x="88810" y="136798"/>
                    <a:pt x="68806" y="155679"/>
                    <a:pt x="44806" y="15503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A1B386F-32F1-1045-8E67-2F338572D58A}"/>
                </a:ext>
              </a:extLst>
            </p:cNvPr>
            <p:cNvSpPr/>
            <p:nvPr/>
          </p:nvSpPr>
          <p:spPr>
            <a:xfrm>
              <a:off x="6114379" y="2383378"/>
              <a:ext cx="13926" cy="183560"/>
            </a:xfrm>
            <a:custGeom>
              <a:avLst/>
              <a:gdLst>
                <a:gd name="connsiteX0" fmla="*/ 6963 w 13926"/>
                <a:gd name="connsiteY0" fmla="*/ 183561 h 183560"/>
                <a:gd name="connsiteX1" fmla="*/ 0 w 13926"/>
                <a:gd name="connsiteY1" fmla="*/ 176598 h 183560"/>
                <a:gd name="connsiteX2" fmla="*/ 0 w 13926"/>
                <a:gd name="connsiteY2" fmla="*/ 6963 h 183560"/>
                <a:gd name="connsiteX3" fmla="*/ 6963 w 13926"/>
                <a:gd name="connsiteY3" fmla="*/ 0 h 183560"/>
                <a:gd name="connsiteX4" fmla="*/ 13927 w 13926"/>
                <a:gd name="connsiteY4" fmla="*/ 6963 h 183560"/>
                <a:gd name="connsiteX5" fmla="*/ 13927 w 13926"/>
                <a:gd name="connsiteY5" fmla="*/ 176598 h 183560"/>
                <a:gd name="connsiteX6" fmla="*/ 6963 w 13926"/>
                <a:gd name="connsiteY6" fmla="*/ 183561 h 18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26" h="183560">
                  <a:moveTo>
                    <a:pt x="6963" y="183561"/>
                  </a:moveTo>
                  <a:cubicBezTo>
                    <a:pt x="3118" y="183561"/>
                    <a:pt x="0" y="180443"/>
                    <a:pt x="0" y="176598"/>
                  </a:cubicBezTo>
                  <a:lnTo>
                    <a:pt x="0" y="6963"/>
                  </a:lnTo>
                  <a:cubicBezTo>
                    <a:pt x="0" y="3118"/>
                    <a:pt x="3118" y="0"/>
                    <a:pt x="6963" y="0"/>
                  </a:cubicBezTo>
                  <a:cubicBezTo>
                    <a:pt x="10809" y="0"/>
                    <a:pt x="13927" y="3118"/>
                    <a:pt x="13927" y="6963"/>
                  </a:cubicBezTo>
                  <a:lnTo>
                    <a:pt x="13927" y="176598"/>
                  </a:lnTo>
                  <a:cubicBezTo>
                    <a:pt x="13927" y="180443"/>
                    <a:pt x="10809" y="183561"/>
                    <a:pt x="6963" y="18356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508D9B5-619D-FB4B-BBEE-DED64FD53C48}"/>
                </a:ext>
              </a:extLst>
            </p:cNvPr>
            <p:cNvSpPr/>
            <p:nvPr/>
          </p:nvSpPr>
          <p:spPr>
            <a:xfrm>
              <a:off x="6086696" y="2382487"/>
              <a:ext cx="13927" cy="184451"/>
            </a:xfrm>
            <a:custGeom>
              <a:avLst/>
              <a:gdLst>
                <a:gd name="connsiteX0" fmla="*/ 7021 w 13927"/>
                <a:gd name="connsiteY0" fmla="*/ 184452 h 184451"/>
                <a:gd name="connsiteX1" fmla="*/ 58 w 13927"/>
                <a:gd name="connsiteY1" fmla="*/ 177488 h 184451"/>
                <a:gd name="connsiteX2" fmla="*/ 58 w 13927"/>
                <a:gd name="connsiteY2" fmla="*/ 7854 h 184451"/>
                <a:gd name="connsiteX3" fmla="*/ 6075 w 13927"/>
                <a:gd name="connsiteY3" fmla="*/ 58 h 184451"/>
                <a:gd name="connsiteX4" fmla="*/ 13870 w 13927"/>
                <a:gd name="connsiteY4" fmla="*/ 6074 h 184451"/>
                <a:gd name="connsiteX5" fmla="*/ 13870 w 13927"/>
                <a:gd name="connsiteY5" fmla="*/ 7854 h 184451"/>
                <a:gd name="connsiteX6" fmla="*/ 13870 w 13927"/>
                <a:gd name="connsiteY6" fmla="*/ 177488 h 184451"/>
                <a:gd name="connsiteX7" fmla="*/ 7136 w 13927"/>
                <a:gd name="connsiteY7" fmla="*/ 184450 h 184451"/>
                <a:gd name="connsiteX8" fmla="*/ 7021 w 13927"/>
                <a:gd name="connsiteY8" fmla="*/ 184452 h 18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7" h="184451">
                  <a:moveTo>
                    <a:pt x="7021" y="184452"/>
                  </a:moveTo>
                  <a:cubicBezTo>
                    <a:pt x="3175" y="184452"/>
                    <a:pt x="58" y="181334"/>
                    <a:pt x="58" y="177488"/>
                  </a:cubicBezTo>
                  <a:lnTo>
                    <a:pt x="58" y="7854"/>
                  </a:lnTo>
                  <a:cubicBezTo>
                    <a:pt x="-433" y="4040"/>
                    <a:pt x="2260" y="549"/>
                    <a:pt x="6075" y="58"/>
                  </a:cubicBezTo>
                  <a:cubicBezTo>
                    <a:pt x="9889" y="-434"/>
                    <a:pt x="13380" y="2260"/>
                    <a:pt x="13870" y="6074"/>
                  </a:cubicBezTo>
                  <a:cubicBezTo>
                    <a:pt x="13947" y="6665"/>
                    <a:pt x="13947" y="7263"/>
                    <a:pt x="13870" y="7854"/>
                  </a:cubicBezTo>
                  <a:lnTo>
                    <a:pt x="13870" y="177488"/>
                  </a:lnTo>
                  <a:cubicBezTo>
                    <a:pt x="13933" y="181270"/>
                    <a:pt x="10918" y="184388"/>
                    <a:pt x="7136" y="184450"/>
                  </a:cubicBezTo>
                  <a:cubicBezTo>
                    <a:pt x="7098" y="184452"/>
                    <a:pt x="7060" y="184452"/>
                    <a:pt x="7021" y="184452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4" name="Graphic 31">
            <a:extLst>
              <a:ext uri="{FF2B5EF4-FFF2-40B4-BE49-F238E27FC236}">
                <a16:creationId xmlns:a16="http://schemas.microsoft.com/office/drawing/2014/main" id="{CC86C178-7E68-DE40-8741-166DB3E3569A}"/>
              </a:ext>
            </a:extLst>
          </p:cNvPr>
          <p:cNvGrpSpPr>
            <a:grpSpLocks noChangeAspect="1"/>
          </p:cNvGrpSpPr>
          <p:nvPr/>
        </p:nvGrpSpPr>
        <p:grpSpPr>
          <a:xfrm>
            <a:off x="5924953" y="2290832"/>
            <a:ext cx="374116" cy="364794"/>
            <a:chOff x="5924953" y="2290832"/>
            <a:chExt cx="374116" cy="364794"/>
          </a:xfrm>
          <a:solidFill>
            <a:srgbClr val="FFFFFF"/>
          </a:solidFill>
        </p:grpSpPr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716617E-09E0-1F49-900F-E1C46A695E5D}"/>
                </a:ext>
              </a:extLst>
            </p:cNvPr>
            <p:cNvSpPr/>
            <p:nvPr/>
          </p:nvSpPr>
          <p:spPr>
            <a:xfrm>
              <a:off x="6074431" y="2453624"/>
              <a:ext cx="75104" cy="132735"/>
            </a:xfrm>
            <a:custGeom>
              <a:avLst/>
              <a:gdLst>
                <a:gd name="connsiteX0" fmla="*/ 37608 w 75104"/>
                <a:gd name="connsiteY0" fmla="*/ 131813 h 132735"/>
                <a:gd name="connsiteX1" fmla="*/ 57 w 75104"/>
                <a:gd name="connsiteY1" fmla="*/ 95278 h 132735"/>
                <a:gd name="connsiteX2" fmla="*/ 5947 w 75104"/>
                <a:gd name="connsiteY2" fmla="*/ 87407 h 132735"/>
                <a:gd name="connsiteX3" fmla="*/ 13579 w 75104"/>
                <a:gd name="connsiteY3" fmla="*/ 93481 h 132735"/>
                <a:gd name="connsiteX4" fmla="*/ 13579 w 75104"/>
                <a:gd name="connsiteY4" fmla="*/ 95278 h 132735"/>
                <a:gd name="connsiteX5" fmla="*/ 37466 w 75104"/>
                <a:gd name="connsiteY5" fmla="*/ 118334 h 132735"/>
                <a:gd name="connsiteX6" fmla="*/ 37608 w 75104"/>
                <a:gd name="connsiteY6" fmla="*/ 118328 h 132735"/>
                <a:gd name="connsiteX7" fmla="*/ 63961 w 75104"/>
                <a:gd name="connsiteY7" fmla="*/ 100326 h 132735"/>
                <a:gd name="connsiteX8" fmla="*/ 46504 w 75104"/>
                <a:gd name="connsiteY8" fmla="*/ 73149 h 132735"/>
                <a:gd name="connsiteX9" fmla="*/ 37608 w 75104"/>
                <a:gd name="connsiteY9" fmla="*/ 73149 h 132735"/>
                <a:gd name="connsiteX10" fmla="*/ 57 w 75104"/>
                <a:gd name="connsiteY10" fmla="*/ 36614 h 132735"/>
                <a:gd name="connsiteX11" fmla="*/ 39599 w 75104"/>
                <a:gd name="connsiteY11" fmla="*/ 59 h 132735"/>
                <a:gd name="connsiteX12" fmla="*/ 75047 w 75104"/>
                <a:gd name="connsiteY12" fmla="*/ 36614 h 132735"/>
                <a:gd name="connsiteX13" fmla="*/ 69157 w 75104"/>
                <a:gd name="connsiteY13" fmla="*/ 44485 h 132735"/>
                <a:gd name="connsiteX14" fmla="*/ 61525 w 75104"/>
                <a:gd name="connsiteY14" fmla="*/ 38411 h 132735"/>
                <a:gd name="connsiteX15" fmla="*/ 61525 w 75104"/>
                <a:gd name="connsiteY15" fmla="*/ 36614 h 132735"/>
                <a:gd name="connsiteX16" fmla="*/ 37608 w 75104"/>
                <a:gd name="connsiteY16" fmla="*/ 14140 h 132735"/>
                <a:gd name="connsiteX17" fmla="*/ 13579 w 75104"/>
                <a:gd name="connsiteY17" fmla="*/ 36614 h 132735"/>
                <a:gd name="connsiteX18" fmla="*/ 37466 w 75104"/>
                <a:gd name="connsiteY18" fmla="*/ 59671 h 132735"/>
                <a:gd name="connsiteX19" fmla="*/ 37608 w 75104"/>
                <a:gd name="connsiteY19" fmla="*/ 59665 h 132735"/>
                <a:gd name="connsiteX20" fmla="*/ 73036 w 75104"/>
                <a:gd name="connsiteY20" fmla="*/ 96200 h 132735"/>
                <a:gd name="connsiteX21" fmla="*/ 37608 w 75104"/>
                <a:gd name="connsiteY21" fmla="*/ 132735 h 132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5104" h="132735">
                  <a:moveTo>
                    <a:pt x="37608" y="131813"/>
                  </a:moveTo>
                  <a:cubicBezTo>
                    <a:pt x="17464" y="132394"/>
                    <a:pt x="664" y="116050"/>
                    <a:pt x="57" y="95278"/>
                  </a:cubicBezTo>
                  <a:cubicBezTo>
                    <a:pt x="-424" y="91427"/>
                    <a:pt x="2212" y="87903"/>
                    <a:pt x="5947" y="87407"/>
                  </a:cubicBezTo>
                  <a:cubicBezTo>
                    <a:pt x="9681" y="86911"/>
                    <a:pt x="13099" y="89631"/>
                    <a:pt x="13579" y="93481"/>
                  </a:cubicBezTo>
                  <a:cubicBezTo>
                    <a:pt x="13654" y="94078"/>
                    <a:pt x="13654" y="94682"/>
                    <a:pt x="13579" y="95278"/>
                  </a:cubicBezTo>
                  <a:cubicBezTo>
                    <a:pt x="14002" y="108447"/>
                    <a:pt x="24696" y="118769"/>
                    <a:pt x="37466" y="118334"/>
                  </a:cubicBezTo>
                  <a:cubicBezTo>
                    <a:pt x="37513" y="118332"/>
                    <a:pt x="37561" y="118331"/>
                    <a:pt x="37608" y="118328"/>
                  </a:cubicBezTo>
                  <a:cubicBezTo>
                    <a:pt x="49706" y="120862"/>
                    <a:pt x="61504" y="112802"/>
                    <a:pt x="63961" y="100326"/>
                  </a:cubicBezTo>
                  <a:cubicBezTo>
                    <a:pt x="66417" y="87850"/>
                    <a:pt x="58602" y="75683"/>
                    <a:pt x="46504" y="73149"/>
                  </a:cubicBezTo>
                  <a:cubicBezTo>
                    <a:pt x="43568" y="72535"/>
                    <a:pt x="40544" y="72535"/>
                    <a:pt x="37608" y="73149"/>
                  </a:cubicBezTo>
                  <a:cubicBezTo>
                    <a:pt x="17464" y="73732"/>
                    <a:pt x="664" y="57386"/>
                    <a:pt x="57" y="36614"/>
                  </a:cubicBezTo>
                  <a:cubicBezTo>
                    <a:pt x="1188" y="15259"/>
                    <a:pt x="18891" y="-1108"/>
                    <a:pt x="39599" y="59"/>
                  </a:cubicBezTo>
                  <a:cubicBezTo>
                    <a:pt x="58727" y="1136"/>
                    <a:pt x="74003" y="16889"/>
                    <a:pt x="75047" y="36614"/>
                  </a:cubicBezTo>
                  <a:cubicBezTo>
                    <a:pt x="75528" y="40465"/>
                    <a:pt x="72892" y="43989"/>
                    <a:pt x="69157" y="44485"/>
                  </a:cubicBezTo>
                  <a:cubicBezTo>
                    <a:pt x="65423" y="44982"/>
                    <a:pt x="62005" y="42262"/>
                    <a:pt x="61525" y="38411"/>
                  </a:cubicBezTo>
                  <a:cubicBezTo>
                    <a:pt x="61450" y="37814"/>
                    <a:pt x="61450" y="37210"/>
                    <a:pt x="61525" y="36614"/>
                  </a:cubicBezTo>
                  <a:cubicBezTo>
                    <a:pt x="60921" y="23606"/>
                    <a:pt x="50224" y="13554"/>
                    <a:pt x="37608" y="14140"/>
                  </a:cubicBezTo>
                  <a:cubicBezTo>
                    <a:pt x="24971" y="13552"/>
                    <a:pt x="14242" y="23587"/>
                    <a:pt x="13579" y="36614"/>
                  </a:cubicBezTo>
                  <a:cubicBezTo>
                    <a:pt x="14002" y="49783"/>
                    <a:pt x="24696" y="60105"/>
                    <a:pt x="37466" y="59671"/>
                  </a:cubicBezTo>
                  <a:cubicBezTo>
                    <a:pt x="37513" y="59668"/>
                    <a:pt x="37561" y="59667"/>
                    <a:pt x="37608" y="59665"/>
                  </a:cubicBezTo>
                  <a:cubicBezTo>
                    <a:pt x="57174" y="59665"/>
                    <a:pt x="73036" y="76023"/>
                    <a:pt x="73036" y="96200"/>
                  </a:cubicBezTo>
                  <a:cubicBezTo>
                    <a:pt x="73036" y="116377"/>
                    <a:pt x="57174" y="132735"/>
                    <a:pt x="37608" y="132735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1E9E9E6A-64DB-B24F-A689-F0A3D6681BBF}"/>
                </a:ext>
              </a:extLst>
            </p:cNvPr>
            <p:cNvSpPr/>
            <p:nvPr/>
          </p:nvSpPr>
          <p:spPr>
            <a:xfrm>
              <a:off x="6105221" y="2442153"/>
              <a:ext cx="13522" cy="155269"/>
            </a:xfrm>
            <a:custGeom>
              <a:avLst/>
              <a:gdLst>
                <a:gd name="connsiteX0" fmla="*/ 6817 w 13522"/>
                <a:gd name="connsiteY0" fmla="*/ 155270 h 155269"/>
                <a:gd name="connsiteX1" fmla="*/ 0 w 13522"/>
                <a:gd name="connsiteY1" fmla="*/ 148240 h 155269"/>
                <a:gd name="connsiteX2" fmla="*/ 0 w 13522"/>
                <a:gd name="connsiteY2" fmla="*/ 6133 h 155269"/>
                <a:gd name="connsiteX3" fmla="*/ 7632 w 13522"/>
                <a:gd name="connsiteY3" fmla="*/ 58 h 155269"/>
                <a:gd name="connsiteX4" fmla="*/ 13523 w 13522"/>
                <a:gd name="connsiteY4" fmla="*/ 6133 h 155269"/>
                <a:gd name="connsiteX5" fmla="*/ 13523 w 13522"/>
                <a:gd name="connsiteY5" fmla="*/ 148240 h 155269"/>
                <a:gd name="connsiteX6" fmla="*/ 6817 w 13522"/>
                <a:gd name="connsiteY6" fmla="*/ 155270 h 15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22" h="155269">
                  <a:moveTo>
                    <a:pt x="6817" y="155270"/>
                  </a:moveTo>
                  <a:cubicBezTo>
                    <a:pt x="3052" y="155270"/>
                    <a:pt x="0" y="152122"/>
                    <a:pt x="0" y="148240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148240"/>
                  </a:lnTo>
                  <a:cubicBezTo>
                    <a:pt x="13523" y="152077"/>
                    <a:pt x="10539" y="155207"/>
                    <a:pt x="6817" y="15527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A64D0E26-F323-5A4B-8572-00B02988E5F3}"/>
                </a:ext>
              </a:extLst>
            </p:cNvPr>
            <p:cNvSpPr/>
            <p:nvPr/>
          </p:nvSpPr>
          <p:spPr>
            <a:xfrm>
              <a:off x="6285434" y="2436554"/>
              <a:ext cx="13635" cy="32362"/>
            </a:xfrm>
            <a:custGeom>
              <a:avLst/>
              <a:gdLst>
                <a:gd name="connsiteX0" fmla="*/ 6874 w 13635"/>
                <a:gd name="connsiteY0" fmla="*/ 32363 h 32362"/>
                <a:gd name="connsiteX1" fmla="*/ 57 w 13635"/>
                <a:gd name="connsiteY1" fmla="*/ 25332 h 32362"/>
                <a:gd name="connsiteX2" fmla="*/ 57 w 13635"/>
                <a:gd name="connsiteY2" fmla="*/ 7929 h 32362"/>
                <a:gd name="connsiteX3" fmla="*/ 5947 w 13635"/>
                <a:gd name="connsiteY3" fmla="*/ 59 h 32362"/>
                <a:gd name="connsiteX4" fmla="*/ 13580 w 13635"/>
                <a:gd name="connsiteY4" fmla="*/ 6132 h 32362"/>
                <a:gd name="connsiteX5" fmla="*/ 13580 w 13635"/>
                <a:gd name="connsiteY5" fmla="*/ 7929 h 32362"/>
                <a:gd name="connsiteX6" fmla="*/ 13580 w 13635"/>
                <a:gd name="connsiteY6" fmla="*/ 25332 h 32362"/>
                <a:gd name="connsiteX7" fmla="*/ 6987 w 13635"/>
                <a:gd name="connsiteY7" fmla="*/ 32362 h 32362"/>
                <a:gd name="connsiteX8" fmla="*/ 6874 w 13635"/>
                <a:gd name="connsiteY8" fmla="*/ 32363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32362">
                  <a:moveTo>
                    <a:pt x="6874" y="32363"/>
                  </a:moveTo>
                  <a:cubicBezTo>
                    <a:pt x="3109" y="32363"/>
                    <a:pt x="57" y="29215"/>
                    <a:pt x="57" y="25332"/>
                  </a:cubicBezTo>
                  <a:lnTo>
                    <a:pt x="57" y="7929"/>
                  </a:lnTo>
                  <a:cubicBezTo>
                    <a:pt x="-424" y="4079"/>
                    <a:pt x="2212" y="554"/>
                    <a:pt x="5947" y="59"/>
                  </a:cubicBezTo>
                  <a:cubicBezTo>
                    <a:pt x="9681" y="-438"/>
                    <a:pt x="13099" y="2282"/>
                    <a:pt x="13580" y="6132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25332"/>
                  </a:lnTo>
                  <a:cubicBezTo>
                    <a:pt x="13641" y="29151"/>
                    <a:pt x="10689" y="32298"/>
                    <a:pt x="6987" y="32362"/>
                  </a:cubicBezTo>
                  <a:cubicBezTo>
                    <a:pt x="6949" y="32363"/>
                    <a:pt x="6912" y="32363"/>
                    <a:pt x="6874" y="32363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17F3CDF-0B7E-474B-B84A-B5834A96CEE5}"/>
                </a:ext>
              </a:extLst>
            </p:cNvPr>
            <p:cNvSpPr/>
            <p:nvPr/>
          </p:nvSpPr>
          <p:spPr>
            <a:xfrm>
              <a:off x="6285490" y="2492749"/>
              <a:ext cx="13523" cy="50159"/>
            </a:xfrm>
            <a:custGeom>
              <a:avLst/>
              <a:gdLst>
                <a:gd name="connsiteX0" fmla="*/ 6817 w 13523"/>
                <a:gd name="connsiteY0" fmla="*/ 50160 h 50159"/>
                <a:gd name="connsiteX1" fmla="*/ 0 w 13523"/>
                <a:gd name="connsiteY1" fmla="*/ 43129 h 50159"/>
                <a:gd name="connsiteX2" fmla="*/ 0 w 13523"/>
                <a:gd name="connsiteY2" fmla="*/ 6133 h 50159"/>
                <a:gd name="connsiteX3" fmla="*/ 7632 w 13523"/>
                <a:gd name="connsiteY3" fmla="*/ 58 h 50159"/>
                <a:gd name="connsiteX4" fmla="*/ 13523 w 13523"/>
                <a:gd name="connsiteY4" fmla="*/ 6133 h 50159"/>
                <a:gd name="connsiteX5" fmla="*/ 13523 w 13523"/>
                <a:gd name="connsiteY5" fmla="*/ 43129 h 50159"/>
                <a:gd name="connsiteX6" fmla="*/ 6930 w 13523"/>
                <a:gd name="connsiteY6" fmla="*/ 50159 h 50159"/>
                <a:gd name="connsiteX7" fmla="*/ 6817 w 13523"/>
                <a:gd name="connsiteY7" fmla="*/ 50160 h 5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3" h="50159">
                  <a:moveTo>
                    <a:pt x="6817" y="50160"/>
                  </a:moveTo>
                  <a:cubicBezTo>
                    <a:pt x="3052" y="50160"/>
                    <a:pt x="0" y="47012"/>
                    <a:pt x="0" y="43129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43129"/>
                  </a:lnTo>
                  <a:cubicBezTo>
                    <a:pt x="13584" y="46948"/>
                    <a:pt x="10633" y="50095"/>
                    <a:pt x="6930" y="50159"/>
                  </a:cubicBezTo>
                  <a:cubicBezTo>
                    <a:pt x="6892" y="50160"/>
                    <a:pt x="6855" y="50160"/>
                    <a:pt x="6817" y="5016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3225CDB0-61FF-7340-8010-172FFD3EDF7A}"/>
                </a:ext>
              </a:extLst>
            </p:cNvPr>
            <p:cNvSpPr/>
            <p:nvPr/>
          </p:nvSpPr>
          <p:spPr>
            <a:xfrm>
              <a:off x="6285490" y="2566741"/>
              <a:ext cx="13522" cy="30567"/>
            </a:xfrm>
            <a:custGeom>
              <a:avLst/>
              <a:gdLst>
                <a:gd name="connsiteX0" fmla="*/ 6817 w 13522"/>
                <a:gd name="connsiteY0" fmla="*/ 30567 h 30567"/>
                <a:gd name="connsiteX1" fmla="*/ 1 w 13522"/>
                <a:gd name="connsiteY1" fmla="*/ 23768 h 30567"/>
                <a:gd name="connsiteX2" fmla="*/ 0 w 13522"/>
                <a:gd name="connsiteY2" fmla="*/ 23652 h 30567"/>
                <a:gd name="connsiteX3" fmla="*/ 0 w 13522"/>
                <a:gd name="connsiteY3" fmla="*/ 6133 h 30567"/>
                <a:gd name="connsiteX4" fmla="*/ 7632 w 13522"/>
                <a:gd name="connsiteY4" fmla="*/ 58 h 30567"/>
                <a:gd name="connsiteX5" fmla="*/ 13523 w 13522"/>
                <a:gd name="connsiteY5" fmla="*/ 6133 h 30567"/>
                <a:gd name="connsiteX6" fmla="*/ 13523 w 13522"/>
                <a:gd name="connsiteY6" fmla="*/ 23652 h 30567"/>
                <a:gd name="connsiteX7" fmla="*/ 6817 w 13522"/>
                <a:gd name="connsiteY7" fmla="*/ 30567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2" h="30567">
                  <a:moveTo>
                    <a:pt x="6817" y="30567"/>
                  </a:moveTo>
                  <a:cubicBezTo>
                    <a:pt x="3115" y="30630"/>
                    <a:pt x="63" y="27586"/>
                    <a:pt x="1" y="23768"/>
                  </a:cubicBezTo>
                  <a:cubicBezTo>
                    <a:pt x="0" y="23729"/>
                    <a:pt x="0" y="23691"/>
                    <a:pt x="0" y="23652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23652"/>
                  </a:lnTo>
                  <a:cubicBezTo>
                    <a:pt x="13523" y="27471"/>
                    <a:pt x="10521" y="30567"/>
                    <a:pt x="6817" y="30567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48414EC-8CC3-D64C-A43D-76B863E7ADAB}"/>
                </a:ext>
              </a:extLst>
            </p:cNvPr>
            <p:cNvSpPr/>
            <p:nvPr/>
          </p:nvSpPr>
          <p:spPr>
            <a:xfrm>
              <a:off x="5924953" y="2326349"/>
              <a:ext cx="373616" cy="329276"/>
            </a:xfrm>
            <a:custGeom>
              <a:avLst/>
              <a:gdLst>
                <a:gd name="connsiteX0" fmla="*/ 351373 w 373616"/>
                <a:gd name="connsiteY0" fmla="*/ 329276 h 329276"/>
                <a:gd name="connsiteX1" fmla="*/ 22352 w 373616"/>
                <a:gd name="connsiteY1" fmla="*/ 329276 h 329276"/>
                <a:gd name="connsiteX2" fmla="*/ 0 w 373616"/>
                <a:gd name="connsiteY2" fmla="*/ 306226 h 329276"/>
                <a:gd name="connsiteX3" fmla="*/ 0 w 373616"/>
                <a:gd name="connsiteY3" fmla="*/ 23050 h 329276"/>
                <a:gd name="connsiteX4" fmla="*/ 22352 w 373616"/>
                <a:gd name="connsiteY4" fmla="*/ 0 h 329276"/>
                <a:gd name="connsiteX5" fmla="*/ 350926 w 373616"/>
                <a:gd name="connsiteY5" fmla="*/ 0 h 329276"/>
                <a:gd name="connsiteX6" fmla="*/ 373278 w 373616"/>
                <a:gd name="connsiteY6" fmla="*/ 23050 h 329276"/>
                <a:gd name="connsiteX7" fmla="*/ 373278 w 373616"/>
                <a:gd name="connsiteY7" fmla="*/ 118134 h 329276"/>
                <a:gd name="connsiteX8" fmla="*/ 360538 w 373616"/>
                <a:gd name="connsiteY8" fmla="*/ 118134 h 329276"/>
                <a:gd name="connsiteX9" fmla="*/ 360538 w 373616"/>
                <a:gd name="connsiteY9" fmla="*/ 23050 h 329276"/>
                <a:gd name="connsiteX10" fmla="*/ 351373 w 373616"/>
                <a:gd name="connsiteY10" fmla="*/ 13600 h 329276"/>
                <a:gd name="connsiteX11" fmla="*/ 22352 w 373616"/>
                <a:gd name="connsiteY11" fmla="*/ 13600 h 329276"/>
                <a:gd name="connsiteX12" fmla="*/ 13076 w 373616"/>
                <a:gd name="connsiteY12" fmla="*/ 23050 h 329276"/>
                <a:gd name="connsiteX13" fmla="*/ 13076 w 373616"/>
                <a:gd name="connsiteY13" fmla="*/ 305880 h 329276"/>
                <a:gd name="connsiteX14" fmla="*/ 22352 w 373616"/>
                <a:gd name="connsiteY14" fmla="*/ 315331 h 329276"/>
                <a:gd name="connsiteX15" fmla="*/ 350926 w 373616"/>
                <a:gd name="connsiteY15" fmla="*/ 315331 h 329276"/>
                <a:gd name="connsiteX16" fmla="*/ 360091 w 373616"/>
                <a:gd name="connsiteY16" fmla="*/ 305880 h 329276"/>
                <a:gd name="connsiteX17" fmla="*/ 360091 w 373616"/>
                <a:gd name="connsiteY17" fmla="*/ 264043 h 329276"/>
                <a:gd name="connsiteX18" fmla="*/ 373614 w 373616"/>
                <a:gd name="connsiteY18" fmla="*/ 264043 h 329276"/>
                <a:gd name="connsiteX19" fmla="*/ 373614 w 373616"/>
                <a:gd name="connsiteY19" fmla="*/ 305880 h 329276"/>
                <a:gd name="connsiteX20" fmla="*/ 351599 w 373616"/>
                <a:gd name="connsiteY20" fmla="*/ 329274 h 329276"/>
                <a:gd name="connsiteX21" fmla="*/ 351373 w 373616"/>
                <a:gd name="connsiteY21" fmla="*/ 329276 h 32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3616" h="329276">
                  <a:moveTo>
                    <a:pt x="351373" y="329276"/>
                  </a:moveTo>
                  <a:lnTo>
                    <a:pt x="22352" y="329276"/>
                  </a:lnTo>
                  <a:cubicBezTo>
                    <a:pt x="10007" y="329276"/>
                    <a:pt x="0" y="318957"/>
                    <a:pt x="0" y="306226"/>
                  </a:cubicBezTo>
                  <a:lnTo>
                    <a:pt x="0" y="23050"/>
                  </a:lnTo>
                  <a:cubicBezTo>
                    <a:pt x="0" y="10320"/>
                    <a:pt x="10007" y="0"/>
                    <a:pt x="22352" y="0"/>
                  </a:cubicBezTo>
                  <a:lnTo>
                    <a:pt x="350926" y="0"/>
                  </a:lnTo>
                  <a:cubicBezTo>
                    <a:pt x="363271" y="0"/>
                    <a:pt x="373278" y="10320"/>
                    <a:pt x="373278" y="23050"/>
                  </a:cubicBezTo>
                  <a:lnTo>
                    <a:pt x="373278" y="118134"/>
                  </a:lnTo>
                  <a:lnTo>
                    <a:pt x="360538" y="118134"/>
                  </a:lnTo>
                  <a:lnTo>
                    <a:pt x="360538" y="23050"/>
                  </a:lnTo>
                  <a:cubicBezTo>
                    <a:pt x="360538" y="17831"/>
                    <a:pt x="356435" y="13600"/>
                    <a:pt x="351373" y="13600"/>
                  </a:cubicBezTo>
                  <a:lnTo>
                    <a:pt x="22352" y="13600"/>
                  </a:lnTo>
                  <a:cubicBezTo>
                    <a:pt x="17272" y="13599"/>
                    <a:pt x="13137" y="17812"/>
                    <a:pt x="13076" y="23050"/>
                  </a:cubicBezTo>
                  <a:lnTo>
                    <a:pt x="13076" y="305880"/>
                  </a:lnTo>
                  <a:cubicBezTo>
                    <a:pt x="13137" y="311118"/>
                    <a:pt x="17272" y="315331"/>
                    <a:pt x="22352" y="315331"/>
                  </a:cubicBezTo>
                  <a:lnTo>
                    <a:pt x="350926" y="315331"/>
                  </a:lnTo>
                  <a:cubicBezTo>
                    <a:pt x="355988" y="315331"/>
                    <a:pt x="360091" y="311100"/>
                    <a:pt x="360091" y="305880"/>
                  </a:cubicBezTo>
                  <a:lnTo>
                    <a:pt x="360091" y="264043"/>
                  </a:lnTo>
                  <a:lnTo>
                    <a:pt x="373614" y="264043"/>
                  </a:lnTo>
                  <a:lnTo>
                    <a:pt x="373614" y="305880"/>
                  </a:lnTo>
                  <a:cubicBezTo>
                    <a:pt x="373799" y="318609"/>
                    <a:pt x="363943" y="329083"/>
                    <a:pt x="351599" y="329274"/>
                  </a:cubicBezTo>
                  <a:cubicBezTo>
                    <a:pt x="351524" y="329275"/>
                    <a:pt x="351449" y="329276"/>
                    <a:pt x="351373" y="32927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B358BB2E-EACC-4E49-B66F-71EE0F553C21}"/>
                </a:ext>
              </a:extLst>
            </p:cNvPr>
            <p:cNvSpPr/>
            <p:nvPr/>
          </p:nvSpPr>
          <p:spPr>
            <a:xfrm>
              <a:off x="5931770" y="2385128"/>
              <a:ext cx="360537" cy="13945"/>
            </a:xfrm>
            <a:custGeom>
              <a:avLst/>
              <a:gdLst>
                <a:gd name="connsiteX0" fmla="*/ 0 w 360537"/>
                <a:gd name="connsiteY0" fmla="*/ 0 h 13945"/>
                <a:gd name="connsiteX1" fmla="*/ 360538 w 360537"/>
                <a:gd name="connsiteY1" fmla="*/ 0 h 13945"/>
                <a:gd name="connsiteX2" fmla="*/ 360538 w 360537"/>
                <a:gd name="connsiteY2" fmla="*/ 13946 h 13945"/>
                <a:gd name="connsiteX3" fmla="*/ 0 w 360537"/>
                <a:gd name="connsiteY3" fmla="*/ 13946 h 1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537" h="13945">
                  <a:moveTo>
                    <a:pt x="0" y="0"/>
                  </a:moveTo>
                  <a:lnTo>
                    <a:pt x="360538" y="0"/>
                  </a:lnTo>
                  <a:lnTo>
                    <a:pt x="360538" y="13946"/>
                  </a:lnTo>
                  <a:lnTo>
                    <a:pt x="0" y="13946"/>
                  </a:ln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BD77608D-1305-D743-AA75-8665FC715CB7}"/>
                </a:ext>
              </a:extLst>
            </p:cNvPr>
            <p:cNvSpPr/>
            <p:nvPr/>
          </p:nvSpPr>
          <p:spPr>
            <a:xfrm>
              <a:off x="5989762" y="2290832"/>
              <a:ext cx="13636" cy="73897"/>
            </a:xfrm>
            <a:custGeom>
              <a:avLst/>
              <a:gdLst>
                <a:gd name="connsiteX0" fmla="*/ 7164 w 13636"/>
                <a:gd name="connsiteY0" fmla="*/ 73897 h 73897"/>
                <a:gd name="connsiteX1" fmla="*/ 347 w 13636"/>
                <a:gd name="connsiteY1" fmla="*/ 66867 h 73897"/>
                <a:gd name="connsiteX2" fmla="*/ 347 w 13636"/>
                <a:gd name="connsiteY2" fmla="*/ 9240 h 73897"/>
                <a:gd name="connsiteX3" fmla="*/ 4678 w 13636"/>
                <a:gd name="connsiteY3" fmla="*/ 358 h 73897"/>
                <a:gd name="connsiteX4" fmla="*/ 13292 w 13636"/>
                <a:gd name="connsiteY4" fmla="*/ 4824 h 73897"/>
                <a:gd name="connsiteX5" fmla="*/ 13423 w 13636"/>
                <a:gd name="connsiteY5" fmla="*/ 8779 h 73897"/>
                <a:gd name="connsiteX6" fmla="*/ 13423 w 13636"/>
                <a:gd name="connsiteY6" fmla="*/ 66406 h 73897"/>
                <a:gd name="connsiteX7" fmla="*/ 7314 w 13636"/>
                <a:gd name="connsiteY7" fmla="*/ 73886 h 73897"/>
                <a:gd name="connsiteX8" fmla="*/ 7164 w 13636"/>
                <a:gd name="connsiteY8" fmla="*/ 73897 h 7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6" h="73897">
                  <a:moveTo>
                    <a:pt x="7164" y="73897"/>
                  </a:moveTo>
                  <a:cubicBezTo>
                    <a:pt x="3399" y="73897"/>
                    <a:pt x="347" y="70749"/>
                    <a:pt x="347" y="66867"/>
                  </a:cubicBezTo>
                  <a:lnTo>
                    <a:pt x="347" y="9240"/>
                  </a:lnTo>
                  <a:cubicBezTo>
                    <a:pt x="-836" y="5554"/>
                    <a:pt x="1103" y="1577"/>
                    <a:pt x="4678" y="358"/>
                  </a:cubicBezTo>
                  <a:cubicBezTo>
                    <a:pt x="8253" y="-862"/>
                    <a:pt x="12109" y="1138"/>
                    <a:pt x="13292" y="4824"/>
                  </a:cubicBezTo>
                  <a:cubicBezTo>
                    <a:pt x="13702" y="6102"/>
                    <a:pt x="13747" y="7475"/>
                    <a:pt x="13423" y="8779"/>
                  </a:cubicBezTo>
                  <a:lnTo>
                    <a:pt x="13423" y="66406"/>
                  </a:lnTo>
                  <a:cubicBezTo>
                    <a:pt x="13739" y="70211"/>
                    <a:pt x="11004" y="73560"/>
                    <a:pt x="7314" y="73886"/>
                  </a:cubicBezTo>
                  <a:cubicBezTo>
                    <a:pt x="7264" y="73890"/>
                    <a:pt x="7214" y="73894"/>
                    <a:pt x="7164" y="73897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5040BCD-8D7E-C84E-926D-321A2DBEF625}"/>
                </a:ext>
              </a:extLst>
            </p:cNvPr>
            <p:cNvSpPr/>
            <p:nvPr/>
          </p:nvSpPr>
          <p:spPr>
            <a:xfrm>
              <a:off x="6047832" y="2292142"/>
              <a:ext cx="13635" cy="72590"/>
            </a:xfrm>
            <a:custGeom>
              <a:avLst/>
              <a:gdLst>
                <a:gd name="connsiteX0" fmla="*/ 6650 w 13635"/>
                <a:gd name="connsiteY0" fmla="*/ 72586 h 72590"/>
                <a:gd name="connsiteX1" fmla="*/ 57 w 13635"/>
                <a:gd name="connsiteY1" fmla="*/ 65556 h 72590"/>
                <a:gd name="connsiteX2" fmla="*/ 57 w 13635"/>
                <a:gd name="connsiteY2" fmla="*/ 7929 h 72590"/>
                <a:gd name="connsiteX3" fmla="*/ 5947 w 13635"/>
                <a:gd name="connsiteY3" fmla="*/ 58 h 72590"/>
                <a:gd name="connsiteX4" fmla="*/ 13579 w 13635"/>
                <a:gd name="connsiteY4" fmla="*/ 6133 h 72590"/>
                <a:gd name="connsiteX5" fmla="*/ 13579 w 13635"/>
                <a:gd name="connsiteY5" fmla="*/ 7929 h 72590"/>
                <a:gd name="connsiteX6" fmla="*/ 13579 w 13635"/>
                <a:gd name="connsiteY6" fmla="*/ 65556 h 72590"/>
                <a:gd name="connsiteX7" fmla="*/ 6990 w 13635"/>
                <a:gd name="connsiteY7" fmla="*/ 72589 h 72590"/>
                <a:gd name="connsiteX8" fmla="*/ 6650 w 13635"/>
                <a:gd name="connsiteY8" fmla="*/ 72586 h 7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90">
                  <a:moveTo>
                    <a:pt x="6650" y="72586"/>
                  </a:moveTo>
                  <a:cubicBezTo>
                    <a:pt x="2972" y="72462"/>
                    <a:pt x="54" y="69350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79" y="6133"/>
                  </a:cubicBezTo>
                  <a:cubicBezTo>
                    <a:pt x="13654" y="6729"/>
                    <a:pt x="13654" y="7333"/>
                    <a:pt x="13579" y="7929"/>
                  </a:cubicBezTo>
                  <a:lnTo>
                    <a:pt x="13579" y="65556"/>
                  </a:lnTo>
                  <a:cubicBezTo>
                    <a:pt x="13643" y="69374"/>
                    <a:pt x="10693" y="72523"/>
                    <a:pt x="6990" y="72589"/>
                  </a:cubicBezTo>
                  <a:cubicBezTo>
                    <a:pt x="6877" y="72591"/>
                    <a:pt x="6763" y="72590"/>
                    <a:pt x="6650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F4F4AD79-A213-614E-8504-C402E41CDCF8}"/>
                </a:ext>
              </a:extLst>
            </p:cNvPr>
            <p:cNvSpPr/>
            <p:nvPr/>
          </p:nvSpPr>
          <p:spPr>
            <a:xfrm>
              <a:off x="6105165" y="2292142"/>
              <a:ext cx="13635" cy="72586"/>
            </a:xfrm>
            <a:custGeom>
              <a:avLst/>
              <a:gdLst>
                <a:gd name="connsiteX0" fmla="*/ 6874 w 13635"/>
                <a:gd name="connsiteY0" fmla="*/ 72586 h 72586"/>
                <a:gd name="connsiteX1" fmla="*/ 57 w 13635"/>
                <a:gd name="connsiteY1" fmla="*/ 65556 h 72586"/>
                <a:gd name="connsiteX2" fmla="*/ 57 w 13635"/>
                <a:gd name="connsiteY2" fmla="*/ 7929 h 72586"/>
                <a:gd name="connsiteX3" fmla="*/ 5947 w 13635"/>
                <a:gd name="connsiteY3" fmla="*/ 58 h 72586"/>
                <a:gd name="connsiteX4" fmla="*/ 13580 w 13635"/>
                <a:gd name="connsiteY4" fmla="*/ 6133 h 72586"/>
                <a:gd name="connsiteX5" fmla="*/ 13580 w 13635"/>
                <a:gd name="connsiteY5" fmla="*/ 7929 h 72586"/>
                <a:gd name="connsiteX6" fmla="*/ 13580 w 13635"/>
                <a:gd name="connsiteY6" fmla="*/ 65556 h 72586"/>
                <a:gd name="connsiteX7" fmla="*/ 6987 w 13635"/>
                <a:gd name="connsiteY7" fmla="*/ 72585 h 72586"/>
                <a:gd name="connsiteX8" fmla="*/ 6874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874" y="72586"/>
                  </a:moveTo>
                  <a:cubicBezTo>
                    <a:pt x="3109" y="72586"/>
                    <a:pt x="57" y="69438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80" y="6133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65556"/>
                  </a:lnTo>
                  <a:cubicBezTo>
                    <a:pt x="13641" y="69374"/>
                    <a:pt x="10689" y="72521"/>
                    <a:pt x="6987" y="72585"/>
                  </a:cubicBezTo>
                  <a:cubicBezTo>
                    <a:pt x="6949" y="72586"/>
                    <a:pt x="6912" y="72586"/>
                    <a:pt x="6874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0E52E0F-3B3C-F84F-91A4-30BEA67449DF}"/>
                </a:ext>
              </a:extLst>
            </p:cNvPr>
            <p:cNvSpPr/>
            <p:nvPr/>
          </p:nvSpPr>
          <p:spPr>
            <a:xfrm>
              <a:off x="6162721" y="2292142"/>
              <a:ext cx="13635" cy="72586"/>
            </a:xfrm>
            <a:custGeom>
              <a:avLst/>
              <a:gdLst>
                <a:gd name="connsiteX0" fmla="*/ 6874 w 13635"/>
                <a:gd name="connsiteY0" fmla="*/ 72586 h 72586"/>
                <a:gd name="connsiteX1" fmla="*/ 57 w 13635"/>
                <a:gd name="connsiteY1" fmla="*/ 65556 h 72586"/>
                <a:gd name="connsiteX2" fmla="*/ 57 w 13635"/>
                <a:gd name="connsiteY2" fmla="*/ 7929 h 72586"/>
                <a:gd name="connsiteX3" fmla="*/ 5947 w 13635"/>
                <a:gd name="connsiteY3" fmla="*/ 58 h 72586"/>
                <a:gd name="connsiteX4" fmla="*/ 13579 w 13635"/>
                <a:gd name="connsiteY4" fmla="*/ 6133 h 72586"/>
                <a:gd name="connsiteX5" fmla="*/ 13579 w 13635"/>
                <a:gd name="connsiteY5" fmla="*/ 7929 h 72586"/>
                <a:gd name="connsiteX6" fmla="*/ 13579 w 13635"/>
                <a:gd name="connsiteY6" fmla="*/ 65556 h 72586"/>
                <a:gd name="connsiteX7" fmla="*/ 6987 w 13635"/>
                <a:gd name="connsiteY7" fmla="*/ 72585 h 72586"/>
                <a:gd name="connsiteX8" fmla="*/ 6874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874" y="72586"/>
                  </a:moveTo>
                  <a:cubicBezTo>
                    <a:pt x="3109" y="72586"/>
                    <a:pt x="57" y="69438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79" y="6133"/>
                  </a:cubicBezTo>
                  <a:cubicBezTo>
                    <a:pt x="13654" y="6729"/>
                    <a:pt x="13654" y="7333"/>
                    <a:pt x="13579" y="7929"/>
                  </a:cubicBezTo>
                  <a:lnTo>
                    <a:pt x="13579" y="65556"/>
                  </a:lnTo>
                  <a:cubicBezTo>
                    <a:pt x="13641" y="69374"/>
                    <a:pt x="10689" y="72521"/>
                    <a:pt x="6987" y="72585"/>
                  </a:cubicBezTo>
                  <a:cubicBezTo>
                    <a:pt x="6949" y="72586"/>
                    <a:pt x="6912" y="72586"/>
                    <a:pt x="6874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41419121-D4AE-7F40-A921-2DAA7D561CFD}"/>
                </a:ext>
              </a:extLst>
            </p:cNvPr>
            <p:cNvSpPr/>
            <p:nvPr/>
          </p:nvSpPr>
          <p:spPr>
            <a:xfrm>
              <a:off x="6219942" y="2292142"/>
              <a:ext cx="13635" cy="72586"/>
            </a:xfrm>
            <a:custGeom>
              <a:avLst/>
              <a:gdLst>
                <a:gd name="connsiteX0" fmla="*/ 6762 w 13635"/>
                <a:gd name="connsiteY0" fmla="*/ 72586 h 72586"/>
                <a:gd name="connsiteX1" fmla="*/ 55 w 13635"/>
                <a:gd name="connsiteY1" fmla="*/ 65672 h 72586"/>
                <a:gd name="connsiteX2" fmla="*/ 57 w 13635"/>
                <a:gd name="connsiteY2" fmla="*/ 65556 h 72586"/>
                <a:gd name="connsiteX3" fmla="*/ 57 w 13635"/>
                <a:gd name="connsiteY3" fmla="*/ 7929 h 72586"/>
                <a:gd name="connsiteX4" fmla="*/ 5947 w 13635"/>
                <a:gd name="connsiteY4" fmla="*/ 58 h 72586"/>
                <a:gd name="connsiteX5" fmla="*/ 13580 w 13635"/>
                <a:gd name="connsiteY5" fmla="*/ 6133 h 72586"/>
                <a:gd name="connsiteX6" fmla="*/ 13580 w 13635"/>
                <a:gd name="connsiteY6" fmla="*/ 7929 h 72586"/>
                <a:gd name="connsiteX7" fmla="*/ 13580 w 13635"/>
                <a:gd name="connsiteY7" fmla="*/ 65556 h 72586"/>
                <a:gd name="connsiteX8" fmla="*/ 6762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762" y="72586"/>
                  </a:moveTo>
                  <a:cubicBezTo>
                    <a:pt x="3058" y="72587"/>
                    <a:pt x="57" y="69491"/>
                    <a:pt x="55" y="65672"/>
                  </a:cubicBezTo>
                  <a:cubicBezTo>
                    <a:pt x="55" y="65633"/>
                    <a:pt x="55" y="65594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80" y="6133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65556"/>
                  </a:lnTo>
                  <a:cubicBezTo>
                    <a:pt x="13580" y="69438"/>
                    <a:pt x="10527" y="72586"/>
                    <a:pt x="6762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AB0C0E9-C756-5444-9965-1C027E298A25}"/>
                </a:ext>
              </a:extLst>
            </p:cNvPr>
            <p:cNvSpPr/>
            <p:nvPr/>
          </p:nvSpPr>
          <p:spPr>
            <a:xfrm>
              <a:off x="6017378" y="2421778"/>
              <a:ext cx="189097" cy="195007"/>
            </a:xfrm>
            <a:custGeom>
              <a:avLst/>
              <a:gdLst>
                <a:gd name="connsiteX0" fmla="*/ 94661 w 189097"/>
                <a:gd name="connsiteY0" fmla="*/ 195007 h 195007"/>
                <a:gd name="connsiteX1" fmla="*/ 0 w 189097"/>
                <a:gd name="connsiteY1" fmla="*/ 97619 h 195007"/>
                <a:gd name="connsiteX2" fmla="*/ 94437 w 189097"/>
                <a:gd name="connsiteY2" fmla="*/ 0 h 195007"/>
                <a:gd name="connsiteX3" fmla="*/ 189098 w 189097"/>
                <a:gd name="connsiteY3" fmla="*/ 97388 h 195007"/>
                <a:gd name="connsiteX4" fmla="*/ 189098 w 189097"/>
                <a:gd name="connsiteY4" fmla="*/ 97619 h 195007"/>
                <a:gd name="connsiteX5" fmla="*/ 94661 w 189097"/>
                <a:gd name="connsiteY5" fmla="*/ 195007 h 195007"/>
                <a:gd name="connsiteX6" fmla="*/ 94661 w 189097"/>
                <a:gd name="connsiteY6" fmla="*/ 14061 h 195007"/>
                <a:gd name="connsiteX7" fmla="*/ 13747 w 189097"/>
                <a:gd name="connsiteY7" fmla="*/ 97734 h 195007"/>
                <a:gd name="connsiteX8" fmla="*/ 94884 w 189097"/>
                <a:gd name="connsiteY8" fmla="*/ 181177 h 195007"/>
                <a:gd name="connsiteX9" fmla="*/ 175798 w 189097"/>
                <a:gd name="connsiteY9" fmla="*/ 97619 h 195007"/>
                <a:gd name="connsiteX10" fmla="*/ 94661 w 189097"/>
                <a:gd name="connsiteY10" fmla="*/ 14061 h 195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097" h="195007">
                  <a:moveTo>
                    <a:pt x="94661" y="195007"/>
                  </a:moveTo>
                  <a:cubicBezTo>
                    <a:pt x="42443" y="195071"/>
                    <a:pt x="62" y="151468"/>
                    <a:pt x="0" y="97619"/>
                  </a:cubicBezTo>
                  <a:cubicBezTo>
                    <a:pt x="-62" y="43770"/>
                    <a:pt x="42220" y="63"/>
                    <a:pt x="94437" y="0"/>
                  </a:cubicBezTo>
                  <a:cubicBezTo>
                    <a:pt x="146655" y="-63"/>
                    <a:pt x="189036" y="43539"/>
                    <a:pt x="189098" y="97388"/>
                  </a:cubicBezTo>
                  <a:cubicBezTo>
                    <a:pt x="189098" y="97466"/>
                    <a:pt x="189098" y="97542"/>
                    <a:pt x="189098" y="97619"/>
                  </a:cubicBezTo>
                  <a:cubicBezTo>
                    <a:pt x="189036" y="151378"/>
                    <a:pt x="146791" y="194944"/>
                    <a:pt x="94661" y="195007"/>
                  </a:cubicBezTo>
                  <a:close/>
                  <a:moveTo>
                    <a:pt x="94661" y="14061"/>
                  </a:moveTo>
                  <a:cubicBezTo>
                    <a:pt x="49911" y="14124"/>
                    <a:pt x="13685" y="51586"/>
                    <a:pt x="13747" y="97734"/>
                  </a:cubicBezTo>
                  <a:cubicBezTo>
                    <a:pt x="13808" y="143882"/>
                    <a:pt x="50134" y="181240"/>
                    <a:pt x="94884" y="181177"/>
                  </a:cubicBezTo>
                  <a:cubicBezTo>
                    <a:pt x="139590" y="181114"/>
                    <a:pt x="175798" y="143722"/>
                    <a:pt x="175798" y="97619"/>
                  </a:cubicBezTo>
                  <a:cubicBezTo>
                    <a:pt x="175737" y="51452"/>
                    <a:pt x="139428" y="14061"/>
                    <a:pt x="94661" y="140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E9CABD9B-63C5-5A40-9EF9-7F5C7DC1C172}"/>
                </a:ext>
              </a:extLst>
            </p:cNvPr>
            <p:cNvSpPr/>
            <p:nvPr/>
          </p:nvSpPr>
          <p:spPr>
            <a:xfrm>
              <a:off x="5981727" y="2385013"/>
              <a:ext cx="260400" cy="268538"/>
            </a:xfrm>
            <a:custGeom>
              <a:avLst/>
              <a:gdLst>
                <a:gd name="connsiteX0" fmla="*/ 130312 w 260400"/>
                <a:gd name="connsiteY0" fmla="*/ 268538 h 268538"/>
                <a:gd name="connsiteX1" fmla="*/ 0 w 260400"/>
                <a:gd name="connsiteY1" fmla="*/ 134384 h 268538"/>
                <a:gd name="connsiteX2" fmla="*/ 130089 w 260400"/>
                <a:gd name="connsiteY2" fmla="*/ 0 h 268538"/>
                <a:gd name="connsiteX3" fmla="*/ 260401 w 260400"/>
                <a:gd name="connsiteY3" fmla="*/ 134154 h 268538"/>
                <a:gd name="connsiteX4" fmla="*/ 260401 w 260400"/>
                <a:gd name="connsiteY4" fmla="*/ 134384 h 268538"/>
                <a:gd name="connsiteX5" fmla="*/ 130312 w 260400"/>
                <a:gd name="connsiteY5" fmla="*/ 268538 h 268538"/>
                <a:gd name="connsiteX6" fmla="*/ 130312 w 260400"/>
                <a:gd name="connsiteY6" fmla="*/ 14061 h 268538"/>
                <a:gd name="connsiteX7" fmla="*/ 13523 w 260400"/>
                <a:gd name="connsiteY7" fmla="*/ 134269 h 268538"/>
                <a:gd name="connsiteX8" fmla="*/ 130089 w 260400"/>
                <a:gd name="connsiteY8" fmla="*/ 254708 h 268538"/>
                <a:gd name="connsiteX9" fmla="*/ 246878 w 260400"/>
                <a:gd name="connsiteY9" fmla="*/ 134500 h 268538"/>
                <a:gd name="connsiteX10" fmla="*/ 246878 w 260400"/>
                <a:gd name="connsiteY10" fmla="*/ 134384 h 268538"/>
                <a:gd name="connsiteX11" fmla="*/ 130312 w 260400"/>
                <a:gd name="connsiteY11" fmla="*/ 14061 h 26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400" h="268538">
                  <a:moveTo>
                    <a:pt x="130312" y="268538"/>
                  </a:moveTo>
                  <a:cubicBezTo>
                    <a:pt x="58405" y="268602"/>
                    <a:pt x="62" y="208539"/>
                    <a:pt x="0" y="134384"/>
                  </a:cubicBezTo>
                  <a:cubicBezTo>
                    <a:pt x="-62" y="60230"/>
                    <a:pt x="58181" y="64"/>
                    <a:pt x="130089" y="0"/>
                  </a:cubicBezTo>
                  <a:cubicBezTo>
                    <a:pt x="201996" y="-64"/>
                    <a:pt x="260339" y="59999"/>
                    <a:pt x="260401" y="134154"/>
                  </a:cubicBezTo>
                  <a:cubicBezTo>
                    <a:pt x="260401" y="134231"/>
                    <a:pt x="260401" y="134307"/>
                    <a:pt x="260401" y="134384"/>
                  </a:cubicBezTo>
                  <a:cubicBezTo>
                    <a:pt x="260339" y="208449"/>
                    <a:pt x="202132" y="268475"/>
                    <a:pt x="130312" y="268538"/>
                  </a:cubicBezTo>
                  <a:close/>
                  <a:moveTo>
                    <a:pt x="130312" y="14061"/>
                  </a:moveTo>
                  <a:cubicBezTo>
                    <a:pt x="65872" y="13997"/>
                    <a:pt x="13585" y="67816"/>
                    <a:pt x="13523" y="134269"/>
                  </a:cubicBezTo>
                  <a:cubicBezTo>
                    <a:pt x="13461" y="200721"/>
                    <a:pt x="65650" y="254645"/>
                    <a:pt x="130089" y="254708"/>
                  </a:cubicBezTo>
                  <a:cubicBezTo>
                    <a:pt x="194527" y="254771"/>
                    <a:pt x="246816" y="200952"/>
                    <a:pt x="246878" y="134500"/>
                  </a:cubicBezTo>
                  <a:cubicBezTo>
                    <a:pt x="246878" y="134462"/>
                    <a:pt x="246878" y="134422"/>
                    <a:pt x="246878" y="134384"/>
                  </a:cubicBezTo>
                  <a:cubicBezTo>
                    <a:pt x="246816" y="68002"/>
                    <a:pt x="194683" y="14188"/>
                    <a:pt x="130312" y="140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9" name="Graphic 33">
            <a:extLst>
              <a:ext uri="{FF2B5EF4-FFF2-40B4-BE49-F238E27FC236}">
                <a16:creationId xmlns:a16="http://schemas.microsoft.com/office/drawing/2014/main" id="{9817BF01-00A2-B248-A415-28923AC02C51}"/>
              </a:ext>
            </a:extLst>
          </p:cNvPr>
          <p:cNvGrpSpPr>
            <a:grpSpLocks noChangeAspect="1"/>
          </p:cNvGrpSpPr>
          <p:nvPr/>
        </p:nvGrpSpPr>
        <p:grpSpPr>
          <a:xfrm>
            <a:off x="4523976" y="3223562"/>
            <a:ext cx="410414" cy="410875"/>
            <a:chOff x="5901903" y="2269530"/>
            <a:chExt cx="410414" cy="410875"/>
          </a:xfrm>
          <a:solidFill>
            <a:srgbClr val="FFFFFF"/>
          </a:solidFill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75899879-EF8A-4348-BFDE-723D221EB4F9}"/>
                </a:ext>
              </a:extLst>
            </p:cNvPr>
            <p:cNvSpPr/>
            <p:nvPr/>
          </p:nvSpPr>
          <p:spPr>
            <a:xfrm>
              <a:off x="5939551" y="2443934"/>
              <a:ext cx="147765" cy="214157"/>
            </a:xfrm>
            <a:custGeom>
              <a:avLst/>
              <a:gdLst>
                <a:gd name="connsiteX0" fmla="*/ 106186 w 147765"/>
                <a:gd name="connsiteY0" fmla="*/ 214113 h 214157"/>
                <a:gd name="connsiteX1" fmla="*/ 99963 w 147765"/>
                <a:gd name="connsiteY1" fmla="*/ 210309 h 214157"/>
                <a:gd name="connsiteX2" fmla="*/ 102721 w 147765"/>
                <a:gd name="connsiteY2" fmla="*/ 201097 h 214157"/>
                <a:gd name="connsiteX3" fmla="*/ 102959 w 147765"/>
                <a:gd name="connsiteY3" fmla="*/ 200974 h 214157"/>
                <a:gd name="connsiteX4" fmla="*/ 120708 w 147765"/>
                <a:gd name="connsiteY4" fmla="*/ 191869 h 214157"/>
                <a:gd name="connsiteX5" fmla="*/ 50404 w 147765"/>
                <a:gd name="connsiteY5" fmla="*/ 149917 h 214157"/>
                <a:gd name="connsiteX6" fmla="*/ 49713 w 147765"/>
                <a:gd name="connsiteY6" fmla="*/ 149226 h 214157"/>
                <a:gd name="connsiteX7" fmla="*/ 48791 w 147765"/>
                <a:gd name="connsiteY7" fmla="*/ 148304 h 214157"/>
                <a:gd name="connsiteX8" fmla="*/ 1883 w 147765"/>
                <a:gd name="connsiteY8" fmla="*/ 5967 h 214157"/>
                <a:gd name="connsiteX9" fmla="*/ 9466 w 147765"/>
                <a:gd name="connsiteY9" fmla="*/ 52 h 214157"/>
                <a:gd name="connsiteX10" fmla="*/ 9720 w 147765"/>
                <a:gd name="connsiteY10" fmla="*/ 89 h 214157"/>
                <a:gd name="connsiteX11" fmla="*/ 15713 w 147765"/>
                <a:gd name="connsiteY11" fmla="*/ 8041 h 214157"/>
                <a:gd name="connsiteX12" fmla="*/ 58702 w 147765"/>
                <a:gd name="connsiteY12" fmla="*/ 138622 h 214157"/>
                <a:gd name="connsiteX13" fmla="*/ 59509 w 147765"/>
                <a:gd name="connsiteY13" fmla="*/ 139314 h 214157"/>
                <a:gd name="connsiteX14" fmla="*/ 60201 w 147765"/>
                <a:gd name="connsiteY14" fmla="*/ 140121 h 214157"/>
                <a:gd name="connsiteX15" fmla="*/ 141915 w 147765"/>
                <a:gd name="connsiteY15" fmla="*/ 182879 h 214157"/>
                <a:gd name="connsiteX16" fmla="*/ 147677 w 147765"/>
                <a:gd name="connsiteY16" fmla="*/ 188642 h 214157"/>
                <a:gd name="connsiteX17" fmla="*/ 143989 w 147765"/>
                <a:gd name="connsiteY17" fmla="*/ 195903 h 214157"/>
                <a:gd name="connsiteX18" fmla="*/ 109414 w 147765"/>
                <a:gd name="connsiteY18" fmla="*/ 213767 h 214157"/>
                <a:gd name="connsiteX19" fmla="*/ 106186 w 147765"/>
                <a:gd name="connsiteY19" fmla="*/ 214113 h 21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765" h="214157">
                  <a:moveTo>
                    <a:pt x="106186" y="214113"/>
                  </a:moveTo>
                  <a:cubicBezTo>
                    <a:pt x="103558" y="214131"/>
                    <a:pt x="101145" y="212657"/>
                    <a:pt x="99963" y="210309"/>
                  </a:cubicBezTo>
                  <a:cubicBezTo>
                    <a:pt x="98180" y="207004"/>
                    <a:pt x="99415" y="202879"/>
                    <a:pt x="102721" y="201097"/>
                  </a:cubicBezTo>
                  <a:cubicBezTo>
                    <a:pt x="102799" y="201055"/>
                    <a:pt x="102879" y="201013"/>
                    <a:pt x="102959" y="200974"/>
                  </a:cubicBezTo>
                  <a:lnTo>
                    <a:pt x="120708" y="191869"/>
                  </a:lnTo>
                  <a:cubicBezTo>
                    <a:pt x="94116" y="184025"/>
                    <a:pt x="69934" y="169595"/>
                    <a:pt x="50404" y="149917"/>
                  </a:cubicBezTo>
                  <a:lnTo>
                    <a:pt x="49713" y="149226"/>
                  </a:lnTo>
                  <a:lnTo>
                    <a:pt x="48791" y="148304"/>
                  </a:lnTo>
                  <a:cubicBezTo>
                    <a:pt x="11371" y="111041"/>
                    <a:pt x="-6051" y="58176"/>
                    <a:pt x="1883" y="5967"/>
                  </a:cubicBezTo>
                  <a:cubicBezTo>
                    <a:pt x="2344" y="2239"/>
                    <a:pt x="5739" y="-408"/>
                    <a:pt x="9466" y="52"/>
                  </a:cubicBezTo>
                  <a:cubicBezTo>
                    <a:pt x="9551" y="63"/>
                    <a:pt x="9636" y="75"/>
                    <a:pt x="9720" y="89"/>
                  </a:cubicBezTo>
                  <a:cubicBezTo>
                    <a:pt x="13540" y="682"/>
                    <a:pt x="16195" y="4206"/>
                    <a:pt x="15713" y="8041"/>
                  </a:cubicBezTo>
                  <a:cubicBezTo>
                    <a:pt x="8361" y="55937"/>
                    <a:pt x="24336" y="104461"/>
                    <a:pt x="58702" y="138622"/>
                  </a:cubicBezTo>
                  <a:lnTo>
                    <a:pt x="59509" y="139314"/>
                  </a:lnTo>
                  <a:lnTo>
                    <a:pt x="60201" y="140121"/>
                  </a:lnTo>
                  <a:cubicBezTo>
                    <a:pt x="82358" y="162485"/>
                    <a:pt x="110908" y="177424"/>
                    <a:pt x="141915" y="182879"/>
                  </a:cubicBezTo>
                  <a:cubicBezTo>
                    <a:pt x="144866" y="183377"/>
                    <a:pt x="147179" y="185690"/>
                    <a:pt x="147677" y="188642"/>
                  </a:cubicBezTo>
                  <a:cubicBezTo>
                    <a:pt x="148155" y="191606"/>
                    <a:pt x="146664" y="194539"/>
                    <a:pt x="143989" y="195903"/>
                  </a:cubicBezTo>
                  <a:lnTo>
                    <a:pt x="109414" y="213767"/>
                  </a:lnTo>
                  <a:cubicBezTo>
                    <a:pt x="108375" y="214113"/>
                    <a:pt x="107274" y="214231"/>
                    <a:pt x="106186" y="21411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E55EEDD1-3176-EB4E-9EC9-CA238886E263}"/>
                </a:ext>
              </a:extLst>
            </p:cNvPr>
            <p:cNvSpPr/>
            <p:nvPr/>
          </p:nvSpPr>
          <p:spPr>
            <a:xfrm>
              <a:off x="5901903" y="2269530"/>
              <a:ext cx="204918" cy="204919"/>
            </a:xfrm>
            <a:custGeom>
              <a:avLst/>
              <a:gdLst>
                <a:gd name="connsiteX0" fmla="*/ 124242 w 204918"/>
                <a:gd name="connsiteY0" fmla="*/ 204919 h 204919"/>
                <a:gd name="connsiteX1" fmla="*/ 80677 w 204918"/>
                <a:gd name="connsiteY1" fmla="*/ 204919 h 204919"/>
                <a:gd name="connsiteX2" fmla="*/ 73646 w 204918"/>
                <a:gd name="connsiteY2" fmla="*/ 197889 h 204919"/>
                <a:gd name="connsiteX3" fmla="*/ 73646 w 204918"/>
                <a:gd name="connsiteY3" fmla="*/ 177489 h 204919"/>
                <a:gd name="connsiteX4" fmla="*/ 69728 w 204918"/>
                <a:gd name="connsiteY4" fmla="*/ 175875 h 204919"/>
                <a:gd name="connsiteX5" fmla="*/ 55321 w 204918"/>
                <a:gd name="connsiteY5" fmla="*/ 190282 h 204919"/>
                <a:gd name="connsiteX6" fmla="*/ 45409 w 204918"/>
                <a:gd name="connsiteY6" fmla="*/ 190282 h 204919"/>
                <a:gd name="connsiteX7" fmla="*/ 14637 w 204918"/>
                <a:gd name="connsiteY7" fmla="*/ 159509 h 204919"/>
                <a:gd name="connsiteX8" fmla="*/ 14504 w 204918"/>
                <a:gd name="connsiteY8" fmla="*/ 149731 h 204919"/>
                <a:gd name="connsiteX9" fmla="*/ 14637 w 204918"/>
                <a:gd name="connsiteY9" fmla="*/ 149598 h 204919"/>
                <a:gd name="connsiteX10" fmla="*/ 29044 w 204918"/>
                <a:gd name="connsiteY10" fmla="*/ 135191 h 204919"/>
                <a:gd name="connsiteX11" fmla="*/ 27430 w 204918"/>
                <a:gd name="connsiteY11" fmla="*/ 131157 h 204919"/>
                <a:gd name="connsiteX12" fmla="*/ 7030 w 204918"/>
                <a:gd name="connsiteY12" fmla="*/ 131157 h 204919"/>
                <a:gd name="connsiteX13" fmla="*/ 1 w 204918"/>
                <a:gd name="connsiteY13" fmla="*/ 124359 h 204919"/>
                <a:gd name="connsiteX14" fmla="*/ 0 w 204918"/>
                <a:gd name="connsiteY14" fmla="*/ 124242 h 204919"/>
                <a:gd name="connsiteX15" fmla="*/ 0 w 204918"/>
                <a:gd name="connsiteY15" fmla="*/ 80677 h 204919"/>
                <a:gd name="connsiteX16" fmla="*/ 7030 w 204918"/>
                <a:gd name="connsiteY16" fmla="*/ 73646 h 204919"/>
                <a:gd name="connsiteX17" fmla="*/ 27430 w 204918"/>
                <a:gd name="connsiteY17" fmla="*/ 73646 h 204919"/>
                <a:gd name="connsiteX18" fmla="*/ 29044 w 204918"/>
                <a:gd name="connsiteY18" fmla="*/ 69728 h 204919"/>
                <a:gd name="connsiteX19" fmla="*/ 14637 w 204918"/>
                <a:gd name="connsiteY19" fmla="*/ 55321 h 204919"/>
                <a:gd name="connsiteX20" fmla="*/ 12563 w 204918"/>
                <a:gd name="connsiteY20" fmla="*/ 50365 h 204919"/>
                <a:gd name="connsiteX21" fmla="*/ 14637 w 204918"/>
                <a:gd name="connsiteY21" fmla="*/ 45409 h 204919"/>
                <a:gd name="connsiteX22" fmla="*/ 45409 w 204918"/>
                <a:gd name="connsiteY22" fmla="*/ 14637 h 204919"/>
                <a:gd name="connsiteX23" fmla="*/ 55321 w 204918"/>
                <a:gd name="connsiteY23" fmla="*/ 14637 h 204919"/>
                <a:gd name="connsiteX24" fmla="*/ 69728 w 204918"/>
                <a:gd name="connsiteY24" fmla="*/ 29044 h 204919"/>
                <a:gd name="connsiteX25" fmla="*/ 73646 w 204918"/>
                <a:gd name="connsiteY25" fmla="*/ 27430 h 204919"/>
                <a:gd name="connsiteX26" fmla="*/ 73646 w 204918"/>
                <a:gd name="connsiteY26" fmla="*/ 7030 h 204919"/>
                <a:gd name="connsiteX27" fmla="*/ 80677 w 204918"/>
                <a:gd name="connsiteY27" fmla="*/ 0 h 204919"/>
                <a:gd name="connsiteX28" fmla="*/ 124242 w 204918"/>
                <a:gd name="connsiteY28" fmla="*/ 0 h 204919"/>
                <a:gd name="connsiteX29" fmla="*/ 131159 w 204918"/>
                <a:gd name="connsiteY29" fmla="*/ 6914 h 204919"/>
                <a:gd name="connsiteX30" fmla="*/ 131157 w 204918"/>
                <a:gd name="connsiteY30" fmla="*/ 7030 h 204919"/>
                <a:gd name="connsiteX31" fmla="*/ 131157 w 204918"/>
                <a:gd name="connsiteY31" fmla="*/ 27430 h 204919"/>
                <a:gd name="connsiteX32" fmla="*/ 135191 w 204918"/>
                <a:gd name="connsiteY32" fmla="*/ 29044 h 204919"/>
                <a:gd name="connsiteX33" fmla="*/ 149828 w 204918"/>
                <a:gd name="connsiteY33" fmla="*/ 14637 h 204919"/>
                <a:gd name="connsiteX34" fmla="*/ 159740 w 204918"/>
                <a:gd name="connsiteY34" fmla="*/ 14637 h 204919"/>
                <a:gd name="connsiteX35" fmla="*/ 190512 w 204918"/>
                <a:gd name="connsiteY35" fmla="*/ 45409 h 204919"/>
                <a:gd name="connsiteX36" fmla="*/ 192587 w 204918"/>
                <a:gd name="connsiteY36" fmla="*/ 50365 h 204919"/>
                <a:gd name="connsiteX37" fmla="*/ 190512 w 204918"/>
                <a:gd name="connsiteY37" fmla="*/ 55321 h 204919"/>
                <a:gd name="connsiteX38" fmla="*/ 175875 w 204918"/>
                <a:gd name="connsiteY38" fmla="*/ 69728 h 204919"/>
                <a:gd name="connsiteX39" fmla="*/ 177489 w 204918"/>
                <a:gd name="connsiteY39" fmla="*/ 73646 h 204919"/>
                <a:gd name="connsiteX40" fmla="*/ 197889 w 204918"/>
                <a:gd name="connsiteY40" fmla="*/ 73646 h 204919"/>
                <a:gd name="connsiteX41" fmla="*/ 204919 w 204918"/>
                <a:gd name="connsiteY41" fmla="*/ 80677 h 204919"/>
                <a:gd name="connsiteX42" fmla="*/ 204919 w 204918"/>
                <a:gd name="connsiteY42" fmla="*/ 124242 h 204919"/>
                <a:gd name="connsiteX43" fmla="*/ 198005 w 204918"/>
                <a:gd name="connsiteY43" fmla="*/ 131159 h 204919"/>
                <a:gd name="connsiteX44" fmla="*/ 197889 w 204918"/>
                <a:gd name="connsiteY44" fmla="*/ 131157 h 204919"/>
                <a:gd name="connsiteX45" fmla="*/ 177489 w 204918"/>
                <a:gd name="connsiteY45" fmla="*/ 131157 h 204919"/>
                <a:gd name="connsiteX46" fmla="*/ 175875 w 204918"/>
                <a:gd name="connsiteY46" fmla="*/ 135191 h 204919"/>
                <a:gd name="connsiteX47" fmla="*/ 190282 w 204918"/>
                <a:gd name="connsiteY47" fmla="*/ 149828 h 204919"/>
                <a:gd name="connsiteX48" fmla="*/ 190416 w 204918"/>
                <a:gd name="connsiteY48" fmla="*/ 159606 h 204919"/>
                <a:gd name="connsiteX49" fmla="*/ 190282 w 204918"/>
                <a:gd name="connsiteY49" fmla="*/ 159740 h 204919"/>
                <a:gd name="connsiteX50" fmla="*/ 159509 w 204918"/>
                <a:gd name="connsiteY50" fmla="*/ 190512 h 204919"/>
                <a:gd name="connsiteX51" fmla="*/ 154554 w 204918"/>
                <a:gd name="connsiteY51" fmla="*/ 192587 h 204919"/>
                <a:gd name="connsiteX52" fmla="*/ 149598 w 204918"/>
                <a:gd name="connsiteY52" fmla="*/ 190512 h 204919"/>
                <a:gd name="connsiteX53" fmla="*/ 135191 w 204918"/>
                <a:gd name="connsiteY53" fmla="*/ 176106 h 204919"/>
                <a:gd name="connsiteX54" fmla="*/ 131157 w 204918"/>
                <a:gd name="connsiteY54" fmla="*/ 177719 h 204919"/>
                <a:gd name="connsiteX55" fmla="*/ 131157 w 204918"/>
                <a:gd name="connsiteY55" fmla="*/ 198119 h 204919"/>
                <a:gd name="connsiteX56" fmla="*/ 129198 w 204918"/>
                <a:gd name="connsiteY56" fmla="*/ 203075 h 204919"/>
                <a:gd name="connsiteX57" fmla="*/ 124242 w 204918"/>
                <a:gd name="connsiteY57" fmla="*/ 204919 h 204919"/>
                <a:gd name="connsiteX58" fmla="*/ 87707 w 204918"/>
                <a:gd name="connsiteY58" fmla="*/ 190973 h 204919"/>
                <a:gd name="connsiteX59" fmla="*/ 117212 w 204918"/>
                <a:gd name="connsiteY59" fmla="*/ 190973 h 204919"/>
                <a:gd name="connsiteX60" fmla="*/ 117212 w 204918"/>
                <a:gd name="connsiteY60" fmla="*/ 172879 h 204919"/>
                <a:gd name="connsiteX61" fmla="*/ 122168 w 204918"/>
                <a:gd name="connsiteY61" fmla="*/ 166194 h 204919"/>
                <a:gd name="connsiteX62" fmla="*/ 133693 w 204918"/>
                <a:gd name="connsiteY62" fmla="*/ 161584 h 204919"/>
                <a:gd name="connsiteX63" fmla="*/ 141876 w 204918"/>
                <a:gd name="connsiteY63" fmla="*/ 162852 h 204919"/>
                <a:gd name="connsiteX64" fmla="*/ 154899 w 204918"/>
                <a:gd name="connsiteY64" fmla="*/ 175760 h 204919"/>
                <a:gd name="connsiteX65" fmla="*/ 175760 w 204918"/>
                <a:gd name="connsiteY65" fmla="*/ 154899 h 204919"/>
                <a:gd name="connsiteX66" fmla="*/ 162506 w 204918"/>
                <a:gd name="connsiteY66" fmla="*/ 141530 h 204919"/>
                <a:gd name="connsiteX67" fmla="*/ 161238 w 204918"/>
                <a:gd name="connsiteY67" fmla="*/ 133347 h 204919"/>
                <a:gd name="connsiteX68" fmla="*/ 165848 w 204918"/>
                <a:gd name="connsiteY68" fmla="*/ 121822 h 204919"/>
                <a:gd name="connsiteX69" fmla="*/ 172533 w 204918"/>
                <a:gd name="connsiteY69" fmla="*/ 116866 h 204919"/>
                <a:gd name="connsiteX70" fmla="*/ 190973 w 204918"/>
                <a:gd name="connsiteY70" fmla="*/ 116866 h 204919"/>
                <a:gd name="connsiteX71" fmla="*/ 190973 w 204918"/>
                <a:gd name="connsiteY71" fmla="*/ 87707 h 204919"/>
                <a:gd name="connsiteX72" fmla="*/ 172879 w 204918"/>
                <a:gd name="connsiteY72" fmla="*/ 87707 h 204919"/>
                <a:gd name="connsiteX73" fmla="*/ 166194 w 204918"/>
                <a:gd name="connsiteY73" fmla="*/ 82751 h 204919"/>
                <a:gd name="connsiteX74" fmla="*/ 161584 w 204918"/>
                <a:gd name="connsiteY74" fmla="*/ 71226 h 204919"/>
                <a:gd name="connsiteX75" fmla="*/ 162852 w 204918"/>
                <a:gd name="connsiteY75" fmla="*/ 63043 h 204919"/>
                <a:gd name="connsiteX76" fmla="*/ 175760 w 204918"/>
                <a:gd name="connsiteY76" fmla="*/ 50020 h 204919"/>
                <a:gd name="connsiteX77" fmla="*/ 154554 w 204918"/>
                <a:gd name="connsiteY77" fmla="*/ 29389 h 204919"/>
                <a:gd name="connsiteX78" fmla="*/ 141530 w 204918"/>
                <a:gd name="connsiteY78" fmla="*/ 42413 h 204919"/>
                <a:gd name="connsiteX79" fmla="*/ 133347 w 204918"/>
                <a:gd name="connsiteY79" fmla="*/ 43681 h 204919"/>
                <a:gd name="connsiteX80" fmla="*/ 121822 w 204918"/>
                <a:gd name="connsiteY80" fmla="*/ 39071 h 204919"/>
                <a:gd name="connsiteX81" fmla="*/ 116866 w 204918"/>
                <a:gd name="connsiteY81" fmla="*/ 32386 h 204919"/>
                <a:gd name="connsiteX82" fmla="*/ 116866 w 204918"/>
                <a:gd name="connsiteY82" fmla="*/ 13946 h 204919"/>
                <a:gd name="connsiteX83" fmla="*/ 87707 w 204918"/>
                <a:gd name="connsiteY83" fmla="*/ 13946 h 204919"/>
                <a:gd name="connsiteX84" fmla="*/ 87707 w 204918"/>
                <a:gd name="connsiteY84" fmla="*/ 32386 h 204919"/>
                <a:gd name="connsiteX85" fmla="*/ 82751 w 204918"/>
                <a:gd name="connsiteY85" fmla="*/ 39071 h 204919"/>
                <a:gd name="connsiteX86" fmla="*/ 71226 w 204918"/>
                <a:gd name="connsiteY86" fmla="*/ 43681 h 204919"/>
                <a:gd name="connsiteX87" fmla="*/ 63043 w 204918"/>
                <a:gd name="connsiteY87" fmla="*/ 42413 h 204919"/>
                <a:gd name="connsiteX88" fmla="*/ 50365 w 204918"/>
                <a:gd name="connsiteY88" fmla="*/ 29389 h 204919"/>
                <a:gd name="connsiteX89" fmla="*/ 29389 w 204918"/>
                <a:gd name="connsiteY89" fmla="*/ 50365 h 204919"/>
                <a:gd name="connsiteX90" fmla="*/ 42413 w 204918"/>
                <a:gd name="connsiteY90" fmla="*/ 63389 h 204919"/>
                <a:gd name="connsiteX91" fmla="*/ 43681 w 204918"/>
                <a:gd name="connsiteY91" fmla="*/ 71572 h 204919"/>
                <a:gd name="connsiteX92" fmla="*/ 39071 w 204918"/>
                <a:gd name="connsiteY92" fmla="*/ 83097 h 204919"/>
                <a:gd name="connsiteX93" fmla="*/ 32386 w 204918"/>
                <a:gd name="connsiteY93" fmla="*/ 88053 h 204919"/>
                <a:gd name="connsiteX94" fmla="*/ 13946 w 204918"/>
                <a:gd name="connsiteY94" fmla="*/ 88053 h 204919"/>
                <a:gd name="connsiteX95" fmla="*/ 13946 w 204918"/>
                <a:gd name="connsiteY95" fmla="*/ 117558 h 204919"/>
                <a:gd name="connsiteX96" fmla="*/ 32386 w 204918"/>
                <a:gd name="connsiteY96" fmla="*/ 117558 h 204919"/>
                <a:gd name="connsiteX97" fmla="*/ 39071 w 204918"/>
                <a:gd name="connsiteY97" fmla="*/ 122513 h 204919"/>
                <a:gd name="connsiteX98" fmla="*/ 43681 w 204918"/>
                <a:gd name="connsiteY98" fmla="*/ 134039 h 204919"/>
                <a:gd name="connsiteX99" fmla="*/ 42413 w 204918"/>
                <a:gd name="connsiteY99" fmla="*/ 142222 h 204919"/>
                <a:gd name="connsiteX100" fmla="*/ 29389 w 204918"/>
                <a:gd name="connsiteY100" fmla="*/ 154554 h 204919"/>
                <a:gd name="connsiteX101" fmla="*/ 50365 w 204918"/>
                <a:gd name="connsiteY101" fmla="*/ 175414 h 204919"/>
                <a:gd name="connsiteX102" fmla="*/ 63389 w 204918"/>
                <a:gd name="connsiteY102" fmla="*/ 162506 h 204919"/>
                <a:gd name="connsiteX103" fmla="*/ 71572 w 204918"/>
                <a:gd name="connsiteY103" fmla="*/ 161354 h 204919"/>
                <a:gd name="connsiteX104" fmla="*/ 83097 w 204918"/>
                <a:gd name="connsiteY104" fmla="*/ 165964 h 204919"/>
                <a:gd name="connsiteX105" fmla="*/ 88053 w 204918"/>
                <a:gd name="connsiteY105" fmla="*/ 172648 h 20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04918" h="204919">
                  <a:moveTo>
                    <a:pt x="124242" y="204919"/>
                  </a:moveTo>
                  <a:lnTo>
                    <a:pt x="80677" y="204919"/>
                  </a:lnTo>
                  <a:cubicBezTo>
                    <a:pt x="76794" y="204919"/>
                    <a:pt x="73646" y="201771"/>
                    <a:pt x="73646" y="197889"/>
                  </a:cubicBezTo>
                  <a:lnTo>
                    <a:pt x="73646" y="177489"/>
                  </a:lnTo>
                  <a:lnTo>
                    <a:pt x="69728" y="175875"/>
                  </a:lnTo>
                  <a:lnTo>
                    <a:pt x="55321" y="190282"/>
                  </a:lnTo>
                  <a:cubicBezTo>
                    <a:pt x="52554" y="192945"/>
                    <a:pt x="48176" y="192945"/>
                    <a:pt x="45409" y="190282"/>
                  </a:cubicBezTo>
                  <a:lnTo>
                    <a:pt x="14637" y="159509"/>
                  </a:lnTo>
                  <a:cubicBezTo>
                    <a:pt x="11900" y="156846"/>
                    <a:pt x="11840" y="152468"/>
                    <a:pt x="14504" y="149731"/>
                  </a:cubicBezTo>
                  <a:cubicBezTo>
                    <a:pt x="14548" y="149685"/>
                    <a:pt x="14592" y="149642"/>
                    <a:pt x="14637" y="149598"/>
                  </a:cubicBezTo>
                  <a:lnTo>
                    <a:pt x="29044" y="135191"/>
                  </a:lnTo>
                  <a:cubicBezTo>
                    <a:pt x="28437" y="133875"/>
                    <a:pt x="27898" y="132529"/>
                    <a:pt x="27430" y="131157"/>
                  </a:cubicBezTo>
                  <a:lnTo>
                    <a:pt x="7030" y="131157"/>
                  </a:lnTo>
                  <a:cubicBezTo>
                    <a:pt x="3212" y="131221"/>
                    <a:pt x="65" y="128177"/>
                    <a:pt x="1" y="124359"/>
                  </a:cubicBezTo>
                  <a:cubicBezTo>
                    <a:pt x="0" y="124319"/>
                    <a:pt x="0" y="124281"/>
                    <a:pt x="0" y="124242"/>
                  </a:cubicBezTo>
                  <a:lnTo>
                    <a:pt x="0" y="80677"/>
                  </a:lnTo>
                  <a:cubicBezTo>
                    <a:pt x="0" y="76794"/>
                    <a:pt x="3148" y="73646"/>
                    <a:pt x="7030" y="73646"/>
                  </a:cubicBezTo>
                  <a:lnTo>
                    <a:pt x="27430" y="73646"/>
                  </a:lnTo>
                  <a:cubicBezTo>
                    <a:pt x="27430" y="72379"/>
                    <a:pt x="28467" y="70996"/>
                    <a:pt x="29044" y="69728"/>
                  </a:cubicBezTo>
                  <a:lnTo>
                    <a:pt x="14637" y="55321"/>
                  </a:lnTo>
                  <a:cubicBezTo>
                    <a:pt x="13306" y="54016"/>
                    <a:pt x="12558" y="52229"/>
                    <a:pt x="12563" y="50365"/>
                  </a:cubicBezTo>
                  <a:cubicBezTo>
                    <a:pt x="12531" y="48496"/>
                    <a:pt x="13283" y="46699"/>
                    <a:pt x="14637" y="45409"/>
                  </a:cubicBezTo>
                  <a:lnTo>
                    <a:pt x="45409" y="14637"/>
                  </a:lnTo>
                  <a:cubicBezTo>
                    <a:pt x="48176" y="11973"/>
                    <a:pt x="52554" y="11973"/>
                    <a:pt x="55321" y="14637"/>
                  </a:cubicBezTo>
                  <a:lnTo>
                    <a:pt x="69728" y="29044"/>
                  </a:lnTo>
                  <a:lnTo>
                    <a:pt x="73646" y="27430"/>
                  </a:lnTo>
                  <a:lnTo>
                    <a:pt x="73646" y="7030"/>
                  </a:lnTo>
                  <a:cubicBezTo>
                    <a:pt x="73646" y="3148"/>
                    <a:pt x="76794" y="0"/>
                    <a:pt x="80677" y="0"/>
                  </a:cubicBezTo>
                  <a:lnTo>
                    <a:pt x="124242" y="0"/>
                  </a:lnTo>
                  <a:cubicBezTo>
                    <a:pt x="128062" y="-1"/>
                    <a:pt x="131157" y="3095"/>
                    <a:pt x="131159" y="6914"/>
                  </a:cubicBezTo>
                  <a:cubicBezTo>
                    <a:pt x="131159" y="6953"/>
                    <a:pt x="131159" y="6992"/>
                    <a:pt x="131157" y="7030"/>
                  </a:cubicBezTo>
                  <a:lnTo>
                    <a:pt x="131157" y="27430"/>
                  </a:lnTo>
                  <a:lnTo>
                    <a:pt x="135191" y="29044"/>
                  </a:lnTo>
                  <a:lnTo>
                    <a:pt x="149828" y="14637"/>
                  </a:lnTo>
                  <a:cubicBezTo>
                    <a:pt x="152595" y="11973"/>
                    <a:pt x="156973" y="11973"/>
                    <a:pt x="159740" y="14637"/>
                  </a:cubicBezTo>
                  <a:lnTo>
                    <a:pt x="190512" y="45409"/>
                  </a:lnTo>
                  <a:cubicBezTo>
                    <a:pt x="191823" y="46729"/>
                    <a:pt x="192566" y="48506"/>
                    <a:pt x="192587" y="50365"/>
                  </a:cubicBezTo>
                  <a:cubicBezTo>
                    <a:pt x="192543" y="52219"/>
                    <a:pt x="191802" y="53989"/>
                    <a:pt x="190512" y="55321"/>
                  </a:cubicBezTo>
                  <a:lnTo>
                    <a:pt x="175875" y="69728"/>
                  </a:lnTo>
                  <a:cubicBezTo>
                    <a:pt x="176452" y="70996"/>
                    <a:pt x="176913" y="72379"/>
                    <a:pt x="177489" y="73646"/>
                  </a:cubicBezTo>
                  <a:lnTo>
                    <a:pt x="197889" y="73646"/>
                  </a:lnTo>
                  <a:cubicBezTo>
                    <a:pt x="201771" y="73646"/>
                    <a:pt x="204919" y="76794"/>
                    <a:pt x="204919" y="80677"/>
                  </a:cubicBezTo>
                  <a:lnTo>
                    <a:pt x="204919" y="124242"/>
                  </a:lnTo>
                  <a:cubicBezTo>
                    <a:pt x="204919" y="128062"/>
                    <a:pt x="201824" y="131157"/>
                    <a:pt x="198005" y="131159"/>
                  </a:cubicBezTo>
                  <a:cubicBezTo>
                    <a:pt x="197966" y="131159"/>
                    <a:pt x="197928" y="131159"/>
                    <a:pt x="197889" y="131157"/>
                  </a:cubicBezTo>
                  <a:lnTo>
                    <a:pt x="177489" y="131157"/>
                  </a:lnTo>
                  <a:cubicBezTo>
                    <a:pt x="176913" y="132540"/>
                    <a:pt x="176452" y="133923"/>
                    <a:pt x="175875" y="135191"/>
                  </a:cubicBezTo>
                  <a:lnTo>
                    <a:pt x="190282" y="149828"/>
                  </a:lnTo>
                  <a:cubicBezTo>
                    <a:pt x="193019" y="152492"/>
                    <a:pt x="193079" y="156870"/>
                    <a:pt x="190416" y="159606"/>
                  </a:cubicBezTo>
                  <a:cubicBezTo>
                    <a:pt x="190372" y="159652"/>
                    <a:pt x="190327" y="159696"/>
                    <a:pt x="190282" y="159740"/>
                  </a:cubicBezTo>
                  <a:lnTo>
                    <a:pt x="159509" y="190512"/>
                  </a:lnTo>
                  <a:cubicBezTo>
                    <a:pt x="158190" y="191823"/>
                    <a:pt x="156413" y="192566"/>
                    <a:pt x="154554" y="192587"/>
                  </a:cubicBezTo>
                  <a:cubicBezTo>
                    <a:pt x="152699" y="192543"/>
                    <a:pt x="150930" y="191802"/>
                    <a:pt x="149598" y="190512"/>
                  </a:cubicBezTo>
                  <a:lnTo>
                    <a:pt x="135191" y="176106"/>
                  </a:lnTo>
                  <a:lnTo>
                    <a:pt x="131157" y="177719"/>
                  </a:lnTo>
                  <a:lnTo>
                    <a:pt x="131157" y="198119"/>
                  </a:lnTo>
                  <a:cubicBezTo>
                    <a:pt x="131180" y="199964"/>
                    <a:pt x="130476" y="201744"/>
                    <a:pt x="129198" y="203075"/>
                  </a:cubicBezTo>
                  <a:cubicBezTo>
                    <a:pt x="127831" y="204280"/>
                    <a:pt x="126065" y="204937"/>
                    <a:pt x="124242" y="204919"/>
                  </a:cubicBezTo>
                  <a:close/>
                  <a:moveTo>
                    <a:pt x="87707" y="190973"/>
                  </a:moveTo>
                  <a:lnTo>
                    <a:pt x="117212" y="190973"/>
                  </a:lnTo>
                  <a:lnTo>
                    <a:pt x="117212" y="172879"/>
                  </a:lnTo>
                  <a:cubicBezTo>
                    <a:pt x="117226" y="169807"/>
                    <a:pt x="119233" y="167100"/>
                    <a:pt x="122168" y="166194"/>
                  </a:cubicBezTo>
                  <a:cubicBezTo>
                    <a:pt x="126140" y="165006"/>
                    <a:pt x="129997" y="163463"/>
                    <a:pt x="133693" y="161584"/>
                  </a:cubicBezTo>
                  <a:cubicBezTo>
                    <a:pt x="136406" y="160185"/>
                    <a:pt x="139713" y="160698"/>
                    <a:pt x="141876" y="162852"/>
                  </a:cubicBezTo>
                  <a:lnTo>
                    <a:pt x="154899" y="175760"/>
                  </a:lnTo>
                  <a:lnTo>
                    <a:pt x="175760" y="154899"/>
                  </a:lnTo>
                  <a:lnTo>
                    <a:pt x="162506" y="141530"/>
                  </a:lnTo>
                  <a:cubicBezTo>
                    <a:pt x="160279" y="139404"/>
                    <a:pt x="159760" y="136048"/>
                    <a:pt x="161238" y="133347"/>
                  </a:cubicBezTo>
                  <a:cubicBezTo>
                    <a:pt x="163117" y="129651"/>
                    <a:pt x="164660" y="125794"/>
                    <a:pt x="165848" y="121822"/>
                  </a:cubicBezTo>
                  <a:cubicBezTo>
                    <a:pt x="166722" y="118865"/>
                    <a:pt x="169449" y="116843"/>
                    <a:pt x="172533" y="116866"/>
                  </a:cubicBezTo>
                  <a:lnTo>
                    <a:pt x="190973" y="116866"/>
                  </a:lnTo>
                  <a:lnTo>
                    <a:pt x="190973" y="87707"/>
                  </a:lnTo>
                  <a:lnTo>
                    <a:pt x="172879" y="87707"/>
                  </a:lnTo>
                  <a:cubicBezTo>
                    <a:pt x="169807" y="87693"/>
                    <a:pt x="167100" y="85686"/>
                    <a:pt x="166194" y="82751"/>
                  </a:cubicBezTo>
                  <a:cubicBezTo>
                    <a:pt x="165029" y="78771"/>
                    <a:pt x="163486" y="74912"/>
                    <a:pt x="161584" y="71226"/>
                  </a:cubicBezTo>
                  <a:cubicBezTo>
                    <a:pt x="160105" y="68526"/>
                    <a:pt x="160625" y="65169"/>
                    <a:pt x="162852" y="63043"/>
                  </a:cubicBezTo>
                  <a:lnTo>
                    <a:pt x="175760" y="50020"/>
                  </a:lnTo>
                  <a:lnTo>
                    <a:pt x="154554" y="29389"/>
                  </a:lnTo>
                  <a:lnTo>
                    <a:pt x="141530" y="42413"/>
                  </a:lnTo>
                  <a:cubicBezTo>
                    <a:pt x="139367" y="44567"/>
                    <a:pt x="136060" y="45080"/>
                    <a:pt x="133347" y="43681"/>
                  </a:cubicBezTo>
                  <a:cubicBezTo>
                    <a:pt x="129661" y="41779"/>
                    <a:pt x="125802" y="40235"/>
                    <a:pt x="121822" y="39071"/>
                  </a:cubicBezTo>
                  <a:cubicBezTo>
                    <a:pt x="118865" y="38197"/>
                    <a:pt x="116843" y="35470"/>
                    <a:pt x="116866" y="32386"/>
                  </a:cubicBezTo>
                  <a:lnTo>
                    <a:pt x="116866" y="13946"/>
                  </a:lnTo>
                  <a:lnTo>
                    <a:pt x="87707" y="13946"/>
                  </a:lnTo>
                  <a:lnTo>
                    <a:pt x="87707" y="32386"/>
                  </a:lnTo>
                  <a:cubicBezTo>
                    <a:pt x="87693" y="35458"/>
                    <a:pt x="85686" y="38164"/>
                    <a:pt x="82751" y="39071"/>
                  </a:cubicBezTo>
                  <a:cubicBezTo>
                    <a:pt x="78771" y="40235"/>
                    <a:pt x="74912" y="41779"/>
                    <a:pt x="71226" y="43681"/>
                  </a:cubicBezTo>
                  <a:cubicBezTo>
                    <a:pt x="68519" y="45118"/>
                    <a:pt x="65188" y="44602"/>
                    <a:pt x="63043" y="42413"/>
                  </a:cubicBezTo>
                  <a:lnTo>
                    <a:pt x="50365" y="29389"/>
                  </a:lnTo>
                  <a:lnTo>
                    <a:pt x="29389" y="50365"/>
                  </a:lnTo>
                  <a:lnTo>
                    <a:pt x="42413" y="63389"/>
                  </a:lnTo>
                  <a:cubicBezTo>
                    <a:pt x="44602" y="65534"/>
                    <a:pt x="45118" y="68865"/>
                    <a:pt x="43681" y="71572"/>
                  </a:cubicBezTo>
                  <a:cubicBezTo>
                    <a:pt x="41779" y="75257"/>
                    <a:pt x="40235" y="79117"/>
                    <a:pt x="39071" y="83097"/>
                  </a:cubicBezTo>
                  <a:cubicBezTo>
                    <a:pt x="38164" y="86032"/>
                    <a:pt x="35458" y="88039"/>
                    <a:pt x="32386" y="88053"/>
                  </a:cubicBezTo>
                  <a:lnTo>
                    <a:pt x="13946" y="88053"/>
                  </a:lnTo>
                  <a:lnTo>
                    <a:pt x="13946" y="117558"/>
                  </a:lnTo>
                  <a:lnTo>
                    <a:pt x="32386" y="117558"/>
                  </a:lnTo>
                  <a:cubicBezTo>
                    <a:pt x="35470" y="117535"/>
                    <a:pt x="38197" y="119556"/>
                    <a:pt x="39071" y="122513"/>
                  </a:cubicBezTo>
                  <a:cubicBezTo>
                    <a:pt x="40259" y="126486"/>
                    <a:pt x="41802" y="130343"/>
                    <a:pt x="43681" y="134039"/>
                  </a:cubicBezTo>
                  <a:cubicBezTo>
                    <a:pt x="45080" y="136752"/>
                    <a:pt x="44567" y="140058"/>
                    <a:pt x="42413" y="142222"/>
                  </a:cubicBezTo>
                  <a:lnTo>
                    <a:pt x="29389" y="154554"/>
                  </a:lnTo>
                  <a:lnTo>
                    <a:pt x="50365" y="175414"/>
                  </a:lnTo>
                  <a:lnTo>
                    <a:pt x="63389" y="162506"/>
                  </a:lnTo>
                  <a:cubicBezTo>
                    <a:pt x="65544" y="160319"/>
                    <a:pt x="68897" y="159846"/>
                    <a:pt x="71572" y="161354"/>
                  </a:cubicBezTo>
                  <a:cubicBezTo>
                    <a:pt x="75257" y="163255"/>
                    <a:pt x="79117" y="164798"/>
                    <a:pt x="83097" y="165964"/>
                  </a:cubicBezTo>
                  <a:cubicBezTo>
                    <a:pt x="86032" y="166869"/>
                    <a:pt x="88039" y="169577"/>
                    <a:pt x="88053" y="17264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CC9CE10-54B6-5743-9B00-E69AE5324BD4}"/>
                </a:ext>
              </a:extLst>
            </p:cNvPr>
            <p:cNvSpPr/>
            <p:nvPr/>
          </p:nvSpPr>
          <p:spPr>
            <a:xfrm>
              <a:off x="5947797" y="2315401"/>
              <a:ext cx="113407" cy="113408"/>
            </a:xfrm>
            <a:custGeom>
              <a:avLst/>
              <a:gdLst>
                <a:gd name="connsiteX0" fmla="*/ 56565 w 113407"/>
                <a:gd name="connsiteY0" fmla="*/ 113408 h 113408"/>
                <a:gd name="connsiteX1" fmla="*/ 0 w 113407"/>
                <a:gd name="connsiteY1" fmla="*/ 56565 h 113408"/>
                <a:gd name="connsiteX2" fmla="*/ 56843 w 113407"/>
                <a:gd name="connsiteY2" fmla="*/ 0 h 113408"/>
                <a:gd name="connsiteX3" fmla="*/ 113408 w 113407"/>
                <a:gd name="connsiteY3" fmla="*/ 56843 h 113408"/>
                <a:gd name="connsiteX4" fmla="*/ 96788 w 113407"/>
                <a:gd name="connsiteY4" fmla="*/ 96812 h 113408"/>
                <a:gd name="connsiteX5" fmla="*/ 56565 w 113407"/>
                <a:gd name="connsiteY5" fmla="*/ 113408 h 113408"/>
                <a:gd name="connsiteX6" fmla="*/ 56565 w 113407"/>
                <a:gd name="connsiteY6" fmla="*/ 13715 h 113408"/>
                <a:gd name="connsiteX7" fmla="*/ 13681 w 113407"/>
                <a:gd name="connsiteY7" fmla="*/ 56579 h 113408"/>
                <a:gd name="connsiteX8" fmla="*/ 56545 w 113407"/>
                <a:gd name="connsiteY8" fmla="*/ 99463 h 113408"/>
                <a:gd name="connsiteX9" fmla="*/ 99429 w 113407"/>
                <a:gd name="connsiteY9" fmla="*/ 56599 h 113408"/>
                <a:gd name="connsiteX10" fmla="*/ 86877 w 113407"/>
                <a:gd name="connsiteY10" fmla="*/ 26277 h 113408"/>
                <a:gd name="connsiteX11" fmla="*/ 56565 w 113407"/>
                <a:gd name="connsiteY11" fmla="*/ 13715 h 1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407" h="113408">
                  <a:moveTo>
                    <a:pt x="56565" y="113408"/>
                  </a:moveTo>
                  <a:cubicBezTo>
                    <a:pt x="25249" y="113331"/>
                    <a:pt x="-77" y="87882"/>
                    <a:pt x="0" y="56565"/>
                  </a:cubicBezTo>
                  <a:cubicBezTo>
                    <a:pt x="77" y="25249"/>
                    <a:pt x="25526" y="-77"/>
                    <a:pt x="56843" y="0"/>
                  </a:cubicBezTo>
                  <a:cubicBezTo>
                    <a:pt x="88159" y="77"/>
                    <a:pt x="113485" y="25526"/>
                    <a:pt x="113408" y="56843"/>
                  </a:cubicBezTo>
                  <a:cubicBezTo>
                    <a:pt x="113372" y="71840"/>
                    <a:pt x="107395" y="86211"/>
                    <a:pt x="96788" y="96812"/>
                  </a:cubicBezTo>
                  <a:cubicBezTo>
                    <a:pt x="86114" y="107462"/>
                    <a:pt x="71644" y="113432"/>
                    <a:pt x="56565" y="113408"/>
                  </a:cubicBezTo>
                  <a:close/>
                  <a:moveTo>
                    <a:pt x="56565" y="13715"/>
                  </a:moveTo>
                  <a:cubicBezTo>
                    <a:pt x="32887" y="13709"/>
                    <a:pt x="13687" y="32900"/>
                    <a:pt x="13681" y="56579"/>
                  </a:cubicBezTo>
                  <a:cubicBezTo>
                    <a:pt x="13676" y="80257"/>
                    <a:pt x="32866" y="99457"/>
                    <a:pt x="56545" y="99463"/>
                  </a:cubicBezTo>
                  <a:cubicBezTo>
                    <a:pt x="80224" y="99469"/>
                    <a:pt x="99423" y="80278"/>
                    <a:pt x="99429" y="56599"/>
                  </a:cubicBezTo>
                  <a:cubicBezTo>
                    <a:pt x="99432" y="45227"/>
                    <a:pt x="94917" y="34320"/>
                    <a:pt x="86877" y="26277"/>
                  </a:cubicBezTo>
                  <a:cubicBezTo>
                    <a:pt x="78846" y="18226"/>
                    <a:pt x="67938" y="13705"/>
                    <a:pt x="56565" y="1371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65359490-882D-1E48-88D9-EADB3026BB73}"/>
                </a:ext>
              </a:extLst>
            </p:cNvPr>
            <p:cNvSpPr/>
            <p:nvPr/>
          </p:nvSpPr>
          <p:spPr>
            <a:xfrm>
              <a:off x="6107859" y="2475487"/>
              <a:ext cx="204457" cy="204918"/>
            </a:xfrm>
            <a:custGeom>
              <a:avLst/>
              <a:gdLst>
                <a:gd name="connsiteX0" fmla="*/ 124242 w 204457"/>
                <a:gd name="connsiteY0" fmla="*/ 204919 h 204918"/>
                <a:gd name="connsiteX1" fmla="*/ 80677 w 204457"/>
                <a:gd name="connsiteY1" fmla="*/ 204919 h 204918"/>
                <a:gd name="connsiteX2" fmla="*/ 73760 w 204457"/>
                <a:gd name="connsiteY2" fmla="*/ 198005 h 204918"/>
                <a:gd name="connsiteX3" fmla="*/ 73762 w 204457"/>
                <a:gd name="connsiteY3" fmla="*/ 197889 h 204918"/>
                <a:gd name="connsiteX4" fmla="*/ 73762 w 204457"/>
                <a:gd name="connsiteY4" fmla="*/ 177489 h 204918"/>
                <a:gd name="connsiteX5" fmla="*/ 69728 w 204457"/>
                <a:gd name="connsiteY5" fmla="*/ 175875 h 204918"/>
                <a:gd name="connsiteX6" fmla="*/ 55321 w 204457"/>
                <a:gd name="connsiteY6" fmla="*/ 190282 h 204918"/>
                <a:gd name="connsiteX7" fmla="*/ 45543 w 204457"/>
                <a:gd name="connsiteY7" fmla="*/ 190416 h 204918"/>
                <a:gd name="connsiteX8" fmla="*/ 45409 w 204457"/>
                <a:gd name="connsiteY8" fmla="*/ 190282 h 204918"/>
                <a:gd name="connsiteX9" fmla="*/ 14637 w 204457"/>
                <a:gd name="connsiteY9" fmla="*/ 159509 h 204918"/>
                <a:gd name="connsiteX10" fmla="*/ 12563 w 204457"/>
                <a:gd name="connsiteY10" fmla="*/ 154554 h 204918"/>
                <a:gd name="connsiteX11" fmla="*/ 14637 w 204457"/>
                <a:gd name="connsiteY11" fmla="*/ 149598 h 204918"/>
                <a:gd name="connsiteX12" fmla="*/ 29044 w 204457"/>
                <a:gd name="connsiteY12" fmla="*/ 135191 h 204918"/>
                <a:gd name="connsiteX13" fmla="*/ 27430 w 204457"/>
                <a:gd name="connsiteY13" fmla="*/ 131273 h 204918"/>
                <a:gd name="connsiteX14" fmla="*/ 7030 w 204457"/>
                <a:gd name="connsiteY14" fmla="*/ 131273 h 204918"/>
                <a:gd name="connsiteX15" fmla="*/ 0 w 204457"/>
                <a:gd name="connsiteY15" fmla="*/ 124242 h 204918"/>
                <a:gd name="connsiteX16" fmla="*/ 0 w 204457"/>
                <a:gd name="connsiteY16" fmla="*/ 80677 h 204918"/>
                <a:gd name="connsiteX17" fmla="*/ 6914 w 204457"/>
                <a:gd name="connsiteY17" fmla="*/ 73760 h 204918"/>
                <a:gd name="connsiteX18" fmla="*/ 7030 w 204457"/>
                <a:gd name="connsiteY18" fmla="*/ 73762 h 204918"/>
                <a:gd name="connsiteX19" fmla="*/ 27430 w 204457"/>
                <a:gd name="connsiteY19" fmla="*/ 73762 h 204918"/>
                <a:gd name="connsiteX20" fmla="*/ 29044 w 204457"/>
                <a:gd name="connsiteY20" fmla="*/ 69728 h 204918"/>
                <a:gd name="connsiteX21" fmla="*/ 14637 w 204457"/>
                <a:gd name="connsiteY21" fmla="*/ 55321 h 204918"/>
                <a:gd name="connsiteX22" fmla="*/ 14503 w 204457"/>
                <a:gd name="connsiteY22" fmla="*/ 45543 h 204918"/>
                <a:gd name="connsiteX23" fmla="*/ 14637 w 204457"/>
                <a:gd name="connsiteY23" fmla="*/ 45409 h 204918"/>
                <a:gd name="connsiteX24" fmla="*/ 45409 w 204457"/>
                <a:gd name="connsiteY24" fmla="*/ 14637 h 204918"/>
                <a:gd name="connsiteX25" fmla="*/ 55321 w 204457"/>
                <a:gd name="connsiteY25" fmla="*/ 14637 h 204918"/>
                <a:gd name="connsiteX26" fmla="*/ 69728 w 204457"/>
                <a:gd name="connsiteY26" fmla="*/ 29044 h 204918"/>
                <a:gd name="connsiteX27" fmla="*/ 73762 w 204457"/>
                <a:gd name="connsiteY27" fmla="*/ 27430 h 204918"/>
                <a:gd name="connsiteX28" fmla="*/ 73762 w 204457"/>
                <a:gd name="connsiteY28" fmla="*/ 7030 h 204918"/>
                <a:gd name="connsiteX29" fmla="*/ 80560 w 204457"/>
                <a:gd name="connsiteY29" fmla="*/ 1 h 204918"/>
                <a:gd name="connsiteX30" fmla="*/ 80677 w 204457"/>
                <a:gd name="connsiteY30" fmla="*/ 0 h 204918"/>
                <a:gd name="connsiteX31" fmla="*/ 124242 w 204457"/>
                <a:gd name="connsiteY31" fmla="*/ 0 h 204918"/>
                <a:gd name="connsiteX32" fmla="*/ 131273 w 204457"/>
                <a:gd name="connsiteY32" fmla="*/ 7030 h 204918"/>
                <a:gd name="connsiteX33" fmla="*/ 131273 w 204457"/>
                <a:gd name="connsiteY33" fmla="*/ 27430 h 204918"/>
                <a:gd name="connsiteX34" fmla="*/ 135191 w 204457"/>
                <a:gd name="connsiteY34" fmla="*/ 29044 h 204918"/>
                <a:gd name="connsiteX35" fmla="*/ 149598 w 204457"/>
                <a:gd name="connsiteY35" fmla="*/ 14637 h 204918"/>
                <a:gd name="connsiteX36" fmla="*/ 159509 w 204457"/>
                <a:gd name="connsiteY36" fmla="*/ 14637 h 204918"/>
                <a:gd name="connsiteX37" fmla="*/ 190282 w 204457"/>
                <a:gd name="connsiteY37" fmla="*/ 45409 h 204918"/>
                <a:gd name="connsiteX38" fmla="*/ 190416 w 204457"/>
                <a:gd name="connsiteY38" fmla="*/ 55187 h 204918"/>
                <a:gd name="connsiteX39" fmla="*/ 190282 w 204457"/>
                <a:gd name="connsiteY39" fmla="*/ 55321 h 204918"/>
                <a:gd name="connsiteX40" fmla="*/ 175875 w 204457"/>
                <a:gd name="connsiteY40" fmla="*/ 69728 h 204918"/>
                <a:gd name="connsiteX41" fmla="*/ 177489 w 204457"/>
                <a:gd name="connsiteY41" fmla="*/ 73762 h 204918"/>
                <a:gd name="connsiteX42" fmla="*/ 197428 w 204457"/>
                <a:gd name="connsiteY42" fmla="*/ 73762 h 204918"/>
                <a:gd name="connsiteX43" fmla="*/ 204457 w 204457"/>
                <a:gd name="connsiteY43" fmla="*/ 80560 h 204918"/>
                <a:gd name="connsiteX44" fmla="*/ 204458 w 204457"/>
                <a:gd name="connsiteY44" fmla="*/ 80677 h 204918"/>
                <a:gd name="connsiteX45" fmla="*/ 204458 w 204457"/>
                <a:gd name="connsiteY45" fmla="*/ 124242 h 204918"/>
                <a:gd name="connsiteX46" fmla="*/ 197428 w 204457"/>
                <a:gd name="connsiteY46" fmla="*/ 131273 h 204918"/>
                <a:gd name="connsiteX47" fmla="*/ 177489 w 204457"/>
                <a:gd name="connsiteY47" fmla="*/ 131273 h 204918"/>
                <a:gd name="connsiteX48" fmla="*/ 175875 w 204457"/>
                <a:gd name="connsiteY48" fmla="*/ 135191 h 204918"/>
                <a:gd name="connsiteX49" fmla="*/ 190282 w 204457"/>
                <a:gd name="connsiteY49" fmla="*/ 149598 h 204918"/>
                <a:gd name="connsiteX50" fmla="*/ 192356 w 204457"/>
                <a:gd name="connsiteY50" fmla="*/ 154554 h 204918"/>
                <a:gd name="connsiteX51" fmla="*/ 190282 w 204457"/>
                <a:gd name="connsiteY51" fmla="*/ 159509 h 204918"/>
                <a:gd name="connsiteX52" fmla="*/ 159509 w 204457"/>
                <a:gd name="connsiteY52" fmla="*/ 190282 h 204918"/>
                <a:gd name="connsiteX53" fmla="*/ 149730 w 204457"/>
                <a:gd name="connsiteY53" fmla="*/ 190416 h 204918"/>
                <a:gd name="connsiteX54" fmla="*/ 149598 w 204457"/>
                <a:gd name="connsiteY54" fmla="*/ 190282 h 204918"/>
                <a:gd name="connsiteX55" fmla="*/ 135191 w 204457"/>
                <a:gd name="connsiteY55" fmla="*/ 175875 h 204918"/>
                <a:gd name="connsiteX56" fmla="*/ 131273 w 204457"/>
                <a:gd name="connsiteY56" fmla="*/ 177489 h 204918"/>
                <a:gd name="connsiteX57" fmla="*/ 131273 w 204457"/>
                <a:gd name="connsiteY57" fmla="*/ 197428 h 204918"/>
                <a:gd name="connsiteX58" fmla="*/ 124718 w 204457"/>
                <a:gd name="connsiteY58" fmla="*/ 204904 h 204918"/>
                <a:gd name="connsiteX59" fmla="*/ 124242 w 204457"/>
                <a:gd name="connsiteY59" fmla="*/ 204919 h 204918"/>
                <a:gd name="connsiteX60" fmla="*/ 87707 w 204457"/>
                <a:gd name="connsiteY60" fmla="*/ 190973 h 204918"/>
                <a:gd name="connsiteX61" fmla="*/ 116751 w 204457"/>
                <a:gd name="connsiteY61" fmla="*/ 190973 h 204918"/>
                <a:gd name="connsiteX62" fmla="*/ 116751 w 204457"/>
                <a:gd name="connsiteY62" fmla="*/ 172533 h 204918"/>
                <a:gd name="connsiteX63" fmla="*/ 121707 w 204457"/>
                <a:gd name="connsiteY63" fmla="*/ 165848 h 204918"/>
                <a:gd name="connsiteX64" fmla="*/ 133232 w 204457"/>
                <a:gd name="connsiteY64" fmla="*/ 161238 h 204918"/>
                <a:gd name="connsiteX65" fmla="*/ 141415 w 204457"/>
                <a:gd name="connsiteY65" fmla="*/ 162506 h 204918"/>
                <a:gd name="connsiteX66" fmla="*/ 154438 w 204457"/>
                <a:gd name="connsiteY66" fmla="*/ 175530 h 204918"/>
                <a:gd name="connsiteX67" fmla="*/ 175414 w 204457"/>
                <a:gd name="connsiteY67" fmla="*/ 154554 h 204918"/>
                <a:gd name="connsiteX68" fmla="*/ 162852 w 204457"/>
                <a:gd name="connsiteY68" fmla="*/ 141530 h 204918"/>
                <a:gd name="connsiteX69" fmla="*/ 161584 w 204457"/>
                <a:gd name="connsiteY69" fmla="*/ 133347 h 204918"/>
                <a:gd name="connsiteX70" fmla="*/ 166194 w 204457"/>
                <a:gd name="connsiteY70" fmla="*/ 121822 h 204918"/>
                <a:gd name="connsiteX71" fmla="*/ 172879 w 204457"/>
                <a:gd name="connsiteY71" fmla="*/ 116866 h 204918"/>
                <a:gd name="connsiteX72" fmla="*/ 191319 w 204457"/>
                <a:gd name="connsiteY72" fmla="*/ 116866 h 204918"/>
                <a:gd name="connsiteX73" fmla="*/ 191319 w 204457"/>
                <a:gd name="connsiteY73" fmla="*/ 87707 h 204918"/>
                <a:gd name="connsiteX74" fmla="*/ 172879 w 204457"/>
                <a:gd name="connsiteY74" fmla="*/ 87707 h 204918"/>
                <a:gd name="connsiteX75" fmla="*/ 166194 w 204457"/>
                <a:gd name="connsiteY75" fmla="*/ 82751 h 204918"/>
                <a:gd name="connsiteX76" fmla="*/ 161584 w 204457"/>
                <a:gd name="connsiteY76" fmla="*/ 71226 h 204918"/>
                <a:gd name="connsiteX77" fmla="*/ 162852 w 204457"/>
                <a:gd name="connsiteY77" fmla="*/ 63043 h 204918"/>
                <a:gd name="connsiteX78" fmla="*/ 175875 w 204457"/>
                <a:gd name="connsiteY78" fmla="*/ 50020 h 204918"/>
                <a:gd name="connsiteX79" fmla="*/ 154899 w 204457"/>
                <a:gd name="connsiteY79" fmla="*/ 29044 h 204918"/>
                <a:gd name="connsiteX80" fmla="*/ 141876 w 204457"/>
                <a:gd name="connsiteY80" fmla="*/ 42067 h 204918"/>
                <a:gd name="connsiteX81" fmla="*/ 133693 w 204457"/>
                <a:gd name="connsiteY81" fmla="*/ 43335 h 204918"/>
                <a:gd name="connsiteX82" fmla="*/ 122168 w 204457"/>
                <a:gd name="connsiteY82" fmla="*/ 38725 h 204918"/>
                <a:gd name="connsiteX83" fmla="*/ 117212 w 204457"/>
                <a:gd name="connsiteY83" fmla="*/ 32040 h 204918"/>
                <a:gd name="connsiteX84" fmla="*/ 117212 w 204457"/>
                <a:gd name="connsiteY84" fmla="*/ 13600 h 204918"/>
                <a:gd name="connsiteX85" fmla="*/ 87707 w 204457"/>
                <a:gd name="connsiteY85" fmla="*/ 13600 h 204918"/>
                <a:gd name="connsiteX86" fmla="*/ 87707 w 204457"/>
                <a:gd name="connsiteY86" fmla="*/ 32040 h 204918"/>
                <a:gd name="connsiteX87" fmla="*/ 82751 w 204457"/>
                <a:gd name="connsiteY87" fmla="*/ 38725 h 204918"/>
                <a:gd name="connsiteX88" fmla="*/ 71226 w 204457"/>
                <a:gd name="connsiteY88" fmla="*/ 43335 h 204918"/>
                <a:gd name="connsiteX89" fmla="*/ 63043 w 204457"/>
                <a:gd name="connsiteY89" fmla="*/ 42067 h 204918"/>
                <a:gd name="connsiteX90" fmla="*/ 50020 w 204457"/>
                <a:gd name="connsiteY90" fmla="*/ 29044 h 204918"/>
                <a:gd name="connsiteX91" fmla="*/ 29044 w 204457"/>
                <a:gd name="connsiteY91" fmla="*/ 50020 h 204918"/>
                <a:gd name="connsiteX92" fmla="*/ 42067 w 204457"/>
                <a:gd name="connsiteY92" fmla="*/ 63043 h 204918"/>
                <a:gd name="connsiteX93" fmla="*/ 43335 w 204457"/>
                <a:gd name="connsiteY93" fmla="*/ 71226 h 204918"/>
                <a:gd name="connsiteX94" fmla="*/ 38725 w 204457"/>
                <a:gd name="connsiteY94" fmla="*/ 82751 h 204918"/>
                <a:gd name="connsiteX95" fmla="*/ 32040 w 204457"/>
                <a:gd name="connsiteY95" fmla="*/ 87707 h 204918"/>
                <a:gd name="connsiteX96" fmla="*/ 13600 w 204457"/>
                <a:gd name="connsiteY96" fmla="*/ 87707 h 204918"/>
                <a:gd name="connsiteX97" fmla="*/ 13600 w 204457"/>
                <a:gd name="connsiteY97" fmla="*/ 116751 h 204918"/>
                <a:gd name="connsiteX98" fmla="*/ 32040 w 204457"/>
                <a:gd name="connsiteY98" fmla="*/ 116751 h 204918"/>
                <a:gd name="connsiteX99" fmla="*/ 38725 w 204457"/>
                <a:gd name="connsiteY99" fmla="*/ 121707 h 204918"/>
                <a:gd name="connsiteX100" fmla="*/ 43335 w 204457"/>
                <a:gd name="connsiteY100" fmla="*/ 133232 h 204918"/>
                <a:gd name="connsiteX101" fmla="*/ 42067 w 204457"/>
                <a:gd name="connsiteY101" fmla="*/ 141415 h 204918"/>
                <a:gd name="connsiteX102" fmla="*/ 29044 w 204457"/>
                <a:gd name="connsiteY102" fmla="*/ 154438 h 204918"/>
                <a:gd name="connsiteX103" fmla="*/ 50020 w 204457"/>
                <a:gd name="connsiteY103" fmla="*/ 175414 h 204918"/>
                <a:gd name="connsiteX104" fmla="*/ 63389 w 204457"/>
                <a:gd name="connsiteY104" fmla="*/ 162852 h 204918"/>
                <a:gd name="connsiteX105" fmla="*/ 71572 w 204457"/>
                <a:gd name="connsiteY105" fmla="*/ 161584 h 204918"/>
                <a:gd name="connsiteX106" fmla="*/ 83097 w 204457"/>
                <a:gd name="connsiteY106" fmla="*/ 166194 h 204918"/>
                <a:gd name="connsiteX107" fmla="*/ 88053 w 204457"/>
                <a:gd name="connsiteY107" fmla="*/ 172879 h 20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04457" h="204918">
                  <a:moveTo>
                    <a:pt x="124242" y="204919"/>
                  </a:moveTo>
                  <a:lnTo>
                    <a:pt x="80677" y="204919"/>
                  </a:lnTo>
                  <a:cubicBezTo>
                    <a:pt x="76857" y="204919"/>
                    <a:pt x="73762" y="201824"/>
                    <a:pt x="73760" y="198005"/>
                  </a:cubicBezTo>
                  <a:cubicBezTo>
                    <a:pt x="73760" y="197966"/>
                    <a:pt x="73760" y="197928"/>
                    <a:pt x="73762" y="197889"/>
                  </a:cubicBezTo>
                  <a:lnTo>
                    <a:pt x="73762" y="177489"/>
                  </a:lnTo>
                  <a:lnTo>
                    <a:pt x="69728" y="175875"/>
                  </a:lnTo>
                  <a:lnTo>
                    <a:pt x="55321" y="190282"/>
                  </a:lnTo>
                  <a:cubicBezTo>
                    <a:pt x="52658" y="193019"/>
                    <a:pt x="48279" y="193079"/>
                    <a:pt x="45543" y="190416"/>
                  </a:cubicBezTo>
                  <a:cubicBezTo>
                    <a:pt x="45497" y="190372"/>
                    <a:pt x="45453" y="190327"/>
                    <a:pt x="45409" y="190282"/>
                  </a:cubicBezTo>
                  <a:lnTo>
                    <a:pt x="14637" y="159509"/>
                  </a:lnTo>
                  <a:cubicBezTo>
                    <a:pt x="13327" y="158190"/>
                    <a:pt x="12583" y="156413"/>
                    <a:pt x="12563" y="154554"/>
                  </a:cubicBezTo>
                  <a:cubicBezTo>
                    <a:pt x="12606" y="152699"/>
                    <a:pt x="13347" y="150930"/>
                    <a:pt x="14637" y="149598"/>
                  </a:cubicBezTo>
                  <a:lnTo>
                    <a:pt x="29044" y="135191"/>
                  </a:lnTo>
                  <a:cubicBezTo>
                    <a:pt x="28467" y="133923"/>
                    <a:pt x="28006" y="132540"/>
                    <a:pt x="27430" y="131273"/>
                  </a:cubicBezTo>
                  <a:lnTo>
                    <a:pt x="7030" y="131273"/>
                  </a:lnTo>
                  <a:cubicBezTo>
                    <a:pt x="3148" y="131273"/>
                    <a:pt x="0" y="128125"/>
                    <a:pt x="0" y="124242"/>
                  </a:cubicBezTo>
                  <a:lnTo>
                    <a:pt x="0" y="80677"/>
                  </a:lnTo>
                  <a:cubicBezTo>
                    <a:pt x="0" y="76857"/>
                    <a:pt x="3095" y="73762"/>
                    <a:pt x="6914" y="73760"/>
                  </a:cubicBezTo>
                  <a:cubicBezTo>
                    <a:pt x="6953" y="73760"/>
                    <a:pt x="6991" y="73760"/>
                    <a:pt x="7030" y="73762"/>
                  </a:cubicBezTo>
                  <a:lnTo>
                    <a:pt x="27430" y="73762"/>
                  </a:lnTo>
                  <a:cubicBezTo>
                    <a:pt x="28006" y="72379"/>
                    <a:pt x="28467" y="70996"/>
                    <a:pt x="29044" y="69728"/>
                  </a:cubicBezTo>
                  <a:lnTo>
                    <a:pt x="14637" y="55321"/>
                  </a:lnTo>
                  <a:cubicBezTo>
                    <a:pt x="11900" y="52658"/>
                    <a:pt x="11840" y="48279"/>
                    <a:pt x="14503" y="45543"/>
                  </a:cubicBezTo>
                  <a:cubicBezTo>
                    <a:pt x="14547" y="45497"/>
                    <a:pt x="14592" y="45453"/>
                    <a:pt x="14637" y="45409"/>
                  </a:cubicBezTo>
                  <a:lnTo>
                    <a:pt x="45409" y="14637"/>
                  </a:lnTo>
                  <a:cubicBezTo>
                    <a:pt x="48177" y="11974"/>
                    <a:pt x="52554" y="11974"/>
                    <a:pt x="55321" y="14637"/>
                  </a:cubicBezTo>
                  <a:lnTo>
                    <a:pt x="69728" y="29044"/>
                  </a:lnTo>
                  <a:lnTo>
                    <a:pt x="73762" y="27430"/>
                  </a:lnTo>
                  <a:lnTo>
                    <a:pt x="73762" y="7030"/>
                  </a:lnTo>
                  <a:cubicBezTo>
                    <a:pt x="73698" y="3212"/>
                    <a:pt x="76742" y="65"/>
                    <a:pt x="80560" y="1"/>
                  </a:cubicBezTo>
                  <a:cubicBezTo>
                    <a:pt x="80600" y="0"/>
                    <a:pt x="80638" y="0"/>
                    <a:pt x="80677" y="0"/>
                  </a:cubicBezTo>
                  <a:lnTo>
                    <a:pt x="124242" y="0"/>
                  </a:lnTo>
                  <a:cubicBezTo>
                    <a:pt x="128125" y="0"/>
                    <a:pt x="131273" y="3148"/>
                    <a:pt x="131273" y="7030"/>
                  </a:cubicBezTo>
                  <a:lnTo>
                    <a:pt x="131273" y="27430"/>
                  </a:lnTo>
                  <a:lnTo>
                    <a:pt x="135191" y="29044"/>
                  </a:lnTo>
                  <a:lnTo>
                    <a:pt x="149598" y="14637"/>
                  </a:lnTo>
                  <a:cubicBezTo>
                    <a:pt x="152365" y="11974"/>
                    <a:pt x="156742" y="11974"/>
                    <a:pt x="159509" y="14637"/>
                  </a:cubicBezTo>
                  <a:lnTo>
                    <a:pt x="190282" y="45409"/>
                  </a:lnTo>
                  <a:cubicBezTo>
                    <a:pt x="193019" y="48073"/>
                    <a:pt x="193079" y="52451"/>
                    <a:pt x="190416" y="55187"/>
                  </a:cubicBezTo>
                  <a:cubicBezTo>
                    <a:pt x="190372" y="55234"/>
                    <a:pt x="190327" y="55277"/>
                    <a:pt x="190282" y="55321"/>
                  </a:cubicBezTo>
                  <a:lnTo>
                    <a:pt x="175875" y="69728"/>
                  </a:lnTo>
                  <a:cubicBezTo>
                    <a:pt x="176483" y="71044"/>
                    <a:pt x="177021" y="72390"/>
                    <a:pt x="177489" y="73762"/>
                  </a:cubicBezTo>
                  <a:lnTo>
                    <a:pt x="197428" y="73762"/>
                  </a:lnTo>
                  <a:cubicBezTo>
                    <a:pt x="201246" y="73698"/>
                    <a:pt x="204393" y="76742"/>
                    <a:pt x="204457" y="80560"/>
                  </a:cubicBezTo>
                  <a:cubicBezTo>
                    <a:pt x="204458" y="80600"/>
                    <a:pt x="204458" y="80638"/>
                    <a:pt x="204458" y="80677"/>
                  </a:cubicBezTo>
                  <a:lnTo>
                    <a:pt x="204458" y="124242"/>
                  </a:lnTo>
                  <a:cubicBezTo>
                    <a:pt x="204458" y="128125"/>
                    <a:pt x="201310" y="131273"/>
                    <a:pt x="197428" y="131273"/>
                  </a:cubicBezTo>
                  <a:lnTo>
                    <a:pt x="177489" y="131273"/>
                  </a:lnTo>
                  <a:cubicBezTo>
                    <a:pt x="177489" y="132540"/>
                    <a:pt x="176452" y="133923"/>
                    <a:pt x="175875" y="135191"/>
                  </a:cubicBezTo>
                  <a:lnTo>
                    <a:pt x="190282" y="149598"/>
                  </a:lnTo>
                  <a:cubicBezTo>
                    <a:pt x="191613" y="150902"/>
                    <a:pt x="192361" y="152690"/>
                    <a:pt x="192356" y="154554"/>
                  </a:cubicBezTo>
                  <a:cubicBezTo>
                    <a:pt x="192389" y="156423"/>
                    <a:pt x="191636" y="158220"/>
                    <a:pt x="190282" y="159509"/>
                  </a:cubicBezTo>
                  <a:lnTo>
                    <a:pt x="159509" y="190282"/>
                  </a:lnTo>
                  <a:cubicBezTo>
                    <a:pt x="156846" y="193019"/>
                    <a:pt x="152468" y="193079"/>
                    <a:pt x="149730" y="190416"/>
                  </a:cubicBezTo>
                  <a:cubicBezTo>
                    <a:pt x="149685" y="190372"/>
                    <a:pt x="149642" y="190327"/>
                    <a:pt x="149598" y="190282"/>
                  </a:cubicBezTo>
                  <a:lnTo>
                    <a:pt x="135191" y="175875"/>
                  </a:lnTo>
                  <a:lnTo>
                    <a:pt x="131273" y="177489"/>
                  </a:lnTo>
                  <a:lnTo>
                    <a:pt x="131273" y="197428"/>
                  </a:lnTo>
                  <a:cubicBezTo>
                    <a:pt x="131527" y="201302"/>
                    <a:pt x="128593" y="204649"/>
                    <a:pt x="124718" y="204904"/>
                  </a:cubicBezTo>
                  <a:cubicBezTo>
                    <a:pt x="124560" y="204914"/>
                    <a:pt x="124401" y="204919"/>
                    <a:pt x="124242" y="204919"/>
                  </a:cubicBezTo>
                  <a:close/>
                  <a:moveTo>
                    <a:pt x="87707" y="190973"/>
                  </a:moveTo>
                  <a:lnTo>
                    <a:pt x="116751" y="190973"/>
                  </a:lnTo>
                  <a:lnTo>
                    <a:pt x="116751" y="172533"/>
                  </a:lnTo>
                  <a:cubicBezTo>
                    <a:pt x="116765" y="169462"/>
                    <a:pt x="118772" y="166754"/>
                    <a:pt x="121707" y="165848"/>
                  </a:cubicBezTo>
                  <a:cubicBezTo>
                    <a:pt x="125687" y="164683"/>
                    <a:pt x="129546" y="163140"/>
                    <a:pt x="133232" y="161238"/>
                  </a:cubicBezTo>
                  <a:cubicBezTo>
                    <a:pt x="135939" y="159801"/>
                    <a:pt x="139270" y="160316"/>
                    <a:pt x="141415" y="162506"/>
                  </a:cubicBezTo>
                  <a:lnTo>
                    <a:pt x="154438" y="175530"/>
                  </a:lnTo>
                  <a:lnTo>
                    <a:pt x="175414" y="154554"/>
                  </a:lnTo>
                  <a:lnTo>
                    <a:pt x="162852" y="141530"/>
                  </a:lnTo>
                  <a:cubicBezTo>
                    <a:pt x="160662" y="139385"/>
                    <a:pt x="160147" y="136054"/>
                    <a:pt x="161584" y="133347"/>
                  </a:cubicBezTo>
                  <a:cubicBezTo>
                    <a:pt x="163486" y="129661"/>
                    <a:pt x="165029" y="125803"/>
                    <a:pt x="166194" y="121822"/>
                  </a:cubicBezTo>
                  <a:cubicBezTo>
                    <a:pt x="167100" y="118888"/>
                    <a:pt x="169807" y="116880"/>
                    <a:pt x="172879" y="116866"/>
                  </a:cubicBezTo>
                  <a:lnTo>
                    <a:pt x="191319" y="116866"/>
                  </a:lnTo>
                  <a:lnTo>
                    <a:pt x="191319" y="87707"/>
                  </a:lnTo>
                  <a:lnTo>
                    <a:pt x="172879" y="87707"/>
                  </a:lnTo>
                  <a:cubicBezTo>
                    <a:pt x="169795" y="87730"/>
                    <a:pt x="167068" y="85709"/>
                    <a:pt x="166194" y="82751"/>
                  </a:cubicBezTo>
                  <a:cubicBezTo>
                    <a:pt x="165006" y="78779"/>
                    <a:pt x="163463" y="74922"/>
                    <a:pt x="161584" y="71226"/>
                  </a:cubicBezTo>
                  <a:cubicBezTo>
                    <a:pt x="160185" y="68513"/>
                    <a:pt x="160698" y="65206"/>
                    <a:pt x="162852" y="63043"/>
                  </a:cubicBezTo>
                  <a:lnTo>
                    <a:pt x="175875" y="50020"/>
                  </a:lnTo>
                  <a:lnTo>
                    <a:pt x="154899" y="29044"/>
                  </a:lnTo>
                  <a:lnTo>
                    <a:pt x="141876" y="42067"/>
                  </a:lnTo>
                  <a:cubicBezTo>
                    <a:pt x="139731" y="44257"/>
                    <a:pt x="136400" y="44772"/>
                    <a:pt x="133693" y="43335"/>
                  </a:cubicBezTo>
                  <a:cubicBezTo>
                    <a:pt x="130007" y="41433"/>
                    <a:pt x="126148" y="39890"/>
                    <a:pt x="122168" y="38725"/>
                  </a:cubicBezTo>
                  <a:cubicBezTo>
                    <a:pt x="119233" y="37819"/>
                    <a:pt x="117226" y="35112"/>
                    <a:pt x="117212" y="32040"/>
                  </a:cubicBezTo>
                  <a:lnTo>
                    <a:pt x="117212" y="13600"/>
                  </a:lnTo>
                  <a:lnTo>
                    <a:pt x="87707" y="13600"/>
                  </a:lnTo>
                  <a:lnTo>
                    <a:pt x="87707" y="32040"/>
                  </a:lnTo>
                  <a:cubicBezTo>
                    <a:pt x="87730" y="35124"/>
                    <a:pt x="85709" y="37851"/>
                    <a:pt x="82751" y="38725"/>
                  </a:cubicBezTo>
                  <a:cubicBezTo>
                    <a:pt x="78770" y="39890"/>
                    <a:pt x="74912" y="41433"/>
                    <a:pt x="71226" y="43335"/>
                  </a:cubicBezTo>
                  <a:cubicBezTo>
                    <a:pt x="68513" y="44734"/>
                    <a:pt x="65206" y="44221"/>
                    <a:pt x="63043" y="42067"/>
                  </a:cubicBezTo>
                  <a:lnTo>
                    <a:pt x="50020" y="29044"/>
                  </a:lnTo>
                  <a:lnTo>
                    <a:pt x="29044" y="50020"/>
                  </a:lnTo>
                  <a:lnTo>
                    <a:pt x="42067" y="63043"/>
                  </a:lnTo>
                  <a:cubicBezTo>
                    <a:pt x="44294" y="65170"/>
                    <a:pt x="44814" y="68526"/>
                    <a:pt x="43335" y="71226"/>
                  </a:cubicBezTo>
                  <a:cubicBezTo>
                    <a:pt x="41456" y="74922"/>
                    <a:pt x="39913" y="78779"/>
                    <a:pt x="38725" y="82751"/>
                  </a:cubicBezTo>
                  <a:cubicBezTo>
                    <a:pt x="37851" y="85709"/>
                    <a:pt x="35124" y="87730"/>
                    <a:pt x="32040" y="87707"/>
                  </a:cubicBezTo>
                  <a:lnTo>
                    <a:pt x="13600" y="87707"/>
                  </a:lnTo>
                  <a:lnTo>
                    <a:pt x="13600" y="116751"/>
                  </a:lnTo>
                  <a:lnTo>
                    <a:pt x="32040" y="116751"/>
                  </a:lnTo>
                  <a:cubicBezTo>
                    <a:pt x="35112" y="116765"/>
                    <a:pt x="37819" y="118772"/>
                    <a:pt x="38725" y="121707"/>
                  </a:cubicBezTo>
                  <a:cubicBezTo>
                    <a:pt x="39890" y="125687"/>
                    <a:pt x="41433" y="129546"/>
                    <a:pt x="43335" y="133232"/>
                  </a:cubicBezTo>
                  <a:cubicBezTo>
                    <a:pt x="44814" y="135932"/>
                    <a:pt x="44294" y="139288"/>
                    <a:pt x="42067" y="141415"/>
                  </a:cubicBezTo>
                  <a:lnTo>
                    <a:pt x="29044" y="154438"/>
                  </a:lnTo>
                  <a:lnTo>
                    <a:pt x="50020" y="175414"/>
                  </a:lnTo>
                  <a:lnTo>
                    <a:pt x="63389" y="162852"/>
                  </a:lnTo>
                  <a:cubicBezTo>
                    <a:pt x="65552" y="160698"/>
                    <a:pt x="68859" y="160185"/>
                    <a:pt x="71572" y="161584"/>
                  </a:cubicBezTo>
                  <a:cubicBezTo>
                    <a:pt x="75268" y="163463"/>
                    <a:pt x="79124" y="165006"/>
                    <a:pt x="83097" y="166194"/>
                  </a:cubicBezTo>
                  <a:cubicBezTo>
                    <a:pt x="86054" y="167068"/>
                    <a:pt x="88076" y="169795"/>
                    <a:pt x="88053" y="17287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1CFB6C03-A2D5-5C45-A88B-EEE7D24FE657}"/>
                </a:ext>
              </a:extLst>
            </p:cNvPr>
            <p:cNvSpPr/>
            <p:nvPr/>
          </p:nvSpPr>
          <p:spPr>
            <a:xfrm>
              <a:off x="6153590" y="2521127"/>
              <a:ext cx="113639" cy="113639"/>
            </a:xfrm>
            <a:custGeom>
              <a:avLst/>
              <a:gdLst>
                <a:gd name="connsiteX0" fmla="*/ 56729 w 113639"/>
                <a:gd name="connsiteY0" fmla="*/ 113639 h 113639"/>
                <a:gd name="connsiteX1" fmla="*/ 0 w 113639"/>
                <a:gd name="connsiteY1" fmla="*/ 56729 h 113639"/>
                <a:gd name="connsiteX2" fmla="*/ 56912 w 113639"/>
                <a:gd name="connsiteY2" fmla="*/ 0 h 113639"/>
                <a:gd name="connsiteX3" fmla="*/ 113639 w 113639"/>
                <a:gd name="connsiteY3" fmla="*/ 56911 h 113639"/>
                <a:gd name="connsiteX4" fmla="*/ 96952 w 113639"/>
                <a:gd name="connsiteY4" fmla="*/ 97043 h 113639"/>
                <a:gd name="connsiteX5" fmla="*/ 56729 w 113639"/>
                <a:gd name="connsiteY5" fmla="*/ 113639 h 113639"/>
                <a:gd name="connsiteX6" fmla="*/ 26417 w 113639"/>
                <a:gd name="connsiteY6" fmla="*/ 26508 h 113639"/>
                <a:gd name="connsiteX7" fmla="*/ 27347 w 113639"/>
                <a:gd name="connsiteY7" fmla="*/ 87134 h 113639"/>
                <a:gd name="connsiteX8" fmla="*/ 87973 w 113639"/>
                <a:gd name="connsiteY8" fmla="*/ 86204 h 113639"/>
                <a:gd name="connsiteX9" fmla="*/ 87043 w 113639"/>
                <a:gd name="connsiteY9" fmla="*/ 25578 h 113639"/>
                <a:gd name="connsiteX10" fmla="*/ 56729 w 113639"/>
                <a:gd name="connsiteY10" fmla="*/ 13485 h 113639"/>
                <a:gd name="connsiteX11" fmla="*/ 26417 w 113639"/>
                <a:gd name="connsiteY11" fmla="*/ 26047 h 1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639" h="113639">
                  <a:moveTo>
                    <a:pt x="56729" y="113639"/>
                  </a:moveTo>
                  <a:cubicBezTo>
                    <a:pt x="25348" y="113588"/>
                    <a:pt x="-49" y="88108"/>
                    <a:pt x="0" y="56729"/>
                  </a:cubicBezTo>
                  <a:cubicBezTo>
                    <a:pt x="51" y="25348"/>
                    <a:pt x="25531" y="-51"/>
                    <a:pt x="56912" y="0"/>
                  </a:cubicBezTo>
                  <a:cubicBezTo>
                    <a:pt x="88292" y="51"/>
                    <a:pt x="113690" y="25531"/>
                    <a:pt x="113639" y="56911"/>
                  </a:cubicBezTo>
                  <a:cubicBezTo>
                    <a:pt x="113615" y="71971"/>
                    <a:pt x="107612" y="86406"/>
                    <a:pt x="96952" y="97043"/>
                  </a:cubicBezTo>
                  <a:cubicBezTo>
                    <a:pt x="86263" y="107671"/>
                    <a:pt x="71802" y="113638"/>
                    <a:pt x="56729" y="113639"/>
                  </a:cubicBezTo>
                  <a:close/>
                  <a:moveTo>
                    <a:pt x="26417" y="26508"/>
                  </a:moveTo>
                  <a:cubicBezTo>
                    <a:pt x="9933" y="43507"/>
                    <a:pt x="10349" y="70650"/>
                    <a:pt x="27347" y="87134"/>
                  </a:cubicBezTo>
                  <a:cubicBezTo>
                    <a:pt x="44346" y="103619"/>
                    <a:pt x="71489" y="103202"/>
                    <a:pt x="87973" y="86204"/>
                  </a:cubicBezTo>
                  <a:cubicBezTo>
                    <a:pt x="104457" y="69206"/>
                    <a:pt x="104041" y="42063"/>
                    <a:pt x="87043" y="25578"/>
                  </a:cubicBezTo>
                  <a:cubicBezTo>
                    <a:pt x="78927" y="17709"/>
                    <a:pt x="68032" y="13361"/>
                    <a:pt x="56729" y="13485"/>
                  </a:cubicBezTo>
                  <a:cubicBezTo>
                    <a:pt x="45359" y="13487"/>
                    <a:pt x="34456" y="18006"/>
                    <a:pt x="26417" y="2604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BC03AFF7-78E8-F849-9BAD-5AAABFAD2648}"/>
                </a:ext>
              </a:extLst>
            </p:cNvPr>
            <p:cNvSpPr/>
            <p:nvPr/>
          </p:nvSpPr>
          <p:spPr>
            <a:xfrm>
              <a:off x="6127363" y="2291830"/>
              <a:ext cx="147765" cy="214198"/>
            </a:xfrm>
            <a:custGeom>
              <a:avLst/>
              <a:gdLst>
                <a:gd name="connsiteX0" fmla="*/ 138968 w 147765"/>
                <a:gd name="connsiteY0" fmla="*/ 214199 h 214198"/>
                <a:gd name="connsiteX1" fmla="*/ 138046 w 147765"/>
                <a:gd name="connsiteY1" fmla="*/ 214199 h 214198"/>
                <a:gd name="connsiteX2" fmla="*/ 132052 w 147765"/>
                <a:gd name="connsiteY2" fmla="*/ 206246 h 214198"/>
                <a:gd name="connsiteX3" fmla="*/ 89063 w 147765"/>
                <a:gd name="connsiteY3" fmla="*/ 75550 h 214198"/>
                <a:gd name="connsiteX4" fmla="*/ 88256 w 147765"/>
                <a:gd name="connsiteY4" fmla="*/ 74858 h 214198"/>
                <a:gd name="connsiteX5" fmla="*/ 87565 w 147765"/>
                <a:gd name="connsiteY5" fmla="*/ 74052 h 214198"/>
                <a:gd name="connsiteX6" fmla="*/ 5851 w 147765"/>
                <a:gd name="connsiteY6" fmla="*/ 31639 h 214198"/>
                <a:gd name="connsiteX7" fmla="*/ 88 w 147765"/>
                <a:gd name="connsiteY7" fmla="*/ 25876 h 214198"/>
                <a:gd name="connsiteX8" fmla="*/ 3776 w 147765"/>
                <a:gd name="connsiteY8" fmla="*/ 18615 h 214198"/>
                <a:gd name="connsiteX9" fmla="*/ 38467 w 147765"/>
                <a:gd name="connsiteY9" fmla="*/ 751 h 214198"/>
                <a:gd name="connsiteX10" fmla="*/ 47764 w 147765"/>
                <a:gd name="connsiteY10" fmla="*/ 3785 h 214198"/>
                <a:gd name="connsiteX11" fmla="*/ 47803 w 147765"/>
                <a:gd name="connsiteY11" fmla="*/ 3863 h 214198"/>
                <a:gd name="connsiteX12" fmla="*/ 45045 w 147765"/>
                <a:gd name="connsiteY12" fmla="*/ 13075 h 214198"/>
                <a:gd name="connsiteX13" fmla="*/ 44806 w 147765"/>
                <a:gd name="connsiteY13" fmla="*/ 13198 h 214198"/>
                <a:gd name="connsiteX14" fmla="*/ 27173 w 147765"/>
                <a:gd name="connsiteY14" fmla="*/ 22303 h 214198"/>
                <a:gd name="connsiteX15" fmla="*/ 97246 w 147765"/>
                <a:gd name="connsiteY15" fmla="*/ 64140 h 214198"/>
                <a:gd name="connsiteX16" fmla="*/ 98053 w 147765"/>
                <a:gd name="connsiteY16" fmla="*/ 64947 h 214198"/>
                <a:gd name="connsiteX17" fmla="*/ 98744 w 147765"/>
                <a:gd name="connsiteY17" fmla="*/ 65638 h 214198"/>
                <a:gd name="connsiteX18" fmla="*/ 145883 w 147765"/>
                <a:gd name="connsiteY18" fmla="*/ 208205 h 214198"/>
                <a:gd name="connsiteX19" fmla="*/ 138968 w 147765"/>
                <a:gd name="connsiteY19" fmla="*/ 214199 h 214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765" h="214198">
                  <a:moveTo>
                    <a:pt x="138968" y="214199"/>
                  </a:moveTo>
                  <a:lnTo>
                    <a:pt x="138046" y="214199"/>
                  </a:lnTo>
                  <a:cubicBezTo>
                    <a:pt x="134226" y="213605"/>
                    <a:pt x="131571" y="210082"/>
                    <a:pt x="132052" y="206246"/>
                  </a:cubicBezTo>
                  <a:cubicBezTo>
                    <a:pt x="139442" y="158313"/>
                    <a:pt x="123465" y="109736"/>
                    <a:pt x="89063" y="75550"/>
                  </a:cubicBezTo>
                  <a:lnTo>
                    <a:pt x="88256" y="74858"/>
                  </a:lnTo>
                  <a:lnTo>
                    <a:pt x="87565" y="74052"/>
                  </a:lnTo>
                  <a:cubicBezTo>
                    <a:pt x="65379" y="51789"/>
                    <a:pt x="36825" y="36968"/>
                    <a:pt x="5851" y="31639"/>
                  </a:cubicBezTo>
                  <a:cubicBezTo>
                    <a:pt x="2899" y="31141"/>
                    <a:pt x="586" y="28828"/>
                    <a:pt x="88" y="25876"/>
                  </a:cubicBezTo>
                  <a:cubicBezTo>
                    <a:pt x="-389" y="22912"/>
                    <a:pt x="1101" y="19978"/>
                    <a:pt x="3776" y="18615"/>
                  </a:cubicBezTo>
                  <a:lnTo>
                    <a:pt x="38467" y="751"/>
                  </a:lnTo>
                  <a:cubicBezTo>
                    <a:pt x="41873" y="-978"/>
                    <a:pt x="46035" y="380"/>
                    <a:pt x="47764" y="3785"/>
                  </a:cubicBezTo>
                  <a:cubicBezTo>
                    <a:pt x="47777" y="3811"/>
                    <a:pt x="47790" y="3837"/>
                    <a:pt x="47803" y="3863"/>
                  </a:cubicBezTo>
                  <a:cubicBezTo>
                    <a:pt x="49586" y="7168"/>
                    <a:pt x="48350" y="11293"/>
                    <a:pt x="45045" y="13075"/>
                  </a:cubicBezTo>
                  <a:cubicBezTo>
                    <a:pt x="44966" y="13118"/>
                    <a:pt x="44887" y="13159"/>
                    <a:pt x="44806" y="13198"/>
                  </a:cubicBezTo>
                  <a:lnTo>
                    <a:pt x="27173" y="22303"/>
                  </a:lnTo>
                  <a:cubicBezTo>
                    <a:pt x="53648" y="30199"/>
                    <a:pt x="77735" y="44579"/>
                    <a:pt x="97246" y="64140"/>
                  </a:cubicBezTo>
                  <a:cubicBezTo>
                    <a:pt x="97485" y="64437"/>
                    <a:pt x="97756" y="64707"/>
                    <a:pt x="98053" y="64947"/>
                  </a:cubicBezTo>
                  <a:lnTo>
                    <a:pt x="98744" y="65638"/>
                  </a:lnTo>
                  <a:cubicBezTo>
                    <a:pt x="136319" y="102908"/>
                    <a:pt x="153834" y="155882"/>
                    <a:pt x="145883" y="208205"/>
                  </a:cubicBezTo>
                  <a:cubicBezTo>
                    <a:pt x="145418" y="211661"/>
                    <a:pt x="142454" y="214230"/>
                    <a:pt x="138968" y="21419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E2A9B8A2-D57D-E348-A6F9-916079BFFF6C}"/>
                </a:ext>
              </a:extLst>
            </p:cNvPr>
            <p:cNvSpPr/>
            <p:nvPr/>
          </p:nvSpPr>
          <p:spPr>
            <a:xfrm>
              <a:off x="6127400" y="2309629"/>
              <a:ext cx="38875" cy="46686"/>
            </a:xfrm>
            <a:custGeom>
              <a:avLst/>
              <a:gdLst>
                <a:gd name="connsiteX0" fmla="*/ 31862 w 38875"/>
                <a:gd name="connsiteY0" fmla="*/ 46687 h 46686"/>
                <a:gd name="connsiteX1" fmla="*/ 26330 w 38875"/>
                <a:gd name="connsiteY1" fmla="*/ 43921 h 46686"/>
                <a:gd name="connsiteX2" fmla="*/ 1435 w 38875"/>
                <a:gd name="connsiteY2" fmla="*/ 11189 h 46686"/>
                <a:gd name="connsiteX3" fmla="*/ 2703 w 38875"/>
                <a:gd name="connsiteY3" fmla="*/ 1393 h 46686"/>
                <a:gd name="connsiteX4" fmla="*/ 12499 w 38875"/>
                <a:gd name="connsiteY4" fmla="*/ 2776 h 46686"/>
                <a:gd name="connsiteX5" fmla="*/ 37394 w 38875"/>
                <a:gd name="connsiteY5" fmla="*/ 35508 h 46686"/>
                <a:gd name="connsiteX6" fmla="*/ 36237 w 38875"/>
                <a:gd name="connsiteY6" fmla="*/ 45218 h 46686"/>
                <a:gd name="connsiteX7" fmla="*/ 36126 w 38875"/>
                <a:gd name="connsiteY7" fmla="*/ 45304 h 46686"/>
                <a:gd name="connsiteX8" fmla="*/ 31862 w 38875"/>
                <a:gd name="connsiteY8" fmla="*/ 46687 h 4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875" h="46686">
                  <a:moveTo>
                    <a:pt x="31862" y="46687"/>
                  </a:moveTo>
                  <a:cubicBezTo>
                    <a:pt x="29685" y="46687"/>
                    <a:pt x="27636" y="45662"/>
                    <a:pt x="26330" y="43921"/>
                  </a:cubicBezTo>
                  <a:lnTo>
                    <a:pt x="1435" y="11189"/>
                  </a:lnTo>
                  <a:cubicBezTo>
                    <a:pt x="-894" y="8127"/>
                    <a:pt x="-329" y="3761"/>
                    <a:pt x="2703" y="1393"/>
                  </a:cubicBezTo>
                  <a:cubicBezTo>
                    <a:pt x="5795" y="-911"/>
                    <a:pt x="10166" y="-294"/>
                    <a:pt x="12499" y="2776"/>
                  </a:cubicBezTo>
                  <a:lnTo>
                    <a:pt x="37394" y="35508"/>
                  </a:lnTo>
                  <a:cubicBezTo>
                    <a:pt x="39757" y="38508"/>
                    <a:pt x="39238" y="42856"/>
                    <a:pt x="36237" y="45218"/>
                  </a:cubicBezTo>
                  <a:cubicBezTo>
                    <a:pt x="36200" y="45247"/>
                    <a:pt x="36163" y="45276"/>
                    <a:pt x="36126" y="45304"/>
                  </a:cubicBezTo>
                  <a:cubicBezTo>
                    <a:pt x="34886" y="46203"/>
                    <a:pt x="33394" y="46687"/>
                    <a:pt x="31862" y="466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DDAC0119-6F98-B040-B572-3B4A3E23FEF2}"/>
                </a:ext>
              </a:extLst>
            </p:cNvPr>
            <p:cNvSpPr/>
            <p:nvPr/>
          </p:nvSpPr>
          <p:spPr>
            <a:xfrm>
              <a:off x="6048405" y="2593568"/>
              <a:ext cx="39336" cy="46743"/>
            </a:xfrm>
            <a:custGeom>
              <a:avLst/>
              <a:gdLst>
                <a:gd name="connsiteX0" fmla="*/ 31908 w 39336"/>
                <a:gd name="connsiteY0" fmla="*/ 46729 h 46743"/>
                <a:gd name="connsiteX1" fmla="*/ 26376 w 39336"/>
                <a:gd name="connsiteY1" fmla="*/ 43963 h 46743"/>
                <a:gd name="connsiteX2" fmla="*/ 1482 w 39336"/>
                <a:gd name="connsiteY2" fmla="*/ 11232 h 46743"/>
                <a:gd name="connsiteX3" fmla="*/ 2639 w 39336"/>
                <a:gd name="connsiteY3" fmla="*/ 1520 h 46743"/>
                <a:gd name="connsiteX4" fmla="*/ 2750 w 39336"/>
                <a:gd name="connsiteY4" fmla="*/ 1435 h 46743"/>
                <a:gd name="connsiteX5" fmla="*/ 12546 w 39336"/>
                <a:gd name="connsiteY5" fmla="*/ 2703 h 46743"/>
                <a:gd name="connsiteX6" fmla="*/ 37902 w 39336"/>
                <a:gd name="connsiteY6" fmla="*/ 35550 h 46743"/>
                <a:gd name="connsiteX7" fmla="*/ 36634 w 39336"/>
                <a:gd name="connsiteY7" fmla="*/ 45346 h 46743"/>
                <a:gd name="connsiteX8" fmla="*/ 31908 w 39336"/>
                <a:gd name="connsiteY8" fmla="*/ 46729 h 4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6" h="46743">
                  <a:moveTo>
                    <a:pt x="31908" y="46729"/>
                  </a:moveTo>
                  <a:cubicBezTo>
                    <a:pt x="29731" y="46729"/>
                    <a:pt x="27682" y="45705"/>
                    <a:pt x="26376" y="43963"/>
                  </a:cubicBezTo>
                  <a:lnTo>
                    <a:pt x="1482" y="11232"/>
                  </a:lnTo>
                  <a:cubicBezTo>
                    <a:pt x="-881" y="8230"/>
                    <a:pt x="-362" y="3883"/>
                    <a:pt x="2639" y="1520"/>
                  </a:cubicBezTo>
                  <a:cubicBezTo>
                    <a:pt x="2676" y="1492"/>
                    <a:pt x="2713" y="1463"/>
                    <a:pt x="2750" y="1435"/>
                  </a:cubicBezTo>
                  <a:cubicBezTo>
                    <a:pt x="5812" y="-894"/>
                    <a:pt x="10178" y="-329"/>
                    <a:pt x="12546" y="2703"/>
                  </a:cubicBezTo>
                  <a:lnTo>
                    <a:pt x="37902" y="35550"/>
                  </a:lnTo>
                  <a:cubicBezTo>
                    <a:pt x="40231" y="38612"/>
                    <a:pt x="39666" y="42978"/>
                    <a:pt x="36634" y="45346"/>
                  </a:cubicBezTo>
                  <a:cubicBezTo>
                    <a:pt x="35268" y="46343"/>
                    <a:pt x="33597" y="46833"/>
                    <a:pt x="31908" y="4672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8" name="Graphic 35">
            <a:extLst>
              <a:ext uri="{FF2B5EF4-FFF2-40B4-BE49-F238E27FC236}">
                <a16:creationId xmlns:a16="http://schemas.microsoft.com/office/drawing/2014/main" id="{5774DC57-A75B-2144-8002-3CFDAA76F60A}"/>
              </a:ext>
            </a:extLst>
          </p:cNvPr>
          <p:cNvGrpSpPr>
            <a:grpSpLocks noChangeAspect="1"/>
          </p:cNvGrpSpPr>
          <p:nvPr/>
        </p:nvGrpSpPr>
        <p:grpSpPr>
          <a:xfrm>
            <a:off x="5067988" y="4857090"/>
            <a:ext cx="354991" cy="413733"/>
            <a:chOff x="5931747" y="2268631"/>
            <a:chExt cx="354991" cy="413733"/>
          </a:xfrm>
          <a:solidFill>
            <a:srgbClr val="FFFFFF"/>
          </a:solidFill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8B93AF5E-7EA6-854D-9236-1E1A130C145C}"/>
                </a:ext>
              </a:extLst>
            </p:cNvPr>
            <p:cNvSpPr/>
            <p:nvPr/>
          </p:nvSpPr>
          <p:spPr>
            <a:xfrm>
              <a:off x="6004745" y="2341082"/>
              <a:ext cx="209811" cy="255774"/>
            </a:xfrm>
            <a:custGeom>
              <a:avLst/>
              <a:gdLst>
                <a:gd name="connsiteX0" fmla="*/ 143376 w 209811"/>
                <a:gd name="connsiteY0" fmla="*/ 255766 h 255774"/>
                <a:gd name="connsiteX1" fmla="*/ 65619 w 209811"/>
                <a:gd name="connsiteY1" fmla="*/ 255766 h 255774"/>
                <a:gd name="connsiteX2" fmla="*/ 58664 w 209811"/>
                <a:gd name="connsiteY2" fmla="*/ 248736 h 255774"/>
                <a:gd name="connsiteX3" fmla="*/ 58664 w 209811"/>
                <a:gd name="connsiteY3" fmla="*/ 247929 h 255774"/>
                <a:gd name="connsiteX4" fmla="*/ 30503 w 209811"/>
                <a:gd name="connsiteY4" fmla="*/ 179930 h 255774"/>
                <a:gd name="connsiteX5" fmla="*/ 1202 w 209811"/>
                <a:gd name="connsiteY5" fmla="*/ 89802 h 255774"/>
                <a:gd name="connsiteX6" fmla="*/ 92412 w 209811"/>
                <a:gd name="connsiteY6" fmla="*/ 827 h 255774"/>
                <a:gd name="connsiteX7" fmla="*/ 209003 w 209811"/>
                <a:gd name="connsiteY7" fmla="*/ 92479 h 255774"/>
                <a:gd name="connsiteX8" fmla="*/ 178720 w 209811"/>
                <a:gd name="connsiteY8" fmla="*/ 180737 h 255774"/>
                <a:gd name="connsiteX9" fmla="*/ 150559 w 209811"/>
                <a:gd name="connsiteY9" fmla="*/ 246661 h 255774"/>
                <a:gd name="connsiteX10" fmla="*/ 150559 w 209811"/>
                <a:gd name="connsiteY10" fmla="*/ 248736 h 255774"/>
                <a:gd name="connsiteX11" fmla="*/ 143842 w 209811"/>
                <a:gd name="connsiteY11" fmla="*/ 255774 h 255774"/>
                <a:gd name="connsiteX12" fmla="*/ 143376 w 209811"/>
                <a:gd name="connsiteY12" fmla="*/ 255766 h 255774"/>
                <a:gd name="connsiteX13" fmla="*/ 72346 w 209811"/>
                <a:gd name="connsiteY13" fmla="*/ 241820 h 255774"/>
                <a:gd name="connsiteX14" fmla="*/ 136535 w 209811"/>
                <a:gd name="connsiteY14" fmla="*/ 241820 h 255774"/>
                <a:gd name="connsiteX15" fmla="*/ 168573 w 209811"/>
                <a:gd name="connsiteY15" fmla="*/ 170479 h 255774"/>
                <a:gd name="connsiteX16" fmla="*/ 165616 w 209811"/>
                <a:gd name="connsiteY16" fmla="*/ 40120 h 255774"/>
                <a:gd name="connsiteX17" fmla="*/ 94008 w 209811"/>
                <a:gd name="connsiteY17" fmla="*/ 15004 h 255774"/>
                <a:gd name="connsiteX18" fmla="*/ 14904 w 209811"/>
                <a:gd name="connsiteY18" fmla="*/ 117999 h 255774"/>
                <a:gd name="connsiteX19" fmla="*/ 39738 w 209811"/>
                <a:gd name="connsiteY19" fmla="*/ 170479 h 255774"/>
                <a:gd name="connsiteX20" fmla="*/ 72346 w 209811"/>
                <a:gd name="connsiteY20" fmla="*/ 241820 h 25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9811" h="255774">
                  <a:moveTo>
                    <a:pt x="143376" y="255766"/>
                  </a:moveTo>
                  <a:lnTo>
                    <a:pt x="65619" y="255766"/>
                  </a:lnTo>
                  <a:cubicBezTo>
                    <a:pt x="61778" y="255766"/>
                    <a:pt x="58664" y="252618"/>
                    <a:pt x="58664" y="248736"/>
                  </a:cubicBezTo>
                  <a:lnTo>
                    <a:pt x="58664" y="247929"/>
                  </a:lnTo>
                  <a:cubicBezTo>
                    <a:pt x="58442" y="222411"/>
                    <a:pt x="48331" y="197997"/>
                    <a:pt x="30503" y="179930"/>
                  </a:cubicBezTo>
                  <a:cubicBezTo>
                    <a:pt x="7068" y="156335"/>
                    <a:pt x="-3818" y="122850"/>
                    <a:pt x="1202" y="89802"/>
                  </a:cubicBezTo>
                  <a:cubicBezTo>
                    <a:pt x="8544" y="42885"/>
                    <a:pt x="45767" y="6574"/>
                    <a:pt x="92412" y="827"/>
                  </a:cubicBezTo>
                  <a:cubicBezTo>
                    <a:pt x="149645" y="-6409"/>
                    <a:pt x="201844" y="34624"/>
                    <a:pt x="209003" y="92479"/>
                  </a:cubicBezTo>
                  <a:cubicBezTo>
                    <a:pt x="213035" y="125058"/>
                    <a:pt x="201842" y="157678"/>
                    <a:pt x="178720" y="180737"/>
                  </a:cubicBezTo>
                  <a:cubicBezTo>
                    <a:pt x="161003" y="198030"/>
                    <a:pt x="150863" y="221767"/>
                    <a:pt x="150559" y="246661"/>
                  </a:cubicBezTo>
                  <a:lnTo>
                    <a:pt x="150559" y="248736"/>
                  </a:lnTo>
                  <a:cubicBezTo>
                    <a:pt x="150627" y="252554"/>
                    <a:pt x="147619" y="255705"/>
                    <a:pt x="143842" y="255774"/>
                  </a:cubicBezTo>
                  <a:cubicBezTo>
                    <a:pt x="143687" y="255776"/>
                    <a:pt x="143531" y="255774"/>
                    <a:pt x="143376" y="255766"/>
                  </a:cubicBezTo>
                  <a:close/>
                  <a:moveTo>
                    <a:pt x="72346" y="241820"/>
                  </a:moveTo>
                  <a:lnTo>
                    <a:pt x="136535" y="241820"/>
                  </a:lnTo>
                  <a:cubicBezTo>
                    <a:pt x="137970" y="214816"/>
                    <a:pt x="149408" y="189347"/>
                    <a:pt x="168573" y="170479"/>
                  </a:cubicBezTo>
                  <a:cubicBezTo>
                    <a:pt x="203367" y="133656"/>
                    <a:pt x="202043" y="75292"/>
                    <a:pt x="165616" y="40120"/>
                  </a:cubicBezTo>
                  <a:cubicBezTo>
                    <a:pt x="146481" y="21644"/>
                    <a:pt x="120352" y="12479"/>
                    <a:pt x="94008" y="15004"/>
                  </a:cubicBezTo>
                  <a:cubicBezTo>
                    <a:pt x="44029" y="21364"/>
                    <a:pt x="8612" y="67476"/>
                    <a:pt x="14904" y="117999"/>
                  </a:cubicBezTo>
                  <a:cubicBezTo>
                    <a:pt x="17363" y="137743"/>
                    <a:pt x="26075" y="156153"/>
                    <a:pt x="39738" y="170479"/>
                  </a:cubicBezTo>
                  <a:cubicBezTo>
                    <a:pt x="58764" y="189505"/>
                    <a:pt x="70345" y="214843"/>
                    <a:pt x="72346" y="241820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F1E3EC0-4666-0A4C-ADAA-FAADFD719D68}"/>
                </a:ext>
              </a:extLst>
            </p:cNvPr>
            <p:cNvSpPr/>
            <p:nvPr/>
          </p:nvSpPr>
          <p:spPr>
            <a:xfrm>
              <a:off x="6048528" y="2582843"/>
              <a:ext cx="124390" cy="41952"/>
            </a:xfrm>
            <a:custGeom>
              <a:avLst/>
              <a:gdLst>
                <a:gd name="connsiteX0" fmla="*/ 102102 w 124390"/>
                <a:gd name="connsiteY0" fmla="*/ 41895 h 41952"/>
                <a:gd name="connsiteX1" fmla="*/ 19214 w 124390"/>
                <a:gd name="connsiteY1" fmla="*/ 41895 h 41952"/>
                <a:gd name="connsiteX2" fmla="*/ 58 w 124390"/>
                <a:gd name="connsiteY2" fmla="*/ 19423 h 41952"/>
                <a:gd name="connsiteX3" fmla="*/ 19214 w 124390"/>
                <a:gd name="connsiteY3" fmla="*/ 59 h 41952"/>
                <a:gd name="connsiteX4" fmla="*/ 102102 w 124390"/>
                <a:gd name="connsiteY4" fmla="*/ 59 h 41952"/>
                <a:gd name="connsiteX5" fmla="*/ 124332 w 124390"/>
                <a:gd name="connsiteY5" fmla="*/ 19423 h 41952"/>
                <a:gd name="connsiteX6" fmla="*/ 105176 w 124390"/>
                <a:gd name="connsiteY6" fmla="*/ 41895 h 41952"/>
                <a:gd name="connsiteX7" fmla="*/ 102102 w 124390"/>
                <a:gd name="connsiteY7" fmla="*/ 41895 h 41952"/>
                <a:gd name="connsiteX8" fmla="*/ 19214 w 124390"/>
                <a:gd name="connsiteY8" fmla="*/ 14004 h 41952"/>
                <a:gd name="connsiteX9" fmla="*/ 13205 w 124390"/>
                <a:gd name="connsiteY9" fmla="*/ 21875 h 41952"/>
                <a:gd name="connsiteX10" fmla="*/ 19214 w 124390"/>
                <a:gd name="connsiteY10" fmla="*/ 27950 h 41952"/>
                <a:gd name="connsiteX11" fmla="*/ 102102 w 124390"/>
                <a:gd name="connsiteY11" fmla="*/ 27950 h 41952"/>
                <a:gd name="connsiteX12" fmla="*/ 109888 w 124390"/>
                <a:gd name="connsiteY12" fmla="*/ 21875 h 41952"/>
                <a:gd name="connsiteX13" fmla="*/ 103879 w 124390"/>
                <a:gd name="connsiteY13" fmla="*/ 14004 h 41952"/>
                <a:gd name="connsiteX14" fmla="*/ 102102 w 124390"/>
                <a:gd name="connsiteY14" fmla="*/ 14004 h 4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4390" h="41952">
                  <a:moveTo>
                    <a:pt x="102102" y="41895"/>
                  </a:moveTo>
                  <a:lnTo>
                    <a:pt x="19214" y="41895"/>
                  </a:lnTo>
                  <a:cubicBezTo>
                    <a:pt x="7786" y="41037"/>
                    <a:pt x="-791" y="30976"/>
                    <a:pt x="58" y="19423"/>
                  </a:cubicBezTo>
                  <a:cubicBezTo>
                    <a:pt x="819" y="9064"/>
                    <a:pt x="8966" y="828"/>
                    <a:pt x="19214" y="59"/>
                  </a:cubicBezTo>
                  <a:lnTo>
                    <a:pt x="102102" y="59"/>
                  </a:lnTo>
                  <a:cubicBezTo>
                    <a:pt x="113531" y="-800"/>
                    <a:pt x="123483" y="7870"/>
                    <a:pt x="124332" y="19423"/>
                  </a:cubicBezTo>
                  <a:cubicBezTo>
                    <a:pt x="125181" y="30976"/>
                    <a:pt x="116605" y="41037"/>
                    <a:pt x="105176" y="41895"/>
                  </a:cubicBezTo>
                  <a:cubicBezTo>
                    <a:pt x="104153" y="41972"/>
                    <a:pt x="103125" y="41972"/>
                    <a:pt x="102102" y="41895"/>
                  </a:cubicBezTo>
                  <a:close/>
                  <a:moveTo>
                    <a:pt x="19214" y="14004"/>
                  </a:moveTo>
                  <a:cubicBezTo>
                    <a:pt x="15405" y="14500"/>
                    <a:pt x="12714" y="18024"/>
                    <a:pt x="13205" y="21875"/>
                  </a:cubicBezTo>
                  <a:cubicBezTo>
                    <a:pt x="13609" y="25046"/>
                    <a:pt x="16078" y="27541"/>
                    <a:pt x="19214" y="27950"/>
                  </a:cubicBezTo>
                  <a:lnTo>
                    <a:pt x="102102" y="27950"/>
                  </a:lnTo>
                  <a:cubicBezTo>
                    <a:pt x="105911" y="28446"/>
                    <a:pt x="109398" y="25726"/>
                    <a:pt x="109888" y="21875"/>
                  </a:cubicBezTo>
                  <a:cubicBezTo>
                    <a:pt x="110379" y="18024"/>
                    <a:pt x="107689" y="14500"/>
                    <a:pt x="103879" y="14004"/>
                  </a:cubicBezTo>
                  <a:cubicBezTo>
                    <a:pt x="103289" y="13927"/>
                    <a:pt x="102692" y="13927"/>
                    <a:pt x="102102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CC01A45D-649D-234F-B84D-B11C4A9113F8}"/>
                </a:ext>
              </a:extLst>
            </p:cNvPr>
            <p:cNvSpPr/>
            <p:nvPr/>
          </p:nvSpPr>
          <p:spPr>
            <a:xfrm>
              <a:off x="6046992" y="2640413"/>
              <a:ext cx="124388" cy="41951"/>
            </a:xfrm>
            <a:custGeom>
              <a:avLst/>
              <a:gdLst>
                <a:gd name="connsiteX0" fmla="*/ 103638 w 124388"/>
                <a:gd name="connsiteY0" fmla="*/ 41952 h 41951"/>
                <a:gd name="connsiteX1" fmla="*/ 20750 w 124388"/>
                <a:gd name="connsiteY1" fmla="*/ 41952 h 41951"/>
                <a:gd name="connsiteX2" fmla="*/ 0 w 124388"/>
                <a:gd name="connsiteY2" fmla="*/ 20976 h 41951"/>
                <a:gd name="connsiteX3" fmla="*/ 20750 w 124388"/>
                <a:gd name="connsiteY3" fmla="*/ 0 h 41951"/>
                <a:gd name="connsiteX4" fmla="*/ 103638 w 124388"/>
                <a:gd name="connsiteY4" fmla="*/ 0 h 41951"/>
                <a:gd name="connsiteX5" fmla="*/ 124388 w 124388"/>
                <a:gd name="connsiteY5" fmla="*/ 20976 h 41951"/>
                <a:gd name="connsiteX6" fmla="*/ 103638 w 124388"/>
                <a:gd name="connsiteY6" fmla="*/ 41952 h 41951"/>
                <a:gd name="connsiteX7" fmla="*/ 20750 w 124388"/>
                <a:gd name="connsiteY7" fmla="*/ 14061 h 41951"/>
                <a:gd name="connsiteX8" fmla="*/ 13910 w 124388"/>
                <a:gd name="connsiteY8" fmla="*/ 20976 h 41951"/>
                <a:gd name="connsiteX9" fmla="*/ 20750 w 124388"/>
                <a:gd name="connsiteY9" fmla="*/ 28006 h 41951"/>
                <a:gd name="connsiteX10" fmla="*/ 103638 w 124388"/>
                <a:gd name="connsiteY10" fmla="*/ 28006 h 41951"/>
                <a:gd name="connsiteX11" fmla="*/ 110593 w 124388"/>
                <a:gd name="connsiteY11" fmla="*/ 20976 h 41951"/>
                <a:gd name="connsiteX12" fmla="*/ 103753 w 124388"/>
                <a:gd name="connsiteY12" fmla="*/ 14060 h 41951"/>
                <a:gd name="connsiteX13" fmla="*/ 103638 w 124388"/>
                <a:gd name="connsiteY13" fmla="*/ 14061 h 4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388" h="41951">
                  <a:moveTo>
                    <a:pt x="103638" y="41952"/>
                  </a:moveTo>
                  <a:lnTo>
                    <a:pt x="20750" y="41952"/>
                  </a:lnTo>
                  <a:cubicBezTo>
                    <a:pt x="9290" y="41952"/>
                    <a:pt x="0" y="32561"/>
                    <a:pt x="0" y="20976"/>
                  </a:cubicBezTo>
                  <a:cubicBezTo>
                    <a:pt x="0" y="9391"/>
                    <a:pt x="9290" y="0"/>
                    <a:pt x="20750" y="0"/>
                  </a:cubicBezTo>
                  <a:lnTo>
                    <a:pt x="103638" y="0"/>
                  </a:lnTo>
                  <a:cubicBezTo>
                    <a:pt x="115098" y="0"/>
                    <a:pt x="124388" y="9391"/>
                    <a:pt x="124388" y="20976"/>
                  </a:cubicBezTo>
                  <a:cubicBezTo>
                    <a:pt x="124388" y="32561"/>
                    <a:pt x="115098" y="41952"/>
                    <a:pt x="103638" y="41952"/>
                  </a:cubicBezTo>
                  <a:close/>
                  <a:moveTo>
                    <a:pt x="20750" y="14061"/>
                  </a:moveTo>
                  <a:cubicBezTo>
                    <a:pt x="16972" y="14061"/>
                    <a:pt x="13910" y="17157"/>
                    <a:pt x="13910" y="20976"/>
                  </a:cubicBezTo>
                  <a:cubicBezTo>
                    <a:pt x="13909" y="24814"/>
                    <a:pt x="16954" y="27943"/>
                    <a:pt x="20750" y="28006"/>
                  </a:cubicBezTo>
                  <a:lnTo>
                    <a:pt x="103638" y="28006"/>
                  </a:lnTo>
                  <a:cubicBezTo>
                    <a:pt x="107479" y="28006"/>
                    <a:pt x="110593" y="24859"/>
                    <a:pt x="110593" y="20976"/>
                  </a:cubicBezTo>
                  <a:cubicBezTo>
                    <a:pt x="110593" y="17157"/>
                    <a:pt x="107531" y="14060"/>
                    <a:pt x="103753" y="14060"/>
                  </a:cubicBezTo>
                  <a:cubicBezTo>
                    <a:pt x="103715" y="14060"/>
                    <a:pt x="103676" y="14060"/>
                    <a:pt x="103638" y="14061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7D7867B2-B066-3249-839B-39BA625C1DAE}"/>
                </a:ext>
              </a:extLst>
            </p:cNvPr>
            <p:cNvSpPr/>
            <p:nvPr/>
          </p:nvSpPr>
          <p:spPr>
            <a:xfrm>
              <a:off x="6062498" y="2610793"/>
              <a:ext cx="93718" cy="43680"/>
            </a:xfrm>
            <a:custGeom>
              <a:avLst/>
              <a:gdLst>
                <a:gd name="connsiteX0" fmla="*/ 86764 w 93718"/>
                <a:gd name="connsiteY0" fmla="*/ 43681 h 43680"/>
                <a:gd name="connsiteX1" fmla="*/ 6955 w 93718"/>
                <a:gd name="connsiteY1" fmla="*/ 43681 h 43680"/>
                <a:gd name="connsiteX2" fmla="*/ 0 w 93718"/>
                <a:gd name="connsiteY2" fmla="*/ 36650 h 43680"/>
                <a:gd name="connsiteX3" fmla="*/ 0 w 93718"/>
                <a:gd name="connsiteY3" fmla="*/ 7030 h 43680"/>
                <a:gd name="connsiteX4" fmla="*/ 6955 w 93718"/>
                <a:gd name="connsiteY4" fmla="*/ 0 h 43680"/>
                <a:gd name="connsiteX5" fmla="*/ 86764 w 93718"/>
                <a:gd name="connsiteY5" fmla="*/ 0 h 43680"/>
                <a:gd name="connsiteX6" fmla="*/ 93719 w 93718"/>
                <a:gd name="connsiteY6" fmla="*/ 7030 h 43680"/>
                <a:gd name="connsiteX7" fmla="*/ 93719 w 93718"/>
                <a:gd name="connsiteY7" fmla="*/ 36650 h 43680"/>
                <a:gd name="connsiteX8" fmla="*/ 86764 w 93718"/>
                <a:gd name="connsiteY8" fmla="*/ 43681 h 43680"/>
                <a:gd name="connsiteX9" fmla="*/ 13340 w 93718"/>
                <a:gd name="connsiteY9" fmla="*/ 29620 h 43680"/>
                <a:gd name="connsiteX10" fmla="*/ 79923 w 93718"/>
                <a:gd name="connsiteY10" fmla="*/ 29620 h 43680"/>
                <a:gd name="connsiteX11" fmla="*/ 79923 w 93718"/>
                <a:gd name="connsiteY11" fmla="*/ 13946 h 43680"/>
                <a:gd name="connsiteX12" fmla="*/ 13454 w 93718"/>
                <a:gd name="connsiteY12" fmla="*/ 13946 h 4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718" h="43680">
                  <a:moveTo>
                    <a:pt x="86764" y="43681"/>
                  </a:moveTo>
                  <a:lnTo>
                    <a:pt x="6955" y="43681"/>
                  </a:lnTo>
                  <a:cubicBezTo>
                    <a:pt x="3114" y="43681"/>
                    <a:pt x="0" y="40533"/>
                    <a:pt x="0" y="36650"/>
                  </a:cubicBezTo>
                  <a:lnTo>
                    <a:pt x="0" y="7030"/>
                  </a:lnTo>
                  <a:cubicBezTo>
                    <a:pt x="0" y="3148"/>
                    <a:pt x="3114" y="0"/>
                    <a:pt x="6955" y="0"/>
                  </a:cubicBezTo>
                  <a:lnTo>
                    <a:pt x="86764" y="0"/>
                  </a:lnTo>
                  <a:cubicBezTo>
                    <a:pt x="90605" y="0"/>
                    <a:pt x="93719" y="3148"/>
                    <a:pt x="93719" y="7030"/>
                  </a:cubicBezTo>
                  <a:lnTo>
                    <a:pt x="93719" y="36650"/>
                  </a:lnTo>
                  <a:cubicBezTo>
                    <a:pt x="93719" y="40533"/>
                    <a:pt x="90605" y="43681"/>
                    <a:pt x="86764" y="43681"/>
                  </a:cubicBezTo>
                  <a:close/>
                  <a:moveTo>
                    <a:pt x="13340" y="29620"/>
                  </a:moveTo>
                  <a:lnTo>
                    <a:pt x="79923" y="29620"/>
                  </a:lnTo>
                  <a:lnTo>
                    <a:pt x="79923" y="13946"/>
                  </a:lnTo>
                  <a:lnTo>
                    <a:pt x="13454" y="13946"/>
                  </a:ln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A8E2BDB-5E28-6A4D-8D0F-764B8419EDB4}"/>
                </a:ext>
              </a:extLst>
            </p:cNvPr>
            <p:cNvSpPr/>
            <p:nvPr/>
          </p:nvSpPr>
          <p:spPr>
            <a:xfrm>
              <a:off x="6102230" y="2268631"/>
              <a:ext cx="13910" cy="56796"/>
            </a:xfrm>
            <a:custGeom>
              <a:avLst/>
              <a:gdLst>
                <a:gd name="connsiteX0" fmla="*/ 7013 w 13910"/>
                <a:gd name="connsiteY0" fmla="*/ 56797 h 56796"/>
                <a:gd name="connsiteX1" fmla="*/ 58 w 13910"/>
                <a:gd name="connsiteY1" fmla="*/ 49766 h 56796"/>
                <a:gd name="connsiteX2" fmla="*/ 58 w 13910"/>
                <a:gd name="connsiteY2" fmla="*/ 7929 h 56796"/>
                <a:gd name="connsiteX3" fmla="*/ 6067 w 13910"/>
                <a:gd name="connsiteY3" fmla="*/ 58 h 56796"/>
                <a:gd name="connsiteX4" fmla="*/ 13853 w 13910"/>
                <a:gd name="connsiteY4" fmla="*/ 6133 h 56796"/>
                <a:gd name="connsiteX5" fmla="*/ 13853 w 13910"/>
                <a:gd name="connsiteY5" fmla="*/ 7929 h 56796"/>
                <a:gd name="connsiteX6" fmla="*/ 13853 w 13910"/>
                <a:gd name="connsiteY6" fmla="*/ 49766 h 56796"/>
                <a:gd name="connsiteX7" fmla="*/ 7128 w 13910"/>
                <a:gd name="connsiteY7" fmla="*/ 56796 h 56796"/>
                <a:gd name="connsiteX8" fmla="*/ 7013 w 13910"/>
                <a:gd name="connsiteY8" fmla="*/ 56797 h 5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10" h="56796">
                  <a:moveTo>
                    <a:pt x="7013" y="56797"/>
                  </a:moveTo>
                  <a:cubicBezTo>
                    <a:pt x="3172" y="56797"/>
                    <a:pt x="58" y="53649"/>
                    <a:pt x="58" y="49766"/>
                  </a:cubicBezTo>
                  <a:lnTo>
                    <a:pt x="58" y="7929"/>
                  </a:lnTo>
                  <a:cubicBezTo>
                    <a:pt x="-433" y="4079"/>
                    <a:pt x="2257" y="555"/>
                    <a:pt x="6067" y="58"/>
                  </a:cubicBezTo>
                  <a:cubicBezTo>
                    <a:pt x="9876" y="-438"/>
                    <a:pt x="13363" y="2282"/>
                    <a:pt x="13853" y="6133"/>
                  </a:cubicBezTo>
                  <a:cubicBezTo>
                    <a:pt x="13929" y="6729"/>
                    <a:pt x="13929" y="7333"/>
                    <a:pt x="13853" y="7929"/>
                  </a:cubicBezTo>
                  <a:lnTo>
                    <a:pt x="13853" y="49766"/>
                  </a:lnTo>
                  <a:cubicBezTo>
                    <a:pt x="13916" y="53585"/>
                    <a:pt x="10905" y="56732"/>
                    <a:pt x="7128" y="56796"/>
                  </a:cubicBezTo>
                  <a:cubicBezTo>
                    <a:pt x="7089" y="56796"/>
                    <a:pt x="7051" y="56797"/>
                    <a:pt x="7013" y="5679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86B6A794-16F7-004A-A08D-E4687C2504E3}"/>
                </a:ext>
              </a:extLst>
            </p:cNvPr>
            <p:cNvSpPr/>
            <p:nvPr/>
          </p:nvSpPr>
          <p:spPr>
            <a:xfrm>
              <a:off x="6193362" y="2320108"/>
              <a:ext cx="42786" cy="43255"/>
            </a:xfrm>
            <a:custGeom>
              <a:avLst/>
              <a:gdLst>
                <a:gd name="connsiteX0" fmla="*/ 6521 w 42786"/>
                <a:gd name="connsiteY0" fmla="*/ 43238 h 43255"/>
                <a:gd name="connsiteX1" fmla="*/ 14 w 42786"/>
                <a:gd name="connsiteY1" fmla="*/ 35782 h 43255"/>
                <a:gd name="connsiteX2" fmla="*/ 1619 w 42786"/>
                <a:gd name="connsiteY2" fmla="*/ 31712 h 43255"/>
                <a:gd name="connsiteX3" fmla="*/ 30920 w 42786"/>
                <a:gd name="connsiteY3" fmla="*/ 2092 h 43255"/>
                <a:gd name="connsiteX4" fmla="*/ 40593 w 42786"/>
                <a:gd name="connsiteY4" fmla="*/ 1959 h 43255"/>
                <a:gd name="connsiteX5" fmla="*/ 40725 w 42786"/>
                <a:gd name="connsiteY5" fmla="*/ 2092 h 43255"/>
                <a:gd name="connsiteX6" fmla="*/ 40905 w 42786"/>
                <a:gd name="connsiteY6" fmla="*/ 11707 h 43255"/>
                <a:gd name="connsiteX7" fmla="*/ 40725 w 42786"/>
                <a:gd name="connsiteY7" fmla="*/ 11889 h 43255"/>
                <a:gd name="connsiteX8" fmla="*/ 11424 w 42786"/>
                <a:gd name="connsiteY8" fmla="*/ 41624 h 43255"/>
                <a:gd name="connsiteX9" fmla="*/ 6521 w 42786"/>
                <a:gd name="connsiteY9" fmla="*/ 43238 h 4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786" h="43255">
                  <a:moveTo>
                    <a:pt x="6521" y="43238"/>
                  </a:moveTo>
                  <a:cubicBezTo>
                    <a:pt x="2688" y="42995"/>
                    <a:pt x="-226" y="39658"/>
                    <a:pt x="14" y="35782"/>
                  </a:cubicBezTo>
                  <a:cubicBezTo>
                    <a:pt x="106" y="34287"/>
                    <a:pt x="668" y="32862"/>
                    <a:pt x="1619" y="31712"/>
                  </a:cubicBezTo>
                  <a:lnTo>
                    <a:pt x="30920" y="2092"/>
                  </a:lnTo>
                  <a:cubicBezTo>
                    <a:pt x="33555" y="-645"/>
                    <a:pt x="37886" y="-704"/>
                    <a:pt x="40593" y="1959"/>
                  </a:cubicBezTo>
                  <a:cubicBezTo>
                    <a:pt x="40638" y="2003"/>
                    <a:pt x="40682" y="2047"/>
                    <a:pt x="40725" y="2092"/>
                  </a:cubicBezTo>
                  <a:cubicBezTo>
                    <a:pt x="43401" y="4697"/>
                    <a:pt x="43482" y="9002"/>
                    <a:pt x="40905" y="11707"/>
                  </a:cubicBezTo>
                  <a:cubicBezTo>
                    <a:pt x="40846" y="11769"/>
                    <a:pt x="40786" y="11829"/>
                    <a:pt x="40725" y="11889"/>
                  </a:cubicBezTo>
                  <a:lnTo>
                    <a:pt x="11424" y="41624"/>
                  </a:lnTo>
                  <a:cubicBezTo>
                    <a:pt x="10060" y="42788"/>
                    <a:pt x="8301" y="43367"/>
                    <a:pt x="6521" y="43238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FF3BDBC5-5285-6849-823E-05C34993E26D}"/>
                </a:ext>
              </a:extLst>
            </p:cNvPr>
            <p:cNvSpPr/>
            <p:nvPr/>
          </p:nvSpPr>
          <p:spPr>
            <a:xfrm>
              <a:off x="6229664" y="2440968"/>
              <a:ext cx="57075" cy="14062"/>
            </a:xfrm>
            <a:custGeom>
              <a:avLst/>
              <a:gdLst>
                <a:gd name="connsiteX0" fmla="*/ 49231 w 57075"/>
                <a:gd name="connsiteY0" fmla="*/ 14004 h 14062"/>
                <a:gd name="connsiteX1" fmla="*/ 7844 w 57075"/>
                <a:gd name="connsiteY1" fmla="*/ 14004 h 14062"/>
                <a:gd name="connsiteX2" fmla="*/ 58 w 57075"/>
                <a:gd name="connsiteY2" fmla="*/ 7929 h 14062"/>
                <a:gd name="connsiteX3" fmla="*/ 6067 w 57075"/>
                <a:gd name="connsiteY3" fmla="*/ 58 h 14062"/>
                <a:gd name="connsiteX4" fmla="*/ 7844 w 57075"/>
                <a:gd name="connsiteY4" fmla="*/ 58 h 14062"/>
                <a:gd name="connsiteX5" fmla="*/ 49231 w 57075"/>
                <a:gd name="connsiteY5" fmla="*/ 58 h 14062"/>
                <a:gd name="connsiteX6" fmla="*/ 57017 w 57075"/>
                <a:gd name="connsiteY6" fmla="*/ 6133 h 14062"/>
                <a:gd name="connsiteX7" fmla="*/ 51008 w 57075"/>
                <a:gd name="connsiteY7" fmla="*/ 14004 h 14062"/>
                <a:gd name="connsiteX8" fmla="*/ 49231 w 5707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75" h="14062">
                  <a:moveTo>
                    <a:pt x="49231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49231" y="58"/>
                  </a:lnTo>
                  <a:cubicBezTo>
                    <a:pt x="53041" y="-438"/>
                    <a:pt x="56527" y="2282"/>
                    <a:pt x="57017" y="6133"/>
                  </a:cubicBezTo>
                  <a:cubicBezTo>
                    <a:pt x="57508" y="9984"/>
                    <a:pt x="54818" y="13508"/>
                    <a:pt x="51008" y="14004"/>
                  </a:cubicBezTo>
                  <a:cubicBezTo>
                    <a:pt x="50418" y="14081"/>
                    <a:pt x="49821" y="14081"/>
                    <a:pt x="49231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42421D6-9BDB-0F4C-ABFC-A3D543C9BC5D}"/>
                </a:ext>
              </a:extLst>
            </p:cNvPr>
            <p:cNvSpPr/>
            <p:nvPr/>
          </p:nvSpPr>
          <p:spPr>
            <a:xfrm>
              <a:off x="5931747" y="2440968"/>
              <a:ext cx="57075" cy="14062"/>
            </a:xfrm>
            <a:custGeom>
              <a:avLst/>
              <a:gdLst>
                <a:gd name="connsiteX0" fmla="*/ 49231 w 57075"/>
                <a:gd name="connsiteY0" fmla="*/ 14004 h 14062"/>
                <a:gd name="connsiteX1" fmla="*/ 7844 w 57075"/>
                <a:gd name="connsiteY1" fmla="*/ 14004 h 14062"/>
                <a:gd name="connsiteX2" fmla="*/ 58 w 57075"/>
                <a:gd name="connsiteY2" fmla="*/ 7929 h 14062"/>
                <a:gd name="connsiteX3" fmla="*/ 6067 w 57075"/>
                <a:gd name="connsiteY3" fmla="*/ 58 h 14062"/>
                <a:gd name="connsiteX4" fmla="*/ 7844 w 57075"/>
                <a:gd name="connsiteY4" fmla="*/ 58 h 14062"/>
                <a:gd name="connsiteX5" fmla="*/ 49231 w 57075"/>
                <a:gd name="connsiteY5" fmla="*/ 58 h 14062"/>
                <a:gd name="connsiteX6" fmla="*/ 57017 w 57075"/>
                <a:gd name="connsiteY6" fmla="*/ 6133 h 14062"/>
                <a:gd name="connsiteX7" fmla="*/ 51008 w 57075"/>
                <a:gd name="connsiteY7" fmla="*/ 14004 h 14062"/>
                <a:gd name="connsiteX8" fmla="*/ 49231 w 5707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75" h="14062">
                  <a:moveTo>
                    <a:pt x="49231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49231" y="58"/>
                  </a:lnTo>
                  <a:cubicBezTo>
                    <a:pt x="53041" y="-438"/>
                    <a:pt x="56527" y="2282"/>
                    <a:pt x="57017" y="6133"/>
                  </a:cubicBezTo>
                  <a:cubicBezTo>
                    <a:pt x="57508" y="9984"/>
                    <a:pt x="54818" y="13508"/>
                    <a:pt x="51008" y="14004"/>
                  </a:cubicBezTo>
                  <a:cubicBezTo>
                    <a:pt x="50418" y="14081"/>
                    <a:pt x="49821" y="14081"/>
                    <a:pt x="49231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B229DBD0-B523-944D-81D1-8F1467D299B7}"/>
                </a:ext>
              </a:extLst>
            </p:cNvPr>
            <p:cNvSpPr/>
            <p:nvPr/>
          </p:nvSpPr>
          <p:spPr>
            <a:xfrm>
              <a:off x="5982391" y="2319826"/>
              <a:ext cx="43765" cy="43577"/>
            </a:xfrm>
            <a:custGeom>
              <a:avLst/>
              <a:gdLst>
                <a:gd name="connsiteX0" fmla="*/ 36211 w 43765"/>
                <a:gd name="connsiteY0" fmla="*/ 43520 h 43577"/>
                <a:gd name="connsiteX1" fmla="*/ 31309 w 43765"/>
                <a:gd name="connsiteY1" fmla="*/ 41906 h 43577"/>
                <a:gd name="connsiteX2" fmla="*/ 2007 w 43765"/>
                <a:gd name="connsiteY2" fmla="*/ 11825 h 43577"/>
                <a:gd name="connsiteX3" fmla="*/ 2007 w 43765"/>
                <a:gd name="connsiteY3" fmla="*/ 2029 h 43577"/>
                <a:gd name="connsiteX4" fmla="*/ 11698 w 43765"/>
                <a:gd name="connsiteY4" fmla="*/ 2029 h 43577"/>
                <a:gd name="connsiteX5" fmla="*/ 41456 w 43765"/>
                <a:gd name="connsiteY5" fmla="*/ 31649 h 43577"/>
                <a:gd name="connsiteX6" fmla="*/ 42112 w 43765"/>
                <a:gd name="connsiteY6" fmla="*/ 41242 h 43577"/>
                <a:gd name="connsiteX7" fmla="*/ 41456 w 43765"/>
                <a:gd name="connsiteY7" fmla="*/ 41906 h 43577"/>
                <a:gd name="connsiteX8" fmla="*/ 36211 w 43765"/>
                <a:gd name="connsiteY8" fmla="*/ 43520 h 4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65" h="43577">
                  <a:moveTo>
                    <a:pt x="36211" y="43520"/>
                  </a:moveTo>
                  <a:cubicBezTo>
                    <a:pt x="34431" y="43649"/>
                    <a:pt x="32672" y="43070"/>
                    <a:pt x="31309" y="41906"/>
                  </a:cubicBezTo>
                  <a:lnTo>
                    <a:pt x="2007" y="11825"/>
                  </a:lnTo>
                  <a:cubicBezTo>
                    <a:pt x="-669" y="9120"/>
                    <a:pt x="-669" y="4734"/>
                    <a:pt x="2007" y="2029"/>
                  </a:cubicBezTo>
                  <a:cubicBezTo>
                    <a:pt x="4683" y="-676"/>
                    <a:pt x="9022" y="-676"/>
                    <a:pt x="11698" y="2029"/>
                  </a:cubicBezTo>
                  <a:lnTo>
                    <a:pt x="41456" y="31649"/>
                  </a:lnTo>
                  <a:cubicBezTo>
                    <a:pt x="44258" y="34115"/>
                    <a:pt x="44552" y="38410"/>
                    <a:pt x="42112" y="41242"/>
                  </a:cubicBezTo>
                  <a:cubicBezTo>
                    <a:pt x="41909" y="41479"/>
                    <a:pt x="41689" y="41701"/>
                    <a:pt x="41456" y="41906"/>
                  </a:cubicBezTo>
                  <a:cubicBezTo>
                    <a:pt x="40021" y="43186"/>
                    <a:pt x="38108" y="43774"/>
                    <a:pt x="36211" y="43520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4FED402C-493B-C24F-B5A8-444246024191}"/>
                </a:ext>
              </a:extLst>
            </p:cNvPr>
            <p:cNvSpPr/>
            <p:nvPr/>
          </p:nvSpPr>
          <p:spPr>
            <a:xfrm>
              <a:off x="6072316" y="2495787"/>
              <a:ext cx="72708" cy="74437"/>
            </a:xfrm>
            <a:custGeom>
              <a:avLst/>
              <a:gdLst>
                <a:gd name="connsiteX0" fmla="*/ 51635 w 72708"/>
                <a:gd name="connsiteY0" fmla="*/ 74437 h 74437"/>
                <a:gd name="connsiteX1" fmla="*/ 50039 w 72708"/>
                <a:gd name="connsiteY1" fmla="*/ 74437 h 74437"/>
                <a:gd name="connsiteX2" fmla="*/ 44908 w 72708"/>
                <a:gd name="connsiteY2" fmla="*/ 66024 h 74437"/>
                <a:gd name="connsiteX3" fmla="*/ 56309 w 72708"/>
                <a:gd name="connsiteY3" fmla="*/ 18079 h 74437"/>
                <a:gd name="connsiteX4" fmla="*/ 16975 w 72708"/>
                <a:gd name="connsiteY4" fmla="*/ 18079 h 74437"/>
                <a:gd name="connsiteX5" fmla="*/ 28376 w 72708"/>
                <a:gd name="connsiteY5" fmla="*/ 66024 h 74437"/>
                <a:gd name="connsiteX6" fmla="*/ 22550 w 72708"/>
                <a:gd name="connsiteY6" fmla="*/ 74035 h 74437"/>
                <a:gd name="connsiteX7" fmla="*/ 14923 w 72708"/>
                <a:gd name="connsiteY7" fmla="*/ 69366 h 74437"/>
                <a:gd name="connsiteX8" fmla="*/ 215 w 72708"/>
                <a:gd name="connsiteY8" fmla="*/ 8628 h 74437"/>
                <a:gd name="connsiteX9" fmla="*/ 5148 w 72708"/>
                <a:gd name="connsiteY9" fmla="*/ 216 h 74437"/>
                <a:gd name="connsiteX10" fmla="*/ 9792 w 72708"/>
                <a:gd name="connsiteY10" fmla="*/ 676 h 74437"/>
                <a:gd name="connsiteX11" fmla="*/ 62808 w 72708"/>
                <a:gd name="connsiteY11" fmla="*/ 676 h 74437"/>
                <a:gd name="connsiteX12" fmla="*/ 70219 w 72708"/>
                <a:gd name="connsiteY12" fmla="*/ 1598 h 74437"/>
                <a:gd name="connsiteX13" fmla="*/ 72499 w 72708"/>
                <a:gd name="connsiteY13" fmla="*/ 8628 h 74437"/>
                <a:gd name="connsiteX14" fmla="*/ 57792 w 72708"/>
                <a:gd name="connsiteY14" fmla="*/ 69366 h 74437"/>
                <a:gd name="connsiteX15" fmla="*/ 51635 w 72708"/>
                <a:gd name="connsiteY15" fmla="*/ 74437 h 7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708" h="74437">
                  <a:moveTo>
                    <a:pt x="51635" y="74437"/>
                  </a:moveTo>
                  <a:lnTo>
                    <a:pt x="50039" y="74437"/>
                  </a:lnTo>
                  <a:cubicBezTo>
                    <a:pt x="46338" y="73526"/>
                    <a:pt x="44051" y="69776"/>
                    <a:pt x="44908" y="66024"/>
                  </a:cubicBezTo>
                  <a:lnTo>
                    <a:pt x="56309" y="18079"/>
                  </a:lnTo>
                  <a:cubicBezTo>
                    <a:pt x="43421" y="21539"/>
                    <a:pt x="29863" y="21539"/>
                    <a:pt x="16975" y="18079"/>
                  </a:cubicBezTo>
                  <a:lnTo>
                    <a:pt x="28376" y="66024"/>
                  </a:lnTo>
                  <a:cubicBezTo>
                    <a:pt x="28956" y="69862"/>
                    <a:pt x="26347" y="73449"/>
                    <a:pt x="22550" y="74035"/>
                  </a:cubicBezTo>
                  <a:cubicBezTo>
                    <a:pt x="19226" y="74548"/>
                    <a:pt x="16014" y="72582"/>
                    <a:pt x="14923" y="69366"/>
                  </a:cubicBezTo>
                  <a:lnTo>
                    <a:pt x="215" y="8628"/>
                  </a:lnTo>
                  <a:cubicBezTo>
                    <a:pt x="-721" y="4928"/>
                    <a:pt x="1487" y="1162"/>
                    <a:pt x="5148" y="216"/>
                  </a:cubicBezTo>
                  <a:cubicBezTo>
                    <a:pt x="6701" y="-186"/>
                    <a:pt x="8345" y="-23"/>
                    <a:pt x="9792" y="676"/>
                  </a:cubicBezTo>
                  <a:cubicBezTo>
                    <a:pt x="26577" y="8679"/>
                    <a:pt x="46023" y="8679"/>
                    <a:pt x="62808" y="676"/>
                  </a:cubicBezTo>
                  <a:cubicBezTo>
                    <a:pt x="65251" y="-468"/>
                    <a:pt x="68124" y="-111"/>
                    <a:pt x="70219" y="1598"/>
                  </a:cubicBezTo>
                  <a:cubicBezTo>
                    <a:pt x="72260" y="3299"/>
                    <a:pt x="73148" y="6036"/>
                    <a:pt x="72499" y="8628"/>
                  </a:cubicBezTo>
                  <a:lnTo>
                    <a:pt x="57792" y="69366"/>
                  </a:lnTo>
                  <a:cubicBezTo>
                    <a:pt x="56961" y="72172"/>
                    <a:pt x="54521" y="74182"/>
                    <a:pt x="51635" y="7443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8D336B4-0D4A-0140-9D3C-5CD6F4EE7E35}"/>
              </a:ext>
            </a:extLst>
          </p:cNvPr>
          <p:cNvGrpSpPr/>
          <p:nvPr/>
        </p:nvGrpSpPr>
        <p:grpSpPr>
          <a:xfrm flipH="1">
            <a:off x="1160161" y="2964783"/>
            <a:ext cx="2783072" cy="723275"/>
            <a:chOff x="7825488" y="1404017"/>
            <a:chExt cx="3368029" cy="723275"/>
          </a:xfrm>
        </p:grpSpPr>
        <p:sp>
          <p:nvSpPr>
            <p:cNvPr id="90" name="Inhaltsplatzhalter 4">
              <a:extLst>
                <a:ext uri="{FF2B5EF4-FFF2-40B4-BE49-F238E27FC236}">
                  <a16:creationId xmlns:a16="http://schemas.microsoft.com/office/drawing/2014/main" id="{40B3EAC4-E5DF-2C40-A44B-C553C5D72DA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013D7C5-F482-504D-8514-7235379C9E2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A61B248A-04C1-F740-9869-9630A200E977}"/>
              </a:ext>
            </a:extLst>
          </p:cNvPr>
          <p:cNvGrpSpPr/>
          <p:nvPr/>
        </p:nvGrpSpPr>
        <p:grpSpPr>
          <a:xfrm flipH="1">
            <a:off x="1497016" y="4924910"/>
            <a:ext cx="2783072" cy="723275"/>
            <a:chOff x="7825488" y="1404017"/>
            <a:chExt cx="3368029" cy="723275"/>
          </a:xfrm>
        </p:grpSpPr>
        <p:sp>
          <p:nvSpPr>
            <p:cNvPr id="93" name="Inhaltsplatzhalter 4">
              <a:extLst>
                <a:ext uri="{FF2B5EF4-FFF2-40B4-BE49-F238E27FC236}">
                  <a16:creationId xmlns:a16="http://schemas.microsoft.com/office/drawing/2014/main" id="{ABFE473E-C6DA-B949-959D-FCBE06A10DC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71E16B8E-0505-C241-85C5-65BD42A4EB3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D6D0F776-A3B7-BE4E-9F23-03A290BFFC59}"/>
              </a:ext>
            </a:extLst>
          </p:cNvPr>
          <p:cNvGrpSpPr/>
          <p:nvPr/>
        </p:nvGrpSpPr>
        <p:grpSpPr>
          <a:xfrm>
            <a:off x="7154010" y="1599339"/>
            <a:ext cx="2783072" cy="723275"/>
            <a:chOff x="7825488" y="1404017"/>
            <a:chExt cx="3368029" cy="723275"/>
          </a:xfrm>
        </p:grpSpPr>
        <p:sp>
          <p:nvSpPr>
            <p:cNvPr id="96" name="Inhaltsplatzhalter 4">
              <a:extLst>
                <a:ext uri="{FF2B5EF4-FFF2-40B4-BE49-F238E27FC236}">
                  <a16:creationId xmlns:a16="http://schemas.microsoft.com/office/drawing/2014/main" id="{896DBC9D-4996-F246-80E7-A3A15A6D658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8E3D08D-4F68-124D-AEB5-CEC5F2B7BD3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0415E9B3-82E7-E849-9461-43A1D777147E}"/>
              </a:ext>
            </a:extLst>
          </p:cNvPr>
          <p:cNvGrpSpPr/>
          <p:nvPr/>
        </p:nvGrpSpPr>
        <p:grpSpPr>
          <a:xfrm>
            <a:off x="8234993" y="2973748"/>
            <a:ext cx="2783072" cy="723275"/>
            <a:chOff x="7825488" y="1404017"/>
            <a:chExt cx="3368029" cy="723275"/>
          </a:xfrm>
        </p:grpSpPr>
        <p:sp>
          <p:nvSpPr>
            <p:cNvPr id="99" name="Inhaltsplatzhalter 4">
              <a:extLst>
                <a:ext uri="{FF2B5EF4-FFF2-40B4-BE49-F238E27FC236}">
                  <a16:creationId xmlns:a16="http://schemas.microsoft.com/office/drawing/2014/main" id="{6400A009-77E1-0C40-8786-9FA9BD22C60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A11F665F-5740-6C4B-BF33-E366278FEB2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F4A759F-C3A1-FF4D-9CE1-79F70B95F59A}"/>
              </a:ext>
            </a:extLst>
          </p:cNvPr>
          <p:cNvGrpSpPr/>
          <p:nvPr/>
        </p:nvGrpSpPr>
        <p:grpSpPr>
          <a:xfrm>
            <a:off x="7906313" y="4924910"/>
            <a:ext cx="2783072" cy="723275"/>
            <a:chOff x="7825488" y="1404017"/>
            <a:chExt cx="3368029" cy="723275"/>
          </a:xfrm>
        </p:grpSpPr>
        <p:sp>
          <p:nvSpPr>
            <p:cNvPr id="102" name="Inhaltsplatzhalter 4">
              <a:extLst>
                <a:ext uri="{FF2B5EF4-FFF2-40B4-BE49-F238E27FC236}">
                  <a16:creationId xmlns:a16="http://schemas.microsoft.com/office/drawing/2014/main" id="{D013B6B0-87EE-604E-96B6-8A66E709147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BEEEFC2A-EC3B-5342-96D9-F0B1D581461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8F7FAA17-B5E8-4946-8648-EB31B880CC47}"/>
              </a:ext>
            </a:extLst>
          </p:cNvPr>
          <p:cNvGrpSpPr/>
          <p:nvPr/>
        </p:nvGrpSpPr>
        <p:grpSpPr>
          <a:xfrm>
            <a:off x="5433713" y="3301664"/>
            <a:ext cx="1338870" cy="1238019"/>
            <a:chOff x="5398240" y="3718434"/>
            <a:chExt cx="1338870" cy="1238019"/>
          </a:xfrm>
        </p:grpSpPr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949C5A3E-3B80-3044-816F-706C756E08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06" name="Title 1">
              <a:extLst>
                <a:ext uri="{FF2B5EF4-FFF2-40B4-BE49-F238E27FC236}">
                  <a16:creationId xmlns:a16="http://schemas.microsoft.com/office/drawing/2014/main" id="{00942972-F383-6241-A159-42C56B18BFD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000517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B6FF88F-E3F1-834C-9C00-8C081A859943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36C590A-9751-AC4F-9122-5938077318C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3242E92-BE82-5841-A908-CF5A70617C6F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05F6D451-745B-424B-B97D-B69E4900783F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84659BF9-679C-764E-BDCB-2BAA2FDF9AFD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A193A31-C550-F74C-A777-79C107F388E9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2" name="Freeform 11">
            <a:extLst>
              <a:ext uri="{FF2B5EF4-FFF2-40B4-BE49-F238E27FC236}">
                <a16:creationId xmlns:a16="http://schemas.microsoft.com/office/drawing/2014/main" id="{FB8D7670-C2F1-3A41-A0BF-6BEC2C65FEC8}"/>
              </a:ext>
            </a:extLst>
          </p:cNvPr>
          <p:cNvSpPr/>
          <p:nvPr/>
        </p:nvSpPr>
        <p:spPr>
          <a:xfrm>
            <a:off x="3977765" y="1832449"/>
            <a:ext cx="4182266" cy="4182255"/>
          </a:xfrm>
          <a:custGeom>
            <a:avLst/>
            <a:gdLst>
              <a:gd name="connsiteX0" fmla="*/ 34685 w 4182266"/>
              <a:gd name="connsiteY0" fmla="*/ 2091113 h 4182255"/>
              <a:gd name="connsiteX1" fmla="*/ 2090958 w 4182266"/>
              <a:gd name="connsiteY1" fmla="*/ 34531 h 4182255"/>
              <a:gd name="connsiteX2" fmla="*/ 3545267 w 4182266"/>
              <a:gd name="connsiteY2" fmla="*/ 636886 h 4182255"/>
              <a:gd name="connsiteX3" fmla="*/ 3545267 w 4182266"/>
              <a:gd name="connsiteY3" fmla="*/ 3545268 h 4182255"/>
              <a:gd name="connsiteX4" fmla="*/ 636886 w 4182266"/>
              <a:gd name="connsiteY4" fmla="*/ 3545268 h 4182255"/>
              <a:gd name="connsiteX5" fmla="*/ 34685 w 4182266"/>
              <a:gd name="connsiteY5" fmla="*/ 2091113 h 4182255"/>
              <a:gd name="connsiteX6" fmla="*/ 2091112 w 4182266"/>
              <a:gd name="connsiteY6" fmla="*/ 4182247 h 4182255"/>
              <a:gd name="connsiteX7" fmla="*/ 4182266 w 4182266"/>
              <a:gd name="connsiteY7" fmla="*/ 2091132 h 4182255"/>
              <a:gd name="connsiteX8" fmla="*/ 3569813 w 4182266"/>
              <a:gd name="connsiteY8" fmla="*/ 612483 h 4182255"/>
              <a:gd name="connsiteX9" fmla="*/ 612483 w 4182266"/>
              <a:gd name="connsiteY9" fmla="*/ 612483 h 4182255"/>
              <a:gd name="connsiteX10" fmla="*/ 612483 w 4182266"/>
              <a:gd name="connsiteY10" fmla="*/ 3569814 h 4182255"/>
              <a:gd name="connsiteX11" fmla="*/ 2091112 w 4182266"/>
              <a:gd name="connsiteY11" fmla="*/ 4182247 h 4182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82266" h="4182255">
                <a:moveTo>
                  <a:pt x="34685" y="2091113"/>
                </a:moveTo>
                <a:cubicBezTo>
                  <a:pt x="34600" y="955379"/>
                  <a:pt x="955224" y="34616"/>
                  <a:pt x="2090958" y="34531"/>
                </a:cubicBezTo>
                <a:cubicBezTo>
                  <a:pt x="2636430" y="34490"/>
                  <a:pt x="3159571" y="251168"/>
                  <a:pt x="3545267" y="636886"/>
                </a:cubicBezTo>
                <a:cubicBezTo>
                  <a:pt x="4348395" y="1440013"/>
                  <a:pt x="4348395" y="2742140"/>
                  <a:pt x="3545267" y="3545268"/>
                </a:cubicBezTo>
                <a:cubicBezTo>
                  <a:pt x="2742140" y="4348395"/>
                  <a:pt x="1440013" y="4348395"/>
                  <a:pt x="636886" y="3545268"/>
                </a:cubicBezTo>
                <a:cubicBezTo>
                  <a:pt x="250000" y="3160428"/>
                  <a:pt x="33155" y="2636804"/>
                  <a:pt x="34685" y="2091113"/>
                </a:cubicBezTo>
                <a:close/>
                <a:moveTo>
                  <a:pt x="2091112" y="4182247"/>
                </a:moveTo>
                <a:cubicBezTo>
                  <a:pt x="3246014" y="4182258"/>
                  <a:pt x="4182256" y="3246033"/>
                  <a:pt x="4182266" y="2091132"/>
                </a:cubicBezTo>
                <a:cubicBezTo>
                  <a:pt x="4182271" y="1536534"/>
                  <a:pt x="3961966" y="1004650"/>
                  <a:pt x="3569813" y="612483"/>
                </a:cubicBezTo>
                <a:cubicBezTo>
                  <a:pt x="2753169" y="-204161"/>
                  <a:pt x="1429127" y="-204161"/>
                  <a:pt x="612483" y="612483"/>
                </a:cubicBezTo>
                <a:cubicBezTo>
                  <a:pt x="-204161" y="1429127"/>
                  <a:pt x="-204161" y="2753169"/>
                  <a:pt x="612483" y="3569814"/>
                </a:cubicBezTo>
                <a:cubicBezTo>
                  <a:pt x="1003786" y="3963243"/>
                  <a:pt x="1536223" y="4183773"/>
                  <a:pt x="2091112" y="4182247"/>
                </a:cubicBezTo>
                <a:close/>
              </a:path>
            </a:pathLst>
          </a:custGeom>
          <a:solidFill>
            <a:schemeClr val="tx2">
              <a:alpha val="50000"/>
            </a:schemeClr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D2ADDF29-747E-FF48-988C-E0B892B77E12}"/>
              </a:ext>
            </a:extLst>
          </p:cNvPr>
          <p:cNvSpPr/>
          <p:nvPr/>
        </p:nvSpPr>
        <p:spPr>
          <a:xfrm>
            <a:off x="6638733" y="1880592"/>
            <a:ext cx="140865" cy="140865"/>
          </a:xfrm>
          <a:custGeom>
            <a:avLst/>
            <a:gdLst>
              <a:gd name="connsiteX0" fmla="*/ 7727 w 140865"/>
              <a:gd name="connsiteY0" fmla="*/ 102474 h 140865"/>
              <a:gd name="connsiteX1" fmla="*/ 38392 w 140865"/>
              <a:gd name="connsiteY1" fmla="*/ 7727 h 140865"/>
              <a:gd name="connsiteX2" fmla="*/ 133139 w 140865"/>
              <a:gd name="connsiteY2" fmla="*/ 38392 h 140865"/>
              <a:gd name="connsiteX3" fmla="*/ 102473 w 140865"/>
              <a:gd name="connsiteY3" fmla="*/ 133139 h 140865"/>
              <a:gd name="connsiteX4" fmla="*/ 102404 w 140865"/>
              <a:gd name="connsiteY4" fmla="*/ 133174 h 140865"/>
              <a:gd name="connsiteX5" fmla="*/ 7726 w 140865"/>
              <a:gd name="connsiteY5" fmla="*/ 102474 h 140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865" h="140865">
                <a:moveTo>
                  <a:pt x="7727" y="102474"/>
                </a:moveTo>
                <a:cubicBezTo>
                  <a:pt x="-9969" y="67842"/>
                  <a:pt x="3760" y="25422"/>
                  <a:pt x="38392" y="7727"/>
                </a:cubicBezTo>
                <a:cubicBezTo>
                  <a:pt x="73023" y="-9969"/>
                  <a:pt x="115443" y="3760"/>
                  <a:pt x="133139" y="38392"/>
                </a:cubicBezTo>
                <a:cubicBezTo>
                  <a:pt x="150834" y="73023"/>
                  <a:pt x="137105" y="115443"/>
                  <a:pt x="102473" y="133139"/>
                </a:cubicBezTo>
                <a:cubicBezTo>
                  <a:pt x="102450" y="133150"/>
                  <a:pt x="102427" y="133162"/>
                  <a:pt x="102404" y="133174"/>
                </a:cubicBezTo>
                <a:cubicBezTo>
                  <a:pt x="67780" y="150818"/>
                  <a:pt x="25408" y="137078"/>
                  <a:pt x="7726" y="10247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ED5DB3D0-FF3C-2E44-B8B2-7B0E27627972}"/>
              </a:ext>
            </a:extLst>
          </p:cNvPr>
          <p:cNvSpPr/>
          <p:nvPr/>
        </p:nvSpPr>
        <p:spPr>
          <a:xfrm>
            <a:off x="4320385" y="2634642"/>
            <a:ext cx="140866" cy="140856"/>
          </a:xfrm>
          <a:custGeom>
            <a:avLst/>
            <a:gdLst>
              <a:gd name="connsiteX0" fmla="*/ 81439 w 140866"/>
              <a:gd name="connsiteY0" fmla="*/ 139980 h 140856"/>
              <a:gd name="connsiteX1" fmla="*/ 876 w 140866"/>
              <a:gd name="connsiteY1" fmla="*/ 81439 h 140856"/>
              <a:gd name="connsiteX2" fmla="*/ 59418 w 140866"/>
              <a:gd name="connsiteY2" fmla="*/ 876 h 140856"/>
              <a:gd name="connsiteX3" fmla="*/ 139977 w 140866"/>
              <a:gd name="connsiteY3" fmla="*/ 59400 h 140856"/>
              <a:gd name="connsiteX4" fmla="*/ 81598 w 140866"/>
              <a:gd name="connsiteY4" fmla="*/ 139954 h 140856"/>
              <a:gd name="connsiteX5" fmla="*/ 81439 w 140866"/>
              <a:gd name="connsiteY5" fmla="*/ 139980 h 140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866" h="140856">
                <a:moveTo>
                  <a:pt x="81439" y="139980"/>
                </a:moveTo>
                <a:cubicBezTo>
                  <a:pt x="43026" y="146061"/>
                  <a:pt x="6957" y="119851"/>
                  <a:pt x="876" y="81439"/>
                </a:cubicBezTo>
                <a:cubicBezTo>
                  <a:pt x="-5205" y="43026"/>
                  <a:pt x="21005" y="6957"/>
                  <a:pt x="59418" y="876"/>
                </a:cubicBezTo>
                <a:cubicBezTo>
                  <a:pt x="97823" y="-5203"/>
                  <a:pt x="133887" y="20996"/>
                  <a:pt x="139977" y="59400"/>
                </a:cubicBezTo>
                <a:cubicBezTo>
                  <a:pt x="146100" y="97765"/>
                  <a:pt x="119963" y="133831"/>
                  <a:pt x="81598" y="139954"/>
                </a:cubicBezTo>
                <a:cubicBezTo>
                  <a:pt x="81545" y="139963"/>
                  <a:pt x="81492" y="139971"/>
                  <a:pt x="81439" y="13998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68A28E9C-6D7B-D148-A898-596394FBF4B9}"/>
              </a:ext>
            </a:extLst>
          </p:cNvPr>
          <p:cNvSpPr/>
          <p:nvPr/>
        </p:nvSpPr>
        <p:spPr>
          <a:xfrm>
            <a:off x="4321007" y="5072623"/>
            <a:ext cx="140866" cy="140855"/>
          </a:xfrm>
          <a:custGeom>
            <a:avLst/>
            <a:gdLst>
              <a:gd name="connsiteX0" fmla="*/ 139999 w 140866"/>
              <a:gd name="connsiteY0" fmla="*/ 81316 h 140855"/>
              <a:gd name="connsiteX1" fmla="*/ 59539 w 140866"/>
              <a:gd name="connsiteY1" fmla="*/ 139999 h 140855"/>
              <a:gd name="connsiteX2" fmla="*/ 857 w 140866"/>
              <a:gd name="connsiteY2" fmla="*/ 59539 h 140855"/>
              <a:gd name="connsiteX3" fmla="*/ 81316 w 140866"/>
              <a:gd name="connsiteY3" fmla="*/ 857 h 140855"/>
              <a:gd name="connsiteX4" fmla="*/ 81460 w 140866"/>
              <a:gd name="connsiteY4" fmla="*/ 880 h 140855"/>
              <a:gd name="connsiteX5" fmla="*/ 139999 w 140866"/>
              <a:gd name="connsiteY5" fmla="*/ 81316 h 140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866" h="140855">
                <a:moveTo>
                  <a:pt x="139999" y="81316"/>
                </a:moveTo>
                <a:cubicBezTo>
                  <a:pt x="133985" y="119739"/>
                  <a:pt x="97962" y="146012"/>
                  <a:pt x="59539" y="139999"/>
                </a:cubicBezTo>
                <a:cubicBezTo>
                  <a:pt x="21117" y="133985"/>
                  <a:pt x="-5156" y="97962"/>
                  <a:pt x="857" y="59539"/>
                </a:cubicBezTo>
                <a:cubicBezTo>
                  <a:pt x="6871" y="21117"/>
                  <a:pt x="42893" y="-5156"/>
                  <a:pt x="81316" y="857"/>
                </a:cubicBezTo>
                <a:cubicBezTo>
                  <a:pt x="81364" y="864"/>
                  <a:pt x="81412" y="872"/>
                  <a:pt x="81460" y="880"/>
                </a:cubicBezTo>
                <a:cubicBezTo>
                  <a:pt x="119837" y="6927"/>
                  <a:pt x="146045" y="42940"/>
                  <a:pt x="139999" y="81316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7B2D0F67-5B90-1349-AA2D-4845E9777671}"/>
              </a:ext>
            </a:extLst>
          </p:cNvPr>
          <p:cNvSpPr/>
          <p:nvPr/>
        </p:nvSpPr>
        <p:spPr>
          <a:xfrm>
            <a:off x="6639876" y="5825057"/>
            <a:ext cx="140722" cy="140747"/>
          </a:xfrm>
          <a:custGeom>
            <a:avLst/>
            <a:gdLst>
              <a:gd name="connsiteX0" fmla="*/ 102335 w 140722"/>
              <a:gd name="connsiteY0" fmla="*/ 7726 h 140747"/>
              <a:gd name="connsiteX1" fmla="*/ 133021 w 140722"/>
              <a:gd name="connsiteY1" fmla="*/ 102360 h 140747"/>
              <a:gd name="connsiteX2" fmla="*/ 38387 w 140722"/>
              <a:gd name="connsiteY2" fmla="*/ 133046 h 140747"/>
              <a:gd name="connsiteX3" fmla="*/ 7657 w 140722"/>
              <a:gd name="connsiteY3" fmla="*/ 38498 h 140747"/>
              <a:gd name="connsiteX4" fmla="*/ 102121 w 140722"/>
              <a:gd name="connsiteY4" fmla="*/ 7618 h 140747"/>
              <a:gd name="connsiteX5" fmla="*/ 102335 w 140722"/>
              <a:gd name="connsiteY5" fmla="*/ 7726 h 140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722" h="140747">
                <a:moveTo>
                  <a:pt x="102335" y="7726"/>
                </a:moveTo>
                <a:cubicBezTo>
                  <a:pt x="136941" y="25385"/>
                  <a:pt x="150679" y="67754"/>
                  <a:pt x="133021" y="102360"/>
                </a:cubicBezTo>
                <a:cubicBezTo>
                  <a:pt x="115362" y="136966"/>
                  <a:pt x="72993" y="150705"/>
                  <a:pt x="38387" y="133046"/>
                </a:cubicBezTo>
                <a:cubicBezTo>
                  <a:pt x="3815" y="115404"/>
                  <a:pt x="-9937" y="73095"/>
                  <a:pt x="7657" y="38498"/>
                </a:cubicBezTo>
                <a:cubicBezTo>
                  <a:pt x="25215" y="3885"/>
                  <a:pt x="67508" y="-9941"/>
                  <a:pt x="102121" y="7618"/>
                </a:cubicBezTo>
                <a:cubicBezTo>
                  <a:pt x="102192" y="7654"/>
                  <a:pt x="102264" y="7690"/>
                  <a:pt x="102335" y="772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FE94FD0C-6F08-CC4D-B9A8-BFBBC32596A4}"/>
              </a:ext>
            </a:extLst>
          </p:cNvPr>
          <p:cNvSpPr/>
          <p:nvPr/>
        </p:nvSpPr>
        <p:spPr>
          <a:xfrm>
            <a:off x="8071996" y="3852678"/>
            <a:ext cx="140662" cy="140692"/>
          </a:xfrm>
          <a:custGeom>
            <a:avLst/>
            <a:gdLst>
              <a:gd name="connsiteX0" fmla="*/ 20604 w 140662"/>
              <a:gd name="connsiteY0" fmla="*/ 20574 h 140692"/>
              <a:gd name="connsiteX1" fmla="*/ 120089 w 140662"/>
              <a:gd name="connsiteY1" fmla="*/ 20634 h 140692"/>
              <a:gd name="connsiteX2" fmla="*/ 120029 w 140662"/>
              <a:gd name="connsiteY2" fmla="*/ 120118 h 140692"/>
              <a:gd name="connsiteX3" fmla="*/ 20604 w 140662"/>
              <a:gd name="connsiteY3" fmla="*/ 120118 h 140692"/>
              <a:gd name="connsiteX4" fmla="*/ 20604 w 140662"/>
              <a:gd name="connsiteY4" fmla="*/ 20574 h 140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0662" h="140692">
                <a:moveTo>
                  <a:pt x="20604" y="20574"/>
                </a:moveTo>
                <a:cubicBezTo>
                  <a:pt x="48092" y="-6881"/>
                  <a:pt x="92633" y="-6855"/>
                  <a:pt x="120089" y="20634"/>
                </a:cubicBezTo>
                <a:cubicBezTo>
                  <a:pt x="147544" y="48122"/>
                  <a:pt x="147518" y="92663"/>
                  <a:pt x="120029" y="120118"/>
                </a:cubicBezTo>
                <a:cubicBezTo>
                  <a:pt x="92564" y="147550"/>
                  <a:pt x="48069" y="147550"/>
                  <a:pt x="20604" y="120118"/>
                </a:cubicBezTo>
                <a:cubicBezTo>
                  <a:pt x="-6868" y="92623"/>
                  <a:pt x="-6868" y="48069"/>
                  <a:pt x="20604" y="20574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DB6C824B-B150-0A4C-949B-04725D006F1E}"/>
              </a:ext>
            </a:extLst>
          </p:cNvPr>
          <p:cNvSpPr/>
          <p:nvPr/>
        </p:nvSpPr>
        <p:spPr>
          <a:xfrm>
            <a:off x="6624848" y="2643290"/>
            <a:ext cx="1327490" cy="2256172"/>
          </a:xfrm>
          <a:custGeom>
            <a:avLst/>
            <a:gdLst>
              <a:gd name="connsiteX0" fmla="*/ 1121317 w 1327490"/>
              <a:gd name="connsiteY0" fmla="*/ 2134945 h 2256172"/>
              <a:gd name="connsiteX1" fmla="*/ 1234386 w 1327490"/>
              <a:gd name="connsiteY1" fmla="*/ 698538 h 2256172"/>
              <a:gd name="connsiteX2" fmla="*/ 1115377 w 1327490"/>
              <a:gd name="connsiteY2" fmla="*/ 332208 h 2256172"/>
              <a:gd name="connsiteX3" fmla="*/ 517922 w 1327490"/>
              <a:gd name="connsiteY3" fmla="*/ 22377 h 2256172"/>
              <a:gd name="connsiteX4" fmla="*/ 208092 w 1327490"/>
              <a:gd name="connsiteY4" fmla="*/ 619832 h 2256172"/>
              <a:gd name="connsiteX5" fmla="*/ 210180 w 1327490"/>
              <a:gd name="connsiteY5" fmla="*/ 626259 h 2256172"/>
              <a:gd name="connsiteX6" fmla="*/ 329189 w 1327490"/>
              <a:gd name="connsiteY6" fmla="*/ 992517 h 2256172"/>
              <a:gd name="connsiteX7" fmla="*/ 0 w 1327490"/>
              <a:gd name="connsiteY7" fmla="*/ 2026527 h 2256172"/>
              <a:gd name="connsiteX8" fmla="*/ 302639 w 1327490"/>
              <a:gd name="connsiteY8" fmla="*/ 1806615 h 2256172"/>
              <a:gd name="connsiteX9" fmla="*/ 967299 w 1327490"/>
              <a:gd name="connsiteY9" fmla="*/ 1911027 h 2256172"/>
              <a:gd name="connsiteX10" fmla="*/ 1054048 w 1327490"/>
              <a:gd name="connsiteY10" fmla="*/ 2256173 h 2256172"/>
              <a:gd name="connsiteX11" fmla="*/ 1121317 w 1327490"/>
              <a:gd name="connsiteY11" fmla="*/ 2134945 h 225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7490" h="2256172">
                <a:moveTo>
                  <a:pt x="1121317" y="2134945"/>
                </a:moveTo>
                <a:cubicBezTo>
                  <a:pt x="1349320" y="1690456"/>
                  <a:pt x="1390034" y="1173227"/>
                  <a:pt x="1234386" y="698538"/>
                </a:cubicBezTo>
                <a:lnTo>
                  <a:pt x="1115377" y="332208"/>
                </a:lnTo>
                <a:cubicBezTo>
                  <a:pt x="1035952" y="81668"/>
                  <a:pt x="768462" y="-57048"/>
                  <a:pt x="517922" y="22377"/>
                </a:cubicBezTo>
                <a:cubicBezTo>
                  <a:pt x="267383" y="101803"/>
                  <a:pt x="128667" y="369292"/>
                  <a:pt x="208092" y="619832"/>
                </a:cubicBezTo>
                <a:cubicBezTo>
                  <a:pt x="208773" y="621979"/>
                  <a:pt x="209469" y="624122"/>
                  <a:pt x="210180" y="626259"/>
                </a:cubicBezTo>
                <a:lnTo>
                  <a:pt x="329189" y="992517"/>
                </a:lnTo>
                <a:cubicBezTo>
                  <a:pt x="451986" y="1372119"/>
                  <a:pt x="319654" y="1787786"/>
                  <a:pt x="0" y="2026527"/>
                </a:cubicBezTo>
                <a:lnTo>
                  <a:pt x="302639" y="1806615"/>
                </a:lnTo>
                <a:cubicBezTo>
                  <a:pt x="515012" y="1651907"/>
                  <a:pt x="812590" y="1698654"/>
                  <a:pt x="967299" y="1911027"/>
                </a:cubicBezTo>
                <a:cubicBezTo>
                  <a:pt x="1039777" y="2010521"/>
                  <a:pt x="1070871" y="2134234"/>
                  <a:pt x="1054048" y="2256173"/>
                </a:cubicBezTo>
                <a:cubicBezTo>
                  <a:pt x="1077807" y="2216813"/>
                  <a:pt x="1100229" y="2176404"/>
                  <a:pt x="1121317" y="2134945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  <a:effectLst/>
        </p:spPr>
        <p:txBody>
          <a:bodyPr rtlCol="0" anchor="ctr"/>
          <a:lstStyle/>
          <a:p>
            <a:endParaRPr lang="en-EG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2566BBE5-04BA-704C-9CAD-8319DAE61E33}"/>
              </a:ext>
            </a:extLst>
          </p:cNvPr>
          <p:cNvSpPr/>
          <p:nvPr/>
        </p:nvSpPr>
        <p:spPr>
          <a:xfrm>
            <a:off x="5530869" y="4358931"/>
            <a:ext cx="2152410" cy="1447598"/>
          </a:xfrm>
          <a:custGeom>
            <a:avLst/>
            <a:gdLst>
              <a:gd name="connsiteX0" fmla="*/ 243528 w 2152410"/>
              <a:gd name="connsiteY0" fmla="*/ 1423759 h 1447598"/>
              <a:gd name="connsiteX1" fmla="*/ 1644512 w 2152410"/>
              <a:gd name="connsiteY1" fmla="*/ 1087414 h 1447598"/>
              <a:gd name="connsiteX2" fmla="*/ 1956168 w 2152410"/>
              <a:gd name="connsiteY2" fmla="*/ 860989 h 1447598"/>
              <a:gd name="connsiteX3" fmla="*/ 2061508 w 2152410"/>
              <a:gd name="connsiteY3" fmla="*/ 196243 h 1447598"/>
              <a:gd name="connsiteX4" fmla="*/ 1396762 w 2152410"/>
              <a:gd name="connsiteY4" fmla="*/ 90902 h 1447598"/>
              <a:gd name="connsiteX5" fmla="*/ 1085106 w 2152410"/>
              <a:gd name="connsiteY5" fmla="*/ 317399 h 1447598"/>
              <a:gd name="connsiteX6" fmla="*/ 0 w 2152410"/>
              <a:gd name="connsiteY6" fmla="*/ 323911 h 1447598"/>
              <a:gd name="connsiteX7" fmla="*/ 302639 w 2152410"/>
              <a:gd name="connsiteY7" fmla="*/ 543823 h 1447598"/>
              <a:gd name="connsiteX8" fmla="*/ 408493 w 2152410"/>
              <a:gd name="connsiteY8" fmla="*/ 1208255 h 1447598"/>
              <a:gd name="connsiteX9" fmla="*/ 107130 w 2152410"/>
              <a:gd name="connsiteY9" fmla="*/ 1397281 h 1447598"/>
              <a:gd name="connsiteX10" fmla="*/ 243528 w 2152410"/>
              <a:gd name="connsiteY10" fmla="*/ 1423759 h 1447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52410" h="1447598">
                <a:moveTo>
                  <a:pt x="243528" y="1423759"/>
                </a:moveTo>
                <a:cubicBezTo>
                  <a:pt x="736701" y="1503253"/>
                  <a:pt x="1241180" y="1382139"/>
                  <a:pt x="1644512" y="1087414"/>
                </a:cubicBezTo>
                <a:lnTo>
                  <a:pt x="1956168" y="860989"/>
                </a:lnTo>
                <a:cubicBezTo>
                  <a:pt x="2168821" y="706513"/>
                  <a:pt x="2215983" y="408896"/>
                  <a:pt x="2061508" y="196243"/>
                </a:cubicBezTo>
                <a:cubicBezTo>
                  <a:pt x="1907032" y="-16411"/>
                  <a:pt x="1609415" y="-63573"/>
                  <a:pt x="1396762" y="90902"/>
                </a:cubicBezTo>
                <a:lnTo>
                  <a:pt x="1085106" y="317399"/>
                </a:lnTo>
                <a:cubicBezTo>
                  <a:pt x="762048" y="551498"/>
                  <a:pt x="325844" y="554116"/>
                  <a:pt x="0" y="323911"/>
                </a:cubicBezTo>
                <a:lnTo>
                  <a:pt x="302639" y="543823"/>
                </a:lnTo>
                <a:cubicBezTo>
                  <a:pt x="515347" y="698070"/>
                  <a:pt x="562740" y="995546"/>
                  <a:pt x="408493" y="1208255"/>
                </a:cubicBezTo>
                <a:cubicBezTo>
                  <a:pt x="336262" y="1307863"/>
                  <a:pt x="228248" y="1375613"/>
                  <a:pt x="107130" y="1397281"/>
                </a:cubicBezTo>
                <a:cubicBezTo>
                  <a:pt x="152071" y="1407824"/>
                  <a:pt x="197537" y="1416650"/>
                  <a:pt x="243528" y="1423759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  <a:effectLst>
            <a:outerShdw blurRad="127000" dist="38100" dir="18900000" algn="bl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30C8E6DA-B2FC-2B44-8737-9DE69DB90801}"/>
              </a:ext>
            </a:extLst>
          </p:cNvPr>
          <p:cNvSpPr>
            <a:spLocks noChangeAspect="1"/>
          </p:cNvSpPr>
          <p:nvPr/>
        </p:nvSpPr>
        <p:spPr>
          <a:xfrm>
            <a:off x="6906565" y="4533679"/>
            <a:ext cx="602180" cy="602180"/>
          </a:xfrm>
          <a:custGeom>
            <a:avLst/>
            <a:gdLst>
              <a:gd name="connsiteX0" fmla="*/ 0 w 801502"/>
              <a:gd name="connsiteY0" fmla="*/ 400751 h 801502"/>
              <a:gd name="connsiteX1" fmla="*/ 400751 w 801502"/>
              <a:gd name="connsiteY1" fmla="*/ 0 h 801502"/>
              <a:gd name="connsiteX2" fmla="*/ 801503 w 801502"/>
              <a:gd name="connsiteY2" fmla="*/ 400751 h 801502"/>
              <a:gd name="connsiteX3" fmla="*/ 400751 w 801502"/>
              <a:gd name="connsiteY3" fmla="*/ 801503 h 801502"/>
              <a:gd name="connsiteX4" fmla="*/ 0 w 801502"/>
              <a:gd name="connsiteY4" fmla="*/ 400751 h 801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1502" h="801502">
                <a:moveTo>
                  <a:pt x="0" y="400751"/>
                </a:moveTo>
                <a:cubicBezTo>
                  <a:pt x="0" y="179422"/>
                  <a:pt x="179422" y="0"/>
                  <a:pt x="400751" y="0"/>
                </a:cubicBezTo>
                <a:cubicBezTo>
                  <a:pt x="622080" y="0"/>
                  <a:pt x="801503" y="179422"/>
                  <a:pt x="801503" y="400751"/>
                </a:cubicBezTo>
                <a:cubicBezTo>
                  <a:pt x="801503" y="622080"/>
                  <a:pt x="622080" y="801503"/>
                  <a:pt x="400751" y="801503"/>
                </a:cubicBezTo>
                <a:cubicBezTo>
                  <a:pt x="179422" y="801503"/>
                  <a:pt x="0" y="622080"/>
                  <a:pt x="0" y="400751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/>
            </a:solidFill>
            <a:prstDash val="solid"/>
            <a:round/>
          </a:ln>
          <a:effectLst>
            <a:outerShdw blurRad="203200" sx="110000" sy="110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0F25BD3C-8DDF-AB4A-85DE-5B2086998CA9}"/>
              </a:ext>
            </a:extLst>
          </p:cNvPr>
          <p:cNvSpPr/>
          <p:nvPr/>
        </p:nvSpPr>
        <p:spPr>
          <a:xfrm>
            <a:off x="4192860" y="3646542"/>
            <a:ext cx="1836846" cy="2117157"/>
          </a:xfrm>
          <a:custGeom>
            <a:avLst/>
            <a:gdLst>
              <a:gd name="connsiteX0" fmla="*/ 16746 w 1836846"/>
              <a:gd name="connsiteY0" fmla="*/ 571500 h 2117157"/>
              <a:gd name="connsiteX1" fmla="*/ 769514 w 1836846"/>
              <a:gd name="connsiteY1" fmla="*/ 1799803 h 2117157"/>
              <a:gd name="connsiteX2" fmla="*/ 1081170 w 1836846"/>
              <a:gd name="connsiteY2" fmla="*/ 2026228 h 2117157"/>
              <a:gd name="connsiteX3" fmla="*/ 1745916 w 1836846"/>
              <a:gd name="connsiteY3" fmla="*/ 1920959 h 2117157"/>
              <a:gd name="connsiteX4" fmla="*/ 1640647 w 1836846"/>
              <a:gd name="connsiteY4" fmla="*/ 1256212 h 2117157"/>
              <a:gd name="connsiteX5" fmla="*/ 1328992 w 1836846"/>
              <a:gd name="connsiteY5" fmla="*/ 1029788 h 2117157"/>
              <a:gd name="connsiteX6" fmla="*/ 987136 w 1836846"/>
              <a:gd name="connsiteY6" fmla="*/ 0 h 2117157"/>
              <a:gd name="connsiteX7" fmla="*/ 871563 w 1836846"/>
              <a:gd name="connsiteY7" fmla="*/ 355810 h 2117157"/>
              <a:gd name="connsiteX8" fmla="*/ 272135 w 1836846"/>
              <a:gd name="connsiteY8" fmla="*/ 661137 h 2117157"/>
              <a:gd name="connsiteX9" fmla="*/ 0 w 1836846"/>
              <a:gd name="connsiteY9" fmla="*/ 433599 h 2117157"/>
              <a:gd name="connsiteX10" fmla="*/ 16746 w 1836846"/>
              <a:gd name="connsiteY10" fmla="*/ 571500 h 2117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6846" h="2117157">
                <a:moveTo>
                  <a:pt x="16746" y="571500"/>
                </a:moveTo>
                <a:cubicBezTo>
                  <a:pt x="93590" y="1065025"/>
                  <a:pt x="364645" y="1507309"/>
                  <a:pt x="769514" y="1799803"/>
                </a:cubicBezTo>
                <a:lnTo>
                  <a:pt x="1081170" y="2026228"/>
                </a:lnTo>
                <a:cubicBezTo>
                  <a:pt x="1293804" y="2180723"/>
                  <a:pt x="1591421" y="2133593"/>
                  <a:pt x="1745916" y="1920959"/>
                </a:cubicBezTo>
                <a:cubicBezTo>
                  <a:pt x="1900411" y="1708325"/>
                  <a:pt x="1853281" y="1410708"/>
                  <a:pt x="1640647" y="1256212"/>
                </a:cubicBezTo>
                <a:lnTo>
                  <a:pt x="1328992" y="1029788"/>
                </a:lnTo>
                <a:cubicBezTo>
                  <a:pt x="1006494" y="794989"/>
                  <a:pt x="869080" y="381048"/>
                  <a:pt x="987136" y="0"/>
                </a:cubicBezTo>
                <a:lnTo>
                  <a:pt x="871563" y="355810"/>
                </a:lnTo>
                <a:cubicBezTo>
                  <a:pt x="790349" y="605651"/>
                  <a:pt x="521976" y="742350"/>
                  <a:pt x="272135" y="661137"/>
                </a:cubicBezTo>
                <a:cubicBezTo>
                  <a:pt x="155478" y="623216"/>
                  <a:pt x="57980" y="541696"/>
                  <a:pt x="0" y="433599"/>
                </a:cubicBezTo>
                <a:cubicBezTo>
                  <a:pt x="3864" y="479542"/>
                  <a:pt x="9446" y="525509"/>
                  <a:pt x="16746" y="57150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  <a:effectLst>
            <a:outerShdw blurRad="127000" dist="38100" dir="21540000" algn="bl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8A59204A-6387-4245-939A-DDB6A5C9E3D6}"/>
              </a:ext>
            </a:extLst>
          </p:cNvPr>
          <p:cNvSpPr>
            <a:spLocks noChangeAspect="1"/>
          </p:cNvSpPr>
          <p:nvPr/>
        </p:nvSpPr>
        <p:spPr>
          <a:xfrm>
            <a:off x="5253179" y="4986815"/>
            <a:ext cx="602180" cy="602180"/>
          </a:xfrm>
          <a:custGeom>
            <a:avLst/>
            <a:gdLst>
              <a:gd name="connsiteX0" fmla="*/ 0 w 801502"/>
              <a:gd name="connsiteY0" fmla="*/ 400751 h 801502"/>
              <a:gd name="connsiteX1" fmla="*/ 400751 w 801502"/>
              <a:gd name="connsiteY1" fmla="*/ 0 h 801502"/>
              <a:gd name="connsiteX2" fmla="*/ 801503 w 801502"/>
              <a:gd name="connsiteY2" fmla="*/ 400751 h 801502"/>
              <a:gd name="connsiteX3" fmla="*/ 400751 w 801502"/>
              <a:gd name="connsiteY3" fmla="*/ 801503 h 801502"/>
              <a:gd name="connsiteX4" fmla="*/ 0 w 801502"/>
              <a:gd name="connsiteY4" fmla="*/ 400751 h 801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1502" h="801502">
                <a:moveTo>
                  <a:pt x="0" y="400751"/>
                </a:moveTo>
                <a:cubicBezTo>
                  <a:pt x="0" y="179422"/>
                  <a:pt x="179423" y="0"/>
                  <a:pt x="400751" y="0"/>
                </a:cubicBezTo>
                <a:cubicBezTo>
                  <a:pt x="622080" y="0"/>
                  <a:pt x="801503" y="179422"/>
                  <a:pt x="801503" y="400751"/>
                </a:cubicBezTo>
                <a:cubicBezTo>
                  <a:pt x="801503" y="622080"/>
                  <a:pt x="622080" y="801503"/>
                  <a:pt x="400751" y="801503"/>
                </a:cubicBezTo>
                <a:cubicBezTo>
                  <a:pt x="179422" y="801503"/>
                  <a:pt x="0" y="622080"/>
                  <a:pt x="0" y="400751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/>
            </a:solidFill>
            <a:prstDash val="solid"/>
            <a:round/>
          </a:ln>
          <a:effectLst>
            <a:outerShdw blurRad="203200" sx="110000" sy="110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EF341FC7-D622-6448-B599-C62C3D8B6D59}"/>
              </a:ext>
            </a:extLst>
          </p:cNvPr>
          <p:cNvSpPr/>
          <p:nvPr/>
        </p:nvSpPr>
        <p:spPr>
          <a:xfrm>
            <a:off x="4135797" y="2187592"/>
            <a:ext cx="1921987" cy="2144618"/>
          </a:xfrm>
          <a:custGeom>
            <a:avLst/>
            <a:gdLst>
              <a:gd name="connsiteX0" fmla="*/ 1078478 w 1921987"/>
              <a:gd name="connsiteY0" fmla="*/ 58681 h 2144618"/>
              <a:gd name="connsiteX1" fmla="*/ 142509 w 1921987"/>
              <a:gd name="connsiteY1" fmla="*/ 1154235 h 2144618"/>
              <a:gd name="connsiteX2" fmla="*/ 23715 w 1921987"/>
              <a:gd name="connsiteY2" fmla="*/ 1520637 h 2144618"/>
              <a:gd name="connsiteX3" fmla="*/ 328060 w 1921987"/>
              <a:gd name="connsiteY3" fmla="*/ 2120904 h 2144618"/>
              <a:gd name="connsiteX4" fmla="*/ 928327 w 1921987"/>
              <a:gd name="connsiteY4" fmla="*/ 1816559 h 2144618"/>
              <a:gd name="connsiteX5" fmla="*/ 928912 w 1921987"/>
              <a:gd name="connsiteY5" fmla="*/ 1814760 h 2144618"/>
              <a:gd name="connsiteX6" fmla="*/ 1047921 w 1921987"/>
              <a:gd name="connsiteY6" fmla="*/ 1448215 h 2144618"/>
              <a:gd name="connsiteX7" fmla="*/ 1921988 w 1921987"/>
              <a:gd name="connsiteY7" fmla="*/ 805152 h 2144618"/>
              <a:gd name="connsiteX8" fmla="*/ 1547858 w 1921987"/>
              <a:gd name="connsiteY8" fmla="*/ 805152 h 2144618"/>
              <a:gd name="connsiteX9" fmla="*/ 1071872 w 1921987"/>
              <a:gd name="connsiteY9" fmla="*/ 329640 h 2144618"/>
              <a:gd name="connsiteX10" fmla="*/ 1204357 w 1921987"/>
              <a:gd name="connsiteY10" fmla="*/ 0 h 2144618"/>
              <a:gd name="connsiteX11" fmla="*/ 1078478 w 1921987"/>
              <a:gd name="connsiteY11" fmla="*/ 58681 h 2144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21987" h="2144618">
                <a:moveTo>
                  <a:pt x="1078478" y="58681"/>
                </a:moveTo>
                <a:cubicBezTo>
                  <a:pt x="632694" y="284209"/>
                  <a:pt x="295663" y="678705"/>
                  <a:pt x="142509" y="1154235"/>
                </a:cubicBezTo>
                <a:lnTo>
                  <a:pt x="23715" y="1520637"/>
                </a:lnTo>
                <a:cubicBezTo>
                  <a:pt x="-58002" y="1770438"/>
                  <a:pt x="78258" y="2039187"/>
                  <a:pt x="328060" y="2120904"/>
                </a:cubicBezTo>
                <a:cubicBezTo>
                  <a:pt x="577862" y="2202621"/>
                  <a:pt x="846610" y="2066361"/>
                  <a:pt x="928327" y="1816559"/>
                </a:cubicBezTo>
                <a:cubicBezTo>
                  <a:pt x="928523" y="1815960"/>
                  <a:pt x="928718" y="1815360"/>
                  <a:pt x="928912" y="1814760"/>
                </a:cubicBezTo>
                <a:lnTo>
                  <a:pt x="1047921" y="1448215"/>
                </a:lnTo>
                <a:cubicBezTo>
                  <a:pt x="1171669" y="1068919"/>
                  <a:pt x="1523050" y="810404"/>
                  <a:pt x="1921988" y="805152"/>
                </a:cubicBezTo>
                <a:lnTo>
                  <a:pt x="1547858" y="805152"/>
                </a:lnTo>
                <a:cubicBezTo>
                  <a:pt x="1285109" y="805283"/>
                  <a:pt x="1072003" y="592389"/>
                  <a:pt x="1071872" y="329640"/>
                </a:cubicBezTo>
                <a:cubicBezTo>
                  <a:pt x="1071811" y="206775"/>
                  <a:pt x="1119286" y="88650"/>
                  <a:pt x="1204357" y="0"/>
                </a:cubicBezTo>
                <a:cubicBezTo>
                  <a:pt x="1161992" y="17986"/>
                  <a:pt x="1120032" y="37547"/>
                  <a:pt x="1078478" y="58681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  <a:effectLst>
            <a:outerShdw blurRad="127000" dist="38100" dir="5400000" algn="t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7852FCB8-9EF9-7E49-9FC4-93A3A1D00190}"/>
              </a:ext>
            </a:extLst>
          </p:cNvPr>
          <p:cNvSpPr>
            <a:spLocks noChangeAspect="1"/>
          </p:cNvSpPr>
          <p:nvPr/>
        </p:nvSpPr>
        <p:spPr>
          <a:xfrm>
            <a:off x="4311342" y="3554272"/>
            <a:ext cx="602180" cy="602180"/>
          </a:xfrm>
          <a:custGeom>
            <a:avLst/>
            <a:gdLst>
              <a:gd name="connsiteX0" fmla="*/ 0 w 801502"/>
              <a:gd name="connsiteY0" fmla="*/ 400751 h 801502"/>
              <a:gd name="connsiteX1" fmla="*/ 400751 w 801502"/>
              <a:gd name="connsiteY1" fmla="*/ 0 h 801502"/>
              <a:gd name="connsiteX2" fmla="*/ 801503 w 801502"/>
              <a:gd name="connsiteY2" fmla="*/ 400751 h 801502"/>
              <a:gd name="connsiteX3" fmla="*/ 400751 w 801502"/>
              <a:gd name="connsiteY3" fmla="*/ 801503 h 801502"/>
              <a:gd name="connsiteX4" fmla="*/ 0 w 801502"/>
              <a:gd name="connsiteY4" fmla="*/ 400751 h 801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1502" h="801502">
                <a:moveTo>
                  <a:pt x="0" y="400751"/>
                </a:moveTo>
                <a:cubicBezTo>
                  <a:pt x="0" y="179422"/>
                  <a:pt x="179423" y="0"/>
                  <a:pt x="400751" y="0"/>
                </a:cubicBezTo>
                <a:cubicBezTo>
                  <a:pt x="622080" y="0"/>
                  <a:pt x="801503" y="179422"/>
                  <a:pt x="801503" y="400751"/>
                </a:cubicBezTo>
                <a:cubicBezTo>
                  <a:pt x="801503" y="622080"/>
                  <a:pt x="622080" y="801503"/>
                  <a:pt x="400751" y="801503"/>
                </a:cubicBezTo>
                <a:cubicBezTo>
                  <a:pt x="179423" y="801503"/>
                  <a:pt x="0" y="622080"/>
                  <a:pt x="0" y="400751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/>
            </a:solidFill>
            <a:prstDash val="solid"/>
            <a:round/>
          </a:ln>
          <a:effectLst>
            <a:outerShdw blurRad="203200" sx="110000" sy="110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EEB77D0B-1C38-6245-BFF2-27A9A5A01236}"/>
              </a:ext>
            </a:extLst>
          </p:cNvPr>
          <p:cNvSpPr/>
          <p:nvPr/>
        </p:nvSpPr>
        <p:spPr>
          <a:xfrm>
            <a:off x="5207763" y="2041382"/>
            <a:ext cx="2286858" cy="1584263"/>
          </a:xfrm>
          <a:custGeom>
            <a:avLst/>
            <a:gdLst>
              <a:gd name="connsiteX0" fmla="*/ 2192253 w 2286858"/>
              <a:gd name="connsiteY0" fmla="*/ 551041 h 1584263"/>
              <a:gd name="connsiteX1" fmla="*/ 861186 w 2286858"/>
              <a:gd name="connsiteY1" fmla="*/ 8 h 1584263"/>
              <a:gd name="connsiteX2" fmla="*/ 475892 w 2286858"/>
              <a:gd name="connsiteY2" fmla="*/ 8 h 1584263"/>
              <a:gd name="connsiteX3" fmla="*/ 0 w 2286858"/>
              <a:gd name="connsiteY3" fmla="*/ 475900 h 1584263"/>
              <a:gd name="connsiteX4" fmla="*/ 475892 w 2286858"/>
              <a:gd name="connsiteY4" fmla="*/ 951792 h 1584263"/>
              <a:gd name="connsiteX5" fmla="*/ 861114 w 2286858"/>
              <a:gd name="connsiteY5" fmla="*/ 951792 h 1584263"/>
              <a:gd name="connsiteX6" fmla="*/ 1742839 w 2286858"/>
              <a:gd name="connsiteY6" fmla="*/ 1584264 h 1584263"/>
              <a:gd name="connsiteX7" fmla="*/ 1627265 w 2286858"/>
              <a:gd name="connsiteY7" fmla="*/ 1228454 h 1584263"/>
              <a:gd name="connsiteX8" fmla="*/ 1932367 w 2286858"/>
              <a:gd name="connsiteY8" fmla="*/ 628911 h 1584263"/>
              <a:gd name="connsiteX9" fmla="*/ 2286859 w 2286858"/>
              <a:gd name="connsiteY9" fmla="*/ 653089 h 1584263"/>
              <a:gd name="connsiteX10" fmla="*/ 2192253 w 2286858"/>
              <a:gd name="connsiteY10" fmla="*/ 551041 h 1584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86858" h="1584263">
                <a:moveTo>
                  <a:pt x="2192253" y="551041"/>
                </a:moveTo>
                <a:cubicBezTo>
                  <a:pt x="1839941" y="196998"/>
                  <a:pt x="1360654" y="-1417"/>
                  <a:pt x="861186" y="8"/>
                </a:cubicBezTo>
                <a:lnTo>
                  <a:pt x="475892" y="8"/>
                </a:lnTo>
                <a:cubicBezTo>
                  <a:pt x="213064" y="8"/>
                  <a:pt x="0" y="213072"/>
                  <a:pt x="0" y="475900"/>
                </a:cubicBezTo>
                <a:cubicBezTo>
                  <a:pt x="0" y="738728"/>
                  <a:pt x="213064" y="951792"/>
                  <a:pt x="475892" y="951792"/>
                </a:cubicBezTo>
                <a:lnTo>
                  <a:pt x="861114" y="951792"/>
                </a:lnTo>
                <a:cubicBezTo>
                  <a:pt x="1260073" y="952246"/>
                  <a:pt x="1614528" y="1206501"/>
                  <a:pt x="1742839" y="1584264"/>
                </a:cubicBezTo>
                <a:lnTo>
                  <a:pt x="1627265" y="1228454"/>
                </a:lnTo>
                <a:cubicBezTo>
                  <a:pt x="1545958" y="978643"/>
                  <a:pt x="1682556" y="710219"/>
                  <a:pt x="1932367" y="628911"/>
                </a:cubicBezTo>
                <a:cubicBezTo>
                  <a:pt x="2049218" y="590879"/>
                  <a:pt x="2176254" y="599544"/>
                  <a:pt x="2286859" y="653089"/>
                </a:cubicBezTo>
                <a:cubicBezTo>
                  <a:pt x="2256755" y="618071"/>
                  <a:pt x="2225219" y="584055"/>
                  <a:pt x="2192253" y="55104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  <a:effectLst>
            <a:outerShdw blurRad="127000" dist="38100" dir="10800000" algn="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5F3072C8-619E-0D45-9695-3B066B4A1172}"/>
              </a:ext>
            </a:extLst>
          </p:cNvPr>
          <p:cNvSpPr>
            <a:spLocks noChangeAspect="1"/>
          </p:cNvSpPr>
          <p:nvPr/>
        </p:nvSpPr>
        <p:spPr>
          <a:xfrm>
            <a:off x="5382636" y="2215905"/>
            <a:ext cx="602180" cy="602180"/>
          </a:xfrm>
          <a:custGeom>
            <a:avLst/>
            <a:gdLst>
              <a:gd name="connsiteX0" fmla="*/ 0 w 801502"/>
              <a:gd name="connsiteY0" fmla="*/ 400751 h 801502"/>
              <a:gd name="connsiteX1" fmla="*/ 400751 w 801502"/>
              <a:gd name="connsiteY1" fmla="*/ 0 h 801502"/>
              <a:gd name="connsiteX2" fmla="*/ 801503 w 801502"/>
              <a:gd name="connsiteY2" fmla="*/ 400751 h 801502"/>
              <a:gd name="connsiteX3" fmla="*/ 400751 w 801502"/>
              <a:gd name="connsiteY3" fmla="*/ 801503 h 801502"/>
              <a:gd name="connsiteX4" fmla="*/ 0 w 801502"/>
              <a:gd name="connsiteY4" fmla="*/ 400751 h 801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1502" h="801502">
                <a:moveTo>
                  <a:pt x="0" y="400751"/>
                </a:moveTo>
                <a:cubicBezTo>
                  <a:pt x="0" y="179422"/>
                  <a:pt x="179422" y="0"/>
                  <a:pt x="400751" y="0"/>
                </a:cubicBezTo>
                <a:cubicBezTo>
                  <a:pt x="622080" y="0"/>
                  <a:pt x="801503" y="179422"/>
                  <a:pt x="801503" y="400751"/>
                </a:cubicBezTo>
                <a:cubicBezTo>
                  <a:pt x="801503" y="622080"/>
                  <a:pt x="622080" y="801503"/>
                  <a:pt x="400751" y="801503"/>
                </a:cubicBezTo>
                <a:cubicBezTo>
                  <a:pt x="179423" y="801503"/>
                  <a:pt x="0" y="622080"/>
                  <a:pt x="0" y="40075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/>
            </a:solidFill>
            <a:prstDash val="solid"/>
            <a:round/>
          </a:ln>
          <a:effectLst>
            <a:outerShdw blurRad="203200" sx="110000" sy="110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0677D20F-8512-E241-99CC-D2FAD6744572}"/>
              </a:ext>
            </a:extLst>
          </p:cNvPr>
          <p:cNvSpPr/>
          <p:nvPr/>
        </p:nvSpPr>
        <p:spPr>
          <a:xfrm>
            <a:off x="6804296" y="2643291"/>
            <a:ext cx="1141776" cy="1543271"/>
          </a:xfrm>
          <a:custGeom>
            <a:avLst/>
            <a:gdLst>
              <a:gd name="connsiteX0" fmla="*/ 520088 w 1141776"/>
              <a:gd name="connsiteY0" fmla="*/ 2049 h 1543271"/>
              <a:gd name="connsiteX1" fmla="*/ 929663 w 1141776"/>
              <a:gd name="connsiteY1" fmla="*/ 332208 h 1543271"/>
              <a:gd name="connsiteX2" fmla="*/ 1048672 w 1141776"/>
              <a:gd name="connsiteY2" fmla="*/ 698538 h 1543271"/>
              <a:gd name="connsiteX3" fmla="*/ 1136007 w 1141776"/>
              <a:gd name="connsiteY3" fmla="*/ 1428067 h 1543271"/>
              <a:gd name="connsiteX4" fmla="*/ 1121218 w 1141776"/>
              <a:gd name="connsiteY4" fmla="*/ 1543271 h 1543271"/>
              <a:gd name="connsiteX5" fmla="*/ 149302 w 1141776"/>
              <a:gd name="connsiteY5" fmla="*/ 1543271 h 1543271"/>
              <a:gd name="connsiteX6" fmla="*/ 177565 w 1141776"/>
              <a:gd name="connsiteY6" fmla="*/ 1423552 h 1543271"/>
              <a:gd name="connsiteX7" fmla="*/ 143475 w 1141776"/>
              <a:gd name="connsiteY7" fmla="*/ 992517 h 1543271"/>
              <a:gd name="connsiteX8" fmla="*/ 24466 w 1141776"/>
              <a:gd name="connsiteY8" fmla="*/ 626259 h 1543271"/>
              <a:gd name="connsiteX9" fmla="*/ 22378 w 1141776"/>
              <a:gd name="connsiteY9" fmla="*/ 619832 h 1543271"/>
              <a:gd name="connsiteX10" fmla="*/ 332208 w 1141776"/>
              <a:gd name="connsiteY10" fmla="*/ 22377 h 1543271"/>
              <a:gd name="connsiteX11" fmla="*/ 520088 w 1141776"/>
              <a:gd name="connsiteY11" fmla="*/ 2049 h 1543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41776" h="1543271">
                <a:moveTo>
                  <a:pt x="520088" y="2049"/>
                </a:moveTo>
                <a:cubicBezTo>
                  <a:pt x="704739" y="19299"/>
                  <a:pt x="870094" y="144303"/>
                  <a:pt x="929663" y="332208"/>
                </a:cubicBezTo>
                <a:lnTo>
                  <a:pt x="1048672" y="698538"/>
                </a:lnTo>
                <a:cubicBezTo>
                  <a:pt x="1126496" y="935883"/>
                  <a:pt x="1155229" y="1183862"/>
                  <a:pt x="1136007" y="1428067"/>
                </a:cubicBezTo>
                <a:lnTo>
                  <a:pt x="1121218" y="1543271"/>
                </a:lnTo>
                <a:lnTo>
                  <a:pt x="149302" y="1543271"/>
                </a:lnTo>
                <a:lnTo>
                  <a:pt x="177565" y="1423552"/>
                </a:lnTo>
                <a:cubicBezTo>
                  <a:pt x="199695" y="1282290"/>
                  <a:pt x="189524" y="1134868"/>
                  <a:pt x="143475" y="992517"/>
                </a:cubicBezTo>
                <a:lnTo>
                  <a:pt x="24466" y="626259"/>
                </a:lnTo>
                <a:cubicBezTo>
                  <a:pt x="23755" y="624122"/>
                  <a:pt x="23059" y="621979"/>
                  <a:pt x="22378" y="619832"/>
                </a:cubicBezTo>
                <a:cubicBezTo>
                  <a:pt x="-57047" y="369292"/>
                  <a:pt x="81669" y="101803"/>
                  <a:pt x="332208" y="22377"/>
                </a:cubicBezTo>
                <a:cubicBezTo>
                  <a:pt x="394843" y="2521"/>
                  <a:pt x="458537" y="-3702"/>
                  <a:pt x="520088" y="2049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7144" cap="flat">
            <a:noFill/>
            <a:prstDash val="solid"/>
            <a:miter/>
          </a:ln>
          <a:effectLst>
            <a:outerShdw blurRad="127000" dist="50800" dir="16800000" algn="b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36B2C204-C7CA-DD47-9CB3-0CF5123A0D07}"/>
              </a:ext>
            </a:extLst>
          </p:cNvPr>
          <p:cNvSpPr>
            <a:spLocks noChangeAspect="1"/>
          </p:cNvSpPr>
          <p:nvPr/>
        </p:nvSpPr>
        <p:spPr>
          <a:xfrm>
            <a:off x="6986572" y="2821183"/>
            <a:ext cx="602180" cy="602180"/>
          </a:xfrm>
          <a:custGeom>
            <a:avLst/>
            <a:gdLst>
              <a:gd name="connsiteX0" fmla="*/ 0 w 801502"/>
              <a:gd name="connsiteY0" fmla="*/ 400751 h 801502"/>
              <a:gd name="connsiteX1" fmla="*/ 400751 w 801502"/>
              <a:gd name="connsiteY1" fmla="*/ 0 h 801502"/>
              <a:gd name="connsiteX2" fmla="*/ 801503 w 801502"/>
              <a:gd name="connsiteY2" fmla="*/ 400751 h 801502"/>
              <a:gd name="connsiteX3" fmla="*/ 400752 w 801502"/>
              <a:gd name="connsiteY3" fmla="*/ 801503 h 801502"/>
              <a:gd name="connsiteX4" fmla="*/ 0 w 801502"/>
              <a:gd name="connsiteY4" fmla="*/ 400751 h 801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1502" h="801502">
                <a:moveTo>
                  <a:pt x="0" y="400751"/>
                </a:moveTo>
                <a:cubicBezTo>
                  <a:pt x="0" y="179422"/>
                  <a:pt x="179422" y="0"/>
                  <a:pt x="400751" y="0"/>
                </a:cubicBezTo>
                <a:cubicBezTo>
                  <a:pt x="622080" y="0"/>
                  <a:pt x="801503" y="179422"/>
                  <a:pt x="801503" y="400751"/>
                </a:cubicBezTo>
                <a:cubicBezTo>
                  <a:pt x="801503" y="622080"/>
                  <a:pt x="622080" y="801503"/>
                  <a:pt x="400752" y="801503"/>
                </a:cubicBezTo>
                <a:cubicBezTo>
                  <a:pt x="179423" y="801503"/>
                  <a:pt x="0" y="622080"/>
                  <a:pt x="0" y="400751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6200000" scaled="0"/>
          </a:gradFill>
          <a:ln w="12700" cap="rnd">
            <a:solidFill>
              <a:srgbClr val="FFFFFF"/>
            </a:solidFill>
            <a:prstDash val="solid"/>
            <a:round/>
          </a:ln>
          <a:effectLst>
            <a:outerShdw blurRad="203200" sx="110000" sy="110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2D0E3A77-D36E-0A46-B14C-7EA0DEE8B099}"/>
              </a:ext>
            </a:extLst>
          </p:cNvPr>
          <p:cNvCxnSpPr>
            <a:cxnSpLocks/>
          </p:cNvCxnSpPr>
          <p:nvPr/>
        </p:nvCxnSpPr>
        <p:spPr>
          <a:xfrm flipV="1">
            <a:off x="6713451" y="1953260"/>
            <a:ext cx="1446580" cy="1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oup 36">
            <a:extLst>
              <a:ext uri="{FF2B5EF4-FFF2-40B4-BE49-F238E27FC236}">
                <a16:creationId xmlns:a16="http://schemas.microsoft.com/office/drawing/2014/main" id="{D92765B2-4F50-1645-8641-6A0119B348AE}"/>
              </a:ext>
            </a:extLst>
          </p:cNvPr>
          <p:cNvGrpSpPr/>
          <p:nvPr/>
        </p:nvGrpSpPr>
        <p:grpSpPr>
          <a:xfrm flipH="1">
            <a:off x="862951" y="2343432"/>
            <a:ext cx="2783072" cy="723275"/>
            <a:chOff x="7825488" y="1404017"/>
            <a:chExt cx="3368029" cy="723275"/>
          </a:xfrm>
        </p:grpSpPr>
        <p:sp>
          <p:nvSpPr>
            <p:cNvPr id="38" name="Inhaltsplatzhalter 4">
              <a:extLst>
                <a:ext uri="{FF2B5EF4-FFF2-40B4-BE49-F238E27FC236}">
                  <a16:creationId xmlns:a16="http://schemas.microsoft.com/office/drawing/2014/main" id="{9712CBA7-3E8A-7A4C-9702-2F035478C93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94BF6A95-4F9B-5241-BA12-A5208E85F49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EA4D865-7D95-C645-AFC4-FCD3DAF21007}"/>
              </a:ext>
            </a:extLst>
          </p:cNvPr>
          <p:cNvGrpSpPr/>
          <p:nvPr/>
        </p:nvGrpSpPr>
        <p:grpSpPr>
          <a:xfrm flipH="1">
            <a:off x="862951" y="4781412"/>
            <a:ext cx="2783072" cy="723275"/>
            <a:chOff x="7825488" y="1404017"/>
            <a:chExt cx="3368029" cy="723275"/>
          </a:xfrm>
        </p:grpSpPr>
        <p:sp>
          <p:nvSpPr>
            <p:cNvPr id="41" name="Inhaltsplatzhalter 4">
              <a:extLst>
                <a:ext uri="{FF2B5EF4-FFF2-40B4-BE49-F238E27FC236}">
                  <a16:creationId xmlns:a16="http://schemas.microsoft.com/office/drawing/2014/main" id="{4E54BB11-DCBE-BB4A-AF69-3B029078CA8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3CAAFA9-1FC9-A744-AC27-75A53E7573E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B8EB726-4B70-3143-AB12-44809B687B20}"/>
              </a:ext>
            </a:extLst>
          </p:cNvPr>
          <p:cNvGrpSpPr/>
          <p:nvPr/>
        </p:nvGrpSpPr>
        <p:grpSpPr>
          <a:xfrm>
            <a:off x="8356272" y="1580677"/>
            <a:ext cx="2783072" cy="723275"/>
            <a:chOff x="7825488" y="1404017"/>
            <a:chExt cx="3368029" cy="723275"/>
          </a:xfrm>
        </p:grpSpPr>
        <p:sp>
          <p:nvSpPr>
            <p:cNvPr id="44" name="Inhaltsplatzhalter 4">
              <a:extLst>
                <a:ext uri="{FF2B5EF4-FFF2-40B4-BE49-F238E27FC236}">
                  <a16:creationId xmlns:a16="http://schemas.microsoft.com/office/drawing/2014/main" id="{B8B48743-658E-4249-ADD6-C8395C7DD6A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0F79679-2163-3147-98AF-DBB1DF78E6F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209A6378-AE8A-7346-BC12-0291584A83B1}"/>
              </a:ext>
            </a:extLst>
          </p:cNvPr>
          <p:cNvGrpSpPr/>
          <p:nvPr/>
        </p:nvGrpSpPr>
        <p:grpSpPr>
          <a:xfrm>
            <a:off x="8845580" y="3554897"/>
            <a:ext cx="2783072" cy="723275"/>
            <a:chOff x="7825488" y="1404017"/>
            <a:chExt cx="3368029" cy="723275"/>
          </a:xfrm>
        </p:grpSpPr>
        <p:sp>
          <p:nvSpPr>
            <p:cNvPr id="47" name="Inhaltsplatzhalter 4">
              <a:extLst>
                <a:ext uri="{FF2B5EF4-FFF2-40B4-BE49-F238E27FC236}">
                  <a16:creationId xmlns:a16="http://schemas.microsoft.com/office/drawing/2014/main" id="{DCAB6A3F-D4D5-A244-8599-C38E02B8941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CDDAF7B0-3850-CC43-A771-2BE127F8B98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408F9DFD-A897-C14F-A3C6-2F8C76460F30}"/>
              </a:ext>
            </a:extLst>
          </p:cNvPr>
          <p:cNvGrpSpPr/>
          <p:nvPr/>
        </p:nvGrpSpPr>
        <p:grpSpPr>
          <a:xfrm>
            <a:off x="8356272" y="5529146"/>
            <a:ext cx="2783072" cy="723275"/>
            <a:chOff x="7825488" y="1404017"/>
            <a:chExt cx="3368029" cy="723275"/>
          </a:xfrm>
        </p:grpSpPr>
        <p:sp>
          <p:nvSpPr>
            <p:cNvPr id="50" name="Inhaltsplatzhalter 4">
              <a:extLst>
                <a:ext uri="{FF2B5EF4-FFF2-40B4-BE49-F238E27FC236}">
                  <a16:creationId xmlns:a16="http://schemas.microsoft.com/office/drawing/2014/main" id="{2D7454A2-6B30-F44F-A70C-47AF7A0250E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C8945380-674E-A245-A234-0E196A24A96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15168DCE-7CC9-EC41-9B2A-7797B56B852F}"/>
              </a:ext>
            </a:extLst>
          </p:cNvPr>
          <p:cNvCxnSpPr>
            <a:cxnSpLocks/>
          </p:cNvCxnSpPr>
          <p:nvPr/>
        </p:nvCxnSpPr>
        <p:spPr>
          <a:xfrm flipH="1">
            <a:off x="3811562" y="2705070"/>
            <a:ext cx="538139" cy="0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9112879B-DB62-A647-AC48-DFBAE26A5B2A}"/>
              </a:ext>
            </a:extLst>
          </p:cNvPr>
          <p:cNvCxnSpPr>
            <a:cxnSpLocks/>
          </p:cNvCxnSpPr>
          <p:nvPr/>
        </p:nvCxnSpPr>
        <p:spPr>
          <a:xfrm flipV="1">
            <a:off x="8142327" y="3920904"/>
            <a:ext cx="494711" cy="1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2F7AE2F7-2885-714C-AB94-DB2C29E29180}"/>
              </a:ext>
            </a:extLst>
          </p:cNvPr>
          <p:cNvCxnSpPr>
            <a:cxnSpLocks/>
          </p:cNvCxnSpPr>
          <p:nvPr/>
        </p:nvCxnSpPr>
        <p:spPr>
          <a:xfrm flipV="1">
            <a:off x="6713451" y="5889598"/>
            <a:ext cx="1446580" cy="1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841B16DC-96E2-CF41-AF98-68943319710F}"/>
              </a:ext>
            </a:extLst>
          </p:cNvPr>
          <p:cNvCxnSpPr>
            <a:cxnSpLocks/>
          </p:cNvCxnSpPr>
          <p:nvPr/>
        </p:nvCxnSpPr>
        <p:spPr>
          <a:xfrm flipH="1">
            <a:off x="3811562" y="5143050"/>
            <a:ext cx="538139" cy="0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aphic 59">
            <a:extLst>
              <a:ext uri="{FF2B5EF4-FFF2-40B4-BE49-F238E27FC236}">
                <a16:creationId xmlns:a16="http://schemas.microsoft.com/office/drawing/2014/main" id="{2AA1388A-F560-9A4C-A82B-34744A2BDD2D}"/>
              </a:ext>
            </a:extLst>
          </p:cNvPr>
          <p:cNvGrpSpPr>
            <a:grpSpLocks noChangeAspect="1"/>
          </p:cNvGrpSpPr>
          <p:nvPr/>
        </p:nvGrpSpPr>
        <p:grpSpPr>
          <a:xfrm>
            <a:off x="4424361" y="3672455"/>
            <a:ext cx="376142" cy="365814"/>
            <a:chOff x="5489804" y="2339471"/>
            <a:chExt cx="376142" cy="365814"/>
          </a:xfrm>
          <a:solidFill>
            <a:srgbClr val="FFFFFF"/>
          </a:solidFill>
        </p:grpSpPr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B2C47C6D-3B64-8649-97AA-19A4A530DEB2}"/>
                </a:ext>
              </a:extLst>
            </p:cNvPr>
            <p:cNvSpPr/>
            <p:nvPr/>
          </p:nvSpPr>
          <p:spPr>
            <a:xfrm>
              <a:off x="5610289" y="2411804"/>
              <a:ext cx="128041" cy="120801"/>
            </a:xfrm>
            <a:custGeom>
              <a:avLst/>
              <a:gdLst>
                <a:gd name="connsiteX0" fmla="*/ 67167 w 128041"/>
                <a:gd name="connsiteY0" fmla="*/ 120485 h 120801"/>
                <a:gd name="connsiteX1" fmla="*/ 319 w 128041"/>
                <a:gd name="connsiteY1" fmla="*/ 66523 h 120801"/>
                <a:gd name="connsiteX2" fmla="*/ 54800 w 128041"/>
                <a:gd name="connsiteY2" fmla="*/ 311 h 120801"/>
                <a:gd name="connsiteX3" fmla="*/ 67167 w 128041"/>
                <a:gd name="connsiteY3" fmla="*/ 311 h 120801"/>
                <a:gd name="connsiteX4" fmla="*/ 73455 w 128041"/>
                <a:gd name="connsiteY4" fmla="*/ 6537 h 120801"/>
                <a:gd name="connsiteX5" fmla="*/ 73454 w 128041"/>
                <a:gd name="connsiteY5" fmla="*/ 6642 h 120801"/>
                <a:gd name="connsiteX6" fmla="*/ 73454 w 128041"/>
                <a:gd name="connsiteY6" fmla="*/ 25944 h 120801"/>
                <a:gd name="connsiteX7" fmla="*/ 67167 w 128041"/>
                <a:gd name="connsiteY7" fmla="*/ 32171 h 120801"/>
                <a:gd name="connsiteX8" fmla="*/ 38983 w 128041"/>
                <a:gd name="connsiteY8" fmla="*/ 60087 h 120801"/>
                <a:gd name="connsiteX9" fmla="*/ 67167 w 128041"/>
                <a:gd name="connsiteY9" fmla="*/ 88003 h 120801"/>
                <a:gd name="connsiteX10" fmla="*/ 95352 w 128041"/>
                <a:gd name="connsiteY10" fmla="*/ 60087 h 120801"/>
                <a:gd name="connsiteX11" fmla="*/ 101638 w 128041"/>
                <a:gd name="connsiteY11" fmla="*/ 53860 h 120801"/>
                <a:gd name="connsiteX12" fmla="*/ 121650 w 128041"/>
                <a:gd name="connsiteY12" fmla="*/ 53860 h 120801"/>
                <a:gd name="connsiteX13" fmla="*/ 128041 w 128041"/>
                <a:gd name="connsiteY13" fmla="*/ 59982 h 120801"/>
                <a:gd name="connsiteX14" fmla="*/ 128042 w 128041"/>
                <a:gd name="connsiteY14" fmla="*/ 60087 h 120801"/>
                <a:gd name="connsiteX15" fmla="*/ 67167 w 128041"/>
                <a:gd name="connsiteY15" fmla="*/ 120485 h 120801"/>
                <a:gd name="connsiteX16" fmla="*/ 60776 w 128041"/>
                <a:gd name="connsiteY16" fmla="*/ 12765 h 120801"/>
                <a:gd name="connsiteX17" fmla="*/ 19405 w 128041"/>
                <a:gd name="connsiteY17" fmla="*/ 66417 h 120801"/>
                <a:gd name="connsiteX18" fmla="*/ 73574 w 128041"/>
                <a:gd name="connsiteY18" fmla="*/ 107394 h 120801"/>
                <a:gd name="connsiteX19" fmla="*/ 114945 w 128041"/>
                <a:gd name="connsiteY19" fmla="*/ 66417 h 120801"/>
                <a:gd name="connsiteX20" fmla="*/ 107506 w 128041"/>
                <a:gd name="connsiteY20" fmla="*/ 66417 h 120801"/>
                <a:gd name="connsiteX21" fmla="*/ 60776 w 128041"/>
                <a:gd name="connsiteY21" fmla="*/ 100090 h 120801"/>
                <a:gd name="connsiteX22" fmla="*/ 26779 w 128041"/>
                <a:gd name="connsiteY22" fmla="*/ 53806 h 120801"/>
                <a:gd name="connsiteX23" fmla="*/ 60776 w 128041"/>
                <a:gd name="connsiteY23" fmla="*/ 20133 h 12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041" h="120801">
                  <a:moveTo>
                    <a:pt x="67167" y="120485"/>
                  </a:moveTo>
                  <a:cubicBezTo>
                    <a:pt x="33663" y="123868"/>
                    <a:pt x="3734" y="99708"/>
                    <a:pt x="319" y="66523"/>
                  </a:cubicBezTo>
                  <a:cubicBezTo>
                    <a:pt x="-3096" y="33338"/>
                    <a:pt x="21296" y="3694"/>
                    <a:pt x="54800" y="311"/>
                  </a:cubicBezTo>
                  <a:cubicBezTo>
                    <a:pt x="58912" y="-104"/>
                    <a:pt x="63056" y="-104"/>
                    <a:pt x="67167" y="311"/>
                  </a:cubicBezTo>
                  <a:cubicBezTo>
                    <a:pt x="70639" y="311"/>
                    <a:pt x="73454" y="3098"/>
                    <a:pt x="73455" y="6537"/>
                  </a:cubicBezTo>
                  <a:cubicBezTo>
                    <a:pt x="73455" y="6572"/>
                    <a:pt x="73454" y="6607"/>
                    <a:pt x="73454" y="6642"/>
                  </a:cubicBezTo>
                  <a:lnTo>
                    <a:pt x="73454" y="25944"/>
                  </a:lnTo>
                  <a:cubicBezTo>
                    <a:pt x="73454" y="29383"/>
                    <a:pt x="70639" y="32171"/>
                    <a:pt x="67167" y="32171"/>
                  </a:cubicBezTo>
                  <a:cubicBezTo>
                    <a:pt x="51601" y="32171"/>
                    <a:pt x="38983" y="44669"/>
                    <a:pt x="38983" y="60087"/>
                  </a:cubicBezTo>
                  <a:cubicBezTo>
                    <a:pt x="38983" y="75505"/>
                    <a:pt x="51601" y="88003"/>
                    <a:pt x="67167" y="88003"/>
                  </a:cubicBezTo>
                  <a:cubicBezTo>
                    <a:pt x="82733" y="88003"/>
                    <a:pt x="95352" y="75505"/>
                    <a:pt x="95352" y="60087"/>
                  </a:cubicBezTo>
                  <a:cubicBezTo>
                    <a:pt x="95352" y="56648"/>
                    <a:pt x="98166" y="53860"/>
                    <a:pt x="101638" y="53860"/>
                  </a:cubicBezTo>
                  <a:lnTo>
                    <a:pt x="121650" y="53860"/>
                  </a:lnTo>
                  <a:cubicBezTo>
                    <a:pt x="125122" y="53803"/>
                    <a:pt x="127983" y="56544"/>
                    <a:pt x="128041" y="59982"/>
                  </a:cubicBezTo>
                  <a:cubicBezTo>
                    <a:pt x="128041" y="60017"/>
                    <a:pt x="128042" y="60052"/>
                    <a:pt x="128042" y="60087"/>
                  </a:cubicBezTo>
                  <a:cubicBezTo>
                    <a:pt x="128042" y="93404"/>
                    <a:pt x="100804" y="120428"/>
                    <a:pt x="67167" y="120485"/>
                  </a:cubicBezTo>
                  <a:close/>
                  <a:moveTo>
                    <a:pt x="60776" y="12765"/>
                  </a:moveTo>
                  <a:cubicBezTo>
                    <a:pt x="34393" y="16265"/>
                    <a:pt x="15871" y="40286"/>
                    <a:pt x="19405" y="66417"/>
                  </a:cubicBezTo>
                  <a:cubicBezTo>
                    <a:pt x="22939" y="92549"/>
                    <a:pt x="47191" y="110895"/>
                    <a:pt x="73574" y="107394"/>
                  </a:cubicBezTo>
                  <a:cubicBezTo>
                    <a:pt x="95114" y="104536"/>
                    <a:pt x="112059" y="87753"/>
                    <a:pt x="114945" y="66417"/>
                  </a:cubicBezTo>
                  <a:lnTo>
                    <a:pt x="107506" y="66417"/>
                  </a:lnTo>
                  <a:cubicBezTo>
                    <a:pt x="103990" y="88497"/>
                    <a:pt x="83068" y="103573"/>
                    <a:pt x="60776" y="100090"/>
                  </a:cubicBezTo>
                  <a:cubicBezTo>
                    <a:pt x="38484" y="96608"/>
                    <a:pt x="23263" y="75886"/>
                    <a:pt x="26779" y="53806"/>
                  </a:cubicBezTo>
                  <a:cubicBezTo>
                    <a:pt x="29540" y="36467"/>
                    <a:pt x="43270" y="22868"/>
                    <a:pt x="60776" y="2013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B531EE2-0032-1641-B8B4-262AA175A414}"/>
                </a:ext>
              </a:extLst>
            </p:cNvPr>
            <p:cNvSpPr/>
            <p:nvPr/>
          </p:nvSpPr>
          <p:spPr>
            <a:xfrm>
              <a:off x="5552146" y="2634510"/>
              <a:ext cx="251355" cy="70776"/>
            </a:xfrm>
            <a:custGeom>
              <a:avLst/>
              <a:gdLst>
                <a:gd name="connsiteX0" fmla="*/ 215627 w 251355"/>
                <a:gd name="connsiteY0" fmla="*/ 70776 h 70776"/>
                <a:gd name="connsiteX1" fmla="*/ 35728 w 251355"/>
                <a:gd name="connsiteY1" fmla="*/ 70776 h 70776"/>
                <a:gd name="connsiteX2" fmla="*/ 0 w 251355"/>
                <a:gd name="connsiteY2" fmla="*/ 35388 h 70776"/>
                <a:gd name="connsiteX3" fmla="*/ 35728 w 251355"/>
                <a:gd name="connsiteY3" fmla="*/ 0 h 70776"/>
                <a:gd name="connsiteX4" fmla="*/ 215627 w 251355"/>
                <a:gd name="connsiteY4" fmla="*/ 0 h 70776"/>
                <a:gd name="connsiteX5" fmla="*/ 251355 w 251355"/>
                <a:gd name="connsiteY5" fmla="*/ 35388 h 70776"/>
                <a:gd name="connsiteX6" fmla="*/ 215627 w 251355"/>
                <a:gd name="connsiteY6" fmla="*/ 70776 h 70776"/>
                <a:gd name="connsiteX7" fmla="*/ 35728 w 251355"/>
                <a:gd name="connsiteY7" fmla="*/ 12557 h 70776"/>
                <a:gd name="connsiteX8" fmla="*/ 12678 w 251355"/>
                <a:gd name="connsiteY8" fmla="*/ 35388 h 70776"/>
                <a:gd name="connsiteX9" fmla="*/ 35728 w 251355"/>
                <a:gd name="connsiteY9" fmla="*/ 58219 h 70776"/>
                <a:gd name="connsiteX10" fmla="*/ 215627 w 251355"/>
                <a:gd name="connsiteY10" fmla="*/ 58219 h 70776"/>
                <a:gd name="connsiteX11" fmla="*/ 238677 w 251355"/>
                <a:gd name="connsiteY11" fmla="*/ 35388 h 70776"/>
                <a:gd name="connsiteX12" fmla="*/ 215627 w 251355"/>
                <a:gd name="connsiteY12" fmla="*/ 12557 h 7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355" h="70776">
                  <a:moveTo>
                    <a:pt x="215627" y="70776"/>
                  </a:moveTo>
                  <a:lnTo>
                    <a:pt x="35728" y="70776"/>
                  </a:lnTo>
                  <a:cubicBezTo>
                    <a:pt x="15996" y="70776"/>
                    <a:pt x="0" y="54932"/>
                    <a:pt x="0" y="35388"/>
                  </a:cubicBezTo>
                  <a:cubicBezTo>
                    <a:pt x="0" y="15844"/>
                    <a:pt x="15996" y="0"/>
                    <a:pt x="35728" y="0"/>
                  </a:cubicBezTo>
                  <a:lnTo>
                    <a:pt x="215627" y="0"/>
                  </a:lnTo>
                  <a:cubicBezTo>
                    <a:pt x="235359" y="0"/>
                    <a:pt x="251355" y="15844"/>
                    <a:pt x="251355" y="35388"/>
                  </a:cubicBezTo>
                  <a:cubicBezTo>
                    <a:pt x="251355" y="54932"/>
                    <a:pt x="235359" y="70776"/>
                    <a:pt x="215627" y="70776"/>
                  </a:cubicBezTo>
                  <a:close/>
                  <a:moveTo>
                    <a:pt x="35728" y="12557"/>
                  </a:moveTo>
                  <a:cubicBezTo>
                    <a:pt x="22998" y="12557"/>
                    <a:pt x="12678" y="22779"/>
                    <a:pt x="12678" y="35388"/>
                  </a:cubicBezTo>
                  <a:cubicBezTo>
                    <a:pt x="12678" y="47997"/>
                    <a:pt x="22998" y="58219"/>
                    <a:pt x="35728" y="58219"/>
                  </a:cubicBezTo>
                  <a:lnTo>
                    <a:pt x="215627" y="58219"/>
                  </a:lnTo>
                  <a:cubicBezTo>
                    <a:pt x="228357" y="58219"/>
                    <a:pt x="238677" y="47997"/>
                    <a:pt x="238677" y="35388"/>
                  </a:cubicBezTo>
                  <a:cubicBezTo>
                    <a:pt x="238677" y="22779"/>
                    <a:pt x="228357" y="12557"/>
                    <a:pt x="215627" y="1255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508A2C7D-8D59-0045-BDC6-D711C06493C8}"/>
                </a:ext>
              </a:extLst>
            </p:cNvPr>
            <p:cNvSpPr/>
            <p:nvPr/>
          </p:nvSpPr>
          <p:spPr>
            <a:xfrm>
              <a:off x="5615526" y="2587706"/>
              <a:ext cx="125019" cy="59361"/>
            </a:xfrm>
            <a:custGeom>
              <a:avLst/>
              <a:gdLst>
                <a:gd name="connsiteX0" fmla="*/ 118719 w 125019"/>
                <a:gd name="connsiteY0" fmla="*/ 59361 h 59361"/>
                <a:gd name="connsiteX1" fmla="*/ 5981 w 125019"/>
                <a:gd name="connsiteY1" fmla="*/ 59361 h 59361"/>
                <a:gd name="connsiteX2" fmla="*/ 9 w 125019"/>
                <a:gd name="connsiteY2" fmla="*/ 52720 h 59361"/>
                <a:gd name="connsiteX3" fmla="*/ 9 w 125019"/>
                <a:gd name="connsiteY3" fmla="*/ 6227 h 59361"/>
                <a:gd name="connsiteX4" fmla="*/ 6294 w 125019"/>
                <a:gd name="connsiteY4" fmla="*/ 0 h 59361"/>
                <a:gd name="connsiteX5" fmla="*/ 6400 w 125019"/>
                <a:gd name="connsiteY5" fmla="*/ 1 h 59361"/>
                <a:gd name="connsiteX6" fmla="*/ 118719 w 125019"/>
                <a:gd name="connsiteY6" fmla="*/ 1 h 59361"/>
                <a:gd name="connsiteX7" fmla="*/ 125005 w 125019"/>
                <a:gd name="connsiteY7" fmla="*/ 6227 h 59361"/>
                <a:gd name="connsiteX8" fmla="*/ 125005 w 125019"/>
                <a:gd name="connsiteY8" fmla="*/ 52720 h 59361"/>
                <a:gd name="connsiteX9" fmla="*/ 119152 w 125019"/>
                <a:gd name="connsiteY9" fmla="*/ 59348 h 59361"/>
                <a:gd name="connsiteX10" fmla="*/ 118719 w 125019"/>
                <a:gd name="connsiteY10" fmla="*/ 59361 h 59361"/>
                <a:gd name="connsiteX11" fmla="*/ 12267 w 125019"/>
                <a:gd name="connsiteY11" fmla="*/ 46804 h 59361"/>
                <a:gd name="connsiteX12" fmla="*/ 112327 w 125019"/>
                <a:gd name="connsiteY12" fmla="*/ 46804 h 59361"/>
                <a:gd name="connsiteX13" fmla="*/ 112327 w 125019"/>
                <a:gd name="connsiteY13" fmla="*/ 12558 h 59361"/>
                <a:gd name="connsiteX14" fmla="*/ 12267 w 125019"/>
                <a:gd name="connsiteY14" fmla="*/ 12558 h 5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019" h="59361">
                  <a:moveTo>
                    <a:pt x="118719" y="59361"/>
                  </a:moveTo>
                  <a:lnTo>
                    <a:pt x="5981" y="59361"/>
                  </a:lnTo>
                  <a:cubicBezTo>
                    <a:pt x="2491" y="59139"/>
                    <a:pt x="-171" y="56179"/>
                    <a:pt x="9" y="52720"/>
                  </a:cubicBezTo>
                  <a:lnTo>
                    <a:pt x="9" y="6227"/>
                  </a:lnTo>
                  <a:cubicBezTo>
                    <a:pt x="8" y="2789"/>
                    <a:pt x="2822" y="0"/>
                    <a:pt x="6294" y="0"/>
                  </a:cubicBezTo>
                  <a:cubicBezTo>
                    <a:pt x="6329" y="0"/>
                    <a:pt x="6365" y="0"/>
                    <a:pt x="6400" y="1"/>
                  </a:cubicBezTo>
                  <a:lnTo>
                    <a:pt x="118719" y="1"/>
                  </a:lnTo>
                  <a:cubicBezTo>
                    <a:pt x="122191" y="1"/>
                    <a:pt x="125005" y="2789"/>
                    <a:pt x="125005" y="6227"/>
                  </a:cubicBezTo>
                  <a:lnTo>
                    <a:pt x="125005" y="52720"/>
                  </a:lnTo>
                  <a:cubicBezTo>
                    <a:pt x="125237" y="56151"/>
                    <a:pt x="122616" y="59118"/>
                    <a:pt x="119152" y="59348"/>
                  </a:cubicBezTo>
                  <a:cubicBezTo>
                    <a:pt x="119008" y="59357"/>
                    <a:pt x="118863" y="59362"/>
                    <a:pt x="118719" y="59361"/>
                  </a:cubicBezTo>
                  <a:close/>
                  <a:moveTo>
                    <a:pt x="12267" y="46804"/>
                  </a:moveTo>
                  <a:lnTo>
                    <a:pt x="112327" y="46804"/>
                  </a:lnTo>
                  <a:lnTo>
                    <a:pt x="112327" y="12558"/>
                  </a:lnTo>
                  <a:lnTo>
                    <a:pt x="12267" y="12558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937C35B5-6D2C-E44E-8172-19E56CAF3F57}"/>
                </a:ext>
              </a:extLst>
            </p:cNvPr>
            <p:cNvSpPr/>
            <p:nvPr/>
          </p:nvSpPr>
          <p:spPr>
            <a:xfrm>
              <a:off x="5489804" y="2339471"/>
              <a:ext cx="376142" cy="260791"/>
            </a:xfrm>
            <a:custGeom>
              <a:avLst/>
              <a:gdLst>
                <a:gd name="connsiteX0" fmla="*/ 357702 w 376142"/>
                <a:gd name="connsiteY0" fmla="*/ 260792 h 260791"/>
                <a:gd name="connsiteX1" fmla="*/ 18440 w 376142"/>
                <a:gd name="connsiteY1" fmla="*/ 260792 h 260791"/>
                <a:gd name="connsiteX2" fmla="*/ 0 w 376142"/>
                <a:gd name="connsiteY2" fmla="*/ 242527 h 260791"/>
                <a:gd name="connsiteX3" fmla="*/ 0 w 376142"/>
                <a:gd name="connsiteY3" fmla="*/ 18265 h 260791"/>
                <a:gd name="connsiteX4" fmla="*/ 18440 w 376142"/>
                <a:gd name="connsiteY4" fmla="*/ 0 h 260791"/>
                <a:gd name="connsiteX5" fmla="*/ 357702 w 376142"/>
                <a:gd name="connsiteY5" fmla="*/ 0 h 260791"/>
                <a:gd name="connsiteX6" fmla="*/ 376142 w 376142"/>
                <a:gd name="connsiteY6" fmla="*/ 18265 h 260791"/>
                <a:gd name="connsiteX7" fmla="*/ 376142 w 376142"/>
                <a:gd name="connsiteY7" fmla="*/ 242527 h 260791"/>
                <a:gd name="connsiteX8" fmla="*/ 357702 w 376142"/>
                <a:gd name="connsiteY8" fmla="*/ 260792 h 260791"/>
                <a:gd name="connsiteX9" fmla="*/ 18440 w 376142"/>
                <a:gd name="connsiteY9" fmla="*/ 12557 h 260791"/>
                <a:gd name="connsiteX10" fmla="*/ 12678 w 376142"/>
                <a:gd name="connsiteY10" fmla="*/ 18265 h 260791"/>
                <a:gd name="connsiteX11" fmla="*/ 12678 w 376142"/>
                <a:gd name="connsiteY11" fmla="*/ 242527 h 260791"/>
                <a:gd name="connsiteX12" fmla="*/ 18440 w 376142"/>
                <a:gd name="connsiteY12" fmla="*/ 248235 h 260791"/>
                <a:gd name="connsiteX13" fmla="*/ 357702 w 376142"/>
                <a:gd name="connsiteY13" fmla="*/ 248235 h 260791"/>
                <a:gd name="connsiteX14" fmla="*/ 363360 w 376142"/>
                <a:gd name="connsiteY14" fmla="*/ 242527 h 260791"/>
                <a:gd name="connsiteX15" fmla="*/ 363360 w 376142"/>
                <a:gd name="connsiteY15" fmla="*/ 18265 h 260791"/>
                <a:gd name="connsiteX16" fmla="*/ 357702 w 376142"/>
                <a:gd name="connsiteY16" fmla="*/ 12557 h 26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6142" h="260791">
                  <a:moveTo>
                    <a:pt x="357702" y="260792"/>
                  </a:moveTo>
                  <a:lnTo>
                    <a:pt x="18440" y="260792"/>
                  </a:lnTo>
                  <a:cubicBezTo>
                    <a:pt x="8256" y="260792"/>
                    <a:pt x="0" y="252615"/>
                    <a:pt x="0" y="242527"/>
                  </a:cubicBezTo>
                  <a:lnTo>
                    <a:pt x="0" y="18265"/>
                  </a:lnTo>
                  <a:cubicBezTo>
                    <a:pt x="0" y="8177"/>
                    <a:pt x="8256" y="0"/>
                    <a:pt x="18440" y="0"/>
                  </a:cubicBezTo>
                  <a:lnTo>
                    <a:pt x="357702" y="0"/>
                  </a:lnTo>
                  <a:cubicBezTo>
                    <a:pt x="367886" y="0"/>
                    <a:pt x="376142" y="8177"/>
                    <a:pt x="376142" y="18265"/>
                  </a:cubicBezTo>
                  <a:lnTo>
                    <a:pt x="376142" y="242527"/>
                  </a:lnTo>
                  <a:cubicBezTo>
                    <a:pt x="376142" y="252615"/>
                    <a:pt x="367886" y="260792"/>
                    <a:pt x="357702" y="260792"/>
                  </a:cubicBezTo>
                  <a:close/>
                  <a:moveTo>
                    <a:pt x="18440" y="12557"/>
                  </a:moveTo>
                  <a:cubicBezTo>
                    <a:pt x="15258" y="12557"/>
                    <a:pt x="12678" y="15112"/>
                    <a:pt x="12678" y="18265"/>
                  </a:cubicBezTo>
                  <a:lnTo>
                    <a:pt x="12678" y="242527"/>
                  </a:lnTo>
                  <a:cubicBezTo>
                    <a:pt x="12678" y="245679"/>
                    <a:pt x="15258" y="248235"/>
                    <a:pt x="18440" y="248235"/>
                  </a:cubicBezTo>
                  <a:lnTo>
                    <a:pt x="357702" y="248235"/>
                  </a:lnTo>
                  <a:cubicBezTo>
                    <a:pt x="360843" y="248178"/>
                    <a:pt x="363360" y="245639"/>
                    <a:pt x="363360" y="242527"/>
                  </a:cubicBezTo>
                  <a:lnTo>
                    <a:pt x="363360" y="18265"/>
                  </a:lnTo>
                  <a:cubicBezTo>
                    <a:pt x="363360" y="15153"/>
                    <a:pt x="360844" y="12614"/>
                    <a:pt x="357702" y="1255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90BC518-F077-F84E-B448-AF0272BD8F18}"/>
                </a:ext>
              </a:extLst>
            </p:cNvPr>
            <p:cNvSpPr/>
            <p:nvPr/>
          </p:nvSpPr>
          <p:spPr>
            <a:xfrm>
              <a:off x="5522913" y="2370605"/>
              <a:ext cx="309819" cy="198421"/>
            </a:xfrm>
            <a:custGeom>
              <a:avLst/>
              <a:gdLst>
                <a:gd name="connsiteX0" fmla="*/ 303533 w 309819"/>
                <a:gd name="connsiteY0" fmla="*/ 198422 h 198421"/>
                <a:gd name="connsiteX1" fmla="*/ 6391 w 309819"/>
                <a:gd name="connsiteY1" fmla="*/ 198422 h 198421"/>
                <a:gd name="connsiteX2" fmla="*/ 0 w 309819"/>
                <a:gd name="connsiteY2" fmla="*/ 192195 h 198421"/>
                <a:gd name="connsiteX3" fmla="*/ 0 w 309819"/>
                <a:gd name="connsiteY3" fmla="*/ 6330 h 198421"/>
                <a:gd name="connsiteX4" fmla="*/ 6391 w 309819"/>
                <a:gd name="connsiteY4" fmla="*/ 0 h 198421"/>
                <a:gd name="connsiteX5" fmla="*/ 303533 w 309819"/>
                <a:gd name="connsiteY5" fmla="*/ 0 h 198421"/>
                <a:gd name="connsiteX6" fmla="*/ 309820 w 309819"/>
                <a:gd name="connsiteY6" fmla="*/ 6227 h 198421"/>
                <a:gd name="connsiteX7" fmla="*/ 309820 w 309819"/>
                <a:gd name="connsiteY7" fmla="*/ 192195 h 198421"/>
                <a:gd name="connsiteX8" fmla="*/ 303533 w 309819"/>
                <a:gd name="connsiteY8" fmla="*/ 198422 h 198421"/>
                <a:gd name="connsiteX9" fmla="*/ 12783 w 309819"/>
                <a:gd name="connsiteY9" fmla="*/ 185865 h 198421"/>
                <a:gd name="connsiteX10" fmla="*/ 297142 w 309819"/>
                <a:gd name="connsiteY10" fmla="*/ 185865 h 198421"/>
                <a:gd name="connsiteX11" fmla="*/ 297142 w 309819"/>
                <a:gd name="connsiteY11" fmla="*/ 12661 h 198421"/>
                <a:gd name="connsiteX12" fmla="*/ 12783 w 309819"/>
                <a:gd name="connsiteY12" fmla="*/ 12661 h 19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9819" h="198421">
                  <a:moveTo>
                    <a:pt x="303533" y="198422"/>
                  </a:moveTo>
                  <a:lnTo>
                    <a:pt x="6391" y="198422"/>
                  </a:lnTo>
                  <a:cubicBezTo>
                    <a:pt x="2902" y="198422"/>
                    <a:pt x="57" y="195651"/>
                    <a:pt x="0" y="192195"/>
                  </a:cubicBezTo>
                  <a:lnTo>
                    <a:pt x="0" y="6330"/>
                  </a:lnTo>
                  <a:cubicBezTo>
                    <a:pt x="0" y="2834"/>
                    <a:pt x="2861" y="0"/>
                    <a:pt x="6391" y="0"/>
                  </a:cubicBezTo>
                  <a:lnTo>
                    <a:pt x="303533" y="0"/>
                  </a:lnTo>
                  <a:cubicBezTo>
                    <a:pt x="307005" y="0"/>
                    <a:pt x="309820" y="2788"/>
                    <a:pt x="309820" y="6227"/>
                  </a:cubicBezTo>
                  <a:lnTo>
                    <a:pt x="309820" y="192195"/>
                  </a:lnTo>
                  <a:cubicBezTo>
                    <a:pt x="309820" y="195634"/>
                    <a:pt x="307005" y="198422"/>
                    <a:pt x="303533" y="198422"/>
                  </a:cubicBezTo>
                  <a:close/>
                  <a:moveTo>
                    <a:pt x="12783" y="185865"/>
                  </a:moveTo>
                  <a:lnTo>
                    <a:pt x="297142" y="185865"/>
                  </a:lnTo>
                  <a:lnTo>
                    <a:pt x="297142" y="12661"/>
                  </a:lnTo>
                  <a:lnTo>
                    <a:pt x="12783" y="12661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0E0828A7-ED3E-1646-8FC8-277302ABB02B}"/>
                </a:ext>
              </a:extLst>
            </p:cNvPr>
            <p:cNvSpPr/>
            <p:nvPr/>
          </p:nvSpPr>
          <p:spPr>
            <a:xfrm>
              <a:off x="5688144" y="2394681"/>
              <a:ext cx="67265" cy="66624"/>
            </a:xfrm>
            <a:custGeom>
              <a:avLst/>
              <a:gdLst>
                <a:gd name="connsiteX0" fmla="*/ 60874 w 67265"/>
                <a:gd name="connsiteY0" fmla="*/ 66625 h 66624"/>
                <a:gd name="connsiteX1" fmla="*/ 40862 w 67265"/>
                <a:gd name="connsiteY1" fmla="*/ 66625 h 66624"/>
                <a:gd name="connsiteX2" fmla="*/ 34575 w 67265"/>
                <a:gd name="connsiteY2" fmla="*/ 60399 h 66624"/>
                <a:gd name="connsiteX3" fmla="*/ 34576 w 67265"/>
                <a:gd name="connsiteY3" fmla="*/ 60295 h 66624"/>
                <a:gd name="connsiteX4" fmla="*/ 6391 w 67265"/>
                <a:gd name="connsiteY4" fmla="*/ 32378 h 66624"/>
                <a:gd name="connsiteX5" fmla="*/ 1 w 67265"/>
                <a:gd name="connsiteY5" fmla="*/ 26256 h 66624"/>
                <a:gd name="connsiteX6" fmla="*/ 0 w 67265"/>
                <a:gd name="connsiteY6" fmla="*/ 26152 h 66624"/>
                <a:gd name="connsiteX7" fmla="*/ 0 w 67265"/>
                <a:gd name="connsiteY7" fmla="*/ 6330 h 66624"/>
                <a:gd name="connsiteX8" fmla="*/ 6391 w 67265"/>
                <a:gd name="connsiteY8" fmla="*/ 0 h 66624"/>
                <a:gd name="connsiteX9" fmla="*/ 67266 w 67265"/>
                <a:gd name="connsiteY9" fmla="*/ 60295 h 66624"/>
                <a:gd name="connsiteX10" fmla="*/ 60874 w 67265"/>
                <a:gd name="connsiteY10" fmla="*/ 66625 h 66624"/>
                <a:gd name="connsiteX11" fmla="*/ 46730 w 67265"/>
                <a:gd name="connsiteY11" fmla="*/ 54068 h 66624"/>
                <a:gd name="connsiteX12" fmla="*/ 54169 w 67265"/>
                <a:gd name="connsiteY12" fmla="*/ 54068 h 66624"/>
                <a:gd name="connsiteX13" fmla="*/ 12259 w 67265"/>
                <a:gd name="connsiteY13" fmla="*/ 12557 h 66624"/>
                <a:gd name="connsiteX14" fmla="*/ 12259 w 67265"/>
                <a:gd name="connsiteY14" fmla="*/ 19925 h 66624"/>
                <a:gd name="connsiteX15" fmla="*/ 46730 w 67265"/>
                <a:gd name="connsiteY15" fmla="*/ 54068 h 6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265" h="66624">
                  <a:moveTo>
                    <a:pt x="60874" y="66625"/>
                  </a:moveTo>
                  <a:lnTo>
                    <a:pt x="40862" y="66625"/>
                  </a:lnTo>
                  <a:cubicBezTo>
                    <a:pt x="37390" y="66625"/>
                    <a:pt x="34575" y="63838"/>
                    <a:pt x="34575" y="60399"/>
                  </a:cubicBezTo>
                  <a:cubicBezTo>
                    <a:pt x="34575" y="60364"/>
                    <a:pt x="34575" y="60329"/>
                    <a:pt x="34576" y="60295"/>
                  </a:cubicBezTo>
                  <a:cubicBezTo>
                    <a:pt x="34518" y="44901"/>
                    <a:pt x="21933" y="32435"/>
                    <a:pt x="6391" y="32378"/>
                  </a:cubicBezTo>
                  <a:cubicBezTo>
                    <a:pt x="2920" y="32436"/>
                    <a:pt x="59" y="29695"/>
                    <a:pt x="1" y="26256"/>
                  </a:cubicBezTo>
                  <a:cubicBezTo>
                    <a:pt x="0" y="26222"/>
                    <a:pt x="0" y="26187"/>
                    <a:pt x="0" y="26152"/>
                  </a:cubicBezTo>
                  <a:lnTo>
                    <a:pt x="0" y="6330"/>
                  </a:lnTo>
                  <a:cubicBezTo>
                    <a:pt x="0" y="2834"/>
                    <a:pt x="2861" y="0"/>
                    <a:pt x="6391" y="0"/>
                  </a:cubicBezTo>
                  <a:cubicBezTo>
                    <a:pt x="39987" y="57"/>
                    <a:pt x="67208" y="27018"/>
                    <a:pt x="67266" y="60295"/>
                  </a:cubicBezTo>
                  <a:cubicBezTo>
                    <a:pt x="67266" y="63791"/>
                    <a:pt x="64404" y="66625"/>
                    <a:pt x="60874" y="66625"/>
                  </a:cubicBezTo>
                  <a:close/>
                  <a:moveTo>
                    <a:pt x="46730" y="54068"/>
                  </a:moveTo>
                  <a:lnTo>
                    <a:pt x="54169" y="54068"/>
                  </a:lnTo>
                  <a:cubicBezTo>
                    <a:pt x="51349" y="32404"/>
                    <a:pt x="34131" y="15350"/>
                    <a:pt x="12259" y="12557"/>
                  </a:cubicBezTo>
                  <a:lnTo>
                    <a:pt x="12259" y="19925"/>
                  </a:lnTo>
                  <a:cubicBezTo>
                    <a:pt x="30079" y="22560"/>
                    <a:pt x="44070" y="36417"/>
                    <a:pt x="46730" y="5406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6" name="Graphic 61">
            <a:extLst>
              <a:ext uri="{FF2B5EF4-FFF2-40B4-BE49-F238E27FC236}">
                <a16:creationId xmlns:a16="http://schemas.microsoft.com/office/drawing/2014/main" id="{3D0AA081-0AF8-F841-8A97-5377948C90E7}"/>
              </a:ext>
            </a:extLst>
          </p:cNvPr>
          <p:cNvGrpSpPr>
            <a:grpSpLocks noChangeAspect="1"/>
          </p:cNvGrpSpPr>
          <p:nvPr/>
        </p:nvGrpSpPr>
        <p:grpSpPr>
          <a:xfrm>
            <a:off x="7098145" y="2932613"/>
            <a:ext cx="379034" cy="379320"/>
            <a:chOff x="5489720" y="2332451"/>
            <a:chExt cx="379034" cy="379320"/>
          </a:xfrm>
          <a:solidFill>
            <a:srgbClr val="FFFFFF"/>
          </a:solidFill>
        </p:grpSpPr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CAB72910-9D0B-4E41-835F-49261C86E8B1}"/>
                </a:ext>
              </a:extLst>
            </p:cNvPr>
            <p:cNvSpPr/>
            <p:nvPr/>
          </p:nvSpPr>
          <p:spPr>
            <a:xfrm>
              <a:off x="5489720" y="2332810"/>
              <a:ext cx="379034" cy="378441"/>
            </a:xfrm>
            <a:custGeom>
              <a:avLst/>
              <a:gdLst>
                <a:gd name="connsiteX0" fmla="*/ 76675 w 379034"/>
                <a:gd name="connsiteY0" fmla="*/ 378438 h 378441"/>
                <a:gd name="connsiteX1" fmla="*/ 57501 w 379034"/>
                <a:gd name="connsiteY1" fmla="*/ 376028 h 378441"/>
                <a:gd name="connsiteX2" fmla="*/ 53085 w 379034"/>
                <a:gd name="connsiteY2" fmla="*/ 368312 h 378441"/>
                <a:gd name="connsiteX3" fmla="*/ 54672 w 379034"/>
                <a:gd name="connsiteY3" fmla="*/ 365551 h 378441"/>
                <a:gd name="connsiteX4" fmla="*/ 76989 w 379034"/>
                <a:gd name="connsiteY4" fmla="*/ 343129 h 378441"/>
                <a:gd name="connsiteX5" fmla="*/ 77412 w 379034"/>
                <a:gd name="connsiteY5" fmla="*/ 301642 h 378441"/>
                <a:gd name="connsiteX6" fmla="*/ 76989 w 379034"/>
                <a:gd name="connsiteY6" fmla="*/ 301219 h 378441"/>
                <a:gd name="connsiteX7" fmla="*/ 35353 w 379034"/>
                <a:gd name="connsiteY7" fmla="*/ 300945 h 378441"/>
                <a:gd name="connsiteX8" fmla="*/ 35079 w 379034"/>
                <a:gd name="connsiteY8" fmla="*/ 301219 h 378441"/>
                <a:gd name="connsiteX9" fmla="*/ 13181 w 379034"/>
                <a:gd name="connsiteY9" fmla="*/ 324479 h 378441"/>
                <a:gd name="connsiteX10" fmla="*/ 6999 w 379034"/>
                <a:gd name="connsiteY10" fmla="*/ 326051 h 378441"/>
                <a:gd name="connsiteX11" fmla="*/ 2494 w 379034"/>
                <a:gd name="connsiteY11" fmla="*/ 321545 h 378441"/>
                <a:gd name="connsiteX12" fmla="*/ 57295 w 379034"/>
                <a:gd name="connsiteY12" fmla="*/ 228115 h 378441"/>
                <a:gd name="connsiteX13" fmla="*/ 100459 w 379034"/>
                <a:gd name="connsiteY13" fmla="*/ 229448 h 378441"/>
                <a:gd name="connsiteX14" fmla="*/ 228913 w 379034"/>
                <a:gd name="connsiteY14" fmla="*/ 100470 h 378441"/>
                <a:gd name="connsiteX15" fmla="*/ 277806 w 379034"/>
                <a:gd name="connsiteY15" fmla="*/ 3818 h 378441"/>
                <a:gd name="connsiteX16" fmla="*/ 321115 w 379034"/>
                <a:gd name="connsiteY16" fmla="*/ 2505 h 378441"/>
                <a:gd name="connsiteX17" fmla="*/ 325620 w 379034"/>
                <a:gd name="connsiteY17" fmla="*/ 6906 h 378441"/>
                <a:gd name="connsiteX18" fmla="*/ 323944 w 379034"/>
                <a:gd name="connsiteY18" fmla="*/ 13088 h 378441"/>
                <a:gd name="connsiteX19" fmla="*/ 301627 w 379034"/>
                <a:gd name="connsiteY19" fmla="*/ 35509 h 378441"/>
                <a:gd name="connsiteX20" fmla="*/ 301203 w 379034"/>
                <a:gd name="connsiteY20" fmla="*/ 76996 h 378441"/>
                <a:gd name="connsiteX21" fmla="*/ 301627 w 379034"/>
                <a:gd name="connsiteY21" fmla="*/ 77419 h 378441"/>
                <a:gd name="connsiteX22" fmla="*/ 343263 w 379034"/>
                <a:gd name="connsiteY22" fmla="*/ 77693 h 378441"/>
                <a:gd name="connsiteX23" fmla="*/ 343537 w 379034"/>
                <a:gd name="connsiteY23" fmla="*/ 77419 h 378441"/>
                <a:gd name="connsiteX24" fmla="*/ 365854 w 379034"/>
                <a:gd name="connsiteY24" fmla="*/ 54998 h 378441"/>
                <a:gd name="connsiteX25" fmla="*/ 372035 w 379034"/>
                <a:gd name="connsiteY25" fmla="*/ 53321 h 378441"/>
                <a:gd name="connsiteX26" fmla="*/ 376541 w 379034"/>
                <a:gd name="connsiteY26" fmla="*/ 57931 h 378441"/>
                <a:gd name="connsiteX27" fmla="*/ 321740 w 379034"/>
                <a:gd name="connsiteY27" fmla="*/ 151361 h 378441"/>
                <a:gd name="connsiteX28" fmla="*/ 278576 w 379034"/>
                <a:gd name="connsiteY28" fmla="*/ 150029 h 378441"/>
                <a:gd name="connsiteX29" fmla="*/ 149703 w 379034"/>
                <a:gd name="connsiteY29" fmla="*/ 278064 h 378441"/>
                <a:gd name="connsiteX30" fmla="*/ 100936 w 379034"/>
                <a:gd name="connsiteY30" fmla="*/ 374614 h 378441"/>
                <a:gd name="connsiteX31" fmla="*/ 76360 w 379034"/>
                <a:gd name="connsiteY31" fmla="*/ 378438 h 378441"/>
                <a:gd name="connsiteX32" fmla="*/ 72379 w 379034"/>
                <a:gd name="connsiteY32" fmla="*/ 365656 h 378441"/>
                <a:gd name="connsiteX33" fmla="*/ 140502 w 379034"/>
                <a:gd name="connsiteY33" fmla="*/ 306251 h 378441"/>
                <a:gd name="connsiteX34" fmla="*/ 136292 w 379034"/>
                <a:gd name="connsiteY34" fmla="*/ 278692 h 378441"/>
                <a:gd name="connsiteX35" fmla="*/ 137759 w 379034"/>
                <a:gd name="connsiteY35" fmla="*/ 271987 h 378441"/>
                <a:gd name="connsiteX36" fmla="*/ 272499 w 379034"/>
                <a:gd name="connsiteY36" fmla="*/ 137875 h 378441"/>
                <a:gd name="connsiteX37" fmla="*/ 279310 w 379034"/>
                <a:gd name="connsiteY37" fmla="*/ 136408 h 378441"/>
                <a:gd name="connsiteX38" fmla="*/ 362006 w 379034"/>
                <a:gd name="connsiteY38" fmla="*/ 99925 h 378441"/>
                <a:gd name="connsiteX39" fmla="*/ 366168 w 379034"/>
                <a:gd name="connsiteY39" fmla="*/ 72285 h 378441"/>
                <a:gd name="connsiteX40" fmla="*/ 352547 w 379034"/>
                <a:gd name="connsiteY40" fmla="*/ 85906 h 378441"/>
                <a:gd name="connsiteX41" fmla="*/ 293278 w 379034"/>
                <a:gd name="connsiteY41" fmla="*/ 86044 h 378441"/>
                <a:gd name="connsiteX42" fmla="*/ 293140 w 379034"/>
                <a:gd name="connsiteY42" fmla="*/ 85906 h 378441"/>
                <a:gd name="connsiteX43" fmla="*/ 280253 w 379034"/>
                <a:gd name="connsiteY43" fmla="*/ 56255 h 378441"/>
                <a:gd name="connsiteX44" fmla="*/ 292616 w 379034"/>
                <a:gd name="connsiteY44" fmla="*/ 26499 h 378441"/>
                <a:gd name="connsiteX45" fmla="*/ 306237 w 379034"/>
                <a:gd name="connsiteY45" fmla="*/ 12878 h 378441"/>
                <a:gd name="connsiteX46" fmla="*/ 237955 w 379034"/>
                <a:gd name="connsiteY46" fmla="*/ 72326 h 378441"/>
                <a:gd name="connsiteX47" fmla="*/ 242114 w 379034"/>
                <a:gd name="connsiteY47" fmla="*/ 99841 h 378441"/>
                <a:gd name="connsiteX48" fmla="*/ 240752 w 379034"/>
                <a:gd name="connsiteY48" fmla="*/ 106547 h 378441"/>
                <a:gd name="connsiteX49" fmla="*/ 106640 w 379034"/>
                <a:gd name="connsiteY49" fmla="*/ 240659 h 378441"/>
                <a:gd name="connsiteX50" fmla="*/ 99830 w 379034"/>
                <a:gd name="connsiteY50" fmla="*/ 242126 h 378441"/>
                <a:gd name="connsiteX51" fmla="*/ 17175 w 379034"/>
                <a:gd name="connsiteY51" fmla="*/ 278334 h 378441"/>
                <a:gd name="connsiteX52" fmla="*/ 12972 w 379034"/>
                <a:gd name="connsiteY52" fmla="*/ 306248 h 378441"/>
                <a:gd name="connsiteX53" fmla="*/ 26592 w 379034"/>
                <a:gd name="connsiteY53" fmla="*/ 293046 h 378441"/>
                <a:gd name="connsiteX54" fmla="*/ 85780 w 379034"/>
                <a:gd name="connsiteY54" fmla="*/ 289928 h 378441"/>
                <a:gd name="connsiteX55" fmla="*/ 88899 w 379034"/>
                <a:gd name="connsiteY55" fmla="*/ 349115 h 378441"/>
                <a:gd name="connsiteX56" fmla="*/ 86000 w 379034"/>
                <a:gd name="connsiteY56" fmla="*/ 352035 h 37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79034" h="378441">
                  <a:moveTo>
                    <a:pt x="76675" y="378438"/>
                  </a:moveTo>
                  <a:cubicBezTo>
                    <a:pt x="70206" y="378464"/>
                    <a:pt x="63762" y="377654"/>
                    <a:pt x="57501" y="376028"/>
                  </a:cubicBezTo>
                  <a:cubicBezTo>
                    <a:pt x="54151" y="375117"/>
                    <a:pt x="52173" y="371662"/>
                    <a:pt x="53085" y="368312"/>
                  </a:cubicBezTo>
                  <a:cubicBezTo>
                    <a:pt x="53368" y="367271"/>
                    <a:pt x="53915" y="366320"/>
                    <a:pt x="54672" y="365551"/>
                  </a:cubicBezTo>
                  <a:lnTo>
                    <a:pt x="76989" y="343129"/>
                  </a:lnTo>
                  <a:cubicBezTo>
                    <a:pt x="88562" y="331790"/>
                    <a:pt x="88752" y="313215"/>
                    <a:pt x="77412" y="301642"/>
                  </a:cubicBezTo>
                  <a:cubicBezTo>
                    <a:pt x="77273" y="301500"/>
                    <a:pt x="77132" y="301359"/>
                    <a:pt x="76989" y="301219"/>
                  </a:cubicBezTo>
                  <a:cubicBezTo>
                    <a:pt x="65567" y="289646"/>
                    <a:pt x="46926" y="289523"/>
                    <a:pt x="35353" y="300945"/>
                  </a:cubicBezTo>
                  <a:cubicBezTo>
                    <a:pt x="35261" y="301036"/>
                    <a:pt x="35170" y="301127"/>
                    <a:pt x="35079" y="301219"/>
                  </a:cubicBezTo>
                  <a:lnTo>
                    <a:pt x="13181" y="324479"/>
                  </a:lnTo>
                  <a:cubicBezTo>
                    <a:pt x="11548" y="326067"/>
                    <a:pt x="9193" y="326666"/>
                    <a:pt x="6999" y="326051"/>
                  </a:cubicBezTo>
                  <a:cubicBezTo>
                    <a:pt x="4791" y="325477"/>
                    <a:pt x="3067" y="323753"/>
                    <a:pt x="2494" y="321545"/>
                  </a:cubicBezTo>
                  <a:cubicBezTo>
                    <a:pt x="-8173" y="280613"/>
                    <a:pt x="16362" y="238783"/>
                    <a:pt x="57295" y="228115"/>
                  </a:cubicBezTo>
                  <a:cubicBezTo>
                    <a:pt x="71513" y="224410"/>
                    <a:pt x="86496" y="224873"/>
                    <a:pt x="100459" y="229448"/>
                  </a:cubicBezTo>
                  <a:lnTo>
                    <a:pt x="228913" y="100470"/>
                  </a:lnTo>
                  <a:cubicBezTo>
                    <a:pt x="215725" y="60279"/>
                    <a:pt x="237615" y="17006"/>
                    <a:pt x="277806" y="3818"/>
                  </a:cubicBezTo>
                  <a:cubicBezTo>
                    <a:pt x="291815" y="-779"/>
                    <a:pt x="306853" y="-1235"/>
                    <a:pt x="321115" y="2505"/>
                  </a:cubicBezTo>
                  <a:cubicBezTo>
                    <a:pt x="323307" y="3040"/>
                    <a:pt x="325034" y="4727"/>
                    <a:pt x="325620" y="6906"/>
                  </a:cubicBezTo>
                  <a:cubicBezTo>
                    <a:pt x="326256" y="9118"/>
                    <a:pt x="325610" y="11500"/>
                    <a:pt x="323944" y="13088"/>
                  </a:cubicBezTo>
                  <a:lnTo>
                    <a:pt x="301627" y="35509"/>
                  </a:lnTo>
                  <a:cubicBezTo>
                    <a:pt x="290054" y="46849"/>
                    <a:pt x="289864" y="65423"/>
                    <a:pt x="301203" y="76996"/>
                  </a:cubicBezTo>
                  <a:cubicBezTo>
                    <a:pt x="301343" y="77139"/>
                    <a:pt x="301484" y="77280"/>
                    <a:pt x="301627" y="77419"/>
                  </a:cubicBezTo>
                  <a:cubicBezTo>
                    <a:pt x="313049" y="88993"/>
                    <a:pt x="331690" y="89115"/>
                    <a:pt x="343263" y="77693"/>
                  </a:cubicBezTo>
                  <a:cubicBezTo>
                    <a:pt x="343355" y="77603"/>
                    <a:pt x="343446" y="77511"/>
                    <a:pt x="343537" y="77419"/>
                  </a:cubicBezTo>
                  <a:lnTo>
                    <a:pt x="365854" y="54998"/>
                  </a:lnTo>
                  <a:cubicBezTo>
                    <a:pt x="367497" y="53427"/>
                    <a:pt x="369824" y="52796"/>
                    <a:pt x="372035" y="53321"/>
                  </a:cubicBezTo>
                  <a:cubicBezTo>
                    <a:pt x="374237" y="53970"/>
                    <a:pt x="375942" y="55716"/>
                    <a:pt x="376541" y="57931"/>
                  </a:cubicBezTo>
                  <a:cubicBezTo>
                    <a:pt x="387208" y="98864"/>
                    <a:pt x="362673" y="140694"/>
                    <a:pt x="321740" y="151361"/>
                  </a:cubicBezTo>
                  <a:cubicBezTo>
                    <a:pt x="307522" y="155066"/>
                    <a:pt x="292539" y="154604"/>
                    <a:pt x="278576" y="150029"/>
                  </a:cubicBezTo>
                  <a:lnTo>
                    <a:pt x="149703" y="278064"/>
                  </a:lnTo>
                  <a:cubicBezTo>
                    <a:pt x="162898" y="318192"/>
                    <a:pt x="141064" y="361419"/>
                    <a:pt x="100936" y="374614"/>
                  </a:cubicBezTo>
                  <a:cubicBezTo>
                    <a:pt x="93008" y="377221"/>
                    <a:pt x="84706" y="378513"/>
                    <a:pt x="76360" y="378438"/>
                  </a:cubicBezTo>
                  <a:close/>
                  <a:moveTo>
                    <a:pt x="72379" y="365656"/>
                  </a:moveTo>
                  <a:cubicBezTo>
                    <a:pt x="107595" y="368063"/>
                    <a:pt x="138095" y="341467"/>
                    <a:pt x="140502" y="306251"/>
                  </a:cubicBezTo>
                  <a:cubicBezTo>
                    <a:pt x="141144" y="296867"/>
                    <a:pt x="139706" y="287457"/>
                    <a:pt x="136292" y="278692"/>
                  </a:cubicBezTo>
                  <a:cubicBezTo>
                    <a:pt x="135410" y="276364"/>
                    <a:pt x="135985" y="273734"/>
                    <a:pt x="137759" y="271987"/>
                  </a:cubicBezTo>
                  <a:lnTo>
                    <a:pt x="272499" y="137875"/>
                  </a:lnTo>
                  <a:cubicBezTo>
                    <a:pt x="274266" y="136058"/>
                    <a:pt x="276951" y="135479"/>
                    <a:pt x="279310" y="136408"/>
                  </a:cubicBezTo>
                  <a:cubicBezTo>
                    <a:pt x="312220" y="149169"/>
                    <a:pt x="349244" y="132835"/>
                    <a:pt x="362006" y="99925"/>
                  </a:cubicBezTo>
                  <a:cubicBezTo>
                    <a:pt x="365416" y="91132"/>
                    <a:pt x="366837" y="81693"/>
                    <a:pt x="366168" y="72285"/>
                  </a:cubicBezTo>
                  <a:lnTo>
                    <a:pt x="352547" y="85906"/>
                  </a:lnTo>
                  <a:cubicBezTo>
                    <a:pt x="336219" y="102311"/>
                    <a:pt x="309683" y="102373"/>
                    <a:pt x="293278" y="86044"/>
                  </a:cubicBezTo>
                  <a:cubicBezTo>
                    <a:pt x="293232" y="85998"/>
                    <a:pt x="293186" y="85952"/>
                    <a:pt x="293140" y="85906"/>
                  </a:cubicBezTo>
                  <a:cubicBezTo>
                    <a:pt x="285051" y="78144"/>
                    <a:pt x="280410" y="67465"/>
                    <a:pt x="280253" y="56255"/>
                  </a:cubicBezTo>
                  <a:cubicBezTo>
                    <a:pt x="280244" y="45085"/>
                    <a:pt x="284694" y="34374"/>
                    <a:pt x="292616" y="26499"/>
                  </a:cubicBezTo>
                  <a:lnTo>
                    <a:pt x="306237" y="12878"/>
                  </a:lnTo>
                  <a:cubicBezTo>
                    <a:pt x="270965" y="10439"/>
                    <a:pt x="240394" y="37054"/>
                    <a:pt x="237955" y="72326"/>
                  </a:cubicBezTo>
                  <a:cubicBezTo>
                    <a:pt x="237307" y="81692"/>
                    <a:pt x="238727" y="91085"/>
                    <a:pt x="242114" y="99841"/>
                  </a:cubicBezTo>
                  <a:cubicBezTo>
                    <a:pt x="243052" y="102147"/>
                    <a:pt x="242515" y="104790"/>
                    <a:pt x="240752" y="106547"/>
                  </a:cubicBezTo>
                  <a:lnTo>
                    <a:pt x="106640" y="240659"/>
                  </a:lnTo>
                  <a:cubicBezTo>
                    <a:pt x="104874" y="242476"/>
                    <a:pt x="102188" y="243054"/>
                    <a:pt x="99830" y="242126"/>
                  </a:cubicBezTo>
                  <a:cubicBezTo>
                    <a:pt x="67007" y="229300"/>
                    <a:pt x="30001" y="245511"/>
                    <a:pt x="17175" y="278334"/>
                  </a:cubicBezTo>
                  <a:cubicBezTo>
                    <a:pt x="13708" y="287209"/>
                    <a:pt x="12271" y="296746"/>
                    <a:pt x="12972" y="306248"/>
                  </a:cubicBezTo>
                  <a:lnTo>
                    <a:pt x="26592" y="293046"/>
                  </a:lnTo>
                  <a:cubicBezTo>
                    <a:pt x="42075" y="275841"/>
                    <a:pt x="68574" y="274445"/>
                    <a:pt x="85780" y="289928"/>
                  </a:cubicBezTo>
                  <a:cubicBezTo>
                    <a:pt x="102985" y="305411"/>
                    <a:pt x="104382" y="331910"/>
                    <a:pt x="88899" y="349115"/>
                  </a:cubicBezTo>
                  <a:cubicBezTo>
                    <a:pt x="87981" y="350135"/>
                    <a:pt x="87013" y="351110"/>
                    <a:pt x="86000" y="35203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022C210B-AB6D-DB45-AFCA-BB626BAC31DD}"/>
                </a:ext>
              </a:extLst>
            </p:cNvPr>
            <p:cNvSpPr/>
            <p:nvPr/>
          </p:nvSpPr>
          <p:spPr>
            <a:xfrm>
              <a:off x="5591420" y="2332451"/>
              <a:ext cx="69691" cy="69815"/>
            </a:xfrm>
            <a:custGeom>
              <a:avLst/>
              <a:gdLst>
                <a:gd name="connsiteX0" fmla="*/ 41088 w 69691"/>
                <a:gd name="connsiteY0" fmla="*/ 69815 h 69815"/>
                <a:gd name="connsiteX1" fmla="*/ 36583 w 69691"/>
                <a:gd name="connsiteY1" fmla="*/ 67929 h 69815"/>
                <a:gd name="connsiteX2" fmla="*/ 1902 w 69691"/>
                <a:gd name="connsiteY2" fmla="*/ 33249 h 69815"/>
                <a:gd name="connsiteX3" fmla="*/ 1781 w 69691"/>
                <a:gd name="connsiteY3" fmla="*/ 24359 h 69815"/>
                <a:gd name="connsiteX4" fmla="*/ 1902 w 69691"/>
                <a:gd name="connsiteY4" fmla="*/ 24238 h 69815"/>
                <a:gd name="connsiteX5" fmla="*/ 24114 w 69691"/>
                <a:gd name="connsiteY5" fmla="*/ 1816 h 69815"/>
                <a:gd name="connsiteX6" fmla="*/ 33125 w 69691"/>
                <a:gd name="connsiteY6" fmla="*/ 1816 h 69815"/>
                <a:gd name="connsiteX7" fmla="*/ 67806 w 69691"/>
                <a:gd name="connsiteY7" fmla="*/ 36497 h 69815"/>
                <a:gd name="connsiteX8" fmla="*/ 69692 w 69691"/>
                <a:gd name="connsiteY8" fmla="*/ 41002 h 69815"/>
                <a:gd name="connsiteX9" fmla="*/ 67806 w 69691"/>
                <a:gd name="connsiteY9" fmla="*/ 45507 h 69815"/>
                <a:gd name="connsiteX10" fmla="*/ 45593 w 69691"/>
                <a:gd name="connsiteY10" fmla="*/ 67929 h 69815"/>
                <a:gd name="connsiteX11" fmla="*/ 41088 w 69691"/>
                <a:gd name="connsiteY11" fmla="*/ 69815 h 69815"/>
                <a:gd name="connsiteX12" fmla="*/ 15313 w 69691"/>
                <a:gd name="connsiteY12" fmla="*/ 28743 h 69815"/>
                <a:gd name="connsiteX13" fmla="*/ 41088 w 69691"/>
                <a:gd name="connsiteY13" fmla="*/ 54518 h 69815"/>
                <a:gd name="connsiteX14" fmla="*/ 54604 w 69691"/>
                <a:gd name="connsiteY14" fmla="*/ 41002 h 69815"/>
                <a:gd name="connsiteX15" fmla="*/ 28829 w 69691"/>
                <a:gd name="connsiteY15" fmla="*/ 15332 h 69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691" h="69815">
                  <a:moveTo>
                    <a:pt x="41088" y="69815"/>
                  </a:moveTo>
                  <a:cubicBezTo>
                    <a:pt x="39393" y="69819"/>
                    <a:pt x="37769" y="69139"/>
                    <a:pt x="36583" y="67929"/>
                  </a:cubicBezTo>
                  <a:lnTo>
                    <a:pt x="1902" y="33249"/>
                  </a:lnTo>
                  <a:cubicBezTo>
                    <a:pt x="-586" y="30827"/>
                    <a:pt x="-640" y="26847"/>
                    <a:pt x="1781" y="24359"/>
                  </a:cubicBezTo>
                  <a:cubicBezTo>
                    <a:pt x="1821" y="24318"/>
                    <a:pt x="1861" y="24278"/>
                    <a:pt x="1902" y="24238"/>
                  </a:cubicBezTo>
                  <a:lnTo>
                    <a:pt x="24114" y="1816"/>
                  </a:lnTo>
                  <a:cubicBezTo>
                    <a:pt x="26630" y="-605"/>
                    <a:pt x="30610" y="-605"/>
                    <a:pt x="33125" y="1816"/>
                  </a:cubicBezTo>
                  <a:lnTo>
                    <a:pt x="67806" y="36497"/>
                  </a:lnTo>
                  <a:cubicBezTo>
                    <a:pt x="68978" y="37708"/>
                    <a:pt x="69652" y="39317"/>
                    <a:pt x="69692" y="41002"/>
                  </a:cubicBezTo>
                  <a:cubicBezTo>
                    <a:pt x="69673" y="42692"/>
                    <a:pt x="68996" y="44308"/>
                    <a:pt x="67806" y="45507"/>
                  </a:cubicBezTo>
                  <a:lnTo>
                    <a:pt x="45593" y="67929"/>
                  </a:lnTo>
                  <a:cubicBezTo>
                    <a:pt x="44400" y="69130"/>
                    <a:pt x="42780" y="69808"/>
                    <a:pt x="41088" y="69815"/>
                  </a:cubicBezTo>
                  <a:close/>
                  <a:moveTo>
                    <a:pt x="15313" y="28743"/>
                  </a:moveTo>
                  <a:lnTo>
                    <a:pt x="41088" y="54518"/>
                  </a:lnTo>
                  <a:lnTo>
                    <a:pt x="54604" y="41002"/>
                  </a:lnTo>
                  <a:lnTo>
                    <a:pt x="28829" y="15332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30D1EB7-6F11-A04F-9B8A-5A2DE628DD03}"/>
                </a:ext>
              </a:extLst>
            </p:cNvPr>
            <p:cNvSpPr/>
            <p:nvPr/>
          </p:nvSpPr>
          <p:spPr>
            <a:xfrm>
              <a:off x="5509884" y="2361169"/>
              <a:ext cx="131564" cy="190191"/>
            </a:xfrm>
            <a:custGeom>
              <a:avLst/>
              <a:gdLst>
                <a:gd name="connsiteX0" fmla="*/ 18582 w 131564"/>
                <a:gd name="connsiteY0" fmla="*/ 189773 h 190191"/>
                <a:gd name="connsiteX1" fmla="*/ 12715 w 131564"/>
                <a:gd name="connsiteY1" fmla="*/ 186001 h 190191"/>
                <a:gd name="connsiteX2" fmla="*/ 56616 w 131564"/>
                <a:gd name="connsiteY2" fmla="*/ 29991 h 190191"/>
                <a:gd name="connsiteX3" fmla="*/ 83752 w 131564"/>
                <a:gd name="connsiteY3" fmla="*/ 7779 h 190191"/>
                <a:gd name="connsiteX4" fmla="*/ 89725 w 131564"/>
                <a:gd name="connsiteY4" fmla="*/ 1807 h 190191"/>
                <a:gd name="connsiteX5" fmla="*/ 98630 w 131564"/>
                <a:gd name="connsiteY5" fmla="*/ 1807 h 190191"/>
                <a:gd name="connsiteX6" fmla="*/ 119585 w 131564"/>
                <a:gd name="connsiteY6" fmla="*/ 22762 h 190191"/>
                <a:gd name="connsiteX7" fmla="*/ 120319 w 131564"/>
                <a:gd name="connsiteY7" fmla="*/ 30829 h 190191"/>
                <a:gd name="connsiteX8" fmla="*/ 103660 w 131564"/>
                <a:gd name="connsiteY8" fmla="*/ 55137 h 190191"/>
                <a:gd name="connsiteX9" fmla="*/ 104812 w 131564"/>
                <a:gd name="connsiteY9" fmla="*/ 67710 h 190191"/>
                <a:gd name="connsiteX10" fmla="*/ 129749 w 131564"/>
                <a:gd name="connsiteY10" fmla="*/ 92542 h 190191"/>
                <a:gd name="connsiteX11" fmla="*/ 129749 w 131564"/>
                <a:gd name="connsiteY11" fmla="*/ 101552 h 190191"/>
                <a:gd name="connsiteX12" fmla="*/ 87839 w 131564"/>
                <a:gd name="connsiteY12" fmla="*/ 143462 h 190191"/>
                <a:gd name="connsiteX13" fmla="*/ 78828 w 131564"/>
                <a:gd name="connsiteY13" fmla="*/ 143462 h 190191"/>
                <a:gd name="connsiteX14" fmla="*/ 53263 w 131564"/>
                <a:gd name="connsiteY14" fmla="*/ 118002 h 190191"/>
                <a:gd name="connsiteX15" fmla="*/ 45405 w 131564"/>
                <a:gd name="connsiteY15" fmla="*/ 115068 h 190191"/>
                <a:gd name="connsiteX16" fmla="*/ 36813 w 131564"/>
                <a:gd name="connsiteY16" fmla="*/ 121983 h 190191"/>
                <a:gd name="connsiteX17" fmla="*/ 24869 w 131564"/>
                <a:gd name="connsiteY17" fmla="*/ 184115 h 190191"/>
                <a:gd name="connsiteX18" fmla="*/ 19735 w 131564"/>
                <a:gd name="connsiteY18" fmla="*/ 190192 h 190191"/>
                <a:gd name="connsiteX19" fmla="*/ 94125 w 131564"/>
                <a:gd name="connsiteY19" fmla="*/ 15323 h 190191"/>
                <a:gd name="connsiteX20" fmla="*/ 92658 w 131564"/>
                <a:gd name="connsiteY20" fmla="*/ 16789 h 190191"/>
                <a:gd name="connsiteX21" fmla="*/ 63740 w 131564"/>
                <a:gd name="connsiteY21" fmla="*/ 40573 h 190191"/>
                <a:gd name="connsiteX22" fmla="*/ 15020 w 131564"/>
                <a:gd name="connsiteY22" fmla="*/ 152473 h 190191"/>
                <a:gd name="connsiteX23" fmla="*/ 25497 w 131564"/>
                <a:gd name="connsiteY23" fmla="*/ 115383 h 190191"/>
                <a:gd name="connsiteX24" fmla="*/ 43519 w 131564"/>
                <a:gd name="connsiteY24" fmla="*/ 101971 h 190191"/>
                <a:gd name="connsiteX25" fmla="*/ 62169 w 131564"/>
                <a:gd name="connsiteY25" fmla="*/ 108468 h 190191"/>
                <a:gd name="connsiteX26" fmla="*/ 83124 w 131564"/>
                <a:gd name="connsiteY26" fmla="*/ 129423 h 190191"/>
                <a:gd name="connsiteX27" fmla="*/ 116128 w 131564"/>
                <a:gd name="connsiteY27" fmla="*/ 97047 h 190191"/>
                <a:gd name="connsiteX28" fmla="*/ 95906 w 131564"/>
                <a:gd name="connsiteY28" fmla="*/ 76092 h 190191"/>
                <a:gd name="connsiteX29" fmla="*/ 93287 w 131564"/>
                <a:gd name="connsiteY29" fmla="*/ 47384 h 190191"/>
                <a:gd name="connsiteX30" fmla="*/ 106803 w 131564"/>
                <a:gd name="connsiteY30" fmla="*/ 27686 h 19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31564" h="190191">
                  <a:moveTo>
                    <a:pt x="18582" y="189773"/>
                  </a:moveTo>
                  <a:cubicBezTo>
                    <a:pt x="16060" y="189761"/>
                    <a:pt x="13773" y="188291"/>
                    <a:pt x="12715" y="186001"/>
                  </a:cubicBezTo>
                  <a:cubicBezTo>
                    <a:pt x="-19346" y="112554"/>
                    <a:pt x="14391" y="57233"/>
                    <a:pt x="56616" y="29991"/>
                  </a:cubicBezTo>
                  <a:cubicBezTo>
                    <a:pt x="66395" y="23531"/>
                    <a:pt x="75487" y="16088"/>
                    <a:pt x="83752" y="7779"/>
                  </a:cubicBezTo>
                  <a:lnTo>
                    <a:pt x="89725" y="1807"/>
                  </a:lnTo>
                  <a:cubicBezTo>
                    <a:pt x="92205" y="-602"/>
                    <a:pt x="96150" y="-602"/>
                    <a:pt x="98630" y="1807"/>
                  </a:cubicBezTo>
                  <a:lnTo>
                    <a:pt x="119585" y="22762"/>
                  </a:lnTo>
                  <a:cubicBezTo>
                    <a:pt x="121682" y="24950"/>
                    <a:pt x="121986" y="28298"/>
                    <a:pt x="120319" y="30829"/>
                  </a:cubicBezTo>
                  <a:lnTo>
                    <a:pt x="103660" y="55137"/>
                  </a:lnTo>
                  <a:cubicBezTo>
                    <a:pt x="101192" y="59115"/>
                    <a:pt x="101662" y="64247"/>
                    <a:pt x="104812" y="67710"/>
                  </a:cubicBezTo>
                  <a:lnTo>
                    <a:pt x="129749" y="92542"/>
                  </a:lnTo>
                  <a:cubicBezTo>
                    <a:pt x="132170" y="95057"/>
                    <a:pt x="132170" y="99037"/>
                    <a:pt x="129749" y="101552"/>
                  </a:cubicBezTo>
                  <a:lnTo>
                    <a:pt x="87839" y="143462"/>
                  </a:lnTo>
                  <a:cubicBezTo>
                    <a:pt x="85323" y="145884"/>
                    <a:pt x="81343" y="145884"/>
                    <a:pt x="78828" y="143462"/>
                  </a:cubicBezTo>
                  <a:lnTo>
                    <a:pt x="53263" y="118002"/>
                  </a:lnTo>
                  <a:cubicBezTo>
                    <a:pt x="51276" y="115805"/>
                    <a:pt x="48345" y="114711"/>
                    <a:pt x="45405" y="115068"/>
                  </a:cubicBezTo>
                  <a:cubicBezTo>
                    <a:pt x="41622" y="115913"/>
                    <a:pt x="38446" y="118468"/>
                    <a:pt x="36813" y="121983"/>
                  </a:cubicBezTo>
                  <a:cubicBezTo>
                    <a:pt x="26336" y="142205"/>
                    <a:pt x="24869" y="183696"/>
                    <a:pt x="24869" y="184115"/>
                  </a:cubicBezTo>
                  <a:cubicBezTo>
                    <a:pt x="24820" y="187104"/>
                    <a:pt x="22673" y="189644"/>
                    <a:pt x="19735" y="190192"/>
                  </a:cubicBezTo>
                  <a:close/>
                  <a:moveTo>
                    <a:pt x="94125" y="15323"/>
                  </a:moveTo>
                  <a:lnTo>
                    <a:pt x="92658" y="16789"/>
                  </a:lnTo>
                  <a:cubicBezTo>
                    <a:pt x="83898" y="25729"/>
                    <a:pt x="74203" y="33703"/>
                    <a:pt x="63740" y="40573"/>
                  </a:cubicBezTo>
                  <a:cubicBezTo>
                    <a:pt x="25336" y="63699"/>
                    <a:pt x="5784" y="108605"/>
                    <a:pt x="15020" y="152473"/>
                  </a:cubicBezTo>
                  <a:cubicBezTo>
                    <a:pt x="16547" y="139637"/>
                    <a:pt x="20083" y="127121"/>
                    <a:pt x="25497" y="115383"/>
                  </a:cubicBezTo>
                  <a:cubicBezTo>
                    <a:pt x="29063" y="108328"/>
                    <a:pt x="35738" y="103361"/>
                    <a:pt x="43519" y="101971"/>
                  </a:cubicBezTo>
                  <a:cubicBezTo>
                    <a:pt x="50414" y="101051"/>
                    <a:pt x="57337" y="103463"/>
                    <a:pt x="62169" y="108468"/>
                  </a:cubicBezTo>
                  <a:lnTo>
                    <a:pt x="83124" y="129423"/>
                  </a:lnTo>
                  <a:lnTo>
                    <a:pt x="116128" y="97047"/>
                  </a:lnTo>
                  <a:lnTo>
                    <a:pt x="95906" y="76092"/>
                  </a:lnTo>
                  <a:cubicBezTo>
                    <a:pt x="88182" y="68426"/>
                    <a:pt x="87078" y="56321"/>
                    <a:pt x="93287" y="47384"/>
                  </a:cubicBezTo>
                  <a:lnTo>
                    <a:pt x="106803" y="27686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55662117-94F0-234D-857F-DB9AD4BB3384}"/>
                </a:ext>
              </a:extLst>
            </p:cNvPr>
            <p:cNvSpPr/>
            <p:nvPr/>
          </p:nvSpPr>
          <p:spPr>
            <a:xfrm>
              <a:off x="5592931" y="2456400"/>
              <a:ext cx="77845" cy="77568"/>
            </a:xfrm>
            <a:custGeom>
              <a:avLst/>
              <a:gdLst>
                <a:gd name="connsiteX0" fmla="*/ 40310 w 77845"/>
                <a:gd name="connsiteY0" fmla="*/ 77569 h 77568"/>
                <a:gd name="connsiteX1" fmla="*/ 35910 w 77845"/>
                <a:gd name="connsiteY1" fmla="*/ 75683 h 77568"/>
                <a:gd name="connsiteX2" fmla="*/ 1648 w 77845"/>
                <a:gd name="connsiteY2" fmla="*/ 41736 h 77568"/>
                <a:gd name="connsiteX3" fmla="*/ 1648 w 77845"/>
                <a:gd name="connsiteY3" fmla="*/ 33249 h 77568"/>
                <a:gd name="connsiteX4" fmla="*/ 33081 w 77845"/>
                <a:gd name="connsiteY4" fmla="*/ 1816 h 77568"/>
                <a:gd name="connsiteX5" fmla="*/ 42091 w 77845"/>
                <a:gd name="connsiteY5" fmla="*/ 1816 h 77568"/>
                <a:gd name="connsiteX6" fmla="*/ 76038 w 77845"/>
                <a:gd name="connsiteY6" fmla="*/ 35763 h 77568"/>
                <a:gd name="connsiteX7" fmla="*/ 76038 w 77845"/>
                <a:gd name="connsiteY7" fmla="*/ 44669 h 77568"/>
                <a:gd name="connsiteX8" fmla="*/ 44606 w 77845"/>
                <a:gd name="connsiteY8" fmla="*/ 75578 h 77568"/>
                <a:gd name="connsiteX9" fmla="*/ 40310 w 77845"/>
                <a:gd name="connsiteY9" fmla="*/ 77569 h 77568"/>
                <a:gd name="connsiteX10" fmla="*/ 15374 w 77845"/>
                <a:gd name="connsiteY10" fmla="*/ 37230 h 77568"/>
                <a:gd name="connsiteX11" fmla="*/ 40310 w 77845"/>
                <a:gd name="connsiteY11" fmla="*/ 62167 h 77568"/>
                <a:gd name="connsiteX12" fmla="*/ 62208 w 77845"/>
                <a:gd name="connsiteY12" fmla="*/ 40269 h 77568"/>
                <a:gd name="connsiteX13" fmla="*/ 37272 w 77845"/>
                <a:gd name="connsiteY13" fmla="*/ 15332 h 7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845" h="77568">
                  <a:moveTo>
                    <a:pt x="40310" y="77569"/>
                  </a:moveTo>
                  <a:cubicBezTo>
                    <a:pt x="38652" y="77545"/>
                    <a:pt x="37070" y="76867"/>
                    <a:pt x="35910" y="75683"/>
                  </a:cubicBezTo>
                  <a:lnTo>
                    <a:pt x="1648" y="41736"/>
                  </a:lnTo>
                  <a:cubicBezTo>
                    <a:pt x="-549" y="39333"/>
                    <a:pt x="-549" y="35651"/>
                    <a:pt x="1648" y="33249"/>
                  </a:cubicBezTo>
                  <a:lnTo>
                    <a:pt x="33081" y="1816"/>
                  </a:lnTo>
                  <a:cubicBezTo>
                    <a:pt x="35596" y="-605"/>
                    <a:pt x="39576" y="-605"/>
                    <a:pt x="42091" y="1816"/>
                  </a:cubicBezTo>
                  <a:lnTo>
                    <a:pt x="76038" y="35763"/>
                  </a:lnTo>
                  <a:cubicBezTo>
                    <a:pt x="78447" y="38243"/>
                    <a:pt x="78447" y="42189"/>
                    <a:pt x="76038" y="44669"/>
                  </a:cubicBezTo>
                  <a:lnTo>
                    <a:pt x="44606" y="75578"/>
                  </a:lnTo>
                  <a:cubicBezTo>
                    <a:pt x="43488" y="76776"/>
                    <a:pt x="41947" y="77490"/>
                    <a:pt x="40310" y="77569"/>
                  </a:cubicBezTo>
                  <a:close/>
                  <a:moveTo>
                    <a:pt x="15374" y="37230"/>
                  </a:moveTo>
                  <a:lnTo>
                    <a:pt x="40310" y="62167"/>
                  </a:lnTo>
                  <a:lnTo>
                    <a:pt x="62208" y="40269"/>
                  </a:lnTo>
                  <a:lnTo>
                    <a:pt x="37272" y="15332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37FB93A-03F7-1647-A245-BCC3191857A2}"/>
                </a:ext>
              </a:extLst>
            </p:cNvPr>
            <p:cNvSpPr/>
            <p:nvPr/>
          </p:nvSpPr>
          <p:spPr>
            <a:xfrm>
              <a:off x="5667188" y="2530600"/>
              <a:ext cx="181112" cy="181172"/>
            </a:xfrm>
            <a:custGeom>
              <a:avLst/>
              <a:gdLst>
                <a:gd name="connsiteX0" fmla="*/ 152972 w 181112"/>
                <a:gd name="connsiteY0" fmla="*/ 181172 h 181172"/>
                <a:gd name="connsiteX1" fmla="*/ 133065 w 181112"/>
                <a:gd name="connsiteY1" fmla="*/ 172895 h 181172"/>
                <a:gd name="connsiteX2" fmla="*/ 1887 w 181112"/>
                <a:gd name="connsiteY2" fmla="*/ 41717 h 181172"/>
                <a:gd name="connsiteX3" fmla="*/ 1 w 181112"/>
                <a:gd name="connsiteY3" fmla="*/ 37211 h 181172"/>
                <a:gd name="connsiteX4" fmla="*/ 1887 w 181112"/>
                <a:gd name="connsiteY4" fmla="*/ 32706 h 181172"/>
                <a:gd name="connsiteX5" fmla="*/ 32691 w 181112"/>
                <a:gd name="connsiteY5" fmla="*/ 1902 h 181172"/>
                <a:gd name="connsiteX6" fmla="*/ 41580 w 181112"/>
                <a:gd name="connsiteY6" fmla="*/ 1781 h 181172"/>
                <a:gd name="connsiteX7" fmla="*/ 41701 w 181112"/>
                <a:gd name="connsiteY7" fmla="*/ 1902 h 181172"/>
                <a:gd name="connsiteX8" fmla="*/ 172880 w 181112"/>
                <a:gd name="connsiteY8" fmla="*/ 133081 h 181172"/>
                <a:gd name="connsiteX9" fmla="*/ 172835 w 181112"/>
                <a:gd name="connsiteY9" fmla="*/ 172939 h 181172"/>
                <a:gd name="connsiteX10" fmla="*/ 152972 w 181112"/>
                <a:gd name="connsiteY10" fmla="*/ 181172 h 181172"/>
                <a:gd name="connsiteX11" fmla="*/ 15298 w 181112"/>
                <a:gd name="connsiteY11" fmla="*/ 37211 h 181172"/>
                <a:gd name="connsiteX12" fmla="*/ 141971 w 181112"/>
                <a:gd name="connsiteY12" fmla="*/ 163884 h 181172"/>
                <a:gd name="connsiteX13" fmla="*/ 163869 w 181112"/>
                <a:gd name="connsiteY13" fmla="*/ 162704 h 181172"/>
                <a:gd name="connsiteX14" fmla="*/ 163869 w 181112"/>
                <a:gd name="connsiteY14" fmla="*/ 141986 h 181172"/>
                <a:gd name="connsiteX15" fmla="*/ 37196 w 181112"/>
                <a:gd name="connsiteY15" fmla="*/ 15313 h 18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1112" h="181172">
                  <a:moveTo>
                    <a:pt x="152972" y="181172"/>
                  </a:moveTo>
                  <a:cubicBezTo>
                    <a:pt x="145493" y="181207"/>
                    <a:pt x="138315" y="178223"/>
                    <a:pt x="133065" y="172895"/>
                  </a:cubicBezTo>
                  <a:lnTo>
                    <a:pt x="1887" y="41717"/>
                  </a:lnTo>
                  <a:cubicBezTo>
                    <a:pt x="677" y="40530"/>
                    <a:pt x="-3" y="38906"/>
                    <a:pt x="1" y="37211"/>
                  </a:cubicBezTo>
                  <a:cubicBezTo>
                    <a:pt x="-28" y="35512"/>
                    <a:pt x="656" y="33878"/>
                    <a:pt x="1887" y="32706"/>
                  </a:cubicBezTo>
                  <a:lnTo>
                    <a:pt x="32691" y="1902"/>
                  </a:lnTo>
                  <a:cubicBezTo>
                    <a:pt x="35112" y="-586"/>
                    <a:pt x="39092" y="-640"/>
                    <a:pt x="41580" y="1781"/>
                  </a:cubicBezTo>
                  <a:cubicBezTo>
                    <a:pt x="41621" y="1821"/>
                    <a:pt x="41662" y="1861"/>
                    <a:pt x="41701" y="1902"/>
                  </a:cubicBezTo>
                  <a:lnTo>
                    <a:pt x="172880" y="133081"/>
                  </a:lnTo>
                  <a:cubicBezTo>
                    <a:pt x="183874" y="144099"/>
                    <a:pt x="183854" y="161945"/>
                    <a:pt x="172835" y="172939"/>
                  </a:cubicBezTo>
                  <a:cubicBezTo>
                    <a:pt x="167562" y="178201"/>
                    <a:pt x="160421" y="181161"/>
                    <a:pt x="152972" y="181172"/>
                  </a:cubicBezTo>
                  <a:close/>
                  <a:moveTo>
                    <a:pt x="15298" y="37211"/>
                  </a:moveTo>
                  <a:lnTo>
                    <a:pt x="141971" y="163884"/>
                  </a:lnTo>
                  <a:cubicBezTo>
                    <a:pt x="148344" y="169605"/>
                    <a:pt x="158148" y="169077"/>
                    <a:pt x="163869" y="162704"/>
                  </a:cubicBezTo>
                  <a:cubicBezTo>
                    <a:pt x="169159" y="156811"/>
                    <a:pt x="169159" y="147879"/>
                    <a:pt x="163869" y="141986"/>
                  </a:cubicBezTo>
                  <a:lnTo>
                    <a:pt x="37196" y="15313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EC9AD1A-B30A-994C-8E7A-FD4AB9388D20}"/>
                </a:ext>
              </a:extLst>
            </p:cNvPr>
            <p:cNvSpPr/>
            <p:nvPr/>
          </p:nvSpPr>
          <p:spPr>
            <a:xfrm>
              <a:off x="5699242" y="2562145"/>
              <a:ext cx="43999" cy="44122"/>
            </a:xfrm>
            <a:custGeom>
              <a:avLst/>
              <a:gdLst>
                <a:gd name="connsiteX0" fmla="*/ 6399 w 43999"/>
                <a:gd name="connsiteY0" fmla="*/ 44118 h 44122"/>
                <a:gd name="connsiteX1" fmla="*/ 1894 w 43999"/>
                <a:gd name="connsiteY1" fmla="*/ 42232 h 44122"/>
                <a:gd name="connsiteX2" fmla="*/ 1729 w 43999"/>
                <a:gd name="connsiteY2" fmla="*/ 33492 h 44122"/>
                <a:gd name="connsiteX3" fmla="*/ 1894 w 43999"/>
                <a:gd name="connsiteY3" fmla="*/ 33326 h 44122"/>
                <a:gd name="connsiteX4" fmla="*/ 32803 w 43999"/>
                <a:gd name="connsiteY4" fmla="*/ 1894 h 44122"/>
                <a:gd name="connsiteX5" fmla="*/ 41543 w 43999"/>
                <a:gd name="connsiteY5" fmla="*/ 1729 h 44122"/>
                <a:gd name="connsiteX6" fmla="*/ 41708 w 43999"/>
                <a:gd name="connsiteY6" fmla="*/ 1894 h 44122"/>
                <a:gd name="connsiteX7" fmla="*/ 42566 w 43999"/>
                <a:gd name="connsiteY7" fmla="*/ 10743 h 44122"/>
                <a:gd name="connsiteX8" fmla="*/ 42023 w 43999"/>
                <a:gd name="connsiteY8" fmla="*/ 11324 h 44122"/>
                <a:gd name="connsiteX9" fmla="*/ 10590 w 43999"/>
                <a:gd name="connsiteY9" fmla="*/ 42756 h 44122"/>
                <a:gd name="connsiteX10" fmla="*/ 6399 w 43999"/>
                <a:gd name="connsiteY10" fmla="*/ 44118 h 4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999" h="44122">
                  <a:moveTo>
                    <a:pt x="6399" y="44118"/>
                  </a:moveTo>
                  <a:cubicBezTo>
                    <a:pt x="4705" y="44123"/>
                    <a:pt x="3080" y="43442"/>
                    <a:pt x="1894" y="42232"/>
                  </a:cubicBezTo>
                  <a:cubicBezTo>
                    <a:pt x="-565" y="39864"/>
                    <a:pt x="-639" y="35951"/>
                    <a:pt x="1729" y="33492"/>
                  </a:cubicBezTo>
                  <a:cubicBezTo>
                    <a:pt x="1783" y="33435"/>
                    <a:pt x="1838" y="33380"/>
                    <a:pt x="1894" y="33326"/>
                  </a:cubicBezTo>
                  <a:lnTo>
                    <a:pt x="32803" y="1894"/>
                  </a:lnTo>
                  <a:cubicBezTo>
                    <a:pt x="35171" y="-565"/>
                    <a:pt x="39084" y="-639"/>
                    <a:pt x="41543" y="1729"/>
                  </a:cubicBezTo>
                  <a:cubicBezTo>
                    <a:pt x="41599" y="1783"/>
                    <a:pt x="41654" y="1838"/>
                    <a:pt x="41708" y="1894"/>
                  </a:cubicBezTo>
                  <a:cubicBezTo>
                    <a:pt x="44389" y="4101"/>
                    <a:pt x="44773" y="8063"/>
                    <a:pt x="42566" y="10743"/>
                  </a:cubicBezTo>
                  <a:cubicBezTo>
                    <a:pt x="42397" y="10948"/>
                    <a:pt x="42216" y="11142"/>
                    <a:pt x="42023" y="11324"/>
                  </a:cubicBezTo>
                  <a:lnTo>
                    <a:pt x="10590" y="42756"/>
                  </a:lnTo>
                  <a:cubicBezTo>
                    <a:pt x="9399" y="43693"/>
                    <a:pt x="7914" y="44175"/>
                    <a:pt x="6399" y="4411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3" name="Graphic 63">
            <a:extLst>
              <a:ext uri="{FF2B5EF4-FFF2-40B4-BE49-F238E27FC236}">
                <a16:creationId xmlns:a16="http://schemas.microsoft.com/office/drawing/2014/main" id="{C725E6AE-1DCD-3E4D-B156-FF661E952E3C}"/>
              </a:ext>
            </a:extLst>
          </p:cNvPr>
          <p:cNvGrpSpPr>
            <a:grpSpLocks noChangeAspect="1"/>
          </p:cNvGrpSpPr>
          <p:nvPr/>
        </p:nvGrpSpPr>
        <p:grpSpPr>
          <a:xfrm>
            <a:off x="5515330" y="2326766"/>
            <a:ext cx="336792" cy="380458"/>
            <a:chOff x="5510826" y="2332481"/>
            <a:chExt cx="336792" cy="380458"/>
          </a:xfrm>
          <a:solidFill>
            <a:srgbClr val="FFFFFF"/>
          </a:solidFill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787CE9AD-6961-4248-B414-524689136364}"/>
                </a:ext>
              </a:extLst>
            </p:cNvPr>
            <p:cNvSpPr/>
            <p:nvPr/>
          </p:nvSpPr>
          <p:spPr>
            <a:xfrm>
              <a:off x="5535067" y="2408740"/>
              <a:ext cx="288340" cy="280547"/>
            </a:xfrm>
            <a:custGeom>
              <a:avLst/>
              <a:gdLst>
                <a:gd name="connsiteX0" fmla="*/ 144170 w 288340"/>
                <a:gd name="connsiteY0" fmla="*/ 280548 h 280547"/>
                <a:gd name="connsiteX1" fmla="*/ 0 w 288340"/>
                <a:gd name="connsiteY1" fmla="*/ 140274 h 280547"/>
                <a:gd name="connsiteX2" fmla="*/ 144170 w 288340"/>
                <a:gd name="connsiteY2" fmla="*/ 0 h 280547"/>
                <a:gd name="connsiteX3" fmla="*/ 288341 w 288340"/>
                <a:gd name="connsiteY3" fmla="*/ 140274 h 280547"/>
                <a:gd name="connsiteX4" fmla="*/ 144170 w 288340"/>
                <a:gd name="connsiteY4" fmla="*/ 280548 h 280547"/>
                <a:gd name="connsiteX5" fmla="*/ 144170 w 288340"/>
                <a:gd name="connsiteY5" fmla="*/ 12437 h 280547"/>
                <a:gd name="connsiteX6" fmla="*/ 12678 w 288340"/>
                <a:gd name="connsiteY6" fmla="*/ 140376 h 280547"/>
                <a:gd name="connsiteX7" fmla="*/ 144170 w 288340"/>
                <a:gd name="connsiteY7" fmla="*/ 268315 h 280547"/>
                <a:gd name="connsiteX8" fmla="*/ 275663 w 288340"/>
                <a:gd name="connsiteY8" fmla="*/ 140376 h 280547"/>
                <a:gd name="connsiteX9" fmla="*/ 275663 w 288340"/>
                <a:gd name="connsiteY9" fmla="*/ 140274 h 280547"/>
                <a:gd name="connsiteX10" fmla="*/ 144170 w 288340"/>
                <a:gd name="connsiteY10" fmla="*/ 12335 h 280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8340" h="280547">
                  <a:moveTo>
                    <a:pt x="144170" y="280548"/>
                  </a:moveTo>
                  <a:cubicBezTo>
                    <a:pt x="64547" y="280548"/>
                    <a:pt x="0" y="217745"/>
                    <a:pt x="0" y="140274"/>
                  </a:cubicBezTo>
                  <a:cubicBezTo>
                    <a:pt x="0" y="62803"/>
                    <a:pt x="64547" y="0"/>
                    <a:pt x="144170" y="0"/>
                  </a:cubicBezTo>
                  <a:cubicBezTo>
                    <a:pt x="223794" y="0"/>
                    <a:pt x="288341" y="62803"/>
                    <a:pt x="288341" y="140274"/>
                  </a:cubicBezTo>
                  <a:cubicBezTo>
                    <a:pt x="288283" y="217722"/>
                    <a:pt x="223770" y="280492"/>
                    <a:pt x="144170" y="280548"/>
                  </a:cubicBezTo>
                  <a:close/>
                  <a:moveTo>
                    <a:pt x="144170" y="12437"/>
                  </a:moveTo>
                  <a:cubicBezTo>
                    <a:pt x="71549" y="12437"/>
                    <a:pt x="12678" y="69717"/>
                    <a:pt x="12678" y="140376"/>
                  </a:cubicBezTo>
                  <a:cubicBezTo>
                    <a:pt x="12678" y="211035"/>
                    <a:pt x="71549" y="268315"/>
                    <a:pt x="144170" y="268315"/>
                  </a:cubicBezTo>
                  <a:cubicBezTo>
                    <a:pt x="216792" y="268315"/>
                    <a:pt x="275663" y="211034"/>
                    <a:pt x="275663" y="140376"/>
                  </a:cubicBezTo>
                  <a:cubicBezTo>
                    <a:pt x="275663" y="140342"/>
                    <a:pt x="275663" y="140308"/>
                    <a:pt x="275663" y="140274"/>
                  </a:cubicBezTo>
                  <a:cubicBezTo>
                    <a:pt x="275605" y="69639"/>
                    <a:pt x="216768" y="12391"/>
                    <a:pt x="144170" y="12335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B8FF9CD-5DA9-E946-9CF1-782E453F4C72}"/>
                </a:ext>
              </a:extLst>
            </p:cNvPr>
            <p:cNvSpPr/>
            <p:nvPr/>
          </p:nvSpPr>
          <p:spPr>
            <a:xfrm>
              <a:off x="5815003" y="2466794"/>
              <a:ext cx="19707" cy="26153"/>
            </a:xfrm>
            <a:custGeom>
              <a:avLst/>
              <a:gdLst>
                <a:gd name="connsiteX0" fmla="*/ 13330 w 19707"/>
                <a:gd name="connsiteY0" fmla="*/ 26151 h 26153"/>
                <a:gd name="connsiteX1" fmla="*/ 7462 w 19707"/>
                <a:gd name="connsiteY1" fmla="*/ 22481 h 26153"/>
                <a:gd name="connsiteX2" fmla="*/ 757 w 19707"/>
                <a:gd name="connsiteY2" fmla="*/ 9127 h 26153"/>
                <a:gd name="connsiteX3" fmla="*/ 3271 w 19707"/>
                <a:gd name="connsiteY3" fmla="*/ 767 h 26153"/>
                <a:gd name="connsiteX4" fmla="*/ 11967 w 19707"/>
                <a:gd name="connsiteY4" fmla="*/ 3112 h 26153"/>
                <a:gd name="connsiteX5" fmla="*/ 19197 w 19707"/>
                <a:gd name="connsiteY5" fmla="*/ 17588 h 26153"/>
                <a:gd name="connsiteX6" fmla="*/ 15896 w 19707"/>
                <a:gd name="connsiteY6" fmla="*/ 25620 h 26153"/>
                <a:gd name="connsiteX7" fmla="*/ 15844 w 19707"/>
                <a:gd name="connsiteY7" fmla="*/ 25641 h 26153"/>
                <a:gd name="connsiteX8" fmla="*/ 13330 w 19707"/>
                <a:gd name="connsiteY8" fmla="*/ 26151 h 2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07" h="26153">
                  <a:moveTo>
                    <a:pt x="13330" y="26151"/>
                  </a:moveTo>
                  <a:cubicBezTo>
                    <a:pt x="10807" y="26140"/>
                    <a:pt x="8520" y="24709"/>
                    <a:pt x="7462" y="22481"/>
                  </a:cubicBezTo>
                  <a:cubicBezTo>
                    <a:pt x="5502" y="17904"/>
                    <a:pt x="3263" y="13444"/>
                    <a:pt x="757" y="9127"/>
                  </a:cubicBezTo>
                  <a:cubicBezTo>
                    <a:pt x="-886" y="6139"/>
                    <a:pt x="232" y="2422"/>
                    <a:pt x="3271" y="767"/>
                  </a:cubicBezTo>
                  <a:cubicBezTo>
                    <a:pt x="6346" y="-857"/>
                    <a:pt x="10191" y="179"/>
                    <a:pt x="11967" y="3112"/>
                  </a:cubicBezTo>
                  <a:cubicBezTo>
                    <a:pt x="14587" y="7801"/>
                    <a:pt x="16997" y="12695"/>
                    <a:pt x="19197" y="17588"/>
                  </a:cubicBezTo>
                  <a:cubicBezTo>
                    <a:pt x="20565" y="20693"/>
                    <a:pt x="19087" y="24289"/>
                    <a:pt x="15896" y="25620"/>
                  </a:cubicBezTo>
                  <a:cubicBezTo>
                    <a:pt x="15879" y="25627"/>
                    <a:pt x="15862" y="25634"/>
                    <a:pt x="15844" y="25641"/>
                  </a:cubicBezTo>
                  <a:cubicBezTo>
                    <a:pt x="15060" y="26004"/>
                    <a:pt x="14198" y="26179"/>
                    <a:pt x="13330" y="2615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6E292F4-35B6-CA4A-9E74-79FAA2AABE30}"/>
                </a:ext>
              </a:extLst>
            </p:cNvPr>
            <p:cNvSpPr/>
            <p:nvPr/>
          </p:nvSpPr>
          <p:spPr>
            <a:xfrm>
              <a:off x="5818695" y="2512921"/>
              <a:ext cx="28923" cy="111224"/>
            </a:xfrm>
            <a:custGeom>
              <a:avLst/>
              <a:gdLst>
                <a:gd name="connsiteX0" fmla="*/ 6389 w 28923"/>
                <a:gd name="connsiteY0" fmla="*/ 111225 h 111224"/>
                <a:gd name="connsiteX1" fmla="*/ 3560 w 28923"/>
                <a:gd name="connsiteY1" fmla="*/ 110511 h 111224"/>
                <a:gd name="connsiteX2" fmla="*/ 627 w 28923"/>
                <a:gd name="connsiteY2" fmla="*/ 102254 h 111224"/>
                <a:gd name="connsiteX3" fmla="*/ 11942 w 28923"/>
                <a:gd name="connsiteY3" fmla="*/ 71671 h 111224"/>
                <a:gd name="connsiteX4" fmla="*/ 19330 w 28923"/>
                <a:gd name="connsiteY4" fmla="*/ 67122 h 111224"/>
                <a:gd name="connsiteX5" fmla="*/ 19591 w 28923"/>
                <a:gd name="connsiteY5" fmla="*/ 67185 h 111224"/>
                <a:gd name="connsiteX6" fmla="*/ 24306 w 28923"/>
                <a:gd name="connsiteY6" fmla="*/ 74627 h 111224"/>
                <a:gd name="connsiteX7" fmla="*/ 12047 w 28923"/>
                <a:gd name="connsiteY7" fmla="*/ 107555 h 111224"/>
                <a:gd name="connsiteX8" fmla="*/ 6389 w 28923"/>
                <a:gd name="connsiteY8" fmla="*/ 111225 h 111224"/>
                <a:gd name="connsiteX9" fmla="*/ 22525 w 28923"/>
                <a:gd name="connsiteY9" fmla="*/ 45981 h 111224"/>
                <a:gd name="connsiteX10" fmla="*/ 16238 w 28923"/>
                <a:gd name="connsiteY10" fmla="*/ 39662 h 111224"/>
                <a:gd name="connsiteX11" fmla="*/ 16238 w 28923"/>
                <a:gd name="connsiteY11" fmla="*/ 39660 h 111224"/>
                <a:gd name="connsiteX12" fmla="*/ 16238 w 28923"/>
                <a:gd name="connsiteY12" fmla="*/ 36092 h 111224"/>
                <a:gd name="connsiteX13" fmla="*/ 13514 w 28923"/>
                <a:gd name="connsiteY13" fmla="*/ 7344 h 111224"/>
                <a:gd name="connsiteX14" fmla="*/ 18419 w 28923"/>
                <a:gd name="connsiteY14" fmla="*/ 130 h 111224"/>
                <a:gd name="connsiteX15" fmla="*/ 18543 w 28923"/>
                <a:gd name="connsiteY15" fmla="*/ 106 h 111224"/>
                <a:gd name="connsiteX16" fmla="*/ 25982 w 28923"/>
                <a:gd name="connsiteY16" fmla="*/ 5000 h 111224"/>
                <a:gd name="connsiteX17" fmla="*/ 28916 w 28923"/>
                <a:gd name="connsiteY17" fmla="*/ 35583 h 111224"/>
                <a:gd name="connsiteX18" fmla="*/ 28916 w 28923"/>
                <a:gd name="connsiteY18" fmla="*/ 39355 h 111224"/>
                <a:gd name="connsiteX19" fmla="*/ 22745 w 28923"/>
                <a:gd name="connsiteY19" fmla="*/ 45976 h 111224"/>
                <a:gd name="connsiteX20" fmla="*/ 22630 w 28923"/>
                <a:gd name="connsiteY20" fmla="*/ 45981 h 1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923" h="111224">
                  <a:moveTo>
                    <a:pt x="6389" y="111225"/>
                  </a:moveTo>
                  <a:cubicBezTo>
                    <a:pt x="5398" y="111232"/>
                    <a:pt x="4423" y="110986"/>
                    <a:pt x="3560" y="110511"/>
                  </a:cubicBezTo>
                  <a:cubicBezTo>
                    <a:pt x="425" y="109003"/>
                    <a:pt x="-882" y="105323"/>
                    <a:pt x="627" y="102254"/>
                  </a:cubicBezTo>
                  <a:cubicBezTo>
                    <a:pt x="5548" y="92497"/>
                    <a:pt x="9343" y="82240"/>
                    <a:pt x="11942" y="71671"/>
                  </a:cubicBezTo>
                  <a:cubicBezTo>
                    <a:pt x="12692" y="68430"/>
                    <a:pt x="15999" y="66393"/>
                    <a:pt x="19330" y="67122"/>
                  </a:cubicBezTo>
                  <a:cubicBezTo>
                    <a:pt x="19417" y="67141"/>
                    <a:pt x="19504" y="67162"/>
                    <a:pt x="19591" y="67185"/>
                  </a:cubicBezTo>
                  <a:cubicBezTo>
                    <a:pt x="22992" y="67991"/>
                    <a:pt x="25094" y="71309"/>
                    <a:pt x="24306" y="74627"/>
                  </a:cubicBezTo>
                  <a:cubicBezTo>
                    <a:pt x="21478" y="86009"/>
                    <a:pt x="17367" y="97051"/>
                    <a:pt x="12047" y="107555"/>
                  </a:cubicBezTo>
                  <a:cubicBezTo>
                    <a:pt x="11063" y="109750"/>
                    <a:pt x="8851" y="111185"/>
                    <a:pt x="6389" y="111225"/>
                  </a:cubicBezTo>
                  <a:close/>
                  <a:moveTo>
                    <a:pt x="22525" y="45981"/>
                  </a:moveTo>
                  <a:cubicBezTo>
                    <a:pt x="18995" y="45925"/>
                    <a:pt x="16181" y="43096"/>
                    <a:pt x="16238" y="39662"/>
                  </a:cubicBezTo>
                  <a:cubicBezTo>
                    <a:pt x="16238" y="39662"/>
                    <a:pt x="16238" y="39661"/>
                    <a:pt x="16238" y="39660"/>
                  </a:cubicBezTo>
                  <a:lnTo>
                    <a:pt x="16238" y="36092"/>
                  </a:lnTo>
                  <a:cubicBezTo>
                    <a:pt x="16230" y="26449"/>
                    <a:pt x="15318" y="16827"/>
                    <a:pt x="13514" y="7344"/>
                  </a:cubicBezTo>
                  <a:cubicBezTo>
                    <a:pt x="12821" y="4034"/>
                    <a:pt x="15017" y="804"/>
                    <a:pt x="18419" y="130"/>
                  </a:cubicBezTo>
                  <a:cubicBezTo>
                    <a:pt x="18460" y="122"/>
                    <a:pt x="18502" y="114"/>
                    <a:pt x="18543" y="106"/>
                  </a:cubicBezTo>
                  <a:cubicBezTo>
                    <a:pt x="21981" y="-517"/>
                    <a:pt x="25296" y="1663"/>
                    <a:pt x="25982" y="5000"/>
                  </a:cubicBezTo>
                  <a:cubicBezTo>
                    <a:pt x="27927" y="15084"/>
                    <a:pt x="28909" y="25322"/>
                    <a:pt x="28916" y="35583"/>
                  </a:cubicBezTo>
                  <a:lnTo>
                    <a:pt x="28916" y="39355"/>
                  </a:lnTo>
                  <a:cubicBezTo>
                    <a:pt x="29091" y="42841"/>
                    <a:pt x="26329" y="45806"/>
                    <a:pt x="22745" y="45976"/>
                  </a:cubicBezTo>
                  <a:cubicBezTo>
                    <a:pt x="22707" y="45978"/>
                    <a:pt x="22668" y="45980"/>
                    <a:pt x="22630" y="4598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082EC415-95A7-A14D-8729-AE709DDAAFB6}"/>
                </a:ext>
              </a:extLst>
            </p:cNvPr>
            <p:cNvSpPr/>
            <p:nvPr/>
          </p:nvSpPr>
          <p:spPr>
            <a:xfrm>
              <a:off x="5790013" y="2640433"/>
              <a:ext cx="23675" cy="24051"/>
            </a:xfrm>
            <a:custGeom>
              <a:avLst/>
              <a:gdLst>
                <a:gd name="connsiteX0" fmla="*/ 6259 w 23675"/>
                <a:gd name="connsiteY0" fmla="*/ 23981 h 24051"/>
                <a:gd name="connsiteX1" fmla="*/ 1858 w 23675"/>
                <a:gd name="connsiteY1" fmla="*/ 22248 h 24051"/>
                <a:gd name="connsiteX2" fmla="*/ 1858 w 23675"/>
                <a:gd name="connsiteY2" fmla="*/ 13480 h 24051"/>
                <a:gd name="connsiteX3" fmla="*/ 12336 w 23675"/>
                <a:gd name="connsiteY3" fmla="*/ 2369 h 24051"/>
                <a:gd name="connsiteX4" fmla="*/ 21156 w 23675"/>
                <a:gd name="connsiteY4" fmla="*/ 1283 h 24051"/>
                <a:gd name="connsiteX5" fmla="*/ 21241 w 23675"/>
                <a:gd name="connsiteY5" fmla="*/ 1349 h 24051"/>
                <a:gd name="connsiteX6" fmla="*/ 22357 w 23675"/>
                <a:gd name="connsiteY6" fmla="*/ 9931 h 24051"/>
                <a:gd name="connsiteX7" fmla="*/ 22289 w 23675"/>
                <a:gd name="connsiteY7" fmla="*/ 10014 h 24051"/>
                <a:gd name="connsiteX8" fmla="*/ 11812 w 23675"/>
                <a:gd name="connsiteY8" fmla="*/ 22044 h 24051"/>
                <a:gd name="connsiteX9" fmla="*/ 6259 w 23675"/>
                <a:gd name="connsiteY9" fmla="*/ 23981 h 24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75" h="24051">
                  <a:moveTo>
                    <a:pt x="6259" y="23981"/>
                  </a:moveTo>
                  <a:cubicBezTo>
                    <a:pt x="4622" y="23954"/>
                    <a:pt x="3053" y="23336"/>
                    <a:pt x="1858" y="22248"/>
                  </a:cubicBezTo>
                  <a:cubicBezTo>
                    <a:pt x="-619" y="19822"/>
                    <a:pt x="-619" y="15906"/>
                    <a:pt x="1858" y="13480"/>
                  </a:cubicBezTo>
                  <a:cubicBezTo>
                    <a:pt x="5420" y="9912"/>
                    <a:pt x="8773" y="6140"/>
                    <a:pt x="12336" y="2369"/>
                  </a:cubicBezTo>
                  <a:cubicBezTo>
                    <a:pt x="14463" y="-301"/>
                    <a:pt x="18412" y="-787"/>
                    <a:pt x="21156" y="1283"/>
                  </a:cubicBezTo>
                  <a:cubicBezTo>
                    <a:pt x="21184" y="1305"/>
                    <a:pt x="21213" y="1327"/>
                    <a:pt x="21241" y="1349"/>
                  </a:cubicBezTo>
                  <a:cubicBezTo>
                    <a:pt x="23985" y="3419"/>
                    <a:pt x="24484" y="7261"/>
                    <a:pt x="22357" y="9931"/>
                  </a:cubicBezTo>
                  <a:cubicBezTo>
                    <a:pt x="22334" y="9959"/>
                    <a:pt x="22312" y="9987"/>
                    <a:pt x="22289" y="10014"/>
                  </a:cubicBezTo>
                  <a:cubicBezTo>
                    <a:pt x="18936" y="14194"/>
                    <a:pt x="15269" y="18170"/>
                    <a:pt x="11812" y="22044"/>
                  </a:cubicBezTo>
                  <a:cubicBezTo>
                    <a:pt x="10417" y="23562"/>
                    <a:pt x="8327" y="24291"/>
                    <a:pt x="6259" y="2398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6B7F9122-006E-6C49-BC19-69663C636327}"/>
                </a:ext>
              </a:extLst>
            </p:cNvPr>
            <p:cNvSpPr/>
            <p:nvPr/>
          </p:nvSpPr>
          <p:spPr>
            <a:xfrm>
              <a:off x="5510826" y="2385089"/>
              <a:ext cx="316039" cy="327849"/>
            </a:xfrm>
            <a:custGeom>
              <a:avLst/>
              <a:gdLst>
                <a:gd name="connsiteX0" fmla="*/ 168412 w 316039"/>
                <a:gd name="connsiteY0" fmla="*/ 327849 h 327849"/>
                <a:gd name="connsiteX1" fmla="*/ 0 w 316039"/>
                <a:gd name="connsiteY1" fmla="*/ 163860 h 327849"/>
                <a:gd name="connsiteX2" fmla="*/ 168545 w 316039"/>
                <a:gd name="connsiteY2" fmla="*/ 0 h 327849"/>
                <a:gd name="connsiteX3" fmla="*/ 316040 w 316039"/>
                <a:gd name="connsiteY3" fmla="*/ 84817 h 327849"/>
                <a:gd name="connsiteX4" fmla="*/ 304933 w 316039"/>
                <a:gd name="connsiteY4" fmla="*/ 90831 h 327849"/>
                <a:gd name="connsiteX5" fmla="*/ 93229 w 316039"/>
                <a:gd name="connsiteY5" fmla="*/ 30901 h 327849"/>
                <a:gd name="connsiteX6" fmla="*/ 31634 w 316039"/>
                <a:gd name="connsiteY6" fmla="*/ 236884 h 327849"/>
                <a:gd name="connsiteX7" fmla="*/ 243338 w 316039"/>
                <a:gd name="connsiteY7" fmla="*/ 296814 h 327849"/>
                <a:gd name="connsiteX8" fmla="*/ 280835 w 316039"/>
                <a:gd name="connsiteY8" fmla="*/ 268824 h 327849"/>
                <a:gd name="connsiteX9" fmla="*/ 290055 w 316039"/>
                <a:gd name="connsiteY9" fmla="*/ 277388 h 327849"/>
                <a:gd name="connsiteX10" fmla="*/ 168412 w 316039"/>
                <a:gd name="connsiteY10" fmla="*/ 327849 h 327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039" h="327849">
                  <a:moveTo>
                    <a:pt x="168412" y="327849"/>
                  </a:moveTo>
                  <a:cubicBezTo>
                    <a:pt x="75364" y="327814"/>
                    <a:pt x="-37" y="254393"/>
                    <a:pt x="0" y="163860"/>
                  </a:cubicBezTo>
                  <a:cubicBezTo>
                    <a:pt x="37" y="73327"/>
                    <a:pt x="75497" y="-36"/>
                    <a:pt x="168545" y="0"/>
                  </a:cubicBezTo>
                  <a:cubicBezTo>
                    <a:pt x="229917" y="24"/>
                    <a:pt x="286422" y="32517"/>
                    <a:pt x="316040" y="84817"/>
                  </a:cubicBezTo>
                  <a:lnTo>
                    <a:pt x="304933" y="90831"/>
                  </a:lnTo>
                  <a:cubicBezTo>
                    <a:pt x="263482" y="17401"/>
                    <a:pt x="168698" y="-9430"/>
                    <a:pt x="93229" y="30901"/>
                  </a:cubicBezTo>
                  <a:cubicBezTo>
                    <a:pt x="17759" y="71233"/>
                    <a:pt x="-9818" y="163454"/>
                    <a:pt x="31634" y="236884"/>
                  </a:cubicBezTo>
                  <a:cubicBezTo>
                    <a:pt x="73085" y="310314"/>
                    <a:pt x="167869" y="337146"/>
                    <a:pt x="243338" y="296814"/>
                  </a:cubicBezTo>
                  <a:cubicBezTo>
                    <a:pt x="257227" y="289393"/>
                    <a:pt x="269871" y="279954"/>
                    <a:pt x="280835" y="268824"/>
                  </a:cubicBezTo>
                  <a:lnTo>
                    <a:pt x="290055" y="277388"/>
                  </a:lnTo>
                  <a:cubicBezTo>
                    <a:pt x="258327" y="309715"/>
                    <a:pt x="214353" y="327957"/>
                    <a:pt x="168412" y="327849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07628FC-151D-404C-86B0-0109D9561E6E}"/>
                </a:ext>
              </a:extLst>
            </p:cNvPr>
            <p:cNvSpPr/>
            <p:nvPr/>
          </p:nvSpPr>
          <p:spPr>
            <a:xfrm>
              <a:off x="5672950" y="2434306"/>
              <a:ext cx="12678" cy="33051"/>
            </a:xfrm>
            <a:custGeom>
              <a:avLst/>
              <a:gdLst>
                <a:gd name="connsiteX0" fmla="*/ 6287 w 12678"/>
                <a:gd name="connsiteY0" fmla="*/ 33051 h 33051"/>
                <a:gd name="connsiteX1" fmla="*/ 0 w 12678"/>
                <a:gd name="connsiteY1" fmla="*/ 26936 h 33051"/>
                <a:gd name="connsiteX2" fmla="*/ 1 w 12678"/>
                <a:gd name="connsiteY2" fmla="*/ 26833 h 33051"/>
                <a:gd name="connsiteX3" fmla="*/ 1 w 12678"/>
                <a:gd name="connsiteY3" fmla="*/ 5425 h 33051"/>
                <a:gd name="connsiteX4" fmla="*/ 7156 w 12678"/>
                <a:gd name="connsiteY4" fmla="*/ 52 h 33051"/>
                <a:gd name="connsiteX5" fmla="*/ 12679 w 12678"/>
                <a:gd name="connsiteY5" fmla="*/ 5425 h 33051"/>
                <a:gd name="connsiteX6" fmla="*/ 12679 w 12678"/>
                <a:gd name="connsiteY6" fmla="*/ 26833 h 33051"/>
                <a:gd name="connsiteX7" fmla="*/ 6287 w 12678"/>
                <a:gd name="connsiteY7" fmla="*/ 33051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78" h="33051">
                  <a:moveTo>
                    <a:pt x="6287" y="33051"/>
                  </a:moveTo>
                  <a:cubicBezTo>
                    <a:pt x="2815" y="33052"/>
                    <a:pt x="0" y="30314"/>
                    <a:pt x="0" y="26936"/>
                  </a:cubicBezTo>
                  <a:cubicBezTo>
                    <a:pt x="0" y="26901"/>
                    <a:pt x="0" y="26867"/>
                    <a:pt x="1" y="26833"/>
                  </a:cubicBezTo>
                  <a:lnTo>
                    <a:pt x="1" y="5425"/>
                  </a:lnTo>
                  <a:cubicBezTo>
                    <a:pt x="452" y="2018"/>
                    <a:pt x="3656" y="-387"/>
                    <a:pt x="7156" y="52"/>
                  </a:cubicBezTo>
                  <a:cubicBezTo>
                    <a:pt x="10038" y="413"/>
                    <a:pt x="12307" y="2620"/>
                    <a:pt x="12679" y="5425"/>
                  </a:cubicBezTo>
                  <a:lnTo>
                    <a:pt x="12679" y="26833"/>
                  </a:lnTo>
                  <a:cubicBezTo>
                    <a:pt x="12679" y="30267"/>
                    <a:pt x="9817" y="33051"/>
                    <a:pt x="6287" y="3305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0DD696D-FD93-6E40-9CE9-8C1704BCB826}"/>
                </a:ext>
              </a:extLst>
            </p:cNvPr>
            <p:cNvSpPr/>
            <p:nvPr/>
          </p:nvSpPr>
          <p:spPr>
            <a:xfrm>
              <a:off x="5718096" y="2448240"/>
              <a:ext cx="23181" cy="30843"/>
            </a:xfrm>
            <a:custGeom>
              <a:avLst/>
              <a:gdLst>
                <a:gd name="connsiteX0" fmla="*/ 6299 w 23181"/>
                <a:gd name="connsiteY0" fmla="*/ 30840 h 30843"/>
                <a:gd name="connsiteX1" fmla="*/ 3156 w 23181"/>
                <a:gd name="connsiteY1" fmla="*/ 30025 h 30843"/>
                <a:gd name="connsiteX2" fmla="*/ 851 w 23181"/>
                <a:gd name="connsiteY2" fmla="*/ 21564 h 30843"/>
                <a:gd name="connsiteX3" fmla="*/ 11329 w 23181"/>
                <a:gd name="connsiteY3" fmla="*/ 3112 h 30843"/>
                <a:gd name="connsiteX4" fmla="*/ 20025 w 23181"/>
                <a:gd name="connsiteY4" fmla="*/ 767 h 30843"/>
                <a:gd name="connsiteX5" fmla="*/ 22330 w 23181"/>
                <a:gd name="connsiteY5" fmla="*/ 9228 h 30843"/>
                <a:gd name="connsiteX6" fmla="*/ 11329 w 23181"/>
                <a:gd name="connsiteY6" fmla="*/ 27782 h 30843"/>
                <a:gd name="connsiteX7" fmla="*/ 6299 w 23181"/>
                <a:gd name="connsiteY7" fmla="*/ 30840 h 3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181" h="30843">
                  <a:moveTo>
                    <a:pt x="6299" y="30840"/>
                  </a:moveTo>
                  <a:cubicBezTo>
                    <a:pt x="5192" y="30874"/>
                    <a:pt x="4099" y="30590"/>
                    <a:pt x="3156" y="30025"/>
                  </a:cubicBezTo>
                  <a:cubicBezTo>
                    <a:pt x="132" y="28297"/>
                    <a:pt x="-896" y="24522"/>
                    <a:pt x="851" y="21564"/>
                  </a:cubicBezTo>
                  <a:lnTo>
                    <a:pt x="11329" y="3112"/>
                  </a:lnTo>
                  <a:cubicBezTo>
                    <a:pt x="13105" y="179"/>
                    <a:pt x="16950" y="-857"/>
                    <a:pt x="20025" y="767"/>
                  </a:cubicBezTo>
                  <a:cubicBezTo>
                    <a:pt x="23049" y="2495"/>
                    <a:pt x="24077" y="6270"/>
                    <a:pt x="22330" y="9228"/>
                  </a:cubicBezTo>
                  <a:lnTo>
                    <a:pt x="11329" y="27782"/>
                  </a:lnTo>
                  <a:cubicBezTo>
                    <a:pt x="10283" y="29555"/>
                    <a:pt x="8396" y="30703"/>
                    <a:pt x="6299" y="3084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764558B-78A5-DC45-8403-4B4481A3658B}"/>
                </a:ext>
              </a:extLst>
            </p:cNvPr>
            <p:cNvSpPr/>
            <p:nvPr/>
          </p:nvSpPr>
          <p:spPr>
            <a:xfrm>
              <a:off x="5751202" y="2488243"/>
              <a:ext cx="31608" cy="23051"/>
            </a:xfrm>
            <a:custGeom>
              <a:avLst/>
              <a:gdLst>
                <a:gd name="connsiteX0" fmla="*/ 6198 w 31608"/>
                <a:gd name="connsiteY0" fmla="*/ 23052 h 23051"/>
                <a:gd name="connsiteX1" fmla="*/ 3 w 31608"/>
                <a:gd name="connsiteY1" fmla="*/ 16648 h 23051"/>
                <a:gd name="connsiteX2" fmla="*/ 3055 w 31608"/>
                <a:gd name="connsiteY2" fmla="*/ 11532 h 23051"/>
                <a:gd name="connsiteX3" fmla="*/ 22124 w 31608"/>
                <a:gd name="connsiteY3" fmla="*/ 828 h 23051"/>
                <a:gd name="connsiteX4" fmla="*/ 30820 w 31608"/>
                <a:gd name="connsiteY4" fmla="*/ 3071 h 23051"/>
                <a:gd name="connsiteX5" fmla="*/ 28410 w 31608"/>
                <a:gd name="connsiteY5" fmla="*/ 11532 h 23051"/>
                <a:gd name="connsiteX6" fmla="*/ 9446 w 31608"/>
                <a:gd name="connsiteY6" fmla="*/ 22236 h 23051"/>
                <a:gd name="connsiteX7" fmla="*/ 6198 w 31608"/>
                <a:gd name="connsiteY7" fmla="*/ 23052 h 2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08" h="23051">
                  <a:moveTo>
                    <a:pt x="6198" y="23052"/>
                  </a:moveTo>
                  <a:cubicBezTo>
                    <a:pt x="2670" y="22948"/>
                    <a:pt x="-104" y="20081"/>
                    <a:pt x="3" y="16648"/>
                  </a:cubicBezTo>
                  <a:cubicBezTo>
                    <a:pt x="68" y="14551"/>
                    <a:pt x="1216" y="12627"/>
                    <a:pt x="3055" y="11532"/>
                  </a:cubicBezTo>
                  <a:lnTo>
                    <a:pt x="22124" y="828"/>
                  </a:lnTo>
                  <a:cubicBezTo>
                    <a:pt x="25164" y="-872"/>
                    <a:pt x="29045" y="129"/>
                    <a:pt x="30820" y="3071"/>
                  </a:cubicBezTo>
                  <a:cubicBezTo>
                    <a:pt x="32490" y="6062"/>
                    <a:pt x="31425" y="9803"/>
                    <a:pt x="28410" y="11532"/>
                  </a:cubicBezTo>
                  <a:lnTo>
                    <a:pt x="9446" y="22236"/>
                  </a:lnTo>
                  <a:cubicBezTo>
                    <a:pt x="8446" y="22756"/>
                    <a:pt x="7332" y="23035"/>
                    <a:pt x="6198" y="23052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EF51B00-C8CA-3542-AE2F-CEC6D3544896}"/>
                </a:ext>
              </a:extLst>
            </p:cNvPr>
            <p:cNvSpPr/>
            <p:nvPr/>
          </p:nvSpPr>
          <p:spPr>
            <a:xfrm>
              <a:off x="5762345" y="2542744"/>
              <a:ext cx="34786" cy="12437"/>
            </a:xfrm>
            <a:custGeom>
              <a:avLst/>
              <a:gdLst>
                <a:gd name="connsiteX0" fmla="*/ 29211 w 34786"/>
                <a:gd name="connsiteY0" fmla="*/ 12386 h 12437"/>
                <a:gd name="connsiteX1" fmla="*/ 7209 w 34786"/>
                <a:gd name="connsiteY1" fmla="*/ 12386 h 12437"/>
                <a:gd name="connsiteX2" fmla="*/ 53 w 34786"/>
                <a:gd name="connsiteY2" fmla="*/ 7013 h 12437"/>
                <a:gd name="connsiteX3" fmla="*/ 5575 w 34786"/>
                <a:gd name="connsiteY3" fmla="*/ 51 h 12437"/>
                <a:gd name="connsiteX4" fmla="*/ 7209 w 34786"/>
                <a:gd name="connsiteY4" fmla="*/ 51 h 12437"/>
                <a:gd name="connsiteX5" fmla="*/ 29211 w 34786"/>
                <a:gd name="connsiteY5" fmla="*/ 51 h 12437"/>
                <a:gd name="connsiteX6" fmla="*/ 34734 w 34786"/>
                <a:gd name="connsiteY6" fmla="*/ 7013 h 12437"/>
                <a:gd name="connsiteX7" fmla="*/ 29211 w 34786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86" h="12437">
                  <a:moveTo>
                    <a:pt x="29211" y="12386"/>
                  </a:moveTo>
                  <a:lnTo>
                    <a:pt x="7209" y="12386"/>
                  </a:lnTo>
                  <a:cubicBezTo>
                    <a:pt x="3708" y="12825"/>
                    <a:pt x="504" y="10419"/>
                    <a:pt x="53" y="7013"/>
                  </a:cubicBezTo>
                  <a:cubicBezTo>
                    <a:pt x="-398" y="3607"/>
                    <a:pt x="2074" y="490"/>
                    <a:pt x="5575" y="51"/>
                  </a:cubicBezTo>
                  <a:cubicBezTo>
                    <a:pt x="6118" y="-17"/>
                    <a:pt x="6666" y="-17"/>
                    <a:pt x="7209" y="51"/>
                  </a:cubicBezTo>
                  <a:lnTo>
                    <a:pt x="29211" y="51"/>
                  </a:lnTo>
                  <a:cubicBezTo>
                    <a:pt x="32712" y="490"/>
                    <a:pt x="35185" y="3607"/>
                    <a:pt x="34734" y="7013"/>
                  </a:cubicBezTo>
                  <a:cubicBezTo>
                    <a:pt x="34362" y="9817"/>
                    <a:pt x="32093" y="12025"/>
                    <a:pt x="29211" y="12386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F38C4C3-58FD-7F4B-AA8F-F27D8B1018AF}"/>
                </a:ext>
              </a:extLst>
            </p:cNvPr>
            <p:cNvSpPr/>
            <p:nvPr/>
          </p:nvSpPr>
          <p:spPr>
            <a:xfrm>
              <a:off x="5750999" y="2586519"/>
              <a:ext cx="31811" cy="23252"/>
            </a:xfrm>
            <a:custGeom>
              <a:avLst/>
              <a:gdLst>
                <a:gd name="connsiteX0" fmla="*/ 25470 w 31811"/>
                <a:gd name="connsiteY0" fmla="*/ 23253 h 23252"/>
                <a:gd name="connsiteX1" fmla="*/ 22327 w 31811"/>
                <a:gd name="connsiteY1" fmla="*/ 22437 h 23252"/>
                <a:gd name="connsiteX2" fmla="*/ 3258 w 31811"/>
                <a:gd name="connsiteY2" fmla="*/ 11733 h 23252"/>
                <a:gd name="connsiteX3" fmla="*/ 848 w 31811"/>
                <a:gd name="connsiteY3" fmla="*/ 3170 h 23252"/>
                <a:gd name="connsiteX4" fmla="*/ 9649 w 31811"/>
                <a:gd name="connsiteY4" fmla="*/ 825 h 23252"/>
                <a:gd name="connsiteX5" fmla="*/ 28613 w 31811"/>
                <a:gd name="connsiteY5" fmla="*/ 11529 h 23252"/>
                <a:gd name="connsiteX6" fmla="*/ 31023 w 31811"/>
                <a:gd name="connsiteY6" fmla="*/ 19990 h 23252"/>
                <a:gd name="connsiteX7" fmla="*/ 25470 w 31811"/>
                <a:gd name="connsiteY7" fmla="*/ 23253 h 2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11" h="23252">
                  <a:moveTo>
                    <a:pt x="25470" y="23253"/>
                  </a:moveTo>
                  <a:cubicBezTo>
                    <a:pt x="24369" y="23236"/>
                    <a:pt x="23290" y="22956"/>
                    <a:pt x="22327" y="22437"/>
                  </a:cubicBezTo>
                  <a:lnTo>
                    <a:pt x="3258" y="11733"/>
                  </a:lnTo>
                  <a:cubicBezTo>
                    <a:pt x="162" y="10016"/>
                    <a:pt x="-917" y="6182"/>
                    <a:pt x="848" y="3170"/>
                  </a:cubicBezTo>
                  <a:cubicBezTo>
                    <a:pt x="2613" y="158"/>
                    <a:pt x="6553" y="-892"/>
                    <a:pt x="9649" y="825"/>
                  </a:cubicBezTo>
                  <a:lnTo>
                    <a:pt x="28613" y="11529"/>
                  </a:lnTo>
                  <a:cubicBezTo>
                    <a:pt x="31628" y="13258"/>
                    <a:pt x="32693" y="16999"/>
                    <a:pt x="31023" y="19990"/>
                  </a:cubicBezTo>
                  <a:cubicBezTo>
                    <a:pt x="29887" y="21949"/>
                    <a:pt x="27781" y="23186"/>
                    <a:pt x="25470" y="23253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A7C33689-DD7C-B24D-B7E7-AB974E545CB0}"/>
                </a:ext>
              </a:extLst>
            </p:cNvPr>
            <p:cNvSpPr/>
            <p:nvPr/>
          </p:nvSpPr>
          <p:spPr>
            <a:xfrm>
              <a:off x="5717556" y="2617711"/>
              <a:ext cx="24559" cy="32049"/>
            </a:xfrm>
            <a:custGeom>
              <a:avLst/>
              <a:gdLst>
                <a:gd name="connsiteX0" fmla="*/ 17841 w 24559"/>
                <a:gd name="connsiteY0" fmla="*/ 32023 h 32049"/>
                <a:gd name="connsiteX1" fmla="*/ 12288 w 24559"/>
                <a:gd name="connsiteY1" fmla="*/ 28965 h 32049"/>
                <a:gd name="connsiteX2" fmla="*/ 1810 w 24559"/>
                <a:gd name="connsiteY2" fmla="*/ 10411 h 32049"/>
                <a:gd name="connsiteX3" fmla="*/ 1873 w 24559"/>
                <a:gd name="connsiteY3" fmla="*/ 1761 h 32049"/>
                <a:gd name="connsiteX4" fmla="*/ 10763 w 24559"/>
                <a:gd name="connsiteY4" fmla="*/ 1822 h 32049"/>
                <a:gd name="connsiteX5" fmla="*/ 12288 w 24559"/>
                <a:gd name="connsiteY5" fmla="*/ 4295 h 32049"/>
                <a:gd name="connsiteX6" fmla="*/ 23708 w 24559"/>
                <a:gd name="connsiteY6" fmla="*/ 22746 h 32049"/>
                <a:gd name="connsiteX7" fmla="*/ 21403 w 24559"/>
                <a:gd name="connsiteY7" fmla="*/ 31208 h 32049"/>
                <a:gd name="connsiteX8" fmla="*/ 17841 w 24559"/>
                <a:gd name="connsiteY8" fmla="*/ 32023 h 3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59" h="32049">
                  <a:moveTo>
                    <a:pt x="17841" y="32023"/>
                  </a:moveTo>
                  <a:cubicBezTo>
                    <a:pt x="15573" y="32000"/>
                    <a:pt x="13476" y="30845"/>
                    <a:pt x="12288" y="28965"/>
                  </a:cubicBezTo>
                  <a:lnTo>
                    <a:pt x="1810" y="10411"/>
                  </a:lnTo>
                  <a:cubicBezTo>
                    <a:pt x="-628" y="8006"/>
                    <a:pt x="-600" y="4133"/>
                    <a:pt x="1873" y="1761"/>
                  </a:cubicBezTo>
                  <a:cubicBezTo>
                    <a:pt x="4345" y="-611"/>
                    <a:pt x="8325" y="-583"/>
                    <a:pt x="10763" y="1822"/>
                  </a:cubicBezTo>
                  <a:cubicBezTo>
                    <a:pt x="11466" y="2516"/>
                    <a:pt x="11989" y="3364"/>
                    <a:pt x="12288" y="4295"/>
                  </a:cubicBezTo>
                  <a:lnTo>
                    <a:pt x="23708" y="22746"/>
                  </a:lnTo>
                  <a:cubicBezTo>
                    <a:pt x="25456" y="25704"/>
                    <a:pt x="24427" y="29480"/>
                    <a:pt x="21403" y="31208"/>
                  </a:cubicBezTo>
                  <a:cubicBezTo>
                    <a:pt x="20341" y="31856"/>
                    <a:pt x="19088" y="32143"/>
                    <a:pt x="17841" y="32023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99BD6F72-E879-C840-A6FC-2AAF7E4FB48F}"/>
                </a:ext>
              </a:extLst>
            </p:cNvPr>
            <p:cNvSpPr/>
            <p:nvPr/>
          </p:nvSpPr>
          <p:spPr>
            <a:xfrm>
              <a:off x="5672950" y="2631362"/>
              <a:ext cx="12678" cy="33051"/>
            </a:xfrm>
            <a:custGeom>
              <a:avLst/>
              <a:gdLst>
                <a:gd name="connsiteX0" fmla="*/ 6287 w 12678"/>
                <a:gd name="connsiteY0" fmla="*/ 33051 h 33051"/>
                <a:gd name="connsiteX1" fmla="*/ 0 w 12678"/>
                <a:gd name="connsiteY1" fmla="*/ 26936 h 33051"/>
                <a:gd name="connsiteX2" fmla="*/ 1 w 12678"/>
                <a:gd name="connsiteY2" fmla="*/ 26833 h 33051"/>
                <a:gd name="connsiteX3" fmla="*/ 1 w 12678"/>
                <a:gd name="connsiteY3" fmla="*/ 5425 h 33051"/>
                <a:gd name="connsiteX4" fmla="*/ 7156 w 12678"/>
                <a:gd name="connsiteY4" fmla="*/ 52 h 33051"/>
                <a:gd name="connsiteX5" fmla="*/ 12679 w 12678"/>
                <a:gd name="connsiteY5" fmla="*/ 5425 h 33051"/>
                <a:gd name="connsiteX6" fmla="*/ 12679 w 12678"/>
                <a:gd name="connsiteY6" fmla="*/ 27342 h 33051"/>
                <a:gd name="connsiteX7" fmla="*/ 6287 w 12678"/>
                <a:gd name="connsiteY7" fmla="*/ 33051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78" h="33051">
                  <a:moveTo>
                    <a:pt x="6287" y="33051"/>
                  </a:moveTo>
                  <a:cubicBezTo>
                    <a:pt x="2815" y="33052"/>
                    <a:pt x="0" y="30314"/>
                    <a:pt x="0" y="26936"/>
                  </a:cubicBezTo>
                  <a:cubicBezTo>
                    <a:pt x="0" y="26901"/>
                    <a:pt x="0" y="26867"/>
                    <a:pt x="1" y="26833"/>
                  </a:cubicBezTo>
                  <a:lnTo>
                    <a:pt x="1" y="5425"/>
                  </a:lnTo>
                  <a:cubicBezTo>
                    <a:pt x="452" y="2018"/>
                    <a:pt x="3656" y="-387"/>
                    <a:pt x="7156" y="52"/>
                  </a:cubicBezTo>
                  <a:cubicBezTo>
                    <a:pt x="10038" y="413"/>
                    <a:pt x="12307" y="2620"/>
                    <a:pt x="12679" y="5425"/>
                  </a:cubicBezTo>
                  <a:lnTo>
                    <a:pt x="12679" y="27342"/>
                  </a:lnTo>
                  <a:cubicBezTo>
                    <a:pt x="12405" y="30576"/>
                    <a:pt x="9622" y="33062"/>
                    <a:pt x="6287" y="3305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EE0EC46-657B-7740-B179-EDFB6A4A2A69}"/>
                </a:ext>
              </a:extLst>
            </p:cNvPr>
            <p:cNvSpPr/>
            <p:nvPr/>
          </p:nvSpPr>
          <p:spPr>
            <a:xfrm>
              <a:off x="5616779" y="2618934"/>
              <a:ext cx="23737" cy="30800"/>
            </a:xfrm>
            <a:custGeom>
              <a:avLst/>
              <a:gdLst>
                <a:gd name="connsiteX0" fmla="*/ 6299 w 23737"/>
                <a:gd name="connsiteY0" fmla="*/ 30799 h 30800"/>
                <a:gd name="connsiteX1" fmla="*/ 3156 w 23737"/>
                <a:gd name="connsiteY1" fmla="*/ 29984 h 30800"/>
                <a:gd name="connsiteX2" fmla="*/ 851 w 23737"/>
                <a:gd name="connsiteY2" fmla="*/ 21523 h 30800"/>
                <a:gd name="connsiteX3" fmla="*/ 11852 w 23737"/>
                <a:gd name="connsiteY3" fmla="*/ 3071 h 30800"/>
                <a:gd name="connsiteX4" fmla="*/ 20549 w 23737"/>
                <a:gd name="connsiteY4" fmla="*/ 828 h 30800"/>
                <a:gd name="connsiteX5" fmla="*/ 22963 w 23737"/>
                <a:gd name="connsiteY5" fmla="*/ 9003 h 30800"/>
                <a:gd name="connsiteX6" fmla="*/ 22854 w 23737"/>
                <a:gd name="connsiteY6" fmla="*/ 9187 h 30800"/>
                <a:gd name="connsiteX7" fmla="*/ 11852 w 23737"/>
                <a:gd name="connsiteY7" fmla="*/ 27741 h 30800"/>
                <a:gd name="connsiteX8" fmla="*/ 6299 w 23737"/>
                <a:gd name="connsiteY8" fmla="*/ 30799 h 3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37" h="30800">
                  <a:moveTo>
                    <a:pt x="6299" y="30799"/>
                  </a:moveTo>
                  <a:cubicBezTo>
                    <a:pt x="5194" y="30821"/>
                    <a:pt x="4104" y="30539"/>
                    <a:pt x="3156" y="29984"/>
                  </a:cubicBezTo>
                  <a:cubicBezTo>
                    <a:pt x="132" y="28256"/>
                    <a:pt x="-896" y="24481"/>
                    <a:pt x="851" y="21523"/>
                  </a:cubicBezTo>
                  <a:lnTo>
                    <a:pt x="11852" y="3071"/>
                  </a:lnTo>
                  <a:cubicBezTo>
                    <a:pt x="13628" y="129"/>
                    <a:pt x="17509" y="-872"/>
                    <a:pt x="20549" y="828"/>
                  </a:cubicBezTo>
                  <a:cubicBezTo>
                    <a:pt x="23536" y="2437"/>
                    <a:pt x="24617" y="6097"/>
                    <a:pt x="22963" y="9003"/>
                  </a:cubicBezTo>
                  <a:cubicBezTo>
                    <a:pt x="22928" y="9065"/>
                    <a:pt x="22891" y="9127"/>
                    <a:pt x="22854" y="9187"/>
                  </a:cubicBezTo>
                  <a:lnTo>
                    <a:pt x="11852" y="27741"/>
                  </a:lnTo>
                  <a:cubicBezTo>
                    <a:pt x="10679" y="29636"/>
                    <a:pt x="8573" y="30796"/>
                    <a:pt x="6299" y="30799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D62446B2-02BD-E04A-9ECC-CD4D90FBA591}"/>
                </a:ext>
              </a:extLst>
            </p:cNvPr>
            <p:cNvSpPr/>
            <p:nvPr/>
          </p:nvSpPr>
          <p:spPr>
            <a:xfrm>
              <a:off x="5575808" y="2586517"/>
              <a:ext cx="31608" cy="23255"/>
            </a:xfrm>
            <a:custGeom>
              <a:avLst/>
              <a:gdLst>
                <a:gd name="connsiteX0" fmla="*/ 6198 w 31608"/>
                <a:gd name="connsiteY0" fmla="*/ 23256 h 23255"/>
                <a:gd name="connsiteX1" fmla="*/ 3 w 31608"/>
                <a:gd name="connsiteY1" fmla="*/ 16852 h 23255"/>
                <a:gd name="connsiteX2" fmla="*/ 3055 w 31608"/>
                <a:gd name="connsiteY2" fmla="*/ 11736 h 23255"/>
                <a:gd name="connsiteX3" fmla="*/ 22124 w 31608"/>
                <a:gd name="connsiteY3" fmla="*/ 828 h 23255"/>
                <a:gd name="connsiteX4" fmla="*/ 30820 w 31608"/>
                <a:gd name="connsiteY4" fmla="*/ 3071 h 23255"/>
                <a:gd name="connsiteX5" fmla="*/ 28410 w 31608"/>
                <a:gd name="connsiteY5" fmla="*/ 11532 h 23255"/>
                <a:gd name="connsiteX6" fmla="*/ 9446 w 31608"/>
                <a:gd name="connsiteY6" fmla="*/ 22440 h 23255"/>
                <a:gd name="connsiteX7" fmla="*/ 6198 w 31608"/>
                <a:gd name="connsiteY7" fmla="*/ 23256 h 2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08" h="23255">
                  <a:moveTo>
                    <a:pt x="6198" y="23256"/>
                  </a:moveTo>
                  <a:cubicBezTo>
                    <a:pt x="2670" y="23152"/>
                    <a:pt x="-104" y="20285"/>
                    <a:pt x="3" y="16852"/>
                  </a:cubicBezTo>
                  <a:cubicBezTo>
                    <a:pt x="68" y="14755"/>
                    <a:pt x="1216" y="12831"/>
                    <a:pt x="3055" y="11736"/>
                  </a:cubicBezTo>
                  <a:lnTo>
                    <a:pt x="22124" y="828"/>
                  </a:lnTo>
                  <a:cubicBezTo>
                    <a:pt x="25164" y="-872"/>
                    <a:pt x="29045" y="129"/>
                    <a:pt x="30820" y="3071"/>
                  </a:cubicBezTo>
                  <a:cubicBezTo>
                    <a:pt x="32490" y="6062"/>
                    <a:pt x="31425" y="9803"/>
                    <a:pt x="28410" y="11532"/>
                  </a:cubicBezTo>
                  <a:lnTo>
                    <a:pt x="9446" y="22440"/>
                  </a:lnTo>
                  <a:cubicBezTo>
                    <a:pt x="8446" y="22960"/>
                    <a:pt x="7332" y="23239"/>
                    <a:pt x="6198" y="23256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6378EED-82F6-7046-AA8B-A3EA62F4FEEE}"/>
                </a:ext>
              </a:extLst>
            </p:cNvPr>
            <p:cNvSpPr/>
            <p:nvPr/>
          </p:nvSpPr>
          <p:spPr>
            <a:xfrm>
              <a:off x="5559815" y="2542744"/>
              <a:ext cx="34786" cy="12437"/>
            </a:xfrm>
            <a:custGeom>
              <a:avLst/>
              <a:gdLst>
                <a:gd name="connsiteX0" fmla="*/ 29211 w 34786"/>
                <a:gd name="connsiteY0" fmla="*/ 12386 h 12437"/>
                <a:gd name="connsiteX1" fmla="*/ 7209 w 34786"/>
                <a:gd name="connsiteY1" fmla="*/ 12386 h 12437"/>
                <a:gd name="connsiteX2" fmla="*/ 53 w 34786"/>
                <a:gd name="connsiteY2" fmla="*/ 7013 h 12437"/>
                <a:gd name="connsiteX3" fmla="*/ 5575 w 34786"/>
                <a:gd name="connsiteY3" fmla="*/ 51 h 12437"/>
                <a:gd name="connsiteX4" fmla="*/ 7209 w 34786"/>
                <a:gd name="connsiteY4" fmla="*/ 51 h 12437"/>
                <a:gd name="connsiteX5" fmla="*/ 29211 w 34786"/>
                <a:gd name="connsiteY5" fmla="*/ 51 h 12437"/>
                <a:gd name="connsiteX6" fmla="*/ 34734 w 34786"/>
                <a:gd name="connsiteY6" fmla="*/ 7013 h 12437"/>
                <a:gd name="connsiteX7" fmla="*/ 29211 w 34786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86" h="12437">
                  <a:moveTo>
                    <a:pt x="29211" y="12386"/>
                  </a:moveTo>
                  <a:lnTo>
                    <a:pt x="7209" y="12386"/>
                  </a:lnTo>
                  <a:cubicBezTo>
                    <a:pt x="3708" y="12825"/>
                    <a:pt x="504" y="10419"/>
                    <a:pt x="53" y="7013"/>
                  </a:cubicBezTo>
                  <a:cubicBezTo>
                    <a:pt x="-398" y="3607"/>
                    <a:pt x="2074" y="490"/>
                    <a:pt x="5575" y="51"/>
                  </a:cubicBezTo>
                  <a:cubicBezTo>
                    <a:pt x="6118" y="-17"/>
                    <a:pt x="6666" y="-17"/>
                    <a:pt x="7209" y="51"/>
                  </a:cubicBezTo>
                  <a:lnTo>
                    <a:pt x="29211" y="51"/>
                  </a:lnTo>
                  <a:cubicBezTo>
                    <a:pt x="32712" y="490"/>
                    <a:pt x="35185" y="3607"/>
                    <a:pt x="34734" y="7013"/>
                  </a:cubicBezTo>
                  <a:cubicBezTo>
                    <a:pt x="34362" y="9817"/>
                    <a:pt x="32093" y="12025"/>
                    <a:pt x="29211" y="12386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AAC09B5A-7CA3-FF4C-81B9-5180DADF2AC2}"/>
                </a:ext>
              </a:extLst>
            </p:cNvPr>
            <p:cNvSpPr/>
            <p:nvPr/>
          </p:nvSpPr>
          <p:spPr>
            <a:xfrm>
              <a:off x="5576199" y="2488505"/>
              <a:ext cx="31247" cy="22789"/>
            </a:xfrm>
            <a:custGeom>
              <a:avLst/>
              <a:gdLst>
                <a:gd name="connsiteX0" fmla="*/ 24876 w 31247"/>
                <a:gd name="connsiteY0" fmla="*/ 22790 h 22789"/>
                <a:gd name="connsiteX1" fmla="*/ 21733 w 31247"/>
                <a:gd name="connsiteY1" fmla="*/ 21974 h 22789"/>
                <a:gd name="connsiteX2" fmla="*/ 2664 w 31247"/>
                <a:gd name="connsiteY2" fmla="*/ 11270 h 22789"/>
                <a:gd name="connsiteX3" fmla="*/ 1200 w 31247"/>
                <a:gd name="connsiteY3" fmla="*/ 2592 h 22789"/>
                <a:gd name="connsiteX4" fmla="*/ 9055 w 31247"/>
                <a:gd name="connsiteY4" fmla="*/ 566 h 22789"/>
                <a:gd name="connsiteX5" fmla="*/ 28020 w 31247"/>
                <a:gd name="connsiteY5" fmla="*/ 11270 h 22789"/>
                <a:gd name="connsiteX6" fmla="*/ 30452 w 31247"/>
                <a:gd name="connsiteY6" fmla="*/ 19590 h 22789"/>
                <a:gd name="connsiteX7" fmla="*/ 30429 w 31247"/>
                <a:gd name="connsiteY7" fmla="*/ 19630 h 22789"/>
                <a:gd name="connsiteX8" fmla="*/ 24876 w 31247"/>
                <a:gd name="connsiteY8" fmla="*/ 22790 h 2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247" h="22789">
                  <a:moveTo>
                    <a:pt x="24876" y="22790"/>
                  </a:moveTo>
                  <a:cubicBezTo>
                    <a:pt x="23776" y="22773"/>
                    <a:pt x="22696" y="22493"/>
                    <a:pt x="21733" y="21974"/>
                  </a:cubicBezTo>
                  <a:lnTo>
                    <a:pt x="2664" y="11270"/>
                  </a:lnTo>
                  <a:cubicBezTo>
                    <a:pt x="-203" y="9267"/>
                    <a:pt x="-859" y="5382"/>
                    <a:pt x="1200" y="2592"/>
                  </a:cubicBezTo>
                  <a:cubicBezTo>
                    <a:pt x="2984" y="176"/>
                    <a:pt x="6276" y="-673"/>
                    <a:pt x="9055" y="566"/>
                  </a:cubicBezTo>
                  <a:lnTo>
                    <a:pt x="28020" y="11270"/>
                  </a:lnTo>
                  <a:cubicBezTo>
                    <a:pt x="31053" y="12914"/>
                    <a:pt x="32142" y="16639"/>
                    <a:pt x="30452" y="19590"/>
                  </a:cubicBezTo>
                  <a:cubicBezTo>
                    <a:pt x="30445" y="19604"/>
                    <a:pt x="30437" y="19617"/>
                    <a:pt x="30429" y="19630"/>
                  </a:cubicBezTo>
                  <a:cubicBezTo>
                    <a:pt x="29282" y="21564"/>
                    <a:pt x="27171" y="22765"/>
                    <a:pt x="24876" y="2279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696C9491-D5C5-2F46-BF0D-7E65B9F0DAE7}"/>
                </a:ext>
              </a:extLst>
            </p:cNvPr>
            <p:cNvSpPr/>
            <p:nvPr/>
          </p:nvSpPr>
          <p:spPr>
            <a:xfrm>
              <a:off x="5616779" y="2448240"/>
              <a:ext cx="23704" cy="30842"/>
            </a:xfrm>
            <a:custGeom>
              <a:avLst/>
              <a:gdLst>
                <a:gd name="connsiteX0" fmla="*/ 17301 w 23704"/>
                <a:gd name="connsiteY0" fmla="*/ 30840 h 30842"/>
                <a:gd name="connsiteX1" fmla="*/ 11852 w 23704"/>
                <a:gd name="connsiteY1" fmla="*/ 27782 h 30842"/>
                <a:gd name="connsiteX2" fmla="*/ 851 w 23704"/>
                <a:gd name="connsiteY2" fmla="*/ 9228 h 30842"/>
                <a:gd name="connsiteX3" fmla="*/ 3156 w 23704"/>
                <a:gd name="connsiteY3" fmla="*/ 767 h 30842"/>
                <a:gd name="connsiteX4" fmla="*/ 11852 w 23704"/>
                <a:gd name="connsiteY4" fmla="*/ 3112 h 30842"/>
                <a:gd name="connsiteX5" fmla="*/ 22854 w 23704"/>
                <a:gd name="connsiteY5" fmla="*/ 21564 h 30842"/>
                <a:gd name="connsiteX6" fmla="*/ 20549 w 23704"/>
                <a:gd name="connsiteY6" fmla="*/ 30025 h 30842"/>
                <a:gd name="connsiteX7" fmla="*/ 17301 w 23704"/>
                <a:gd name="connsiteY7" fmla="*/ 30840 h 3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04" h="30842">
                  <a:moveTo>
                    <a:pt x="17301" y="30840"/>
                  </a:moveTo>
                  <a:cubicBezTo>
                    <a:pt x="15059" y="30821"/>
                    <a:pt x="12992" y="29661"/>
                    <a:pt x="11852" y="27782"/>
                  </a:cubicBezTo>
                  <a:lnTo>
                    <a:pt x="851" y="9228"/>
                  </a:lnTo>
                  <a:cubicBezTo>
                    <a:pt x="-896" y="6270"/>
                    <a:pt x="132" y="2495"/>
                    <a:pt x="3156" y="767"/>
                  </a:cubicBezTo>
                  <a:cubicBezTo>
                    <a:pt x="6231" y="-857"/>
                    <a:pt x="10076" y="179"/>
                    <a:pt x="11852" y="3112"/>
                  </a:cubicBezTo>
                  <a:lnTo>
                    <a:pt x="22854" y="21564"/>
                  </a:lnTo>
                  <a:cubicBezTo>
                    <a:pt x="24601" y="24522"/>
                    <a:pt x="23573" y="28297"/>
                    <a:pt x="20549" y="30025"/>
                  </a:cubicBezTo>
                  <a:cubicBezTo>
                    <a:pt x="19566" y="30588"/>
                    <a:pt x="18441" y="30870"/>
                    <a:pt x="17301" y="3084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B4935632-CB57-7746-9F30-ED7F7F54844D}"/>
                </a:ext>
              </a:extLst>
            </p:cNvPr>
            <p:cNvSpPr/>
            <p:nvPr/>
          </p:nvSpPr>
          <p:spPr>
            <a:xfrm>
              <a:off x="5672898" y="2501835"/>
              <a:ext cx="65453" cy="104981"/>
            </a:xfrm>
            <a:custGeom>
              <a:avLst/>
              <a:gdLst>
                <a:gd name="connsiteX0" fmla="*/ 59461 w 65453"/>
                <a:gd name="connsiteY0" fmla="*/ 104981 h 104981"/>
                <a:gd name="connsiteX1" fmla="*/ 54955 w 65453"/>
                <a:gd name="connsiteY1" fmla="*/ 103146 h 104981"/>
                <a:gd name="connsiteX2" fmla="*/ 1834 w 65453"/>
                <a:gd name="connsiteY2" fmla="*/ 51563 h 104981"/>
                <a:gd name="connsiteX3" fmla="*/ 53 w 65453"/>
                <a:gd name="connsiteY3" fmla="*/ 47179 h 104981"/>
                <a:gd name="connsiteX4" fmla="*/ 53 w 65453"/>
                <a:gd name="connsiteY4" fmla="*/ 7014 h 104981"/>
                <a:gd name="connsiteX5" fmla="*/ 5575 w 65453"/>
                <a:gd name="connsiteY5" fmla="*/ 52 h 104981"/>
                <a:gd name="connsiteX6" fmla="*/ 12731 w 65453"/>
                <a:gd name="connsiteY6" fmla="*/ 5425 h 104981"/>
                <a:gd name="connsiteX7" fmla="*/ 12731 w 65453"/>
                <a:gd name="connsiteY7" fmla="*/ 7014 h 104981"/>
                <a:gd name="connsiteX8" fmla="*/ 12731 w 65453"/>
                <a:gd name="connsiteY8" fmla="*/ 44733 h 104981"/>
                <a:gd name="connsiteX9" fmla="*/ 63966 w 65453"/>
                <a:gd name="connsiteY9" fmla="*/ 94583 h 104981"/>
                <a:gd name="connsiteX10" fmla="*/ 63161 w 65453"/>
                <a:gd name="connsiteY10" fmla="*/ 103342 h 104981"/>
                <a:gd name="connsiteX11" fmla="*/ 59461 w 65453"/>
                <a:gd name="connsiteY11" fmla="*/ 104777 h 104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453" h="104981">
                  <a:moveTo>
                    <a:pt x="59461" y="104981"/>
                  </a:moveTo>
                  <a:cubicBezTo>
                    <a:pt x="57766" y="104985"/>
                    <a:pt x="56141" y="104324"/>
                    <a:pt x="54955" y="103146"/>
                  </a:cubicBezTo>
                  <a:lnTo>
                    <a:pt x="1834" y="51563"/>
                  </a:lnTo>
                  <a:cubicBezTo>
                    <a:pt x="691" y="50374"/>
                    <a:pt x="54" y="48807"/>
                    <a:pt x="53" y="47179"/>
                  </a:cubicBezTo>
                  <a:lnTo>
                    <a:pt x="53" y="7014"/>
                  </a:lnTo>
                  <a:cubicBezTo>
                    <a:pt x="-398" y="3608"/>
                    <a:pt x="2074" y="490"/>
                    <a:pt x="5575" y="52"/>
                  </a:cubicBezTo>
                  <a:cubicBezTo>
                    <a:pt x="9076" y="-387"/>
                    <a:pt x="12280" y="2018"/>
                    <a:pt x="12731" y="5425"/>
                  </a:cubicBezTo>
                  <a:cubicBezTo>
                    <a:pt x="12801" y="5952"/>
                    <a:pt x="12801" y="6486"/>
                    <a:pt x="12731" y="7014"/>
                  </a:cubicBezTo>
                  <a:lnTo>
                    <a:pt x="12731" y="44733"/>
                  </a:lnTo>
                  <a:lnTo>
                    <a:pt x="63966" y="94583"/>
                  </a:lnTo>
                  <a:cubicBezTo>
                    <a:pt x="66229" y="97218"/>
                    <a:pt x="65869" y="101140"/>
                    <a:pt x="63161" y="103342"/>
                  </a:cubicBezTo>
                  <a:cubicBezTo>
                    <a:pt x="62116" y="104192"/>
                    <a:pt x="60819" y="104695"/>
                    <a:pt x="59461" y="104777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DC9FA064-1FF4-8D41-BFCD-43AE4095AF01}"/>
                </a:ext>
              </a:extLst>
            </p:cNvPr>
            <p:cNvSpPr/>
            <p:nvPr/>
          </p:nvSpPr>
          <p:spPr>
            <a:xfrm>
              <a:off x="5646443" y="2363069"/>
              <a:ext cx="65693" cy="37515"/>
            </a:xfrm>
            <a:custGeom>
              <a:avLst/>
              <a:gdLst>
                <a:gd name="connsiteX0" fmla="*/ 65694 w 65693"/>
                <a:gd name="connsiteY0" fmla="*/ 37515 h 37515"/>
                <a:gd name="connsiteX1" fmla="*/ 58360 w 65693"/>
                <a:gd name="connsiteY1" fmla="*/ 36394 h 37515"/>
                <a:gd name="connsiteX2" fmla="*/ 7334 w 65693"/>
                <a:gd name="connsiteY2" fmla="*/ 36394 h 37515"/>
                <a:gd name="connsiteX3" fmla="*/ 0 w 65693"/>
                <a:gd name="connsiteY3" fmla="*/ 37515 h 37515"/>
                <a:gd name="connsiteX4" fmla="*/ 0 w 65693"/>
                <a:gd name="connsiteY4" fmla="*/ 0 h 37515"/>
                <a:gd name="connsiteX5" fmla="*/ 65694 w 65693"/>
                <a:gd name="connsiteY5" fmla="*/ 0 h 37515"/>
                <a:gd name="connsiteX6" fmla="*/ 32795 w 65693"/>
                <a:gd name="connsiteY6" fmla="*/ 22020 h 37515"/>
                <a:gd name="connsiteX7" fmla="*/ 52911 w 65693"/>
                <a:gd name="connsiteY7" fmla="*/ 23141 h 37515"/>
                <a:gd name="connsiteX8" fmla="*/ 52911 w 65693"/>
                <a:gd name="connsiteY8" fmla="*/ 12029 h 37515"/>
                <a:gd name="connsiteX9" fmla="*/ 12678 w 65693"/>
                <a:gd name="connsiteY9" fmla="*/ 12029 h 37515"/>
                <a:gd name="connsiteX10" fmla="*/ 12678 w 65693"/>
                <a:gd name="connsiteY10" fmla="*/ 23141 h 37515"/>
                <a:gd name="connsiteX11" fmla="*/ 32795 w 65693"/>
                <a:gd name="connsiteY11" fmla="*/ 22020 h 3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693" h="37515">
                  <a:moveTo>
                    <a:pt x="65694" y="37515"/>
                  </a:moveTo>
                  <a:lnTo>
                    <a:pt x="58360" y="36394"/>
                  </a:lnTo>
                  <a:cubicBezTo>
                    <a:pt x="41469" y="33641"/>
                    <a:pt x="24225" y="33641"/>
                    <a:pt x="7334" y="36394"/>
                  </a:cubicBezTo>
                  <a:lnTo>
                    <a:pt x="0" y="37515"/>
                  </a:lnTo>
                  <a:lnTo>
                    <a:pt x="0" y="0"/>
                  </a:lnTo>
                  <a:lnTo>
                    <a:pt x="65694" y="0"/>
                  </a:lnTo>
                  <a:close/>
                  <a:moveTo>
                    <a:pt x="32795" y="22020"/>
                  </a:moveTo>
                  <a:cubicBezTo>
                    <a:pt x="39516" y="22044"/>
                    <a:pt x="46231" y="22419"/>
                    <a:pt x="52911" y="23141"/>
                  </a:cubicBezTo>
                  <a:lnTo>
                    <a:pt x="52911" y="12029"/>
                  </a:lnTo>
                  <a:lnTo>
                    <a:pt x="12678" y="12029"/>
                  </a:lnTo>
                  <a:lnTo>
                    <a:pt x="12678" y="23141"/>
                  </a:lnTo>
                  <a:cubicBezTo>
                    <a:pt x="19358" y="22415"/>
                    <a:pt x="26073" y="22041"/>
                    <a:pt x="32795" y="22020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0FA710E3-853D-644B-A60E-6B87CE9637F9}"/>
                </a:ext>
              </a:extLst>
            </p:cNvPr>
            <p:cNvSpPr/>
            <p:nvPr/>
          </p:nvSpPr>
          <p:spPr>
            <a:xfrm>
              <a:off x="5633137" y="2332481"/>
              <a:ext cx="92202" cy="42621"/>
            </a:xfrm>
            <a:custGeom>
              <a:avLst/>
              <a:gdLst>
                <a:gd name="connsiteX0" fmla="*/ 77429 w 92202"/>
                <a:gd name="connsiteY0" fmla="*/ 42618 h 42621"/>
                <a:gd name="connsiteX1" fmla="*/ 14564 w 92202"/>
                <a:gd name="connsiteY1" fmla="*/ 42618 h 42621"/>
                <a:gd name="connsiteX2" fmla="*/ 0 w 92202"/>
                <a:gd name="connsiteY2" fmla="*/ 28448 h 42621"/>
                <a:gd name="connsiteX3" fmla="*/ 0 w 92202"/>
                <a:gd name="connsiteY3" fmla="*/ 14074 h 42621"/>
                <a:gd name="connsiteX4" fmla="*/ 14453 w 92202"/>
                <a:gd name="connsiteY4" fmla="*/ 0 h 42621"/>
                <a:gd name="connsiteX5" fmla="*/ 14878 w 92202"/>
                <a:gd name="connsiteY5" fmla="*/ 6 h 42621"/>
                <a:gd name="connsiteX6" fmla="*/ 77743 w 92202"/>
                <a:gd name="connsiteY6" fmla="*/ 6 h 42621"/>
                <a:gd name="connsiteX7" fmla="*/ 92202 w 92202"/>
                <a:gd name="connsiteY7" fmla="*/ 14074 h 42621"/>
                <a:gd name="connsiteX8" fmla="*/ 92202 w 92202"/>
                <a:gd name="connsiteY8" fmla="*/ 28448 h 42621"/>
                <a:gd name="connsiteX9" fmla="*/ 77852 w 92202"/>
                <a:gd name="connsiteY9" fmla="*/ 42621 h 42621"/>
                <a:gd name="connsiteX10" fmla="*/ 77429 w 92202"/>
                <a:gd name="connsiteY10" fmla="*/ 42618 h 42621"/>
                <a:gd name="connsiteX11" fmla="*/ 14564 w 92202"/>
                <a:gd name="connsiteY11" fmla="*/ 12035 h 42621"/>
                <a:gd name="connsiteX12" fmla="*/ 12783 w 92202"/>
                <a:gd name="connsiteY12" fmla="*/ 13768 h 42621"/>
                <a:gd name="connsiteX13" fmla="*/ 12783 w 92202"/>
                <a:gd name="connsiteY13" fmla="*/ 28448 h 42621"/>
                <a:gd name="connsiteX14" fmla="*/ 13732 w 92202"/>
                <a:gd name="connsiteY14" fmla="*/ 30562 h 42621"/>
                <a:gd name="connsiteX15" fmla="*/ 14878 w 92202"/>
                <a:gd name="connsiteY15" fmla="*/ 30589 h 42621"/>
                <a:gd name="connsiteX16" fmla="*/ 77743 w 92202"/>
                <a:gd name="connsiteY16" fmla="*/ 30589 h 42621"/>
                <a:gd name="connsiteX17" fmla="*/ 79524 w 92202"/>
                <a:gd name="connsiteY17" fmla="*/ 28856 h 42621"/>
                <a:gd name="connsiteX18" fmla="*/ 79524 w 92202"/>
                <a:gd name="connsiteY18" fmla="*/ 14074 h 42621"/>
                <a:gd name="connsiteX19" fmla="*/ 77743 w 92202"/>
                <a:gd name="connsiteY19" fmla="*/ 12341 h 4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202" h="42621">
                  <a:moveTo>
                    <a:pt x="77429" y="42618"/>
                  </a:moveTo>
                  <a:lnTo>
                    <a:pt x="14564" y="42618"/>
                  </a:lnTo>
                  <a:cubicBezTo>
                    <a:pt x="6520" y="42618"/>
                    <a:pt x="0" y="36274"/>
                    <a:pt x="0" y="28448"/>
                  </a:cubicBezTo>
                  <a:lnTo>
                    <a:pt x="0" y="14074"/>
                  </a:lnTo>
                  <a:cubicBezTo>
                    <a:pt x="-3" y="6304"/>
                    <a:pt x="6467" y="3"/>
                    <a:pt x="14453" y="0"/>
                  </a:cubicBezTo>
                  <a:cubicBezTo>
                    <a:pt x="14595" y="0"/>
                    <a:pt x="14736" y="2"/>
                    <a:pt x="14878" y="6"/>
                  </a:cubicBezTo>
                  <a:lnTo>
                    <a:pt x="77743" y="6"/>
                  </a:lnTo>
                  <a:cubicBezTo>
                    <a:pt x="85729" y="6"/>
                    <a:pt x="92202" y="6304"/>
                    <a:pt x="92202" y="14074"/>
                  </a:cubicBezTo>
                  <a:lnTo>
                    <a:pt x="92202" y="28448"/>
                  </a:lnTo>
                  <a:cubicBezTo>
                    <a:pt x="92262" y="36217"/>
                    <a:pt x="85837" y="42563"/>
                    <a:pt x="77852" y="42621"/>
                  </a:cubicBezTo>
                  <a:cubicBezTo>
                    <a:pt x="77711" y="42622"/>
                    <a:pt x="77570" y="42621"/>
                    <a:pt x="77429" y="42618"/>
                  </a:cubicBezTo>
                  <a:close/>
                  <a:moveTo>
                    <a:pt x="14564" y="12035"/>
                  </a:moveTo>
                  <a:cubicBezTo>
                    <a:pt x="13580" y="12035"/>
                    <a:pt x="12783" y="12811"/>
                    <a:pt x="12783" y="13768"/>
                  </a:cubicBezTo>
                  <a:lnTo>
                    <a:pt x="12783" y="28448"/>
                  </a:lnTo>
                  <a:cubicBezTo>
                    <a:pt x="12445" y="29287"/>
                    <a:pt x="12870" y="30233"/>
                    <a:pt x="13732" y="30562"/>
                  </a:cubicBezTo>
                  <a:cubicBezTo>
                    <a:pt x="14099" y="30701"/>
                    <a:pt x="14505" y="30711"/>
                    <a:pt x="14878" y="30589"/>
                  </a:cubicBezTo>
                  <a:lnTo>
                    <a:pt x="77743" y="30589"/>
                  </a:lnTo>
                  <a:cubicBezTo>
                    <a:pt x="78727" y="30589"/>
                    <a:pt x="79524" y="29813"/>
                    <a:pt x="79524" y="28856"/>
                  </a:cubicBezTo>
                  <a:lnTo>
                    <a:pt x="79524" y="14074"/>
                  </a:lnTo>
                  <a:cubicBezTo>
                    <a:pt x="79472" y="13139"/>
                    <a:pt x="78704" y="12392"/>
                    <a:pt x="77743" y="12341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3332446C-AE55-2D43-9488-775EC0F4CDA4}"/>
                </a:ext>
              </a:extLst>
            </p:cNvPr>
            <p:cNvSpPr/>
            <p:nvPr/>
          </p:nvSpPr>
          <p:spPr>
            <a:xfrm>
              <a:off x="5755304" y="2379817"/>
              <a:ext cx="65221" cy="63787"/>
            </a:xfrm>
            <a:custGeom>
              <a:avLst/>
              <a:gdLst>
                <a:gd name="connsiteX0" fmla="*/ 36147 w 65221"/>
                <a:gd name="connsiteY0" fmla="*/ 63787 h 63787"/>
                <a:gd name="connsiteX1" fmla="*/ 31223 w 65221"/>
                <a:gd name="connsiteY1" fmla="*/ 59302 h 63787"/>
                <a:gd name="connsiteX2" fmla="*/ 6182 w 65221"/>
                <a:gd name="connsiteY2" fmla="*/ 40442 h 63787"/>
                <a:gd name="connsiteX3" fmla="*/ 0 w 65221"/>
                <a:gd name="connsiteY3" fmla="*/ 36670 h 63787"/>
                <a:gd name="connsiteX4" fmla="*/ 25041 w 65221"/>
                <a:gd name="connsiteY4" fmla="*/ 7820 h 63787"/>
                <a:gd name="connsiteX5" fmla="*/ 40548 w 65221"/>
                <a:gd name="connsiteY5" fmla="*/ 73 h 63787"/>
                <a:gd name="connsiteX6" fmla="*/ 65147 w 65221"/>
                <a:gd name="connsiteY6" fmla="*/ 20442 h 63787"/>
                <a:gd name="connsiteX7" fmla="*/ 59826 w 65221"/>
                <a:gd name="connsiteY7" fmla="*/ 36568 h 63787"/>
                <a:gd name="connsiteX8" fmla="*/ 19069 w 65221"/>
                <a:gd name="connsiteY8" fmla="*/ 34224 h 63787"/>
                <a:gd name="connsiteX9" fmla="*/ 35100 w 65221"/>
                <a:gd name="connsiteY9" fmla="*/ 46355 h 63787"/>
                <a:gd name="connsiteX10" fmla="*/ 50187 w 65221"/>
                <a:gd name="connsiteY10" fmla="*/ 29025 h 63787"/>
                <a:gd name="connsiteX11" fmla="*/ 48825 w 65221"/>
                <a:gd name="connsiteY11" fmla="*/ 14753 h 63787"/>
                <a:gd name="connsiteX12" fmla="*/ 41491 w 65221"/>
                <a:gd name="connsiteY12" fmla="*/ 12408 h 63787"/>
                <a:gd name="connsiteX13" fmla="*/ 34576 w 65221"/>
                <a:gd name="connsiteY13" fmla="*/ 15874 h 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21" h="63787">
                  <a:moveTo>
                    <a:pt x="36147" y="63787"/>
                  </a:moveTo>
                  <a:lnTo>
                    <a:pt x="31223" y="59302"/>
                  </a:lnTo>
                  <a:cubicBezTo>
                    <a:pt x="23565" y="52194"/>
                    <a:pt x="15173" y="45874"/>
                    <a:pt x="6182" y="40442"/>
                  </a:cubicBezTo>
                  <a:lnTo>
                    <a:pt x="0" y="36670"/>
                  </a:lnTo>
                  <a:lnTo>
                    <a:pt x="25041" y="7820"/>
                  </a:lnTo>
                  <a:cubicBezTo>
                    <a:pt x="28947" y="3336"/>
                    <a:pt x="34526" y="548"/>
                    <a:pt x="40548" y="73"/>
                  </a:cubicBezTo>
                  <a:cubicBezTo>
                    <a:pt x="53122" y="-912"/>
                    <a:pt x="64136" y="8208"/>
                    <a:pt x="65147" y="20442"/>
                  </a:cubicBezTo>
                  <a:cubicBezTo>
                    <a:pt x="65631" y="26290"/>
                    <a:pt x="63718" y="32087"/>
                    <a:pt x="59826" y="36568"/>
                  </a:cubicBezTo>
                  <a:close/>
                  <a:moveTo>
                    <a:pt x="19069" y="34224"/>
                  </a:moveTo>
                  <a:cubicBezTo>
                    <a:pt x="24640" y="37975"/>
                    <a:pt x="29991" y="42025"/>
                    <a:pt x="35100" y="46355"/>
                  </a:cubicBezTo>
                  <a:lnTo>
                    <a:pt x="50187" y="29025"/>
                  </a:lnTo>
                  <a:cubicBezTo>
                    <a:pt x="53827" y="24707"/>
                    <a:pt x="53220" y="18344"/>
                    <a:pt x="48825" y="14753"/>
                  </a:cubicBezTo>
                  <a:cubicBezTo>
                    <a:pt x="46816" y="13022"/>
                    <a:pt x="44163" y="12174"/>
                    <a:pt x="41491" y="12408"/>
                  </a:cubicBezTo>
                  <a:cubicBezTo>
                    <a:pt x="38814" y="12657"/>
                    <a:pt x="36338" y="13898"/>
                    <a:pt x="34576" y="15874"/>
                  </a:cubicBezTo>
                  <a:close/>
                </a:path>
              </a:pathLst>
            </a:custGeom>
            <a:grpFill/>
            <a:ln w="104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5" name="Graphic 65">
            <a:extLst>
              <a:ext uri="{FF2B5EF4-FFF2-40B4-BE49-F238E27FC236}">
                <a16:creationId xmlns:a16="http://schemas.microsoft.com/office/drawing/2014/main" id="{C0E0489B-B571-5641-A4B9-7F283CCAC842}"/>
              </a:ext>
            </a:extLst>
          </p:cNvPr>
          <p:cNvGrpSpPr>
            <a:grpSpLocks noChangeAspect="1"/>
          </p:cNvGrpSpPr>
          <p:nvPr/>
        </p:nvGrpSpPr>
        <p:grpSpPr>
          <a:xfrm>
            <a:off x="7021785" y="4644289"/>
            <a:ext cx="371741" cy="380961"/>
            <a:chOff x="5489805" y="2332385"/>
            <a:chExt cx="371741" cy="380961"/>
          </a:xfrm>
          <a:solidFill>
            <a:srgbClr val="FFFFFF"/>
          </a:solidFill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EBEB3224-3498-E54D-AFBD-8C13EDDE327A}"/>
                </a:ext>
              </a:extLst>
            </p:cNvPr>
            <p:cNvSpPr/>
            <p:nvPr/>
          </p:nvSpPr>
          <p:spPr>
            <a:xfrm>
              <a:off x="5565347" y="2332385"/>
              <a:ext cx="74180" cy="72175"/>
            </a:xfrm>
            <a:custGeom>
              <a:avLst/>
              <a:gdLst>
                <a:gd name="connsiteX0" fmla="*/ 37090 w 74180"/>
                <a:gd name="connsiteY0" fmla="*/ 72176 h 72175"/>
                <a:gd name="connsiteX1" fmla="*/ 0 w 74180"/>
                <a:gd name="connsiteY1" fmla="*/ 36088 h 72175"/>
                <a:gd name="connsiteX2" fmla="*/ 37091 w 74180"/>
                <a:gd name="connsiteY2" fmla="*/ 0 h 72175"/>
                <a:gd name="connsiteX3" fmla="*/ 74181 w 74180"/>
                <a:gd name="connsiteY3" fmla="*/ 36088 h 72175"/>
                <a:gd name="connsiteX4" fmla="*/ 74181 w 74180"/>
                <a:gd name="connsiteY4" fmla="*/ 36190 h 72175"/>
                <a:gd name="connsiteX5" fmla="*/ 37090 w 74180"/>
                <a:gd name="connsiteY5" fmla="*/ 72176 h 72175"/>
                <a:gd name="connsiteX6" fmla="*/ 37090 w 74180"/>
                <a:gd name="connsiteY6" fmla="*/ 12437 h 72175"/>
                <a:gd name="connsiteX7" fmla="*/ 12678 w 74180"/>
                <a:gd name="connsiteY7" fmla="*/ 36190 h 72175"/>
                <a:gd name="connsiteX8" fmla="*/ 37090 w 74180"/>
                <a:gd name="connsiteY8" fmla="*/ 59943 h 72175"/>
                <a:gd name="connsiteX9" fmla="*/ 61503 w 74180"/>
                <a:gd name="connsiteY9" fmla="*/ 36190 h 72175"/>
                <a:gd name="connsiteX10" fmla="*/ 37090 w 74180"/>
                <a:gd name="connsiteY10" fmla="*/ 12437 h 7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180" h="72175">
                  <a:moveTo>
                    <a:pt x="37090" y="72176"/>
                  </a:moveTo>
                  <a:cubicBezTo>
                    <a:pt x="16606" y="72176"/>
                    <a:pt x="0" y="56019"/>
                    <a:pt x="0" y="36088"/>
                  </a:cubicBezTo>
                  <a:cubicBezTo>
                    <a:pt x="0" y="16157"/>
                    <a:pt x="16606" y="0"/>
                    <a:pt x="37091" y="0"/>
                  </a:cubicBezTo>
                  <a:cubicBezTo>
                    <a:pt x="57575" y="0"/>
                    <a:pt x="74181" y="16157"/>
                    <a:pt x="74181" y="36088"/>
                  </a:cubicBezTo>
                  <a:cubicBezTo>
                    <a:pt x="74181" y="36122"/>
                    <a:pt x="74181" y="36156"/>
                    <a:pt x="74181" y="36190"/>
                  </a:cubicBezTo>
                  <a:cubicBezTo>
                    <a:pt x="74123" y="56081"/>
                    <a:pt x="57534" y="72176"/>
                    <a:pt x="37090" y="72176"/>
                  </a:cubicBezTo>
                  <a:close/>
                  <a:moveTo>
                    <a:pt x="37090" y="12437"/>
                  </a:moveTo>
                  <a:cubicBezTo>
                    <a:pt x="23608" y="12437"/>
                    <a:pt x="12678" y="23072"/>
                    <a:pt x="12678" y="36190"/>
                  </a:cubicBezTo>
                  <a:cubicBezTo>
                    <a:pt x="12678" y="49308"/>
                    <a:pt x="23608" y="59943"/>
                    <a:pt x="37090" y="59943"/>
                  </a:cubicBezTo>
                  <a:cubicBezTo>
                    <a:pt x="50573" y="59943"/>
                    <a:pt x="61503" y="49308"/>
                    <a:pt x="61503" y="36190"/>
                  </a:cubicBezTo>
                  <a:cubicBezTo>
                    <a:pt x="61503" y="23072"/>
                    <a:pt x="50573" y="12437"/>
                    <a:pt x="37090" y="1243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8046474D-07F0-1E4D-8B0D-B81E5B5581B3}"/>
                </a:ext>
              </a:extLst>
            </p:cNvPr>
            <p:cNvSpPr/>
            <p:nvPr/>
          </p:nvSpPr>
          <p:spPr>
            <a:xfrm>
              <a:off x="5507721" y="2525464"/>
              <a:ext cx="336118" cy="187882"/>
            </a:xfrm>
            <a:custGeom>
              <a:avLst/>
              <a:gdLst>
                <a:gd name="connsiteX0" fmla="*/ 329727 w 336118"/>
                <a:gd name="connsiteY0" fmla="*/ 187882 h 187882"/>
                <a:gd name="connsiteX1" fmla="*/ 6391 w 336118"/>
                <a:gd name="connsiteY1" fmla="*/ 187882 h 187882"/>
                <a:gd name="connsiteX2" fmla="*/ 0 w 336118"/>
                <a:gd name="connsiteY2" fmla="*/ 181664 h 187882"/>
                <a:gd name="connsiteX3" fmla="*/ 0 w 336118"/>
                <a:gd name="connsiteY3" fmla="*/ 6117 h 187882"/>
                <a:gd name="connsiteX4" fmla="*/ 6286 w 336118"/>
                <a:gd name="connsiteY4" fmla="*/ 0 h 187882"/>
                <a:gd name="connsiteX5" fmla="*/ 6391 w 336118"/>
                <a:gd name="connsiteY5" fmla="*/ 1 h 187882"/>
                <a:gd name="connsiteX6" fmla="*/ 329727 w 336118"/>
                <a:gd name="connsiteY6" fmla="*/ 1 h 187882"/>
                <a:gd name="connsiteX7" fmla="*/ 336117 w 336118"/>
                <a:gd name="connsiteY7" fmla="*/ 6015 h 187882"/>
                <a:gd name="connsiteX8" fmla="*/ 336118 w 336118"/>
                <a:gd name="connsiteY8" fmla="*/ 6117 h 187882"/>
                <a:gd name="connsiteX9" fmla="*/ 336118 w 336118"/>
                <a:gd name="connsiteY9" fmla="*/ 181664 h 187882"/>
                <a:gd name="connsiteX10" fmla="*/ 329727 w 336118"/>
                <a:gd name="connsiteY10" fmla="*/ 187882 h 187882"/>
                <a:gd name="connsiteX11" fmla="*/ 12678 w 336118"/>
                <a:gd name="connsiteY11" fmla="*/ 175547 h 187882"/>
                <a:gd name="connsiteX12" fmla="*/ 323336 w 336118"/>
                <a:gd name="connsiteY12" fmla="*/ 175547 h 187882"/>
                <a:gd name="connsiteX13" fmla="*/ 323336 w 336118"/>
                <a:gd name="connsiteY13" fmla="*/ 12438 h 187882"/>
                <a:gd name="connsiteX14" fmla="*/ 12678 w 336118"/>
                <a:gd name="connsiteY14" fmla="*/ 12438 h 187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118" h="187882">
                  <a:moveTo>
                    <a:pt x="329727" y="187882"/>
                  </a:moveTo>
                  <a:lnTo>
                    <a:pt x="6391" y="187882"/>
                  </a:lnTo>
                  <a:cubicBezTo>
                    <a:pt x="2861" y="187882"/>
                    <a:pt x="0" y="185098"/>
                    <a:pt x="0" y="181664"/>
                  </a:cubicBezTo>
                  <a:lnTo>
                    <a:pt x="0" y="6117"/>
                  </a:lnTo>
                  <a:cubicBezTo>
                    <a:pt x="0" y="2739"/>
                    <a:pt x="2814" y="0"/>
                    <a:pt x="6286" y="0"/>
                  </a:cubicBezTo>
                  <a:cubicBezTo>
                    <a:pt x="6321" y="0"/>
                    <a:pt x="6356" y="0"/>
                    <a:pt x="6391" y="1"/>
                  </a:cubicBezTo>
                  <a:lnTo>
                    <a:pt x="329727" y="1"/>
                  </a:lnTo>
                  <a:cubicBezTo>
                    <a:pt x="333198" y="-55"/>
                    <a:pt x="336059" y="2637"/>
                    <a:pt x="336117" y="6015"/>
                  </a:cubicBezTo>
                  <a:cubicBezTo>
                    <a:pt x="336118" y="6049"/>
                    <a:pt x="336118" y="6083"/>
                    <a:pt x="336118" y="6117"/>
                  </a:cubicBezTo>
                  <a:lnTo>
                    <a:pt x="336118" y="181664"/>
                  </a:lnTo>
                  <a:cubicBezTo>
                    <a:pt x="336118" y="185098"/>
                    <a:pt x="333257" y="187882"/>
                    <a:pt x="329727" y="187882"/>
                  </a:cubicBezTo>
                  <a:close/>
                  <a:moveTo>
                    <a:pt x="12678" y="175547"/>
                  </a:moveTo>
                  <a:lnTo>
                    <a:pt x="323336" y="175547"/>
                  </a:lnTo>
                  <a:lnTo>
                    <a:pt x="323336" y="12438"/>
                  </a:lnTo>
                  <a:lnTo>
                    <a:pt x="12678" y="12438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3D64DA69-5355-0A40-BF73-B387108B7080}"/>
                </a:ext>
              </a:extLst>
            </p:cNvPr>
            <p:cNvSpPr/>
            <p:nvPr/>
          </p:nvSpPr>
          <p:spPr>
            <a:xfrm>
              <a:off x="5489805" y="2497023"/>
              <a:ext cx="371741" cy="40777"/>
            </a:xfrm>
            <a:custGeom>
              <a:avLst/>
              <a:gdLst>
                <a:gd name="connsiteX0" fmla="*/ 350787 w 371741"/>
                <a:gd name="connsiteY0" fmla="*/ 40777 h 40777"/>
                <a:gd name="connsiteX1" fmla="*/ 20955 w 371741"/>
                <a:gd name="connsiteY1" fmla="*/ 40777 h 40777"/>
                <a:gd name="connsiteX2" fmla="*/ 0 w 371741"/>
                <a:gd name="connsiteY2" fmla="*/ 20389 h 40777"/>
                <a:gd name="connsiteX3" fmla="*/ 20955 w 371741"/>
                <a:gd name="connsiteY3" fmla="*/ 0 h 40777"/>
                <a:gd name="connsiteX4" fmla="*/ 350787 w 371741"/>
                <a:gd name="connsiteY4" fmla="*/ 0 h 40777"/>
                <a:gd name="connsiteX5" fmla="*/ 371742 w 371741"/>
                <a:gd name="connsiteY5" fmla="*/ 20389 h 40777"/>
                <a:gd name="connsiteX6" fmla="*/ 350787 w 371741"/>
                <a:gd name="connsiteY6" fmla="*/ 40777 h 40777"/>
                <a:gd name="connsiteX7" fmla="*/ 20955 w 371741"/>
                <a:gd name="connsiteY7" fmla="*/ 12029 h 40777"/>
                <a:gd name="connsiteX8" fmla="*/ 13462 w 371741"/>
                <a:gd name="connsiteY8" fmla="*/ 21152 h 40777"/>
                <a:gd name="connsiteX9" fmla="*/ 20955 w 371741"/>
                <a:gd name="connsiteY9" fmla="*/ 28442 h 40777"/>
                <a:gd name="connsiteX10" fmla="*/ 350787 w 371741"/>
                <a:gd name="connsiteY10" fmla="*/ 28442 h 40777"/>
                <a:gd name="connsiteX11" fmla="*/ 358280 w 371741"/>
                <a:gd name="connsiteY11" fmla="*/ 19320 h 40777"/>
                <a:gd name="connsiteX12" fmla="*/ 350787 w 371741"/>
                <a:gd name="connsiteY12" fmla="*/ 12029 h 4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741" h="40777">
                  <a:moveTo>
                    <a:pt x="350787" y="40777"/>
                  </a:moveTo>
                  <a:lnTo>
                    <a:pt x="20955" y="40777"/>
                  </a:lnTo>
                  <a:cubicBezTo>
                    <a:pt x="9382" y="40777"/>
                    <a:pt x="0" y="31649"/>
                    <a:pt x="0" y="20389"/>
                  </a:cubicBezTo>
                  <a:cubicBezTo>
                    <a:pt x="0" y="9128"/>
                    <a:pt x="9382" y="0"/>
                    <a:pt x="20955" y="0"/>
                  </a:cubicBezTo>
                  <a:lnTo>
                    <a:pt x="350787" y="0"/>
                  </a:lnTo>
                  <a:cubicBezTo>
                    <a:pt x="362360" y="0"/>
                    <a:pt x="371742" y="9128"/>
                    <a:pt x="371742" y="20389"/>
                  </a:cubicBezTo>
                  <a:cubicBezTo>
                    <a:pt x="371742" y="31649"/>
                    <a:pt x="362360" y="40777"/>
                    <a:pt x="350787" y="40777"/>
                  </a:cubicBezTo>
                  <a:close/>
                  <a:moveTo>
                    <a:pt x="20955" y="12029"/>
                  </a:moveTo>
                  <a:cubicBezTo>
                    <a:pt x="16297" y="12535"/>
                    <a:pt x="12942" y="16620"/>
                    <a:pt x="13462" y="21152"/>
                  </a:cubicBezTo>
                  <a:cubicBezTo>
                    <a:pt x="13902" y="24987"/>
                    <a:pt x="17013" y="28014"/>
                    <a:pt x="20955" y="28442"/>
                  </a:cubicBezTo>
                  <a:lnTo>
                    <a:pt x="350787" y="28442"/>
                  </a:lnTo>
                  <a:cubicBezTo>
                    <a:pt x="355445" y="27936"/>
                    <a:pt x="358800" y="23852"/>
                    <a:pt x="358280" y="19320"/>
                  </a:cubicBezTo>
                  <a:cubicBezTo>
                    <a:pt x="357840" y="15485"/>
                    <a:pt x="354728" y="12457"/>
                    <a:pt x="350787" y="12029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2D57F17-302B-FB49-A946-232557F0CDE5}"/>
                </a:ext>
              </a:extLst>
            </p:cNvPr>
            <p:cNvSpPr/>
            <p:nvPr/>
          </p:nvSpPr>
          <p:spPr>
            <a:xfrm>
              <a:off x="5698307" y="2383458"/>
              <a:ext cx="144903" cy="92870"/>
            </a:xfrm>
            <a:custGeom>
              <a:avLst/>
              <a:gdLst>
                <a:gd name="connsiteX0" fmla="*/ 125835 w 144903"/>
                <a:gd name="connsiteY0" fmla="*/ 92870 h 92870"/>
                <a:gd name="connsiteX1" fmla="*/ 19069 w 144903"/>
                <a:gd name="connsiteY1" fmla="*/ 92870 h 92870"/>
                <a:gd name="connsiteX2" fmla="*/ 0 w 144903"/>
                <a:gd name="connsiteY2" fmla="*/ 74317 h 92870"/>
                <a:gd name="connsiteX3" fmla="*/ 0 w 144903"/>
                <a:gd name="connsiteY3" fmla="*/ 18452 h 92870"/>
                <a:gd name="connsiteX4" fmla="*/ 19069 w 144903"/>
                <a:gd name="connsiteY4" fmla="*/ 0 h 92870"/>
                <a:gd name="connsiteX5" fmla="*/ 125835 w 144903"/>
                <a:gd name="connsiteY5" fmla="*/ 0 h 92870"/>
                <a:gd name="connsiteX6" fmla="*/ 144904 w 144903"/>
                <a:gd name="connsiteY6" fmla="*/ 18554 h 92870"/>
                <a:gd name="connsiteX7" fmla="*/ 144904 w 144903"/>
                <a:gd name="connsiteY7" fmla="*/ 74419 h 92870"/>
                <a:gd name="connsiteX8" fmla="*/ 125835 w 144903"/>
                <a:gd name="connsiteY8" fmla="*/ 92870 h 92870"/>
                <a:gd name="connsiteX9" fmla="*/ 19069 w 144903"/>
                <a:gd name="connsiteY9" fmla="*/ 12335 h 92870"/>
                <a:gd name="connsiteX10" fmla="*/ 12783 w 144903"/>
                <a:gd name="connsiteY10" fmla="*/ 18452 h 92870"/>
                <a:gd name="connsiteX11" fmla="*/ 12783 w 144903"/>
                <a:gd name="connsiteY11" fmla="*/ 74317 h 92870"/>
                <a:gd name="connsiteX12" fmla="*/ 18963 w 144903"/>
                <a:gd name="connsiteY12" fmla="*/ 80534 h 92870"/>
                <a:gd name="connsiteX13" fmla="*/ 19069 w 144903"/>
                <a:gd name="connsiteY13" fmla="*/ 80535 h 92870"/>
                <a:gd name="connsiteX14" fmla="*/ 125835 w 144903"/>
                <a:gd name="connsiteY14" fmla="*/ 80535 h 92870"/>
                <a:gd name="connsiteX15" fmla="*/ 132122 w 144903"/>
                <a:gd name="connsiteY15" fmla="*/ 74419 h 92870"/>
                <a:gd name="connsiteX16" fmla="*/ 132121 w 144903"/>
                <a:gd name="connsiteY16" fmla="*/ 74317 h 92870"/>
                <a:gd name="connsiteX17" fmla="*/ 132121 w 144903"/>
                <a:gd name="connsiteY17" fmla="*/ 18452 h 92870"/>
                <a:gd name="connsiteX18" fmla="*/ 125835 w 144903"/>
                <a:gd name="connsiteY18" fmla="*/ 12335 h 9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4903" h="92870">
                  <a:moveTo>
                    <a:pt x="125835" y="92870"/>
                  </a:moveTo>
                  <a:lnTo>
                    <a:pt x="19069" y="92870"/>
                  </a:lnTo>
                  <a:cubicBezTo>
                    <a:pt x="8538" y="92870"/>
                    <a:pt x="0" y="84564"/>
                    <a:pt x="0" y="74317"/>
                  </a:cubicBezTo>
                  <a:lnTo>
                    <a:pt x="0" y="18452"/>
                  </a:lnTo>
                  <a:cubicBezTo>
                    <a:pt x="114" y="8268"/>
                    <a:pt x="8602" y="55"/>
                    <a:pt x="19069" y="0"/>
                  </a:cubicBezTo>
                  <a:lnTo>
                    <a:pt x="125835" y="0"/>
                  </a:lnTo>
                  <a:cubicBezTo>
                    <a:pt x="136343" y="56"/>
                    <a:pt x="144847" y="8330"/>
                    <a:pt x="144904" y="18554"/>
                  </a:cubicBezTo>
                  <a:lnTo>
                    <a:pt x="144904" y="74419"/>
                  </a:lnTo>
                  <a:cubicBezTo>
                    <a:pt x="144846" y="84626"/>
                    <a:pt x="136326" y="92870"/>
                    <a:pt x="125835" y="92870"/>
                  </a:cubicBezTo>
                  <a:close/>
                  <a:moveTo>
                    <a:pt x="19069" y="12335"/>
                  </a:moveTo>
                  <a:cubicBezTo>
                    <a:pt x="15597" y="12335"/>
                    <a:pt x="12783" y="15074"/>
                    <a:pt x="12783" y="18452"/>
                  </a:cubicBezTo>
                  <a:lnTo>
                    <a:pt x="12783" y="74317"/>
                  </a:lnTo>
                  <a:cubicBezTo>
                    <a:pt x="12725" y="77694"/>
                    <a:pt x="15492" y="80478"/>
                    <a:pt x="18963" y="80534"/>
                  </a:cubicBezTo>
                  <a:cubicBezTo>
                    <a:pt x="18999" y="80535"/>
                    <a:pt x="19034" y="80535"/>
                    <a:pt x="19069" y="80535"/>
                  </a:cubicBezTo>
                  <a:lnTo>
                    <a:pt x="125835" y="80535"/>
                  </a:lnTo>
                  <a:cubicBezTo>
                    <a:pt x="129307" y="80536"/>
                    <a:pt x="132122" y="77798"/>
                    <a:pt x="132122" y="74419"/>
                  </a:cubicBezTo>
                  <a:cubicBezTo>
                    <a:pt x="132122" y="74385"/>
                    <a:pt x="132122" y="74351"/>
                    <a:pt x="132121" y="74317"/>
                  </a:cubicBezTo>
                  <a:lnTo>
                    <a:pt x="132121" y="18452"/>
                  </a:lnTo>
                  <a:cubicBezTo>
                    <a:pt x="132121" y="15074"/>
                    <a:pt x="129307" y="12335"/>
                    <a:pt x="125835" y="1233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D750059-6759-4F47-93E4-7D5EC6BD2FA4}"/>
                </a:ext>
              </a:extLst>
            </p:cNvPr>
            <p:cNvSpPr/>
            <p:nvPr/>
          </p:nvSpPr>
          <p:spPr>
            <a:xfrm>
              <a:off x="5736758" y="2463993"/>
              <a:ext cx="68104" cy="43631"/>
            </a:xfrm>
            <a:custGeom>
              <a:avLst/>
              <a:gdLst>
                <a:gd name="connsiteX0" fmla="*/ 61713 w 68104"/>
                <a:gd name="connsiteY0" fmla="*/ 43632 h 43631"/>
                <a:gd name="connsiteX1" fmla="*/ 6287 w 68104"/>
                <a:gd name="connsiteY1" fmla="*/ 43632 h 43631"/>
                <a:gd name="connsiteX2" fmla="*/ 0 w 68104"/>
                <a:gd name="connsiteY2" fmla="*/ 37516 h 43631"/>
                <a:gd name="connsiteX3" fmla="*/ 1 w 68104"/>
                <a:gd name="connsiteY3" fmla="*/ 37413 h 43631"/>
                <a:gd name="connsiteX4" fmla="*/ 1 w 68104"/>
                <a:gd name="connsiteY4" fmla="*/ 6219 h 43631"/>
                <a:gd name="connsiteX5" fmla="*/ 6182 w 68104"/>
                <a:gd name="connsiteY5" fmla="*/ 1 h 43631"/>
                <a:gd name="connsiteX6" fmla="*/ 6287 w 68104"/>
                <a:gd name="connsiteY6" fmla="*/ 0 h 43631"/>
                <a:gd name="connsiteX7" fmla="*/ 61713 w 68104"/>
                <a:gd name="connsiteY7" fmla="*/ 0 h 43631"/>
                <a:gd name="connsiteX8" fmla="*/ 68105 w 68104"/>
                <a:gd name="connsiteY8" fmla="*/ 6219 h 43631"/>
                <a:gd name="connsiteX9" fmla="*/ 68105 w 68104"/>
                <a:gd name="connsiteY9" fmla="*/ 37413 h 43631"/>
                <a:gd name="connsiteX10" fmla="*/ 61713 w 68104"/>
                <a:gd name="connsiteY10" fmla="*/ 43632 h 43631"/>
                <a:gd name="connsiteX11" fmla="*/ 12679 w 68104"/>
                <a:gd name="connsiteY11" fmla="*/ 31602 h 43631"/>
                <a:gd name="connsiteX12" fmla="*/ 55322 w 68104"/>
                <a:gd name="connsiteY12" fmla="*/ 31602 h 43631"/>
                <a:gd name="connsiteX13" fmla="*/ 55322 w 68104"/>
                <a:gd name="connsiteY13" fmla="*/ 12335 h 43631"/>
                <a:gd name="connsiteX14" fmla="*/ 12679 w 68104"/>
                <a:gd name="connsiteY14" fmla="*/ 12335 h 4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8104" h="43631">
                  <a:moveTo>
                    <a:pt x="61713" y="43632"/>
                  </a:moveTo>
                  <a:lnTo>
                    <a:pt x="6287" y="43632"/>
                  </a:lnTo>
                  <a:cubicBezTo>
                    <a:pt x="2815" y="43632"/>
                    <a:pt x="1" y="40894"/>
                    <a:pt x="0" y="37516"/>
                  </a:cubicBezTo>
                  <a:cubicBezTo>
                    <a:pt x="0" y="37482"/>
                    <a:pt x="0" y="37447"/>
                    <a:pt x="1" y="37413"/>
                  </a:cubicBezTo>
                  <a:lnTo>
                    <a:pt x="1" y="6219"/>
                  </a:lnTo>
                  <a:cubicBezTo>
                    <a:pt x="-57" y="2841"/>
                    <a:pt x="2710" y="57"/>
                    <a:pt x="6182" y="1"/>
                  </a:cubicBezTo>
                  <a:cubicBezTo>
                    <a:pt x="6217" y="0"/>
                    <a:pt x="6252" y="0"/>
                    <a:pt x="6287" y="0"/>
                  </a:cubicBezTo>
                  <a:lnTo>
                    <a:pt x="61713" y="0"/>
                  </a:lnTo>
                  <a:cubicBezTo>
                    <a:pt x="65243" y="0"/>
                    <a:pt x="68105" y="2784"/>
                    <a:pt x="68105" y="6219"/>
                  </a:cubicBezTo>
                  <a:lnTo>
                    <a:pt x="68105" y="37413"/>
                  </a:lnTo>
                  <a:cubicBezTo>
                    <a:pt x="68105" y="40848"/>
                    <a:pt x="65243" y="43632"/>
                    <a:pt x="61713" y="43632"/>
                  </a:cubicBezTo>
                  <a:close/>
                  <a:moveTo>
                    <a:pt x="12679" y="31602"/>
                  </a:moveTo>
                  <a:lnTo>
                    <a:pt x="55322" y="31602"/>
                  </a:lnTo>
                  <a:lnTo>
                    <a:pt x="55322" y="12335"/>
                  </a:lnTo>
                  <a:lnTo>
                    <a:pt x="12679" y="12335"/>
                  </a:ln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1F4FBB6-2F95-FA4C-A5A7-EF68957BE470}"/>
                </a:ext>
              </a:extLst>
            </p:cNvPr>
            <p:cNvSpPr/>
            <p:nvPr/>
          </p:nvSpPr>
          <p:spPr>
            <a:xfrm>
              <a:off x="5538525" y="2414755"/>
              <a:ext cx="128244" cy="94305"/>
            </a:xfrm>
            <a:custGeom>
              <a:avLst/>
              <a:gdLst>
                <a:gd name="connsiteX0" fmla="*/ 121644 w 128244"/>
                <a:gd name="connsiteY0" fmla="*/ 94298 h 94305"/>
                <a:gd name="connsiteX1" fmla="*/ 6391 w 128244"/>
                <a:gd name="connsiteY1" fmla="*/ 94298 h 94305"/>
                <a:gd name="connsiteX2" fmla="*/ 1 w 128244"/>
                <a:gd name="connsiteY2" fmla="*/ 88284 h 94305"/>
                <a:gd name="connsiteX3" fmla="*/ 0 w 128244"/>
                <a:gd name="connsiteY3" fmla="*/ 88181 h 94305"/>
                <a:gd name="connsiteX4" fmla="*/ 0 w 128244"/>
                <a:gd name="connsiteY4" fmla="*/ 32520 h 94305"/>
                <a:gd name="connsiteX5" fmla="*/ 33528 w 128244"/>
                <a:gd name="connsiteY5" fmla="*/ 0 h 94305"/>
                <a:gd name="connsiteX6" fmla="*/ 94717 w 128244"/>
                <a:gd name="connsiteY6" fmla="*/ 0 h 94305"/>
                <a:gd name="connsiteX7" fmla="*/ 128245 w 128244"/>
                <a:gd name="connsiteY7" fmla="*/ 32520 h 94305"/>
                <a:gd name="connsiteX8" fmla="*/ 128245 w 128244"/>
                <a:gd name="connsiteY8" fmla="*/ 88181 h 94305"/>
                <a:gd name="connsiteX9" fmla="*/ 121966 w 128244"/>
                <a:gd name="connsiteY9" fmla="*/ 94305 h 94305"/>
                <a:gd name="connsiteX10" fmla="*/ 121644 w 128244"/>
                <a:gd name="connsiteY10" fmla="*/ 94298 h 94305"/>
                <a:gd name="connsiteX11" fmla="*/ 12468 w 128244"/>
                <a:gd name="connsiteY11" fmla="*/ 81962 h 94305"/>
                <a:gd name="connsiteX12" fmla="*/ 115357 w 128244"/>
                <a:gd name="connsiteY12" fmla="*/ 81962 h 94305"/>
                <a:gd name="connsiteX13" fmla="*/ 115357 w 128244"/>
                <a:gd name="connsiteY13" fmla="*/ 32520 h 94305"/>
                <a:gd name="connsiteX14" fmla="*/ 94402 w 128244"/>
                <a:gd name="connsiteY14" fmla="*/ 12131 h 94305"/>
                <a:gd name="connsiteX15" fmla="*/ 33318 w 128244"/>
                <a:gd name="connsiteY15" fmla="*/ 12131 h 94305"/>
                <a:gd name="connsiteX16" fmla="*/ 12363 w 128244"/>
                <a:gd name="connsiteY16" fmla="*/ 32520 h 9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8244" h="94305">
                  <a:moveTo>
                    <a:pt x="121644" y="94298"/>
                  </a:moveTo>
                  <a:lnTo>
                    <a:pt x="6391" y="94298"/>
                  </a:lnTo>
                  <a:cubicBezTo>
                    <a:pt x="2920" y="94354"/>
                    <a:pt x="59" y="91661"/>
                    <a:pt x="1" y="88284"/>
                  </a:cubicBezTo>
                  <a:cubicBezTo>
                    <a:pt x="0" y="88249"/>
                    <a:pt x="0" y="88215"/>
                    <a:pt x="0" y="88181"/>
                  </a:cubicBezTo>
                  <a:lnTo>
                    <a:pt x="0" y="32520"/>
                  </a:lnTo>
                  <a:cubicBezTo>
                    <a:pt x="58" y="14543"/>
                    <a:pt x="15052" y="0"/>
                    <a:pt x="33528" y="0"/>
                  </a:cubicBezTo>
                  <a:lnTo>
                    <a:pt x="94717" y="0"/>
                  </a:lnTo>
                  <a:cubicBezTo>
                    <a:pt x="113193" y="0"/>
                    <a:pt x="128187" y="14543"/>
                    <a:pt x="128245" y="32520"/>
                  </a:cubicBezTo>
                  <a:lnTo>
                    <a:pt x="128245" y="88181"/>
                  </a:lnTo>
                  <a:cubicBezTo>
                    <a:pt x="128249" y="91559"/>
                    <a:pt x="125438" y="94301"/>
                    <a:pt x="121966" y="94305"/>
                  </a:cubicBezTo>
                  <a:cubicBezTo>
                    <a:pt x="121859" y="94305"/>
                    <a:pt x="121751" y="94303"/>
                    <a:pt x="121644" y="94298"/>
                  </a:cubicBezTo>
                  <a:close/>
                  <a:moveTo>
                    <a:pt x="12468" y="81962"/>
                  </a:moveTo>
                  <a:lnTo>
                    <a:pt x="115357" y="81962"/>
                  </a:lnTo>
                  <a:lnTo>
                    <a:pt x="115357" y="32520"/>
                  </a:lnTo>
                  <a:cubicBezTo>
                    <a:pt x="115357" y="21260"/>
                    <a:pt x="105975" y="12131"/>
                    <a:pt x="94402" y="12131"/>
                  </a:cubicBezTo>
                  <a:lnTo>
                    <a:pt x="33318" y="12131"/>
                  </a:lnTo>
                  <a:cubicBezTo>
                    <a:pt x="21745" y="12131"/>
                    <a:pt x="12363" y="21260"/>
                    <a:pt x="12363" y="3252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5B1508D-CA03-3044-B78C-ED88C91E23AD}"/>
                </a:ext>
              </a:extLst>
            </p:cNvPr>
            <p:cNvSpPr/>
            <p:nvPr/>
          </p:nvSpPr>
          <p:spPr>
            <a:xfrm>
              <a:off x="5624073" y="2456572"/>
              <a:ext cx="12783" cy="52481"/>
            </a:xfrm>
            <a:custGeom>
              <a:avLst/>
              <a:gdLst>
                <a:gd name="connsiteX0" fmla="*/ 6340 w 12783"/>
                <a:gd name="connsiteY0" fmla="*/ 52480 h 52481"/>
                <a:gd name="connsiteX1" fmla="*/ 53 w 12783"/>
                <a:gd name="connsiteY1" fmla="*/ 46364 h 52481"/>
                <a:gd name="connsiteX2" fmla="*/ 53 w 12783"/>
                <a:gd name="connsiteY2" fmla="*/ 7014 h 52481"/>
                <a:gd name="connsiteX3" fmla="*/ 5575 w 12783"/>
                <a:gd name="connsiteY3" fmla="*/ 52 h 52481"/>
                <a:gd name="connsiteX4" fmla="*/ 12731 w 12783"/>
                <a:gd name="connsiteY4" fmla="*/ 5425 h 52481"/>
                <a:gd name="connsiteX5" fmla="*/ 12731 w 12783"/>
                <a:gd name="connsiteY5" fmla="*/ 7014 h 52481"/>
                <a:gd name="connsiteX6" fmla="*/ 12731 w 12783"/>
                <a:gd name="connsiteY6" fmla="*/ 46364 h 52481"/>
                <a:gd name="connsiteX7" fmla="*/ 6445 w 12783"/>
                <a:gd name="connsiteY7" fmla="*/ 52481 h 52481"/>
                <a:gd name="connsiteX8" fmla="*/ 6340 w 12783"/>
                <a:gd name="connsiteY8" fmla="*/ 52480 h 5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52481">
                  <a:moveTo>
                    <a:pt x="6340" y="52480"/>
                  </a:moveTo>
                  <a:cubicBezTo>
                    <a:pt x="2868" y="52480"/>
                    <a:pt x="53" y="49742"/>
                    <a:pt x="53" y="46364"/>
                  </a:cubicBezTo>
                  <a:lnTo>
                    <a:pt x="53" y="7014"/>
                  </a:lnTo>
                  <a:cubicBezTo>
                    <a:pt x="-398" y="3608"/>
                    <a:pt x="2074" y="490"/>
                    <a:pt x="5575" y="52"/>
                  </a:cubicBezTo>
                  <a:cubicBezTo>
                    <a:pt x="9076" y="-387"/>
                    <a:pt x="12280" y="2018"/>
                    <a:pt x="12731" y="5425"/>
                  </a:cubicBezTo>
                  <a:cubicBezTo>
                    <a:pt x="12801" y="5952"/>
                    <a:pt x="12801" y="6486"/>
                    <a:pt x="12731" y="7014"/>
                  </a:cubicBezTo>
                  <a:lnTo>
                    <a:pt x="12731" y="46364"/>
                  </a:lnTo>
                  <a:cubicBezTo>
                    <a:pt x="12731" y="49742"/>
                    <a:pt x="9917" y="52481"/>
                    <a:pt x="6445" y="52481"/>
                  </a:cubicBezTo>
                  <a:cubicBezTo>
                    <a:pt x="6410" y="52481"/>
                    <a:pt x="6375" y="52481"/>
                    <a:pt x="6340" y="5248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C73641C-6692-2E4D-9534-FF1ABB208AE6}"/>
                </a:ext>
              </a:extLst>
            </p:cNvPr>
            <p:cNvSpPr/>
            <p:nvPr/>
          </p:nvSpPr>
          <p:spPr>
            <a:xfrm>
              <a:off x="5568018" y="2456572"/>
              <a:ext cx="12783" cy="52481"/>
            </a:xfrm>
            <a:custGeom>
              <a:avLst/>
              <a:gdLst>
                <a:gd name="connsiteX0" fmla="*/ 6444 w 12783"/>
                <a:gd name="connsiteY0" fmla="*/ 52480 h 52481"/>
                <a:gd name="connsiteX1" fmla="*/ 54 w 12783"/>
                <a:gd name="connsiteY1" fmla="*/ 46467 h 52481"/>
                <a:gd name="connsiteX2" fmla="*/ 53 w 12783"/>
                <a:gd name="connsiteY2" fmla="*/ 46364 h 52481"/>
                <a:gd name="connsiteX3" fmla="*/ 53 w 12783"/>
                <a:gd name="connsiteY3" fmla="*/ 7014 h 52481"/>
                <a:gd name="connsiteX4" fmla="*/ 5575 w 12783"/>
                <a:gd name="connsiteY4" fmla="*/ 52 h 52481"/>
                <a:gd name="connsiteX5" fmla="*/ 12731 w 12783"/>
                <a:gd name="connsiteY5" fmla="*/ 5425 h 52481"/>
                <a:gd name="connsiteX6" fmla="*/ 12731 w 12783"/>
                <a:gd name="connsiteY6" fmla="*/ 7014 h 52481"/>
                <a:gd name="connsiteX7" fmla="*/ 12731 w 12783"/>
                <a:gd name="connsiteY7" fmla="*/ 46364 h 52481"/>
                <a:gd name="connsiteX8" fmla="*/ 6444 w 12783"/>
                <a:gd name="connsiteY8" fmla="*/ 52480 h 5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52481">
                  <a:moveTo>
                    <a:pt x="6444" y="52480"/>
                  </a:moveTo>
                  <a:cubicBezTo>
                    <a:pt x="2973" y="52537"/>
                    <a:pt x="112" y="49844"/>
                    <a:pt x="54" y="46467"/>
                  </a:cubicBezTo>
                  <a:cubicBezTo>
                    <a:pt x="53" y="46432"/>
                    <a:pt x="53" y="46398"/>
                    <a:pt x="53" y="46364"/>
                  </a:cubicBezTo>
                  <a:lnTo>
                    <a:pt x="53" y="7014"/>
                  </a:lnTo>
                  <a:cubicBezTo>
                    <a:pt x="-398" y="3608"/>
                    <a:pt x="2074" y="490"/>
                    <a:pt x="5575" y="52"/>
                  </a:cubicBezTo>
                  <a:cubicBezTo>
                    <a:pt x="9076" y="-387"/>
                    <a:pt x="12280" y="2018"/>
                    <a:pt x="12731" y="5425"/>
                  </a:cubicBezTo>
                  <a:cubicBezTo>
                    <a:pt x="12801" y="5952"/>
                    <a:pt x="12801" y="6486"/>
                    <a:pt x="12731" y="7014"/>
                  </a:cubicBezTo>
                  <a:lnTo>
                    <a:pt x="12731" y="46364"/>
                  </a:lnTo>
                  <a:cubicBezTo>
                    <a:pt x="12731" y="49742"/>
                    <a:pt x="9916" y="52480"/>
                    <a:pt x="6444" y="5248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2A33450C-8229-D942-AFA1-1EFC2FC495BF}"/>
                </a:ext>
              </a:extLst>
            </p:cNvPr>
            <p:cNvSpPr/>
            <p:nvPr/>
          </p:nvSpPr>
          <p:spPr>
            <a:xfrm>
              <a:off x="5540096" y="2554519"/>
              <a:ext cx="159467" cy="12437"/>
            </a:xfrm>
            <a:custGeom>
              <a:avLst/>
              <a:gdLst>
                <a:gd name="connsiteX0" fmla="*/ 153076 w 159467"/>
                <a:gd name="connsiteY0" fmla="*/ 12437 h 12437"/>
                <a:gd name="connsiteX1" fmla="*/ 6391 w 159467"/>
                <a:gd name="connsiteY1" fmla="*/ 12437 h 12437"/>
                <a:gd name="connsiteX2" fmla="*/ 0 w 159467"/>
                <a:gd name="connsiteY2" fmla="*/ 6219 h 12437"/>
                <a:gd name="connsiteX3" fmla="*/ 6391 w 159467"/>
                <a:gd name="connsiteY3" fmla="*/ 0 h 12437"/>
                <a:gd name="connsiteX4" fmla="*/ 153076 w 159467"/>
                <a:gd name="connsiteY4" fmla="*/ 0 h 12437"/>
                <a:gd name="connsiteX5" fmla="*/ 159468 w 159467"/>
                <a:gd name="connsiteY5" fmla="*/ 6219 h 12437"/>
                <a:gd name="connsiteX6" fmla="*/ 153076 w 159467"/>
                <a:gd name="connsiteY6" fmla="*/ 12437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467" h="12437">
                  <a:moveTo>
                    <a:pt x="153076" y="12437"/>
                  </a:moveTo>
                  <a:lnTo>
                    <a:pt x="6391" y="12437"/>
                  </a:lnTo>
                  <a:cubicBezTo>
                    <a:pt x="2861" y="12437"/>
                    <a:pt x="0" y="9653"/>
                    <a:pt x="0" y="6219"/>
                  </a:cubicBezTo>
                  <a:cubicBezTo>
                    <a:pt x="0" y="2784"/>
                    <a:pt x="2861" y="0"/>
                    <a:pt x="6391" y="0"/>
                  </a:cubicBezTo>
                  <a:lnTo>
                    <a:pt x="153076" y="0"/>
                  </a:lnTo>
                  <a:cubicBezTo>
                    <a:pt x="156606" y="0"/>
                    <a:pt x="159468" y="2784"/>
                    <a:pt x="159468" y="6219"/>
                  </a:cubicBezTo>
                  <a:cubicBezTo>
                    <a:pt x="159468" y="9653"/>
                    <a:pt x="156606" y="12437"/>
                    <a:pt x="153076" y="1243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5" name="Graphic 67">
            <a:extLst>
              <a:ext uri="{FF2B5EF4-FFF2-40B4-BE49-F238E27FC236}">
                <a16:creationId xmlns:a16="http://schemas.microsoft.com/office/drawing/2014/main" id="{E475C400-2C17-4348-916C-AD389DE13B10}"/>
              </a:ext>
            </a:extLst>
          </p:cNvPr>
          <p:cNvGrpSpPr>
            <a:grpSpLocks noChangeAspect="1"/>
          </p:cNvGrpSpPr>
          <p:nvPr/>
        </p:nvGrpSpPr>
        <p:grpSpPr>
          <a:xfrm>
            <a:off x="5365673" y="5128598"/>
            <a:ext cx="377193" cy="318615"/>
            <a:chOff x="5489804" y="2360426"/>
            <a:chExt cx="377193" cy="318615"/>
          </a:xfrm>
          <a:solidFill>
            <a:srgbClr val="FFFFFF"/>
          </a:solidFill>
        </p:grpSpPr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74BF9B3-A360-DC46-ABF4-F9F126F3AE9E}"/>
                </a:ext>
              </a:extLst>
            </p:cNvPr>
            <p:cNvSpPr/>
            <p:nvPr/>
          </p:nvSpPr>
          <p:spPr>
            <a:xfrm>
              <a:off x="5644399" y="2380970"/>
              <a:ext cx="12783" cy="41024"/>
            </a:xfrm>
            <a:custGeom>
              <a:avLst/>
              <a:gdLst>
                <a:gd name="connsiteX0" fmla="*/ 6444 w 12783"/>
                <a:gd name="connsiteY0" fmla="*/ 41024 h 41024"/>
                <a:gd name="connsiteX1" fmla="*/ 53 w 12783"/>
                <a:gd name="connsiteY1" fmla="*/ 34702 h 41024"/>
                <a:gd name="connsiteX2" fmla="*/ 53 w 12783"/>
                <a:gd name="connsiteY2" fmla="*/ 7131 h 41024"/>
                <a:gd name="connsiteX3" fmla="*/ 5575 w 12783"/>
                <a:gd name="connsiteY3" fmla="*/ 53 h 41024"/>
                <a:gd name="connsiteX4" fmla="*/ 12731 w 12783"/>
                <a:gd name="connsiteY4" fmla="*/ 5515 h 41024"/>
                <a:gd name="connsiteX5" fmla="*/ 12731 w 12783"/>
                <a:gd name="connsiteY5" fmla="*/ 7131 h 41024"/>
                <a:gd name="connsiteX6" fmla="*/ 12731 w 12783"/>
                <a:gd name="connsiteY6" fmla="*/ 34702 h 41024"/>
                <a:gd name="connsiteX7" fmla="*/ 6550 w 12783"/>
                <a:gd name="connsiteY7" fmla="*/ 41023 h 41024"/>
                <a:gd name="connsiteX8" fmla="*/ 6444 w 12783"/>
                <a:gd name="connsiteY8" fmla="*/ 41024 h 4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41024">
                  <a:moveTo>
                    <a:pt x="6444" y="41024"/>
                  </a:moveTo>
                  <a:cubicBezTo>
                    <a:pt x="2915" y="41024"/>
                    <a:pt x="53" y="38193"/>
                    <a:pt x="53" y="34702"/>
                  </a:cubicBezTo>
                  <a:lnTo>
                    <a:pt x="53" y="7131"/>
                  </a:lnTo>
                  <a:cubicBezTo>
                    <a:pt x="-398" y="3668"/>
                    <a:pt x="2074" y="499"/>
                    <a:pt x="5575" y="53"/>
                  </a:cubicBezTo>
                  <a:cubicBezTo>
                    <a:pt x="9076" y="-394"/>
                    <a:pt x="12280" y="2052"/>
                    <a:pt x="12731" y="5515"/>
                  </a:cubicBezTo>
                  <a:cubicBezTo>
                    <a:pt x="12801" y="6052"/>
                    <a:pt x="12801" y="6595"/>
                    <a:pt x="12731" y="7131"/>
                  </a:cubicBezTo>
                  <a:lnTo>
                    <a:pt x="12731" y="34702"/>
                  </a:lnTo>
                  <a:cubicBezTo>
                    <a:pt x="12789" y="38136"/>
                    <a:pt x="10021" y="40966"/>
                    <a:pt x="6550" y="41023"/>
                  </a:cubicBezTo>
                  <a:cubicBezTo>
                    <a:pt x="6515" y="41024"/>
                    <a:pt x="6480" y="41024"/>
                    <a:pt x="6444" y="4102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5763D1C0-875B-074E-98D8-C4393656C271}"/>
                </a:ext>
              </a:extLst>
            </p:cNvPr>
            <p:cNvSpPr/>
            <p:nvPr/>
          </p:nvSpPr>
          <p:spPr>
            <a:xfrm>
              <a:off x="5577940" y="2399457"/>
              <a:ext cx="26605" cy="36428"/>
            </a:xfrm>
            <a:custGeom>
              <a:avLst/>
              <a:gdLst>
                <a:gd name="connsiteX0" fmla="*/ 20307 w 26605"/>
                <a:gd name="connsiteY0" fmla="*/ 36425 h 36428"/>
                <a:gd name="connsiteX1" fmla="*/ 14858 w 26605"/>
                <a:gd name="connsiteY1" fmla="*/ 33523 h 36428"/>
                <a:gd name="connsiteX2" fmla="*/ 818 w 26605"/>
                <a:gd name="connsiteY2" fmla="*/ 9373 h 36428"/>
                <a:gd name="connsiteX3" fmla="*/ 3188 w 26605"/>
                <a:gd name="connsiteY3" fmla="*/ 896 h 36428"/>
                <a:gd name="connsiteX4" fmla="*/ 3228 w 26605"/>
                <a:gd name="connsiteY4" fmla="*/ 874 h 36428"/>
                <a:gd name="connsiteX5" fmla="*/ 11711 w 26605"/>
                <a:gd name="connsiteY5" fmla="*/ 2967 h 36428"/>
                <a:gd name="connsiteX6" fmla="*/ 11820 w 26605"/>
                <a:gd name="connsiteY6" fmla="*/ 3154 h 36428"/>
                <a:gd name="connsiteX7" fmla="*/ 25755 w 26605"/>
                <a:gd name="connsiteY7" fmla="*/ 26993 h 36428"/>
                <a:gd name="connsiteX8" fmla="*/ 23450 w 26605"/>
                <a:gd name="connsiteY8" fmla="*/ 35596 h 36428"/>
                <a:gd name="connsiteX9" fmla="*/ 20307 w 26605"/>
                <a:gd name="connsiteY9" fmla="*/ 36425 h 36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05" h="36428">
                  <a:moveTo>
                    <a:pt x="20307" y="36425"/>
                  </a:moveTo>
                  <a:cubicBezTo>
                    <a:pt x="18102" y="36470"/>
                    <a:pt x="16034" y="35369"/>
                    <a:pt x="14858" y="33523"/>
                  </a:cubicBezTo>
                  <a:lnTo>
                    <a:pt x="818" y="9373"/>
                  </a:lnTo>
                  <a:cubicBezTo>
                    <a:pt x="-894" y="6385"/>
                    <a:pt x="167" y="2590"/>
                    <a:pt x="3188" y="896"/>
                  </a:cubicBezTo>
                  <a:cubicBezTo>
                    <a:pt x="3201" y="889"/>
                    <a:pt x="3215" y="881"/>
                    <a:pt x="3228" y="874"/>
                  </a:cubicBezTo>
                  <a:cubicBezTo>
                    <a:pt x="6155" y="-865"/>
                    <a:pt x="9953" y="72"/>
                    <a:pt x="11711" y="2967"/>
                  </a:cubicBezTo>
                  <a:cubicBezTo>
                    <a:pt x="11748" y="3029"/>
                    <a:pt x="11785" y="3091"/>
                    <a:pt x="11820" y="3154"/>
                  </a:cubicBezTo>
                  <a:lnTo>
                    <a:pt x="25755" y="26993"/>
                  </a:lnTo>
                  <a:cubicBezTo>
                    <a:pt x="27502" y="30001"/>
                    <a:pt x="26474" y="33840"/>
                    <a:pt x="23450" y="35596"/>
                  </a:cubicBezTo>
                  <a:cubicBezTo>
                    <a:pt x="22507" y="36171"/>
                    <a:pt x="21414" y="36459"/>
                    <a:pt x="20307" y="3642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2D1C470-23B5-724A-B62C-038632549496}"/>
                </a:ext>
              </a:extLst>
            </p:cNvPr>
            <p:cNvSpPr/>
            <p:nvPr/>
          </p:nvSpPr>
          <p:spPr>
            <a:xfrm>
              <a:off x="5529220" y="2447644"/>
              <a:ext cx="38657" cy="27018"/>
            </a:xfrm>
            <a:custGeom>
              <a:avLst/>
              <a:gdLst>
                <a:gd name="connsiteX0" fmla="*/ 30575 w 38657"/>
                <a:gd name="connsiteY0" fmla="*/ 26796 h 27018"/>
                <a:gd name="connsiteX1" fmla="*/ 27327 w 38657"/>
                <a:gd name="connsiteY1" fmla="*/ 25863 h 27018"/>
                <a:gd name="connsiteX2" fmla="*/ 3228 w 38657"/>
                <a:gd name="connsiteY2" fmla="*/ 11663 h 27018"/>
                <a:gd name="connsiteX3" fmla="*/ 796 w 38657"/>
                <a:gd name="connsiteY3" fmla="*/ 3204 h 27018"/>
                <a:gd name="connsiteX4" fmla="*/ 818 w 38657"/>
                <a:gd name="connsiteY4" fmla="*/ 3164 h 27018"/>
                <a:gd name="connsiteX5" fmla="*/ 9515 w 38657"/>
                <a:gd name="connsiteY5" fmla="*/ 780 h 27018"/>
                <a:gd name="connsiteX6" fmla="*/ 33927 w 38657"/>
                <a:gd name="connsiteY6" fmla="*/ 14565 h 27018"/>
                <a:gd name="connsiteX7" fmla="*/ 38433 w 38657"/>
                <a:gd name="connsiteY7" fmla="*/ 22339 h 27018"/>
                <a:gd name="connsiteX8" fmla="*/ 30575 w 38657"/>
                <a:gd name="connsiteY8" fmla="*/ 26796 h 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57" h="27018">
                  <a:moveTo>
                    <a:pt x="30575" y="26796"/>
                  </a:moveTo>
                  <a:cubicBezTo>
                    <a:pt x="29425" y="26790"/>
                    <a:pt x="28300" y="26467"/>
                    <a:pt x="27327" y="25863"/>
                  </a:cubicBezTo>
                  <a:lnTo>
                    <a:pt x="3228" y="11663"/>
                  </a:lnTo>
                  <a:cubicBezTo>
                    <a:pt x="195" y="9992"/>
                    <a:pt x="-894" y="6204"/>
                    <a:pt x="796" y="3204"/>
                  </a:cubicBezTo>
                  <a:cubicBezTo>
                    <a:pt x="803" y="3191"/>
                    <a:pt x="811" y="3177"/>
                    <a:pt x="818" y="3164"/>
                  </a:cubicBezTo>
                  <a:cubicBezTo>
                    <a:pt x="2595" y="182"/>
                    <a:pt x="6440" y="-872"/>
                    <a:pt x="9515" y="780"/>
                  </a:cubicBezTo>
                  <a:lnTo>
                    <a:pt x="33927" y="14565"/>
                  </a:lnTo>
                  <a:cubicBezTo>
                    <a:pt x="37341" y="15481"/>
                    <a:pt x="39359" y="18962"/>
                    <a:pt x="38433" y="22339"/>
                  </a:cubicBezTo>
                  <a:cubicBezTo>
                    <a:pt x="37507" y="25716"/>
                    <a:pt x="33989" y="27712"/>
                    <a:pt x="30575" y="26796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A20855C5-10B7-8E44-9F36-9179D8CBC463}"/>
                </a:ext>
              </a:extLst>
            </p:cNvPr>
            <p:cNvSpPr/>
            <p:nvPr/>
          </p:nvSpPr>
          <p:spPr>
            <a:xfrm>
              <a:off x="5510571" y="2513670"/>
              <a:ext cx="42287" cy="12646"/>
            </a:xfrm>
            <a:custGeom>
              <a:avLst/>
              <a:gdLst>
                <a:gd name="connsiteX0" fmla="*/ 35079 w 42287"/>
                <a:gd name="connsiteY0" fmla="*/ 12594 h 12646"/>
                <a:gd name="connsiteX1" fmla="*/ 7209 w 42287"/>
                <a:gd name="connsiteY1" fmla="*/ 12594 h 12646"/>
                <a:gd name="connsiteX2" fmla="*/ 53 w 42287"/>
                <a:gd name="connsiteY2" fmla="*/ 7131 h 12646"/>
                <a:gd name="connsiteX3" fmla="*/ 5575 w 42287"/>
                <a:gd name="connsiteY3" fmla="*/ 53 h 12646"/>
                <a:gd name="connsiteX4" fmla="*/ 7209 w 42287"/>
                <a:gd name="connsiteY4" fmla="*/ 53 h 12646"/>
                <a:gd name="connsiteX5" fmla="*/ 35079 w 42287"/>
                <a:gd name="connsiteY5" fmla="*/ 53 h 12646"/>
                <a:gd name="connsiteX6" fmla="*/ 42234 w 42287"/>
                <a:gd name="connsiteY6" fmla="*/ 5515 h 12646"/>
                <a:gd name="connsiteX7" fmla="*/ 36712 w 42287"/>
                <a:gd name="connsiteY7" fmla="*/ 12594 h 12646"/>
                <a:gd name="connsiteX8" fmla="*/ 35079 w 42287"/>
                <a:gd name="connsiteY8" fmla="*/ 12594 h 1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87" h="12646">
                  <a:moveTo>
                    <a:pt x="35079" y="12594"/>
                  </a:moveTo>
                  <a:lnTo>
                    <a:pt x="7209" y="12594"/>
                  </a:lnTo>
                  <a:cubicBezTo>
                    <a:pt x="3708" y="13040"/>
                    <a:pt x="504" y="10594"/>
                    <a:pt x="53" y="7131"/>
                  </a:cubicBezTo>
                  <a:cubicBezTo>
                    <a:pt x="-398" y="3668"/>
                    <a:pt x="2074" y="499"/>
                    <a:pt x="5575" y="53"/>
                  </a:cubicBezTo>
                  <a:cubicBezTo>
                    <a:pt x="6118" y="-17"/>
                    <a:pt x="6666" y="-17"/>
                    <a:pt x="7209" y="53"/>
                  </a:cubicBezTo>
                  <a:lnTo>
                    <a:pt x="35079" y="53"/>
                  </a:lnTo>
                  <a:cubicBezTo>
                    <a:pt x="38580" y="-394"/>
                    <a:pt x="41783" y="2052"/>
                    <a:pt x="42234" y="5515"/>
                  </a:cubicBezTo>
                  <a:cubicBezTo>
                    <a:pt x="42685" y="8979"/>
                    <a:pt x="40213" y="12148"/>
                    <a:pt x="36712" y="12594"/>
                  </a:cubicBezTo>
                  <a:cubicBezTo>
                    <a:pt x="36170" y="12663"/>
                    <a:pt x="35621" y="12663"/>
                    <a:pt x="35079" y="1259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40B4FD44-75C5-F542-8DF0-CD029C96E377}"/>
                </a:ext>
              </a:extLst>
            </p:cNvPr>
            <p:cNvSpPr/>
            <p:nvPr/>
          </p:nvSpPr>
          <p:spPr>
            <a:xfrm>
              <a:off x="5529250" y="2565467"/>
              <a:ext cx="36844" cy="26305"/>
            </a:xfrm>
            <a:custGeom>
              <a:avLst/>
              <a:gdLst>
                <a:gd name="connsiteX0" fmla="*/ 6342 w 36844"/>
                <a:gd name="connsiteY0" fmla="*/ 26303 h 26305"/>
                <a:gd name="connsiteX1" fmla="*/ 789 w 36844"/>
                <a:gd name="connsiteY1" fmla="*/ 23194 h 26305"/>
                <a:gd name="connsiteX2" fmla="*/ 3198 w 36844"/>
                <a:gd name="connsiteY2" fmla="*/ 14591 h 26305"/>
                <a:gd name="connsiteX3" fmla="*/ 27297 w 36844"/>
                <a:gd name="connsiteY3" fmla="*/ 806 h 26305"/>
                <a:gd name="connsiteX4" fmla="*/ 35993 w 36844"/>
                <a:gd name="connsiteY4" fmla="*/ 3086 h 26305"/>
                <a:gd name="connsiteX5" fmla="*/ 33688 w 36844"/>
                <a:gd name="connsiteY5" fmla="*/ 11689 h 26305"/>
                <a:gd name="connsiteX6" fmla="*/ 9485 w 36844"/>
                <a:gd name="connsiteY6" fmla="*/ 25474 h 26305"/>
                <a:gd name="connsiteX7" fmla="*/ 6342 w 36844"/>
                <a:gd name="connsiteY7" fmla="*/ 26303 h 2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844" h="26305">
                  <a:moveTo>
                    <a:pt x="6342" y="26303"/>
                  </a:moveTo>
                  <a:cubicBezTo>
                    <a:pt x="4063" y="26320"/>
                    <a:pt x="1947" y="25135"/>
                    <a:pt x="789" y="23194"/>
                  </a:cubicBezTo>
                  <a:cubicBezTo>
                    <a:pt x="-881" y="20152"/>
                    <a:pt x="184" y="16348"/>
                    <a:pt x="3198" y="14591"/>
                  </a:cubicBezTo>
                  <a:lnTo>
                    <a:pt x="27297" y="806"/>
                  </a:lnTo>
                  <a:cubicBezTo>
                    <a:pt x="30344" y="-864"/>
                    <a:pt x="34181" y="142"/>
                    <a:pt x="35993" y="3086"/>
                  </a:cubicBezTo>
                  <a:cubicBezTo>
                    <a:pt x="37740" y="6093"/>
                    <a:pt x="36712" y="9932"/>
                    <a:pt x="33688" y="11689"/>
                  </a:cubicBezTo>
                  <a:lnTo>
                    <a:pt x="9485" y="25474"/>
                  </a:lnTo>
                  <a:cubicBezTo>
                    <a:pt x="8542" y="26049"/>
                    <a:pt x="7449" y="26337"/>
                    <a:pt x="6342" y="2630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31019827-BECB-B84C-B6F1-B27378EDB526}"/>
                </a:ext>
              </a:extLst>
            </p:cNvPr>
            <p:cNvSpPr/>
            <p:nvPr/>
          </p:nvSpPr>
          <p:spPr>
            <a:xfrm>
              <a:off x="5577760" y="2605153"/>
              <a:ext cx="25591" cy="35126"/>
            </a:xfrm>
            <a:custGeom>
              <a:avLst/>
              <a:gdLst>
                <a:gd name="connsiteX0" fmla="*/ 6342 w 25591"/>
                <a:gd name="connsiteY0" fmla="*/ 35124 h 35126"/>
                <a:gd name="connsiteX1" fmla="*/ 3198 w 25591"/>
                <a:gd name="connsiteY1" fmla="*/ 34294 h 35126"/>
                <a:gd name="connsiteX2" fmla="*/ 789 w 25591"/>
                <a:gd name="connsiteY2" fmla="*/ 25692 h 35126"/>
                <a:gd name="connsiteX3" fmla="*/ 14828 w 25591"/>
                <a:gd name="connsiteY3" fmla="*/ 1853 h 35126"/>
                <a:gd name="connsiteX4" fmla="*/ 23719 w 25591"/>
                <a:gd name="connsiteY4" fmla="*/ 1791 h 35126"/>
                <a:gd name="connsiteX5" fmla="*/ 25306 w 25591"/>
                <a:gd name="connsiteY5" fmla="*/ 8071 h 35126"/>
                <a:gd name="connsiteX6" fmla="*/ 11999 w 25591"/>
                <a:gd name="connsiteY6" fmla="*/ 31703 h 35126"/>
                <a:gd name="connsiteX7" fmla="*/ 6342 w 25591"/>
                <a:gd name="connsiteY7" fmla="*/ 35124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91" h="35126">
                  <a:moveTo>
                    <a:pt x="6342" y="35124"/>
                  </a:moveTo>
                  <a:cubicBezTo>
                    <a:pt x="5234" y="35158"/>
                    <a:pt x="4141" y="34869"/>
                    <a:pt x="3198" y="34294"/>
                  </a:cubicBezTo>
                  <a:cubicBezTo>
                    <a:pt x="184" y="32537"/>
                    <a:pt x="-881" y="28733"/>
                    <a:pt x="789" y="25692"/>
                  </a:cubicBezTo>
                  <a:lnTo>
                    <a:pt x="14828" y="1853"/>
                  </a:lnTo>
                  <a:cubicBezTo>
                    <a:pt x="17266" y="-593"/>
                    <a:pt x="21246" y="-621"/>
                    <a:pt x="23719" y="1791"/>
                  </a:cubicBezTo>
                  <a:cubicBezTo>
                    <a:pt x="25394" y="3425"/>
                    <a:pt x="26007" y="5849"/>
                    <a:pt x="25306" y="8071"/>
                  </a:cubicBezTo>
                  <a:lnTo>
                    <a:pt x="11999" y="31703"/>
                  </a:lnTo>
                  <a:cubicBezTo>
                    <a:pt x="10924" y="33815"/>
                    <a:pt x="8731" y="35140"/>
                    <a:pt x="6342" y="3512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AFE0284-144F-7946-8FD5-C669F05582E8}"/>
                </a:ext>
              </a:extLst>
            </p:cNvPr>
            <p:cNvSpPr/>
            <p:nvPr/>
          </p:nvSpPr>
          <p:spPr>
            <a:xfrm>
              <a:off x="5644399" y="2616666"/>
              <a:ext cx="12783" cy="41024"/>
            </a:xfrm>
            <a:custGeom>
              <a:avLst/>
              <a:gdLst>
                <a:gd name="connsiteX0" fmla="*/ 6444 w 12783"/>
                <a:gd name="connsiteY0" fmla="*/ 41024 h 41024"/>
                <a:gd name="connsiteX1" fmla="*/ 53 w 12783"/>
                <a:gd name="connsiteY1" fmla="*/ 34702 h 41024"/>
                <a:gd name="connsiteX2" fmla="*/ 53 w 12783"/>
                <a:gd name="connsiteY2" fmla="*/ 7131 h 41024"/>
                <a:gd name="connsiteX3" fmla="*/ 5575 w 12783"/>
                <a:gd name="connsiteY3" fmla="*/ 53 h 41024"/>
                <a:gd name="connsiteX4" fmla="*/ 12731 w 12783"/>
                <a:gd name="connsiteY4" fmla="*/ 5515 h 41024"/>
                <a:gd name="connsiteX5" fmla="*/ 12731 w 12783"/>
                <a:gd name="connsiteY5" fmla="*/ 7131 h 41024"/>
                <a:gd name="connsiteX6" fmla="*/ 12731 w 12783"/>
                <a:gd name="connsiteY6" fmla="*/ 34702 h 41024"/>
                <a:gd name="connsiteX7" fmla="*/ 6444 w 12783"/>
                <a:gd name="connsiteY7" fmla="*/ 41024 h 4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83" h="41024">
                  <a:moveTo>
                    <a:pt x="6444" y="41024"/>
                  </a:moveTo>
                  <a:cubicBezTo>
                    <a:pt x="2915" y="41024"/>
                    <a:pt x="53" y="38193"/>
                    <a:pt x="53" y="34702"/>
                  </a:cubicBezTo>
                  <a:lnTo>
                    <a:pt x="53" y="7131"/>
                  </a:lnTo>
                  <a:cubicBezTo>
                    <a:pt x="-398" y="3668"/>
                    <a:pt x="2074" y="499"/>
                    <a:pt x="5575" y="53"/>
                  </a:cubicBezTo>
                  <a:cubicBezTo>
                    <a:pt x="9076" y="-394"/>
                    <a:pt x="12280" y="2052"/>
                    <a:pt x="12731" y="5515"/>
                  </a:cubicBezTo>
                  <a:cubicBezTo>
                    <a:pt x="12801" y="6052"/>
                    <a:pt x="12801" y="6595"/>
                    <a:pt x="12731" y="7131"/>
                  </a:cubicBezTo>
                  <a:lnTo>
                    <a:pt x="12731" y="34702"/>
                  </a:lnTo>
                  <a:cubicBezTo>
                    <a:pt x="12731" y="38153"/>
                    <a:pt x="9933" y="40968"/>
                    <a:pt x="6444" y="4102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599F6E6-9441-9B4D-82C2-B74129856F73}"/>
                </a:ext>
              </a:extLst>
            </p:cNvPr>
            <p:cNvSpPr/>
            <p:nvPr/>
          </p:nvSpPr>
          <p:spPr>
            <a:xfrm>
              <a:off x="5735594" y="2448066"/>
              <a:ext cx="36834" cy="26374"/>
            </a:xfrm>
            <a:custGeom>
              <a:avLst/>
              <a:gdLst>
                <a:gd name="connsiteX0" fmla="*/ 6299 w 36834"/>
                <a:gd name="connsiteY0" fmla="*/ 26374 h 26374"/>
                <a:gd name="connsiteX1" fmla="*/ 851 w 36834"/>
                <a:gd name="connsiteY1" fmla="*/ 23161 h 26374"/>
                <a:gd name="connsiteX2" fmla="*/ 3156 w 36834"/>
                <a:gd name="connsiteY2" fmla="*/ 14558 h 26374"/>
                <a:gd name="connsiteX3" fmla="*/ 27359 w 36834"/>
                <a:gd name="connsiteY3" fmla="*/ 773 h 26374"/>
                <a:gd name="connsiteX4" fmla="*/ 35951 w 36834"/>
                <a:gd name="connsiteY4" fmla="*/ 3157 h 26374"/>
                <a:gd name="connsiteX5" fmla="*/ 33835 w 36834"/>
                <a:gd name="connsiteY5" fmla="*/ 11548 h 26374"/>
                <a:gd name="connsiteX6" fmla="*/ 33646 w 36834"/>
                <a:gd name="connsiteY6" fmla="*/ 11656 h 26374"/>
                <a:gd name="connsiteX7" fmla="*/ 9443 w 36834"/>
                <a:gd name="connsiteY7" fmla="*/ 25441 h 26374"/>
                <a:gd name="connsiteX8" fmla="*/ 6299 w 36834"/>
                <a:gd name="connsiteY8" fmla="*/ 26374 h 2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34" h="26374">
                  <a:moveTo>
                    <a:pt x="6299" y="26374"/>
                  </a:moveTo>
                  <a:cubicBezTo>
                    <a:pt x="4024" y="26376"/>
                    <a:pt x="1931" y="25142"/>
                    <a:pt x="851" y="23161"/>
                  </a:cubicBezTo>
                  <a:cubicBezTo>
                    <a:pt x="-896" y="20153"/>
                    <a:pt x="132" y="16314"/>
                    <a:pt x="3156" y="14558"/>
                  </a:cubicBezTo>
                  <a:lnTo>
                    <a:pt x="27359" y="773"/>
                  </a:lnTo>
                  <a:cubicBezTo>
                    <a:pt x="30403" y="-869"/>
                    <a:pt x="34214" y="189"/>
                    <a:pt x="35951" y="3157"/>
                  </a:cubicBezTo>
                  <a:cubicBezTo>
                    <a:pt x="37709" y="6052"/>
                    <a:pt x="36762" y="9809"/>
                    <a:pt x="33835" y="11548"/>
                  </a:cubicBezTo>
                  <a:cubicBezTo>
                    <a:pt x="33772" y="11585"/>
                    <a:pt x="33709" y="11621"/>
                    <a:pt x="33646" y="11656"/>
                  </a:cubicBezTo>
                  <a:lnTo>
                    <a:pt x="9443" y="25441"/>
                  </a:lnTo>
                  <a:cubicBezTo>
                    <a:pt x="8514" y="26058"/>
                    <a:pt x="7418" y="26383"/>
                    <a:pt x="6299" y="2637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79D5201-EA34-AD44-B64C-4F37CF27A4A7}"/>
                </a:ext>
              </a:extLst>
            </p:cNvPr>
            <p:cNvSpPr/>
            <p:nvPr/>
          </p:nvSpPr>
          <p:spPr>
            <a:xfrm>
              <a:off x="5697099" y="2399576"/>
              <a:ext cx="26399" cy="36311"/>
            </a:xfrm>
            <a:custGeom>
              <a:avLst/>
              <a:gdLst>
                <a:gd name="connsiteX0" fmla="*/ 6342 w 26399"/>
                <a:gd name="connsiteY0" fmla="*/ 36307 h 36311"/>
                <a:gd name="connsiteX1" fmla="*/ 3198 w 26399"/>
                <a:gd name="connsiteY1" fmla="*/ 35478 h 36311"/>
                <a:gd name="connsiteX2" fmla="*/ 789 w 26399"/>
                <a:gd name="connsiteY2" fmla="*/ 26875 h 36311"/>
                <a:gd name="connsiteX3" fmla="*/ 14724 w 26399"/>
                <a:gd name="connsiteY3" fmla="*/ 3036 h 36311"/>
                <a:gd name="connsiteX4" fmla="*/ 23210 w 26399"/>
                <a:gd name="connsiteY4" fmla="*/ 755 h 36311"/>
                <a:gd name="connsiteX5" fmla="*/ 25625 w 26399"/>
                <a:gd name="connsiteY5" fmla="*/ 9067 h 36311"/>
                <a:gd name="connsiteX6" fmla="*/ 25515 w 26399"/>
                <a:gd name="connsiteY6" fmla="*/ 9255 h 36311"/>
                <a:gd name="connsiteX7" fmla="*/ 11790 w 26399"/>
                <a:gd name="connsiteY7" fmla="*/ 33405 h 36311"/>
                <a:gd name="connsiteX8" fmla="*/ 6342 w 26399"/>
                <a:gd name="connsiteY8" fmla="*/ 36307 h 3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399" h="36311">
                  <a:moveTo>
                    <a:pt x="6342" y="36307"/>
                  </a:moveTo>
                  <a:cubicBezTo>
                    <a:pt x="5233" y="36353"/>
                    <a:pt x="4136" y="36064"/>
                    <a:pt x="3198" y="35478"/>
                  </a:cubicBezTo>
                  <a:cubicBezTo>
                    <a:pt x="184" y="33720"/>
                    <a:pt x="-881" y="29916"/>
                    <a:pt x="789" y="26875"/>
                  </a:cubicBezTo>
                  <a:lnTo>
                    <a:pt x="14724" y="3036"/>
                  </a:lnTo>
                  <a:cubicBezTo>
                    <a:pt x="16490" y="165"/>
                    <a:pt x="20218" y="-837"/>
                    <a:pt x="23210" y="755"/>
                  </a:cubicBezTo>
                  <a:cubicBezTo>
                    <a:pt x="26197" y="2391"/>
                    <a:pt x="27278" y="6113"/>
                    <a:pt x="25625" y="9067"/>
                  </a:cubicBezTo>
                  <a:cubicBezTo>
                    <a:pt x="25589" y="9130"/>
                    <a:pt x="25553" y="9193"/>
                    <a:pt x="25515" y="9255"/>
                  </a:cubicBezTo>
                  <a:lnTo>
                    <a:pt x="11790" y="33405"/>
                  </a:lnTo>
                  <a:cubicBezTo>
                    <a:pt x="10614" y="35250"/>
                    <a:pt x="8547" y="36352"/>
                    <a:pt x="6342" y="3630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249729C4-F109-8A48-9ECB-CF5FA8273A91}"/>
                </a:ext>
              </a:extLst>
            </p:cNvPr>
            <p:cNvSpPr/>
            <p:nvPr/>
          </p:nvSpPr>
          <p:spPr>
            <a:xfrm>
              <a:off x="5610038" y="2386313"/>
              <a:ext cx="15128" cy="21385"/>
            </a:xfrm>
            <a:custGeom>
              <a:avLst/>
              <a:gdLst>
                <a:gd name="connsiteX0" fmla="*/ 8745 w 15128"/>
                <a:gd name="connsiteY0" fmla="*/ 21377 h 21385"/>
                <a:gd name="connsiteX1" fmla="*/ 2668 w 15128"/>
                <a:gd name="connsiteY1" fmla="*/ 16817 h 21385"/>
                <a:gd name="connsiteX2" fmla="*/ 258 w 15128"/>
                <a:gd name="connsiteY2" fmla="*/ 7903 h 21385"/>
                <a:gd name="connsiteX3" fmla="*/ 4421 w 15128"/>
                <a:gd name="connsiteY3" fmla="*/ 298 h 21385"/>
                <a:gd name="connsiteX4" fmla="*/ 4659 w 15128"/>
                <a:gd name="connsiteY4" fmla="*/ 233 h 21385"/>
                <a:gd name="connsiteX5" fmla="*/ 12517 w 15128"/>
                <a:gd name="connsiteY5" fmla="*/ 4586 h 21385"/>
                <a:gd name="connsiteX6" fmla="*/ 14927 w 15128"/>
                <a:gd name="connsiteY6" fmla="*/ 13500 h 21385"/>
                <a:gd name="connsiteX7" fmla="*/ 10421 w 15128"/>
                <a:gd name="connsiteY7" fmla="*/ 21170 h 21385"/>
                <a:gd name="connsiteX8" fmla="*/ 8745 w 15128"/>
                <a:gd name="connsiteY8" fmla="*/ 21377 h 2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28" h="21385">
                  <a:moveTo>
                    <a:pt x="8745" y="21377"/>
                  </a:moveTo>
                  <a:cubicBezTo>
                    <a:pt x="5900" y="21422"/>
                    <a:pt x="3391" y="19539"/>
                    <a:pt x="2668" y="16817"/>
                  </a:cubicBezTo>
                  <a:lnTo>
                    <a:pt x="258" y="7903"/>
                  </a:lnTo>
                  <a:cubicBezTo>
                    <a:pt x="-715" y="4666"/>
                    <a:pt x="1148" y="1261"/>
                    <a:pt x="4421" y="298"/>
                  </a:cubicBezTo>
                  <a:cubicBezTo>
                    <a:pt x="4500" y="275"/>
                    <a:pt x="4579" y="253"/>
                    <a:pt x="4659" y="233"/>
                  </a:cubicBezTo>
                  <a:cubicBezTo>
                    <a:pt x="8042" y="-698"/>
                    <a:pt x="11551" y="1246"/>
                    <a:pt x="12517" y="4586"/>
                  </a:cubicBezTo>
                  <a:lnTo>
                    <a:pt x="14927" y="13500"/>
                  </a:lnTo>
                  <a:cubicBezTo>
                    <a:pt x="15794" y="16845"/>
                    <a:pt x="13788" y="20259"/>
                    <a:pt x="10421" y="21170"/>
                  </a:cubicBezTo>
                  <a:cubicBezTo>
                    <a:pt x="9880" y="21341"/>
                    <a:pt x="9312" y="21411"/>
                    <a:pt x="8745" y="2137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609764F5-DC18-9D49-9F5E-B3B4F1596348}"/>
                </a:ext>
              </a:extLst>
            </p:cNvPr>
            <p:cNvSpPr/>
            <p:nvPr/>
          </p:nvSpPr>
          <p:spPr>
            <a:xfrm>
              <a:off x="5551976" y="2421931"/>
              <a:ext cx="17674" cy="17506"/>
            </a:xfrm>
            <a:custGeom>
              <a:avLst/>
              <a:gdLst>
                <a:gd name="connsiteX0" fmla="*/ 11171 w 17674"/>
                <a:gd name="connsiteY0" fmla="*/ 17475 h 17506"/>
                <a:gd name="connsiteX1" fmla="*/ 6665 w 17674"/>
                <a:gd name="connsiteY1" fmla="*/ 15610 h 17506"/>
                <a:gd name="connsiteX2" fmla="*/ 693 w 17674"/>
                <a:gd name="connsiteY2" fmla="*/ 9183 h 17506"/>
                <a:gd name="connsiteX3" fmla="*/ 3501 w 17674"/>
                <a:gd name="connsiteY3" fmla="*/ 684 h 17506"/>
                <a:gd name="connsiteX4" fmla="*/ 9285 w 17674"/>
                <a:gd name="connsiteY4" fmla="*/ 684 h 17506"/>
                <a:gd name="connsiteX5" fmla="*/ 15781 w 17674"/>
                <a:gd name="connsiteY5" fmla="*/ 7214 h 17506"/>
                <a:gd name="connsiteX6" fmla="*/ 15946 w 17674"/>
                <a:gd name="connsiteY6" fmla="*/ 15861 h 17506"/>
                <a:gd name="connsiteX7" fmla="*/ 15781 w 17674"/>
                <a:gd name="connsiteY7" fmla="*/ 16024 h 17506"/>
                <a:gd name="connsiteX8" fmla="*/ 11171 w 17674"/>
                <a:gd name="connsiteY8" fmla="*/ 17475 h 1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74" h="17506">
                  <a:moveTo>
                    <a:pt x="11171" y="17475"/>
                  </a:moveTo>
                  <a:cubicBezTo>
                    <a:pt x="9476" y="17480"/>
                    <a:pt x="7852" y="16807"/>
                    <a:pt x="6665" y="15610"/>
                  </a:cubicBezTo>
                  <a:lnTo>
                    <a:pt x="693" y="9183"/>
                  </a:lnTo>
                  <a:cubicBezTo>
                    <a:pt x="-904" y="6070"/>
                    <a:pt x="353" y="2264"/>
                    <a:pt x="3501" y="684"/>
                  </a:cubicBezTo>
                  <a:cubicBezTo>
                    <a:pt x="5318" y="-228"/>
                    <a:pt x="7467" y="-228"/>
                    <a:pt x="9285" y="684"/>
                  </a:cubicBezTo>
                  <a:lnTo>
                    <a:pt x="15781" y="7214"/>
                  </a:lnTo>
                  <a:cubicBezTo>
                    <a:pt x="18240" y="9557"/>
                    <a:pt x="18314" y="13428"/>
                    <a:pt x="15946" y="15861"/>
                  </a:cubicBezTo>
                  <a:cubicBezTo>
                    <a:pt x="15892" y="15916"/>
                    <a:pt x="15837" y="15971"/>
                    <a:pt x="15781" y="16024"/>
                  </a:cubicBezTo>
                  <a:cubicBezTo>
                    <a:pt x="14513" y="17118"/>
                    <a:pt x="12844" y="17644"/>
                    <a:pt x="11171" y="1747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1C320A80-BC2D-4A40-ADC1-A9169F4365DF}"/>
                </a:ext>
              </a:extLst>
            </p:cNvPr>
            <p:cNvSpPr/>
            <p:nvPr/>
          </p:nvSpPr>
          <p:spPr>
            <a:xfrm>
              <a:off x="5516391" y="2479599"/>
              <a:ext cx="20963" cy="14740"/>
            </a:xfrm>
            <a:custGeom>
              <a:avLst/>
              <a:gdLst>
                <a:gd name="connsiteX0" fmla="*/ 15323 w 20963"/>
                <a:gd name="connsiteY0" fmla="*/ 14741 h 14740"/>
                <a:gd name="connsiteX1" fmla="*/ 13647 w 20963"/>
                <a:gd name="connsiteY1" fmla="*/ 14741 h 14740"/>
                <a:gd name="connsiteX2" fmla="*/ 4636 w 20963"/>
                <a:gd name="connsiteY2" fmla="*/ 12357 h 14740"/>
                <a:gd name="connsiteX3" fmla="*/ 235 w 20963"/>
                <a:gd name="connsiteY3" fmla="*/ 4583 h 14740"/>
                <a:gd name="connsiteX4" fmla="*/ 7955 w 20963"/>
                <a:gd name="connsiteY4" fmla="*/ 221 h 14740"/>
                <a:gd name="connsiteX5" fmla="*/ 7989 w 20963"/>
                <a:gd name="connsiteY5" fmla="*/ 230 h 14740"/>
                <a:gd name="connsiteX6" fmla="*/ 16999 w 20963"/>
                <a:gd name="connsiteY6" fmla="*/ 2614 h 14740"/>
                <a:gd name="connsiteX7" fmla="*/ 20483 w 20963"/>
                <a:gd name="connsiteY7" fmla="*/ 10865 h 14740"/>
                <a:gd name="connsiteX8" fmla="*/ 15323 w 20963"/>
                <a:gd name="connsiteY8" fmla="*/ 14741 h 1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63" h="14740">
                  <a:moveTo>
                    <a:pt x="15323" y="14741"/>
                  </a:moveTo>
                  <a:lnTo>
                    <a:pt x="13647" y="14741"/>
                  </a:lnTo>
                  <a:lnTo>
                    <a:pt x="4636" y="12357"/>
                  </a:lnTo>
                  <a:cubicBezTo>
                    <a:pt x="1259" y="11402"/>
                    <a:pt x="-706" y="7930"/>
                    <a:pt x="235" y="4583"/>
                  </a:cubicBezTo>
                  <a:cubicBezTo>
                    <a:pt x="1149" y="1270"/>
                    <a:pt x="4606" y="-683"/>
                    <a:pt x="7955" y="221"/>
                  </a:cubicBezTo>
                  <a:cubicBezTo>
                    <a:pt x="7966" y="224"/>
                    <a:pt x="7978" y="227"/>
                    <a:pt x="7989" y="230"/>
                  </a:cubicBezTo>
                  <a:lnTo>
                    <a:pt x="16999" y="2614"/>
                  </a:lnTo>
                  <a:cubicBezTo>
                    <a:pt x="20264" y="3941"/>
                    <a:pt x="21824" y="7635"/>
                    <a:pt x="20483" y="10865"/>
                  </a:cubicBezTo>
                  <a:cubicBezTo>
                    <a:pt x="19601" y="12987"/>
                    <a:pt x="17626" y="14471"/>
                    <a:pt x="15323" y="1474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3BC8D621-8517-2240-8ED2-B251EAAC40A2}"/>
                </a:ext>
              </a:extLst>
            </p:cNvPr>
            <p:cNvSpPr/>
            <p:nvPr/>
          </p:nvSpPr>
          <p:spPr>
            <a:xfrm>
              <a:off x="5516177" y="2545135"/>
              <a:ext cx="21427" cy="14926"/>
            </a:xfrm>
            <a:custGeom>
              <a:avLst/>
              <a:gdLst>
                <a:gd name="connsiteX0" fmla="*/ 6108 w 21427"/>
                <a:gd name="connsiteY0" fmla="*/ 14918 h 14926"/>
                <a:gd name="connsiteX1" fmla="*/ 6 w 21427"/>
                <a:gd name="connsiteY1" fmla="*/ 8321 h 14926"/>
                <a:gd name="connsiteX2" fmla="*/ 4431 w 21427"/>
                <a:gd name="connsiteY2" fmla="*/ 2584 h 14926"/>
                <a:gd name="connsiteX3" fmla="*/ 13442 w 21427"/>
                <a:gd name="connsiteY3" fmla="*/ 200 h 14926"/>
                <a:gd name="connsiteX4" fmla="*/ 21195 w 21427"/>
                <a:gd name="connsiteY4" fmla="*/ 4657 h 14926"/>
                <a:gd name="connsiteX5" fmla="*/ 16828 w 21427"/>
                <a:gd name="connsiteY5" fmla="*/ 12317 h 14926"/>
                <a:gd name="connsiteX6" fmla="*/ 16795 w 21427"/>
                <a:gd name="connsiteY6" fmla="*/ 12327 h 14926"/>
                <a:gd name="connsiteX7" fmla="*/ 7784 w 21427"/>
                <a:gd name="connsiteY7" fmla="*/ 14711 h 14926"/>
                <a:gd name="connsiteX8" fmla="*/ 6108 w 21427"/>
                <a:gd name="connsiteY8" fmla="*/ 14918 h 1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27" h="14926">
                  <a:moveTo>
                    <a:pt x="6108" y="14918"/>
                  </a:moveTo>
                  <a:cubicBezTo>
                    <a:pt x="2581" y="14763"/>
                    <a:pt x="-150" y="11809"/>
                    <a:pt x="6" y="8321"/>
                  </a:cubicBezTo>
                  <a:cubicBezTo>
                    <a:pt x="125" y="5682"/>
                    <a:pt x="1890" y="3394"/>
                    <a:pt x="4431" y="2584"/>
                  </a:cubicBezTo>
                  <a:lnTo>
                    <a:pt x="13442" y="200"/>
                  </a:lnTo>
                  <a:cubicBezTo>
                    <a:pt x="16823" y="-658"/>
                    <a:pt x="20275" y="1326"/>
                    <a:pt x="21195" y="4657"/>
                  </a:cubicBezTo>
                  <a:cubicBezTo>
                    <a:pt x="22128" y="7965"/>
                    <a:pt x="20173" y="11395"/>
                    <a:pt x="16828" y="12317"/>
                  </a:cubicBezTo>
                  <a:cubicBezTo>
                    <a:pt x="16817" y="12321"/>
                    <a:pt x="16806" y="12324"/>
                    <a:pt x="16795" y="12327"/>
                  </a:cubicBezTo>
                  <a:lnTo>
                    <a:pt x="7784" y="14711"/>
                  </a:lnTo>
                  <a:cubicBezTo>
                    <a:pt x="7243" y="14881"/>
                    <a:pt x="6675" y="14952"/>
                    <a:pt x="6108" y="1491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4E98D579-A4E0-344D-AB73-46FC12B27B7F}"/>
                </a:ext>
              </a:extLst>
            </p:cNvPr>
            <p:cNvSpPr/>
            <p:nvPr/>
          </p:nvSpPr>
          <p:spPr>
            <a:xfrm>
              <a:off x="5550767" y="2600036"/>
              <a:ext cx="19311" cy="19511"/>
            </a:xfrm>
            <a:custGeom>
              <a:avLst/>
              <a:gdLst>
                <a:gd name="connsiteX0" fmla="*/ 5988 w 19311"/>
                <a:gd name="connsiteY0" fmla="*/ 19511 h 19511"/>
                <a:gd name="connsiteX1" fmla="*/ 1902 w 19311"/>
                <a:gd name="connsiteY1" fmla="*/ 17231 h 19511"/>
                <a:gd name="connsiteX2" fmla="*/ 1781 w 19311"/>
                <a:gd name="connsiteY2" fmla="*/ 8437 h 19511"/>
                <a:gd name="connsiteX3" fmla="*/ 1902 w 19311"/>
                <a:gd name="connsiteY3" fmla="*/ 8317 h 19511"/>
                <a:gd name="connsiteX4" fmla="*/ 8503 w 19311"/>
                <a:gd name="connsiteY4" fmla="*/ 1787 h 19511"/>
                <a:gd name="connsiteX5" fmla="*/ 17409 w 19311"/>
                <a:gd name="connsiteY5" fmla="*/ 1787 h 19511"/>
                <a:gd name="connsiteX6" fmla="*/ 17530 w 19311"/>
                <a:gd name="connsiteY6" fmla="*/ 10581 h 19511"/>
                <a:gd name="connsiteX7" fmla="*/ 17409 w 19311"/>
                <a:gd name="connsiteY7" fmla="*/ 10701 h 19511"/>
                <a:gd name="connsiteX8" fmla="*/ 10913 w 19311"/>
                <a:gd name="connsiteY8" fmla="*/ 17231 h 19511"/>
                <a:gd name="connsiteX9" fmla="*/ 5988 w 19311"/>
                <a:gd name="connsiteY9" fmla="*/ 19511 h 19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311" h="19511">
                  <a:moveTo>
                    <a:pt x="5988" y="19511"/>
                  </a:moveTo>
                  <a:cubicBezTo>
                    <a:pt x="4376" y="19312"/>
                    <a:pt x="2908" y="18492"/>
                    <a:pt x="1902" y="17231"/>
                  </a:cubicBezTo>
                  <a:cubicBezTo>
                    <a:pt x="-586" y="14835"/>
                    <a:pt x="-640" y="10898"/>
                    <a:pt x="1781" y="8437"/>
                  </a:cubicBezTo>
                  <a:cubicBezTo>
                    <a:pt x="1821" y="8396"/>
                    <a:pt x="1861" y="8356"/>
                    <a:pt x="1902" y="8317"/>
                  </a:cubicBezTo>
                  <a:lnTo>
                    <a:pt x="8503" y="1787"/>
                  </a:lnTo>
                  <a:cubicBezTo>
                    <a:pt x="10983" y="-596"/>
                    <a:pt x="14929" y="-596"/>
                    <a:pt x="17409" y="1787"/>
                  </a:cubicBezTo>
                  <a:cubicBezTo>
                    <a:pt x="19897" y="4182"/>
                    <a:pt x="19951" y="8120"/>
                    <a:pt x="17530" y="10581"/>
                  </a:cubicBezTo>
                  <a:cubicBezTo>
                    <a:pt x="17490" y="10622"/>
                    <a:pt x="17450" y="10662"/>
                    <a:pt x="17409" y="10701"/>
                  </a:cubicBezTo>
                  <a:lnTo>
                    <a:pt x="10913" y="17231"/>
                  </a:lnTo>
                  <a:cubicBezTo>
                    <a:pt x="9706" y="18690"/>
                    <a:pt x="7894" y="19529"/>
                    <a:pt x="5988" y="1951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A4C8ACAF-B98A-754E-8E52-4AD0BF97524C}"/>
                </a:ext>
              </a:extLst>
            </p:cNvPr>
            <p:cNvSpPr/>
            <p:nvPr/>
          </p:nvSpPr>
          <p:spPr>
            <a:xfrm>
              <a:off x="5610063" y="2631889"/>
              <a:ext cx="15105" cy="21311"/>
            </a:xfrm>
            <a:custGeom>
              <a:avLst/>
              <a:gdLst>
                <a:gd name="connsiteX0" fmla="*/ 6310 w 15105"/>
                <a:gd name="connsiteY0" fmla="*/ 21240 h 21311"/>
                <a:gd name="connsiteX1" fmla="*/ 4633 w 15105"/>
                <a:gd name="connsiteY1" fmla="*/ 21240 h 21311"/>
                <a:gd name="connsiteX2" fmla="*/ 223 w 15105"/>
                <a:gd name="connsiteY2" fmla="*/ 13604 h 21311"/>
                <a:gd name="connsiteX3" fmla="*/ 233 w 15105"/>
                <a:gd name="connsiteY3" fmla="*/ 13570 h 21311"/>
                <a:gd name="connsiteX4" fmla="*/ 2642 w 15105"/>
                <a:gd name="connsiteY4" fmla="*/ 4657 h 21311"/>
                <a:gd name="connsiteX5" fmla="*/ 10396 w 15105"/>
                <a:gd name="connsiteY5" fmla="*/ 200 h 21311"/>
                <a:gd name="connsiteX6" fmla="*/ 14901 w 15105"/>
                <a:gd name="connsiteY6" fmla="*/ 7973 h 21311"/>
                <a:gd name="connsiteX7" fmla="*/ 12491 w 15105"/>
                <a:gd name="connsiteY7" fmla="*/ 16784 h 21311"/>
                <a:gd name="connsiteX8" fmla="*/ 6310 w 15105"/>
                <a:gd name="connsiteY8" fmla="*/ 21240 h 2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5" h="21311">
                  <a:moveTo>
                    <a:pt x="6310" y="21240"/>
                  </a:moveTo>
                  <a:cubicBezTo>
                    <a:pt x="5755" y="21335"/>
                    <a:pt x="5188" y="21335"/>
                    <a:pt x="4633" y="21240"/>
                  </a:cubicBezTo>
                  <a:cubicBezTo>
                    <a:pt x="1284" y="20336"/>
                    <a:pt x="-691" y="16917"/>
                    <a:pt x="223" y="13604"/>
                  </a:cubicBezTo>
                  <a:cubicBezTo>
                    <a:pt x="226" y="13593"/>
                    <a:pt x="229" y="13582"/>
                    <a:pt x="233" y="13570"/>
                  </a:cubicBezTo>
                  <a:lnTo>
                    <a:pt x="2642" y="4657"/>
                  </a:lnTo>
                  <a:cubicBezTo>
                    <a:pt x="3563" y="1326"/>
                    <a:pt x="7015" y="-658"/>
                    <a:pt x="10396" y="200"/>
                  </a:cubicBezTo>
                  <a:cubicBezTo>
                    <a:pt x="13777" y="1157"/>
                    <a:pt x="15774" y="4603"/>
                    <a:pt x="14901" y="7973"/>
                  </a:cubicBezTo>
                  <a:lnTo>
                    <a:pt x="12491" y="16784"/>
                  </a:lnTo>
                  <a:cubicBezTo>
                    <a:pt x="11627" y="19439"/>
                    <a:pt x="9130" y="21240"/>
                    <a:pt x="6310" y="2124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B0B6C86E-5026-6E4A-BE39-F15D58B26403}"/>
                </a:ext>
              </a:extLst>
            </p:cNvPr>
            <p:cNvSpPr/>
            <p:nvPr/>
          </p:nvSpPr>
          <p:spPr>
            <a:xfrm>
              <a:off x="5676127" y="2630669"/>
              <a:ext cx="15385" cy="22464"/>
            </a:xfrm>
            <a:custGeom>
              <a:avLst/>
              <a:gdLst>
                <a:gd name="connsiteX0" fmla="*/ 9187 w 15385"/>
                <a:gd name="connsiteY0" fmla="*/ 22461 h 22464"/>
                <a:gd name="connsiteX1" fmla="*/ 3006 w 15385"/>
                <a:gd name="connsiteY1" fmla="*/ 17797 h 22464"/>
                <a:gd name="connsiteX2" fmla="*/ 596 w 15385"/>
                <a:gd name="connsiteY2" fmla="*/ 8987 h 22464"/>
                <a:gd name="connsiteX3" fmla="*/ 3701 w 15385"/>
                <a:gd name="connsiteY3" fmla="*/ 589 h 22464"/>
                <a:gd name="connsiteX4" fmla="*/ 12190 w 15385"/>
                <a:gd name="connsiteY4" fmla="*/ 3662 h 22464"/>
                <a:gd name="connsiteX5" fmla="*/ 12750 w 15385"/>
                <a:gd name="connsiteY5" fmla="*/ 5670 h 22464"/>
                <a:gd name="connsiteX6" fmla="*/ 15160 w 15385"/>
                <a:gd name="connsiteY6" fmla="*/ 14584 h 22464"/>
                <a:gd name="connsiteX7" fmla="*/ 10760 w 15385"/>
                <a:gd name="connsiteY7" fmla="*/ 22226 h 22464"/>
                <a:gd name="connsiteX8" fmla="*/ 10654 w 15385"/>
                <a:gd name="connsiteY8" fmla="*/ 22254 h 22464"/>
                <a:gd name="connsiteX9" fmla="*/ 9187 w 15385"/>
                <a:gd name="connsiteY9" fmla="*/ 22461 h 2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385" h="22464">
                  <a:moveTo>
                    <a:pt x="9187" y="22461"/>
                  </a:moveTo>
                  <a:cubicBezTo>
                    <a:pt x="6298" y="22467"/>
                    <a:pt x="3764" y="20555"/>
                    <a:pt x="3006" y="17797"/>
                  </a:cubicBezTo>
                  <a:lnTo>
                    <a:pt x="596" y="8987"/>
                  </a:lnTo>
                  <a:cubicBezTo>
                    <a:pt x="-891" y="5819"/>
                    <a:pt x="500" y="2060"/>
                    <a:pt x="3701" y="589"/>
                  </a:cubicBezTo>
                  <a:cubicBezTo>
                    <a:pt x="6903" y="-881"/>
                    <a:pt x="10703" y="494"/>
                    <a:pt x="12190" y="3662"/>
                  </a:cubicBezTo>
                  <a:cubicBezTo>
                    <a:pt x="12487" y="4296"/>
                    <a:pt x="12677" y="4974"/>
                    <a:pt x="12750" y="5670"/>
                  </a:cubicBezTo>
                  <a:lnTo>
                    <a:pt x="15160" y="14584"/>
                  </a:lnTo>
                  <a:cubicBezTo>
                    <a:pt x="16078" y="17896"/>
                    <a:pt x="14108" y="21317"/>
                    <a:pt x="10760" y="22226"/>
                  </a:cubicBezTo>
                  <a:cubicBezTo>
                    <a:pt x="10725" y="22235"/>
                    <a:pt x="10690" y="22245"/>
                    <a:pt x="10654" y="22254"/>
                  </a:cubicBezTo>
                  <a:cubicBezTo>
                    <a:pt x="10182" y="22411"/>
                    <a:pt x="9685" y="22481"/>
                    <a:pt x="9187" y="22461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12EEAC96-C330-8549-B758-D442CB04D4B9}"/>
                </a:ext>
              </a:extLst>
            </p:cNvPr>
            <p:cNvSpPr/>
            <p:nvPr/>
          </p:nvSpPr>
          <p:spPr>
            <a:xfrm>
              <a:off x="5732338" y="2420734"/>
              <a:ext cx="18915" cy="18688"/>
            </a:xfrm>
            <a:custGeom>
              <a:avLst/>
              <a:gdLst>
                <a:gd name="connsiteX0" fmla="*/ 5993 w 18915"/>
                <a:gd name="connsiteY0" fmla="*/ 18673 h 18688"/>
                <a:gd name="connsiteX1" fmla="*/ 13 w 18915"/>
                <a:gd name="connsiteY1" fmla="*/ 11968 h 18688"/>
                <a:gd name="connsiteX2" fmla="*/ 1487 w 18915"/>
                <a:gd name="connsiteY2" fmla="*/ 8308 h 18688"/>
                <a:gd name="connsiteX3" fmla="*/ 8088 w 18915"/>
                <a:gd name="connsiteY3" fmla="*/ 1882 h 18688"/>
                <a:gd name="connsiteX4" fmla="*/ 16978 w 18915"/>
                <a:gd name="connsiteY4" fmla="*/ 1762 h 18688"/>
                <a:gd name="connsiteX5" fmla="*/ 17099 w 18915"/>
                <a:gd name="connsiteY5" fmla="*/ 1882 h 18688"/>
                <a:gd name="connsiteX6" fmla="*/ 17099 w 18915"/>
                <a:gd name="connsiteY6" fmla="*/ 10796 h 18688"/>
                <a:gd name="connsiteX7" fmla="*/ 10498 w 18915"/>
                <a:gd name="connsiteY7" fmla="*/ 17222 h 18688"/>
                <a:gd name="connsiteX8" fmla="*/ 5993 w 18915"/>
                <a:gd name="connsiteY8" fmla="*/ 18673 h 1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15" h="18688">
                  <a:moveTo>
                    <a:pt x="5993" y="18673"/>
                  </a:moveTo>
                  <a:cubicBezTo>
                    <a:pt x="2470" y="18455"/>
                    <a:pt x="-208" y="15453"/>
                    <a:pt x="13" y="11968"/>
                  </a:cubicBezTo>
                  <a:cubicBezTo>
                    <a:pt x="98" y="10624"/>
                    <a:pt x="614" y="9341"/>
                    <a:pt x="1487" y="8308"/>
                  </a:cubicBezTo>
                  <a:lnTo>
                    <a:pt x="8088" y="1882"/>
                  </a:lnTo>
                  <a:cubicBezTo>
                    <a:pt x="10510" y="-580"/>
                    <a:pt x="14490" y="-633"/>
                    <a:pt x="16978" y="1762"/>
                  </a:cubicBezTo>
                  <a:cubicBezTo>
                    <a:pt x="17019" y="1801"/>
                    <a:pt x="17059" y="1841"/>
                    <a:pt x="17099" y="1882"/>
                  </a:cubicBezTo>
                  <a:cubicBezTo>
                    <a:pt x="19521" y="4370"/>
                    <a:pt x="19521" y="8307"/>
                    <a:pt x="17099" y="10796"/>
                  </a:cubicBezTo>
                  <a:lnTo>
                    <a:pt x="10498" y="17222"/>
                  </a:lnTo>
                  <a:cubicBezTo>
                    <a:pt x="9245" y="18268"/>
                    <a:pt x="7628" y="18789"/>
                    <a:pt x="5993" y="18673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7ED4D43C-93BA-CC4A-BE3D-39BC2698C53C}"/>
                </a:ext>
              </a:extLst>
            </p:cNvPr>
            <p:cNvSpPr/>
            <p:nvPr/>
          </p:nvSpPr>
          <p:spPr>
            <a:xfrm>
              <a:off x="5676498" y="2386523"/>
              <a:ext cx="15144" cy="21248"/>
            </a:xfrm>
            <a:custGeom>
              <a:avLst/>
              <a:gdLst>
                <a:gd name="connsiteX0" fmla="*/ 6407 w 15144"/>
                <a:gd name="connsiteY0" fmla="*/ 21167 h 21248"/>
                <a:gd name="connsiteX1" fmla="*/ 4731 w 15144"/>
                <a:gd name="connsiteY1" fmla="*/ 21167 h 21248"/>
                <a:gd name="connsiteX2" fmla="*/ 197 w 15144"/>
                <a:gd name="connsiteY2" fmla="*/ 13601 h 21248"/>
                <a:gd name="connsiteX3" fmla="*/ 225 w 15144"/>
                <a:gd name="connsiteY3" fmla="*/ 13497 h 21248"/>
                <a:gd name="connsiteX4" fmla="*/ 2635 w 15144"/>
                <a:gd name="connsiteY4" fmla="*/ 4583 h 21248"/>
                <a:gd name="connsiteX5" fmla="*/ 10355 w 15144"/>
                <a:gd name="connsiteY5" fmla="*/ 221 h 21248"/>
                <a:gd name="connsiteX6" fmla="*/ 10389 w 15144"/>
                <a:gd name="connsiteY6" fmla="*/ 230 h 21248"/>
                <a:gd name="connsiteX7" fmla="*/ 14976 w 15144"/>
                <a:gd name="connsiteY7" fmla="*/ 7592 h 21248"/>
                <a:gd name="connsiteX8" fmla="*/ 14894 w 15144"/>
                <a:gd name="connsiteY8" fmla="*/ 7900 h 21248"/>
                <a:gd name="connsiteX9" fmla="*/ 12379 w 15144"/>
                <a:gd name="connsiteY9" fmla="*/ 16607 h 21248"/>
                <a:gd name="connsiteX10" fmla="*/ 6407 w 15144"/>
                <a:gd name="connsiteY10" fmla="*/ 21167 h 2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44" h="21248">
                  <a:moveTo>
                    <a:pt x="6407" y="21167"/>
                  </a:moveTo>
                  <a:cubicBezTo>
                    <a:pt x="5854" y="21276"/>
                    <a:pt x="5284" y="21276"/>
                    <a:pt x="4731" y="21167"/>
                  </a:cubicBezTo>
                  <a:cubicBezTo>
                    <a:pt x="1367" y="20316"/>
                    <a:pt x="-663" y="16929"/>
                    <a:pt x="197" y="13601"/>
                  </a:cubicBezTo>
                  <a:cubicBezTo>
                    <a:pt x="206" y="13567"/>
                    <a:pt x="216" y="13532"/>
                    <a:pt x="225" y="13497"/>
                  </a:cubicBezTo>
                  <a:lnTo>
                    <a:pt x="2635" y="4583"/>
                  </a:lnTo>
                  <a:cubicBezTo>
                    <a:pt x="3549" y="1270"/>
                    <a:pt x="7005" y="-683"/>
                    <a:pt x="10355" y="221"/>
                  </a:cubicBezTo>
                  <a:cubicBezTo>
                    <a:pt x="10366" y="224"/>
                    <a:pt x="10377" y="227"/>
                    <a:pt x="10389" y="230"/>
                  </a:cubicBezTo>
                  <a:cubicBezTo>
                    <a:pt x="13710" y="1010"/>
                    <a:pt x="15765" y="4306"/>
                    <a:pt x="14976" y="7592"/>
                  </a:cubicBezTo>
                  <a:cubicBezTo>
                    <a:pt x="14952" y="7695"/>
                    <a:pt x="14924" y="7798"/>
                    <a:pt x="14894" y="7900"/>
                  </a:cubicBezTo>
                  <a:lnTo>
                    <a:pt x="12379" y="16607"/>
                  </a:lnTo>
                  <a:cubicBezTo>
                    <a:pt x="11634" y="19271"/>
                    <a:pt x="9201" y="21129"/>
                    <a:pt x="6407" y="2116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851ECFE1-6163-A645-B45B-0F465B03EADC}"/>
                </a:ext>
              </a:extLst>
            </p:cNvPr>
            <p:cNvSpPr/>
            <p:nvPr/>
          </p:nvSpPr>
          <p:spPr>
            <a:xfrm>
              <a:off x="5489804" y="2360426"/>
              <a:ext cx="319749" cy="318615"/>
            </a:xfrm>
            <a:custGeom>
              <a:avLst/>
              <a:gdLst>
                <a:gd name="connsiteX0" fmla="*/ 161039 w 319749"/>
                <a:gd name="connsiteY0" fmla="*/ 318615 h 318615"/>
                <a:gd name="connsiteX1" fmla="*/ 0 w 319749"/>
                <a:gd name="connsiteY1" fmla="*/ 159308 h 318615"/>
                <a:gd name="connsiteX2" fmla="*/ 161039 w 319749"/>
                <a:gd name="connsiteY2" fmla="*/ 0 h 318615"/>
                <a:gd name="connsiteX3" fmla="*/ 319669 w 319749"/>
                <a:gd name="connsiteY3" fmla="*/ 126244 h 318615"/>
                <a:gd name="connsiteX4" fmla="*/ 314369 w 319749"/>
                <a:gd name="connsiteY4" fmla="*/ 133487 h 318615"/>
                <a:gd name="connsiteX5" fmla="*/ 307200 w 319749"/>
                <a:gd name="connsiteY5" fmla="*/ 128939 h 318615"/>
                <a:gd name="connsiteX6" fmla="*/ 161039 w 319749"/>
                <a:gd name="connsiteY6" fmla="*/ 12541 h 318615"/>
                <a:gd name="connsiteX7" fmla="*/ 12678 w 319749"/>
                <a:gd name="connsiteY7" fmla="*/ 159308 h 318615"/>
                <a:gd name="connsiteX8" fmla="*/ 161039 w 319749"/>
                <a:gd name="connsiteY8" fmla="*/ 306074 h 318615"/>
                <a:gd name="connsiteX9" fmla="*/ 224533 w 319749"/>
                <a:gd name="connsiteY9" fmla="*/ 291874 h 318615"/>
                <a:gd name="connsiteX10" fmla="*/ 233020 w 319749"/>
                <a:gd name="connsiteY10" fmla="*/ 294880 h 318615"/>
                <a:gd name="connsiteX11" fmla="*/ 230141 w 319749"/>
                <a:gd name="connsiteY11" fmla="*/ 303201 h 318615"/>
                <a:gd name="connsiteX12" fmla="*/ 229981 w 319749"/>
                <a:gd name="connsiteY12" fmla="*/ 303275 h 318615"/>
                <a:gd name="connsiteX13" fmla="*/ 161039 w 319749"/>
                <a:gd name="connsiteY13" fmla="*/ 318615 h 31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749" h="318615">
                  <a:moveTo>
                    <a:pt x="161039" y="318615"/>
                  </a:moveTo>
                  <a:cubicBezTo>
                    <a:pt x="72100" y="318615"/>
                    <a:pt x="0" y="247291"/>
                    <a:pt x="0" y="159308"/>
                  </a:cubicBezTo>
                  <a:cubicBezTo>
                    <a:pt x="0" y="71324"/>
                    <a:pt x="72100" y="0"/>
                    <a:pt x="161039" y="0"/>
                  </a:cubicBezTo>
                  <a:cubicBezTo>
                    <a:pt x="237187" y="389"/>
                    <a:pt x="302975" y="52746"/>
                    <a:pt x="319669" y="126244"/>
                  </a:cubicBezTo>
                  <a:cubicBezTo>
                    <a:pt x="320227" y="129692"/>
                    <a:pt x="317854" y="132935"/>
                    <a:pt x="314369" y="133487"/>
                  </a:cubicBezTo>
                  <a:cubicBezTo>
                    <a:pt x="311158" y="133996"/>
                    <a:pt x="308072" y="132038"/>
                    <a:pt x="307200" y="128939"/>
                  </a:cubicBezTo>
                  <a:cubicBezTo>
                    <a:pt x="291899" y="61157"/>
                    <a:pt x="231244" y="12855"/>
                    <a:pt x="161039" y="12541"/>
                  </a:cubicBezTo>
                  <a:cubicBezTo>
                    <a:pt x="79101" y="12541"/>
                    <a:pt x="12678" y="78251"/>
                    <a:pt x="12678" y="159308"/>
                  </a:cubicBezTo>
                  <a:cubicBezTo>
                    <a:pt x="12678" y="240364"/>
                    <a:pt x="79101" y="306074"/>
                    <a:pt x="161039" y="306074"/>
                  </a:cubicBezTo>
                  <a:cubicBezTo>
                    <a:pt x="183015" y="306133"/>
                    <a:pt x="204720" y="301279"/>
                    <a:pt x="224533" y="291874"/>
                  </a:cubicBezTo>
                  <a:cubicBezTo>
                    <a:pt x="227716" y="290396"/>
                    <a:pt x="231508" y="291739"/>
                    <a:pt x="233020" y="294880"/>
                  </a:cubicBezTo>
                  <a:cubicBezTo>
                    <a:pt x="234547" y="297964"/>
                    <a:pt x="233258" y="301689"/>
                    <a:pt x="230141" y="303201"/>
                  </a:cubicBezTo>
                  <a:cubicBezTo>
                    <a:pt x="230088" y="303226"/>
                    <a:pt x="230035" y="303251"/>
                    <a:pt x="229981" y="303275"/>
                  </a:cubicBezTo>
                  <a:cubicBezTo>
                    <a:pt x="208449" y="313424"/>
                    <a:pt x="184890" y="318666"/>
                    <a:pt x="161039" y="31861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A312AB74-9153-4F4D-8390-A45E4EE15990}"/>
                </a:ext>
              </a:extLst>
            </p:cNvPr>
            <p:cNvSpPr/>
            <p:nvPr/>
          </p:nvSpPr>
          <p:spPr>
            <a:xfrm>
              <a:off x="5644399" y="2447926"/>
              <a:ext cx="12783" cy="61029"/>
            </a:xfrm>
            <a:custGeom>
              <a:avLst/>
              <a:gdLst>
                <a:gd name="connsiteX0" fmla="*/ 6444 w 12783"/>
                <a:gd name="connsiteY0" fmla="*/ 61028 h 61029"/>
                <a:gd name="connsiteX1" fmla="*/ 54 w 12783"/>
                <a:gd name="connsiteY1" fmla="*/ 54914 h 61029"/>
                <a:gd name="connsiteX2" fmla="*/ 53 w 12783"/>
                <a:gd name="connsiteY2" fmla="*/ 54809 h 61029"/>
                <a:gd name="connsiteX3" fmla="*/ 53 w 12783"/>
                <a:gd name="connsiteY3" fmla="*/ 7131 h 61029"/>
                <a:gd name="connsiteX4" fmla="*/ 5575 w 12783"/>
                <a:gd name="connsiteY4" fmla="*/ 53 h 61029"/>
                <a:gd name="connsiteX5" fmla="*/ 12731 w 12783"/>
                <a:gd name="connsiteY5" fmla="*/ 5515 h 61029"/>
                <a:gd name="connsiteX6" fmla="*/ 12731 w 12783"/>
                <a:gd name="connsiteY6" fmla="*/ 7131 h 61029"/>
                <a:gd name="connsiteX7" fmla="*/ 12731 w 12783"/>
                <a:gd name="connsiteY7" fmla="*/ 54809 h 61029"/>
                <a:gd name="connsiteX8" fmla="*/ 6444 w 12783"/>
                <a:gd name="connsiteY8" fmla="*/ 61028 h 6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83" h="61029">
                  <a:moveTo>
                    <a:pt x="6444" y="61028"/>
                  </a:moveTo>
                  <a:cubicBezTo>
                    <a:pt x="2973" y="61086"/>
                    <a:pt x="112" y="58348"/>
                    <a:pt x="54" y="54914"/>
                  </a:cubicBezTo>
                  <a:cubicBezTo>
                    <a:pt x="53" y="54879"/>
                    <a:pt x="53" y="54844"/>
                    <a:pt x="53" y="54809"/>
                  </a:cubicBezTo>
                  <a:lnTo>
                    <a:pt x="53" y="7131"/>
                  </a:lnTo>
                  <a:cubicBezTo>
                    <a:pt x="-398" y="3668"/>
                    <a:pt x="2074" y="499"/>
                    <a:pt x="5575" y="53"/>
                  </a:cubicBezTo>
                  <a:cubicBezTo>
                    <a:pt x="9076" y="-394"/>
                    <a:pt x="12280" y="2052"/>
                    <a:pt x="12731" y="5515"/>
                  </a:cubicBezTo>
                  <a:cubicBezTo>
                    <a:pt x="12801" y="6052"/>
                    <a:pt x="12801" y="6595"/>
                    <a:pt x="12731" y="7131"/>
                  </a:cubicBezTo>
                  <a:lnTo>
                    <a:pt x="12731" y="54809"/>
                  </a:lnTo>
                  <a:cubicBezTo>
                    <a:pt x="12731" y="58244"/>
                    <a:pt x="9916" y="61028"/>
                    <a:pt x="6444" y="61028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AFB3A42A-0215-3749-9E64-5AC81327B320}"/>
                </a:ext>
              </a:extLst>
            </p:cNvPr>
            <p:cNvSpPr/>
            <p:nvPr/>
          </p:nvSpPr>
          <p:spPr>
            <a:xfrm>
              <a:off x="5591038" y="2513670"/>
              <a:ext cx="43439" cy="12646"/>
            </a:xfrm>
            <a:custGeom>
              <a:avLst/>
              <a:gdLst>
                <a:gd name="connsiteX0" fmla="*/ 36231 w 43439"/>
                <a:gd name="connsiteY0" fmla="*/ 12594 h 12646"/>
                <a:gd name="connsiteX1" fmla="*/ 7209 w 43439"/>
                <a:gd name="connsiteY1" fmla="*/ 12594 h 12646"/>
                <a:gd name="connsiteX2" fmla="*/ 53 w 43439"/>
                <a:gd name="connsiteY2" fmla="*/ 7131 h 12646"/>
                <a:gd name="connsiteX3" fmla="*/ 5575 w 43439"/>
                <a:gd name="connsiteY3" fmla="*/ 53 h 12646"/>
                <a:gd name="connsiteX4" fmla="*/ 7209 w 43439"/>
                <a:gd name="connsiteY4" fmla="*/ 53 h 12646"/>
                <a:gd name="connsiteX5" fmla="*/ 36231 w 43439"/>
                <a:gd name="connsiteY5" fmla="*/ 53 h 12646"/>
                <a:gd name="connsiteX6" fmla="*/ 43387 w 43439"/>
                <a:gd name="connsiteY6" fmla="*/ 5515 h 12646"/>
                <a:gd name="connsiteX7" fmla="*/ 37865 w 43439"/>
                <a:gd name="connsiteY7" fmla="*/ 12594 h 12646"/>
                <a:gd name="connsiteX8" fmla="*/ 36231 w 43439"/>
                <a:gd name="connsiteY8" fmla="*/ 12594 h 1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39" h="12646">
                  <a:moveTo>
                    <a:pt x="36231" y="12594"/>
                  </a:moveTo>
                  <a:lnTo>
                    <a:pt x="7209" y="12594"/>
                  </a:lnTo>
                  <a:cubicBezTo>
                    <a:pt x="3708" y="13040"/>
                    <a:pt x="504" y="10594"/>
                    <a:pt x="53" y="7131"/>
                  </a:cubicBezTo>
                  <a:cubicBezTo>
                    <a:pt x="-398" y="3668"/>
                    <a:pt x="2074" y="499"/>
                    <a:pt x="5575" y="53"/>
                  </a:cubicBezTo>
                  <a:cubicBezTo>
                    <a:pt x="6118" y="-17"/>
                    <a:pt x="6666" y="-17"/>
                    <a:pt x="7209" y="53"/>
                  </a:cubicBezTo>
                  <a:lnTo>
                    <a:pt x="36231" y="53"/>
                  </a:lnTo>
                  <a:cubicBezTo>
                    <a:pt x="39732" y="-394"/>
                    <a:pt x="42936" y="2052"/>
                    <a:pt x="43387" y="5515"/>
                  </a:cubicBezTo>
                  <a:cubicBezTo>
                    <a:pt x="43838" y="8979"/>
                    <a:pt x="41365" y="12148"/>
                    <a:pt x="37865" y="12594"/>
                  </a:cubicBezTo>
                  <a:cubicBezTo>
                    <a:pt x="37322" y="12663"/>
                    <a:pt x="36773" y="12663"/>
                    <a:pt x="36231" y="1259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9D0C5968-BBD4-6748-A37C-13178B8AA1DB}"/>
                </a:ext>
              </a:extLst>
            </p:cNvPr>
            <p:cNvSpPr/>
            <p:nvPr/>
          </p:nvSpPr>
          <p:spPr>
            <a:xfrm>
              <a:off x="5749647" y="2478482"/>
              <a:ext cx="78790" cy="77943"/>
            </a:xfrm>
            <a:custGeom>
              <a:avLst/>
              <a:gdLst>
                <a:gd name="connsiteX0" fmla="*/ 39500 w 78790"/>
                <a:gd name="connsiteY0" fmla="*/ 77943 h 77943"/>
                <a:gd name="connsiteX1" fmla="*/ 0 w 78790"/>
                <a:gd name="connsiteY1" fmla="*/ 39075 h 77943"/>
                <a:gd name="connsiteX2" fmla="*/ 39291 w 78790"/>
                <a:gd name="connsiteY2" fmla="*/ 0 h 77943"/>
                <a:gd name="connsiteX3" fmla="*/ 78791 w 78790"/>
                <a:gd name="connsiteY3" fmla="*/ 38868 h 77943"/>
                <a:gd name="connsiteX4" fmla="*/ 78791 w 78790"/>
                <a:gd name="connsiteY4" fmla="*/ 39075 h 77943"/>
                <a:gd name="connsiteX5" fmla="*/ 39500 w 78790"/>
                <a:gd name="connsiteY5" fmla="*/ 77943 h 77943"/>
                <a:gd name="connsiteX6" fmla="*/ 39500 w 78790"/>
                <a:gd name="connsiteY6" fmla="*/ 12645 h 77943"/>
                <a:gd name="connsiteX7" fmla="*/ 12678 w 78790"/>
                <a:gd name="connsiteY7" fmla="*/ 38971 h 77943"/>
                <a:gd name="connsiteX8" fmla="*/ 39290 w 78790"/>
                <a:gd name="connsiteY8" fmla="*/ 65505 h 77943"/>
                <a:gd name="connsiteX9" fmla="*/ 66113 w 78790"/>
                <a:gd name="connsiteY9" fmla="*/ 39179 h 77943"/>
                <a:gd name="connsiteX10" fmla="*/ 66113 w 78790"/>
                <a:gd name="connsiteY10" fmla="*/ 39075 h 77943"/>
                <a:gd name="connsiteX11" fmla="*/ 39500 w 78790"/>
                <a:gd name="connsiteY11" fmla="*/ 12645 h 7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790" h="77943">
                  <a:moveTo>
                    <a:pt x="39500" y="77943"/>
                  </a:moveTo>
                  <a:cubicBezTo>
                    <a:pt x="17743" y="78001"/>
                    <a:pt x="58" y="60599"/>
                    <a:pt x="0" y="39075"/>
                  </a:cubicBezTo>
                  <a:cubicBezTo>
                    <a:pt x="-58" y="17552"/>
                    <a:pt x="17533" y="57"/>
                    <a:pt x="39291" y="0"/>
                  </a:cubicBezTo>
                  <a:cubicBezTo>
                    <a:pt x="61048" y="-57"/>
                    <a:pt x="78733" y="17345"/>
                    <a:pt x="78791" y="38868"/>
                  </a:cubicBezTo>
                  <a:cubicBezTo>
                    <a:pt x="78791" y="38937"/>
                    <a:pt x="78791" y="39006"/>
                    <a:pt x="78791" y="39075"/>
                  </a:cubicBezTo>
                  <a:cubicBezTo>
                    <a:pt x="78733" y="60518"/>
                    <a:pt x="61176" y="77887"/>
                    <a:pt x="39500" y="77943"/>
                  </a:cubicBezTo>
                  <a:close/>
                  <a:moveTo>
                    <a:pt x="39500" y="12645"/>
                  </a:moveTo>
                  <a:cubicBezTo>
                    <a:pt x="24744" y="12588"/>
                    <a:pt x="12736" y="24374"/>
                    <a:pt x="12678" y="38971"/>
                  </a:cubicBezTo>
                  <a:cubicBezTo>
                    <a:pt x="12620" y="53568"/>
                    <a:pt x="24535" y="65448"/>
                    <a:pt x="39290" y="65505"/>
                  </a:cubicBezTo>
                  <a:cubicBezTo>
                    <a:pt x="54046" y="65562"/>
                    <a:pt x="66055" y="53776"/>
                    <a:pt x="66113" y="39179"/>
                  </a:cubicBezTo>
                  <a:cubicBezTo>
                    <a:pt x="66113" y="39144"/>
                    <a:pt x="66113" y="39110"/>
                    <a:pt x="66113" y="39075"/>
                  </a:cubicBezTo>
                  <a:cubicBezTo>
                    <a:pt x="66056" y="24542"/>
                    <a:pt x="54191" y="12758"/>
                    <a:pt x="39500" y="12645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CD49623D-D6F3-EC4F-9543-C42FF177A844}"/>
                </a:ext>
              </a:extLst>
            </p:cNvPr>
            <p:cNvSpPr/>
            <p:nvPr/>
          </p:nvSpPr>
          <p:spPr>
            <a:xfrm>
              <a:off x="5825294" y="2599958"/>
              <a:ext cx="12804" cy="71413"/>
            </a:xfrm>
            <a:custGeom>
              <a:avLst/>
              <a:gdLst>
                <a:gd name="connsiteX0" fmla="*/ 6391 w 12804"/>
                <a:gd name="connsiteY0" fmla="*/ 71414 h 71413"/>
                <a:gd name="connsiteX1" fmla="*/ 0 w 12804"/>
                <a:gd name="connsiteY1" fmla="*/ 65091 h 71413"/>
                <a:gd name="connsiteX2" fmla="*/ 0 w 12804"/>
                <a:gd name="connsiteY2" fmla="*/ 6323 h 71413"/>
                <a:gd name="connsiteX3" fmla="*/ 6391 w 12804"/>
                <a:gd name="connsiteY3" fmla="*/ 0 h 71413"/>
                <a:gd name="connsiteX4" fmla="*/ 12783 w 12804"/>
                <a:gd name="connsiteY4" fmla="*/ 6323 h 71413"/>
                <a:gd name="connsiteX5" fmla="*/ 12783 w 12804"/>
                <a:gd name="connsiteY5" fmla="*/ 64573 h 71413"/>
                <a:gd name="connsiteX6" fmla="*/ 6937 w 12804"/>
                <a:gd name="connsiteY6" fmla="*/ 71393 h 71413"/>
                <a:gd name="connsiteX7" fmla="*/ 6391 w 12804"/>
                <a:gd name="connsiteY7" fmla="*/ 71414 h 7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04" h="71413">
                  <a:moveTo>
                    <a:pt x="6391" y="71414"/>
                  </a:moveTo>
                  <a:cubicBezTo>
                    <a:pt x="2861" y="71414"/>
                    <a:pt x="0" y="68583"/>
                    <a:pt x="0" y="65091"/>
                  </a:cubicBezTo>
                  <a:lnTo>
                    <a:pt x="0" y="6323"/>
                  </a:lnTo>
                  <a:cubicBezTo>
                    <a:pt x="0" y="2831"/>
                    <a:pt x="2861" y="0"/>
                    <a:pt x="6391" y="0"/>
                  </a:cubicBezTo>
                  <a:cubicBezTo>
                    <a:pt x="9921" y="0"/>
                    <a:pt x="12783" y="2831"/>
                    <a:pt x="12783" y="6323"/>
                  </a:cubicBezTo>
                  <a:lnTo>
                    <a:pt x="12783" y="64573"/>
                  </a:lnTo>
                  <a:cubicBezTo>
                    <a:pt x="13072" y="68053"/>
                    <a:pt x="10455" y="71106"/>
                    <a:pt x="6937" y="71393"/>
                  </a:cubicBezTo>
                  <a:cubicBezTo>
                    <a:pt x="6755" y="71407"/>
                    <a:pt x="6573" y="71414"/>
                    <a:pt x="6391" y="71414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E2AB3F9D-2368-DF44-ADF2-95FE81BBEA81}"/>
                </a:ext>
              </a:extLst>
            </p:cNvPr>
            <p:cNvSpPr/>
            <p:nvPr/>
          </p:nvSpPr>
          <p:spPr>
            <a:xfrm>
              <a:off x="5740217" y="2600765"/>
              <a:ext cx="12709" cy="70606"/>
            </a:xfrm>
            <a:custGeom>
              <a:avLst/>
              <a:gdLst>
                <a:gd name="connsiteX0" fmla="*/ 6391 w 12709"/>
                <a:gd name="connsiteY0" fmla="*/ 70607 h 70606"/>
                <a:gd name="connsiteX1" fmla="*/ 0 w 12709"/>
                <a:gd name="connsiteY1" fmla="*/ 64284 h 70606"/>
                <a:gd name="connsiteX2" fmla="*/ 0 w 12709"/>
                <a:gd name="connsiteY2" fmla="*/ 5515 h 70606"/>
                <a:gd name="connsiteX3" fmla="*/ 7156 w 12709"/>
                <a:gd name="connsiteY3" fmla="*/ 53 h 70606"/>
                <a:gd name="connsiteX4" fmla="*/ 12678 w 12709"/>
                <a:gd name="connsiteY4" fmla="*/ 5515 h 70606"/>
                <a:gd name="connsiteX5" fmla="*/ 12678 w 12709"/>
                <a:gd name="connsiteY5" fmla="*/ 63766 h 70606"/>
                <a:gd name="connsiteX6" fmla="*/ 7052 w 12709"/>
                <a:gd name="connsiteY6" fmla="*/ 70575 h 70606"/>
                <a:gd name="connsiteX7" fmla="*/ 6391 w 12709"/>
                <a:gd name="connsiteY7" fmla="*/ 70607 h 70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09" h="70606">
                  <a:moveTo>
                    <a:pt x="6391" y="70607"/>
                  </a:moveTo>
                  <a:cubicBezTo>
                    <a:pt x="2861" y="70607"/>
                    <a:pt x="0" y="67776"/>
                    <a:pt x="0" y="64284"/>
                  </a:cubicBezTo>
                  <a:lnTo>
                    <a:pt x="0" y="5515"/>
                  </a:lnTo>
                  <a:cubicBezTo>
                    <a:pt x="451" y="2052"/>
                    <a:pt x="3655" y="-394"/>
                    <a:pt x="7156" y="53"/>
                  </a:cubicBezTo>
                  <a:cubicBezTo>
                    <a:pt x="10038" y="420"/>
                    <a:pt x="12306" y="2664"/>
                    <a:pt x="12678" y="5515"/>
                  </a:cubicBezTo>
                  <a:lnTo>
                    <a:pt x="12678" y="63766"/>
                  </a:lnTo>
                  <a:cubicBezTo>
                    <a:pt x="13025" y="67183"/>
                    <a:pt x="10506" y="70232"/>
                    <a:pt x="7052" y="70575"/>
                  </a:cubicBezTo>
                  <a:cubicBezTo>
                    <a:pt x="6832" y="70597"/>
                    <a:pt x="6612" y="70608"/>
                    <a:pt x="6391" y="70607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B4E77D74-38E0-1548-9235-1048B0FB63EE}"/>
                </a:ext>
              </a:extLst>
            </p:cNvPr>
            <p:cNvSpPr/>
            <p:nvPr/>
          </p:nvSpPr>
          <p:spPr>
            <a:xfrm>
              <a:off x="5710932" y="2561504"/>
              <a:ext cx="156066" cy="112541"/>
            </a:xfrm>
            <a:custGeom>
              <a:avLst/>
              <a:gdLst>
                <a:gd name="connsiteX0" fmla="*/ 149985 w 156066"/>
                <a:gd name="connsiteY0" fmla="*/ 111940 h 112541"/>
                <a:gd name="connsiteX1" fmla="*/ 143594 w 156066"/>
                <a:gd name="connsiteY1" fmla="*/ 105618 h 112541"/>
                <a:gd name="connsiteX2" fmla="*/ 143594 w 156066"/>
                <a:gd name="connsiteY2" fmla="*/ 47678 h 112541"/>
                <a:gd name="connsiteX3" fmla="*/ 109752 w 156066"/>
                <a:gd name="connsiteY3" fmla="*/ 12645 h 112541"/>
                <a:gd name="connsiteX4" fmla="*/ 46887 w 156066"/>
                <a:gd name="connsiteY4" fmla="*/ 12645 h 112541"/>
                <a:gd name="connsiteX5" fmla="*/ 12730 w 156066"/>
                <a:gd name="connsiteY5" fmla="*/ 47678 h 112541"/>
                <a:gd name="connsiteX6" fmla="*/ 12730 w 156066"/>
                <a:gd name="connsiteY6" fmla="*/ 105410 h 112541"/>
                <a:gd name="connsiteX7" fmla="*/ 7208 w 156066"/>
                <a:gd name="connsiteY7" fmla="*/ 112489 h 112541"/>
                <a:gd name="connsiteX8" fmla="*/ 52 w 156066"/>
                <a:gd name="connsiteY8" fmla="*/ 107026 h 112541"/>
                <a:gd name="connsiteX9" fmla="*/ 52 w 156066"/>
                <a:gd name="connsiteY9" fmla="*/ 105410 h 112541"/>
                <a:gd name="connsiteX10" fmla="*/ 52 w 156066"/>
                <a:gd name="connsiteY10" fmla="*/ 47678 h 112541"/>
                <a:gd name="connsiteX11" fmla="*/ 48249 w 156066"/>
                <a:gd name="connsiteY11" fmla="*/ 0 h 112541"/>
                <a:gd name="connsiteX12" fmla="*/ 51392 w 156066"/>
                <a:gd name="connsiteY12" fmla="*/ 829 h 112541"/>
                <a:gd name="connsiteX13" fmla="*/ 104932 w 156066"/>
                <a:gd name="connsiteY13" fmla="*/ 829 h 112541"/>
                <a:gd name="connsiteX14" fmla="*/ 108180 w 156066"/>
                <a:gd name="connsiteY14" fmla="*/ 0 h 112541"/>
                <a:gd name="connsiteX15" fmla="*/ 156062 w 156066"/>
                <a:gd name="connsiteY15" fmla="*/ 47678 h 112541"/>
                <a:gd name="connsiteX16" fmla="*/ 156062 w 156066"/>
                <a:gd name="connsiteY16" fmla="*/ 105410 h 112541"/>
                <a:gd name="connsiteX17" fmla="*/ 149985 w 156066"/>
                <a:gd name="connsiteY17" fmla="*/ 111940 h 11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066" h="112541">
                  <a:moveTo>
                    <a:pt x="149985" y="111940"/>
                  </a:moveTo>
                  <a:cubicBezTo>
                    <a:pt x="146456" y="111940"/>
                    <a:pt x="143594" y="109110"/>
                    <a:pt x="143594" y="105618"/>
                  </a:cubicBezTo>
                  <a:lnTo>
                    <a:pt x="143594" y="47678"/>
                  </a:lnTo>
                  <a:cubicBezTo>
                    <a:pt x="143613" y="28921"/>
                    <a:pt x="128694" y="13478"/>
                    <a:pt x="109752" y="12645"/>
                  </a:cubicBezTo>
                  <a:cubicBezTo>
                    <a:pt x="90104" y="23001"/>
                    <a:pt x="66534" y="23001"/>
                    <a:pt x="46887" y="12645"/>
                  </a:cubicBezTo>
                  <a:cubicBezTo>
                    <a:pt x="27845" y="13368"/>
                    <a:pt x="12772" y="28827"/>
                    <a:pt x="12730" y="47678"/>
                  </a:cubicBezTo>
                  <a:lnTo>
                    <a:pt x="12730" y="105410"/>
                  </a:lnTo>
                  <a:cubicBezTo>
                    <a:pt x="13181" y="108874"/>
                    <a:pt x="10709" y="112043"/>
                    <a:pt x="7208" y="112489"/>
                  </a:cubicBezTo>
                  <a:cubicBezTo>
                    <a:pt x="3707" y="112935"/>
                    <a:pt x="503" y="110489"/>
                    <a:pt x="52" y="107026"/>
                  </a:cubicBezTo>
                  <a:cubicBezTo>
                    <a:pt x="-17" y="106490"/>
                    <a:pt x="-17" y="105947"/>
                    <a:pt x="52" y="105410"/>
                  </a:cubicBezTo>
                  <a:lnTo>
                    <a:pt x="52" y="47678"/>
                  </a:lnTo>
                  <a:cubicBezTo>
                    <a:pt x="52" y="21346"/>
                    <a:pt x="21631" y="0"/>
                    <a:pt x="48249" y="0"/>
                  </a:cubicBezTo>
                  <a:cubicBezTo>
                    <a:pt x="49351" y="4"/>
                    <a:pt x="50434" y="289"/>
                    <a:pt x="51392" y="829"/>
                  </a:cubicBezTo>
                  <a:cubicBezTo>
                    <a:pt x="67940" y="10355"/>
                    <a:pt x="88384" y="10355"/>
                    <a:pt x="104932" y="829"/>
                  </a:cubicBezTo>
                  <a:cubicBezTo>
                    <a:pt x="105933" y="301"/>
                    <a:pt x="107046" y="17"/>
                    <a:pt x="108180" y="0"/>
                  </a:cubicBezTo>
                  <a:cubicBezTo>
                    <a:pt x="134676" y="171"/>
                    <a:pt x="156063" y="21467"/>
                    <a:pt x="156062" y="47678"/>
                  </a:cubicBezTo>
                  <a:lnTo>
                    <a:pt x="156062" y="105410"/>
                  </a:lnTo>
                  <a:cubicBezTo>
                    <a:pt x="156181" y="108864"/>
                    <a:pt x="153475" y="111772"/>
                    <a:pt x="149985" y="111940"/>
                  </a:cubicBezTo>
                  <a:close/>
                </a:path>
              </a:pathLst>
            </a:custGeom>
            <a:grpFill/>
            <a:ln w="103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41" name="Freeform 17">
            <a:extLst>
              <a:ext uri="{FF2B5EF4-FFF2-40B4-BE49-F238E27FC236}">
                <a16:creationId xmlns:a16="http://schemas.microsoft.com/office/drawing/2014/main" id="{5D5436FE-DEC6-9449-96EF-C0633CA9F9F4}"/>
              </a:ext>
            </a:extLst>
          </p:cNvPr>
          <p:cNvSpPr>
            <a:spLocks noChangeAspect="1"/>
          </p:cNvSpPr>
          <p:nvPr/>
        </p:nvSpPr>
        <p:spPr bwMode="auto">
          <a:xfrm>
            <a:off x="5201797" y="3055628"/>
            <a:ext cx="1734203" cy="1735897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EDBC4C2F-FD39-AF4C-9BB8-04AE5416DC63}"/>
              </a:ext>
            </a:extLst>
          </p:cNvPr>
          <p:cNvGrpSpPr/>
          <p:nvPr/>
        </p:nvGrpSpPr>
        <p:grpSpPr>
          <a:xfrm>
            <a:off x="5399463" y="3304567"/>
            <a:ext cx="1338870" cy="1238019"/>
            <a:chOff x="5398240" y="3718434"/>
            <a:chExt cx="1338870" cy="1238019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9873D285-08BC-D946-B21D-BA997E5B88D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47" name="Title 1">
              <a:extLst>
                <a:ext uri="{FF2B5EF4-FFF2-40B4-BE49-F238E27FC236}">
                  <a16:creationId xmlns:a16="http://schemas.microsoft.com/office/drawing/2014/main" id="{772A775A-2A20-5446-9CEA-53BFBBCA1F6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5592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ABD21D62-31D7-124A-A634-C9E9B7182FA3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CC2FDB5-2A4C-B145-9E88-66B91F5A455B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12290F0-7F1D-9D41-8B28-7B335B6FA408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6689EE1B-9A9B-5A41-8E75-501E99C982CA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EC0F5A48-0C96-304B-86F9-CDDEF4A6F951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52904EA0-139D-C14F-BCAC-78D931B5688F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F06B121-8408-4A4C-B161-3192BECB7FA4}"/>
              </a:ext>
            </a:extLst>
          </p:cNvPr>
          <p:cNvGrpSpPr/>
          <p:nvPr/>
        </p:nvGrpSpPr>
        <p:grpSpPr>
          <a:xfrm flipH="1">
            <a:off x="1378478" y="1625365"/>
            <a:ext cx="2783072" cy="723275"/>
            <a:chOff x="7825488" y="1404017"/>
            <a:chExt cx="3368029" cy="723275"/>
          </a:xfrm>
        </p:grpSpPr>
        <p:sp>
          <p:nvSpPr>
            <p:cNvPr id="59" name="Inhaltsplatzhalter 4">
              <a:extLst>
                <a:ext uri="{FF2B5EF4-FFF2-40B4-BE49-F238E27FC236}">
                  <a16:creationId xmlns:a16="http://schemas.microsoft.com/office/drawing/2014/main" id="{6B0519D9-322C-794A-BC6D-4A184072023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DD4C0091-C874-9A42-8776-6E51D104C67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7E88A4BA-A1FC-4A44-9996-267DE3E27114}"/>
              </a:ext>
            </a:extLst>
          </p:cNvPr>
          <p:cNvGrpSpPr/>
          <p:nvPr/>
        </p:nvGrpSpPr>
        <p:grpSpPr>
          <a:xfrm>
            <a:off x="8107454" y="1600118"/>
            <a:ext cx="2783072" cy="723275"/>
            <a:chOff x="7825488" y="1404017"/>
            <a:chExt cx="3368029" cy="723275"/>
          </a:xfrm>
        </p:grpSpPr>
        <p:sp>
          <p:nvSpPr>
            <p:cNvPr id="62" name="Inhaltsplatzhalter 4">
              <a:extLst>
                <a:ext uri="{FF2B5EF4-FFF2-40B4-BE49-F238E27FC236}">
                  <a16:creationId xmlns:a16="http://schemas.microsoft.com/office/drawing/2014/main" id="{8F0CBB9A-31A1-0F43-89AB-03658399CB7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2020D646-E9F8-A44D-B53A-3E879C37050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8920739C-C7F4-F040-BE49-D9994806596B}"/>
              </a:ext>
            </a:extLst>
          </p:cNvPr>
          <p:cNvGrpSpPr>
            <a:grpSpLocks noChangeAspect="1"/>
          </p:cNvGrpSpPr>
          <p:nvPr/>
        </p:nvGrpSpPr>
        <p:grpSpPr>
          <a:xfrm>
            <a:off x="3918815" y="1588383"/>
            <a:ext cx="4354371" cy="4472833"/>
            <a:chOff x="3912376" y="1788685"/>
            <a:chExt cx="4354371" cy="4472833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A4620023-2109-BD40-B263-7ED52DD05DF7}"/>
                </a:ext>
              </a:extLst>
            </p:cNvPr>
            <p:cNvSpPr/>
            <p:nvPr/>
          </p:nvSpPr>
          <p:spPr>
            <a:xfrm rot="1820780">
              <a:off x="5142307" y="1788685"/>
              <a:ext cx="1634895" cy="1524594"/>
            </a:xfrm>
            <a:custGeom>
              <a:avLst/>
              <a:gdLst>
                <a:gd name="connsiteX0" fmla="*/ 806177 w 1907434"/>
                <a:gd name="connsiteY0" fmla="*/ 295082 h 1778746"/>
                <a:gd name="connsiteX1" fmla="*/ 1907434 w 1907434"/>
                <a:gd name="connsiteY1" fmla="*/ 0 h 1778746"/>
                <a:gd name="connsiteX2" fmla="*/ 1907434 w 1907434"/>
                <a:gd name="connsiteY2" fmla="*/ 1349039 h 1778746"/>
                <a:gd name="connsiteX3" fmla="*/ 1173442 w 1907434"/>
                <a:gd name="connsiteY3" fmla="*/ 1778746 h 1778746"/>
                <a:gd name="connsiteX4" fmla="*/ 0 w 1907434"/>
                <a:gd name="connsiteY4" fmla="*/ 1101259 h 1778746"/>
                <a:gd name="connsiteX5" fmla="*/ 806177 w 1907434"/>
                <a:gd name="connsiteY5" fmla="*/ 295082 h 1778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7434" h="1778746">
                  <a:moveTo>
                    <a:pt x="806177" y="295082"/>
                  </a:moveTo>
                  <a:cubicBezTo>
                    <a:pt x="1135495" y="104949"/>
                    <a:pt x="1513993" y="0"/>
                    <a:pt x="1907434" y="0"/>
                  </a:cubicBezTo>
                  <a:lnTo>
                    <a:pt x="1907434" y="1349039"/>
                  </a:lnTo>
                  <a:lnTo>
                    <a:pt x="1173442" y="1778746"/>
                  </a:lnTo>
                  <a:lnTo>
                    <a:pt x="0" y="1101259"/>
                  </a:lnTo>
                  <a:cubicBezTo>
                    <a:pt x="196721" y="760529"/>
                    <a:pt x="476858" y="485214"/>
                    <a:pt x="806177" y="29508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D09366C3-D7DE-2D46-8C59-615DFE8224FB}"/>
                </a:ext>
              </a:extLst>
            </p:cNvPr>
            <p:cNvSpPr/>
            <p:nvPr/>
          </p:nvSpPr>
          <p:spPr>
            <a:xfrm rot="1820780">
              <a:off x="4303354" y="2399022"/>
              <a:ext cx="1254963" cy="1887815"/>
            </a:xfrm>
            <a:custGeom>
              <a:avLst/>
              <a:gdLst>
                <a:gd name="connsiteX0" fmla="*/ 295080 w 1464167"/>
                <a:gd name="connsiteY0" fmla="*/ 0 h 2202516"/>
                <a:gd name="connsiteX1" fmla="*/ 1457724 w 1464167"/>
                <a:gd name="connsiteY1" fmla="*/ 671253 h 2202516"/>
                <a:gd name="connsiteX2" fmla="*/ 1464167 w 1464167"/>
                <a:gd name="connsiteY2" fmla="*/ 1527543 h 2202516"/>
                <a:gd name="connsiteX3" fmla="*/ 295081 w 1464167"/>
                <a:gd name="connsiteY3" fmla="*/ 2202516 h 2202516"/>
                <a:gd name="connsiteX4" fmla="*/ 295080 w 1464167"/>
                <a:gd name="connsiteY4" fmla="*/ 0 h 220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4167" h="2202516">
                  <a:moveTo>
                    <a:pt x="295080" y="0"/>
                  </a:moveTo>
                  <a:lnTo>
                    <a:pt x="1457724" y="671253"/>
                  </a:lnTo>
                  <a:lnTo>
                    <a:pt x="1464167" y="1527543"/>
                  </a:lnTo>
                  <a:lnTo>
                    <a:pt x="295081" y="2202516"/>
                  </a:lnTo>
                  <a:cubicBezTo>
                    <a:pt x="-98361" y="1521055"/>
                    <a:pt x="-98361" y="681460"/>
                    <a:pt x="295080" y="0"/>
                  </a:cubicBez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6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D7CFEFD-8C3B-9345-9BE6-78056488DC65}"/>
                </a:ext>
              </a:extLst>
            </p:cNvPr>
            <p:cNvSpPr/>
            <p:nvPr/>
          </p:nvSpPr>
          <p:spPr>
            <a:xfrm rot="1820780">
              <a:off x="6631852" y="2660387"/>
              <a:ext cx="1634895" cy="1520341"/>
            </a:xfrm>
            <a:custGeom>
              <a:avLst/>
              <a:gdLst>
                <a:gd name="connsiteX0" fmla="*/ 0 w 1907434"/>
                <a:gd name="connsiteY0" fmla="*/ 0 h 1773783"/>
                <a:gd name="connsiteX1" fmla="*/ 1907434 w 1907434"/>
                <a:gd name="connsiteY1" fmla="*/ 1101258 h 1773783"/>
                <a:gd name="connsiteX2" fmla="*/ 742586 w 1907434"/>
                <a:gd name="connsiteY2" fmla="*/ 1773783 h 1773783"/>
                <a:gd name="connsiteX3" fmla="*/ 0 w 1907434"/>
                <a:gd name="connsiteY3" fmla="*/ 1349559 h 1773783"/>
                <a:gd name="connsiteX4" fmla="*/ 0 w 1907434"/>
                <a:gd name="connsiteY4" fmla="*/ 0 h 1773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7434" h="1773783">
                  <a:moveTo>
                    <a:pt x="0" y="0"/>
                  </a:moveTo>
                  <a:cubicBezTo>
                    <a:pt x="786883" y="-1"/>
                    <a:pt x="1513993" y="419797"/>
                    <a:pt x="1907434" y="1101258"/>
                  </a:cubicBezTo>
                  <a:lnTo>
                    <a:pt x="742586" y="1773783"/>
                  </a:lnTo>
                  <a:lnTo>
                    <a:pt x="0" y="1349559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DAAEB6F0-46B4-754E-9CCF-FDE8D135643F}"/>
                </a:ext>
              </a:extLst>
            </p:cNvPr>
            <p:cNvSpPr/>
            <p:nvPr/>
          </p:nvSpPr>
          <p:spPr>
            <a:xfrm rot="1820780">
              <a:off x="3925253" y="3869939"/>
              <a:ext cx="1634896" cy="1519842"/>
            </a:xfrm>
            <a:custGeom>
              <a:avLst/>
              <a:gdLst>
                <a:gd name="connsiteX0" fmla="*/ 0 w 1907435"/>
                <a:gd name="connsiteY0" fmla="*/ 671944 h 1773202"/>
                <a:gd name="connsiteX1" fmla="*/ 1163840 w 1907435"/>
                <a:gd name="connsiteY1" fmla="*/ 0 h 1773202"/>
                <a:gd name="connsiteX2" fmla="*/ 1907434 w 1907435"/>
                <a:gd name="connsiteY2" fmla="*/ 424800 h 1773202"/>
                <a:gd name="connsiteX3" fmla="*/ 1907435 w 1907435"/>
                <a:gd name="connsiteY3" fmla="*/ 1773202 h 1773202"/>
                <a:gd name="connsiteX4" fmla="*/ 0 w 1907435"/>
                <a:gd name="connsiteY4" fmla="*/ 671944 h 177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7435" h="1773202">
                  <a:moveTo>
                    <a:pt x="0" y="671944"/>
                  </a:moveTo>
                  <a:lnTo>
                    <a:pt x="1163840" y="0"/>
                  </a:lnTo>
                  <a:lnTo>
                    <a:pt x="1907434" y="424800"/>
                  </a:lnTo>
                  <a:lnTo>
                    <a:pt x="1907435" y="1773202"/>
                  </a:lnTo>
                  <a:cubicBezTo>
                    <a:pt x="1120551" y="1773202"/>
                    <a:pt x="393440" y="1353404"/>
                    <a:pt x="0" y="671944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5400000" scaled="0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2D017E33-7F0A-8345-87A1-DC0F6CFDDD74}"/>
                </a:ext>
              </a:extLst>
            </p:cNvPr>
            <p:cNvSpPr/>
            <p:nvPr/>
          </p:nvSpPr>
          <p:spPr>
            <a:xfrm rot="1820780">
              <a:off x="6633013" y="3763149"/>
              <a:ext cx="1255821" cy="1887816"/>
            </a:xfrm>
            <a:custGeom>
              <a:avLst/>
              <a:gdLst>
                <a:gd name="connsiteX0" fmla="*/ 0 w 1465168"/>
                <a:gd name="connsiteY0" fmla="*/ 675550 h 2202517"/>
                <a:gd name="connsiteX1" fmla="*/ 1170086 w 1465168"/>
                <a:gd name="connsiteY1" fmla="*/ 0 h 2202517"/>
                <a:gd name="connsiteX2" fmla="*/ 1170087 w 1465168"/>
                <a:gd name="connsiteY2" fmla="*/ 2202517 h 2202517"/>
                <a:gd name="connsiteX3" fmla="*/ 6434 w 1465168"/>
                <a:gd name="connsiteY3" fmla="*/ 1530681 h 2202517"/>
                <a:gd name="connsiteX4" fmla="*/ 0 w 1465168"/>
                <a:gd name="connsiteY4" fmla="*/ 675550 h 220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5168" h="2202517">
                  <a:moveTo>
                    <a:pt x="0" y="675550"/>
                  </a:moveTo>
                  <a:lnTo>
                    <a:pt x="1170086" y="0"/>
                  </a:lnTo>
                  <a:cubicBezTo>
                    <a:pt x="1563529" y="681460"/>
                    <a:pt x="1563529" y="1521056"/>
                    <a:pt x="1170087" y="2202517"/>
                  </a:cubicBezTo>
                  <a:lnTo>
                    <a:pt x="6434" y="1530681"/>
                  </a:lnTo>
                  <a:lnTo>
                    <a:pt x="0" y="67555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ED72DA2-A194-0142-8808-8E93CF2A8AD7}"/>
                </a:ext>
              </a:extLst>
            </p:cNvPr>
            <p:cNvSpPr/>
            <p:nvPr/>
          </p:nvSpPr>
          <p:spPr>
            <a:xfrm rot="1820780">
              <a:off x="5414926" y="4736925"/>
              <a:ext cx="1634895" cy="1524593"/>
            </a:xfrm>
            <a:custGeom>
              <a:avLst/>
              <a:gdLst>
                <a:gd name="connsiteX0" fmla="*/ 0 w 1907434"/>
                <a:gd name="connsiteY0" fmla="*/ 429707 h 1778745"/>
                <a:gd name="connsiteX1" fmla="*/ 733992 w 1907434"/>
                <a:gd name="connsiteY1" fmla="*/ 0 h 1778745"/>
                <a:gd name="connsiteX2" fmla="*/ 1907434 w 1907434"/>
                <a:gd name="connsiteY2" fmla="*/ 677487 h 1778745"/>
                <a:gd name="connsiteX3" fmla="*/ 0 w 1907434"/>
                <a:gd name="connsiteY3" fmla="*/ 1778745 h 1778745"/>
                <a:gd name="connsiteX4" fmla="*/ 0 w 1907434"/>
                <a:gd name="connsiteY4" fmla="*/ 429707 h 177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7434" h="1778745">
                  <a:moveTo>
                    <a:pt x="0" y="429707"/>
                  </a:moveTo>
                  <a:lnTo>
                    <a:pt x="733992" y="0"/>
                  </a:lnTo>
                  <a:lnTo>
                    <a:pt x="1907434" y="677487"/>
                  </a:lnTo>
                  <a:cubicBezTo>
                    <a:pt x="1513993" y="1358947"/>
                    <a:pt x="786882" y="1778745"/>
                    <a:pt x="0" y="1778745"/>
                  </a:cubicBezTo>
                  <a:lnTo>
                    <a:pt x="0" y="429707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71B3A38-E251-E449-A7F5-BCBF4A95C746}"/>
                </a:ext>
              </a:extLst>
            </p:cNvPr>
            <p:cNvSpPr>
              <a:spLocks noChangeAspect="1"/>
            </p:cNvSpPr>
            <p:nvPr/>
          </p:nvSpPr>
          <p:spPr>
            <a:xfrm rot="1820780">
              <a:off x="5284178" y="1920985"/>
              <a:ext cx="1351153" cy="1259995"/>
            </a:xfrm>
            <a:custGeom>
              <a:avLst/>
              <a:gdLst>
                <a:gd name="connsiteX0" fmla="*/ 806177 w 1907434"/>
                <a:gd name="connsiteY0" fmla="*/ 295082 h 1778746"/>
                <a:gd name="connsiteX1" fmla="*/ 1907434 w 1907434"/>
                <a:gd name="connsiteY1" fmla="*/ 0 h 1778746"/>
                <a:gd name="connsiteX2" fmla="*/ 1907434 w 1907434"/>
                <a:gd name="connsiteY2" fmla="*/ 1349039 h 1778746"/>
                <a:gd name="connsiteX3" fmla="*/ 1173442 w 1907434"/>
                <a:gd name="connsiteY3" fmla="*/ 1778746 h 1778746"/>
                <a:gd name="connsiteX4" fmla="*/ 0 w 1907434"/>
                <a:gd name="connsiteY4" fmla="*/ 1101259 h 1778746"/>
                <a:gd name="connsiteX5" fmla="*/ 806177 w 1907434"/>
                <a:gd name="connsiteY5" fmla="*/ 295082 h 1778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7434" h="1778746">
                  <a:moveTo>
                    <a:pt x="806177" y="295082"/>
                  </a:moveTo>
                  <a:cubicBezTo>
                    <a:pt x="1135495" y="104949"/>
                    <a:pt x="1513993" y="0"/>
                    <a:pt x="1907434" y="0"/>
                  </a:cubicBezTo>
                  <a:lnTo>
                    <a:pt x="1907434" y="1349039"/>
                  </a:lnTo>
                  <a:lnTo>
                    <a:pt x="1173442" y="1778746"/>
                  </a:lnTo>
                  <a:lnTo>
                    <a:pt x="0" y="1101259"/>
                  </a:lnTo>
                  <a:cubicBezTo>
                    <a:pt x="196721" y="760529"/>
                    <a:pt x="476858" y="485214"/>
                    <a:pt x="806177" y="29508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CCE0CA9E-04DC-214F-8757-86EE32E0CBFE}"/>
                </a:ext>
              </a:extLst>
            </p:cNvPr>
            <p:cNvSpPr>
              <a:spLocks noChangeAspect="1"/>
            </p:cNvSpPr>
            <p:nvPr/>
          </p:nvSpPr>
          <p:spPr>
            <a:xfrm rot="1820780">
              <a:off x="4412256" y="2562841"/>
              <a:ext cx="1037159" cy="1560177"/>
            </a:xfrm>
            <a:custGeom>
              <a:avLst/>
              <a:gdLst>
                <a:gd name="connsiteX0" fmla="*/ 295080 w 1464167"/>
                <a:gd name="connsiteY0" fmla="*/ 0 h 2202516"/>
                <a:gd name="connsiteX1" fmla="*/ 1457724 w 1464167"/>
                <a:gd name="connsiteY1" fmla="*/ 671253 h 2202516"/>
                <a:gd name="connsiteX2" fmla="*/ 1464167 w 1464167"/>
                <a:gd name="connsiteY2" fmla="*/ 1527543 h 2202516"/>
                <a:gd name="connsiteX3" fmla="*/ 295081 w 1464167"/>
                <a:gd name="connsiteY3" fmla="*/ 2202516 h 2202516"/>
                <a:gd name="connsiteX4" fmla="*/ 295080 w 1464167"/>
                <a:gd name="connsiteY4" fmla="*/ 0 h 220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4167" h="2202516">
                  <a:moveTo>
                    <a:pt x="295080" y="0"/>
                  </a:moveTo>
                  <a:lnTo>
                    <a:pt x="1457724" y="671253"/>
                  </a:lnTo>
                  <a:lnTo>
                    <a:pt x="1464167" y="1527543"/>
                  </a:lnTo>
                  <a:lnTo>
                    <a:pt x="295081" y="2202516"/>
                  </a:lnTo>
                  <a:cubicBezTo>
                    <a:pt x="-98361" y="1521055"/>
                    <a:pt x="-98361" y="681460"/>
                    <a:pt x="295080" y="0"/>
                  </a:cubicBez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6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EBDC3178-B3DC-4649-BE80-2EE965C8A5DC}"/>
                </a:ext>
              </a:extLst>
            </p:cNvPr>
            <p:cNvSpPr>
              <a:spLocks noChangeAspect="1"/>
            </p:cNvSpPr>
            <p:nvPr/>
          </p:nvSpPr>
          <p:spPr>
            <a:xfrm rot="1820780">
              <a:off x="6773723" y="2792317"/>
              <a:ext cx="1351153" cy="1256480"/>
            </a:xfrm>
            <a:custGeom>
              <a:avLst/>
              <a:gdLst>
                <a:gd name="connsiteX0" fmla="*/ 0 w 1907434"/>
                <a:gd name="connsiteY0" fmla="*/ 0 h 1773783"/>
                <a:gd name="connsiteX1" fmla="*/ 1907434 w 1907434"/>
                <a:gd name="connsiteY1" fmla="*/ 1101258 h 1773783"/>
                <a:gd name="connsiteX2" fmla="*/ 742586 w 1907434"/>
                <a:gd name="connsiteY2" fmla="*/ 1773783 h 1773783"/>
                <a:gd name="connsiteX3" fmla="*/ 0 w 1907434"/>
                <a:gd name="connsiteY3" fmla="*/ 1349559 h 1773783"/>
                <a:gd name="connsiteX4" fmla="*/ 0 w 1907434"/>
                <a:gd name="connsiteY4" fmla="*/ 0 h 1773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7434" h="1773783">
                  <a:moveTo>
                    <a:pt x="0" y="0"/>
                  </a:moveTo>
                  <a:cubicBezTo>
                    <a:pt x="786883" y="-1"/>
                    <a:pt x="1513993" y="419797"/>
                    <a:pt x="1907434" y="1101258"/>
                  </a:cubicBezTo>
                  <a:lnTo>
                    <a:pt x="742586" y="1773783"/>
                  </a:lnTo>
                  <a:lnTo>
                    <a:pt x="0" y="1349559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E6E11E90-AED7-3448-9419-6927807AD3A9}"/>
                </a:ext>
              </a:extLst>
            </p:cNvPr>
            <p:cNvSpPr>
              <a:spLocks noChangeAspect="1"/>
            </p:cNvSpPr>
            <p:nvPr/>
          </p:nvSpPr>
          <p:spPr>
            <a:xfrm rot="1820780">
              <a:off x="4067124" y="4001826"/>
              <a:ext cx="1351154" cy="1256068"/>
            </a:xfrm>
            <a:custGeom>
              <a:avLst/>
              <a:gdLst>
                <a:gd name="connsiteX0" fmla="*/ 0 w 1907435"/>
                <a:gd name="connsiteY0" fmla="*/ 671944 h 1773202"/>
                <a:gd name="connsiteX1" fmla="*/ 1163840 w 1907435"/>
                <a:gd name="connsiteY1" fmla="*/ 0 h 1773202"/>
                <a:gd name="connsiteX2" fmla="*/ 1907434 w 1907435"/>
                <a:gd name="connsiteY2" fmla="*/ 424800 h 1773202"/>
                <a:gd name="connsiteX3" fmla="*/ 1907435 w 1907435"/>
                <a:gd name="connsiteY3" fmla="*/ 1773202 h 1773202"/>
                <a:gd name="connsiteX4" fmla="*/ 0 w 1907435"/>
                <a:gd name="connsiteY4" fmla="*/ 671944 h 177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7435" h="1773202">
                  <a:moveTo>
                    <a:pt x="0" y="671944"/>
                  </a:moveTo>
                  <a:lnTo>
                    <a:pt x="1163840" y="0"/>
                  </a:lnTo>
                  <a:lnTo>
                    <a:pt x="1907434" y="424800"/>
                  </a:lnTo>
                  <a:lnTo>
                    <a:pt x="1907435" y="1773202"/>
                  </a:lnTo>
                  <a:cubicBezTo>
                    <a:pt x="1120551" y="1773202"/>
                    <a:pt x="393440" y="1353404"/>
                    <a:pt x="0" y="671944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5400000" scaled="0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8CD5F070-94F4-744E-9552-5AFB3A03F2D1}"/>
                </a:ext>
              </a:extLst>
            </p:cNvPr>
            <p:cNvSpPr>
              <a:spLocks noChangeAspect="1"/>
            </p:cNvSpPr>
            <p:nvPr/>
          </p:nvSpPr>
          <p:spPr>
            <a:xfrm rot="1820780">
              <a:off x="6741989" y="3926968"/>
              <a:ext cx="1037868" cy="1560178"/>
            </a:xfrm>
            <a:custGeom>
              <a:avLst/>
              <a:gdLst>
                <a:gd name="connsiteX0" fmla="*/ 0 w 1465168"/>
                <a:gd name="connsiteY0" fmla="*/ 675550 h 2202517"/>
                <a:gd name="connsiteX1" fmla="*/ 1170086 w 1465168"/>
                <a:gd name="connsiteY1" fmla="*/ 0 h 2202517"/>
                <a:gd name="connsiteX2" fmla="*/ 1170087 w 1465168"/>
                <a:gd name="connsiteY2" fmla="*/ 2202517 h 2202517"/>
                <a:gd name="connsiteX3" fmla="*/ 6434 w 1465168"/>
                <a:gd name="connsiteY3" fmla="*/ 1530681 h 2202517"/>
                <a:gd name="connsiteX4" fmla="*/ 0 w 1465168"/>
                <a:gd name="connsiteY4" fmla="*/ 675550 h 220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5168" h="2202517">
                  <a:moveTo>
                    <a:pt x="0" y="675550"/>
                  </a:moveTo>
                  <a:lnTo>
                    <a:pt x="1170086" y="0"/>
                  </a:lnTo>
                  <a:cubicBezTo>
                    <a:pt x="1563529" y="681460"/>
                    <a:pt x="1563529" y="1521056"/>
                    <a:pt x="1170087" y="2202517"/>
                  </a:cubicBezTo>
                  <a:lnTo>
                    <a:pt x="6434" y="1530681"/>
                  </a:lnTo>
                  <a:lnTo>
                    <a:pt x="0" y="67555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D408AECD-1CCD-694D-9454-C39F62A503DC}"/>
                </a:ext>
              </a:extLst>
            </p:cNvPr>
            <p:cNvSpPr>
              <a:spLocks noChangeAspect="1"/>
            </p:cNvSpPr>
            <p:nvPr/>
          </p:nvSpPr>
          <p:spPr>
            <a:xfrm rot="1820780">
              <a:off x="5556797" y="4869224"/>
              <a:ext cx="1351153" cy="1259995"/>
            </a:xfrm>
            <a:custGeom>
              <a:avLst/>
              <a:gdLst>
                <a:gd name="connsiteX0" fmla="*/ 0 w 1907434"/>
                <a:gd name="connsiteY0" fmla="*/ 429707 h 1778745"/>
                <a:gd name="connsiteX1" fmla="*/ 733992 w 1907434"/>
                <a:gd name="connsiteY1" fmla="*/ 0 h 1778745"/>
                <a:gd name="connsiteX2" fmla="*/ 1907434 w 1907434"/>
                <a:gd name="connsiteY2" fmla="*/ 677487 h 1778745"/>
                <a:gd name="connsiteX3" fmla="*/ 0 w 1907434"/>
                <a:gd name="connsiteY3" fmla="*/ 1778745 h 1778745"/>
                <a:gd name="connsiteX4" fmla="*/ 0 w 1907434"/>
                <a:gd name="connsiteY4" fmla="*/ 429707 h 177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7434" h="1778745">
                  <a:moveTo>
                    <a:pt x="0" y="429707"/>
                  </a:moveTo>
                  <a:lnTo>
                    <a:pt x="733992" y="0"/>
                  </a:lnTo>
                  <a:lnTo>
                    <a:pt x="1907434" y="677487"/>
                  </a:lnTo>
                  <a:cubicBezTo>
                    <a:pt x="1513993" y="1358947"/>
                    <a:pt x="786882" y="1778745"/>
                    <a:pt x="0" y="1778745"/>
                  </a:cubicBezTo>
                  <a:lnTo>
                    <a:pt x="0" y="429707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5400000" scaled="1"/>
            </a:gradFill>
            <a:ln w="38100">
              <a:noFill/>
            </a:ln>
            <a:effectLst>
              <a:outerShdw blurRad="127000" dist="38100" dir="5400000" algn="t" rotWithShape="0">
                <a:prstClr val="black">
                  <a:alpha val="24000"/>
                </a:prstClr>
              </a:outerShdw>
            </a:effectLst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133318" tIns="1888952" rIns="265865" bIns="1861899" numCol="1" spcCol="1270" anchor="ctr" anchorCtr="0">
              <a:noAutofit/>
            </a:bodyPr>
            <a:lstStyle/>
            <a:p>
              <a:pPr algn="ctr" defTabSz="173084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894"/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634A17E5-05B9-F148-B604-43B65D30BE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386778" y="2164689"/>
              <a:ext cx="806697" cy="1368998"/>
            </a:xfrm>
            <a:prstGeom prst="line">
              <a:avLst/>
            </a:prstGeom>
            <a:ln w="19050" cap="rnd">
              <a:prstDash val="sysDot"/>
              <a:round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2BCD79D-F580-FF47-87C8-508CE14E7C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003800" y="4567336"/>
              <a:ext cx="768373" cy="1316815"/>
            </a:xfrm>
            <a:prstGeom prst="line">
              <a:avLst/>
            </a:prstGeom>
            <a:ln w="19050" cap="rnd">
              <a:solidFill>
                <a:schemeClr val="accent4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074547C-EAA6-DC4D-9475-F62B07CAF26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045885" y="2190987"/>
              <a:ext cx="772139" cy="1355962"/>
            </a:xfrm>
            <a:prstGeom prst="line">
              <a:avLst/>
            </a:prstGeom>
            <a:ln w="19050" cap="rnd">
              <a:solidFill>
                <a:schemeClr val="accent6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1D042CE-CEAA-B44F-B859-E8D7675AEE7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419500" y="4589913"/>
              <a:ext cx="736951" cy="1290515"/>
            </a:xfrm>
            <a:prstGeom prst="line">
              <a:avLst/>
            </a:prstGeom>
            <a:ln w="19050" cap="rnd">
              <a:solidFill>
                <a:schemeClr val="accent3"/>
              </a:solidFill>
              <a:prstDash val="sysDot"/>
              <a:round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530CEA13-E8BF-4543-B3C1-3ADD00C500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690091" y="4024219"/>
              <a:ext cx="1542701" cy="13710"/>
            </a:xfrm>
            <a:prstGeom prst="line">
              <a:avLst/>
            </a:prstGeom>
            <a:ln w="19050" cap="rnd">
              <a:solidFill>
                <a:schemeClr val="accent2"/>
              </a:solidFill>
              <a:prstDash val="sysDot"/>
              <a:round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DACAAA-12CA-2F4C-B9A9-38398529DE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912376" y="4019361"/>
              <a:ext cx="1726425" cy="0"/>
            </a:xfrm>
            <a:prstGeom prst="line">
              <a:avLst/>
            </a:prstGeom>
            <a:ln w="19050" cap="rnd">
              <a:solidFill>
                <a:schemeClr val="accent5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Freeform 17">
            <a:extLst>
              <a:ext uri="{FF2B5EF4-FFF2-40B4-BE49-F238E27FC236}">
                <a16:creationId xmlns:a16="http://schemas.microsoft.com/office/drawing/2014/main" id="{A30A5759-CF08-D340-8177-A8E71799E521}"/>
              </a:ext>
            </a:extLst>
          </p:cNvPr>
          <p:cNvSpPr>
            <a:spLocks noChangeAspect="1"/>
          </p:cNvSpPr>
          <p:nvPr/>
        </p:nvSpPr>
        <p:spPr bwMode="auto">
          <a:xfrm>
            <a:off x="5379222" y="3099765"/>
            <a:ext cx="1446524" cy="1447936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4072D450-4769-314F-8495-03CFB7FD3A75}"/>
              </a:ext>
            </a:extLst>
          </p:cNvPr>
          <p:cNvCxnSpPr>
            <a:cxnSpLocks/>
          </p:cNvCxnSpPr>
          <p:nvPr/>
        </p:nvCxnSpPr>
        <p:spPr>
          <a:xfrm flipV="1">
            <a:off x="7197088" y="1971245"/>
            <a:ext cx="681891" cy="1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F17EF702-CEB0-0243-BD07-0C96462D8DDA}"/>
              </a:ext>
            </a:extLst>
          </p:cNvPr>
          <p:cNvCxnSpPr>
            <a:cxnSpLocks/>
          </p:cNvCxnSpPr>
          <p:nvPr/>
        </p:nvCxnSpPr>
        <p:spPr>
          <a:xfrm flipH="1" flipV="1">
            <a:off x="4372607" y="1993608"/>
            <a:ext cx="681891" cy="1"/>
          </a:xfrm>
          <a:prstGeom prst="line">
            <a:avLst/>
          </a:prstGeom>
          <a:ln w="19050" cap="rnd">
            <a:solidFill>
              <a:schemeClr val="accent6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DB8101C5-8088-404B-816C-86A48345627F}"/>
              </a:ext>
            </a:extLst>
          </p:cNvPr>
          <p:cNvCxnSpPr>
            <a:cxnSpLocks/>
          </p:cNvCxnSpPr>
          <p:nvPr/>
        </p:nvCxnSpPr>
        <p:spPr>
          <a:xfrm flipV="1">
            <a:off x="7197088" y="5680123"/>
            <a:ext cx="681891" cy="1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29E4C6B8-3A8F-F249-8C4E-553D33398690}"/>
              </a:ext>
            </a:extLst>
          </p:cNvPr>
          <p:cNvCxnSpPr>
            <a:cxnSpLocks/>
          </p:cNvCxnSpPr>
          <p:nvPr/>
        </p:nvCxnSpPr>
        <p:spPr>
          <a:xfrm flipH="1">
            <a:off x="4372607" y="5680123"/>
            <a:ext cx="637632" cy="1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>
            <a:extLst>
              <a:ext uri="{FF2B5EF4-FFF2-40B4-BE49-F238E27FC236}">
                <a16:creationId xmlns:a16="http://schemas.microsoft.com/office/drawing/2014/main" id="{49E47EE7-4E9A-4E40-AD49-F78E61B22C04}"/>
              </a:ext>
            </a:extLst>
          </p:cNvPr>
          <p:cNvGrpSpPr/>
          <p:nvPr/>
        </p:nvGrpSpPr>
        <p:grpSpPr>
          <a:xfrm flipH="1">
            <a:off x="1378478" y="5317618"/>
            <a:ext cx="2783072" cy="723275"/>
            <a:chOff x="7825488" y="1404017"/>
            <a:chExt cx="3368029" cy="723275"/>
          </a:xfrm>
        </p:grpSpPr>
        <p:sp>
          <p:nvSpPr>
            <p:cNvPr id="79" name="Inhaltsplatzhalter 4">
              <a:extLst>
                <a:ext uri="{FF2B5EF4-FFF2-40B4-BE49-F238E27FC236}">
                  <a16:creationId xmlns:a16="http://schemas.microsoft.com/office/drawing/2014/main" id="{8E867ECA-5617-9B48-987F-ED914146FA3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157E8CAE-EB84-B146-A6BD-2A81EB3137B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143C6FD0-D9E7-F64D-8600-5C735ED4D683}"/>
              </a:ext>
            </a:extLst>
          </p:cNvPr>
          <p:cNvGrpSpPr/>
          <p:nvPr/>
        </p:nvGrpSpPr>
        <p:grpSpPr>
          <a:xfrm>
            <a:off x="8107454" y="5292371"/>
            <a:ext cx="2783072" cy="723275"/>
            <a:chOff x="7825488" y="1404017"/>
            <a:chExt cx="3368029" cy="723275"/>
          </a:xfrm>
        </p:grpSpPr>
        <p:sp>
          <p:nvSpPr>
            <p:cNvPr id="82" name="Inhaltsplatzhalter 4">
              <a:extLst>
                <a:ext uri="{FF2B5EF4-FFF2-40B4-BE49-F238E27FC236}">
                  <a16:creationId xmlns:a16="http://schemas.microsoft.com/office/drawing/2014/main" id="{F32AE7DA-5282-B842-A38E-E3C585373FD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247B5E79-1515-3A45-A27D-C689FFED201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E76C503B-4900-B74F-9D06-CCFD9306294F}"/>
              </a:ext>
            </a:extLst>
          </p:cNvPr>
          <p:cNvGrpSpPr/>
          <p:nvPr/>
        </p:nvGrpSpPr>
        <p:grpSpPr>
          <a:xfrm>
            <a:off x="8435018" y="3463571"/>
            <a:ext cx="2783072" cy="723275"/>
            <a:chOff x="7825488" y="1404017"/>
            <a:chExt cx="3368029" cy="723275"/>
          </a:xfrm>
        </p:grpSpPr>
        <p:sp>
          <p:nvSpPr>
            <p:cNvPr id="85" name="Inhaltsplatzhalter 4">
              <a:extLst>
                <a:ext uri="{FF2B5EF4-FFF2-40B4-BE49-F238E27FC236}">
                  <a16:creationId xmlns:a16="http://schemas.microsoft.com/office/drawing/2014/main" id="{DDF07BFF-D4A2-3A44-B82F-82B4D18C4D6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D9ECAEC4-8125-FE4D-A511-79F40ADD930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71CF5D0-C665-B443-BF80-F2C6A84086F8}"/>
              </a:ext>
            </a:extLst>
          </p:cNvPr>
          <p:cNvGrpSpPr/>
          <p:nvPr/>
        </p:nvGrpSpPr>
        <p:grpSpPr>
          <a:xfrm flipH="1">
            <a:off x="981846" y="3463571"/>
            <a:ext cx="2783072" cy="723275"/>
            <a:chOff x="7825488" y="1404017"/>
            <a:chExt cx="3368029" cy="723275"/>
          </a:xfrm>
        </p:grpSpPr>
        <p:sp>
          <p:nvSpPr>
            <p:cNvPr id="88" name="Inhaltsplatzhalter 4">
              <a:extLst>
                <a:ext uri="{FF2B5EF4-FFF2-40B4-BE49-F238E27FC236}">
                  <a16:creationId xmlns:a16="http://schemas.microsoft.com/office/drawing/2014/main" id="{DA469BB2-B2FF-0E4F-89A1-19D5A9D8B2F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3D3C2C75-E59F-F34D-B913-AC2E6642AF5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2" name="Graphic 90">
            <a:extLst>
              <a:ext uri="{FF2B5EF4-FFF2-40B4-BE49-F238E27FC236}">
                <a16:creationId xmlns:a16="http://schemas.microsoft.com/office/drawing/2014/main" id="{10DA7E6E-13F6-6E48-B358-36E2D62378DE}"/>
              </a:ext>
            </a:extLst>
          </p:cNvPr>
          <p:cNvGrpSpPr>
            <a:grpSpLocks noChangeAspect="1"/>
          </p:cNvGrpSpPr>
          <p:nvPr/>
        </p:nvGrpSpPr>
        <p:grpSpPr>
          <a:xfrm>
            <a:off x="7066148" y="2892940"/>
            <a:ext cx="502040" cy="502040"/>
            <a:chOff x="5856245" y="2204793"/>
            <a:chExt cx="502040" cy="502040"/>
          </a:xfrm>
          <a:solidFill>
            <a:srgbClr val="FFFFFF"/>
          </a:solidFill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A1ACE82B-D5F7-7F45-8B0C-D5ED1E0BDA84}"/>
                </a:ext>
              </a:extLst>
            </p:cNvPr>
            <p:cNvSpPr/>
            <p:nvPr/>
          </p:nvSpPr>
          <p:spPr>
            <a:xfrm>
              <a:off x="5856245" y="2204793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7E9ED5-8462-E543-B12E-CC39BFE35852}"/>
                </a:ext>
              </a:extLst>
            </p:cNvPr>
            <p:cNvSpPr/>
            <p:nvPr/>
          </p:nvSpPr>
          <p:spPr>
            <a:xfrm>
              <a:off x="5856245" y="2204793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72DE451E-2E6F-8C46-8961-C78EEC177471}"/>
                </a:ext>
              </a:extLst>
            </p:cNvPr>
            <p:cNvSpPr/>
            <p:nvPr/>
          </p:nvSpPr>
          <p:spPr>
            <a:xfrm>
              <a:off x="5978826" y="2205073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738AB8F4-45C3-1C44-87EE-1443FC2ED1EC}"/>
                </a:ext>
              </a:extLst>
            </p:cNvPr>
            <p:cNvSpPr/>
            <p:nvPr/>
          </p:nvSpPr>
          <p:spPr>
            <a:xfrm>
              <a:off x="6098479" y="2213299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4552B11F-8261-F242-9F14-18E2C00145E0}"/>
                </a:ext>
              </a:extLst>
            </p:cNvPr>
            <p:cNvSpPr/>
            <p:nvPr/>
          </p:nvSpPr>
          <p:spPr>
            <a:xfrm>
              <a:off x="5864751" y="2447027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C43F5F68-9E7B-0245-81DC-6F4A8A28F9F2}"/>
                </a:ext>
              </a:extLst>
            </p:cNvPr>
            <p:cNvSpPr/>
            <p:nvPr/>
          </p:nvSpPr>
          <p:spPr>
            <a:xfrm>
              <a:off x="5856246" y="2326956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9" name="Graphic 92">
            <a:extLst>
              <a:ext uri="{FF2B5EF4-FFF2-40B4-BE49-F238E27FC236}">
                <a16:creationId xmlns:a16="http://schemas.microsoft.com/office/drawing/2014/main" id="{3A34AFE8-0BF4-CC44-8FB9-FA1DB07443D4}"/>
              </a:ext>
            </a:extLst>
          </p:cNvPr>
          <p:cNvGrpSpPr>
            <a:grpSpLocks noChangeAspect="1"/>
          </p:cNvGrpSpPr>
          <p:nvPr/>
        </p:nvGrpSpPr>
        <p:grpSpPr>
          <a:xfrm>
            <a:off x="5874750" y="5023023"/>
            <a:ext cx="464493" cy="320722"/>
            <a:chOff x="5874750" y="2297608"/>
            <a:chExt cx="464493" cy="320722"/>
          </a:xfrm>
          <a:solidFill>
            <a:srgbClr val="FFFFFF"/>
          </a:solidFill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9E2DC343-EDCE-D54B-9DFD-BDE582C62175}"/>
                </a:ext>
              </a:extLst>
            </p:cNvPr>
            <p:cNvSpPr/>
            <p:nvPr/>
          </p:nvSpPr>
          <p:spPr>
            <a:xfrm>
              <a:off x="6188504" y="2601561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E5253342-067A-904F-A9AB-0BD970F6DC3F}"/>
                </a:ext>
              </a:extLst>
            </p:cNvPr>
            <p:cNvSpPr/>
            <p:nvPr/>
          </p:nvSpPr>
          <p:spPr>
            <a:xfrm>
              <a:off x="6015825" y="2601562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CFB1535-0F9E-4C43-823C-52381530EE02}"/>
                </a:ext>
              </a:extLst>
            </p:cNvPr>
            <p:cNvSpPr/>
            <p:nvPr/>
          </p:nvSpPr>
          <p:spPr>
            <a:xfrm>
              <a:off x="5954518" y="2601631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117510D4-02D6-4B49-8572-4EC20A748A7C}"/>
                </a:ext>
              </a:extLst>
            </p:cNvPr>
            <p:cNvSpPr/>
            <p:nvPr/>
          </p:nvSpPr>
          <p:spPr>
            <a:xfrm>
              <a:off x="5874839" y="2297764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5B53EAF0-1E28-054B-BD7A-D62AAC9E2867}"/>
                </a:ext>
              </a:extLst>
            </p:cNvPr>
            <p:cNvSpPr/>
            <p:nvPr/>
          </p:nvSpPr>
          <p:spPr>
            <a:xfrm>
              <a:off x="5874827" y="2297608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663E6577-8E3B-4048-9F43-42A1BD2D571D}"/>
                </a:ext>
              </a:extLst>
            </p:cNvPr>
            <p:cNvSpPr/>
            <p:nvPr/>
          </p:nvSpPr>
          <p:spPr>
            <a:xfrm>
              <a:off x="5874750" y="2429176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9E522C4E-6EBB-5C44-8F55-BEAD3B07CE74}"/>
                </a:ext>
              </a:extLst>
            </p:cNvPr>
            <p:cNvSpPr/>
            <p:nvPr/>
          </p:nvSpPr>
          <p:spPr>
            <a:xfrm>
              <a:off x="6147123" y="2429705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7" name="Graphic 94">
            <a:extLst>
              <a:ext uri="{FF2B5EF4-FFF2-40B4-BE49-F238E27FC236}">
                <a16:creationId xmlns:a16="http://schemas.microsoft.com/office/drawing/2014/main" id="{9E4BB153-82AF-674C-8C17-53E99B9E5352}"/>
              </a:ext>
            </a:extLst>
          </p:cNvPr>
          <p:cNvGrpSpPr>
            <a:grpSpLocks noChangeAspect="1"/>
          </p:cNvGrpSpPr>
          <p:nvPr/>
        </p:nvGrpSpPr>
        <p:grpSpPr>
          <a:xfrm>
            <a:off x="5856237" y="2223387"/>
            <a:ext cx="500622" cy="463485"/>
            <a:chOff x="5856237" y="2223387"/>
            <a:chExt cx="500622" cy="463485"/>
          </a:xfrm>
          <a:solidFill>
            <a:srgbClr val="FFFFFF"/>
          </a:solidFill>
        </p:grpSpPr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8A607CE2-8FBA-AC42-8E9F-C7578FA2FBC1}"/>
                </a:ext>
              </a:extLst>
            </p:cNvPr>
            <p:cNvSpPr/>
            <p:nvPr/>
          </p:nvSpPr>
          <p:spPr>
            <a:xfrm>
              <a:off x="6340305" y="2467051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781BA78A-6759-684C-9761-401F54A97FBB}"/>
                </a:ext>
              </a:extLst>
            </p:cNvPr>
            <p:cNvSpPr/>
            <p:nvPr/>
          </p:nvSpPr>
          <p:spPr>
            <a:xfrm>
              <a:off x="6340305" y="2512989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16EBB67-EF6D-F94D-894D-5B5506863522}"/>
                </a:ext>
              </a:extLst>
            </p:cNvPr>
            <p:cNvSpPr/>
            <p:nvPr/>
          </p:nvSpPr>
          <p:spPr>
            <a:xfrm>
              <a:off x="6340305" y="2571643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7263402-6C82-D143-B8A2-6135205904C0}"/>
                </a:ext>
              </a:extLst>
            </p:cNvPr>
            <p:cNvSpPr/>
            <p:nvPr/>
          </p:nvSpPr>
          <p:spPr>
            <a:xfrm>
              <a:off x="5856237" y="2326200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C6BC94F8-85A8-8A49-934F-BD5D9C9C45AA}"/>
                </a:ext>
              </a:extLst>
            </p:cNvPr>
            <p:cNvSpPr/>
            <p:nvPr/>
          </p:nvSpPr>
          <p:spPr>
            <a:xfrm>
              <a:off x="5856965" y="2398018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5226F2E-907D-7E4C-8291-C9600C2B40E0}"/>
                </a:ext>
              </a:extLst>
            </p:cNvPr>
            <p:cNvSpPr/>
            <p:nvPr/>
          </p:nvSpPr>
          <p:spPr>
            <a:xfrm>
              <a:off x="5976327" y="2223387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CEEF4A52-0B5E-D144-86E9-94A0CA749F63}"/>
                </a:ext>
              </a:extLst>
            </p:cNvPr>
            <p:cNvSpPr/>
            <p:nvPr/>
          </p:nvSpPr>
          <p:spPr>
            <a:xfrm>
              <a:off x="6020288" y="2261805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97319CF-0DC7-DA41-800F-2C02511576CD}"/>
                </a:ext>
              </a:extLst>
            </p:cNvPr>
            <p:cNvSpPr/>
            <p:nvPr/>
          </p:nvSpPr>
          <p:spPr>
            <a:xfrm>
              <a:off x="6063031" y="2462374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8A09E29-C29A-6943-BED3-408A43744A17}"/>
                </a:ext>
              </a:extLst>
            </p:cNvPr>
            <p:cNvSpPr/>
            <p:nvPr/>
          </p:nvSpPr>
          <p:spPr>
            <a:xfrm>
              <a:off x="6064008" y="2500452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864A359-0527-9148-AF94-AB1A2F60DD01}"/>
                </a:ext>
              </a:extLst>
            </p:cNvPr>
            <p:cNvSpPr/>
            <p:nvPr/>
          </p:nvSpPr>
          <p:spPr>
            <a:xfrm>
              <a:off x="5899324" y="2499454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8" name="Graphic 96">
            <a:extLst>
              <a:ext uri="{FF2B5EF4-FFF2-40B4-BE49-F238E27FC236}">
                <a16:creationId xmlns:a16="http://schemas.microsoft.com/office/drawing/2014/main" id="{330E5371-A691-D44E-B6CC-1DA4635E4B0C}"/>
              </a:ext>
            </a:extLst>
          </p:cNvPr>
          <p:cNvGrpSpPr>
            <a:grpSpLocks noChangeAspect="1"/>
          </p:cNvGrpSpPr>
          <p:nvPr/>
        </p:nvGrpSpPr>
        <p:grpSpPr>
          <a:xfrm>
            <a:off x="7049298" y="4362408"/>
            <a:ext cx="507460" cy="267075"/>
            <a:chOff x="5856314" y="2325198"/>
            <a:chExt cx="507460" cy="267075"/>
          </a:xfrm>
          <a:solidFill>
            <a:srgbClr val="FFFFFF"/>
          </a:solidFill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EC53F10-CAF6-364B-B1FA-226111FB2900}"/>
                </a:ext>
              </a:extLst>
            </p:cNvPr>
            <p:cNvSpPr/>
            <p:nvPr/>
          </p:nvSpPr>
          <p:spPr>
            <a:xfrm>
              <a:off x="6246443" y="2330734"/>
              <a:ext cx="117331" cy="175909"/>
            </a:xfrm>
            <a:custGeom>
              <a:avLst/>
              <a:gdLst>
                <a:gd name="connsiteX0" fmla="*/ 48110 w 117331"/>
                <a:gd name="connsiteY0" fmla="*/ 175910 h 175909"/>
                <a:gd name="connsiteX1" fmla="*/ 40022 w 117331"/>
                <a:gd name="connsiteY1" fmla="*/ 169744 h 175909"/>
                <a:gd name="connsiteX2" fmla="*/ 277 w 117331"/>
                <a:gd name="connsiteY2" fmla="*/ 26570 h 175909"/>
                <a:gd name="connsiteX3" fmla="*/ 1114 w 117331"/>
                <a:gd name="connsiteY3" fmla="*/ 20267 h 175909"/>
                <a:gd name="connsiteX4" fmla="*/ 6273 w 117331"/>
                <a:gd name="connsiteY4" fmla="*/ 16431 h 175909"/>
                <a:gd name="connsiteX5" fmla="*/ 67355 w 117331"/>
                <a:gd name="connsiteY5" fmla="*/ 264 h 175909"/>
                <a:gd name="connsiteX6" fmla="*/ 77675 w 117331"/>
                <a:gd name="connsiteY6" fmla="*/ 6155 h 175909"/>
                <a:gd name="connsiteX7" fmla="*/ 117001 w 117331"/>
                <a:gd name="connsiteY7" fmla="*/ 149604 h 175909"/>
                <a:gd name="connsiteX8" fmla="*/ 116164 w 117331"/>
                <a:gd name="connsiteY8" fmla="*/ 155906 h 175909"/>
                <a:gd name="connsiteX9" fmla="*/ 111005 w 117331"/>
                <a:gd name="connsiteY9" fmla="*/ 159880 h 175909"/>
                <a:gd name="connsiteX10" fmla="*/ 50341 w 117331"/>
                <a:gd name="connsiteY10" fmla="*/ 175636 h 175909"/>
                <a:gd name="connsiteX11" fmla="*/ 18964 w 117331"/>
                <a:gd name="connsiteY11" fmla="*/ 30269 h 175909"/>
                <a:gd name="connsiteX12" fmla="*/ 54107 w 117331"/>
                <a:gd name="connsiteY12" fmla="*/ 157413 h 175909"/>
                <a:gd name="connsiteX13" fmla="*/ 98593 w 117331"/>
                <a:gd name="connsiteY13" fmla="*/ 145631 h 175909"/>
                <a:gd name="connsiteX14" fmla="*/ 63590 w 117331"/>
                <a:gd name="connsiteY14" fmla="*/ 18212 h 17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331" h="175909">
                  <a:moveTo>
                    <a:pt x="48110" y="175910"/>
                  </a:moveTo>
                  <a:cubicBezTo>
                    <a:pt x="44300" y="175904"/>
                    <a:pt x="40974" y="173369"/>
                    <a:pt x="40022" y="169744"/>
                  </a:cubicBezTo>
                  <a:lnTo>
                    <a:pt x="277" y="26570"/>
                  </a:lnTo>
                  <a:cubicBezTo>
                    <a:pt x="-285" y="24442"/>
                    <a:pt x="15" y="22183"/>
                    <a:pt x="1114" y="20267"/>
                  </a:cubicBezTo>
                  <a:cubicBezTo>
                    <a:pt x="2215" y="18339"/>
                    <a:pt x="4085" y="16949"/>
                    <a:pt x="6273" y="16431"/>
                  </a:cubicBezTo>
                  <a:lnTo>
                    <a:pt x="67355" y="264"/>
                  </a:lnTo>
                  <a:cubicBezTo>
                    <a:pt x="71855" y="-870"/>
                    <a:pt x="76450" y="1753"/>
                    <a:pt x="77675" y="6155"/>
                  </a:cubicBezTo>
                  <a:lnTo>
                    <a:pt x="117001" y="149604"/>
                  </a:lnTo>
                  <a:cubicBezTo>
                    <a:pt x="117644" y="151726"/>
                    <a:pt x="117340" y="154017"/>
                    <a:pt x="116164" y="155906"/>
                  </a:cubicBezTo>
                  <a:cubicBezTo>
                    <a:pt x="115020" y="157826"/>
                    <a:pt x="113175" y="159246"/>
                    <a:pt x="111005" y="159880"/>
                  </a:cubicBezTo>
                  <a:lnTo>
                    <a:pt x="50341" y="175636"/>
                  </a:lnTo>
                  <a:close/>
                  <a:moveTo>
                    <a:pt x="18964" y="30269"/>
                  </a:moveTo>
                  <a:lnTo>
                    <a:pt x="54107" y="157413"/>
                  </a:lnTo>
                  <a:lnTo>
                    <a:pt x="98593" y="145631"/>
                  </a:lnTo>
                  <a:lnTo>
                    <a:pt x="63590" y="18212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F601CAED-AD57-C74F-9914-4ADC21D4CF0D}"/>
                </a:ext>
              </a:extLst>
            </p:cNvPr>
            <p:cNvSpPr/>
            <p:nvPr/>
          </p:nvSpPr>
          <p:spPr>
            <a:xfrm>
              <a:off x="6056755" y="2353144"/>
              <a:ext cx="242420" cy="145145"/>
            </a:xfrm>
            <a:custGeom>
              <a:avLst/>
              <a:gdLst>
                <a:gd name="connsiteX0" fmla="*/ 209210 w 242420"/>
                <a:gd name="connsiteY0" fmla="*/ 145142 h 145145"/>
                <a:gd name="connsiteX1" fmla="*/ 180621 w 242420"/>
                <a:gd name="connsiteY1" fmla="*/ 136921 h 145145"/>
                <a:gd name="connsiteX2" fmla="*/ 98621 w 242420"/>
                <a:gd name="connsiteY2" fmla="*/ 83487 h 145145"/>
                <a:gd name="connsiteX3" fmla="*/ 71706 w 242420"/>
                <a:gd name="connsiteY3" fmla="*/ 83487 h 145145"/>
                <a:gd name="connsiteX4" fmla="*/ 40468 w 242420"/>
                <a:gd name="connsiteY4" fmla="*/ 102532 h 145145"/>
                <a:gd name="connsiteX5" fmla="*/ 18992 w 242420"/>
                <a:gd name="connsiteY5" fmla="*/ 105546 h 145145"/>
                <a:gd name="connsiteX6" fmla="*/ 2536 w 242420"/>
                <a:gd name="connsiteY6" fmla="*/ 91845 h 145145"/>
                <a:gd name="connsiteX7" fmla="*/ 8673 w 242420"/>
                <a:gd name="connsiteY7" fmla="*/ 61840 h 145145"/>
                <a:gd name="connsiteX8" fmla="*/ 62363 w 242420"/>
                <a:gd name="connsiteY8" fmla="*/ 13613 h 145145"/>
                <a:gd name="connsiteX9" fmla="*/ 113543 w 242420"/>
                <a:gd name="connsiteY9" fmla="*/ 2241 h 145145"/>
                <a:gd name="connsiteX10" fmla="*/ 154682 w 242420"/>
                <a:gd name="connsiteY10" fmla="*/ 14572 h 145145"/>
                <a:gd name="connsiteX11" fmla="*/ 183271 w 242420"/>
                <a:gd name="connsiteY11" fmla="*/ 14572 h 145145"/>
                <a:gd name="connsiteX12" fmla="*/ 200424 w 242420"/>
                <a:gd name="connsiteY12" fmla="*/ 9914 h 145145"/>
                <a:gd name="connsiteX13" fmla="*/ 206839 w 242420"/>
                <a:gd name="connsiteY13" fmla="*/ 10736 h 145145"/>
                <a:gd name="connsiteX14" fmla="*/ 210744 w 242420"/>
                <a:gd name="connsiteY14" fmla="*/ 15668 h 145145"/>
                <a:gd name="connsiteX15" fmla="*/ 242121 w 242420"/>
                <a:gd name="connsiteY15" fmla="*/ 128974 h 145145"/>
                <a:gd name="connsiteX16" fmla="*/ 236543 w 242420"/>
                <a:gd name="connsiteY16" fmla="*/ 139113 h 145145"/>
                <a:gd name="connsiteX17" fmla="*/ 224968 w 242420"/>
                <a:gd name="connsiteY17" fmla="*/ 142675 h 145145"/>
                <a:gd name="connsiteX18" fmla="*/ 209210 w 242420"/>
                <a:gd name="connsiteY18" fmla="*/ 145142 h 145145"/>
                <a:gd name="connsiteX19" fmla="*/ 84955 w 242420"/>
                <a:gd name="connsiteY19" fmla="*/ 62936 h 145145"/>
                <a:gd name="connsiteX20" fmla="*/ 107965 w 242420"/>
                <a:gd name="connsiteY20" fmla="*/ 69787 h 145145"/>
                <a:gd name="connsiteX21" fmla="*/ 189965 w 242420"/>
                <a:gd name="connsiteY21" fmla="*/ 123220 h 145145"/>
                <a:gd name="connsiteX22" fmla="*/ 219808 w 242420"/>
                <a:gd name="connsiteY22" fmla="*/ 127330 h 145145"/>
                <a:gd name="connsiteX23" fmla="*/ 223713 w 242420"/>
                <a:gd name="connsiteY23" fmla="*/ 126097 h 145145"/>
                <a:gd name="connsiteX24" fmla="*/ 196659 w 242420"/>
                <a:gd name="connsiteY24" fmla="*/ 28136 h 145145"/>
                <a:gd name="connsiteX25" fmla="*/ 187733 w 242420"/>
                <a:gd name="connsiteY25" fmla="*/ 30602 h 145145"/>
                <a:gd name="connsiteX26" fmla="*/ 149802 w 242420"/>
                <a:gd name="connsiteY26" fmla="*/ 30602 h 145145"/>
                <a:gd name="connsiteX27" fmla="*/ 107965 w 242420"/>
                <a:gd name="connsiteY27" fmla="*/ 18271 h 145145"/>
                <a:gd name="connsiteX28" fmla="*/ 73240 w 242420"/>
                <a:gd name="connsiteY28" fmla="*/ 26081 h 145145"/>
                <a:gd name="connsiteX29" fmla="*/ 19968 w 242420"/>
                <a:gd name="connsiteY29" fmla="*/ 74034 h 145145"/>
                <a:gd name="connsiteX30" fmla="*/ 17877 w 242420"/>
                <a:gd name="connsiteY30" fmla="*/ 84584 h 145145"/>
                <a:gd name="connsiteX31" fmla="*/ 23734 w 242420"/>
                <a:gd name="connsiteY31" fmla="*/ 89653 h 145145"/>
                <a:gd name="connsiteX32" fmla="*/ 31404 w 242420"/>
                <a:gd name="connsiteY32" fmla="*/ 88557 h 145145"/>
                <a:gd name="connsiteX33" fmla="*/ 62642 w 242420"/>
                <a:gd name="connsiteY33" fmla="*/ 68416 h 145145"/>
                <a:gd name="connsiteX34" fmla="*/ 84955 w 242420"/>
                <a:gd name="connsiteY34" fmla="*/ 62388 h 14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2420" h="145145">
                  <a:moveTo>
                    <a:pt x="209210" y="145142"/>
                  </a:moveTo>
                  <a:cubicBezTo>
                    <a:pt x="199058" y="145272"/>
                    <a:pt x="189099" y="142408"/>
                    <a:pt x="180621" y="136921"/>
                  </a:cubicBezTo>
                  <a:lnTo>
                    <a:pt x="98621" y="83487"/>
                  </a:lnTo>
                  <a:cubicBezTo>
                    <a:pt x="90428" y="78294"/>
                    <a:pt x="79899" y="78294"/>
                    <a:pt x="71706" y="83487"/>
                  </a:cubicBezTo>
                  <a:lnTo>
                    <a:pt x="40468" y="102532"/>
                  </a:lnTo>
                  <a:cubicBezTo>
                    <a:pt x="34076" y="106502"/>
                    <a:pt x="26261" y="107598"/>
                    <a:pt x="18992" y="105546"/>
                  </a:cubicBezTo>
                  <a:cubicBezTo>
                    <a:pt x="11706" y="103610"/>
                    <a:pt x="5675" y="98589"/>
                    <a:pt x="2536" y="91845"/>
                  </a:cubicBezTo>
                  <a:cubicBezTo>
                    <a:pt x="-2439" y="81616"/>
                    <a:pt x="61" y="69387"/>
                    <a:pt x="8673" y="61840"/>
                  </a:cubicBezTo>
                  <a:lnTo>
                    <a:pt x="62363" y="13613"/>
                  </a:lnTo>
                  <a:cubicBezTo>
                    <a:pt x="76195" y="1233"/>
                    <a:pt x="95635" y="-3086"/>
                    <a:pt x="113543" y="2241"/>
                  </a:cubicBezTo>
                  <a:lnTo>
                    <a:pt x="154682" y="14572"/>
                  </a:lnTo>
                  <a:cubicBezTo>
                    <a:pt x="164008" y="17310"/>
                    <a:pt x="173945" y="17310"/>
                    <a:pt x="183271" y="14572"/>
                  </a:cubicBezTo>
                  <a:lnTo>
                    <a:pt x="200424" y="9914"/>
                  </a:lnTo>
                  <a:cubicBezTo>
                    <a:pt x="202590" y="9362"/>
                    <a:pt x="204889" y="9656"/>
                    <a:pt x="206839" y="10736"/>
                  </a:cubicBezTo>
                  <a:cubicBezTo>
                    <a:pt x="208761" y="11799"/>
                    <a:pt x="210168" y="13576"/>
                    <a:pt x="210744" y="15668"/>
                  </a:cubicBezTo>
                  <a:lnTo>
                    <a:pt x="242121" y="128974"/>
                  </a:lnTo>
                  <a:cubicBezTo>
                    <a:pt x="243310" y="133275"/>
                    <a:pt x="240856" y="137735"/>
                    <a:pt x="236543" y="139113"/>
                  </a:cubicBezTo>
                  <a:lnTo>
                    <a:pt x="224968" y="142675"/>
                  </a:lnTo>
                  <a:cubicBezTo>
                    <a:pt x="219879" y="144304"/>
                    <a:pt x="214562" y="145136"/>
                    <a:pt x="209210" y="145142"/>
                  </a:cubicBezTo>
                  <a:close/>
                  <a:moveTo>
                    <a:pt x="84955" y="62936"/>
                  </a:moveTo>
                  <a:cubicBezTo>
                    <a:pt x="93142" y="62958"/>
                    <a:pt x="101142" y="65340"/>
                    <a:pt x="107965" y="69787"/>
                  </a:cubicBezTo>
                  <a:lnTo>
                    <a:pt x="189965" y="123220"/>
                  </a:lnTo>
                  <a:cubicBezTo>
                    <a:pt x="198765" y="128961"/>
                    <a:pt x="209740" y="130473"/>
                    <a:pt x="219808" y="127330"/>
                  </a:cubicBezTo>
                  <a:lnTo>
                    <a:pt x="223713" y="126097"/>
                  </a:lnTo>
                  <a:lnTo>
                    <a:pt x="196659" y="28136"/>
                  </a:lnTo>
                  <a:lnTo>
                    <a:pt x="187733" y="30602"/>
                  </a:lnTo>
                  <a:cubicBezTo>
                    <a:pt x="175349" y="34164"/>
                    <a:pt x="162186" y="34164"/>
                    <a:pt x="149802" y="30602"/>
                  </a:cubicBezTo>
                  <a:lnTo>
                    <a:pt x="107965" y="18271"/>
                  </a:lnTo>
                  <a:cubicBezTo>
                    <a:pt x="95801" y="14610"/>
                    <a:pt x="82572" y="17585"/>
                    <a:pt x="73240" y="26081"/>
                  </a:cubicBezTo>
                  <a:lnTo>
                    <a:pt x="19968" y="74034"/>
                  </a:lnTo>
                  <a:cubicBezTo>
                    <a:pt x="16902" y="76669"/>
                    <a:pt x="16041" y="81010"/>
                    <a:pt x="17877" y="84584"/>
                  </a:cubicBezTo>
                  <a:cubicBezTo>
                    <a:pt x="18983" y="87032"/>
                    <a:pt x="21122" y="88884"/>
                    <a:pt x="23734" y="89653"/>
                  </a:cubicBezTo>
                  <a:cubicBezTo>
                    <a:pt x="26336" y="90327"/>
                    <a:pt x="29105" y="89931"/>
                    <a:pt x="31404" y="88557"/>
                  </a:cubicBezTo>
                  <a:lnTo>
                    <a:pt x="62642" y="68416"/>
                  </a:lnTo>
                  <a:cubicBezTo>
                    <a:pt x="69355" y="64386"/>
                    <a:pt x="77088" y="62296"/>
                    <a:pt x="84955" y="62388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5F759F44-1525-2E46-8126-598E45E76299}"/>
                </a:ext>
              </a:extLst>
            </p:cNvPr>
            <p:cNvSpPr/>
            <p:nvPr/>
          </p:nvSpPr>
          <p:spPr>
            <a:xfrm>
              <a:off x="5926060" y="2345209"/>
              <a:ext cx="218314" cy="161022"/>
            </a:xfrm>
            <a:custGeom>
              <a:avLst/>
              <a:gdLst>
                <a:gd name="connsiteX0" fmla="*/ 46770 w 218314"/>
                <a:gd name="connsiteY0" fmla="*/ 161023 h 161022"/>
                <a:gd name="connsiteX1" fmla="*/ 43283 w 218314"/>
                <a:gd name="connsiteY1" fmla="*/ 160201 h 161022"/>
                <a:gd name="connsiteX2" fmla="*/ 4933 w 218314"/>
                <a:gd name="connsiteY2" fmla="*/ 142664 h 161022"/>
                <a:gd name="connsiteX3" fmla="*/ 610 w 218314"/>
                <a:gd name="connsiteY3" fmla="*/ 131977 h 161022"/>
                <a:gd name="connsiteX4" fmla="*/ 43562 w 218314"/>
                <a:gd name="connsiteY4" fmla="*/ 27165 h 161022"/>
                <a:gd name="connsiteX5" fmla="*/ 52627 w 218314"/>
                <a:gd name="connsiteY5" fmla="*/ 21548 h 161022"/>
                <a:gd name="connsiteX6" fmla="*/ 81773 w 218314"/>
                <a:gd name="connsiteY6" fmla="*/ 25795 h 161022"/>
                <a:gd name="connsiteX7" fmla="*/ 103668 w 218314"/>
                <a:gd name="connsiteY7" fmla="*/ 23603 h 161022"/>
                <a:gd name="connsiteX8" fmla="*/ 164470 w 218314"/>
                <a:gd name="connsiteY8" fmla="*/ 2367 h 161022"/>
                <a:gd name="connsiteX9" fmla="*/ 190409 w 218314"/>
                <a:gd name="connsiteY9" fmla="*/ 2367 h 161022"/>
                <a:gd name="connsiteX10" fmla="*/ 213559 w 218314"/>
                <a:gd name="connsiteY10" fmla="*/ 11546 h 161022"/>
                <a:gd name="connsiteX11" fmla="*/ 217441 w 218314"/>
                <a:gd name="connsiteY11" fmla="*/ 22733 h 161022"/>
                <a:gd name="connsiteX12" fmla="*/ 207283 w 218314"/>
                <a:gd name="connsiteY12" fmla="*/ 27028 h 161022"/>
                <a:gd name="connsiteX13" fmla="*/ 184133 w 218314"/>
                <a:gd name="connsiteY13" fmla="*/ 17849 h 161022"/>
                <a:gd name="connsiteX14" fmla="*/ 170188 w 218314"/>
                <a:gd name="connsiteY14" fmla="*/ 17849 h 161022"/>
                <a:gd name="connsiteX15" fmla="*/ 109385 w 218314"/>
                <a:gd name="connsiteY15" fmla="*/ 39770 h 161022"/>
                <a:gd name="connsiteX16" fmla="*/ 79402 w 218314"/>
                <a:gd name="connsiteY16" fmla="*/ 42784 h 161022"/>
                <a:gd name="connsiteX17" fmla="*/ 56811 w 218314"/>
                <a:gd name="connsiteY17" fmla="*/ 39496 h 161022"/>
                <a:gd name="connsiteX18" fmla="*/ 19297 w 218314"/>
                <a:gd name="connsiteY18" fmla="*/ 131155 h 161022"/>
                <a:gd name="connsiteX19" fmla="*/ 50396 w 218314"/>
                <a:gd name="connsiteY19" fmla="*/ 144856 h 161022"/>
                <a:gd name="connsiteX20" fmla="*/ 54739 w 218314"/>
                <a:gd name="connsiteY20" fmla="*/ 155670 h 161022"/>
                <a:gd name="connsiteX21" fmla="*/ 46770 w 218314"/>
                <a:gd name="connsiteY21" fmla="*/ 160612 h 161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8314" h="161022">
                  <a:moveTo>
                    <a:pt x="46770" y="161023"/>
                  </a:moveTo>
                  <a:cubicBezTo>
                    <a:pt x="45559" y="161013"/>
                    <a:pt x="44367" y="160732"/>
                    <a:pt x="43283" y="160201"/>
                  </a:cubicBezTo>
                  <a:lnTo>
                    <a:pt x="4933" y="142664"/>
                  </a:lnTo>
                  <a:cubicBezTo>
                    <a:pt x="830" y="140796"/>
                    <a:pt x="-1069" y="136102"/>
                    <a:pt x="610" y="131977"/>
                  </a:cubicBezTo>
                  <a:lnTo>
                    <a:pt x="43562" y="27165"/>
                  </a:lnTo>
                  <a:cubicBezTo>
                    <a:pt x="44852" y="23423"/>
                    <a:pt x="48634" y="21080"/>
                    <a:pt x="52627" y="21548"/>
                  </a:cubicBezTo>
                  <a:lnTo>
                    <a:pt x="81773" y="25795"/>
                  </a:lnTo>
                  <a:cubicBezTo>
                    <a:pt x="89143" y="26860"/>
                    <a:pt x="96668" y="26107"/>
                    <a:pt x="103668" y="23603"/>
                  </a:cubicBezTo>
                  <a:lnTo>
                    <a:pt x="164470" y="2367"/>
                  </a:lnTo>
                  <a:cubicBezTo>
                    <a:pt x="172818" y="-789"/>
                    <a:pt x="182061" y="-789"/>
                    <a:pt x="190409" y="2367"/>
                  </a:cubicBezTo>
                  <a:lnTo>
                    <a:pt x="213559" y="11546"/>
                  </a:lnTo>
                  <a:cubicBezTo>
                    <a:pt x="217775" y="13582"/>
                    <a:pt x="219513" y="18591"/>
                    <a:pt x="217441" y="22733"/>
                  </a:cubicBezTo>
                  <a:cubicBezTo>
                    <a:pt x="215593" y="26427"/>
                    <a:pt x="211284" y="28249"/>
                    <a:pt x="207283" y="27028"/>
                  </a:cubicBezTo>
                  <a:lnTo>
                    <a:pt x="184133" y="17849"/>
                  </a:lnTo>
                  <a:cubicBezTo>
                    <a:pt x="179648" y="16136"/>
                    <a:pt x="174673" y="16136"/>
                    <a:pt x="170188" y="17849"/>
                  </a:cubicBezTo>
                  <a:lnTo>
                    <a:pt x="109385" y="39770"/>
                  </a:lnTo>
                  <a:cubicBezTo>
                    <a:pt x="99789" y="43153"/>
                    <a:pt x="89498" y="44187"/>
                    <a:pt x="79402" y="42784"/>
                  </a:cubicBezTo>
                  <a:lnTo>
                    <a:pt x="56811" y="39496"/>
                  </a:lnTo>
                  <a:lnTo>
                    <a:pt x="19297" y="131155"/>
                  </a:lnTo>
                  <a:lnTo>
                    <a:pt x="50396" y="144856"/>
                  </a:lnTo>
                  <a:cubicBezTo>
                    <a:pt x="54634" y="146664"/>
                    <a:pt x="56579" y="151506"/>
                    <a:pt x="54739" y="155670"/>
                  </a:cubicBezTo>
                  <a:cubicBezTo>
                    <a:pt x="53369" y="158770"/>
                    <a:pt x="50207" y="160730"/>
                    <a:pt x="46770" y="160612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5AA3876-3BCA-E741-82ED-84E89E25142B}"/>
                </a:ext>
              </a:extLst>
            </p:cNvPr>
            <p:cNvSpPr/>
            <p:nvPr/>
          </p:nvSpPr>
          <p:spPr>
            <a:xfrm>
              <a:off x="5957118" y="2473579"/>
              <a:ext cx="61707" cy="64739"/>
            </a:xfrm>
            <a:custGeom>
              <a:avLst/>
              <a:gdLst>
                <a:gd name="connsiteX0" fmla="*/ 24636 w 61707"/>
                <a:gd name="connsiteY0" fmla="*/ 64713 h 64739"/>
                <a:gd name="connsiteX1" fmla="*/ 10691 w 61707"/>
                <a:gd name="connsiteY1" fmla="*/ 60192 h 64739"/>
                <a:gd name="connsiteX2" fmla="*/ 4619 w 61707"/>
                <a:gd name="connsiteY2" fmla="*/ 25632 h 64739"/>
                <a:gd name="connsiteX3" fmla="*/ 4694 w 61707"/>
                <a:gd name="connsiteY3" fmla="*/ 25529 h 64739"/>
                <a:gd name="connsiteX4" fmla="*/ 15293 w 61707"/>
                <a:gd name="connsiteY4" fmla="*/ 10732 h 64739"/>
                <a:gd name="connsiteX5" fmla="*/ 50784 w 61707"/>
                <a:gd name="connsiteY5" fmla="*/ 4498 h 64739"/>
                <a:gd name="connsiteX6" fmla="*/ 57130 w 61707"/>
                <a:gd name="connsiteY6" fmla="*/ 39367 h 64739"/>
                <a:gd name="connsiteX7" fmla="*/ 46531 w 61707"/>
                <a:gd name="connsiteY7" fmla="*/ 54301 h 64739"/>
                <a:gd name="connsiteX8" fmla="*/ 30075 w 61707"/>
                <a:gd name="connsiteY8" fmla="*/ 64302 h 64739"/>
                <a:gd name="connsiteX9" fmla="*/ 24636 w 61707"/>
                <a:gd name="connsiteY9" fmla="*/ 64713 h 64739"/>
                <a:gd name="connsiteX10" fmla="*/ 35793 w 61707"/>
                <a:gd name="connsiteY10" fmla="*/ 16486 h 64739"/>
                <a:gd name="connsiteX11" fmla="*/ 34398 w 61707"/>
                <a:gd name="connsiteY11" fmla="*/ 16486 h 64739"/>
                <a:gd name="connsiteX12" fmla="*/ 28960 w 61707"/>
                <a:gd name="connsiteY12" fmla="*/ 19774 h 64739"/>
                <a:gd name="connsiteX13" fmla="*/ 18361 w 61707"/>
                <a:gd name="connsiteY13" fmla="*/ 34571 h 64739"/>
                <a:gd name="connsiteX14" fmla="*/ 20313 w 61707"/>
                <a:gd name="connsiteY14" fmla="*/ 46080 h 64739"/>
                <a:gd name="connsiteX15" fmla="*/ 26589 w 61707"/>
                <a:gd name="connsiteY15" fmla="*/ 47450 h 64739"/>
                <a:gd name="connsiteX16" fmla="*/ 32028 w 61707"/>
                <a:gd name="connsiteY16" fmla="*/ 44162 h 64739"/>
                <a:gd name="connsiteX17" fmla="*/ 42626 w 61707"/>
                <a:gd name="connsiteY17" fmla="*/ 30187 h 64739"/>
                <a:gd name="connsiteX18" fmla="*/ 40792 w 61707"/>
                <a:gd name="connsiteY18" fmla="*/ 18898 h 64739"/>
                <a:gd name="connsiteX19" fmla="*/ 40674 w 61707"/>
                <a:gd name="connsiteY19" fmla="*/ 18815 h 64739"/>
                <a:gd name="connsiteX20" fmla="*/ 35793 w 61707"/>
                <a:gd name="connsiteY20" fmla="*/ 16486 h 6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1707" h="64739">
                  <a:moveTo>
                    <a:pt x="24636" y="64713"/>
                  </a:moveTo>
                  <a:cubicBezTo>
                    <a:pt x="19630" y="64622"/>
                    <a:pt x="14769" y="63046"/>
                    <a:pt x="10691" y="60192"/>
                  </a:cubicBezTo>
                  <a:cubicBezTo>
                    <a:pt x="-699" y="52296"/>
                    <a:pt x="-3418" y="36823"/>
                    <a:pt x="4619" y="25632"/>
                  </a:cubicBezTo>
                  <a:cubicBezTo>
                    <a:pt x="4644" y="25598"/>
                    <a:pt x="4669" y="25563"/>
                    <a:pt x="4694" y="25529"/>
                  </a:cubicBezTo>
                  <a:lnTo>
                    <a:pt x="15293" y="10732"/>
                  </a:lnTo>
                  <a:cubicBezTo>
                    <a:pt x="23341" y="-619"/>
                    <a:pt x="39232" y="-3410"/>
                    <a:pt x="50784" y="4498"/>
                  </a:cubicBezTo>
                  <a:cubicBezTo>
                    <a:pt x="62337" y="12405"/>
                    <a:pt x="65178" y="28016"/>
                    <a:pt x="57130" y="39367"/>
                  </a:cubicBezTo>
                  <a:lnTo>
                    <a:pt x="46531" y="54301"/>
                  </a:lnTo>
                  <a:cubicBezTo>
                    <a:pt x="42616" y="59650"/>
                    <a:pt x="36695" y="63248"/>
                    <a:pt x="30075" y="64302"/>
                  </a:cubicBezTo>
                  <a:cubicBezTo>
                    <a:pt x="28287" y="64664"/>
                    <a:pt x="26460" y="64802"/>
                    <a:pt x="24636" y="64713"/>
                  </a:cubicBezTo>
                  <a:close/>
                  <a:moveTo>
                    <a:pt x="35793" y="16486"/>
                  </a:moveTo>
                  <a:lnTo>
                    <a:pt x="34398" y="16486"/>
                  </a:lnTo>
                  <a:cubicBezTo>
                    <a:pt x="32203" y="16803"/>
                    <a:pt x="30237" y="17992"/>
                    <a:pt x="28960" y="19774"/>
                  </a:cubicBezTo>
                  <a:lnTo>
                    <a:pt x="18361" y="34571"/>
                  </a:lnTo>
                  <a:cubicBezTo>
                    <a:pt x="15728" y="38293"/>
                    <a:pt x="16594" y="43399"/>
                    <a:pt x="20313" y="46080"/>
                  </a:cubicBezTo>
                  <a:cubicBezTo>
                    <a:pt x="22136" y="47339"/>
                    <a:pt x="24395" y="47833"/>
                    <a:pt x="26589" y="47450"/>
                  </a:cubicBezTo>
                  <a:cubicBezTo>
                    <a:pt x="28762" y="47076"/>
                    <a:pt x="30708" y="45900"/>
                    <a:pt x="32028" y="44162"/>
                  </a:cubicBezTo>
                  <a:lnTo>
                    <a:pt x="42626" y="30187"/>
                  </a:lnTo>
                  <a:cubicBezTo>
                    <a:pt x="45293" y="26572"/>
                    <a:pt x="44472" y="21518"/>
                    <a:pt x="40792" y="18898"/>
                  </a:cubicBezTo>
                  <a:cubicBezTo>
                    <a:pt x="40753" y="18870"/>
                    <a:pt x="40714" y="18842"/>
                    <a:pt x="40674" y="18815"/>
                  </a:cubicBezTo>
                  <a:cubicBezTo>
                    <a:pt x="39398" y="17470"/>
                    <a:pt x="37658" y="16640"/>
                    <a:pt x="35793" y="16486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1DF7C7EE-498B-4B4D-B974-D91FE1CBFAB9}"/>
                </a:ext>
              </a:extLst>
            </p:cNvPr>
            <p:cNvSpPr/>
            <p:nvPr/>
          </p:nvSpPr>
          <p:spPr>
            <a:xfrm>
              <a:off x="5979404" y="2467127"/>
              <a:ext cx="85684" cy="98155"/>
            </a:xfrm>
            <a:custGeom>
              <a:avLst/>
              <a:gdLst>
                <a:gd name="connsiteX0" fmla="*/ 25918 w 85684"/>
                <a:gd name="connsiteY0" fmla="*/ 98156 h 98155"/>
                <a:gd name="connsiteX1" fmla="*/ 10997 w 85684"/>
                <a:gd name="connsiteY1" fmla="*/ 93498 h 98155"/>
                <a:gd name="connsiteX2" fmla="*/ 4721 w 85684"/>
                <a:gd name="connsiteY2" fmla="*/ 58012 h 98155"/>
                <a:gd name="connsiteX3" fmla="*/ 36935 w 85684"/>
                <a:gd name="connsiteY3" fmla="*/ 13347 h 98155"/>
                <a:gd name="connsiteX4" fmla="*/ 72099 w 85684"/>
                <a:gd name="connsiteY4" fmla="*/ 3083 h 98155"/>
                <a:gd name="connsiteX5" fmla="*/ 82547 w 85684"/>
                <a:gd name="connsiteY5" fmla="*/ 37630 h 98155"/>
                <a:gd name="connsiteX6" fmla="*/ 78772 w 85684"/>
                <a:gd name="connsiteY6" fmla="*/ 42804 h 98155"/>
                <a:gd name="connsiteX7" fmla="*/ 46697 w 85684"/>
                <a:gd name="connsiteY7" fmla="*/ 87332 h 98155"/>
                <a:gd name="connsiteX8" fmla="*/ 25918 w 85684"/>
                <a:gd name="connsiteY8" fmla="*/ 98156 h 98155"/>
                <a:gd name="connsiteX9" fmla="*/ 58133 w 85684"/>
                <a:gd name="connsiteY9" fmla="*/ 19239 h 98155"/>
                <a:gd name="connsiteX10" fmla="*/ 50742 w 85684"/>
                <a:gd name="connsiteY10" fmla="*/ 22938 h 98155"/>
                <a:gd name="connsiteX11" fmla="*/ 18527 w 85684"/>
                <a:gd name="connsiteY11" fmla="*/ 67603 h 98155"/>
                <a:gd name="connsiteX12" fmla="*/ 20612 w 85684"/>
                <a:gd name="connsiteY12" fmla="*/ 79833 h 98155"/>
                <a:gd name="connsiteX13" fmla="*/ 20759 w 85684"/>
                <a:gd name="connsiteY13" fmla="*/ 79934 h 98155"/>
                <a:gd name="connsiteX14" fmla="*/ 33225 w 85684"/>
                <a:gd name="connsiteY14" fmla="*/ 77994 h 98155"/>
                <a:gd name="connsiteX15" fmla="*/ 33310 w 85684"/>
                <a:gd name="connsiteY15" fmla="*/ 77879 h 98155"/>
                <a:gd name="connsiteX16" fmla="*/ 65384 w 85684"/>
                <a:gd name="connsiteY16" fmla="*/ 33214 h 98155"/>
                <a:gd name="connsiteX17" fmla="*/ 63410 w 85684"/>
                <a:gd name="connsiteY17" fmla="*/ 20966 h 98155"/>
                <a:gd name="connsiteX18" fmla="*/ 63293 w 85684"/>
                <a:gd name="connsiteY18" fmla="*/ 20883 h 98155"/>
                <a:gd name="connsiteX19" fmla="*/ 58133 w 85684"/>
                <a:gd name="connsiteY19" fmla="*/ 19239 h 9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684" h="98155">
                  <a:moveTo>
                    <a:pt x="25918" y="98156"/>
                  </a:moveTo>
                  <a:cubicBezTo>
                    <a:pt x="20572" y="98168"/>
                    <a:pt x="15355" y="96540"/>
                    <a:pt x="10997" y="93498"/>
                  </a:cubicBezTo>
                  <a:cubicBezTo>
                    <a:pt x="-702" y="85396"/>
                    <a:pt x="-3510" y="69516"/>
                    <a:pt x="4721" y="58012"/>
                  </a:cubicBezTo>
                  <a:lnTo>
                    <a:pt x="36935" y="13347"/>
                  </a:lnTo>
                  <a:cubicBezTo>
                    <a:pt x="43761" y="973"/>
                    <a:pt x="59504" y="-3622"/>
                    <a:pt x="72099" y="3083"/>
                  </a:cubicBezTo>
                  <a:cubicBezTo>
                    <a:pt x="84694" y="9788"/>
                    <a:pt x="89372" y="25256"/>
                    <a:pt x="82547" y="37630"/>
                  </a:cubicBezTo>
                  <a:cubicBezTo>
                    <a:pt x="81514" y="39503"/>
                    <a:pt x="80245" y="41241"/>
                    <a:pt x="78772" y="42804"/>
                  </a:cubicBezTo>
                  <a:lnTo>
                    <a:pt x="46697" y="87332"/>
                  </a:lnTo>
                  <a:cubicBezTo>
                    <a:pt x="41961" y="94030"/>
                    <a:pt x="34219" y="98062"/>
                    <a:pt x="25918" y="98156"/>
                  </a:cubicBezTo>
                  <a:close/>
                  <a:moveTo>
                    <a:pt x="58133" y="19239"/>
                  </a:moveTo>
                  <a:cubicBezTo>
                    <a:pt x="55188" y="19154"/>
                    <a:pt x="52403" y="20548"/>
                    <a:pt x="50742" y="22938"/>
                  </a:cubicBezTo>
                  <a:lnTo>
                    <a:pt x="18527" y="67603"/>
                  </a:lnTo>
                  <a:cubicBezTo>
                    <a:pt x="15665" y="71546"/>
                    <a:pt x="16599" y="77021"/>
                    <a:pt x="20612" y="79833"/>
                  </a:cubicBezTo>
                  <a:cubicBezTo>
                    <a:pt x="20661" y="79867"/>
                    <a:pt x="20709" y="79901"/>
                    <a:pt x="20759" y="79934"/>
                  </a:cubicBezTo>
                  <a:cubicBezTo>
                    <a:pt x="24746" y="82780"/>
                    <a:pt x="30328" y="81912"/>
                    <a:pt x="33225" y="77994"/>
                  </a:cubicBezTo>
                  <a:cubicBezTo>
                    <a:pt x="33254" y="77956"/>
                    <a:pt x="33282" y="77917"/>
                    <a:pt x="33310" y="77879"/>
                  </a:cubicBezTo>
                  <a:lnTo>
                    <a:pt x="65384" y="33214"/>
                  </a:lnTo>
                  <a:cubicBezTo>
                    <a:pt x="68282" y="29296"/>
                    <a:pt x="67398" y="23812"/>
                    <a:pt x="63410" y="20966"/>
                  </a:cubicBezTo>
                  <a:cubicBezTo>
                    <a:pt x="63371" y="20938"/>
                    <a:pt x="63332" y="20910"/>
                    <a:pt x="63293" y="20883"/>
                  </a:cubicBezTo>
                  <a:cubicBezTo>
                    <a:pt x="61784" y="19830"/>
                    <a:pt x="59983" y="19256"/>
                    <a:pt x="58133" y="19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52BAA510-966A-DA4C-8BB5-4223031DE672}"/>
                </a:ext>
              </a:extLst>
            </p:cNvPr>
            <p:cNvSpPr/>
            <p:nvPr/>
          </p:nvSpPr>
          <p:spPr>
            <a:xfrm>
              <a:off x="6015512" y="2491874"/>
              <a:ext cx="74829" cy="82725"/>
            </a:xfrm>
            <a:custGeom>
              <a:avLst/>
              <a:gdLst>
                <a:gd name="connsiteX0" fmla="*/ 25929 w 74829"/>
                <a:gd name="connsiteY0" fmla="*/ 82726 h 82725"/>
                <a:gd name="connsiteX1" fmla="*/ 11008 w 74829"/>
                <a:gd name="connsiteY1" fmla="*/ 78067 h 82725"/>
                <a:gd name="connsiteX2" fmla="*/ 4732 w 74829"/>
                <a:gd name="connsiteY2" fmla="*/ 42445 h 82725"/>
                <a:gd name="connsiteX3" fmla="*/ 27742 w 74829"/>
                <a:gd name="connsiteY3" fmla="*/ 10659 h 82725"/>
                <a:gd name="connsiteX4" fmla="*/ 63861 w 74829"/>
                <a:gd name="connsiteY4" fmla="*/ 4631 h 82725"/>
                <a:gd name="connsiteX5" fmla="*/ 74460 w 74829"/>
                <a:gd name="connsiteY5" fmla="*/ 21072 h 82725"/>
                <a:gd name="connsiteX6" fmla="*/ 69997 w 74829"/>
                <a:gd name="connsiteY6" fmla="*/ 40116 h 82725"/>
                <a:gd name="connsiteX7" fmla="*/ 47127 w 74829"/>
                <a:gd name="connsiteY7" fmla="*/ 71902 h 82725"/>
                <a:gd name="connsiteX8" fmla="*/ 25929 w 74829"/>
                <a:gd name="connsiteY8" fmla="*/ 82726 h 82725"/>
                <a:gd name="connsiteX9" fmla="*/ 48939 w 74829"/>
                <a:gd name="connsiteY9" fmla="*/ 16550 h 82725"/>
                <a:gd name="connsiteX10" fmla="*/ 47405 w 74829"/>
                <a:gd name="connsiteY10" fmla="*/ 16550 h 82725"/>
                <a:gd name="connsiteX11" fmla="*/ 41548 w 74829"/>
                <a:gd name="connsiteY11" fmla="*/ 20113 h 82725"/>
                <a:gd name="connsiteX12" fmla="*/ 18538 w 74829"/>
                <a:gd name="connsiteY12" fmla="*/ 51899 h 82725"/>
                <a:gd name="connsiteX13" fmla="*/ 20693 w 74829"/>
                <a:gd name="connsiteY13" fmla="*/ 64314 h 82725"/>
                <a:gd name="connsiteX14" fmla="*/ 20769 w 74829"/>
                <a:gd name="connsiteY14" fmla="*/ 64366 h 82725"/>
                <a:gd name="connsiteX15" fmla="*/ 33320 w 74829"/>
                <a:gd name="connsiteY15" fmla="*/ 62174 h 82725"/>
                <a:gd name="connsiteX16" fmla="*/ 56191 w 74829"/>
                <a:gd name="connsiteY16" fmla="*/ 30388 h 82725"/>
                <a:gd name="connsiteX17" fmla="*/ 57725 w 74829"/>
                <a:gd name="connsiteY17" fmla="*/ 23812 h 82725"/>
                <a:gd name="connsiteX18" fmla="*/ 54099 w 74829"/>
                <a:gd name="connsiteY18" fmla="*/ 18057 h 82725"/>
                <a:gd name="connsiteX19" fmla="*/ 48939 w 74829"/>
                <a:gd name="connsiteY19" fmla="*/ 16550 h 8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829" h="82725">
                  <a:moveTo>
                    <a:pt x="25929" y="82726"/>
                  </a:moveTo>
                  <a:cubicBezTo>
                    <a:pt x="20583" y="82738"/>
                    <a:pt x="15366" y="81110"/>
                    <a:pt x="11008" y="78067"/>
                  </a:cubicBezTo>
                  <a:cubicBezTo>
                    <a:pt x="-708" y="69915"/>
                    <a:pt x="-3514" y="53992"/>
                    <a:pt x="4732" y="42445"/>
                  </a:cubicBezTo>
                  <a:lnTo>
                    <a:pt x="27742" y="10659"/>
                  </a:lnTo>
                  <a:cubicBezTo>
                    <a:pt x="36076" y="-720"/>
                    <a:pt x="52170" y="-3406"/>
                    <a:pt x="63861" y="4631"/>
                  </a:cubicBezTo>
                  <a:cubicBezTo>
                    <a:pt x="69515" y="8474"/>
                    <a:pt x="73339" y="14407"/>
                    <a:pt x="74460" y="21072"/>
                  </a:cubicBezTo>
                  <a:cubicBezTo>
                    <a:pt x="75623" y="27751"/>
                    <a:pt x="74016" y="34609"/>
                    <a:pt x="69997" y="40116"/>
                  </a:cubicBezTo>
                  <a:lnTo>
                    <a:pt x="47127" y="71902"/>
                  </a:lnTo>
                  <a:cubicBezTo>
                    <a:pt x="42257" y="78664"/>
                    <a:pt x="34361" y="82696"/>
                    <a:pt x="25929" y="82726"/>
                  </a:cubicBezTo>
                  <a:close/>
                  <a:moveTo>
                    <a:pt x="48939" y="16550"/>
                  </a:moveTo>
                  <a:lnTo>
                    <a:pt x="47405" y="16550"/>
                  </a:lnTo>
                  <a:cubicBezTo>
                    <a:pt x="45052" y="16934"/>
                    <a:pt x="42947" y="18214"/>
                    <a:pt x="41548" y="20113"/>
                  </a:cubicBezTo>
                  <a:lnTo>
                    <a:pt x="18538" y="51899"/>
                  </a:lnTo>
                  <a:cubicBezTo>
                    <a:pt x="15644" y="55912"/>
                    <a:pt x="16608" y="61470"/>
                    <a:pt x="20693" y="64314"/>
                  </a:cubicBezTo>
                  <a:cubicBezTo>
                    <a:pt x="20718" y="64332"/>
                    <a:pt x="20744" y="64349"/>
                    <a:pt x="20769" y="64366"/>
                  </a:cubicBezTo>
                  <a:cubicBezTo>
                    <a:pt x="24858" y="67137"/>
                    <a:pt x="30455" y="66160"/>
                    <a:pt x="33320" y="62174"/>
                  </a:cubicBezTo>
                  <a:lnTo>
                    <a:pt x="56191" y="30388"/>
                  </a:lnTo>
                  <a:cubicBezTo>
                    <a:pt x="57654" y="28521"/>
                    <a:pt x="58214" y="26119"/>
                    <a:pt x="57725" y="23812"/>
                  </a:cubicBezTo>
                  <a:cubicBezTo>
                    <a:pt x="57396" y="21477"/>
                    <a:pt x="56080" y="19388"/>
                    <a:pt x="54099" y="18057"/>
                  </a:cubicBezTo>
                  <a:cubicBezTo>
                    <a:pt x="52582" y="17037"/>
                    <a:pt x="50778" y="16510"/>
                    <a:pt x="48939" y="16550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DF0F8AAD-4729-5D4C-878A-DDA190FCAB93}"/>
                </a:ext>
              </a:extLst>
            </p:cNvPr>
            <p:cNvSpPr/>
            <p:nvPr/>
          </p:nvSpPr>
          <p:spPr>
            <a:xfrm>
              <a:off x="6046451" y="2514931"/>
              <a:ext cx="71247" cy="77342"/>
            </a:xfrm>
            <a:custGeom>
              <a:avLst/>
              <a:gdLst>
                <a:gd name="connsiteX0" fmla="*/ 26508 w 71247"/>
                <a:gd name="connsiteY0" fmla="*/ 77206 h 77342"/>
                <a:gd name="connsiteX1" fmla="*/ 0 w 71247"/>
                <a:gd name="connsiteY1" fmla="*/ 51185 h 77342"/>
                <a:gd name="connsiteX2" fmla="*/ 4892 w 71247"/>
                <a:gd name="connsiteY2" fmla="*/ 36103 h 77342"/>
                <a:gd name="connsiteX3" fmla="*/ 22882 w 71247"/>
                <a:gd name="connsiteY3" fmla="*/ 11030 h 77342"/>
                <a:gd name="connsiteX4" fmla="*/ 60018 w 71247"/>
                <a:gd name="connsiteY4" fmla="*/ 4827 h 77342"/>
                <a:gd name="connsiteX5" fmla="*/ 70855 w 71247"/>
                <a:gd name="connsiteY5" fmla="*/ 21717 h 77342"/>
                <a:gd name="connsiteX6" fmla="*/ 66392 w 71247"/>
                <a:gd name="connsiteY6" fmla="*/ 41309 h 77342"/>
                <a:gd name="connsiteX7" fmla="*/ 48263 w 71247"/>
                <a:gd name="connsiteY7" fmla="*/ 66245 h 77342"/>
                <a:gd name="connsiteX8" fmla="*/ 26508 w 71247"/>
                <a:gd name="connsiteY8" fmla="*/ 77343 h 77342"/>
                <a:gd name="connsiteX9" fmla="*/ 44637 w 71247"/>
                <a:gd name="connsiteY9" fmla="*/ 16237 h 77342"/>
                <a:gd name="connsiteX10" fmla="*/ 42964 w 71247"/>
                <a:gd name="connsiteY10" fmla="*/ 16237 h 77342"/>
                <a:gd name="connsiteX11" fmla="*/ 36688 w 71247"/>
                <a:gd name="connsiteY11" fmla="*/ 20210 h 77342"/>
                <a:gd name="connsiteX12" fmla="*/ 18977 w 71247"/>
                <a:gd name="connsiteY12" fmla="*/ 45557 h 77342"/>
                <a:gd name="connsiteX13" fmla="*/ 20951 w 71247"/>
                <a:gd name="connsiteY13" fmla="*/ 58981 h 77342"/>
                <a:gd name="connsiteX14" fmla="*/ 21348 w 71247"/>
                <a:gd name="connsiteY14" fmla="*/ 59258 h 77342"/>
                <a:gd name="connsiteX15" fmla="*/ 28600 w 71247"/>
                <a:gd name="connsiteY15" fmla="*/ 60902 h 77342"/>
                <a:gd name="connsiteX16" fmla="*/ 35015 w 71247"/>
                <a:gd name="connsiteY16" fmla="*/ 56928 h 77342"/>
                <a:gd name="connsiteX17" fmla="*/ 53004 w 71247"/>
                <a:gd name="connsiteY17" fmla="*/ 31993 h 77342"/>
                <a:gd name="connsiteX18" fmla="*/ 54678 w 71247"/>
                <a:gd name="connsiteY18" fmla="*/ 24731 h 77342"/>
                <a:gd name="connsiteX19" fmla="*/ 50634 w 71247"/>
                <a:gd name="connsiteY19" fmla="*/ 18566 h 77342"/>
                <a:gd name="connsiteX20" fmla="*/ 44637 w 71247"/>
                <a:gd name="connsiteY20" fmla="*/ 16237 h 7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47" h="77342">
                  <a:moveTo>
                    <a:pt x="26508" y="77206"/>
                  </a:moveTo>
                  <a:cubicBezTo>
                    <a:pt x="11874" y="77212"/>
                    <a:pt x="6" y="65562"/>
                    <a:pt x="0" y="51185"/>
                  </a:cubicBezTo>
                  <a:cubicBezTo>
                    <a:pt x="-2" y="45781"/>
                    <a:pt x="1707" y="40510"/>
                    <a:pt x="4892" y="36103"/>
                  </a:cubicBezTo>
                  <a:lnTo>
                    <a:pt x="22882" y="11030"/>
                  </a:lnTo>
                  <a:cubicBezTo>
                    <a:pt x="31393" y="-758"/>
                    <a:pt x="48019" y="-3535"/>
                    <a:pt x="60018" y="4827"/>
                  </a:cubicBezTo>
                  <a:cubicBezTo>
                    <a:pt x="65760" y="8829"/>
                    <a:pt x="69656" y="14901"/>
                    <a:pt x="70855" y="21717"/>
                  </a:cubicBezTo>
                  <a:cubicBezTo>
                    <a:pt x="72062" y="28571"/>
                    <a:pt x="70458" y="35615"/>
                    <a:pt x="66392" y="41309"/>
                  </a:cubicBezTo>
                  <a:lnTo>
                    <a:pt x="48263" y="66245"/>
                  </a:lnTo>
                  <a:cubicBezTo>
                    <a:pt x="43262" y="73180"/>
                    <a:pt x="35158" y="77313"/>
                    <a:pt x="26508" y="77343"/>
                  </a:cubicBezTo>
                  <a:close/>
                  <a:moveTo>
                    <a:pt x="44637" y="16237"/>
                  </a:moveTo>
                  <a:lnTo>
                    <a:pt x="42964" y="16237"/>
                  </a:lnTo>
                  <a:cubicBezTo>
                    <a:pt x="40450" y="16770"/>
                    <a:pt x="38220" y="18182"/>
                    <a:pt x="36688" y="20210"/>
                  </a:cubicBezTo>
                  <a:lnTo>
                    <a:pt x="18977" y="45557"/>
                  </a:lnTo>
                  <a:cubicBezTo>
                    <a:pt x="15749" y="49799"/>
                    <a:pt x="16633" y="55809"/>
                    <a:pt x="20951" y="58981"/>
                  </a:cubicBezTo>
                  <a:cubicBezTo>
                    <a:pt x="21081" y="59076"/>
                    <a:pt x="21213" y="59169"/>
                    <a:pt x="21348" y="59258"/>
                  </a:cubicBezTo>
                  <a:cubicBezTo>
                    <a:pt x="23443" y="60739"/>
                    <a:pt x="26056" y="61331"/>
                    <a:pt x="28600" y="60902"/>
                  </a:cubicBezTo>
                  <a:cubicBezTo>
                    <a:pt x="31213" y="60528"/>
                    <a:pt x="33544" y="59084"/>
                    <a:pt x="35015" y="56928"/>
                  </a:cubicBezTo>
                  <a:lnTo>
                    <a:pt x="53004" y="31993"/>
                  </a:lnTo>
                  <a:cubicBezTo>
                    <a:pt x="54520" y="29886"/>
                    <a:pt x="55122" y="27274"/>
                    <a:pt x="54678" y="24731"/>
                  </a:cubicBezTo>
                  <a:cubicBezTo>
                    <a:pt x="54245" y="22219"/>
                    <a:pt x="52783" y="19991"/>
                    <a:pt x="50634" y="18566"/>
                  </a:cubicBezTo>
                  <a:cubicBezTo>
                    <a:pt x="48944" y="17172"/>
                    <a:pt x="46840" y="16354"/>
                    <a:pt x="44637" y="16237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0FEE36A8-96E1-CE42-A08C-3A79E47EBF34}"/>
                </a:ext>
              </a:extLst>
            </p:cNvPr>
            <p:cNvSpPr/>
            <p:nvPr/>
          </p:nvSpPr>
          <p:spPr>
            <a:xfrm>
              <a:off x="6094235" y="2532353"/>
              <a:ext cx="73210" cy="50604"/>
            </a:xfrm>
            <a:custGeom>
              <a:avLst/>
              <a:gdLst>
                <a:gd name="connsiteX0" fmla="*/ 53332 w 73210"/>
                <a:gd name="connsiteY0" fmla="*/ 50605 h 50604"/>
                <a:gd name="connsiteX1" fmla="*/ 44825 w 73210"/>
                <a:gd name="connsiteY1" fmla="*/ 48823 h 50604"/>
                <a:gd name="connsiteX2" fmla="*/ 4941 w 73210"/>
                <a:gd name="connsiteY2" fmla="*/ 30875 h 50604"/>
                <a:gd name="connsiteX3" fmla="*/ 757 w 73210"/>
                <a:gd name="connsiteY3" fmla="*/ 19915 h 50604"/>
                <a:gd name="connsiteX4" fmla="*/ 11914 w 73210"/>
                <a:gd name="connsiteY4" fmla="*/ 15804 h 50604"/>
                <a:gd name="connsiteX5" fmla="*/ 51798 w 73210"/>
                <a:gd name="connsiteY5" fmla="*/ 33752 h 50604"/>
                <a:gd name="connsiteX6" fmla="*/ 56261 w 73210"/>
                <a:gd name="connsiteY6" fmla="*/ 32519 h 50604"/>
                <a:gd name="connsiteX7" fmla="*/ 56261 w 73210"/>
                <a:gd name="connsiteY7" fmla="*/ 29642 h 50604"/>
                <a:gd name="connsiteX8" fmla="*/ 54448 w 73210"/>
                <a:gd name="connsiteY8" fmla="*/ 27313 h 50604"/>
                <a:gd name="connsiteX9" fmla="*/ 32274 w 73210"/>
                <a:gd name="connsiteY9" fmla="*/ 15667 h 50604"/>
                <a:gd name="connsiteX10" fmla="*/ 28927 w 73210"/>
                <a:gd name="connsiteY10" fmla="*/ 4433 h 50604"/>
                <a:gd name="connsiteX11" fmla="*/ 40210 w 73210"/>
                <a:gd name="connsiteY11" fmla="*/ 927 h 50604"/>
                <a:gd name="connsiteX12" fmla="*/ 40363 w 73210"/>
                <a:gd name="connsiteY12" fmla="*/ 1007 h 50604"/>
                <a:gd name="connsiteX13" fmla="*/ 62536 w 73210"/>
                <a:gd name="connsiteY13" fmla="*/ 12790 h 50604"/>
                <a:gd name="connsiteX14" fmla="*/ 70697 w 73210"/>
                <a:gd name="connsiteY14" fmla="*/ 40121 h 50604"/>
                <a:gd name="connsiteX15" fmla="*/ 52774 w 73210"/>
                <a:gd name="connsiteY15" fmla="*/ 50605 h 50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210" h="50604">
                  <a:moveTo>
                    <a:pt x="53332" y="50605"/>
                  </a:moveTo>
                  <a:cubicBezTo>
                    <a:pt x="50400" y="50607"/>
                    <a:pt x="47501" y="50000"/>
                    <a:pt x="44825" y="48823"/>
                  </a:cubicBezTo>
                  <a:lnTo>
                    <a:pt x="4941" y="30875"/>
                  </a:lnTo>
                  <a:cubicBezTo>
                    <a:pt x="705" y="28984"/>
                    <a:pt x="-1168" y="24076"/>
                    <a:pt x="757" y="19915"/>
                  </a:cubicBezTo>
                  <a:cubicBezTo>
                    <a:pt x="2683" y="15753"/>
                    <a:pt x="7678" y="13913"/>
                    <a:pt x="11914" y="15804"/>
                  </a:cubicBezTo>
                  <a:lnTo>
                    <a:pt x="51798" y="33752"/>
                  </a:lnTo>
                  <a:cubicBezTo>
                    <a:pt x="53394" y="34451"/>
                    <a:pt x="55270" y="33933"/>
                    <a:pt x="56261" y="32519"/>
                  </a:cubicBezTo>
                  <a:cubicBezTo>
                    <a:pt x="56690" y="31607"/>
                    <a:pt x="56690" y="30555"/>
                    <a:pt x="56261" y="29642"/>
                  </a:cubicBezTo>
                  <a:cubicBezTo>
                    <a:pt x="56009" y="28654"/>
                    <a:pt x="55353" y="27811"/>
                    <a:pt x="54448" y="27313"/>
                  </a:cubicBezTo>
                  <a:lnTo>
                    <a:pt x="32274" y="15667"/>
                  </a:lnTo>
                  <a:cubicBezTo>
                    <a:pt x="28230" y="13443"/>
                    <a:pt x="26741" y="8448"/>
                    <a:pt x="28927" y="4433"/>
                  </a:cubicBezTo>
                  <a:cubicBezTo>
                    <a:pt x="31058" y="404"/>
                    <a:pt x="36109" y="-1166"/>
                    <a:pt x="40210" y="927"/>
                  </a:cubicBezTo>
                  <a:cubicBezTo>
                    <a:pt x="40261" y="953"/>
                    <a:pt x="40312" y="980"/>
                    <a:pt x="40363" y="1007"/>
                  </a:cubicBezTo>
                  <a:lnTo>
                    <a:pt x="62536" y="12790"/>
                  </a:lnTo>
                  <a:cubicBezTo>
                    <a:pt x="72472" y="18123"/>
                    <a:pt x="76125" y="30360"/>
                    <a:pt x="70697" y="40121"/>
                  </a:cubicBezTo>
                  <a:cubicBezTo>
                    <a:pt x="67114" y="46564"/>
                    <a:pt x="60247" y="50580"/>
                    <a:pt x="52774" y="50605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99BB5652-A879-454B-AF34-DEEC39094CFD}"/>
                </a:ext>
              </a:extLst>
            </p:cNvPr>
            <p:cNvSpPr/>
            <p:nvPr/>
          </p:nvSpPr>
          <p:spPr>
            <a:xfrm>
              <a:off x="6114360" y="2489595"/>
              <a:ext cx="88586" cy="81853"/>
            </a:xfrm>
            <a:custGeom>
              <a:avLst/>
              <a:gdLst>
                <a:gd name="connsiteX0" fmla="*/ 65003 w 88586"/>
                <a:gd name="connsiteY0" fmla="*/ 81854 h 81853"/>
                <a:gd name="connsiteX1" fmla="*/ 54405 w 88586"/>
                <a:gd name="connsiteY1" fmla="*/ 79388 h 81853"/>
                <a:gd name="connsiteX2" fmla="*/ 32650 w 88586"/>
                <a:gd name="connsiteY2" fmla="*/ 68975 h 81853"/>
                <a:gd name="connsiteX3" fmla="*/ 28671 w 88586"/>
                <a:gd name="connsiteY3" fmla="*/ 58026 h 81853"/>
                <a:gd name="connsiteX4" fmla="*/ 28745 w 88586"/>
                <a:gd name="connsiteY4" fmla="*/ 57877 h 81853"/>
                <a:gd name="connsiteX5" fmla="*/ 40041 w 88586"/>
                <a:gd name="connsiteY5" fmla="*/ 54041 h 81853"/>
                <a:gd name="connsiteX6" fmla="*/ 61935 w 88586"/>
                <a:gd name="connsiteY6" fmla="*/ 64591 h 81853"/>
                <a:gd name="connsiteX7" fmla="*/ 71337 w 88586"/>
                <a:gd name="connsiteY7" fmla="*/ 61078 h 81853"/>
                <a:gd name="connsiteX8" fmla="*/ 71837 w 88586"/>
                <a:gd name="connsiteY8" fmla="*/ 56918 h 81853"/>
                <a:gd name="connsiteX9" fmla="*/ 68490 w 88586"/>
                <a:gd name="connsiteY9" fmla="*/ 52397 h 81853"/>
                <a:gd name="connsiteX10" fmla="*/ 4201 w 88586"/>
                <a:gd name="connsiteY10" fmla="*/ 15542 h 81853"/>
                <a:gd name="connsiteX11" fmla="*/ 1133 w 88586"/>
                <a:gd name="connsiteY11" fmla="*/ 4170 h 81853"/>
                <a:gd name="connsiteX12" fmla="*/ 12316 w 88586"/>
                <a:gd name="connsiteY12" fmla="*/ 1013 h 81853"/>
                <a:gd name="connsiteX13" fmla="*/ 12568 w 88586"/>
                <a:gd name="connsiteY13" fmla="*/ 1156 h 81853"/>
                <a:gd name="connsiteX14" fmla="*/ 76578 w 88586"/>
                <a:gd name="connsiteY14" fmla="*/ 37874 h 81853"/>
                <a:gd name="connsiteX15" fmla="*/ 85375 w 88586"/>
                <a:gd name="connsiteY15" fmla="*/ 70061 h 81853"/>
                <a:gd name="connsiteX16" fmla="*/ 64585 w 88586"/>
                <a:gd name="connsiteY16" fmla="*/ 81854 h 81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586" h="81853">
                  <a:moveTo>
                    <a:pt x="65003" y="81854"/>
                  </a:moveTo>
                  <a:cubicBezTo>
                    <a:pt x="61327" y="81822"/>
                    <a:pt x="57705" y="80979"/>
                    <a:pt x="54405" y="79388"/>
                  </a:cubicBezTo>
                  <a:lnTo>
                    <a:pt x="32650" y="68975"/>
                  </a:lnTo>
                  <a:cubicBezTo>
                    <a:pt x="28474" y="67031"/>
                    <a:pt x="26693" y="62129"/>
                    <a:pt x="28671" y="58026"/>
                  </a:cubicBezTo>
                  <a:cubicBezTo>
                    <a:pt x="28695" y="57976"/>
                    <a:pt x="28720" y="57927"/>
                    <a:pt x="28745" y="57877"/>
                  </a:cubicBezTo>
                  <a:cubicBezTo>
                    <a:pt x="30808" y="53778"/>
                    <a:pt x="35841" y="52068"/>
                    <a:pt x="40041" y="54041"/>
                  </a:cubicBezTo>
                  <a:lnTo>
                    <a:pt x="61935" y="64591"/>
                  </a:lnTo>
                  <a:cubicBezTo>
                    <a:pt x="65519" y="66171"/>
                    <a:pt x="69728" y="64599"/>
                    <a:pt x="71337" y="61078"/>
                  </a:cubicBezTo>
                  <a:cubicBezTo>
                    <a:pt x="71932" y="59774"/>
                    <a:pt x="72107" y="58322"/>
                    <a:pt x="71837" y="56918"/>
                  </a:cubicBezTo>
                  <a:cubicBezTo>
                    <a:pt x="71410" y="55019"/>
                    <a:pt x="70197" y="53381"/>
                    <a:pt x="68490" y="52397"/>
                  </a:cubicBezTo>
                  <a:lnTo>
                    <a:pt x="4201" y="15542"/>
                  </a:lnTo>
                  <a:cubicBezTo>
                    <a:pt x="176" y="13220"/>
                    <a:pt x="-1193" y="8145"/>
                    <a:pt x="1133" y="4170"/>
                  </a:cubicBezTo>
                  <a:cubicBezTo>
                    <a:pt x="3334" y="264"/>
                    <a:pt x="8341" y="-1149"/>
                    <a:pt x="12316" y="1013"/>
                  </a:cubicBezTo>
                  <a:cubicBezTo>
                    <a:pt x="12401" y="1059"/>
                    <a:pt x="12485" y="1107"/>
                    <a:pt x="12568" y="1156"/>
                  </a:cubicBezTo>
                  <a:lnTo>
                    <a:pt x="76578" y="37874"/>
                  </a:lnTo>
                  <a:cubicBezTo>
                    <a:pt x="88054" y="44376"/>
                    <a:pt x="91992" y="58786"/>
                    <a:pt x="85375" y="70061"/>
                  </a:cubicBezTo>
                  <a:cubicBezTo>
                    <a:pt x="81090" y="77361"/>
                    <a:pt x="73163" y="81858"/>
                    <a:pt x="64585" y="8185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442C17B6-6FE5-104B-A1E7-AA4A7B2CD205}"/>
                </a:ext>
              </a:extLst>
            </p:cNvPr>
            <p:cNvSpPr/>
            <p:nvPr/>
          </p:nvSpPr>
          <p:spPr>
            <a:xfrm>
              <a:off x="6133393" y="2464168"/>
              <a:ext cx="93562" cy="84948"/>
            </a:xfrm>
            <a:custGeom>
              <a:avLst/>
              <a:gdLst>
                <a:gd name="connsiteX0" fmla="*/ 68562 w 93562"/>
                <a:gd name="connsiteY0" fmla="*/ 84948 h 84948"/>
                <a:gd name="connsiteX1" fmla="*/ 56011 w 93562"/>
                <a:gd name="connsiteY1" fmla="*/ 81660 h 84948"/>
                <a:gd name="connsiteX2" fmla="*/ 5667 w 93562"/>
                <a:gd name="connsiteY2" fmla="*/ 53299 h 84948"/>
                <a:gd name="connsiteX3" fmla="*/ 451 w 93562"/>
                <a:gd name="connsiteY3" fmla="*/ 42864 h 84948"/>
                <a:gd name="connsiteX4" fmla="*/ 11072 w 93562"/>
                <a:gd name="connsiteY4" fmla="*/ 37739 h 84948"/>
                <a:gd name="connsiteX5" fmla="*/ 14174 w 93562"/>
                <a:gd name="connsiteY5" fmla="*/ 39598 h 84948"/>
                <a:gd name="connsiteX6" fmla="*/ 64657 w 93562"/>
                <a:gd name="connsiteY6" fmla="*/ 67000 h 84948"/>
                <a:gd name="connsiteX7" fmla="*/ 70793 w 93562"/>
                <a:gd name="connsiteY7" fmla="*/ 67822 h 84948"/>
                <a:gd name="connsiteX8" fmla="*/ 75674 w 93562"/>
                <a:gd name="connsiteY8" fmla="*/ 63986 h 84948"/>
                <a:gd name="connsiteX9" fmla="*/ 72885 w 93562"/>
                <a:gd name="connsiteY9" fmla="*/ 53436 h 84948"/>
                <a:gd name="connsiteX10" fmla="*/ 9712 w 93562"/>
                <a:gd name="connsiteY10" fmla="*/ 15348 h 84948"/>
                <a:gd name="connsiteX11" fmla="*/ 6922 w 93562"/>
                <a:gd name="connsiteY11" fmla="*/ 3976 h 84948"/>
                <a:gd name="connsiteX12" fmla="*/ 18409 w 93562"/>
                <a:gd name="connsiteY12" fmla="*/ 1183 h 84948"/>
                <a:gd name="connsiteX13" fmla="*/ 18497 w 93562"/>
                <a:gd name="connsiteY13" fmla="*/ 1236 h 84948"/>
                <a:gd name="connsiteX14" fmla="*/ 81671 w 93562"/>
                <a:gd name="connsiteY14" fmla="*/ 39598 h 84948"/>
                <a:gd name="connsiteX15" fmla="*/ 89862 w 93562"/>
                <a:gd name="connsiteY15" fmla="*/ 73335 h 84948"/>
                <a:gd name="connsiteX16" fmla="*/ 75256 w 93562"/>
                <a:gd name="connsiteY16" fmla="*/ 84126 h 84948"/>
                <a:gd name="connsiteX17" fmla="*/ 68562 w 93562"/>
                <a:gd name="connsiteY17" fmla="*/ 84948 h 8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3562" h="84948">
                  <a:moveTo>
                    <a:pt x="68562" y="84948"/>
                  </a:moveTo>
                  <a:cubicBezTo>
                    <a:pt x="64158" y="84947"/>
                    <a:pt x="59831" y="83813"/>
                    <a:pt x="56011" y="81660"/>
                  </a:cubicBezTo>
                  <a:lnTo>
                    <a:pt x="5667" y="53299"/>
                  </a:lnTo>
                  <a:cubicBezTo>
                    <a:pt x="1294" y="51833"/>
                    <a:pt x="-1042" y="47161"/>
                    <a:pt x="451" y="42864"/>
                  </a:cubicBezTo>
                  <a:cubicBezTo>
                    <a:pt x="1943" y="38567"/>
                    <a:pt x="6698" y="36273"/>
                    <a:pt x="11072" y="37739"/>
                  </a:cubicBezTo>
                  <a:cubicBezTo>
                    <a:pt x="12232" y="38128"/>
                    <a:pt x="13291" y="38763"/>
                    <a:pt x="14174" y="39598"/>
                  </a:cubicBezTo>
                  <a:lnTo>
                    <a:pt x="64657" y="67000"/>
                  </a:lnTo>
                  <a:cubicBezTo>
                    <a:pt x="66500" y="68093"/>
                    <a:pt x="68720" y="68390"/>
                    <a:pt x="70793" y="67822"/>
                  </a:cubicBezTo>
                  <a:cubicBezTo>
                    <a:pt x="72901" y="67282"/>
                    <a:pt x="74675" y="65887"/>
                    <a:pt x="75674" y="63986"/>
                  </a:cubicBezTo>
                  <a:cubicBezTo>
                    <a:pt x="77732" y="60298"/>
                    <a:pt x="76510" y="55673"/>
                    <a:pt x="72885" y="53436"/>
                  </a:cubicBezTo>
                  <a:lnTo>
                    <a:pt x="9712" y="15348"/>
                  </a:lnTo>
                  <a:cubicBezTo>
                    <a:pt x="5787" y="12934"/>
                    <a:pt x="4547" y="7880"/>
                    <a:pt x="6922" y="3976"/>
                  </a:cubicBezTo>
                  <a:cubicBezTo>
                    <a:pt x="9309" y="88"/>
                    <a:pt x="14452" y="-1162"/>
                    <a:pt x="18409" y="1183"/>
                  </a:cubicBezTo>
                  <a:cubicBezTo>
                    <a:pt x="18439" y="1200"/>
                    <a:pt x="18468" y="1218"/>
                    <a:pt x="18497" y="1236"/>
                  </a:cubicBezTo>
                  <a:lnTo>
                    <a:pt x="81671" y="39598"/>
                  </a:lnTo>
                  <a:cubicBezTo>
                    <a:pt x="93415" y="46692"/>
                    <a:pt x="97082" y="61796"/>
                    <a:pt x="89862" y="73335"/>
                  </a:cubicBezTo>
                  <a:cubicBezTo>
                    <a:pt x="86557" y="78616"/>
                    <a:pt x="81338" y="82472"/>
                    <a:pt x="75256" y="84126"/>
                  </a:cubicBezTo>
                  <a:cubicBezTo>
                    <a:pt x="73066" y="84665"/>
                    <a:pt x="70819" y="84941"/>
                    <a:pt x="68562" y="84948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C4438C98-D57F-B448-945C-DBBE135FFBD1}"/>
                </a:ext>
              </a:extLst>
            </p:cNvPr>
            <p:cNvSpPr/>
            <p:nvPr/>
          </p:nvSpPr>
          <p:spPr>
            <a:xfrm>
              <a:off x="6183176" y="2443456"/>
              <a:ext cx="73289" cy="82642"/>
            </a:xfrm>
            <a:custGeom>
              <a:avLst/>
              <a:gdLst>
                <a:gd name="connsiteX0" fmla="*/ 44159 w 73289"/>
                <a:gd name="connsiteY0" fmla="*/ 82643 h 82642"/>
                <a:gd name="connsiteX1" fmla="*/ 28680 w 73289"/>
                <a:gd name="connsiteY1" fmla="*/ 78258 h 82642"/>
                <a:gd name="connsiteX2" fmla="*/ 3857 w 73289"/>
                <a:gd name="connsiteY2" fmla="*/ 62913 h 82642"/>
                <a:gd name="connsiteX3" fmla="*/ 1347 w 73289"/>
                <a:gd name="connsiteY3" fmla="*/ 51405 h 82642"/>
                <a:gd name="connsiteX4" fmla="*/ 12872 w 73289"/>
                <a:gd name="connsiteY4" fmla="*/ 48771 h 82642"/>
                <a:gd name="connsiteX5" fmla="*/ 12921 w 73289"/>
                <a:gd name="connsiteY5" fmla="*/ 48801 h 82642"/>
                <a:gd name="connsiteX6" fmla="*/ 37744 w 73289"/>
                <a:gd name="connsiteY6" fmla="*/ 64146 h 82642"/>
                <a:gd name="connsiteX7" fmla="*/ 47088 w 73289"/>
                <a:gd name="connsiteY7" fmla="*/ 65654 h 82642"/>
                <a:gd name="connsiteX8" fmla="*/ 54758 w 73289"/>
                <a:gd name="connsiteY8" fmla="*/ 60036 h 82642"/>
                <a:gd name="connsiteX9" fmla="*/ 50853 w 73289"/>
                <a:gd name="connsiteY9" fmla="*/ 44143 h 82642"/>
                <a:gd name="connsiteX10" fmla="*/ 6506 w 73289"/>
                <a:gd name="connsiteY10" fmla="*/ 15097 h 82642"/>
                <a:gd name="connsiteX11" fmla="*/ 4205 w 73289"/>
                <a:gd name="connsiteY11" fmla="*/ 3657 h 82642"/>
                <a:gd name="connsiteX12" fmla="*/ 15850 w 73289"/>
                <a:gd name="connsiteY12" fmla="*/ 1396 h 82642"/>
                <a:gd name="connsiteX13" fmla="*/ 60197 w 73289"/>
                <a:gd name="connsiteY13" fmla="*/ 30305 h 82642"/>
                <a:gd name="connsiteX14" fmla="*/ 68529 w 73289"/>
                <a:gd name="connsiteY14" fmla="*/ 69767 h 82642"/>
                <a:gd name="connsiteX15" fmla="*/ 51132 w 73289"/>
                <a:gd name="connsiteY15" fmla="*/ 81821 h 82642"/>
                <a:gd name="connsiteX16" fmla="*/ 44159 w 73289"/>
                <a:gd name="connsiteY16" fmla="*/ 82643 h 8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89" h="82642">
                  <a:moveTo>
                    <a:pt x="44159" y="82643"/>
                  </a:moveTo>
                  <a:cubicBezTo>
                    <a:pt x="38684" y="82632"/>
                    <a:pt x="33321" y="81113"/>
                    <a:pt x="28680" y="78258"/>
                  </a:cubicBezTo>
                  <a:lnTo>
                    <a:pt x="3857" y="62913"/>
                  </a:lnTo>
                  <a:cubicBezTo>
                    <a:pt x="-54" y="60405"/>
                    <a:pt x="-1174" y="55267"/>
                    <a:pt x="1347" y="51405"/>
                  </a:cubicBezTo>
                  <a:cubicBezTo>
                    <a:pt x="3789" y="47550"/>
                    <a:pt x="8949" y="46371"/>
                    <a:pt x="12872" y="48771"/>
                  </a:cubicBezTo>
                  <a:cubicBezTo>
                    <a:pt x="12889" y="48781"/>
                    <a:pt x="12905" y="48791"/>
                    <a:pt x="12921" y="48801"/>
                  </a:cubicBezTo>
                  <a:lnTo>
                    <a:pt x="37744" y="64146"/>
                  </a:lnTo>
                  <a:cubicBezTo>
                    <a:pt x="40498" y="65935"/>
                    <a:pt x="43897" y="66483"/>
                    <a:pt x="47088" y="65654"/>
                  </a:cubicBezTo>
                  <a:cubicBezTo>
                    <a:pt x="50342" y="64939"/>
                    <a:pt x="53132" y="62896"/>
                    <a:pt x="54758" y="60036"/>
                  </a:cubicBezTo>
                  <a:cubicBezTo>
                    <a:pt x="58018" y="54569"/>
                    <a:pt x="56293" y="47548"/>
                    <a:pt x="50853" y="44143"/>
                  </a:cubicBezTo>
                  <a:lnTo>
                    <a:pt x="6506" y="15097"/>
                  </a:lnTo>
                  <a:cubicBezTo>
                    <a:pt x="2655" y="12562"/>
                    <a:pt x="1625" y="7440"/>
                    <a:pt x="4205" y="3657"/>
                  </a:cubicBezTo>
                  <a:cubicBezTo>
                    <a:pt x="6786" y="-126"/>
                    <a:pt x="11999" y="-1139"/>
                    <a:pt x="15850" y="1396"/>
                  </a:cubicBezTo>
                  <a:lnTo>
                    <a:pt x="60197" y="30305"/>
                  </a:lnTo>
                  <a:cubicBezTo>
                    <a:pt x="73589" y="38942"/>
                    <a:pt x="77320" y="56609"/>
                    <a:pt x="68529" y="69767"/>
                  </a:cubicBezTo>
                  <a:cubicBezTo>
                    <a:pt x="64495" y="75806"/>
                    <a:pt x="58277" y="80114"/>
                    <a:pt x="51132" y="81821"/>
                  </a:cubicBezTo>
                  <a:cubicBezTo>
                    <a:pt x="48848" y="82356"/>
                    <a:pt x="46508" y="82632"/>
                    <a:pt x="44159" y="82643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0E68FD0-BE50-664C-A280-E9E42C4F7EEC}"/>
                </a:ext>
              </a:extLst>
            </p:cNvPr>
            <p:cNvSpPr/>
            <p:nvPr/>
          </p:nvSpPr>
          <p:spPr>
            <a:xfrm>
              <a:off x="5856314" y="2325198"/>
              <a:ext cx="137471" cy="179673"/>
            </a:xfrm>
            <a:custGeom>
              <a:avLst/>
              <a:gdLst>
                <a:gd name="connsiteX0" fmla="*/ 71053 w 137471"/>
                <a:gd name="connsiteY0" fmla="*/ 179527 h 179673"/>
                <a:gd name="connsiteX1" fmla="*/ 68124 w 137471"/>
                <a:gd name="connsiteY1" fmla="*/ 179527 h 179673"/>
                <a:gd name="connsiteX2" fmla="*/ 5369 w 137471"/>
                <a:gd name="connsiteY2" fmla="*/ 155276 h 179673"/>
                <a:gd name="connsiteX3" fmla="*/ 628 w 137471"/>
                <a:gd name="connsiteY3" fmla="*/ 151166 h 179673"/>
                <a:gd name="connsiteX4" fmla="*/ 628 w 137471"/>
                <a:gd name="connsiteY4" fmla="*/ 144864 h 179673"/>
                <a:gd name="connsiteX5" fmla="*/ 54876 w 137471"/>
                <a:gd name="connsiteY5" fmla="*/ 5800 h 179673"/>
                <a:gd name="connsiteX6" fmla="*/ 65338 w 137471"/>
                <a:gd name="connsiteY6" fmla="*/ 367 h 179673"/>
                <a:gd name="connsiteX7" fmla="*/ 65614 w 137471"/>
                <a:gd name="connsiteY7" fmla="*/ 456 h 179673"/>
                <a:gd name="connsiteX8" fmla="*/ 131856 w 137471"/>
                <a:gd name="connsiteY8" fmla="*/ 24159 h 179673"/>
                <a:gd name="connsiteX9" fmla="*/ 136736 w 137471"/>
                <a:gd name="connsiteY9" fmla="*/ 28680 h 179673"/>
                <a:gd name="connsiteX10" fmla="*/ 136736 w 137471"/>
                <a:gd name="connsiteY10" fmla="*/ 35120 h 179673"/>
                <a:gd name="connsiteX11" fmla="*/ 128927 w 137471"/>
                <a:gd name="connsiteY11" fmla="*/ 53479 h 179673"/>
                <a:gd name="connsiteX12" fmla="*/ 85975 w 137471"/>
                <a:gd name="connsiteY12" fmla="*/ 158291 h 179673"/>
                <a:gd name="connsiteX13" fmla="*/ 78862 w 137471"/>
                <a:gd name="connsiteY13" fmla="*/ 174595 h 179673"/>
                <a:gd name="connsiteX14" fmla="*/ 71053 w 137471"/>
                <a:gd name="connsiteY14" fmla="*/ 179527 h 179673"/>
                <a:gd name="connsiteX15" fmla="*/ 19315 w 137471"/>
                <a:gd name="connsiteY15" fmla="*/ 142809 h 179673"/>
                <a:gd name="connsiteX16" fmla="*/ 66590 w 137471"/>
                <a:gd name="connsiteY16" fmla="*/ 160620 h 179673"/>
                <a:gd name="connsiteX17" fmla="*/ 70495 w 137471"/>
                <a:gd name="connsiteY17" fmla="*/ 151851 h 179673"/>
                <a:gd name="connsiteX18" fmla="*/ 113308 w 137471"/>
                <a:gd name="connsiteY18" fmla="*/ 47176 h 179673"/>
                <a:gd name="connsiteX19" fmla="*/ 117771 w 137471"/>
                <a:gd name="connsiteY19" fmla="*/ 36901 h 179673"/>
                <a:gd name="connsiteX20" fmla="*/ 67706 w 137471"/>
                <a:gd name="connsiteY20" fmla="*/ 19364 h 17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7471" h="179673">
                  <a:moveTo>
                    <a:pt x="71053" y="179527"/>
                  </a:moveTo>
                  <a:cubicBezTo>
                    <a:pt x="70087" y="179723"/>
                    <a:pt x="69090" y="179723"/>
                    <a:pt x="68124" y="179527"/>
                  </a:cubicBezTo>
                  <a:lnTo>
                    <a:pt x="5369" y="155276"/>
                  </a:lnTo>
                  <a:cubicBezTo>
                    <a:pt x="3324" y="154532"/>
                    <a:pt x="1634" y="153067"/>
                    <a:pt x="628" y="151166"/>
                  </a:cubicBezTo>
                  <a:cubicBezTo>
                    <a:pt x="-209" y="149146"/>
                    <a:pt x="-209" y="146884"/>
                    <a:pt x="628" y="144864"/>
                  </a:cubicBezTo>
                  <a:lnTo>
                    <a:pt x="54876" y="5800"/>
                  </a:lnTo>
                  <a:cubicBezTo>
                    <a:pt x="56238" y="1461"/>
                    <a:pt x="60922" y="-971"/>
                    <a:pt x="65338" y="367"/>
                  </a:cubicBezTo>
                  <a:cubicBezTo>
                    <a:pt x="65431" y="395"/>
                    <a:pt x="65523" y="425"/>
                    <a:pt x="65614" y="456"/>
                  </a:cubicBezTo>
                  <a:lnTo>
                    <a:pt x="131856" y="24159"/>
                  </a:lnTo>
                  <a:cubicBezTo>
                    <a:pt x="134053" y="24931"/>
                    <a:pt x="135823" y="26570"/>
                    <a:pt x="136736" y="28680"/>
                  </a:cubicBezTo>
                  <a:cubicBezTo>
                    <a:pt x="137717" y="30719"/>
                    <a:pt x="137717" y="33081"/>
                    <a:pt x="136736" y="35120"/>
                  </a:cubicBezTo>
                  <a:lnTo>
                    <a:pt x="128927" y="53479"/>
                  </a:lnTo>
                  <a:lnTo>
                    <a:pt x="85975" y="158291"/>
                  </a:lnTo>
                  <a:lnTo>
                    <a:pt x="78862" y="174595"/>
                  </a:lnTo>
                  <a:cubicBezTo>
                    <a:pt x="77455" y="177589"/>
                    <a:pt x="74410" y="179512"/>
                    <a:pt x="71053" y="179527"/>
                  </a:cubicBezTo>
                  <a:close/>
                  <a:moveTo>
                    <a:pt x="19315" y="142809"/>
                  </a:moveTo>
                  <a:lnTo>
                    <a:pt x="66590" y="160620"/>
                  </a:lnTo>
                  <a:lnTo>
                    <a:pt x="70495" y="151851"/>
                  </a:lnTo>
                  <a:lnTo>
                    <a:pt x="113308" y="47176"/>
                  </a:lnTo>
                  <a:lnTo>
                    <a:pt x="117771" y="36901"/>
                  </a:lnTo>
                  <a:lnTo>
                    <a:pt x="67706" y="1936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1" name="Graphic 98">
            <a:extLst>
              <a:ext uri="{FF2B5EF4-FFF2-40B4-BE49-F238E27FC236}">
                <a16:creationId xmlns:a16="http://schemas.microsoft.com/office/drawing/2014/main" id="{EC9C9E4A-C02F-A847-A6C5-A59F43F21A5B}"/>
              </a:ext>
            </a:extLst>
          </p:cNvPr>
          <p:cNvGrpSpPr>
            <a:grpSpLocks noChangeAspect="1"/>
          </p:cNvGrpSpPr>
          <p:nvPr/>
        </p:nvGrpSpPr>
        <p:grpSpPr>
          <a:xfrm>
            <a:off x="4646518" y="4273387"/>
            <a:ext cx="485379" cy="388187"/>
            <a:chOff x="5865542" y="2260575"/>
            <a:chExt cx="485379" cy="388187"/>
          </a:xfrm>
          <a:solidFill>
            <a:srgbClr val="FFFFFF"/>
          </a:solidFill>
        </p:grpSpPr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723B5737-FB2E-F940-B178-D81FF12200DD}"/>
                </a:ext>
              </a:extLst>
            </p:cNvPr>
            <p:cNvSpPr/>
            <p:nvPr/>
          </p:nvSpPr>
          <p:spPr>
            <a:xfrm>
              <a:off x="5865542" y="2260575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6ABED4F1-76FA-7B49-99AF-FCA3DE1CAE7D}"/>
                </a:ext>
              </a:extLst>
            </p:cNvPr>
            <p:cNvSpPr/>
            <p:nvPr/>
          </p:nvSpPr>
          <p:spPr>
            <a:xfrm>
              <a:off x="5935572" y="2357655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96E1968A-6086-4648-8AB9-4306BD27B83B}"/>
                </a:ext>
              </a:extLst>
            </p:cNvPr>
            <p:cNvSpPr/>
            <p:nvPr/>
          </p:nvSpPr>
          <p:spPr>
            <a:xfrm>
              <a:off x="6006431" y="2357655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BE8F5164-910B-1A47-81C9-97A2E918BAD7}"/>
                </a:ext>
              </a:extLst>
            </p:cNvPr>
            <p:cNvSpPr/>
            <p:nvPr/>
          </p:nvSpPr>
          <p:spPr>
            <a:xfrm>
              <a:off x="6077429" y="2357655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C21C5B56-5840-B24A-AF4B-B62B22908CD3}"/>
                </a:ext>
              </a:extLst>
            </p:cNvPr>
            <p:cNvSpPr/>
            <p:nvPr/>
          </p:nvSpPr>
          <p:spPr>
            <a:xfrm>
              <a:off x="6241524" y="2501054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DE87D818-3765-FC42-8B32-508284B05563}"/>
                </a:ext>
              </a:extLst>
            </p:cNvPr>
            <p:cNvSpPr/>
            <p:nvPr/>
          </p:nvSpPr>
          <p:spPr>
            <a:xfrm>
              <a:off x="6170527" y="2501054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BC71444C-0F68-CC40-B625-762A9D540042}"/>
                </a:ext>
              </a:extLst>
            </p:cNvPr>
            <p:cNvSpPr/>
            <p:nvPr/>
          </p:nvSpPr>
          <p:spPr>
            <a:xfrm>
              <a:off x="6099529" y="2501054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EB5D156C-6DF0-804C-B848-A6260E4E7E92}"/>
                </a:ext>
              </a:extLst>
            </p:cNvPr>
            <p:cNvSpPr/>
            <p:nvPr/>
          </p:nvSpPr>
          <p:spPr>
            <a:xfrm>
              <a:off x="6027703" y="2404647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964CD641-9419-2D4E-9F03-9D57E5F02AB8}"/>
                </a:ext>
              </a:extLst>
            </p:cNvPr>
            <p:cNvSpPr/>
            <p:nvPr/>
          </p:nvSpPr>
          <p:spPr>
            <a:xfrm>
              <a:off x="6320762" y="2403221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D8CDF052-C4EE-FD4C-B3C3-A40CA49E8199}"/>
                </a:ext>
              </a:extLst>
            </p:cNvPr>
            <p:cNvSpPr/>
            <p:nvPr/>
          </p:nvSpPr>
          <p:spPr>
            <a:xfrm>
              <a:off x="6254132" y="2375058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069FBB2-C2E3-2140-98B2-8FBF3AE35F29}"/>
                </a:ext>
              </a:extLst>
            </p:cNvPr>
            <p:cNvSpPr/>
            <p:nvPr/>
          </p:nvSpPr>
          <p:spPr>
            <a:xfrm>
              <a:off x="6200915" y="2365599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3" name="Graphic 100">
            <a:extLst>
              <a:ext uri="{FF2B5EF4-FFF2-40B4-BE49-F238E27FC236}">
                <a16:creationId xmlns:a16="http://schemas.microsoft.com/office/drawing/2014/main" id="{4E183069-BD0D-DA4F-8EA6-5C7DCD75C162}"/>
              </a:ext>
            </a:extLst>
          </p:cNvPr>
          <p:cNvGrpSpPr>
            <a:grpSpLocks noChangeAspect="1"/>
          </p:cNvGrpSpPr>
          <p:nvPr/>
        </p:nvGrpSpPr>
        <p:grpSpPr>
          <a:xfrm>
            <a:off x="4681657" y="2890319"/>
            <a:ext cx="466028" cy="350638"/>
            <a:chOff x="5873772" y="2279170"/>
            <a:chExt cx="466028" cy="350638"/>
          </a:xfrm>
          <a:solidFill>
            <a:srgbClr val="FFFFFF"/>
          </a:solidFill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A68DADC-746B-CB4C-815A-18239820815A}"/>
                </a:ext>
              </a:extLst>
            </p:cNvPr>
            <p:cNvSpPr/>
            <p:nvPr/>
          </p:nvSpPr>
          <p:spPr>
            <a:xfrm>
              <a:off x="5873772" y="2613229"/>
              <a:ext cx="466028" cy="16579"/>
            </a:xfrm>
            <a:custGeom>
              <a:avLst/>
              <a:gdLst>
                <a:gd name="connsiteX0" fmla="*/ 456622 w 466028"/>
                <a:gd name="connsiteY0" fmla="*/ 16510 h 16579"/>
                <a:gd name="connsiteX1" fmla="*/ 9407 w 466028"/>
                <a:gd name="connsiteY1" fmla="*/ 16510 h 16579"/>
                <a:gd name="connsiteX2" fmla="*/ 69 w 466028"/>
                <a:gd name="connsiteY2" fmla="*/ 9349 h 16579"/>
                <a:gd name="connsiteX3" fmla="*/ 7275 w 466028"/>
                <a:gd name="connsiteY3" fmla="*/ 69 h 16579"/>
                <a:gd name="connsiteX4" fmla="*/ 9407 w 466028"/>
                <a:gd name="connsiteY4" fmla="*/ 69 h 16579"/>
                <a:gd name="connsiteX5" fmla="*/ 456622 w 466028"/>
                <a:gd name="connsiteY5" fmla="*/ 69 h 16579"/>
                <a:gd name="connsiteX6" fmla="*/ 465959 w 466028"/>
                <a:gd name="connsiteY6" fmla="*/ 7230 h 16579"/>
                <a:gd name="connsiteX7" fmla="*/ 458753 w 466028"/>
                <a:gd name="connsiteY7" fmla="*/ 16510 h 16579"/>
                <a:gd name="connsiteX8" fmla="*/ 456622 w 466028"/>
                <a:gd name="connsiteY8" fmla="*/ 16510 h 1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028" h="16579">
                  <a:moveTo>
                    <a:pt x="456622" y="16510"/>
                  </a:moveTo>
                  <a:lnTo>
                    <a:pt x="9407" y="16510"/>
                  </a:lnTo>
                  <a:cubicBezTo>
                    <a:pt x="4838" y="17095"/>
                    <a:pt x="658" y="13889"/>
                    <a:pt x="69" y="9349"/>
                  </a:cubicBezTo>
                  <a:cubicBezTo>
                    <a:pt x="-519" y="4808"/>
                    <a:pt x="2707" y="654"/>
                    <a:pt x="7275" y="69"/>
                  </a:cubicBezTo>
                  <a:cubicBezTo>
                    <a:pt x="7983" y="-22"/>
                    <a:pt x="8699" y="-22"/>
                    <a:pt x="9407" y="69"/>
                  </a:cubicBezTo>
                  <a:lnTo>
                    <a:pt x="456622" y="69"/>
                  </a:lnTo>
                  <a:cubicBezTo>
                    <a:pt x="461190" y="-516"/>
                    <a:pt x="465370" y="2690"/>
                    <a:pt x="465959" y="7230"/>
                  </a:cubicBezTo>
                  <a:cubicBezTo>
                    <a:pt x="466547" y="11771"/>
                    <a:pt x="463321" y="15925"/>
                    <a:pt x="458753" y="16510"/>
                  </a:cubicBezTo>
                  <a:cubicBezTo>
                    <a:pt x="458045" y="16601"/>
                    <a:pt x="457329" y="16601"/>
                    <a:pt x="456622" y="1651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84123B83-CAD3-F64D-AF6E-76CF9FB22FAD}"/>
                </a:ext>
              </a:extLst>
            </p:cNvPr>
            <p:cNvSpPr/>
            <p:nvPr/>
          </p:nvSpPr>
          <p:spPr>
            <a:xfrm>
              <a:off x="5918247" y="2345070"/>
              <a:ext cx="95363" cy="238986"/>
            </a:xfrm>
            <a:custGeom>
              <a:avLst/>
              <a:gdLst>
                <a:gd name="connsiteX0" fmla="*/ 87023 w 95363"/>
                <a:gd name="connsiteY0" fmla="*/ 237926 h 238986"/>
                <a:gd name="connsiteX1" fmla="*/ 78819 w 95363"/>
                <a:gd name="connsiteY1" fmla="*/ 229775 h 238986"/>
                <a:gd name="connsiteX2" fmla="*/ 78820 w 95363"/>
                <a:gd name="connsiteY2" fmla="*/ 229638 h 238986"/>
                <a:gd name="connsiteX3" fmla="*/ 78820 w 95363"/>
                <a:gd name="connsiteY3" fmla="*/ 16443 h 238986"/>
                <a:gd name="connsiteX4" fmla="*/ 16612 w 95363"/>
                <a:gd name="connsiteY4" fmla="*/ 16443 h 238986"/>
                <a:gd name="connsiteX5" fmla="*/ 16612 w 95363"/>
                <a:gd name="connsiteY5" fmla="*/ 229638 h 238986"/>
                <a:gd name="connsiteX6" fmla="*/ 9406 w 95363"/>
                <a:gd name="connsiteY6" fmla="*/ 238917 h 238986"/>
                <a:gd name="connsiteX7" fmla="*/ 68 w 95363"/>
                <a:gd name="connsiteY7" fmla="*/ 231756 h 238986"/>
                <a:gd name="connsiteX8" fmla="*/ 68 w 95363"/>
                <a:gd name="connsiteY8" fmla="*/ 229638 h 238986"/>
                <a:gd name="connsiteX9" fmla="*/ 68 w 95363"/>
                <a:gd name="connsiteY9" fmla="*/ 8154 h 238986"/>
                <a:gd name="connsiteX10" fmla="*/ 8270 w 95363"/>
                <a:gd name="connsiteY10" fmla="*/ 0 h 238986"/>
                <a:gd name="connsiteX11" fmla="*/ 8408 w 95363"/>
                <a:gd name="connsiteY11" fmla="*/ 1 h 238986"/>
                <a:gd name="connsiteX12" fmla="*/ 87023 w 95363"/>
                <a:gd name="connsiteY12" fmla="*/ 1 h 238986"/>
                <a:gd name="connsiteX13" fmla="*/ 95362 w 95363"/>
                <a:gd name="connsiteY13" fmla="*/ 8017 h 238986"/>
                <a:gd name="connsiteX14" fmla="*/ 95363 w 95363"/>
                <a:gd name="connsiteY14" fmla="*/ 8154 h 238986"/>
                <a:gd name="connsiteX15" fmla="*/ 95363 w 95363"/>
                <a:gd name="connsiteY15" fmla="*/ 229638 h 238986"/>
                <a:gd name="connsiteX16" fmla="*/ 87023 w 95363"/>
                <a:gd name="connsiteY16" fmla="*/ 237926 h 238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363" h="238986">
                  <a:moveTo>
                    <a:pt x="87023" y="237926"/>
                  </a:moveTo>
                  <a:cubicBezTo>
                    <a:pt x="82492" y="237927"/>
                    <a:pt x="78819" y="234277"/>
                    <a:pt x="78819" y="229775"/>
                  </a:cubicBezTo>
                  <a:cubicBezTo>
                    <a:pt x="78819" y="229729"/>
                    <a:pt x="78819" y="229683"/>
                    <a:pt x="78820" y="229638"/>
                  </a:cubicBezTo>
                  <a:lnTo>
                    <a:pt x="78820" y="16443"/>
                  </a:lnTo>
                  <a:lnTo>
                    <a:pt x="16612" y="16443"/>
                  </a:lnTo>
                  <a:lnTo>
                    <a:pt x="16612" y="229638"/>
                  </a:lnTo>
                  <a:cubicBezTo>
                    <a:pt x="17200" y="234178"/>
                    <a:pt x="13974" y="238333"/>
                    <a:pt x="9406" y="238917"/>
                  </a:cubicBezTo>
                  <a:cubicBezTo>
                    <a:pt x="4837" y="239502"/>
                    <a:pt x="657" y="236296"/>
                    <a:pt x="68" y="231756"/>
                  </a:cubicBezTo>
                  <a:cubicBezTo>
                    <a:pt x="-23" y="231053"/>
                    <a:pt x="-23" y="230341"/>
                    <a:pt x="68" y="229638"/>
                  </a:cubicBezTo>
                  <a:lnTo>
                    <a:pt x="68" y="8154"/>
                  </a:lnTo>
                  <a:cubicBezTo>
                    <a:pt x="68" y="3651"/>
                    <a:pt x="3740" y="1"/>
                    <a:pt x="8270" y="0"/>
                  </a:cubicBezTo>
                  <a:cubicBezTo>
                    <a:pt x="8316" y="0"/>
                    <a:pt x="8362" y="0"/>
                    <a:pt x="8408" y="1"/>
                  </a:cubicBezTo>
                  <a:lnTo>
                    <a:pt x="87023" y="1"/>
                  </a:lnTo>
                  <a:cubicBezTo>
                    <a:pt x="91553" y="-74"/>
                    <a:pt x="95286" y="3515"/>
                    <a:pt x="95362" y="8017"/>
                  </a:cubicBezTo>
                  <a:cubicBezTo>
                    <a:pt x="95363" y="8063"/>
                    <a:pt x="95363" y="8108"/>
                    <a:pt x="95363" y="8154"/>
                  </a:cubicBezTo>
                  <a:lnTo>
                    <a:pt x="95363" y="229638"/>
                  </a:lnTo>
                  <a:cubicBezTo>
                    <a:pt x="95363" y="234215"/>
                    <a:pt x="91629" y="237926"/>
                    <a:pt x="87023" y="237926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C18A1B43-23FC-6743-86CE-5A665A9EEA44}"/>
                </a:ext>
              </a:extLst>
            </p:cNvPr>
            <p:cNvSpPr/>
            <p:nvPr/>
          </p:nvSpPr>
          <p:spPr>
            <a:xfrm>
              <a:off x="6059070" y="2311645"/>
              <a:ext cx="95363" cy="272411"/>
            </a:xfrm>
            <a:custGeom>
              <a:avLst/>
              <a:gdLst>
                <a:gd name="connsiteX0" fmla="*/ 87023 w 95363"/>
                <a:gd name="connsiteY0" fmla="*/ 271352 h 272411"/>
                <a:gd name="connsiteX1" fmla="*/ 78819 w 95363"/>
                <a:gd name="connsiteY1" fmla="*/ 263200 h 272411"/>
                <a:gd name="connsiteX2" fmla="*/ 78820 w 95363"/>
                <a:gd name="connsiteY2" fmla="*/ 263063 h 272411"/>
                <a:gd name="connsiteX3" fmla="*/ 78820 w 95363"/>
                <a:gd name="connsiteY3" fmla="*/ 16849 h 272411"/>
                <a:gd name="connsiteX4" fmla="*/ 16612 w 95363"/>
                <a:gd name="connsiteY4" fmla="*/ 16849 h 272411"/>
                <a:gd name="connsiteX5" fmla="*/ 16612 w 95363"/>
                <a:gd name="connsiteY5" fmla="*/ 263063 h 272411"/>
                <a:gd name="connsiteX6" fmla="*/ 9406 w 95363"/>
                <a:gd name="connsiteY6" fmla="*/ 272343 h 272411"/>
                <a:gd name="connsiteX7" fmla="*/ 68 w 95363"/>
                <a:gd name="connsiteY7" fmla="*/ 265181 h 272411"/>
                <a:gd name="connsiteX8" fmla="*/ 68 w 95363"/>
                <a:gd name="connsiteY8" fmla="*/ 263063 h 272411"/>
                <a:gd name="connsiteX9" fmla="*/ 68 w 95363"/>
                <a:gd name="connsiteY9" fmla="*/ 8289 h 272411"/>
                <a:gd name="connsiteX10" fmla="*/ 8408 w 95363"/>
                <a:gd name="connsiteY10" fmla="*/ 0 h 272411"/>
                <a:gd name="connsiteX11" fmla="*/ 87023 w 95363"/>
                <a:gd name="connsiteY11" fmla="*/ 0 h 272411"/>
                <a:gd name="connsiteX12" fmla="*/ 95363 w 95363"/>
                <a:gd name="connsiteY12" fmla="*/ 8289 h 272411"/>
                <a:gd name="connsiteX13" fmla="*/ 95363 w 95363"/>
                <a:gd name="connsiteY13" fmla="*/ 263063 h 272411"/>
                <a:gd name="connsiteX14" fmla="*/ 87023 w 95363"/>
                <a:gd name="connsiteY14" fmla="*/ 271352 h 27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363" h="272411">
                  <a:moveTo>
                    <a:pt x="87023" y="271352"/>
                  </a:moveTo>
                  <a:cubicBezTo>
                    <a:pt x="82492" y="271352"/>
                    <a:pt x="78819" y="267703"/>
                    <a:pt x="78819" y="263200"/>
                  </a:cubicBezTo>
                  <a:cubicBezTo>
                    <a:pt x="78819" y="263154"/>
                    <a:pt x="78819" y="263109"/>
                    <a:pt x="78820" y="263063"/>
                  </a:cubicBezTo>
                  <a:lnTo>
                    <a:pt x="78820" y="16849"/>
                  </a:lnTo>
                  <a:lnTo>
                    <a:pt x="16612" y="16849"/>
                  </a:lnTo>
                  <a:lnTo>
                    <a:pt x="16612" y="263063"/>
                  </a:lnTo>
                  <a:cubicBezTo>
                    <a:pt x="17200" y="267603"/>
                    <a:pt x="13974" y="271758"/>
                    <a:pt x="9406" y="272343"/>
                  </a:cubicBezTo>
                  <a:cubicBezTo>
                    <a:pt x="4837" y="272928"/>
                    <a:pt x="657" y="269721"/>
                    <a:pt x="68" y="265181"/>
                  </a:cubicBezTo>
                  <a:cubicBezTo>
                    <a:pt x="-23" y="264478"/>
                    <a:pt x="-23" y="263766"/>
                    <a:pt x="68" y="263063"/>
                  </a:cubicBezTo>
                  <a:lnTo>
                    <a:pt x="68" y="8289"/>
                  </a:lnTo>
                  <a:cubicBezTo>
                    <a:pt x="68" y="3711"/>
                    <a:pt x="3802" y="0"/>
                    <a:pt x="8408" y="0"/>
                  </a:cubicBezTo>
                  <a:lnTo>
                    <a:pt x="87023" y="0"/>
                  </a:lnTo>
                  <a:cubicBezTo>
                    <a:pt x="91629" y="0"/>
                    <a:pt x="95363" y="3711"/>
                    <a:pt x="95363" y="8289"/>
                  </a:cubicBezTo>
                  <a:lnTo>
                    <a:pt x="95363" y="263063"/>
                  </a:lnTo>
                  <a:cubicBezTo>
                    <a:pt x="95363" y="267641"/>
                    <a:pt x="91629" y="271352"/>
                    <a:pt x="87023" y="271352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720F27D7-4410-954E-BF49-B593650C3A32}"/>
                </a:ext>
              </a:extLst>
            </p:cNvPr>
            <p:cNvSpPr/>
            <p:nvPr/>
          </p:nvSpPr>
          <p:spPr>
            <a:xfrm>
              <a:off x="6199960" y="2279170"/>
              <a:ext cx="95295" cy="303827"/>
            </a:xfrm>
            <a:custGeom>
              <a:avLst/>
              <a:gdLst>
                <a:gd name="connsiteX0" fmla="*/ 8204 w 95295"/>
                <a:gd name="connsiteY0" fmla="*/ 303827 h 303827"/>
                <a:gd name="connsiteX1" fmla="*/ 0 w 95295"/>
                <a:gd name="connsiteY1" fmla="*/ 295675 h 303827"/>
                <a:gd name="connsiteX2" fmla="*/ 1 w 95295"/>
                <a:gd name="connsiteY2" fmla="*/ 295538 h 303827"/>
                <a:gd name="connsiteX3" fmla="*/ 1 w 95295"/>
                <a:gd name="connsiteY3" fmla="*/ 8289 h 303827"/>
                <a:gd name="connsiteX4" fmla="*/ 8067 w 95295"/>
                <a:gd name="connsiteY4" fmla="*/ 1 h 303827"/>
                <a:gd name="connsiteX5" fmla="*/ 8204 w 95295"/>
                <a:gd name="connsiteY5" fmla="*/ 0 h 303827"/>
                <a:gd name="connsiteX6" fmla="*/ 86956 w 95295"/>
                <a:gd name="connsiteY6" fmla="*/ 0 h 303827"/>
                <a:gd name="connsiteX7" fmla="*/ 95296 w 95295"/>
                <a:gd name="connsiteY7" fmla="*/ 8289 h 303827"/>
                <a:gd name="connsiteX8" fmla="*/ 95296 w 95295"/>
                <a:gd name="connsiteY8" fmla="*/ 66581 h 303827"/>
                <a:gd name="connsiteX9" fmla="*/ 86956 w 95295"/>
                <a:gd name="connsiteY9" fmla="*/ 74870 h 303827"/>
                <a:gd name="connsiteX10" fmla="*/ 78616 w 95295"/>
                <a:gd name="connsiteY10" fmla="*/ 66581 h 303827"/>
                <a:gd name="connsiteX11" fmla="*/ 78616 w 95295"/>
                <a:gd name="connsiteY11" fmla="*/ 16441 h 303827"/>
                <a:gd name="connsiteX12" fmla="*/ 16681 w 95295"/>
                <a:gd name="connsiteY12" fmla="*/ 16441 h 303827"/>
                <a:gd name="connsiteX13" fmla="*/ 16681 w 95295"/>
                <a:gd name="connsiteY13" fmla="*/ 295538 h 303827"/>
                <a:gd name="connsiteX14" fmla="*/ 8342 w 95295"/>
                <a:gd name="connsiteY14" fmla="*/ 303828 h 303827"/>
                <a:gd name="connsiteX15" fmla="*/ 8204 w 95295"/>
                <a:gd name="connsiteY15" fmla="*/ 303827 h 303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95" h="303827">
                  <a:moveTo>
                    <a:pt x="8204" y="303827"/>
                  </a:moveTo>
                  <a:cubicBezTo>
                    <a:pt x="3674" y="303827"/>
                    <a:pt x="1" y="300178"/>
                    <a:pt x="0" y="295675"/>
                  </a:cubicBezTo>
                  <a:cubicBezTo>
                    <a:pt x="0" y="295630"/>
                    <a:pt x="0" y="295584"/>
                    <a:pt x="1" y="295538"/>
                  </a:cubicBezTo>
                  <a:lnTo>
                    <a:pt x="1" y="8289"/>
                  </a:lnTo>
                  <a:cubicBezTo>
                    <a:pt x="-74" y="3787"/>
                    <a:pt x="3537" y="76"/>
                    <a:pt x="8067" y="1"/>
                  </a:cubicBezTo>
                  <a:cubicBezTo>
                    <a:pt x="8113" y="0"/>
                    <a:pt x="8158" y="0"/>
                    <a:pt x="8204" y="0"/>
                  </a:cubicBezTo>
                  <a:lnTo>
                    <a:pt x="86956" y="0"/>
                  </a:lnTo>
                  <a:cubicBezTo>
                    <a:pt x="91562" y="0"/>
                    <a:pt x="95296" y="3711"/>
                    <a:pt x="95296" y="8289"/>
                  </a:cubicBezTo>
                  <a:lnTo>
                    <a:pt x="95296" y="66581"/>
                  </a:lnTo>
                  <a:cubicBezTo>
                    <a:pt x="95296" y="71159"/>
                    <a:pt x="91562" y="74870"/>
                    <a:pt x="86956" y="74870"/>
                  </a:cubicBezTo>
                  <a:cubicBezTo>
                    <a:pt x="82350" y="74870"/>
                    <a:pt x="78616" y="71159"/>
                    <a:pt x="78616" y="66581"/>
                  </a:cubicBezTo>
                  <a:lnTo>
                    <a:pt x="78616" y="16441"/>
                  </a:lnTo>
                  <a:lnTo>
                    <a:pt x="16681" y="16441"/>
                  </a:lnTo>
                  <a:lnTo>
                    <a:pt x="16681" y="295538"/>
                  </a:lnTo>
                  <a:cubicBezTo>
                    <a:pt x="16682" y="300116"/>
                    <a:pt x="12948" y="303827"/>
                    <a:pt x="8342" y="303828"/>
                  </a:cubicBezTo>
                  <a:cubicBezTo>
                    <a:pt x="8296" y="303828"/>
                    <a:pt x="8250" y="303828"/>
                    <a:pt x="8204" y="30382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CFD7E978-D112-9240-B724-2181FCE3AB29}"/>
                </a:ext>
              </a:extLst>
            </p:cNvPr>
            <p:cNvSpPr/>
            <p:nvPr/>
          </p:nvSpPr>
          <p:spPr>
            <a:xfrm>
              <a:off x="6278576" y="2486658"/>
              <a:ext cx="16680" cy="41171"/>
            </a:xfrm>
            <a:custGeom>
              <a:avLst/>
              <a:gdLst>
                <a:gd name="connsiteX0" fmla="*/ 8340 w 16680"/>
                <a:gd name="connsiteY0" fmla="*/ 41172 h 41171"/>
                <a:gd name="connsiteX1" fmla="*/ 0 w 16680"/>
                <a:gd name="connsiteY1" fmla="*/ 33019 h 41171"/>
                <a:gd name="connsiteX2" fmla="*/ 0 w 16680"/>
                <a:gd name="connsiteY2" fmla="*/ 8289 h 41171"/>
                <a:gd name="connsiteX3" fmla="*/ 8340 w 16680"/>
                <a:gd name="connsiteY3" fmla="*/ 0 h 41171"/>
                <a:gd name="connsiteX4" fmla="*/ 16680 w 16680"/>
                <a:gd name="connsiteY4" fmla="*/ 8289 h 41171"/>
                <a:gd name="connsiteX5" fmla="*/ 16680 w 16680"/>
                <a:gd name="connsiteY5" fmla="*/ 33019 h 41171"/>
                <a:gd name="connsiteX6" fmla="*/ 8340 w 16680"/>
                <a:gd name="connsiteY6" fmla="*/ 41172 h 4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41171">
                  <a:moveTo>
                    <a:pt x="8340" y="41172"/>
                  </a:moveTo>
                  <a:cubicBezTo>
                    <a:pt x="3787" y="41172"/>
                    <a:pt x="75" y="37543"/>
                    <a:pt x="0" y="33019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33019"/>
                  </a:lnTo>
                  <a:cubicBezTo>
                    <a:pt x="16605" y="37543"/>
                    <a:pt x="12893" y="41172"/>
                    <a:pt x="8340" y="41172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1C412836-60E0-0647-9DF2-501431236668}"/>
                </a:ext>
              </a:extLst>
            </p:cNvPr>
            <p:cNvSpPr/>
            <p:nvPr/>
          </p:nvSpPr>
          <p:spPr>
            <a:xfrm>
              <a:off x="6278576" y="2403635"/>
              <a:ext cx="16680" cy="58020"/>
            </a:xfrm>
            <a:custGeom>
              <a:avLst/>
              <a:gdLst>
                <a:gd name="connsiteX0" fmla="*/ 8340 w 16680"/>
                <a:gd name="connsiteY0" fmla="*/ 58021 h 58020"/>
                <a:gd name="connsiteX1" fmla="*/ 0 w 16680"/>
                <a:gd name="connsiteY1" fmla="*/ 49732 h 58020"/>
                <a:gd name="connsiteX2" fmla="*/ 0 w 16680"/>
                <a:gd name="connsiteY2" fmla="*/ 8289 h 58020"/>
                <a:gd name="connsiteX3" fmla="*/ 8340 w 16680"/>
                <a:gd name="connsiteY3" fmla="*/ 0 h 58020"/>
                <a:gd name="connsiteX4" fmla="*/ 16680 w 16680"/>
                <a:gd name="connsiteY4" fmla="*/ 8289 h 58020"/>
                <a:gd name="connsiteX5" fmla="*/ 16680 w 16680"/>
                <a:gd name="connsiteY5" fmla="*/ 49732 h 58020"/>
                <a:gd name="connsiteX6" fmla="*/ 8340 w 16680"/>
                <a:gd name="connsiteY6" fmla="*/ 58021 h 5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58020">
                  <a:moveTo>
                    <a:pt x="8340" y="58021"/>
                  </a:moveTo>
                  <a:cubicBezTo>
                    <a:pt x="3734" y="58021"/>
                    <a:pt x="0" y="54310"/>
                    <a:pt x="0" y="49732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49732"/>
                  </a:lnTo>
                  <a:cubicBezTo>
                    <a:pt x="16680" y="54310"/>
                    <a:pt x="12946" y="58021"/>
                    <a:pt x="8340" y="58021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9D61FCB0-EE28-7A44-A1E3-55749515B49B}"/>
                </a:ext>
              </a:extLst>
            </p:cNvPr>
            <p:cNvSpPr/>
            <p:nvPr/>
          </p:nvSpPr>
          <p:spPr>
            <a:xfrm>
              <a:off x="6278576" y="2337462"/>
              <a:ext cx="16680" cy="41171"/>
            </a:xfrm>
            <a:custGeom>
              <a:avLst/>
              <a:gdLst>
                <a:gd name="connsiteX0" fmla="*/ 8340 w 16680"/>
                <a:gd name="connsiteY0" fmla="*/ 41172 h 41171"/>
                <a:gd name="connsiteX1" fmla="*/ 0 w 16680"/>
                <a:gd name="connsiteY1" fmla="*/ 32883 h 41171"/>
                <a:gd name="connsiteX2" fmla="*/ 0 w 16680"/>
                <a:gd name="connsiteY2" fmla="*/ 8289 h 41171"/>
                <a:gd name="connsiteX3" fmla="*/ 8340 w 16680"/>
                <a:gd name="connsiteY3" fmla="*/ 0 h 41171"/>
                <a:gd name="connsiteX4" fmla="*/ 16680 w 16680"/>
                <a:gd name="connsiteY4" fmla="*/ 8289 h 41171"/>
                <a:gd name="connsiteX5" fmla="*/ 16680 w 16680"/>
                <a:gd name="connsiteY5" fmla="*/ 32883 h 41171"/>
                <a:gd name="connsiteX6" fmla="*/ 8340 w 16680"/>
                <a:gd name="connsiteY6" fmla="*/ 41172 h 4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41171">
                  <a:moveTo>
                    <a:pt x="8340" y="41172"/>
                  </a:moveTo>
                  <a:cubicBezTo>
                    <a:pt x="3734" y="41172"/>
                    <a:pt x="0" y="37461"/>
                    <a:pt x="0" y="32883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32883"/>
                  </a:lnTo>
                  <a:cubicBezTo>
                    <a:pt x="16680" y="37461"/>
                    <a:pt x="12946" y="41172"/>
                    <a:pt x="8340" y="41172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7545132-1068-4447-AE1E-9AB5A8BBC2C8}"/>
                </a:ext>
              </a:extLst>
            </p:cNvPr>
            <p:cNvSpPr/>
            <p:nvPr/>
          </p:nvSpPr>
          <p:spPr>
            <a:xfrm>
              <a:off x="6278576" y="2511388"/>
              <a:ext cx="16680" cy="71608"/>
            </a:xfrm>
            <a:custGeom>
              <a:avLst/>
              <a:gdLst>
                <a:gd name="connsiteX0" fmla="*/ 8340 w 16680"/>
                <a:gd name="connsiteY0" fmla="*/ 71609 h 71608"/>
                <a:gd name="connsiteX1" fmla="*/ 0 w 16680"/>
                <a:gd name="connsiteY1" fmla="*/ 63320 h 71608"/>
                <a:gd name="connsiteX2" fmla="*/ 0 w 16680"/>
                <a:gd name="connsiteY2" fmla="*/ 8289 h 71608"/>
                <a:gd name="connsiteX3" fmla="*/ 8340 w 16680"/>
                <a:gd name="connsiteY3" fmla="*/ 0 h 71608"/>
                <a:gd name="connsiteX4" fmla="*/ 16680 w 16680"/>
                <a:gd name="connsiteY4" fmla="*/ 8289 h 71608"/>
                <a:gd name="connsiteX5" fmla="*/ 16680 w 16680"/>
                <a:gd name="connsiteY5" fmla="*/ 63320 h 71608"/>
                <a:gd name="connsiteX6" fmla="*/ 8340 w 16680"/>
                <a:gd name="connsiteY6" fmla="*/ 71609 h 71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80" h="71608">
                  <a:moveTo>
                    <a:pt x="8340" y="71609"/>
                  </a:moveTo>
                  <a:cubicBezTo>
                    <a:pt x="3734" y="71609"/>
                    <a:pt x="0" y="67898"/>
                    <a:pt x="0" y="63320"/>
                  </a:cubicBezTo>
                  <a:lnTo>
                    <a:pt x="0" y="8289"/>
                  </a:lnTo>
                  <a:cubicBezTo>
                    <a:pt x="0" y="3711"/>
                    <a:pt x="3734" y="0"/>
                    <a:pt x="8340" y="0"/>
                  </a:cubicBezTo>
                  <a:cubicBezTo>
                    <a:pt x="12946" y="0"/>
                    <a:pt x="16680" y="3711"/>
                    <a:pt x="16680" y="8289"/>
                  </a:cubicBezTo>
                  <a:lnTo>
                    <a:pt x="16680" y="63320"/>
                  </a:lnTo>
                  <a:cubicBezTo>
                    <a:pt x="16680" y="67898"/>
                    <a:pt x="12946" y="71609"/>
                    <a:pt x="8340" y="7160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2B8A8026-4FE2-CD4B-9762-B8F2990AA0B1}"/>
              </a:ext>
            </a:extLst>
          </p:cNvPr>
          <p:cNvGrpSpPr/>
          <p:nvPr/>
        </p:nvGrpSpPr>
        <p:grpSpPr>
          <a:xfrm>
            <a:off x="5433049" y="3265835"/>
            <a:ext cx="1338870" cy="1115797"/>
            <a:chOff x="5398240" y="3840656"/>
            <a:chExt cx="1338870" cy="1115797"/>
          </a:xfrm>
        </p:grpSpPr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9E62C2FB-5347-174F-BEE2-1D62572B154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40117" y="3840656"/>
              <a:ext cx="455117" cy="40304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64" name="Title 1">
              <a:extLst>
                <a:ext uri="{FF2B5EF4-FFF2-40B4-BE49-F238E27FC236}">
                  <a16:creationId xmlns:a16="http://schemas.microsoft.com/office/drawing/2014/main" id="{3B121DBF-0E9F-124B-A112-C295373052A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745981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C632913-CE3C-524B-8CDF-B93403488B53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5C16BC7-B2EA-4B4E-B6A2-E9EECF02D1E8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13D7711-B650-7D4C-8B23-A88EB1134205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6ADDD3E6-B5D0-3049-B140-B0E765517435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340220DF-365D-5342-93C2-7F6429DD7AE2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3140ED68-89BF-FD48-A352-C299A36A6517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Freeform 5">
            <a:extLst>
              <a:ext uri="{FF2B5EF4-FFF2-40B4-BE49-F238E27FC236}">
                <a16:creationId xmlns:a16="http://schemas.microsoft.com/office/drawing/2014/main" id="{AB1E7702-479D-3B4E-866E-9FE973CF6158}"/>
              </a:ext>
            </a:extLst>
          </p:cNvPr>
          <p:cNvSpPr>
            <a:spLocks/>
          </p:cNvSpPr>
          <p:nvPr/>
        </p:nvSpPr>
        <p:spPr bwMode="auto">
          <a:xfrm>
            <a:off x="3919425" y="2596750"/>
            <a:ext cx="1581129" cy="2563445"/>
          </a:xfrm>
          <a:custGeom>
            <a:avLst/>
            <a:gdLst>
              <a:gd name="T0" fmla="*/ 158 w 309"/>
              <a:gd name="T1" fmla="*/ 501 h 501"/>
              <a:gd name="T2" fmla="*/ 24 w 309"/>
              <a:gd name="T3" fmla="*/ 266 h 501"/>
              <a:gd name="T4" fmla="*/ 309 w 309"/>
              <a:gd name="T5" fmla="*/ 0 h 501"/>
              <a:gd name="T6" fmla="*/ 167 w 309"/>
              <a:gd name="T7" fmla="*/ 178 h 501"/>
              <a:gd name="T8" fmla="*/ 158 w 309"/>
              <a:gd name="T9" fmla="*/ 50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9" h="501">
                <a:moveTo>
                  <a:pt x="158" y="501"/>
                </a:moveTo>
                <a:cubicBezTo>
                  <a:pt x="158" y="501"/>
                  <a:pt x="41" y="367"/>
                  <a:pt x="24" y="266"/>
                </a:cubicBezTo>
                <a:cubicBezTo>
                  <a:pt x="0" y="115"/>
                  <a:pt x="309" y="0"/>
                  <a:pt x="309" y="0"/>
                </a:cubicBezTo>
                <a:cubicBezTo>
                  <a:pt x="309" y="0"/>
                  <a:pt x="203" y="84"/>
                  <a:pt x="167" y="178"/>
                </a:cubicBezTo>
                <a:cubicBezTo>
                  <a:pt x="95" y="372"/>
                  <a:pt x="158" y="501"/>
                  <a:pt x="158" y="501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0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6">
            <a:extLst>
              <a:ext uri="{FF2B5EF4-FFF2-40B4-BE49-F238E27FC236}">
                <a16:creationId xmlns:a16="http://schemas.microsoft.com/office/drawing/2014/main" id="{98B58692-D8AE-4A4E-9A72-9D5E6596B860}"/>
              </a:ext>
            </a:extLst>
          </p:cNvPr>
          <p:cNvSpPr>
            <a:spLocks/>
          </p:cNvSpPr>
          <p:nvPr/>
        </p:nvSpPr>
        <p:spPr bwMode="auto">
          <a:xfrm>
            <a:off x="4185862" y="1578100"/>
            <a:ext cx="2609199" cy="1688779"/>
          </a:xfrm>
          <a:custGeom>
            <a:avLst/>
            <a:gdLst>
              <a:gd name="T0" fmla="*/ 0 w 510"/>
              <a:gd name="T1" fmla="*/ 330 h 330"/>
              <a:gd name="T2" fmla="*/ 137 w 510"/>
              <a:gd name="T3" fmla="*/ 97 h 330"/>
              <a:gd name="T4" fmla="*/ 510 w 510"/>
              <a:gd name="T5" fmla="*/ 210 h 330"/>
              <a:gd name="T6" fmla="*/ 285 w 510"/>
              <a:gd name="T7" fmla="*/ 177 h 330"/>
              <a:gd name="T8" fmla="*/ 0 w 510"/>
              <a:gd name="T9" fmla="*/ 33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330">
                <a:moveTo>
                  <a:pt x="0" y="330"/>
                </a:moveTo>
                <a:cubicBezTo>
                  <a:pt x="0" y="330"/>
                  <a:pt x="58" y="161"/>
                  <a:pt x="137" y="97"/>
                </a:cubicBezTo>
                <a:cubicBezTo>
                  <a:pt x="256" y="0"/>
                  <a:pt x="510" y="210"/>
                  <a:pt x="510" y="210"/>
                </a:cubicBezTo>
                <a:cubicBezTo>
                  <a:pt x="510" y="210"/>
                  <a:pt x="384" y="160"/>
                  <a:pt x="285" y="177"/>
                </a:cubicBezTo>
                <a:cubicBezTo>
                  <a:pt x="81" y="211"/>
                  <a:pt x="0" y="330"/>
                  <a:pt x="0" y="330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10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7E20378C-8163-BC4C-9F8F-72065BDC237E}"/>
              </a:ext>
            </a:extLst>
          </p:cNvPr>
          <p:cNvSpPr>
            <a:spLocks/>
          </p:cNvSpPr>
          <p:nvPr/>
        </p:nvSpPr>
        <p:spPr bwMode="auto">
          <a:xfrm>
            <a:off x="5557071" y="1674986"/>
            <a:ext cx="2112657" cy="2128803"/>
          </a:xfrm>
          <a:custGeom>
            <a:avLst/>
            <a:gdLst>
              <a:gd name="T0" fmla="*/ 0 w 413"/>
              <a:gd name="T1" fmla="*/ 35 h 416"/>
              <a:gd name="T2" fmla="*/ 270 w 413"/>
              <a:gd name="T3" fmla="*/ 36 h 416"/>
              <a:gd name="T4" fmla="*/ 359 w 413"/>
              <a:gd name="T5" fmla="*/ 416 h 416"/>
              <a:gd name="T6" fmla="*/ 275 w 413"/>
              <a:gd name="T7" fmla="*/ 204 h 416"/>
              <a:gd name="T8" fmla="*/ 0 w 413"/>
              <a:gd name="T9" fmla="*/ 35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3" h="416">
                <a:moveTo>
                  <a:pt x="0" y="35"/>
                </a:moveTo>
                <a:cubicBezTo>
                  <a:pt x="0" y="35"/>
                  <a:pt x="175" y="0"/>
                  <a:pt x="270" y="36"/>
                </a:cubicBezTo>
                <a:cubicBezTo>
                  <a:pt x="413" y="91"/>
                  <a:pt x="359" y="416"/>
                  <a:pt x="359" y="416"/>
                </a:cubicBezTo>
                <a:cubicBezTo>
                  <a:pt x="359" y="416"/>
                  <a:pt x="339" y="282"/>
                  <a:pt x="275" y="204"/>
                </a:cubicBezTo>
                <a:cubicBezTo>
                  <a:pt x="144" y="45"/>
                  <a:pt x="0" y="35"/>
                  <a:pt x="0" y="35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1BE66D53-1FD1-5444-97B9-84BF4C445069}"/>
              </a:ext>
            </a:extLst>
          </p:cNvPr>
          <p:cNvSpPr>
            <a:spLocks/>
          </p:cNvSpPr>
          <p:nvPr/>
        </p:nvSpPr>
        <p:spPr bwMode="auto">
          <a:xfrm>
            <a:off x="6698175" y="2330313"/>
            <a:ext cx="1574400" cy="2568828"/>
          </a:xfrm>
          <a:custGeom>
            <a:avLst/>
            <a:gdLst>
              <a:gd name="T0" fmla="*/ 150 w 308"/>
              <a:gd name="T1" fmla="*/ 0 h 502"/>
              <a:gd name="T2" fmla="*/ 284 w 308"/>
              <a:gd name="T3" fmla="*/ 235 h 502"/>
              <a:gd name="T4" fmla="*/ 0 w 308"/>
              <a:gd name="T5" fmla="*/ 502 h 502"/>
              <a:gd name="T6" fmla="*/ 141 w 308"/>
              <a:gd name="T7" fmla="*/ 323 h 502"/>
              <a:gd name="T8" fmla="*/ 150 w 308"/>
              <a:gd name="T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8" h="502">
                <a:moveTo>
                  <a:pt x="150" y="0"/>
                </a:moveTo>
                <a:cubicBezTo>
                  <a:pt x="150" y="0"/>
                  <a:pt x="268" y="135"/>
                  <a:pt x="284" y="235"/>
                </a:cubicBezTo>
                <a:cubicBezTo>
                  <a:pt x="308" y="387"/>
                  <a:pt x="0" y="502"/>
                  <a:pt x="0" y="502"/>
                </a:cubicBezTo>
                <a:cubicBezTo>
                  <a:pt x="0" y="502"/>
                  <a:pt x="105" y="418"/>
                  <a:pt x="141" y="323"/>
                </a:cubicBezTo>
                <a:cubicBezTo>
                  <a:pt x="213" y="130"/>
                  <a:pt x="150" y="0"/>
                  <a:pt x="150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2C0CA1D1-8403-1649-A953-7CE000D859A0}"/>
              </a:ext>
            </a:extLst>
          </p:cNvPr>
          <p:cNvSpPr>
            <a:spLocks/>
          </p:cNvSpPr>
          <p:nvPr/>
        </p:nvSpPr>
        <p:spPr bwMode="auto">
          <a:xfrm>
            <a:off x="5398285" y="4229012"/>
            <a:ext cx="2609199" cy="1683396"/>
          </a:xfrm>
          <a:custGeom>
            <a:avLst/>
            <a:gdLst>
              <a:gd name="T0" fmla="*/ 510 w 510"/>
              <a:gd name="T1" fmla="*/ 0 h 329"/>
              <a:gd name="T2" fmla="*/ 373 w 510"/>
              <a:gd name="T3" fmla="*/ 232 h 329"/>
              <a:gd name="T4" fmla="*/ 0 w 510"/>
              <a:gd name="T5" fmla="*/ 119 h 329"/>
              <a:gd name="T6" fmla="*/ 225 w 510"/>
              <a:gd name="T7" fmla="*/ 152 h 329"/>
              <a:gd name="T8" fmla="*/ 510 w 510"/>
              <a:gd name="T9" fmla="*/ 0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329">
                <a:moveTo>
                  <a:pt x="510" y="0"/>
                </a:moveTo>
                <a:cubicBezTo>
                  <a:pt x="510" y="0"/>
                  <a:pt x="452" y="168"/>
                  <a:pt x="373" y="232"/>
                </a:cubicBezTo>
                <a:cubicBezTo>
                  <a:pt x="254" y="329"/>
                  <a:pt x="0" y="119"/>
                  <a:pt x="0" y="119"/>
                </a:cubicBezTo>
                <a:cubicBezTo>
                  <a:pt x="0" y="119"/>
                  <a:pt x="126" y="169"/>
                  <a:pt x="225" y="152"/>
                </a:cubicBezTo>
                <a:cubicBezTo>
                  <a:pt x="429" y="118"/>
                  <a:pt x="510" y="0"/>
                  <a:pt x="510" y="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0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0">
            <a:extLst>
              <a:ext uri="{FF2B5EF4-FFF2-40B4-BE49-F238E27FC236}">
                <a16:creationId xmlns:a16="http://schemas.microsoft.com/office/drawing/2014/main" id="{955BFA6E-6A5D-0541-9B0D-D7F61FE718ED}"/>
              </a:ext>
            </a:extLst>
          </p:cNvPr>
          <p:cNvSpPr>
            <a:spLocks/>
          </p:cNvSpPr>
          <p:nvPr/>
        </p:nvSpPr>
        <p:spPr bwMode="auto">
          <a:xfrm>
            <a:off x="4523618" y="3692101"/>
            <a:ext cx="2112657" cy="2123421"/>
          </a:xfrm>
          <a:custGeom>
            <a:avLst/>
            <a:gdLst>
              <a:gd name="T0" fmla="*/ 413 w 413"/>
              <a:gd name="T1" fmla="*/ 381 h 415"/>
              <a:gd name="T2" fmla="*/ 143 w 413"/>
              <a:gd name="T3" fmla="*/ 379 h 415"/>
              <a:gd name="T4" fmla="*/ 54 w 413"/>
              <a:gd name="T5" fmla="*/ 0 h 415"/>
              <a:gd name="T6" fmla="*/ 138 w 413"/>
              <a:gd name="T7" fmla="*/ 211 h 415"/>
              <a:gd name="T8" fmla="*/ 413 w 413"/>
              <a:gd name="T9" fmla="*/ 381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3" h="415">
                <a:moveTo>
                  <a:pt x="413" y="381"/>
                </a:moveTo>
                <a:cubicBezTo>
                  <a:pt x="413" y="381"/>
                  <a:pt x="238" y="415"/>
                  <a:pt x="143" y="379"/>
                </a:cubicBezTo>
                <a:cubicBezTo>
                  <a:pt x="0" y="324"/>
                  <a:pt x="54" y="0"/>
                  <a:pt x="54" y="0"/>
                </a:cubicBezTo>
                <a:cubicBezTo>
                  <a:pt x="54" y="0"/>
                  <a:pt x="74" y="133"/>
                  <a:pt x="138" y="211"/>
                </a:cubicBezTo>
                <a:cubicBezTo>
                  <a:pt x="270" y="370"/>
                  <a:pt x="413" y="381"/>
                  <a:pt x="413" y="381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0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0FCE6145-70EE-294E-ADAE-DA6C85356A47}"/>
              </a:ext>
            </a:extLst>
          </p:cNvPr>
          <p:cNvSpPr>
            <a:spLocks/>
          </p:cNvSpPr>
          <p:nvPr/>
        </p:nvSpPr>
        <p:spPr bwMode="auto">
          <a:xfrm>
            <a:off x="4033800" y="2596750"/>
            <a:ext cx="1465124" cy="2563445"/>
          </a:xfrm>
          <a:custGeom>
            <a:avLst/>
            <a:gdLst>
              <a:gd name="connsiteX0" fmla="*/ 1465124 w 1465124"/>
              <a:gd name="connsiteY0" fmla="*/ 0 h 2563445"/>
              <a:gd name="connsiteX1" fmla="*/ 1283793 w 1465124"/>
              <a:gd name="connsiteY1" fmla="*/ 161355 h 2563445"/>
              <a:gd name="connsiteX2" fmla="*/ 1264536 w 1465124"/>
              <a:gd name="connsiteY2" fmla="*/ 180744 h 2563445"/>
              <a:gd name="connsiteX3" fmla="*/ 1196533 w 1465124"/>
              <a:gd name="connsiteY3" fmla="*/ 211077 h 2563445"/>
              <a:gd name="connsiteX4" fmla="*/ 93633 w 1465124"/>
              <a:gd name="connsiteY4" fmla="*/ 1353821 h 2563445"/>
              <a:gd name="connsiteX5" fmla="*/ 540591 w 1465124"/>
              <a:gd name="connsiteY5" fmla="*/ 2224934 h 2563445"/>
              <a:gd name="connsiteX6" fmla="*/ 614524 w 1465124"/>
              <a:gd name="connsiteY6" fmla="*/ 2321153 h 2563445"/>
              <a:gd name="connsiteX7" fmla="*/ 628945 w 1465124"/>
              <a:gd name="connsiteY7" fmla="*/ 2380065 h 2563445"/>
              <a:gd name="connsiteX8" fmla="*/ 692469 w 1465124"/>
              <a:gd name="connsiteY8" fmla="*/ 2563445 h 2563445"/>
              <a:gd name="connsiteX9" fmla="*/ 6801 w 1465124"/>
              <a:gd name="connsiteY9" fmla="*/ 1361031 h 2563445"/>
              <a:gd name="connsiteX10" fmla="*/ 1465124 w 1465124"/>
              <a:gd name="connsiteY10" fmla="*/ 0 h 2563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65124" h="2563445">
                <a:moveTo>
                  <a:pt x="1465124" y="0"/>
                </a:moveTo>
                <a:cubicBezTo>
                  <a:pt x="1465124" y="0"/>
                  <a:pt x="1388850" y="60441"/>
                  <a:pt x="1283793" y="161355"/>
                </a:cubicBezTo>
                <a:lnTo>
                  <a:pt x="1264536" y="180744"/>
                </a:lnTo>
                <a:lnTo>
                  <a:pt x="1196533" y="211077"/>
                </a:lnTo>
                <a:cubicBezTo>
                  <a:pt x="797501" y="394448"/>
                  <a:pt x="9902" y="827038"/>
                  <a:pt x="93633" y="1353821"/>
                </a:cubicBezTo>
                <a:cubicBezTo>
                  <a:pt x="143058" y="1647447"/>
                  <a:pt x="374192" y="2001035"/>
                  <a:pt x="540591" y="2224934"/>
                </a:cubicBezTo>
                <a:lnTo>
                  <a:pt x="614524" y="2321153"/>
                </a:lnTo>
                <a:lnTo>
                  <a:pt x="628945" y="2380065"/>
                </a:lnTo>
                <a:cubicBezTo>
                  <a:pt x="660988" y="2498987"/>
                  <a:pt x="692469" y="2563445"/>
                  <a:pt x="692469" y="2563445"/>
                </a:cubicBezTo>
                <a:cubicBezTo>
                  <a:pt x="692469" y="2563445"/>
                  <a:pt x="93789" y="1877813"/>
                  <a:pt x="6801" y="1361031"/>
                </a:cubicBezTo>
                <a:cubicBezTo>
                  <a:pt x="-116005" y="588416"/>
                  <a:pt x="1465124" y="0"/>
                  <a:pt x="1465124" y="0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20399CF9-EC0B-5E43-B8FD-ACC6DFCD18E8}"/>
              </a:ext>
            </a:extLst>
          </p:cNvPr>
          <p:cNvSpPr>
            <a:spLocks/>
          </p:cNvSpPr>
          <p:nvPr/>
        </p:nvSpPr>
        <p:spPr bwMode="auto">
          <a:xfrm>
            <a:off x="4188058" y="1943533"/>
            <a:ext cx="2609199" cy="1323346"/>
          </a:xfrm>
          <a:custGeom>
            <a:avLst/>
            <a:gdLst>
              <a:gd name="connsiteX0" fmla="*/ 1103085 w 2609199"/>
              <a:gd name="connsiteY0" fmla="*/ 1 h 1323346"/>
              <a:gd name="connsiteX1" fmla="*/ 2609199 w 2609199"/>
              <a:gd name="connsiteY1" fmla="*/ 709245 h 1323346"/>
              <a:gd name="connsiteX2" fmla="*/ 2500562 w 2609199"/>
              <a:gd name="connsiteY2" fmla="*/ 670623 h 1323346"/>
              <a:gd name="connsiteX3" fmla="*/ 2390058 w 2609199"/>
              <a:gd name="connsiteY3" fmla="*/ 636439 h 1323346"/>
              <a:gd name="connsiteX4" fmla="*/ 2377930 w 2609199"/>
              <a:gd name="connsiteY4" fmla="*/ 627250 h 1323346"/>
              <a:gd name="connsiteX5" fmla="*/ 755784 w 2609199"/>
              <a:gd name="connsiteY5" fmla="*/ 188728 h 1323346"/>
              <a:gd name="connsiteX6" fmla="*/ 192379 w 2609199"/>
              <a:gd name="connsiteY6" fmla="*/ 1081269 h 1323346"/>
              <a:gd name="connsiteX7" fmla="*/ 169803 w 2609199"/>
              <a:gd name="connsiteY7" fmla="*/ 1137028 h 1323346"/>
              <a:gd name="connsiteX8" fmla="*/ 127964 w 2609199"/>
              <a:gd name="connsiteY8" fmla="*/ 1176792 h 1323346"/>
              <a:gd name="connsiteX9" fmla="*/ 0 w 2609199"/>
              <a:gd name="connsiteY9" fmla="*/ 1323346 h 1323346"/>
              <a:gd name="connsiteX10" fmla="*/ 700902 w 2609199"/>
              <a:gd name="connsiteY10" fmla="*/ 130966 h 1323346"/>
              <a:gd name="connsiteX11" fmla="*/ 1103085 w 2609199"/>
              <a:gd name="connsiteY11" fmla="*/ 1 h 1323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09199" h="1323346">
                <a:moveTo>
                  <a:pt x="1103085" y="1"/>
                </a:moveTo>
                <a:cubicBezTo>
                  <a:pt x="1751337" y="-210"/>
                  <a:pt x="2609199" y="709245"/>
                  <a:pt x="2609199" y="709245"/>
                </a:cubicBezTo>
                <a:cubicBezTo>
                  <a:pt x="2609199" y="709245"/>
                  <a:pt x="2568910" y="693252"/>
                  <a:pt x="2500562" y="670623"/>
                </a:cubicBezTo>
                <a:lnTo>
                  <a:pt x="2390058" y="636439"/>
                </a:lnTo>
                <a:lnTo>
                  <a:pt x="2377930" y="627250"/>
                </a:lnTo>
                <a:cubicBezTo>
                  <a:pt x="2069667" y="398280"/>
                  <a:pt x="1205475" y="-177931"/>
                  <a:pt x="755784" y="188728"/>
                </a:cubicBezTo>
                <a:cubicBezTo>
                  <a:pt x="503178" y="393428"/>
                  <a:pt x="296736" y="829017"/>
                  <a:pt x="192379" y="1081269"/>
                </a:cubicBezTo>
                <a:lnTo>
                  <a:pt x="169803" y="1137028"/>
                </a:lnTo>
                <a:lnTo>
                  <a:pt x="127964" y="1176792"/>
                </a:lnTo>
                <a:cubicBezTo>
                  <a:pt x="40469" y="1263875"/>
                  <a:pt x="0" y="1323346"/>
                  <a:pt x="0" y="1323346"/>
                </a:cubicBezTo>
                <a:cubicBezTo>
                  <a:pt x="0" y="1323346"/>
                  <a:pt x="296732" y="458487"/>
                  <a:pt x="700902" y="130966"/>
                </a:cubicBezTo>
                <a:cubicBezTo>
                  <a:pt x="815055" y="37891"/>
                  <a:pt x="953489" y="49"/>
                  <a:pt x="1103085" y="1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dirty="0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505A7673-B1B3-7546-8DB8-ED7426C21804}"/>
              </a:ext>
            </a:extLst>
          </p:cNvPr>
          <p:cNvSpPr>
            <a:spLocks/>
          </p:cNvSpPr>
          <p:nvPr/>
        </p:nvSpPr>
        <p:spPr bwMode="auto">
          <a:xfrm>
            <a:off x="5559267" y="1775984"/>
            <a:ext cx="1887567" cy="2027805"/>
          </a:xfrm>
          <a:custGeom>
            <a:avLst/>
            <a:gdLst>
              <a:gd name="connsiteX0" fmla="*/ 730592 w 1887567"/>
              <a:gd name="connsiteY0" fmla="*/ 649 h 2027805"/>
              <a:gd name="connsiteX1" fmla="*/ 1381156 w 1887567"/>
              <a:gd name="connsiteY1" fmla="*/ 83225 h 2027805"/>
              <a:gd name="connsiteX2" fmla="*/ 1836426 w 1887567"/>
              <a:gd name="connsiteY2" fmla="*/ 2027805 h 2027805"/>
              <a:gd name="connsiteX3" fmla="*/ 1786791 w 1887567"/>
              <a:gd name="connsiteY3" fmla="*/ 1789790 h 2027805"/>
              <a:gd name="connsiteX4" fmla="*/ 1784975 w 1887567"/>
              <a:gd name="connsiteY4" fmla="*/ 1783170 h 2027805"/>
              <a:gd name="connsiteX5" fmla="*/ 1794355 w 1887567"/>
              <a:gd name="connsiteY5" fmla="*/ 1690804 h 2027805"/>
              <a:gd name="connsiteX6" fmla="*/ 1351626 w 1887567"/>
              <a:gd name="connsiteY6" fmla="*/ 163242 h 2027805"/>
              <a:gd name="connsiteX7" fmla="*/ 298263 w 1887567"/>
              <a:gd name="connsiteY7" fmla="*/ 125936 h 2027805"/>
              <a:gd name="connsiteX8" fmla="*/ 252381 w 1887567"/>
              <a:gd name="connsiteY8" fmla="*/ 132552 h 2027805"/>
              <a:gd name="connsiteX9" fmla="*/ 191297 w 1887567"/>
              <a:gd name="connsiteY9" fmla="*/ 114808 h 2027805"/>
              <a:gd name="connsiteX10" fmla="*/ 0 w 1887567"/>
              <a:gd name="connsiteY10" fmla="*/ 78108 h 2027805"/>
              <a:gd name="connsiteX11" fmla="*/ 730592 w 1887567"/>
              <a:gd name="connsiteY11" fmla="*/ 649 h 202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87567" h="2027805">
                <a:moveTo>
                  <a:pt x="730592" y="649"/>
                </a:moveTo>
                <a:cubicBezTo>
                  <a:pt x="959136" y="-3849"/>
                  <a:pt x="1198920" y="14142"/>
                  <a:pt x="1381156" y="83225"/>
                </a:cubicBezTo>
                <a:cubicBezTo>
                  <a:pt x="2112657" y="364678"/>
                  <a:pt x="1836426" y="2027805"/>
                  <a:pt x="1836426" y="2027805"/>
                </a:cubicBezTo>
                <a:cubicBezTo>
                  <a:pt x="1836426" y="2027805"/>
                  <a:pt x="1822039" y="1931376"/>
                  <a:pt x="1786791" y="1789790"/>
                </a:cubicBezTo>
                <a:lnTo>
                  <a:pt x="1784975" y="1783170"/>
                </a:lnTo>
                <a:lnTo>
                  <a:pt x="1794355" y="1690804"/>
                </a:lnTo>
                <a:cubicBezTo>
                  <a:pt x="1833810" y="1253579"/>
                  <a:pt x="1850377" y="355141"/>
                  <a:pt x="1351626" y="163242"/>
                </a:cubicBezTo>
                <a:cubicBezTo>
                  <a:pt x="1047900" y="48102"/>
                  <a:pt x="568332" y="89081"/>
                  <a:pt x="298263" y="125936"/>
                </a:cubicBezTo>
                <a:lnTo>
                  <a:pt x="252381" y="132552"/>
                </a:lnTo>
                <a:lnTo>
                  <a:pt x="191297" y="114808"/>
                </a:lnTo>
                <a:cubicBezTo>
                  <a:pt x="71935" y="83105"/>
                  <a:pt x="0" y="78108"/>
                  <a:pt x="0" y="78108"/>
                </a:cubicBezTo>
                <a:cubicBezTo>
                  <a:pt x="0" y="78108"/>
                  <a:pt x="349685" y="8145"/>
                  <a:pt x="730592" y="649"/>
                </a:cubicBez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694E5FC7-3EC5-0F4E-A619-CB9267AEE90C}"/>
              </a:ext>
            </a:extLst>
          </p:cNvPr>
          <p:cNvSpPr>
            <a:spLocks/>
          </p:cNvSpPr>
          <p:nvPr/>
        </p:nvSpPr>
        <p:spPr bwMode="auto">
          <a:xfrm>
            <a:off x="6700372" y="2330313"/>
            <a:ext cx="1458533" cy="2568828"/>
          </a:xfrm>
          <a:custGeom>
            <a:avLst/>
            <a:gdLst>
              <a:gd name="connsiteX0" fmla="*/ 766753 w 1458533"/>
              <a:gd name="connsiteY0" fmla="*/ 0 h 2568828"/>
              <a:gd name="connsiteX1" fmla="*/ 1451719 w 1458533"/>
              <a:gd name="connsiteY1" fmla="*/ 1202539 h 2568828"/>
              <a:gd name="connsiteX2" fmla="*/ 0 w 1458533"/>
              <a:gd name="connsiteY2" fmla="*/ 2568828 h 2568828"/>
              <a:gd name="connsiteX3" fmla="*/ 86739 w 1458533"/>
              <a:gd name="connsiteY3" fmla="*/ 2494069 h 2568828"/>
              <a:gd name="connsiteX4" fmla="*/ 178076 w 1458533"/>
              <a:gd name="connsiteY4" fmla="*/ 2408547 h 2568828"/>
              <a:gd name="connsiteX5" fmla="*/ 202914 w 1458533"/>
              <a:gd name="connsiteY5" fmla="*/ 2398032 h 2568828"/>
              <a:gd name="connsiteX6" fmla="*/ 1391309 w 1458533"/>
              <a:gd name="connsiteY6" fmla="*/ 1209982 h 2568828"/>
              <a:gd name="connsiteX7" fmla="*/ 855454 w 1458533"/>
              <a:gd name="connsiteY7" fmla="*/ 222162 h 2568828"/>
              <a:gd name="connsiteX8" fmla="*/ 832446 w 1458533"/>
              <a:gd name="connsiteY8" fmla="*/ 193601 h 2568828"/>
              <a:gd name="connsiteX9" fmla="*/ 830212 w 1458533"/>
              <a:gd name="connsiteY9" fmla="*/ 184430 h 2568828"/>
              <a:gd name="connsiteX10" fmla="*/ 766753 w 1458533"/>
              <a:gd name="connsiteY10" fmla="*/ 0 h 256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58533" h="2568828">
                <a:moveTo>
                  <a:pt x="766753" y="0"/>
                </a:moveTo>
                <a:cubicBezTo>
                  <a:pt x="766753" y="0"/>
                  <a:pt x="1369933" y="690820"/>
                  <a:pt x="1451719" y="1202539"/>
                </a:cubicBezTo>
                <a:cubicBezTo>
                  <a:pt x="1574400" y="1980352"/>
                  <a:pt x="0" y="2568828"/>
                  <a:pt x="0" y="2568828"/>
                </a:cubicBezTo>
                <a:cubicBezTo>
                  <a:pt x="0" y="2568828"/>
                  <a:pt x="33545" y="2541963"/>
                  <a:pt x="86739" y="2494069"/>
                </a:cubicBezTo>
                <a:lnTo>
                  <a:pt x="178076" y="2408547"/>
                </a:lnTo>
                <a:lnTo>
                  <a:pt x="202914" y="2398032"/>
                </a:lnTo>
                <a:cubicBezTo>
                  <a:pt x="554052" y="2245395"/>
                  <a:pt x="1481926" y="1784503"/>
                  <a:pt x="1391309" y="1209982"/>
                </a:cubicBezTo>
                <a:cubicBezTo>
                  <a:pt x="1335545" y="861083"/>
                  <a:pt x="1013161" y="420598"/>
                  <a:pt x="855454" y="222162"/>
                </a:cubicBezTo>
                <a:lnTo>
                  <a:pt x="832446" y="193601"/>
                </a:lnTo>
                <a:lnTo>
                  <a:pt x="830212" y="184430"/>
                </a:lnTo>
                <a:cubicBezTo>
                  <a:pt x="798202" y="64964"/>
                  <a:pt x="766753" y="0"/>
                  <a:pt x="766753" y="0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8074AF53-B67F-004E-9FFC-BD6C4192CCD4}"/>
              </a:ext>
            </a:extLst>
          </p:cNvPr>
          <p:cNvSpPr>
            <a:spLocks/>
          </p:cNvSpPr>
          <p:nvPr/>
        </p:nvSpPr>
        <p:spPr bwMode="auto">
          <a:xfrm>
            <a:off x="5400481" y="4229012"/>
            <a:ext cx="2609199" cy="1318020"/>
          </a:xfrm>
          <a:custGeom>
            <a:avLst/>
            <a:gdLst>
              <a:gd name="connsiteX0" fmla="*/ 2609199 w 2609199"/>
              <a:gd name="connsiteY0" fmla="*/ 0 h 1318020"/>
              <a:gd name="connsiteX1" fmla="*/ 1908297 w 2609199"/>
              <a:gd name="connsiteY1" fmla="*/ 1187076 h 1318020"/>
              <a:gd name="connsiteX2" fmla="*/ 0 w 2609199"/>
              <a:gd name="connsiteY2" fmla="*/ 608888 h 1318020"/>
              <a:gd name="connsiteX3" fmla="*/ 108637 w 2609199"/>
              <a:gd name="connsiteY3" fmla="*/ 647503 h 1318020"/>
              <a:gd name="connsiteX4" fmla="*/ 179776 w 2609199"/>
              <a:gd name="connsiteY4" fmla="*/ 669507 h 1318020"/>
              <a:gd name="connsiteX5" fmla="*/ 231269 w 2609199"/>
              <a:gd name="connsiteY5" fmla="*/ 708516 h 1318020"/>
              <a:gd name="connsiteX6" fmla="*/ 1853415 w 2609199"/>
              <a:gd name="connsiteY6" fmla="*/ 1146969 h 1318020"/>
              <a:gd name="connsiteX7" fmla="*/ 2442708 w 2609199"/>
              <a:gd name="connsiteY7" fmla="*/ 194564 h 1318020"/>
              <a:gd name="connsiteX8" fmla="*/ 2450681 w 2609199"/>
              <a:gd name="connsiteY8" fmla="*/ 174151 h 1318020"/>
              <a:gd name="connsiteX9" fmla="*/ 2481235 w 2609199"/>
              <a:gd name="connsiteY9" fmla="*/ 145344 h 1318020"/>
              <a:gd name="connsiteX10" fmla="*/ 2609199 w 2609199"/>
              <a:gd name="connsiteY10" fmla="*/ 0 h 1318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9199" h="1318020">
                <a:moveTo>
                  <a:pt x="2609199" y="0"/>
                </a:moveTo>
                <a:cubicBezTo>
                  <a:pt x="2609199" y="0"/>
                  <a:pt x="2312467" y="859607"/>
                  <a:pt x="1908297" y="1187076"/>
                </a:cubicBezTo>
                <a:cubicBezTo>
                  <a:pt x="1299483" y="1683396"/>
                  <a:pt x="0" y="608888"/>
                  <a:pt x="0" y="608888"/>
                </a:cubicBezTo>
                <a:cubicBezTo>
                  <a:pt x="0" y="608888"/>
                  <a:pt x="40289" y="624878"/>
                  <a:pt x="108637" y="647503"/>
                </a:cubicBezTo>
                <a:lnTo>
                  <a:pt x="179776" y="669507"/>
                </a:lnTo>
                <a:lnTo>
                  <a:pt x="231269" y="708516"/>
                </a:lnTo>
                <a:cubicBezTo>
                  <a:pt x="539532" y="937449"/>
                  <a:pt x="1403724" y="1513569"/>
                  <a:pt x="1853415" y="1146969"/>
                </a:cubicBezTo>
                <a:cubicBezTo>
                  <a:pt x="2128985" y="923695"/>
                  <a:pt x="2349616" y="428304"/>
                  <a:pt x="2442708" y="194564"/>
                </a:cubicBezTo>
                <a:lnTo>
                  <a:pt x="2450681" y="174151"/>
                </a:lnTo>
                <a:lnTo>
                  <a:pt x="2481235" y="145344"/>
                </a:lnTo>
                <a:cubicBezTo>
                  <a:pt x="2568730" y="58962"/>
                  <a:pt x="2609199" y="0"/>
                  <a:pt x="2609199" y="0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DC86343-1298-ED4F-9194-08158B53D9C0}"/>
              </a:ext>
            </a:extLst>
          </p:cNvPr>
          <p:cNvSpPr>
            <a:spLocks/>
          </p:cNvSpPr>
          <p:nvPr/>
        </p:nvSpPr>
        <p:spPr bwMode="auto">
          <a:xfrm>
            <a:off x="4750903" y="3692101"/>
            <a:ext cx="1887568" cy="2023827"/>
          </a:xfrm>
          <a:custGeom>
            <a:avLst/>
            <a:gdLst>
              <a:gd name="connsiteX0" fmla="*/ 51142 w 1887568"/>
              <a:gd name="connsiteY0" fmla="*/ 0 h 2023827"/>
              <a:gd name="connsiteX1" fmla="*/ 100777 w 1887568"/>
              <a:gd name="connsiteY1" fmla="*/ 236367 h 2023827"/>
              <a:gd name="connsiteX2" fmla="*/ 108379 w 1887568"/>
              <a:gd name="connsiteY2" fmla="*/ 263910 h 2023827"/>
              <a:gd name="connsiteX3" fmla="*/ 101922 w 1887568"/>
              <a:gd name="connsiteY3" fmla="*/ 327291 h 2023827"/>
              <a:gd name="connsiteX4" fmla="*/ 544651 w 1887568"/>
              <a:gd name="connsiteY4" fmla="*/ 1850738 h 2023827"/>
              <a:gd name="connsiteX5" fmla="*/ 1598014 w 1887568"/>
              <a:gd name="connsiteY5" fmla="*/ 1891612 h 2023827"/>
              <a:gd name="connsiteX6" fmla="*/ 1619978 w 1887568"/>
              <a:gd name="connsiteY6" fmla="*/ 1888559 h 2023827"/>
              <a:gd name="connsiteX7" fmla="*/ 1620509 w 1887568"/>
              <a:gd name="connsiteY7" fmla="*/ 1888744 h 2023827"/>
              <a:gd name="connsiteX8" fmla="*/ 1887568 w 1887568"/>
              <a:gd name="connsiteY8" fmla="*/ 1949454 h 2023827"/>
              <a:gd name="connsiteX9" fmla="*/ 506412 w 1887568"/>
              <a:gd name="connsiteY9" fmla="*/ 1939221 h 2023827"/>
              <a:gd name="connsiteX10" fmla="*/ 51142 w 1887568"/>
              <a:gd name="connsiteY10" fmla="*/ 0 h 202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87568" h="2023827">
                <a:moveTo>
                  <a:pt x="51142" y="0"/>
                </a:moveTo>
                <a:cubicBezTo>
                  <a:pt x="51142" y="0"/>
                  <a:pt x="65529" y="95698"/>
                  <a:pt x="100777" y="236367"/>
                </a:cubicBezTo>
                <a:lnTo>
                  <a:pt x="108379" y="263910"/>
                </a:lnTo>
                <a:lnTo>
                  <a:pt x="101922" y="327291"/>
                </a:lnTo>
                <a:cubicBezTo>
                  <a:pt x="62467" y="763154"/>
                  <a:pt x="45900" y="1658863"/>
                  <a:pt x="544651" y="1850738"/>
                </a:cubicBezTo>
                <a:cubicBezTo>
                  <a:pt x="848378" y="1965864"/>
                  <a:pt x="1327945" y="1927089"/>
                  <a:pt x="1598014" y="1891612"/>
                </a:cubicBezTo>
                <a:lnTo>
                  <a:pt x="1619978" y="1888559"/>
                </a:lnTo>
                <a:lnTo>
                  <a:pt x="1620509" y="1888744"/>
                </a:lnTo>
                <a:cubicBezTo>
                  <a:pt x="1784701" y="1941539"/>
                  <a:pt x="1887568" y="1949454"/>
                  <a:pt x="1887568" y="1949454"/>
                </a:cubicBezTo>
                <a:cubicBezTo>
                  <a:pt x="1887568" y="1949454"/>
                  <a:pt x="992374" y="2123421"/>
                  <a:pt x="506412" y="1939221"/>
                </a:cubicBezTo>
                <a:cubicBezTo>
                  <a:pt x="-225089" y="1657804"/>
                  <a:pt x="51142" y="0"/>
                  <a:pt x="51142" y="0"/>
                </a:cubicBezTo>
                <a:close/>
              </a:path>
            </a:pathLst>
          </a:custGeom>
          <a:solidFill>
            <a:schemeClr val="accent4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7" name="Freeform 17">
            <a:extLst>
              <a:ext uri="{FF2B5EF4-FFF2-40B4-BE49-F238E27FC236}">
                <a16:creationId xmlns:a16="http://schemas.microsoft.com/office/drawing/2014/main" id="{687428EF-3BAC-5747-B3DA-B216CC7726B3}"/>
              </a:ext>
            </a:extLst>
          </p:cNvPr>
          <p:cNvSpPr>
            <a:spLocks noChangeAspect="1"/>
          </p:cNvSpPr>
          <p:nvPr/>
        </p:nvSpPr>
        <p:spPr bwMode="auto">
          <a:xfrm>
            <a:off x="5044350" y="2763772"/>
            <a:ext cx="2117855" cy="2119923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AD942BC-F304-354E-A281-F6FBF8A69008}"/>
              </a:ext>
            </a:extLst>
          </p:cNvPr>
          <p:cNvGrpSpPr/>
          <p:nvPr/>
        </p:nvGrpSpPr>
        <p:grpSpPr>
          <a:xfrm flipH="1">
            <a:off x="1378478" y="1625365"/>
            <a:ext cx="2783072" cy="723275"/>
            <a:chOff x="7825488" y="1404017"/>
            <a:chExt cx="3368029" cy="723275"/>
          </a:xfrm>
        </p:grpSpPr>
        <p:sp>
          <p:nvSpPr>
            <p:cNvPr id="43" name="Inhaltsplatzhalter 4">
              <a:extLst>
                <a:ext uri="{FF2B5EF4-FFF2-40B4-BE49-F238E27FC236}">
                  <a16:creationId xmlns:a16="http://schemas.microsoft.com/office/drawing/2014/main" id="{81C0CF3D-319F-C643-940D-D8B81544580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C1B7B7-C276-5249-86B6-FB7F1F4C72E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CDD3DF3-FA10-E64C-B1A5-0774C1C729B1}"/>
              </a:ext>
            </a:extLst>
          </p:cNvPr>
          <p:cNvGrpSpPr/>
          <p:nvPr/>
        </p:nvGrpSpPr>
        <p:grpSpPr>
          <a:xfrm>
            <a:off x="8107454" y="1600118"/>
            <a:ext cx="2783072" cy="723275"/>
            <a:chOff x="7825488" y="1404017"/>
            <a:chExt cx="3368029" cy="723275"/>
          </a:xfrm>
        </p:grpSpPr>
        <p:sp>
          <p:nvSpPr>
            <p:cNvPr id="46" name="Inhaltsplatzhalter 4">
              <a:extLst>
                <a:ext uri="{FF2B5EF4-FFF2-40B4-BE49-F238E27FC236}">
                  <a16:creationId xmlns:a16="http://schemas.microsoft.com/office/drawing/2014/main" id="{AA39CBE5-3A8C-A94C-B450-3FE3F147795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C3138009-0FC3-E045-8010-1632FD3E270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FC9B589-2C57-3A4E-A47F-B8C65452A2A6}"/>
              </a:ext>
            </a:extLst>
          </p:cNvPr>
          <p:cNvGrpSpPr/>
          <p:nvPr/>
        </p:nvGrpSpPr>
        <p:grpSpPr>
          <a:xfrm flipH="1">
            <a:off x="1378478" y="5317618"/>
            <a:ext cx="2783072" cy="723275"/>
            <a:chOff x="7825488" y="1404017"/>
            <a:chExt cx="3368029" cy="723275"/>
          </a:xfrm>
        </p:grpSpPr>
        <p:sp>
          <p:nvSpPr>
            <p:cNvPr id="49" name="Inhaltsplatzhalter 4">
              <a:extLst>
                <a:ext uri="{FF2B5EF4-FFF2-40B4-BE49-F238E27FC236}">
                  <a16:creationId xmlns:a16="http://schemas.microsoft.com/office/drawing/2014/main" id="{F20FF097-8451-1B4A-8FE8-A87FA0D0D58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86A3394-EE10-A843-9249-1EB22703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3FC5C64-96C5-9A4F-A00A-BD91EF5C89DF}"/>
              </a:ext>
            </a:extLst>
          </p:cNvPr>
          <p:cNvGrpSpPr/>
          <p:nvPr/>
        </p:nvGrpSpPr>
        <p:grpSpPr>
          <a:xfrm>
            <a:off x="8107454" y="5292371"/>
            <a:ext cx="2783072" cy="723275"/>
            <a:chOff x="7825488" y="1404017"/>
            <a:chExt cx="3368029" cy="723275"/>
          </a:xfrm>
        </p:grpSpPr>
        <p:sp>
          <p:nvSpPr>
            <p:cNvPr id="52" name="Inhaltsplatzhalter 4">
              <a:extLst>
                <a:ext uri="{FF2B5EF4-FFF2-40B4-BE49-F238E27FC236}">
                  <a16:creationId xmlns:a16="http://schemas.microsoft.com/office/drawing/2014/main" id="{1D7D1AB6-BCA7-904B-9AF9-22CE2F8EADC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DD614A4-0D3A-B546-B049-4512B621A10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3E08102-76C1-3C4B-BEFC-79D9CC9B2C08}"/>
              </a:ext>
            </a:extLst>
          </p:cNvPr>
          <p:cNvGrpSpPr/>
          <p:nvPr/>
        </p:nvGrpSpPr>
        <p:grpSpPr>
          <a:xfrm>
            <a:off x="8435018" y="3463571"/>
            <a:ext cx="2783072" cy="723275"/>
            <a:chOff x="7825488" y="1404017"/>
            <a:chExt cx="3368029" cy="723275"/>
          </a:xfrm>
        </p:grpSpPr>
        <p:sp>
          <p:nvSpPr>
            <p:cNvPr id="55" name="Inhaltsplatzhalter 4">
              <a:extLst>
                <a:ext uri="{FF2B5EF4-FFF2-40B4-BE49-F238E27FC236}">
                  <a16:creationId xmlns:a16="http://schemas.microsoft.com/office/drawing/2014/main" id="{6E85F749-4CC4-C94A-8673-22B2A4A51A3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832CF13-7284-F14E-A521-46C61C85C47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587E652-F823-E342-8060-261E90292F6C}"/>
              </a:ext>
            </a:extLst>
          </p:cNvPr>
          <p:cNvGrpSpPr/>
          <p:nvPr/>
        </p:nvGrpSpPr>
        <p:grpSpPr>
          <a:xfrm flipH="1">
            <a:off x="981846" y="3463571"/>
            <a:ext cx="2783072" cy="723275"/>
            <a:chOff x="7825488" y="1404017"/>
            <a:chExt cx="3368029" cy="723275"/>
          </a:xfrm>
        </p:grpSpPr>
        <p:sp>
          <p:nvSpPr>
            <p:cNvPr id="58" name="Inhaltsplatzhalter 4">
              <a:extLst>
                <a:ext uri="{FF2B5EF4-FFF2-40B4-BE49-F238E27FC236}">
                  <a16:creationId xmlns:a16="http://schemas.microsoft.com/office/drawing/2014/main" id="{2C9C24A5-14D0-9B49-BDD2-3B8292DD090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B5DFC87-FE1F-7845-92A0-781920AF034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aphic 60">
            <a:extLst>
              <a:ext uri="{FF2B5EF4-FFF2-40B4-BE49-F238E27FC236}">
                <a16:creationId xmlns:a16="http://schemas.microsoft.com/office/drawing/2014/main" id="{F242A008-D1A5-AB49-9984-7C992FFB0057}"/>
              </a:ext>
            </a:extLst>
          </p:cNvPr>
          <p:cNvGrpSpPr>
            <a:grpSpLocks noChangeAspect="1"/>
          </p:cNvGrpSpPr>
          <p:nvPr/>
        </p:nvGrpSpPr>
        <p:grpSpPr>
          <a:xfrm>
            <a:off x="6696049" y="2072353"/>
            <a:ext cx="390337" cy="266196"/>
            <a:chOff x="4982519" y="2149964"/>
            <a:chExt cx="390337" cy="266196"/>
          </a:xfrm>
          <a:solidFill>
            <a:srgbClr val="FFFFFF"/>
          </a:solidFill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4CB88D4-4311-AF41-AE40-2B617629D7B4}"/>
                </a:ext>
              </a:extLst>
            </p:cNvPr>
            <p:cNvSpPr/>
            <p:nvPr/>
          </p:nvSpPr>
          <p:spPr>
            <a:xfrm>
              <a:off x="5030210" y="2352527"/>
              <a:ext cx="12558" cy="63581"/>
            </a:xfrm>
            <a:custGeom>
              <a:avLst/>
              <a:gdLst>
                <a:gd name="connsiteX0" fmla="*/ 6331 w 12558"/>
                <a:gd name="connsiteY0" fmla="*/ 63581 h 63581"/>
                <a:gd name="connsiteX1" fmla="*/ 53 w 12558"/>
                <a:gd name="connsiteY1" fmla="*/ 57558 h 63581"/>
                <a:gd name="connsiteX2" fmla="*/ 52 w 12558"/>
                <a:gd name="connsiteY2" fmla="*/ 57455 h 63581"/>
                <a:gd name="connsiteX3" fmla="*/ 52 w 12558"/>
                <a:gd name="connsiteY3" fmla="*/ 7024 h 63581"/>
                <a:gd name="connsiteX4" fmla="*/ 5478 w 12558"/>
                <a:gd name="connsiteY4" fmla="*/ 52 h 63581"/>
                <a:gd name="connsiteX5" fmla="*/ 12508 w 12558"/>
                <a:gd name="connsiteY5" fmla="*/ 5432 h 63581"/>
                <a:gd name="connsiteX6" fmla="*/ 12508 w 12558"/>
                <a:gd name="connsiteY6" fmla="*/ 7024 h 63581"/>
                <a:gd name="connsiteX7" fmla="*/ 12508 w 12558"/>
                <a:gd name="connsiteY7" fmla="*/ 57455 h 63581"/>
                <a:gd name="connsiteX8" fmla="*/ 6331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331" y="63581"/>
                  </a:moveTo>
                  <a:cubicBezTo>
                    <a:pt x="2921" y="63637"/>
                    <a:pt x="110" y="60941"/>
                    <a:pt x="53" y="57558"/>
                  </a:cubicBezTo>
                  <a:cubicBezTo>
                    <a:pt x="52" y="57524"/>
                    <a:pt x="52" y="57490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2" y="63581"/>
                    <a:pt x="6331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18CD74E-5DBF-6647-836A-DCA29A20FA04}"/>
                </a:ext>
              </a:extLst>
            </p:cNvPr>
            <p:cNvSpPr/>
            <p:nvPr/>
          </p:nvSpPr>
          <p:spPr>
            <a:xfrm>
              <a:off x="5113074" y="2352527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927534F-9D52-B54C-B1F2-AB6489F1C500}"/>
                </a:ext>
              </a:extLst>
            </p:cNvPr>
            <p:cNvSpPr/>
            <p:nvPr/>
          </p:nvSpPr>
          <p:spPr>
            <a:xfrm>
              <a:off x="5007307" y="2310957"/>
              <a:ext cx="140715" cy="105150"/>
            </a:xfrm>
            <a:custGeom>
              <a:avLst/>
              <a:gdLst>
                <a:gd name="connsiteX0" fmla="*/ 135053 w 140715"/>
                <a:gd name="connsiteY0" fmla="*/ 105151 h 105150"/>
                <a:gd name="connsiteX1" fmla="*/ 6279 w 140715"/>
                <a:gd name="connsiteY1" fmla="*/ 105151 h 105150"/>
                <a:gd name="connsiteX2" fmla="*/ 0 w 140715"/>
                <a:gd name="connsiteY2" fmla="*/ 98924 h 105150"/>
                <a:gd name="connsiteX3" fmla="*/ 0 w 140715"/>
                <a:gd name="connsiteY3" fmla="*/ 32056 h 105150"/>
                <a:gd name="connsiteX4" fmla="*/ 0 w 140715"/>
                <a:gd name="connsiteY4" fmla="*/ 31443 h 105150"/>
                <a:gd name="connsiteX5" fmla="*/ 25837 w 140715"/>
                <a:gd name="connsiteY5" fmla="*/ 4185 h 105150"/>
                <a:gd name="connsiteX6" fmla="*/ 50645 w 140715"/>
                <a:gd name="connsiteY6" fmla="*/ 102 h 105150"/>
                <a:gd name="connsiteX7" fmla="*/ 57835 w 140715"/>
                <a:gd name="connsiteY7" fmla="*/ 5020 h 105150"/>
                <a:gd name="connsiteX8" fmla="*/ 57851 w 140715"/>
                <a:gd name="connsiteY8" fmla="*/ 5104 h 105150"/>
                <a:gd name="connsiteX9" fmla="*/ 52873 w 140715"/>
                <a:gd name="connsiteY9" fmla="*/ 12222 h 105150"/>
                <a:gd name="connsiteX10" fmla="*/ 52704 w 140715"/>
                <a:gd name="connsiteY10" fmla="*/ 12250 h 105150"/>
                <a:gd name="connsiteX11" fmla="*/ 27896 w 140715"/>
                <a:gd name="connsiteY11" fmla="*/ 16436 h 105150"/>
                <a:gd name="connsiteX12" fmla="*/ 12558 w 140715"/>
                <a:gd name="connsiteY12" fmla="*/ 32974 h 105150"/>
                <a:gd name="connsiteX13" fmla="*/ 12558 w 140715"/>
                <a:gd name="connsiteY13" fmla="*/ 93309 h 105150"/>
                <a:gd name="connsiteX14" fmla="*/ 128877 w 140715"/>
                <a:gd name="connsiteY14" fmla="*/ 93309 h 105150"/>
                <a:gd name="connsiteX15" fmla="*/ 128877 w 140715"/>
                <a:gd name="connsiteY15" fmla="*/ 32974 h 105150"/>
                <a:gd name="connsiteX16" fmla="*/ 113436 w 140715"/>
                <a:gd name="connsiteY16" fmla="*/ 16946 h 105150"/>
                <a:gd name="connsiteX17" fmla="*/ 88320 w 140715"/>
                <a:gd name="connsiteY17" fmla="*/ 12557 h 105150"/>
                <a:gd name="connsiteX18" fmla="*/ 83276 w 140715"/>
                <a:gd name="connsiteY18" fmla="*/ 5410 h 105150"/>
                <a:gd name="connsiteX19" fmla="*/ 90481 w 140715"/>
                <a:gd name="connsiteY19" fmla="*/ 408 h 105150"/>
                <a:gd name="connsiteX20" fmla="*/ 115289 w 140715"/>
                <a:gd name="connsiteY20" fmla="*/ 4492 h 105150"/>
                <a:gd name="connsiteX21" fmla="*/ 140715 w 140715"/>
                <a:gd name="connsiteY21" fmla="*/ 31443 h 105150"/>
                <a:gd name="connsiteX22" fmla="*/ 140715 w 140715"/>
                <a:gd name="connsiteY22" fmla="*/ 98924 h 105150"/>
                <a:gd name="connsiteX23" fmla="*/ 134642 w 140715"/>
                <a:gd name="connsiteY23" fmla="*/ 105150 h 105150"/>
                <a:gd name="connsiteX24" fmla="*/ 134538 w 140715"/>
                <a:gd name="connsiteY24" fmla="*/ 105151 h 10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715" h="105150">
                  <a:moveTo>
                    <a:pt x="135053" y="105151"/>
                  </a:moveTo>
                  <a:lnTo>
                    <a:pt x="6279" y="105151"/>
                  </a:lnTo>
                  <a:cubicBezTo>
                    <a:pt x="2811" y="105151"/>
                    <a:pt x="0" y="102363"/>
                    <a:pt x="0" y="98924"/>
                  </a:cubicBezTo>
                  <a:lnTo>
                    <a:pt x="0" y="32056"/>
                  </a:lnTo>
                  <a:cubicBezTo>
                    <a:pt x="0" y="32056"/>
                    <a:pt x="0" y="32056"/>
                    <a:pt x="0" y="31443"/>
                  </a:cubicBezTo>
                  <a:cubicBezTo>
                    <a:pt x="1366" y="17590"/>
                    <a:pt x="11980" y="6393"/>
                    <a:pt x="25837" y="4185"/>
                  </a:cubicBezTo>
                  <a:lnTo>
                    <a:pt x="50645" y="102"/>
                  </a:lnTo>
                  <a:cubicBezTo>
                    <a:pt x="54000" y="-509"/>
                    <a:pt x="57219" y="1692"/>
                    <a:pt x="57835" y="5020"/>
                  </a:cubicBezTo>
                  <a:cubicBezTo>
                    <a:pt x="57841" y="5048"/>
                    <a:pt x="57846" y="5076"/>
                    <a:pt x="57851" y="5104"/>
                  </a:cubicBezTo>
                  <a:cubicBezTo>
                    <a:pt x="58458" y="8433"/>
                    <a:pt x="56229" y="11620"/>
                    <a:pt x="52873" y="12222"/>
                  </a:cubicBezTo>
                  <a:cubicBezTo>
                    <a:pt x="52817" y="12233"/>
                    <a:pt x="52760" y="12242"/>
                    <a:pt x="52704" y="12250"/>
                  </a:cubicBezTo>
                  <a:lnTo>
                    <a:pt x="27896" y="16436"/>
                  </a:lnTo>
                  <a:cubicBezTo>
                    <a:pt x="19585" y="17845"/>
                    <a:pt x="13281" y="24643"/>
                    <a:pt x="12558" y="32974"/>
                  </a:cubicBezTo>
                  <a:lnTo>
                    <a:pt x="12558" y="93309"/>
                  </a:lnTo>
                  <a:lnTo>
                    <a:pt x="128877" y="93309"/>
                  </a:lnTo>
                  <a:lnTo>
                    <a:pt x="128877" y="32974"/>
                  </a:lnTo>
                  <a:cubicBezTo>
                    <a:pt x="127925" y="24808"/>
                    <a:pt x="121619" y="18262"/>
                    <a:pt x="113436" y="16946"/>
                  </a:cubicBezTo>
                  <a:lnTo>
                    <a:pt x="88320" y="12557"/>
                  </a:lnTo>
                  <a:cubicBezTo>
                    <a:pt x="84937" y="11965"/>
                    <a:pt x="82679" y="8765"/>
                    <a:pt x="83276" y="5410"/>
                  </a:cubicBezTo>
                  <a:cubicBezTo>
                    <a:pt x="83873" y="2056"/>
                    <a:pt x="87099" y="-184"/>
                    <a:pt x="90481" y="408"/>
                  </a:cubicBezTo>
                  <a:lnTo>
                    <a:pt x="115289" y="4492"/>
                  </a:lnTo>
                  <a:cubicBezTo>
                    <a:pt x="128884" y="6833"/>
                    <a:pt x="139262" y="17835"/>
                    <a:pt x="140715" y="31443"/>
                  </a:cubicBezTo>
                  <a:lnTo>
                    <a:pt x="140715" y="98924"/>
                  </a:lnTo>
                  <a:cubicBezTo>
                    <a:pt x="140772" y="102306"/>
                    <a:pt x="138053" y="105094"/>
                    <a:pt x="134642" y="105150"/>
                  </a:cubicBezTo>
                  <a:cubicBezTo>
                    <a:pt x="134608" y="105151"/>
                    <a:pt x="134573" y="105151"/>
                    <a:pt x="134538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77F59A21-8341-EB4E-9B60-2A17A96DFC2E}"/>
                </a:ext>
              </a:extLst>
            </p:cNvPr>
            <p:cNvSpPr/>
            <p:nvPr/>
          </p:nvSpPr>
          <p:spPr>
            <a:xfrm>
              <a:off x="5221466" y="2352527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D07A747A-F0DA-D34F-B27A-2C8B44B48AEB}"/>
                </a:ext>
              </a:extLst>
            </p:cNvPr>
            <p:cNvSpPr/>
            <p:nvPr/>
          </p:nvSpPr>
          <p:spPr>
            <a:xfrm>
              <a:off x="5304330" y="2352527"/>
              <a:ext cx="12559" cy="63581"/>
            </a:xfrm>
            <a:custGeom>
              <a:avLst/>
              <a:gdLst>
                <a:gd name="connsiteX0" fmla="*/ 6228 w 12559"/>
                <a:gd name="connsiteY0" fmla="*/ 63581 h 63581"/>
                <a:gd name="connsiteX1" fmla="*/ 52 w 12559"/>
                <a:gd name="connsiteY1" fmla="*/ 57455 h 63581"/>
                <a:gd name="connsiteX2" fmla="*/ 52 w 12559"/>
                <a:gd name="connsiteY2" fmla="*/ 7024 h 63581"/>
                <a:gd name="connsiteX3" fmla="*/ 5478 w 12559"/>
                <a:gd name="connsiteY3" fmla="*/ 52 h 63581"/>
                <a:gd name="connsiteX4" fmla="*/ 12508 w 12559"/>
                <a:gd name="connsiteY4" fmla="*/ 5432 h 63581"/>
                <a:gd name="connsiteX5" fmla="*/ 12508 w 12559"/>
                <a:gd name="connsiteY5" fmla="*/ 7024 h 63581"/>
                <a:gd name="connsiteX6" fmla="*/ 12508 w 12559"/>
                <a:gd name="connsiteY6" fmla="*/ 57455 h 63581"/>
                <a:gd name="connsiteX7" fmla="*/ 6332 w 12559"/>
                <a:gd name="connsiteY7" fmla="*/ 63582 h 63581"/>
                <a:gd name="connsiteX8" fmla="*/ 6228 w 12559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9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39CA7D4-48FB-3C49-B374-618783CDE43F}"/>
                </a:ext>
              </a:extLst>
            </p:cNvPr>
            <p:cNvSpPr/>
            <p:nvPr/>
          </p:nvSpPr>
          <p:spPr>
            <a:xfrm>
              <a:off x="5198527" y="2310957"/>
              <a:ext cx="141164" cy="105171"/>
            </a:xfrm>
            <a:custGeom>
              <a:avLst/>
              <a:gdLst>
                <a:gd name="connsiteX0" fmla="*/ 134780 w 141164"/>
                <a:gd name="connsiteY0" fmla="*/ 105151 h 105171"/>
                <a:gd name="connsiteX1" fmla="*/ 6212 w 141164"/>
                <a:gd name="connsiteY1" fmla="*/ 105151 h 105171"/>
                <a:gd name="connsiteX2" fmla="*/ 35 w 141164"/>
                <a:gd name="connsiteY2" fmla="*/ 99026 h 105171"/>
                <a:gd name="connsiteX3" fmla="*/ 36 w 141164"/>
                <a:gd name="connsiteY3" fmla="*/ 98924 h 105171"/>
                <a:gd name="connsiteX4" fmla="*/ 36 w 141164"/>
                <a:gd name="connsiteY4" fmla="*/ 32056 h 105171"/>
                <a:gd name="connsiteX5" fmla="*/ 36 w 141164"/>
                <a:gd name="connsiteY5" fmla="*/ 31443 h 105171"/>
                <a:gd name="connsiteX6" fmla="*/ 25770 w 141164"/>
                <a:gd name="connsiteY6" fmla="*/ 4185 h 105171"/>
                <a:gd name="connsiteX7" fmla="*/ 50681 w 141164"/>
                <a:gd name="connsiteY7" fmla="*/ 102 h 105171"/>
                <a:gd name="connsiteX8" fmla="*/ 57872 w 141164"/>
                <a:gd name="connsiteY8" fmla="*/ 5020 h 105171"/>
                <a:gd name="connsiteX9" fmla="*/ 57887 w 141164"/>
                <a:gd name="connsiteY9" fmla="*/ 5104 h 105171"/>
                <a:gd name="connsiteX10" fmla="*/ 52740 w 141164"/>
                <a:gd name="connsiteY10" fmla="*/ 12250 h 105171"/>
                <a:gd name="connsiteX11" fmla="*/ 27829 w 141164"/>
                <a:gd name="connsiteY11" fmla="*/ 16436 h 105171"/>
                <a:gd name="connsiteX12" fmla="*/ 12491 w 141164"/>
                <a:gd name="connsiteY12" fmla="*/ 32974 h 105171"/>
                <a:gd name="connsiteX13" fmla="*/ 12491 w 141164"/>
                <a:gd name="connsiteY13" fmla="*/ 93309 h 105171"/>
                <a:gd name="connsiteX14" fmla="*/ 128810 w 141164"/>
                <a:gd name="connsiteY14" fmla="*/ 93309 h 105171"/>
                <a:gd name="connsiteX15" fmla="*/ 128810 w 141164"/>
                <a:gd name="connsiteY15" fmla="*/ 32974 h 105171"/>
                <a:gd name="connsiteX16" fmla="*/ 113370 w 141164"/>
                <a:gd name="connsiteY16" fmla="*/ 16946 h 105171"/>
                <a:gd name="connsiteX17" fmla="*/ 88356 w 141164"/>
                <a:gd name="connsiteY17" fmla="*/ 12557 h 105171"/>
                <a:gd name="connsiteX18" fmla="*/ 83297 w 141164"/>
                <a:gd name="connsiteY18" fmla="*/ 5495 h 105171"/>
                <a:gd name="connsiteX19" fmla="*/ 83312 w 141164"/>
                <a:gd name="connsiteY19" fmla="*/ 5410 h 105171"/>
                <a:gd name="connsiteX20" fmla="*/ 90243 w 141164"/>
                <a:gd name="connsiteY20" fmla="*/ 379 h 105171"/>
                <a:gd name="connsiteX21" fmla="*/ 90415 w 141164"/>
                <a:gd name="connsiteY21" fmla="*/ 408 h 105171"/>
                <a:gd name="connsiteX22" fmla="*/ 115325 w 141164"/>
                <a:gd name="connsiteY22" fmla="*/ 4492 h 105171"/>
                <a:gd name="connsiteX23" fmla="*/ 141163 w 141164"/>
                <a:gd name="connsiteY23" fmla="*/ 31749 h 105171"/>
                <a:gd name="connsiteX24" fmla="*/ 141163 w 141164"/>
                <a:gd name="connsiteY24" fmla="*/ 99230 h 105171"/>
                <a:gd name="connsiteX25" fmla="*/ 139310 w 141164"/>
                <a:gd name="connsiteY25" fmla="*/ 103620 h 105171"/>
                <a:gd name="connsiteX26" fmla="*/ 134780 w 141164"/>
                <a:gd name="connsiteY26" fmla="*/ 105151 h 1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1164" h="105171">
                  <a:moveTo>
                    <a:pt x="134780" y="105151"/>
                  </a:moveTo>
                  <a:lnTo>
                    <a:pt x="6212" y="105151"/>
                  </a:lnTo>
                  <a:cubicBezTo>
                    <a:pt x="2801" y="105151"/>
                    <a:pt x="36" y="102409"/>
                    <a:pt x="35" y="99026"/>
                  </a:cubicBezTo>
                  <a:cubicBezTo>
                    <a:pt x="35" y="98992"/>
                    <a:pt x="36" y="98958"/>
                    <a:pt x="36" y="98924"/>
                  </a:cubicBezTo>
                  <a:lnTo>
                    <a:pt x="36" y="32056"/>
                  </a:lnTo>
                  <a:cubicBezTo>
                    <a:pt x="-12" y="31854"/>
                    <a:pt x="-12" y="31644"/>
                    <a:pt x="36" y="31443"/>
                  </a:cubicBezTo>
                  <a:cubicBezTo>
                    <a:pt x="1391" y="17622"/>
                    <a:pt x="11953" y="6435"/>
                    <a:pt x="25770" y="4185"/>
                  </a:cubicBezTo>
                  <a:lnTo>
                    <a:pt x="50681" y="102"/>
                  </a:lnTo>
                  <a:cubicBezTo>
                    <a:pt x="54036" y="-509"/>
                    <a:pt x="57255" y="1692"/>
                    <a:pt x="57872" y="5020"/>
                  </a:cubicBezTo>
                  <a:cubicBezTo>
                    <a:pt x="57877" y="5048"/>
                    <a:pt x="57882" y="5076"/>
                    <a:pt x="57887" y="5104"/>
                  </a:cubicBezTo>
                  <a:cubicBezTo>
                    <a:pt x="58445" y="8485"/>
                    <a:pt x="56145" y="11678"/>
                    <a:pt x="52740" y="12250"/>
                  </a:cubicBezTo>
                  <a:lnTo>
                    <a:pt x="27829" y="16436"/>
                  </a:lnTo>
                  <a:cubicBezTo>
                    <a:pt x="19536" y="17879"/>
                    <a:pt x="13249" y="24658"/>
                    <a:pt x="12491" y="32974"/>
                  </a:cubicBezTo>
                  <a:lnTo>
                    <a:pt x="12491" y="93309"/>
                  </a:lnTo>
                  <a:lnTo>
                    <a:pt x="128810" y="93309"/>
                  </a:lnTo>
                  <a:lnTo>
                    <a:pt x="128810" y="32974"/>
                  </a:lnTo>
                  <a:cubicBezTo>
                    <a:pt x="127825" y="24823"/>
                    <a:pt x="121535" y="18294"/>
                    <a:pt x="113370" y="16946"/>
                  </a:cubicBezTo>
                  <a:lnTo>
                    <a:pt x="88356" y="12557"/>
                  </a:lnTo>
                  <a:cubicBezTo>
                    <a:pt x="84993" y="11992"/>
                    <a:pt x="82728" y="8831"/>
                    <a:pt x="83297" y="5495"/>
                  </a:cubicBezTo>
                  <a:cubicBezTo>
                    <a:pt x="83302" y="5467"/>
                    <a:pt x="83307" y="5439"/>
                    <a:pt x="83312" y="5410"/>
                  </a:cubicBezTo>
                  <a:cubicBezTo>
                    <a:pt x="83825" y="2123"/>
                    <a:pt x="86928" y="-129"/>
                    <a:pt x="90243" y="379"/>
                  </a:cubicBezTo>
                  <a:cubicBezTo>
                    <a:pt x="90300" y="388"/>
                    <a:pt x="90357" y="398"/>
                    <a:pt x="90415" y="408"/>
                  </a:cubicBezTo>
                  <a:lnTo>
                    <a:pt x="115325" y="4492"/>
                  </a:lnTo>
                  <a:cubicBezTo>
                    <a:pt x="129183" y="6699"/>
                    <a:pt x="139796" y="17896"/>
                    <a:pt x="141163" y="31749"/>
                  </a:cubicBezTo>
                  <a:lnTo>
                    <a:pt x="141163" y="99230"/>
                  </a:lnTo>
                  <a:cubicBezTo>
                    <a:pt x="141204" y="100888"/>
                    <a:pt x="140530" y="102485"/>
                    <a:pt x="139310" y="103620"/>
                  </a:cubicBezTo>
                  <a:cubicBezTo>
                    <a:pt x="138081" y="104734"/>
                    <a:pt x="136439" y="105289"/>
                    <a:pt x="134780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B223604C-1B89-8E43-A0CE-31D49C03B832}"/>
                </a:ext>
              </a:extLst>
            </p:cNvPr>
            <p:cNvSpPr/>
            <p:nvPr/>
          </p:nvSpPr>
          <p:spPr>
            <a:xfrm>
              <a:off x="5052635" y="2311122"/>
              <a:ext cx="50169" cy="32819"/>
            </a:xfrm>
            <a:custGeom>
              <a:avLst/>
              <a:gdLst>
                <a:gd name="connsiteX0" fmla="*/ 24669 w 50169"/>
                <a:gd name="connsiteY0" fmla="*/ 32809 h 32819"/>
                <a:gd name="connsiteX1" fmla="*/ 20036 w 50169"/>
                <a:gd name="connsiteY1" fmla="*/ 30665 h 32819"/>
                <a:gd name="connsiteX2" fmla="*/ 1817 w 50169"/>
                <a:gd name="connsiteY2" fmla="*/ 10248 h 32819"/>
                <a:gd name="connsiteX3" fmla="*/ 1801 w 50169"/>
                <a:gd name="connsiteY3" fmla="*/ 1585 h 32819"/>
                <a:gd name="connsiteX4" fmla="*/ 1817 w 50169"/>
                <a:gd name="connsiteY4" fmla="*/ 1570 h 32819"/>
                <a:gd name="connsiteX5" fmla="*/ 10669 w 50169"/>
                <a:gd name="connsiteY5" fmla="*/ 2080 h 32819"/>
                <a:gd name="connsiteX6" fmla="*/ 24360 w 50169"/>
                <a:gd name="connsiteY6" fmla="*/ 17598 h 32819"/>
                <a:gd name="connsiteX7" fmla="*/ 39491 w 50169"/>
                <a:gd name="connsiteY7" fmla="*/ 2183 h 32819"/>
                <a:gd name="connsiteX8" fmla="*/ 48225 w 50169"/>
                <a:gd name="connsiteY8" fmla="*/ 2065 h 32819"/>
                <a:gd name="connsiteX9" fmla="*/ 48344 w 50169"/>
                <a:gd name="connsiteY9" fmla="*/ 2183 h 32819"/>
                <a:gd name="connsiteX10" fmla="*/ 48344 w 50169"/>
                <a:gd name="connsiteY10" fmla="*/ 10962 h 32819"/>
                <a:gd name="connsiteX11" fmla="*/ 28889 w 50169"/>
                <a:gd name="connsiteY11" fmla="*/ 31380 h 32819"/>
                <a:gd name="connsiteX12" fmla="*/ 24669 w 50169"/>
                <a:gd name="connsiteY12" fmla="*/ 3280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69" h="32819">
                  <a:moveTo>
                    <a:pt x="24669" y="32809"/>
                  </a:moveTo>
                  <a:cubicBezTo>
                    <a:pt x="22891" y="32766"/>
                    <a:pt x="21212" y="31989"/>
                    <a:pt x="20036" y="30665"/>
                  </a:cubicBezTo>
                  <a:lnTo>
                    <a:pt x="1817" y="10248"/>
                  </a:lnTo>
                  <a:cubicBezTo>
                    <a:pt x="-600" y="7860"/>
                    <a:pt x="-606" y="3981"/>
                    <a:pt x="1801" y="1585"/>
                  </a:cubicBezTo>
                  <a:cubicBezTo>
                    <a:pt x="1806" y="1580"/>
                    <a:pt x="1811" y="1575"/>
                    <a:pt x="1817" y="1570"/>
                  </a:cubicBezTo>
                  <a:cubicBezTo>
                    <a:pt x="4405" y="-708"/>
                    <a:pt x="8364" y="-480"/>
                    <a:pt x="10669" y="2080"/>
                  </a:cubicBezTo>
                  <a:lnTo>
                    <a:pt x="24360" y="17598"/>
                  </a:lnTo>
                  <a:lnTo>
                    <a:pt x="39491" y="2183"/>
                  </a:lnTo>
                  <a:cubicBezTo>
                    <a:pt x="41870" y="-242"/>
                    <a:pt x="45781" y="-295"/>
                    <a:pt x="48225" y="2065"/>
                  </a:cubicBezTo>
                  <a:cubicBezTo>
                    <a:pt x="48265" y="2103"/>
                    <a:pt x="48305" y="2143"/>
                    <a:pt x="48344" y="2183"/>
                  </a:cubicBezTo>
                  <a:cubicBezTo>
                    <a:pt x="50778" y="4611"/>
                    <a:pt x="50778" y="8533"/>
                    <a:pt x="48344" y="10962"/>
                  </a:cubicBezTo>
                  <a:lnTo>
                    <a:pt x="28889" y="31380"/>
                  </a:lnTo>
                  <a:cubicBezTo>
                    <a:pt x="27727" y="32389"/>
                    <a:pt x="26210" y="32902"/>
                    <a:pt x="24669" y="32809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9AE91D67-5108-234D-AC52-48E9B1E60890}"/>
                </a:ext>
              </a:extLst>
            </p:cNvPr>
            <p:cNvSpPr/>
            <p:nvPr/>
          </p:nvSpPr>
          <p:spPr>
            <a:xfrm>
              <a:off x="5244116" y="2310567"/>
              <a:ext cx="50476" cy="30913"/>
            </a:xfrm>
            <a:custGeom>
              <a:avLst/>
              <a:gdLst>
                <a:gd name="connsiteX0" fmla="*/ 25062 w 50476"/>
                <a:gd name="connsiteY0" fmla="*/ 30914 h 30913"/>
                <a:gd name="connsiteX1" fmla="*/ 20738 w 50476"/>
                <a:gd name="connsiteY1" fmla="*/ 29178 h 30913"/>
                <a:gd name="connsiteX2" fmla="*/ 1901 w 50476"/>
                <a:gd name="connsiteY2" fmla="*/ 11007 h 30913"/>
                <a:gd name="connsiteX3" fmla="*/ 1747 w 50476"/>
                <a:gd name="connsiteY3" fmla="*/ 2278 h 30913"/>
                <a:gd name="connsiteX4" fmla="*/ 10548 w 50476"/>
                <a:gd name="connsiteY4" fmla="*/ 2125 h 30913"/>
                <a:gd name="connsiteX5" fmla="*/ 25062 w 50476"/>
                <a:gd name="connsiteY5" fmla="*/ 16111 h 30913"/>
                <a:gd name="connsiteX6" fmla="*/ 39473 w 50476"/>
                <a:gd name="connsiteY6" fmla="*/ 2125 h 30913"/>
                <a:gd name="connsiteX7" fmla="*/ 48333 w 50476"/>
                <a:gd name="connsiteY7" fmla="*/ 1542 h 30913"/>
                <a:gd name="connsiteX8" fmla="*/ 48921 w 50476"/>
                <a:gd name="connsiteY8" fmla="*/ 10330 h 30913"/>
                <a:gd name="connsiteX9" fmla="*/ 48223 w 50476"/>
                <a:gd name="connsiteY9" fmla="*/ 11007 h 30913"/>
                <a:gd name="connsiteX10" fmla="*/ 29385 w 50476"/>
                <a:gd name="connsiteY10" fmla="*/ 29178 h 30913"/>
                <a:gd name="connsiteX11" fmla="*/ 25062 w 50476"/>
                <a:gd name="connsiteY11" fmla="*/ 30914 h 3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76" h="30913">
                  <a:moveTo>
                    <a:pt x="25062" y="30914"/>
                  </a:moveTo>
                  <a:cubicBezTo>
                    <a:pt x="23449" y="30907"/>
                    <a:pt x="21901" y="30286"/>
                    <a:pt x="20738" y="29178"/>
                  </a:cubicBezTo>
                  <a:lnTo>
                    <a:pt x="1901" y="11007"/>
                  </a:lnTo>
                  <a:cubicBezTo>
                    <a:pt x="-572" y="8639"/>
                    <a:pt x="-641" y="4731"/>
                    <a:pt x="1747" y="2278"/>
                  </a:cubicBezTo>
                  <a:cubicBezTo>
                    <a:pt x="4134" y="-174"/>
                    <a:pt x="8075" y="-243"/>
                    <a:pt x="10548" y="2125"/>
                  </a:cubicBezTo>
                  <a:lnTo>
                    <a:pt x="25062" y="16111"/>
                  </a:lnTo>
                  <a:lnTo>
                    <a:pt x="39473" y="2125"/>
                  </a:lnTo>
                  <a:cubicBezTo>
                    <a:pt x="41757" y="-462"/>
                    <a:pt x="45724" y="-723"/>
                    <a:pt x="48333" y="1542"/>
                  </a:cubicBezTo>
                  <a:cubicBezTo>
                    <a:pt x="50943" y="3808"/>
                    <a:pt x="51206" y="7742"/>
                    <a:pt x="48921" y="10330"/>
                  </a:cubicBezTo>
                  <a:cubicBezTo>
                    <a:pt x="48706" y="10573"/>
                    <a:pt x="48473" y="10799"/>
                    <a:pt x="48223" y="11007"/>
                  </a:cubicBezTo>
                  <a:lnTo>
                    <a:pt x="29385" y="29178"/>
                  </a:lnTo>
                  <a:cubicBezTo>
                    <a:pt x="28211" y="30269"/>
                    <a:pt x="26670" y="30887"/>
                    <a:pt x="25062" y="3091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95263E2-27DF-BD40-9DF6-3ED84B90B863}"/>
                </a:ext>
              </a:extLst>
            </p:cNvPr>
            <p:cNvSpPr/>
            <p:nvPr/>
          </p:nvSpPr>
          <p:spPr>
            <a:xfrm>
              <a:off x="4982519" y="2403704"/>
              <a:ext cx="390337" cy="12455"/>
            </a:xfrm>
            <a:custGeom>
              <a:avLst/>
              <a:gdLst>
                <a:gd name="connsiteX0" fmla="*/ 384860 w 390337"/>
                <a:gd name="connsiteY0" fmla="*/ 12404 h 12455"/>
                <a:gd name="connsiteX1" fmla="*/ 7082 w 390337"/>
                <a:gd name="connsiteY1" fmla="*/ 12404 h 12455"/>
                <a:gd name="connsiteX2" fmla="*/ 52 w 390337"/>
                <a:gd name="connsiteY2" fmla="*/ 7023 h 12455"/>
                <a:gd name="connsiteX3" fmla="*/ 5478 w 390337"/>
                <a:gd name="connsiteY3" fmla="*/ 51 h 12455"/>
                <a:gd name="connsiteX4" fmla="*/ 7082 w 390337"/>
                <a:gd name="connsiteY4" fmla="*/ 51 h 12455"/>
                <a:gd name="connsiteX5" fmla="*/ 384860 w 390337"/>
                <a:gd name="connsiteY5" fmla="*/ 51 h 12455"/>
                <a:gd name="connsiteX6" fmla="*/ 390286 w 390337"/>
                <a:gd name="connsiteY6" fmla="*/ 7023 h 12455"/>
                <a:gd name="connsiteX7" fmla="*/ 384860 w 390337"/>
                <a:gd name="connsiteY7" fmla="*/ 12404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337" h="12455">
                  <a:moveTo>
                    <a:pt x="384860" y="12404"/>
                  </a:moveTo>
                  <a:lnTo>
                    <a:pt x="7082" y="12404"/>
                  </a:lnTo>
                  <a:cubicBezTo>
                    <a:pt x="3643" y="12843"/>
                    <a:pt x="495" y="10434"/>
                    <a:pt x="52" y="7023"/>
                  </a:cubicBezTo>
                  <a:cubicBezTo>
                    <a:pt x="-391" y="3612"/>
                    <a:pt x="2038" y="490"/>
                    <a:pt x="5478" y="51"/>
                  </a:cubicBezTo>
                  <a:cubicBezTo>
                    <a:pt x="6010" y="-17"/>
                    <a:pt x="6549" y="-17"/>
                    <a:pt x="7082" y="51"/>
                  </a:cubicBezTo>
                  <a:lnTo>
                    <a:pt x="384860" y="51"/>
                  </a:lnTo>
                  <a:cubicBezTo>
                    <a:pt x="388300" y="491"/>
                    <a:pt x="390729" y="3612"/>
                    <a:pt x="390286" y="7023"/>
                  </a:cubicBezTo>
                  <a:cubicBezTo>
                    <a:pt x="389921" y="9831"/>
                    <a:pt x="387692" y="12042"/>
                    <a:pt x="384860" y="1240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56B873B-9FB4-414C-ABE7-6A6620DE52A8}"/>
                </a:ext>
              </a:extLst>
            </p:cNvPr>
            <p:cNvSpPr/>
            <p:nvPr/>
          </p:nvSpPr>
          <p:spPr>
            <a:xfrm>
              <a:off x="5041996" y="2230103"/>
              <a:ext cx="71849" cy="71257"/>
            </a:xfrm>
            <a:custGeom>
              <a:avLst/>
              <a:gdLst>
                <a:gd name="connsiteX0" fmla="*/ 35925 w 71849"/>
                <a:gd name="connsiteY0" fmla="*/ 71258 h 71257"/>
                <a:gd name="connsiteX1" fmla="*/ 0 w 71849"/>
                <a:gd name="connsiteY1" fmla="*/ 35629 h 71257"/>
                <a:gd name="connsiteX2" fmla="*/ 35925 w 71849"/>
                <a:gd name="connsiteY2" fmla="*/ 0 h 71257"/>
                <a:gd name="connsiteX3" fmla="*/ 71850 w 71849"/>
                <a:gd name="connsiteY3" fmla="*/ 35629 h 71257"/>
                <a:gd name="connsiteX4" fmla="*/ 35925 w 71849"/>
                <a:gd name="connsiteY4" fmla="*/ 71258 h 71257"/>
                <a:gd name="connsiteX5" fmla="*/ 35925 w 71849"/>
                <a:gd name="connsiteY5" fmla="*/ 12353 h 71257"/>
                <a:gd name="connsiteX6" fmla="*/ 12455 w 71849"/>
                <a:gd name="connsiteY6" fmla="*/ 35629 h 71257"/>
                <a:gd name="connsiteX7" fmla="*/ 35925 w 71849"/>
                <a:gd name="connsiteY7" fmla="*/ 58905 h 71257"/>
                <a:gd name="connsiteX8" fmla="*/ 59395 w 71849"/>
                <a:gd name="connsiteY8" fmla="*/ 35629 h 71257"/>
                <a:gd name="connsiteX9" fmla="*/ 35925 w 71849"/>
                <a:gd name="connsiteY9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9" h="71257">
                  <a:moveTo>
                    <a:pt x="35925" y="71258"/>
                  </a:moveTo>
                  <a:cubicBezTo>
                    <a:pt x="16084" y="71258"/>
                    <a:pt x="0" y="55306"/>
                    <a:pt x="0" y="35629"/>
                  </a:cubicBezTo>
                  <a:cubicBezTo>
                    <a:pt x="0" y="15952"/>
                    <a:pt x="16084" y="0"/>
                    <a:pt x="35925" y="0"/>
                  </a:cubicBezTo>
                  <a:cubicBezTo>
                    <a:pt x="55766" y="0"/>
                    <a:pt x="71850" y="15952"/>
                    <a:pt x="71850" y="35629"/>
                  </a:cubicBezTo>
                  <a:cubicBezTo>
                    <a:pt x="71793" y="55283"/>
                    <a:pt x="55742" y="71202"/>
                    <a:pt x="35925" y="71258"/>
                  </a:cubicBezTo>
                  <a:close/>
                  <a:moveTo>
                    <a:pt x="35925" y="12353"/>
                  </a:moveTo>
                  <a:cubicBezTo>
                    <a:pt x="22963" y="12353"/>
                    <a:pt x="12455" y="22774"/>
                    <a:pt x="12455" y="35629"/>
                  </a:cubicBezTo>
                  <a:cubicBezTo>
                    <a:pt x="12455" y="48484"/>
                    <a:pt x="22963" y="58905"/>
                    <a:pt x="35925" y="58905"/>
                  </a:cubicBezTo>
                  <a:cubicBezTo>
                    <a:pt x="48887" y="58905"/>
                    <a:pt x="59395" y="48484"/>
                    <a:pt x="59395" y="35629"/>
                  </a:cubicBezTo>
                  <a:cubicBezTo>
                    <a:pt x="59395" y="22774"/>
                    <a:pt x="48887" y="12353"/>
                    <a:pt x="35925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5B8F092-5BD4-2042-A144-26E8F6F9C566}"/>
                </a:ext>
              </a:extLst>
            </p:cNvPr>
            <p:cNvSpPr/>
            <p:nvPr/>
          </p:nvSpPr>
          <p:spPr>
            <a:xfrm>
              <a:off x="5233150" y="2230103"/>
              <a:ext cx="71849" cy="71257"/>
            </a:xfrm>
            <a:custGeom>
              <a:avLst/>
              <a:gdLst>
                <a:gd name="connsiteX0" fmla="*/ 36028 w 71849"/>
                <a:gd name="connsiteY0" fmla="*/ 71258 h 71257"/>
                <a:gd name="connsiteX1" fmla="*/ 0 w 71849"/>
                <a:gd name="connsiteY1" fmla="*/ 35731 h 71257"/>
                <a:gd name="connsiteX2" fmla="*/ 35822 w 71849"/>
                <a:gd name="connsiteY2" fmla="*/ 0 h 71257"/>
                <a:gd name="connsiteX3" fmla="*/ 71850 w 71849"/>
                <a:gd name="connsiteY3" fmla="*/ 35527 h 71257"/>
                <a:gd name="connsiteX4" fmla="*/ 71850 w 71849"/>
                <a:gd name="connsiteY4" fmla="*/ 35629 h 71257"/>
                <a:gd name="connsiteX5" fmla="*/ 36028 w 71849"/>
                <a:gd name="connsiteY5" fmla="*/ 71258 h 71257"/>
                <a:gd name="connsiteX6" fmla="*/ 36028 w 71849"/>
                <a:gd name="connsiteY6" fmla="*/ 12353 h 71257"/>
                <a:gd name="connsiteX7" fmla="*/ 12049 w 71849"/>
                <a:gd name="connsiteY7" fmla="*/ 35113 h 71257"/>
                <a:gd name="connsiteX8" fmla="*/ 34999 w 71849"/>
                <a:gd name="connsiteY8" fmla="*/ 58894 h 71257"/>
                <a:gd name="connsiteX9" fmla="*/ 58977 w 71849"/>
                <a:gd name="connsiteY9" fmla="*/ 36134 h 71257"/>
                <a:gd name="connsiteX10" fmla="*/ 58983 w 71849"/>
                <a:gd name="connsiteY10" fmla="*/ 35629 h 71257"/>
                <a:gd name="connsiteX11" fmla="*/ 36028 w 71849"/>
                <a:gd name="connsiteY11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49" h="71257">
                  <a:moveTo>
                    <a:pt x="36028" y="71258"/>
                  </a:moveTo>
                  <a:cubicBezTo>
                    <a:pt x="16187" y="71314"/>
                    <a:pt x="57" y="55408"/>
                    <a:pt x="0" y="35731"/>
                  </a:cubicBezTo>
                  <a:cubicBezTo>
                    <a:pt x="-57" y="16054"/>
                    <a:pt x="15981" y="57"/>
                    <a:pt x="35822" y="0"/>
                  </a:cubicBezTo>
                  <a:cubicBezTo>
                    <a:pt x="55663" y="-56"/>
                    <a:pt x="71793" y="15850"/>
                    <a:pt x="71850" y="35527"/>
                  </a:cubicBezTo>
                  <a:cubicBezTo>
                    <a:pt x="71850" y="35561"/>
                    <a:pt x="71850" y="35595"/>
                    <a:pt x="71850" y="35629"/>
                  </a:cubicBezTo>
                  <a:cubicBezTo>
                    <a:pt x="71850" y="55266"/>
                    <a:pt x="55828" y="71201"/>
                    <a:pt x="36028" y="71258"/>
                  </a:cubicBezTo>
                  <a:close/>
                  <a:moveTo>
                    <a:pt x="36028" y="12353"/>
                  </a:moveTo>
                  <a:cubicBezTo>
                    <a:pt x="23069" y="12071"/>
                    <a:pt x="12333" y="22261"/>
                    <a:pt x="12049" y="35113"/>
                  </a:cubicBezTo>
                  <a:cubicBezTo>
                    <a:pt x="11765" y="47965"/>
                    <a:pt x="22040" y="58612"/>
                    <a:pt x="34999" y="58894"/>
                  </a:cubicBezTo>
                  <a:cubicBezTo>
                    <a:pt x="47957" y="59176"/>
                    <a:pt x="58693" y="48986"/>
                    <a:pt x="58977" y="36134"/>
                  </a:cubicBezTo>
                  <a:cubicBezTo>
                    <a:pt x="58981" y="35965"/>
                    <a:pt x="58983" y="35797"/>
                    <a:pt x="58983" y="35629"/>
                  </a:cubicBezTo>
                  <a:cubicBezTo>
                    <a:pt x="58986" y="22970"/>
                    <a:pt x="48788" y="12630"/>
                    <a:pt x="36028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E37767FE-AEEF-8149-804F-1F7445A7D514}"/>
                </a:ext>
              </a:extLst>
            </p:cNvPr>
            <p:cNvSpPr/>
            <p:nvPr/>
          </p:nvSpPr>
          <p:spPr>
            <a:xfrm>
              <a:off x="5107979" y="2177119"/>
              <a:ext cx="99540" cy="70543"/>
            </a:xfrm>
            <a:custGeom>
              <a:avLst/>
              <a:gdLst>
                <a:gd name="connsiteX0" fmla="*/ 16470 w 99540"/>
                <a:gd name="connsiteY0" fmla="*/ 70543 h 70543"/>
                <a:gd name="connsiteX1" fmla="*/ 13691 w 99540"/>
                <a:gd name="connsiteY1" fmla="*/ 69931 h 70543"/>
                <a:gd name="connsiteX2" fmla="*/ 10294 w 99540"/>
                <a:gd name="connsiteY2" fmla="*/ 64724 h 70543"/>
                <a:gd name="connsiteX3" fmla="*/ 10294 w 99540"/>
                <a:gd name="connsiteY3" fmla="*/ 48492 h 70543"/>
                <a:gd name="connsiteX4" fmla="*/ 0 w 99540"/>
                <a:gd name="connsiteY4" fmla="*/ 33485 h 70543"/>
                <a:gd name="connsiteX5" fmla="*/ 0 w 99540"/>
                <a:gd name="connsiteY5" fmla="*/ 16232 h 70543"/>
                <a:gd name="connsiteX6" fmla="*/ 16367 w 99540"/>
                <a:gd name="connsiteY6" fmla="*/ 0 h 70543"/>
                <a:gd name="connsiteX7" fmla="*/ 83276 w 99540"/>
                <a:gd name="connsiteY7" fmla="*/ 0 h 70543"/>
                <a:gd name="connsiteX8" fmla="*/ 99540 w 99540"/>
                <a:gd name="connsiteY8" fmla="*/ 16232 h 70543"/>
                <a:gd name="connsiteX9" fmla="*/ 99540 w 99540"/>
                <a:gd name="connsiteY9" fmla="*/ 33485 h 70543"/>
                <a:gd name="connsiteX10" fmla="*/ 83276 w 99540"/>
                <a:gd name="connsiteY10" fmla="*/ 49615 h 70543"/>
                <a:gd name="connsiteX11" fmla="*/ 45704 w 99540"/>
                <a:gd name="connsiteY11" fmla="*/ 49615 h 70543"/>
                <a:gd name="connsiteX12" fmla="*/ 20279 w 99540"/>
                <a:gd name="connsiteY12" fmla="*/ 69216 h 70543"/>
                <a:gd name="connsiteX13" fmla="*/ 16470 w 99540"/>
                <a:gd name="connsiteY13" fmla="*/ 70543 h 70543"/>
                <a:gd name="connsiteX14" fmla="*/ 16470 w 99540"/>
                <a:gd name="connsiteY14" fmla="*/ 12353 h 70543"/>
                <a:gd name="connsiteX15" fmla="*/ 12660 w 99540"/>
                <a:gd name="connsiteY15" fmla="*/ 16129 h 70543"/>
                <a:gd name="connsiteX16" fmla="*/ 12661 w 99540"/>
                <a:gd name="connsiteY16" fmla="*/ 16232 h 70543"/>
                <a:gd name="connsiteX17" fmla="*/ 12661 w 99540"/>
                <a:gd name="connsiteY17" fmla="*/ 33485 h 70543"/>
                <a:gd name="connsiteX18" fmla="*/ 16470 w 99540"/>
                <a:gd name="connsiteY18" fmla="*/ 37262 h 70543"/>
                <a:gd name="connsiteX19" fmla="*/ 23161 w 99540"/>
                <a:gd name="connsiteY19" fmla="*/ 43490 h 70543"/>
                <a:gd name="connsiteX20" fmla="*/ 23161 w 99540"/>
                <a:gd name="connsiteY20" fmla="*/ 51657 h 70543"/>
                <a:gd name="connsiteX21" fmla="*/ 40043 w 99540"/>
                <a:gd name="connsiteY21" fmla="*/ 38589 h 70543"/>
                <a:gd name="connsiteX22" fmla="*/ 43851 w 99540"/>
                <a:gd name="connsiteY22" fmla="*/ 37262 h 70543"/>
                <a:gd name="connsiteX23" fmla="*/ 83276 w 99540"/>
                <a:gd name="connsiteY23" fmla="*/ 37262 h 70543"/>
                <a:gd name="connsiteX24" fmla="*/ 87085 w 99540"/>
                <a:gd name="connsiteY24" fmla="*/ 33485 h 70543"/>
                <a:gd name="connsiteX25" fmla="*/ 87085 w 99540"/>
                <a:gd name="connsiteY25" fmla="*/ 16232 h 70543"/>
                <a:gd name="connsiteX26" fmla="*/ 83276 w 99540"/>
                <a:gd name="connsiteY26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9540" h="70543">
                  <a:moveTo>
                    <a:pt x="16470" y="70543"/>
                  </a:moveTo>
                  <a:cubicBezTo>
                    <a:pt x="15510" y="70536"/>
                    <a:pt x="14563" y="70327"/>
                    <a:pt x="13691" y="69931"/>
                  </a:cubicBezTo>
                  <a:cubicBezTo>
                    <a:pt x="11734" y="68887"/>
                    <a:pt x="10452" y="66922"/>
                    <a:pt x="10294" y="64724"/>
                  </a:cubicBezTo>
                  <a:lnTo>
                    <a:pt x="10294" y="48492"/>
                  </a:lnTo>
                  <a:cubicBezTo>
                    <a:pt x="4062" y="46084"/>
                    <a:pt x="-30" y="40118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276" y="0"/>
                  </a:lnTo>
                  <a:cubicBezTo>
                    <a:pt x="92275" y="56"/>
                    <a:pt x="99540" y="7307"/>
                    <a:pt x="99540" y="16232"/>
                  </a:cubicBezTo>
                  <a:lnTo>
                    <a:pt x="99540" y="33485"/>
                  </a:lnTo>
                  <a:cubicBezTo>
                    <a:pt x="99540" y="42393"/>
                    <a:pt x="92258" y="49615"/>
                    <a:pt x="83276" y="49615"/>
                  </a:cubicBezTo>
                  <a:lnTo>
                    <a:pt x="45704" y="49615"/>
                  </a:lnTo>
                  <a:lnTo>
                    <a:pt x="20279" y="69216"/>
                  </a:lnTo>
                  <a:cubicBezTo>
                    <a:pt x="19180" y="70043"/>
                    <a:pt x="17848" y="70507"/>
                    <a:pt x="16470" y="70543"/>
                  </a:cubicBezTo>
                  <a:close/>
                  <a:moveTo>
                    <a:pt x="16470" y="12353"/>
                  </a:moveTo>
                  <a:cubicBezTo>
                    <a:pt x="14367" y="12352"/>
                    <a:pt x="12661" y="14042"/>
                    <a:pt x="12660" y="16129"/>
                  </a:cubicBezTo>
                  <a:cubicBezTo>
                    <a:pt x="12660" y="16163"/>
                    <a:pt x="12660" y="16198"/>
                    <a:pt x="12661" y="16232"/>
                  </a:cubicBezTo>
                  <a:lnTo>
                    <a:pt x="12661" y="33485"/>
                  </a:lnTo>
                  <a:cubicBezTo>
                    <a:pt x="12661" y="35571"/>
                    <a:pt x="14367" y="37262"/>
                    <a:pt x="16470" y="37262"/>
                  </a:cubicBezTo>
                  <a:cubicBezTo>
                    <a:pt x="20031" y="37203"/>
                    <a:pt x="22995" y="39961"/>
                    <a:pt x="23161" y="43490"/>
                  </a:cubicBezTo>
                  <a:lnTo>
                    <a:pt x="23161" y="51657"/>
                  </a:lnTo>
                  <a:lnTo>
                    <a:pt x="40043" y="38589"/>
                  </a:lnTo>
                  <a:cubicBezTo>
                    <a:pt x="41122" y="37729"/>
                    <a:pt x="42466" y="37261"/>
                    <a:pt x="43851" y="37262"/>
                  </a:cubicBezTo>
                  <a:lnTo>
                    <a:pt x="83276" y="37262"/>
                  </a:lnTo>
                  <a:cubicBezTo>
                    <a:pt x="85357" y="37209"/>
                    <a:pt x="87031" y="35549"/>
                    <a:pt x="87085" y="33485"/>
                  </a:cubicBezTo>
                  <a:lnTo>
                    <a:pt x="87085" y="16232"/>
                  </a:lnTo>
                  <a:cubicBezTo>
                    <a:pt x="87085" y="14129"/>
                    <a:pt x="85396" y="12408"/>
                    <a:pt x="83276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61741AF6-DFF1-BC4C-8A44-DF16A6CBD637}"/>
                </a:ext>
              </a:extLst>
            </p:cNvPr>
            <p:cNvSpPr/>
            <p:nvPr/>
          </p:nvSpPr>
          <p:spPr>
            <a:xfrm>
              <a:off x="5136904" y="2197945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11F84AE-1541-444D-B6E3-3338CD8FC3F0}"/>
                </a:ext>
              </a:extLst>
            </p:cNvPr>
            <p:cNvSpPr/>
            <p:nvPr/>
          </p:nvSpPr>
          <p:spPr>
            <a:xfrm>
              <a:off x="5152551" y="2197945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99E50927-D0B4-FE41-993A-83CFC3F4705D}"/>
                </a:ext>
              </a:extLst>
            </p:cNvPr>
            <p:cNvSpPr/>
            <p:nvPr/>
          </p:nvSpPr>
          <p:spPr>
            <a:xfrm>
              <a:off x="5168610" y="2197944"/>
              <a:ext cx="10293" cy="10208"/>
            </a:xfrm>
            <a:custGeom>
              <a:avLst/>
              <a:gdLst>
                <a:gd name="connsiteX0" fmla="*/ 10293 w 10293"/>
                <a:gd name="connsiteY0" fmla="*/ 5003 h 10208"/>
                <a:gd name="connsiteX1" fmla="*/ 5249 w 10293"/>
                <a:gd name="connsiteY1" fmla="*/ 10208 h 10208"/>
                <a:gd name="connsiteX2" fmla="*/ 1 w 10293"/>
                <a:gd name="connsiteY2" fmla="*/ 5206 h 10208"/>
                <a:gd name="connsiteX3" fmla="*/ 5045 w 10293"/>
                <a:gd name="connsiteY3" fmla="*/ 1 h 10208"/>
                <a:gd name="connsiteX4" fmla="*/ 5249 w 10293"/>
                <a:gd name="connsiteY4" fmla="*/ 1 h 10208"/>
                <a:gd name="connsiteX5" fmla="*/ 10293 w 10293"/>
                <a:gd name="connsiteY5" fmla="*/ 5003 h 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3" h="10208">
                  <a:moveTo>
                    <a:pt x="10293" y="5003"/>
                  </a:moveTo>
                  <a:cubicBezTo>
                    <a:pt x="10349" y="7822"/>
                    <a:pt x="8091" y="10152"/>
                    <a:pt x="5249" y="10208"/>
                  </a:cubicBezTo>
                  <a:cubicBezTo>
                    <a:pt x="2407" y="10264"/>
                    <a:pt x="57" y="8024"/>
                    <a:pt x="1" y="5206"/>
                  </a:cubicBezTo>
                  <a:cubicBezTo>
                    <a:pt x="-55" y="2387"/>
                    <a:pt x="2203" y="57"/>
                    <a:pt x="5045" y="1"/>
                  </a:cubicBezTo>
                  <a:cubicBezTo>
                    <a:pt x="5113" y="0"/>
                    <a:pt x="5181" y="0"/>
                    <a:pt x="5249" y="1"/>
                  </a:cubicBezTo>
                  <a:cubicBezTo>
                    <a:pt x="8034" y="1"/>
                    <a:pt x="10293" y="2241"/>
                    <a:pt x="10293" y="500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FCF7FF3B-254C-4043-87CA-2ECC697378DF}"/>
                </a:ext>
              </a:extLst>
            </p:cNvPr>
            <p:cNvSpPr/>
            <p:nvPr/>
          </p:nvSpPr>
          <p:spPr>
            <a:xfrm>
              <a:off x="5219254" y="2149964"/>
              <a:ext cx="99539" cy="70543"/>
            </a:xfrm>
            <a:custGeom>
              <a:avLst/>
              <a:gdLst>
                <a:gd name="connsiteX0" fmla="*/ 83173 w 99539"/>
                <a:gd name="connsiteY0" fmla="*/ 70543 h 70543"/>
                <a:gd name="connsiteX1" fmla="*/ 79364 w 99539"/>
                <a:gd name="connsiteY1" fmla="*/ 69216 h 70543"/>
                <a:gd name="connsiteX2" fmla="*/ 53836 w 99539"/>
                <a:gd name="connsiteY2" fmla="*/ 49717 h 70543"/>
                <a:gd name="connsiteX3" fmla="*/ 16367 w 99539"/>
                <a:gd name="connsiteY3" fmla="*/ 49717 h 70543"/>
                <a:gd name="connsiteX4" fmla="*/ 0 w 99539"/>
                <a:gd name="connsiteY4" fmla="*/ 33485 h 70543"/>
                <a:gd name="connsiteX5" fmla="*/ 0 w 99539"/>
                <a:gd name="connsiteY5" fmla="*/ 16232 h 70543"/>
                <a:gd name="connsiteX6" fmla="*/ 16367 w 99539"/>
                <a:gd name="connsiteY6" fmla="*/ 0 h 70543"/>
                <a:gd name="connsiteX7" fmla="*/ 83173 w 99539"/>
                <a:gd name="connsiteY7" fmla="*/ 0 h 70543"/>
                <a:gd name="connsiteX8" fmla="*/ 99540 w 99539"/>
                <a:gd name="connsiteY8" fmla="*/ 16232 h 70543"/>
                <a:gd name="connsiteX9" fmla="*/ 99540 w 99539"/>
                <a:gd name="connsiteY9" fmla="*/ 33485 h 70543"/>
                <a:gd name="connsiteX10" fmla="*/ 89246 w 99539"/>
                <a:gd name="connsiteY10" fmla="*/ 48594 h 70543"/>
                <a:gd name="connsiteX11" fmla="*/ 89246 w 99539"/>
                <a:gd name="connsiteY11" fmla="*/ 64316 h 70543"/>
                <a:gd name="connsiteX12" fmla="*/ 85746 w 99539"/>
                <a:gd name="connsiteY12" fmla="*/ 69931 h 70543"/>
                <a:gd name="connsiteX13" fmla="*/ 83173 w 99539"/>
                <a:gd name="connsiteY13" fmla="*/ 70543 h 70543"/>
                <a:gd name="connsiteX14" fmla="*/ 16470 w 99539"/>
                <a:gd name="connsiteY14" fmla="*/ 12353 h 70543"/>
                <a:gd name="connsiteX15" fmla="*/ 12558 w 99539"/>
                <a:gd name="connsiteY15" fmla="*/ 16232 h 70543"/>
                <a:gd name="connsiteX16" fmla="*/ 12558 w 99539"/>
                <a:gd name="connsiteY16" fmla="*/ 33485 h 70543"/>
                <a:gd name="connsiteX17" fmla="*/ 16470 w 99539"/>
                <a:gd name="connsiteY17" fmla="*/ 37364 h 70543"/>
                <a:gd name="connsiteX18" fmla="*/ 56101 w 99539"/>
                <a:gd name="connsiteY18" fmla="*/ 37364 h 70543"/>
                <a:gd name="connsiteX19" fmla="*/ 59909 w 99539"/>
                <a:gd name="connsiteY19" fmla="*/ 38589 h 70543"/>
                <a:gd name="connsiteX20" fmla="*/ 76894 w 99539"/>
                <a:gd name="connsiteY20" fmla="*/ 51759 h 70543"/>
                <a:gd name="connsiteX21" fmla="*/ 76894 w 99539"/>
                <a:gd name="connsiteY21" fmla="*/ 43490 h 70543"/>
                <a:gd name="connsiteX22" fmla="*/ 83069 w 99539"/>
                <a:gd name="connsiteY22" fmla="*/ 37364 h 70543"/>
                <a:gd name="connsiteX23" fmla="*/ 83173 w 99539"/>
                <a:gd name="connsiteY23" fmla="*/ 37364 h 70543"/>
                <a:gd name="connsiteX24" fmla="*/ 87485 w 99539"/>
                <a:gd name="connsiteY24" fmla="*/ 33702 h 70543"/>
                <a:gd name="connsiteX25" fmla="*/ 87496 w 99539"/>
                <a:gd name="connsiteY25" fmla="*/ 33485 h 70543"/>
                <a:gd name="connsiteX26" fmla="*/ 87496 w 99539"/>
                <a:gd name="connsiteY26" fmla="*/ 16232 h 70543"/>
                <a:gd name="connsiteX27" fmla="*/ 83607 w 99539"/>
                <a:gd name="connsiteY27" fmla="*/ 12331 h 70543"/>
                <a:gd name="connsiteX28" fmla="*/ 83173 w 99539"/>
                <a:gd name="connsiteY28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539" h="70543">
                  <a:moveTo>
                    <a:pt x="83173" y="70543"/>
                  </a:moveTo>
                  <a:cubicBezTo>
                    <a:pt x="81787" y="70553"/>
                    <a:pt x="80440" y="70084"/>
                    <a:pt x="79364" y="69216"/>
                  </a:cubicBezTo>
                  <a:lnTo>
                    <a:pt x="53836" y="49717"/>
                  </a:lnTo>
                  <a:lnTo>
                    <a:pt x="16367" y="49717"/>
                  </a:lnTo>
                  <a:cubicBezTo>
                    <a:pt x="7328" y="49717"/>
                    <a:pt x="0" y="42450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173" y="0"/>
                  </a:lnTo>
                  <a:cubicBezTo>
                    <a:pt x="92212" y="0"/>
                    <a:pt x="99540" y="7267"/>
                    <a:pt x="99540" y="16232"/>
                  </a:cubicBezTo>
                  <a:lnTo>
                    <a:pt x="99540" y="33485"/>
                  </a:lnTo>
                  <a:cubicBezTo>
                    <a:pt x="99526" y="40129"/>
                    <a:pt x="95456" y="46103"/>
                    <a:pt x="89246" y="48594"/>
                  </a:cubicBezTo>
                  <a:lnTo>
                    <a:pt x="89246" y="64316"/>
                  </a:lnTo>
                  <a:cubicBezTo>
                    <a:pt x="89234" y="66690"/>
                    <a:pt x="87883" y="68858"/>
                    <a:pt x="85746" y="69931"/>
                  </a:cubicBezTo>
                  <a:cubicBezTo>
                    <a:pt x="84937" y="70300"/>
                    <a:pt x="84063" y="70508"/>
                    <a:pt x="83173" y="70543"/>
                  </a:cubicBezTo>
                  <a:close/>
                  <a:moveTo>
                    <a:pt x="16470" y="12353"/>
                  </a:moveTo>
                  <a:cubicBezTo>
                    <a:pt x="14310" y="12353"/>
                    <a:pt x="12558" y="14090"/>
                    <a:pt x="12558" y="16232"/>
                  </a:cubicBezTo>
                  <a:lnTo>
                    <a:pt x="12558" y="33485"/>
                  </a:lnTo>
                  <a:cubicBezTo>
                    <a:pt x="12558" y="35628"/>
                    <a:pt x="14310" y="37364"/>
                    <a:pt x="16470" y="37364"/>
                  </a:cubicBezTo>
                  <a:lnTo>
                    <a:pt x="56101" y="37364"/>
                  </a:lnTo>
                  <a:cubicBezTo>
                    <a:pt x="57473" y="37334"/>
                    <a:pt x="58816" y="37766"/>
                    <a:pt x="59909" y="38589"/>
                  </a:cubicBezTo>
                  <a:lnTo>
                    <a:pt x="76894" y="51759"/>
                  </a:lnTo>
                  <a:lnTo>
                    <a:pt x="76894" y="43490"/>
                  </a:lnTo>
                  <a:cubicBezTo>
                    <a:pt x="76893" y="40107"/>
                    <a:pt x="79658" y="37364"/>
                    <a:pt x="83069" y="37364"/>
                  </a:cubicBezTo>
                  <a:cubicBezTo>
                    <a:pt x="83104" y="37364"/>
                    <a:pt x="83138" y="37364"/>
                    <a:pt x="83173" y="37364"/>
                  </a:cubicBezTo>
                  <a:cubicBezTo>
                    <a:pt x="85384" y="37534"/>
                    <a:pt x="87314" y="35894"/>
                    <a:pt x="87485" y="33702"/>
                  </a:cubicBezTo>
                  <a:cubicBezTo>
                    <a:pt x="87491" y="33630"/>
                    <a:pt x="87495" y="33557"/>
                    <a:pt x="87496" y="33485"/>
                  </a:cubicBezTo>
                  <a:lnTo>
                    <a:pt x="87496" y="16232"/>
                  </a:lnTo>
                  <a:cubicBezTo>
                    <a:pt x="87508" y="14090"/>
                    <a:pt x="85767" y="12343"/>
                    <a:pt x="83607" y="12331"/>
                  </a:cubicBezTo>
                  <a:cubicBezTo>
                    <a:pt x="83462" y="12330"/>
                    <a:pt x="83317" y="12338"/>
                    <a:pt x="83173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53DDBAA8-155E-A640-8729-C24A823F6BB3}"/>
                </a:ext>
              </a:extLst>
            </p:cNvPr>
            <p:cNvSpPr/>
            <p:nvPr/>
          </p:nvSpPr>
          <p:spPr>
            <a:xfrm>
              <a:off x="5279781" y="2170790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E7D725AD-AF45-4549-A913-FC3D31E4D298}"/>
                </a:ext>
              </a:extLst>
            </p:cNvPr>
            <p:cNvSpPr/>
            <p:nvPr/>
          </p:nvSpPr>
          <p:spPr>
            <a:xfrm>
              <a:off x="5264117" y="2170381"/>
              <a:ext cx="10088" cy="10004"/>
            </a:xfrm>
            <a:custGeom>
              <a:avLst/>
              <a:gdLst>
                <a:gd name="connsiteX0" fmla="*/ 17 w 10088"/>
                <a:gd name="connsiteY0" fmla="*/ 5411 h 10004"/>
                <a:gd name="connsiteX1" fmla="*/ 5456 w 10088"/>
                <a:gd name="connsiteY1" fmla="*/ 9988 h 10004"/>
                <a:gd name="connsiteX2" fmla="*/ 10071 w 10088"/>
                <a:gd name="connsiteY2" fmla="*/ 4594 h 10004"/>
                <a:gd name="connsiteX3" fmla="*/ 5061 w 10088"/>
                <a:gd name="connsiteY3" fmla="*/ 0 h 10004"/>
                <a:gd name="connsiteX4" fmla="*/ 0 w 10088"/>
                <a:gd name="connsiteY4" fmla="*/ 4986 h 10004"/>
                <a:gd name="connsiteX5" fmla="*/ 17 w 10088"/>
                <a:gd name="connsiteY5" fmla="*/ 5411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88" h="10004">
                  <a:moveTo>
                    <a:pt x="17" y="5411"/>
                  </a:moveTo>
                  <a:cubicBezTo>
                    <a:pt x="244" y="8164"/>
                    <a:pt x="2679" y="10214"/>
                    <a:pt x="5456" y="9988"/>
                  </a:cubicBezTo>
                  <a:cubicBezTo>
                    <a:pt x="8232" y="9762"/>
                    <a:pt x="10298" y="7347"/>
                    <a:pt x="10071" y="4594"/>
                  </a:cubicBezTo>
                  <a:cubicBezTo>
                    <a:pt x="9857" y="2005"/>
                    <a:pt x="7680" y="9"/>
                    <a:pt x="5061" y="0"/>
                  </a:cubicBezTo>
                  <a:cubicBezTo>
                    <a:pt x="2275" y="-9"/>
                    <a:pt x="9" y="2223"/>
                    <a:pt x="0" y="4986"/>
                  </a:cubicBezTo>
                  <a:cubicBezTo>
                    <a:pt x="0" y="5128"/>
                    <a:pt x="5" y="5269"/>
                    <a:pt x="17" y="541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76AACC6-E69F-4444-95FA-1A85DDD43647}"/>
                </a:ext>
              </a:extLst>
            </p:cNvPr>
            <p:cNvSpPr/>
            <p:nvPr/>
          </p:nvSpPr>
          <p:spPr>
            <a:xfrm>
              <a:off x="5248385" y="2170790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2" name="Graphic 62">
            <a:extLst>
              <a:ext uri="{FF2B5EF4-FFF2-40B4-BE49-F238E27FC236}">
                <a16:creationId xmlns:a16="http://schemas.microsoft.com/office/drawing/2014/main" id="{0946FA2B-0E9B-D140-82F2-6C5EC1049BF7}"/>
              </a:ext>
            </a:extLst>
          </p:cNvPr>
          <p:cNvGrpSpPr>
            <a:grpSpLocks noChangeAspect="1"/>
          </p:cNvGrpSpPr>
          <p:nvPr/>
        </p:nvGrpSpPr>
        <p:grpSpPr>
          <a:xfrm>
            <a:off x="6882140" y="5020963"/>
            <a:ext cx="249147" cy="372348"/>
            <a:chOff x="5052388" y="2094083"/>
            <a:chExt cx="249147" cy="372348"/>
          </a:xfrm>
          <a:solidFill>
            <a:srgbClr val="FFFFFF"/>
          </a:solidFill>
        </p:grpSpPr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57FA6669-9454-A847-9E1E-AA4090AFEA8F}"/>
                </a:ext>
              </a:extLst>
            </p:cNvPr>
            <p:cNvSpPr/>
            <p:nvPr/>
          </p:nvSpPr>
          <p:spPr>
            <a:xfrm>
              <a:off x="5084737" y="2094083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3F80A1FE-1F0E-3D44-8977-AD2602CD11AC}"/>
                </a:ext>
              </a:extLst>
            </p:cNvPr>
            <p:cNvSpPr/>
            <p:nvPr/>
          </p:nvSpPr>
          <p:spPr>
            <a:xfrm>
              <a:off x="5084737" y="2421627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99351720-366D-694A-8007-65DCB52FDBB8}"/>
                </a:ext>
              </a:extLst>
            </p:cNvPr>
            <p:cNvSpPr/>
            <p:nvPr/>
          </p:nvSpPr>
          <p:spPr>
            <a:xfrm>
              <a:off x="5099339" y="2126501"/>
              <a:ext cx="155906" cy="307460"/>
            </a:xfrm>
            <a:custGeom>
              <a:avLst/>
              <a:gdLst>
                <a:gd name="connsiteX0" fmla="*/ 149872 w 155906"/>
                <a:gd name="connsiteY0" fmla="*/ 307461 h 307460"/>
                <a:gd name="connsiteX1" fmla="*/ 6037 w 155906"/>
                <a:gd name="connsiteY1" fmla="*/ 307461 h 307460"/>
                <a:gd name="connsiteX2" fmla="*/ 2 w 155906"/>
                <a:gd name="connsiteY2" fmla="*/ 301344 h 307460"/>
                <a:gd name="connsiteX3" fmla="*/ 2 w 155906"/>
                <a:gd name="connsiteY3" fmla="*/ 261586 h 307460"/>
                <a:gd name="connsiteX4" fmla="*/ 20823 w 155906"/>
                <a:gd name="connsiteY4" fmla="*/ 191857 h 307460"/>
                <a:gd name="connsiteX5" fmla="*/ 36514 w 155906"/>
                <a:gd name="connsiteY5" fmla="*/ 168104 h 307460"/>
                <a:gd name="connsiteX6" fmla="*/ 36514 w 155906"/>
                <a:gd name="connsiteY6" fmla="*/ 138541 h 307460"/>
                <a:gd name="connsiteX7" fmla="*/ 20823 w 155906"/>
                <a:gd name="connsiteY7" fmla="*/ 115094 h 307460"/>
                <a:gd name="connsiteX8" fmla="*/ 2 w 155906"/>
                <a:gd name="connsiteY8" fmla="*/ 45874 h 307460"/>
                <a:gd name="connsiteX9" fmla="*/ 2 w 155906"/>
                <a:gd name="connsiteY9" fmla="*/ 6117 h 307460"/>
                <a:gd name="connsiteX10" fmla="*/ 6037 w 155906"/>
                <a:gd name="connsiteY10" fmla="*/ 0 h 307460"/>
                <a:gd name="connsiteX11" fmla="*/ 149872 w 155906"/>
                <a:gd name="connsiteY11" fmla="*/ 0 h 307460"/>
                <a:gd name="connsiteX12" fmla="*/ 155907 w 155906"/>
                <a:gd name="connsiteY12" fmla="*/ 6117 h 307460"/>
                <a:gd name="connsiteX13" fmla="*/ 155907 w 155906"/>
                <a:gd name="connsiteY13" fmla="*/ 45874 h 307460"/>
                <a:gd name="connsiteX14" fmla="*/ 134885 w 155906"/>
                <a:gd name="connsiteY14" fmla="*/ 115094 h 307460"/>
                <a:gd name="connsiteX15" fmla="*/ 119093 w 155906"/>
                <a:gd name="connsiteY15" fmla="*/ 138949 h 307460"/>
                <a:gd name="connsiteX16" fmla="*/ 119093 w 155906"/>
                <a:gd name="connsiteY16" fmla="*/ 168512 h 307460"/>
                <a:gd name="connsiteX17" fmla="*/ 134885 w 155906"/>
                <a:gd name="connsiteY17" fmla="*/ 191857 h 307460"/>
                <a:gd name="connsiteX18" fmla="*/ 155605 w 155906"/>
                <a:gd name="connsiteY18" fmla="*/ 261179 h 307460"/>
                <a:gd name="connsiteX19" fmla="*/ 155605 w 155906"/>
                <a:gd name="connsiteY19" fmla="*/ 300936 h 307460"/>
                <a:gd name="connsiteX20" fmla="*/ 149993 w 155906"/>
                <a:gd name="connsiteY20" fmla="*/ 307454 h 307460"/>
                <a:gd name="connsiteX21" fmla="*/ 149872 w 155906"/>
                <a:gd name="connsiteY21" fmla="*/ 307461 h 307460"/>
                <a:gd name="connsiteX22" fmla="*/ 12172 w 155906"/>
                <a:gd name="connsiteY22" fmla="*/ 295126 h 307460"/>
                <a:gd name="connsiteX23" fmla="*/ 143736 w 155906"/>
                <a:gd name="connsiteY23" fmla="*/ 295126 h 307460"/>
                <a:gd name="connsiteX24" fmla="*/ 143736 w 155906"/>
                <a:gd name="connsiteY24" fmla="*/ 261586 h 307460"/>
                <a:gd name="connsiteX25" fmla="*/ 124827 w 155906"/>
                <a:gd name="connsiteY25" fmla="*/ 199197 h 307460"/>
                <a:gd name="connsiteX26" fmla="*/ 109035 w 155906"/>
                <a:gd name="connsiteY26" fmla="*/ 175342 h 307460"/>
                <a:gd name="connsiteX27" fmla="*/ 109035 w 155906"/>
                <a:gd name="connsiteY27" fmla="*/ 132118 h 307460"/>
                <a:gd name="connsiteX28" fmla="*/ 124827 w 155906"/>
                <a:gd name="connsiteY28" fmla="*/ 108264 h 307460"/>
                <a:gd name="connsiteX29" fmla="*/ 143535 w 155906"/>
                <a:gd name="connsiteY29" fmla="*/ 45874 h 307460"/>
                <a:gd name="connsiteX30" fmla="*/ 143535 w 155906"/>
                <a:gd name="connsiteY30" fmla="*/ 12335 h 307460"/>
                <a:gd name="connsiteX31" fmla="*/ 12172 w 155906"/>
                <a:gd name="connsiteY31" fmla="*/ 12335 h 307460"/>
                <a:gd name="connsiteX32" fmla="*/ 12172 w 155906"/>
                <a:gd name="connsiteY32" fmla="*/ 45874 h 307460"/>
                <a:gd name="connsiteX33" fmla="*/ 30881 w 155906"/>
                <a:gd name="connsiteY33" fmla="*/ 108264 h 307460"/>
                <a:gd name="connsiteX34" fmla="*/ 46673 w 155906"/>
                <a:gd name="connsiteY34" fmla="*/ 132118 h 307460"/>
                <a:gd name="connsiteX35" fmla="*/ 46673 w 155906"/>
                <a:gd name="connsiteY35" fmla="*/ 175342 h 307460"/>
                <a:gd name="connsiteX36" fmla="*/ 30881 w 155906"/>
                <a:gd name="connsiteY36" fmla="*/ 199197 h 307460"/>
                <a:gd name="connsiteX37" fmla="*/ 12172 w 155906"/>
                <a:gd name="connsiteY37" fmla="*/ 261586 h 30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5906" h="307460">
                  <a:moveTo>
                    <a:pt x="149872" y="307461"/>
                  </a:moveTo>
                  <a:lnTo>
                    <a:pt x="6037" y="307461"/>
                  </a:lnTo>
                  <a:cubicBezTo>
                    <a:pt x="2704" y="307461"/>
                    <a:pt x="2" y="304722"/>
                    <a:pt x="2" y="301344"/>
                  </a:cubicBezTo>
                  <a:lnTo>
                    <a:pt x="2" y="261586"/>
                  </a:lnTo>
                  <a:cubicBezTo>
                    <a:pt x="-130" y="236751"/>
                    <a:pt x="7125" y="212451"/>
                    <a:pt x="20823" y="191857"/>
                  </a:cubicBezTo>
                  <a:lnTo>
                    <a:pt x="36514" y="168104"/>
                  </a:lnTo>
                  <a:cubicBezTo>
                    <a:pt x="42413" y="159157"/>
                    <a:pt x="42413" y="147489"/>
                    <a:pt x="36514" y="138541"/>
                  </a:cubicBezTo>
                  <a:lnTo>
                    <a:pt x="20823" y="115094"/>
                  </a:lnTo>
                  <a:cubicBezTo>
                    <a:pt x="7194" y="94658"/>
                    <a:pt x="-60" y="70541"/>
                    <a:pt x="2" y="45874"/>
                  </a:cubicBezTo>
                  <a:lnTo>
                    <a:pt x="2" y="6117"/>
                  </a:lnTo>
                  <a:cubicBezTo>
                    <a:pt x="2" y="2738"/>
                    <a:pt x="2704" y="0"/>
                    <a:pt x="6037" y="0"/>
                  </a:cubicBezTo>
                  <a:lnTo>
                    <a:pt x="149872" y="0"/>
                  </a:lnTo>
                  <a:cubicBezTo>
                    <a:pt x="153205" y="0"/>
                    <a:pt x="155907" y="2738"/>
                    <a:pt x="155907" y="6117"/>
                  </a:cubicBezTo>
                  <a:lnTo>
                    <a:pt x="155907" y="45874"/>
                  </a:lnTo>
                  <a:cubicBezTo>
                    <a:pt x="155867" y="70556"/>
                    <a:pt x="148546" y="94662"/>
                    <a:pt x="134885" y="115094"/>
                  </a:cubicBezTo>
                  <a:lnTo>
                    <a:pt x="119093" y="138949"/>
                  </a:lnTo>
                  <a:cubicBezTo>
                    <a:pt x="113194" y="147896"/>
                    <a:pt x="113194" y="159564"/>
                    <a:pt x="119093" y="168512"/>
                  </a:cubicBezTo>
                  <a:lnTo>
                    <a:pt x="134885" y="191857"/>
                  </a:lnTo>
                  <a:cubicBezTo>
                    <a:pt x="148430" y="212366"/>
                    <a:pt x="155644" y="236499"/>
                    <a:pt x="155605" y="261179"/>
                  </a:cubicBezTo>
                  <a:lnTo>
                    <a:pt x="155605" y="300936"/>
                  </a:lnTo>
                  <a:cubicBezTo>
                    <a:pt x="155831" y="304307"/>
                    <a:pt x="153319" y="307225"/>
                    <a:pt x="149993" y="307454"/>
                  </a:cubicBezTo>
                  <a:cubicBezTo>
                    <a:pt x="149953" y="307457"/>
                    <a:pt x="149912" y="307459"/>
                    <a:pt x="149872" y="307461"/>
                  </a:cubicBezTo>
                  <a:close/>
                  <a:moveTo>
                    <a:pt x="12172" y="295126"/>
                  </a:moveTo>
                  <a:lnTo>
                    <a:pt x="143736" y="295126"/>
                  </a:lnTo>
                  <a:lnTo>
                    <a:pt x="143736" y="261586"/>
                  </a:lnTo>
                  <a:cubicBezTo>
                    <a:pt x="143712" y="239344"/>
                    <a:pt x="137127" y="217617"/>
                    <a:pt x="124827" y="199197"/>
                  </a:cubicBezTo>
                  <a:lnTo>
                    <a:pt x="109035" y="175342"/>
                  </a:lnTo>
                  <a:cubicBezTo>
                    <a:pt x="100448" y="162249"/>
                    <a:pt x="100448" y="145212"/>
                    <a:pt x="109035" y="132118"/>
                  </a:cubicBezTo>
                  <a:lnTo>
                    <a:pt x="124827" y="108264"/>
                  </a:lnTo>
                  <a:cubicBezTo>
                    <a:pt x="137056" y="89821"/>
                    <a:pt x="143571" y="68095"/>
                    <a:pt x="143535" y="45874"/>
                  </a:cubicBezTo>
                  <a:lnTo>
                    <a:pt x="143535" y="12335"/>
                  </a:lnTo>
                  <a:lnTo>
                    <a:pt x="12172" y="12335"/>
                  </a:lnTo>
                  <a:lnTo>
                    <a:pt x="12172" y="45874"/>
                  </a:lnTo>
                  <a:cubicBezTo>
                    <a:pt x="12137" y="68095"/>
                    <a:pt x="18652" y="89821"/>
                    <a:pt x="30881" y="108264"/>
                  </a:cubicBezTo>
                  <a:lnTo>
                    <a:pt x="46673" y="132118"/>
                  </a:lnTo>
                  <a:cubicBezTo>
                    <a:pt x="55259" y="145212"/>
                    <a:pt x="55259" y="162249"/>
                    <a:pt x="46673" y="175342"/>
                  </a:cubicBezTo>
                  <a:lnTo>
                    <a:pt x="30881" y="199197"/>
                  </a:lnTo>
                  <a:cubicBezTo>
                    <a:pt x="18635" y="217632"/>
                    <a:pt x="12118" y="239363"/>
                    <a:pt x="12172" y="2615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00116DFA-E579-7140-A2EB-9A8FFDE8CB03}"/>
                </a:ext>
              </a:extLst>
            </p:cNvPr>
            <p:cNvSpPr/>
            <p:nvPr/>
          </p:nvSpPr>
          <p:spPr>
            <a:xfrm>
              <a:off x="5099661" y="2159237"/>
              <a:ext cx="155612" cy="27736"/>
            </a:xfrm>
            <a:custGeom>
              <a:avLst/>
              <a:gdLst>
                <a:gd name="connsiteX0" fmla="*/ 6117 w 155612"/>
                <a:gd name="connsiteY0" fmla="*/ 27717 h 27736"/>
                <a:gd name="connsiteX1" fmla="*/ 0 w 155612"/>
                <a:gd name="connsiteY1" fmla="*/ 21480 h 27736"/>
                <a:gd name="connsiteX2" fmla="*/ 1993 w 155612"/>
                <a:gd name="connsiteY2" fmla="*/ 16911 h 27736"/>
                <a:gd name="connsiteX3" fmla="*/ 71497 w 155612"/>
                <a:gd name="connsiteY3" fmla="*/ 3964 h 27736"/>
                <a:gd name="connsiteX4" fmla="*/ 147740 w 155612"/>
                <a:gd name="connsiteY4" fmla="*/ 3964 h 27736"/>
                <a:gd name="connsiteX5" fmla="*/ 155334 w 155612"/>
                <a:gd name="connsiteY5" fmla="*/ 7991 h 27736"/>
                <a:gd name="connsiteX6" fmla="*/ 151361 w 155612"/>
                <a:gd name="connsiteY6" fmla="*/ 15688 h 27736"/>
                <a:gd name="connsiteX7" fmla="*/ 67574 w 155612"/>
                <a:gd name="connsiteY7" fmla="*/ 15688 h 27736"/>
                <a:gd name="connsiteX8" fmla="*/ 10141 w 155612"/>
                <a:gd name="connsiteY8" fmla="*/ 26596 h 27736"/>
                <a:gd name="connsiteX9" fmla="*/ 6117 w 155612"/>
                <a:gd name="connsiteY9" fmla="*/ 27717 h 2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2" h="27736">
                  <a:moveTo>
                    <a:pt x="6117" y="27717"/>
                  </a:moveTo>
                  <a:cubicBezTo>
                    <a:pt x="2729" y="27707"/>
                    <a:pt x="-10" y="24914"/>
                    <a:pt x="0" y="21480"/>
                  </a:cubicBezTo>
                  <a:cubicBezTo>
                    <a:pt x="5" y="19741"/>
                    <a:pt x="728" y="18085"/>
                    <a:pt x="1993" y="16911"/>
                  </a:cubicBezTo>
                  <a:cubicBezTo>
                    <a:pt x="21336" y="580"/>
                    <a:pt x="47689" y="-4329"/>
                    <a:pt x="71497" y="3964"/>
                  </a:cubicBezTo>
                  <a:cubicBezTo>
                    <a:pt x="96251" y="12269"/>
                    <a:pt x="122986" y="12269"/>
                    <a:pt x="147740" y="3964"/>
                  </a:cubicBezTo>
                  <a:cubicBezTo>
                    <a:pt x="150934" y="2951"/>
                    <a:pt x="154334" y="4754"/>
                    <a:pt x="155334" y="7991"/>
                  </a:cubicBezTo>
                  <a:cubicBezTo>
                    <a:pt x="156334" y="11228"/>
                    <a:pt x="154555" y="14674"/>
                    <a:pt x="151361" y="15688"/>
                  </a:cubicBezTo>
                  <a:cubicBezTo>
                    <a:pt x="124156" y="24802"/>
                    <a:pt x="94779" y="24802"/>
                    <a:pt x="67574" y="15688"/>
                  </a:cubicBezTo>
                  <a:cubicBezTo>
                    <a:pt x="47853" y="9062"/>
                    <a:pt x="26156" y="13182"/>
                    <a:pt x="10141" y="26596"/>
                  </a:cubicBezTo>
                  <a:cubicBezTo>
                    <a:pt x="8970" y="27434"/>
                    <a:pt x="7546" y="27831"/>
                    <a:pt x="6117" y="277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CC35B5FB-BD89-2946-858C-EEB1528D1A9B}"/>
                </a:ext>
              </a:extLst>
            </p:cNvPr>
            <p:cNvSpPr/>
            <p:nvPr/>
          </p:nvSpPr>
          <p:spPr>
            <a:xfrm>
              <a:off x="5100381" y="2356382"/>
              <a:ext cx="151016" cy="21832"/>
            </a:xfrm>
            <a:custGeom>
              <a:avLst/>
              <a:gdLst>
                <a:gd name="connsiteX0" fmla="*/ 107490 w 151016"/>
                <a:gd name="connsiteY0" fmla="*/ 21817 h 21832"/>
                <a:gd name="connsiteX1" fmla="*/ 75303 w 151016"/>
                <a:gd name="connsiteY1" fmla="*/ 17128 h 21832"/>
                <a:gd name="connsiteX2" fmla="*/ 9220 w 151016"/>
                <a:gd name="connsiteY2" fmla="*/ 20288 h 21832"/>
                <a:gd name="connsiteX3" fmla="*/ 821 w 151016"/>
                <a:gd name="connsiteY3" fmla="*/ 17994 h 21832"/>
                <a:gd name="connsiteX4" fmla="*/ 3084 w 151016"/>
                <a:gd name="connsiteY4" fmla="*/ 9482 h 21832"/>
                <a:gd name="connsiteX5" fmla="*/ 78421 w 151016"/>
                <a:gd name="connsiteY5" fmla="*/ 5201 h 21832"/>
                <a:gd name="connsiteX6" fmla="*/ 142694 w 151016"/>
                <a:gd name="connsiteY6" fmla="*/ 1327 h 21832"/>
                <a:gd name="connsiteX7" fmla="*/ 150614 w 151016"/>
                <a:gd name="connsiteY7" fmla="*/ 4921 h 21832"/>
                <a:gd name="connsiteX8" fmla="*/ 149232 w 151016"/>
                <a:gd name="connsiteY8" fmla="*/ 11521 h 21832"/>
                <a:gd name="connsiteX9" fmla="*/ 107490 w 151016"/>
                <a:gd name="connsiteY9" fmla="*/ 21817 h 2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16" h="21832">
                  <a:moveTo>
                    <a:pt x="107490" y="21817"/>
                  </a:moveTo>
                  <a:cubicBezTo>
                    <a:pt x="96602" y="21733"/>
                    <a:pt x="85774" y="20155"/>
                    <a:pt x="75303" y="17128"/>
                  </a:cubicBezTo>
                  <a:cubicBezTo>
                    <a:pt x="53646" y="9873"/>
                    <a:pt x="30106" y="10998"/>
                    <a:pt x="9220" y="20288"/>
                  </a:cubicBezTo>
                  <a:cubicBezTo>
                    <a:pt x="6275" y="22005"/>
                    <a:pt x="2515" y="20978"/>
                    <a:pt x="821" y="17994"/>
                  </a:cubicBezTo>
                  <a:cubicBezTo>
                    <a:pt x="-874" y="15010"/>
                    <a:pt x="140" y="11199"/>
                    <a:pt x="3084" y="9482"/>
                  </a:cubicBezTo>
                  <a:cubicBezTo>
                    <a:pt x="26780" y="-1463"/>
                    <a:pt x="53667" y="-2991"/>
                    <a:pt x="78421" y="5201"/>
                  </a:cubicBezTo>
                  <a:cubicBezTo>
                    <a:pt x="99528" y="12426"/>
                    <a:pt x="122581" y="11036"/>
                    <a:pt x="142694" y="1327"/>
                  </a:cubicBezTo>
                  <a:cubicBezTo>
                    <a:pt x="145861" y="103"/>
                    <a:pt x="149406" y="1712"/>
                    <a:pt x="150614" y="4921"/>
                  </a:cubicBezTo>
                  <a:cubicBezTo>
                    <a:pt x="151473" y="7205"/>
                    <a:pt x="150933" y="9787"/>
                    <a:pt x="149232" y="11521"/>
                  </a:cubicBezTo>
                  <a:cubicBezTo>
                    <a:pt x="136429" y="18550"/>
                    <a:pt x="122048" y="22097"/>
                    <a:pt x="107490" y="218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40B58F1E-AE9E-244F-8EE4-82052B55A261}"/>
                </a:ext>
              </a:extLst>
            </p:cNvPr>
            <p:cNvSpPr/>
            <p:nvPr/>
          </p:nvSpPr>
          <p:spPr>
            <a:xfrm>
              <a:off x="5159338" y="2237436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757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61" y="23015"/>
                    <a:pt x="9405" y="2557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E3E79D31-4981-C049-BAD0-8A967E66987D}"/>
                </a:ext>
              </a:extLst>
            </p:cNvPr>
            <p:cNvSpPr/>
            <p:nvPr/>
          </p:nvSpPr>
          <p:spPr>
            <a:xfrm>
              <a:off x="5159338" y="2264859"/>
              <a:ext cx="12271" cy="28319"/>
            </a:xfrm>
            <a:custGeom>
              <a:avLst/>
              <a:gdLst>
                <a:gd name="connsiteX0" fmla="*/ 6187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187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187" y="28320"/>
                  </a:moveTo>
                  <a:cubicBezTo>
                    <a:pt x="2798" y="28320"/>
                    <a:pt x="51" y="2553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496"/>
                    <a:pt x="9536" y="28264"/>
                    <a:pt x="6187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7F50712-0AF8-784E-9AAE-4E200F9A1A7E}"/>
                </a:ext>
              </a:extLst>
            </p:cNvPr>
            <p:cNvSpPr/>
            <p:nvPr/>
          </p:nvSpPr>
          <p:spPr>
            <a:xfrm>
              <a:off x="5159338" y="2295034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44"/>
                    <a:pt x="9536" y="2551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EFD9B154-4723-9C43-936E-BD1000E307E4}"/>
                </a:ext>
              </a:extLst>
            </p:cNvPr>
            <p:cNvSpPr/>
            <p:nvPr/>
          </p:nvSpPr>
          <p:spPr>
            <a:xfrm>
              <a:off x="5183881" y="2237436"/>
              <a:ext cx="12271" cy="25581"/>
            </a:xfrm>
            <a:custGeom>
              <a:avLst/>
              <a:gdLst>
                <a:gd name="connsiteX0" fmla="*/ 5684 w 12271"/>
                <a:gd name="connsiteY0" fmla="*/ 25567 h 25581"/>
                <a:gd name="connsiteX1" fmla="*/ 51 w 12271"/>
                <a:gd name="connsiteY1" fmla="*/ 19757 h 25581"/>
                <a:gd name="connsiteX2" fmla="*/ 51 w 12271"/>
                <a:gd name="connsiteY2" fmla="*/ 7014 h 25581"/>
                <a:gd name="connsiteX3" fmla="*/ 5352 w 12271"/>
                <a:gd name="connsiteY3" fmla="*/ 52 h 25581"/>
                <a:gd name="connsiteX4" fmla="*/ 12222 w 12271"/>
                <a:gd name="connsiteY4" fmla="*/ 5425 h 25581"/>
                <a:gd name="connsiteX5" fmla="*/ 12222 w 12271"/>
                <a:gd name="connsiteY5" fmla="*/ 7014 h 25581"/>
                <a:gd name="connsiteX6" fmla="*/ 12222 w 12271"/>
                <a:gd name="connsiteY6" fmla="*/ 19757 h 25581"/>
                <a:gd name="connsiteX7" fmla="*/ 5710 w 12271"/>
                <a:gd name="connsiteY7" fmla="*/ 25569 h 25581"/>
                <a:gd name="connsiteX8" fmla="*/ 5684 w 12271"/>
                <a:gd name="connsiteY8" fmla="*/ 25567 h 2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71" h="25581">
                  <a:moveTo>
                    <a:pt x="5684" y="25567"/>
                  </a:moveTo>
                  <a:cubicBezTo>
                    <a:pt x="2622" y="25364"/>
                    <a:pt x="198" y="22863"/>
                    <a:pt x="51" y="19757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07" y="23184"/>
                    <a:pt x="9092" y="25787"/>
                    <a:pt x="5710" y="25569"/>
                  </a:cubicBezTo>
                  <a:cubicBezTo>
                    <a:pt x="5701" y="25569"/>
                    <a:pt x="5692" y="25568"/>
                    <a:pt x="5684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3C0A768-7577-1743-81D1-15A5AC97FAB5}"/>
                </a:ext>
              </a:extLst>
            </p:cNvPr>
            <p:cNvSpPr/>
            <p:nvPr/>
          </p:nvSpPr>
          <p:spPr>
            <a:xfrm>
              <a:off x="5183478" y="2264859"/>
              <a:ext cx="12271" cy="28319"/>
            </a:xfrm>
            <a:custGeom>
              <a:avLst/>
              <a:gdLst>
                <a:gd name="connsiteX0" fmla="*/ 6086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086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086" y="28320"/>
                  </a:moveTo>
                  <a:cubicBezTo>
                    <a:pt x="2737" y="28264"/>
                    <a:pt x="51" y="2549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536"/>
                    <a:pt x="9475" y="28320"/>
                    <a:pt x="6086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BFEEC51-5853-F84A-9C33-CAFEBD1DADB6}"/>
                </a:ext>
              </a:extLst>
            </p:cNvPr>
            <p:cNvSpPr/>
            <p:nvPr/>
          </p:nvSpPr>
          <p:spPr>
            <a:xfrm>
              <a:off x="5183478" y="2295034"/>
              <a:ext cx="12271" cy="25567"/>
            </a:xfrm>
            <a:custGeom>
              <a:avLst/>
              <a:gdLst>
                <a:gd name="connsiteX0" fmla="*/ 6086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086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086" y="25567"/>
                  </a:moveTo>
                  <a:cubicBezTo>
                    <a:pt x="2737" y="25512"/>
                    <a:pt x="51" y="22744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83"/>
                    <a:pt x="9475" y="25567"/>
                    <a:pt x="6086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F7E5D665-95FB-034D-A79D-810200EDE9CF}"/>
                </a:ext>
              </a:extLst>
            </p:cNvPr>
            <p:cNvSpPr/>
            <p:nvPr/>
          </p:nvSpPr>
          <p:spPr>
            <a:xfrm>
              <a:off x="5052388" y="2453994"/>
              <a:ext cx="249147" cy="12437"/>
            </a:xfrm>
            <a:custGeom>
              <a:avLst/>
              <a:gdLst>
                <a:gd name="connsiteX0" fmla="*/ 243796 w 249147"/>
                <a:gd name="connsiteY0" fmla="*/ 12386 h 12437"/>
                <a:gd name="connsiteX1" fmla="*/ 6920 w 249147"/>
                <a:gd name="connsiteY1" fmla="*/ 12386 h 12437"/>
                <a:gd name="connsiteX2" fmla="*/ 51 w 249147"/>
                <a:gd name="connsiteY2" fmla="*/ 7013 h 12437"/>
                <a:gd name="connsiteX3" fmla="*/ 5352 w 249147"/>
                <a:gd name="connsiteY3" fmla="*/ 51 h 12437"/>
                <a:gd name="connsiteX4" fmla="*/ 6920 w 249147"/>
                <a:gd name="connsiteY4" fmla="*/ 51 h 12437"/>
                <a:gd name="connsiteX5" fmla="*/ 243796 w 249147"/>
                <a:gd name="connsiteY5" fmla="*/ 51 h 12437"/>
                <a:gd name="connsiteX6" fmla="*/ 249097 w 249147"/>
                <a:gd name="connsiteY6" fmla="*/ 7013 h 12437"/>
                <a:gd name="connsiteX7" fmla="*/ 243796 w 249147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147" h="12437">
                  <a:moveTo>
                    <a:pt x="243796" y="12386"/>
                  </a:moveTo>
                  <a:lnTo>
                    <a:pt x="6920" y="12386"/>
                  </a:lnTo>
                  <a:cubicBezTo>
                    <a:pt x="3559" y="12825"/>
                    <a:pt x="484" y="10419"/>
                    <a:pt x="51" y="7013"/>
                  </a:cubicBezTo>
                  <a:cubicBezTo>
                    <a:pt x="-382" y="3607"/>
                    <a:pt x="1991" y="490"/>
                    <a:pt x="5352" y="51"/>
                  </a:cubicBezTo>
                  <a:cubicBezTo>
                    <a:pt x="5873" y="-17"/>
                    <a:pt x="6400" y="-17"/>
                    <a:pt x="6920" y="51"/>
                  </a:cubicBezTo>
                  <a:lnTo>
                    <a:pt x="243796" y="51"/>
                  </a:lnTo>
                  <a:cubicBezTo>
                    <a:pt x="247156" y="490"/>
                    <a:pt x="249530" y="3607"/>
                    <a:pt x="249097" y="7013"/>
                  </a:cubicBezTo>
                  <a:cubicBezTo>
                    <a:pt x="248741" y="9817"/>
                    <a:pt x="246562" y="12025"/>
                    <a:pt x="243796" y="123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5" name="Graphic 64">
            <a:extLst>
              <a:ext uri="{FF2B5EF4-FFF2-40B4-BE49-F238E27FC236}">
                <a16:creationId xmlns:a16="http://schemas.microsoft.com/office/drawing/2014/main" id="{947E3340-472A-8445-AA62-A412671A8F3A}"/>
              </a:ext>
            </a:extLst>
          </p:cNvPr>
          <p:cNvGrpSpPr>
            <a:grpSpLocks noChangeAspect="1"/>
          </p:cNvGrpSpPr>
          <p:nvPr/>
        </p:nvGrpSpPr>
        <p:grpSpPr>
          <a:xfrm>
            <a:off x="4245484" y="3632312"/>
            <a:ext cx="262572" cy="372213"/>
            <a:chOff x="5046187" y="2094083"/>
            <a:chExt cx="262572" cy="372213"/>
          </a:xfrm>
          <a:solidFill>
            <a:srgbClr val="FFFFFF"/>
          </a:solidFill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E6E5226A-74DA-6348-A2B3-1A8E53664B34}"/>
                </a:ext>
              </a:extLst>
            </p:cNvPr>
            <p:cNvSpPr/>
            <p:nvPr/>
          </p:nvSpPr>
          <p:spPr>
            <a:xfrm>
              <a:off x="5074180" y="2394369"/>
              <a:ext cx="225799" cy="71928"/>
            </a:xfrm>
            <a:custGeom>
              <a:avLst/>
              <a:gdLst>
                <a:gd name="connsiteX0" fmla="*/ 187925 w 225799"/>
                <a:gd name="connsiteY0" fmla="*/ 71876 h 71928"/>
                <a:gd name="connsiteX1" fmla="*/ 7024 w 225799"/>
                <a:gd name="connsiteY1" fmla="*/ 71876 h 71928"/>
                <a:gd name="connsiteX2" fmla="*/ 52 w 225799"/>
                <a:gd name="connsiteY2" fmla="*/ 66353 h 71928"/>
                <a:gd name="connsiteX3" fmla="*/ 5432 w 225799"/>
                <a:gd name="connsiteY3" fmla="*/ 59198 h 71928"/>
                <a:gd name="connsiteX4" fmla="*/ 7024 w 225799"/>
                <a:gd name="connsiteY4" fmla="*/ 59198 h 71928"/>
                <a:gd name="connsiteX5" fmla="*/ 29585 w 225799"/>
                <a:gd name="connsiteY5" fmla="*/ 35938 h 71928"/>
                <a:gd name="connsiteX6" fmla="*/ 29585 w 225799"/>
                <a:gd name="connsiteY6" fmla="*/ 6391 h 71928"/>
                <a:gd name="connsiteX7" fmla="*/ 35813 w 225799"/>
                <a:gd name="connsiteY7" fmla="*/ 0 h 71928"/>
                <a:gd name="connsiteX8" fmla="*/ 219572 w 225799"/>
                <a:gd name="connsiteY8" fmla="*/ 0 h 71928"/>
                <a:gd name="connsiteX9" fmla="*/ 225799 w 225799"/>
                <a:gd name="connsiteY9" fmla="*/ 6391 h 71928"/>
                <a:gd name="connsiteX10" fmla="*/ 225799 w 225799"/>
                <a:gd name="connsiteY10" fmla="*/ 32690 h 71928"/>
                <a:gd name="connsiteX11" fmla="*/ 187925 w 225799"/>
                <a:gd name="connsiteY11" fmla="*/ 71876 h 71928"/>
                <a:gd name="connsiteX12" fmla="*/ 33261 w 225799"/>
                <a:gd name="connsiteY12" fmla="*/ 59198 h 71928"/>
                <a:gd name="connsiteX13" fmla="*/ 187925 w 225799"/>
                <a:gd name="connsiteY13" fmla="*/ 59198 h 71928"/>
                <a:gd name="connsiteX14" fmla="*/ 213855 w 225799"/>
                <a:gd name="connsiteY14" fmla="*/ 32690 h 71928"/>
                <a:gd name="connsiteX15" fmla="*/ 213855 w 225799"/>
                <a:gd name="connsiteY15" fmla="*/ 12678 h 71928"/>
                <a:gd name="connsiteX16" fmla="*/ 42040 w 225799"/>
                <a:gd name="connsiteY16" fmla="*/ 12678 h 71928"/>
                <a:gd name="connsiteX17" fmla="*/ 42040 w 225799"/>
                <a:gd name="connsiteY17" fmla="*/ 35938 h 71928"/>
                <a:gd name="connsiteX18" fmla="*/ 33261 w 225799"/>
                <a:gd name="connsiteY18" fmla="*/ 59198 h 7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5799" h="71928">
                  <a:moveTo>
                    <a:pt x="187925" y="71876"/>
                  </a:moveTo>
                  <a:lnTo>
                    <a:pt x="7024" y="71876"/>
                  </a:lnTo>
                  <a:cubicBezTo>
                    <a:pt x="3613" y="72327"/>
                    <a:pt x="491" y="69854"/>
                    <a:pt x="52" y="66353"/>
                  </a:cubicBezTo>
                  <a:cubicBezTo>
                    <a:pt x="-388" y="62853"/>
                    <a:pt x="2021" y="59649"/>
                    <a:pt x="5432" y="59198"/>
                  </a:cubicBezTo>
                  <a:cubicBezTo>
                    <a:pt x="5961" y="59128"/>
                    <a:pt x="6495" y="59128"/>
                    <a:pt x="7024" y="59198"/>
                  </a:cubicBezTo>
                  <a:cubicBezTo>
                    <a:pt x="19501" y="59140"/>
                    <a:pt x="29585" y="48743"/>
                    <a:pt x="29585" y="35938"/>
                  </a:cubicBezTo>
                  <a:lnTo>
                    <a:pt x="29585" y="6391"/>
                  </a:lnTo>
                  <a:cubicBezTo>
                    <a:pt x="29585" y="2861"/>
                    <a:pt x="32373" y="0"/>
                    <a:pt x="35813" y="0"/>
                  </a:cubicBezTo>
                  <a:lnTo>
                    <a:pt x="219572" y="0"/>
                  </a:lnTo>
                  <a:cubicBezTo>
                    <a:pt x="223011" y="0"/>
                    <a:pt x="225799" y="2861"/>
                    <a:pt x="225799" y="6391"/>
                  </a:cubicBezTo>
                  <a:lnTo>
                    <a:pt x="225799" y="32690"/>
                  </a:lnTo>
                  <a:cubicBezTo>
                    <a:pt x="225745" y="54186"/>
                    <a:pt x="208868" y="71646"/>
                    <a:pt x="187925" y="71876"/>
                  </a:cubicBezTo>
                  <a:close/>
                  <a:moveTo>
                    <a:pt x="33261" y="59198"/>
                  </a:moveTo>
                  <a:lnTo>
                    <a:pt x="187925" y="59198"/>
                  </a:lnTo>
                  <a:cubicBezTo>
                    <a:pt x="202206" y="59198"/>
                    <a:pt x="213799" y="47347"/>
                    <a:pt x="213855" y="32690"/>
                  </a:cubicBezTo>
                  <a:lnTo>
                    <a:pt x="213855" y="12678"/>
                  </a:lnTo>
                  <a:lnTo>
                    <a:pt x="42040" y="12678"/>
                  </a:lnTo>
                  <a:lnTo>
                    <a:pt x="42040" y="35938"/>
                  </a:lnTo>
                  <a:cubicBezTo>
                    <a:pt x="41931" y="44522"/>
                    <a:pt x="38815" y="52779"/>
                    <a:pt x="33261" y="5919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8E94B10D-1C1C-C64D-B54A-EA9566BA1BE9}"/>
                </a:ext>
              </a:extLst>
            </p:cNvPr>
            <p:cNvSpPr/>
            <p:nvPr/>
          </p:nvSpPr>
          <p:spPr>
            <a:xfrm>
              <a:off x="5046187" y="2167426"/>
              <a:ext cx="204330" cy="298818"/>
            </a:xfrm>
            <a:custGeom>
              <a:avLst/>
              <a:gdLst>
                <a:gd name="connsiteX0" fmla="*/ 35017 w 204330"/>
                <a:gd name="connsiteY0" fmla="*/ 298818 h 298818"/>
                <a:gd name="connsiteX1" fmla="*/ 1 w 204330"/>
                <a:gd name="connsiteY1" fmla="*/ 262880 h 298818"/>
                <a:gd name="connsiteX2" fmla="*/ 1 w 204330"/>
                <a:gd name="connsiteY2" fmla="*/ 6496 h 298818"/>
                <a:gd name="connsiteX3" fmla="*/ 6125 w 204330"/>
                <a:gd name="connsiteY3" fmla="*/ 1 h 298818"/>
                <a:gd name="connsiteX4" fmla="*/ 6228 w 204330"/>
                <a:gd name="connsiteY4" fmla="*/ 0 h 298818"/>
                <a:gd name="connsiteX5" fmla="*/ 79732 w 204330"/>
                <a:gd name="connsiteY5" fmla="*/ 0 h 298818"/>
                <a:gd name="connsiteX6" fmla="*/ 85858 w 204330"/>
                <a:gd name="connsiteY6" fmla="*/ 6286 h 298818"/>
                <a:gd name="connsiteX7" fmla="*/ 85857 w 204330"/>
                <a:gd name="connsiteY7" fmla="*/ 6391 h 298818"/>
                <a:gd name="connsiteX8" fmla="*/ 79732 w 204330"/>
                <a:gd name="connsiteY8" fmla="*/ 12783 h 298818"/>
                <a:gd name="connsiteX9" fmla="*/ 12354 w 204330"/>
                <a:gd name="connsiteY9" fmla="*/ 12783 h 298818"/>
                <a:gd name="connsiteX10" fmla="*/ 12354 w 204330"/>
                <a:gd name="connsiteY10" fmla="*/ 262880 h 298818"/>
                <a:gd name="connsiteX11" fmla="*/ 33446 w 204330"/>
                <a:gd name="connsiteY11" fmla="*/ 287648 h 298818"/>
                <a:gd name="connsiteX12" fmla="*/ 57579 w 204330"/>
                <a:gd name="connsiteY12" fmla="*/ 266001 h 298818"/>
                <a:gd name="connsiteX13" fmla="*/ 57579 w 204330"/>
                <a:gd name="connsiteY13" fmla="*/ 262881 h 298818"/>
                <a:gd name="connsiteX14" fmla="*/ 57579 w 204330"/>
                <a:gd name="connsiteY14" fmla="*/ 233334 h 298818"/>
                <a:gd name="connsiteX15" fmla="*/ 63806 w 204330"/>
                <a:gd name="connsiteY15" fmla="*/ 226943 h 298818"/>
                <a:gd name="connsiteX16" fmla="*/ 191927 w 204330"/>
                <a:gd name="connsiteY16" fmla="*/ 226943 h 298818"/>
                <a:gd name="connsiteX17" fmla="*/ 191927 w 204330"/>
                <a:gd name="connsiteY17" fmla="*/ 194567 h 298818"/>
                <a:gd name="connsiteX18" fmla="*/ 197308 w 204330"/>
                <a:gd name="connsiteY18" fmla="*/ 187412 h 298818"/>
                <a:gd name="connsiteX19" fmla="*/ 204280 w 204330"/>
                <a:gd name="connsiteY19" fmla="*/ 192934 h 298818"/>
                <a:gd name="connsiteX20" fmla="*/ 204280 w 204330"/>
                <a:gd name="connsiteY20" fmla="*/ 194567 h 298818"/>
                <a:gd name="connsiteX21" fmla="*/ 204280 w 204330"/>
                <a:gd name="connsiteY21" fmla="*/ 233334 h 298818"/>
                <a:gd name="connsiteX22" fmla="*/ 198155 w 204330"/>
                <a:gd name="connsiteY22" fmla="*/ 239620 h 298818"/>
                <a:gd name="connsiteX23" fmla="*/ 70034 w 204330"/>
                <a:gd name="connsiteY23" fmla="*/ 239620 h 298818"/>
                <a:gd name="connsiteX24" fmla="*/ 70034 w 204330"/>
                <a:gd name="connsiteY24" fmla="*/ 262880 h 298818"/>
                <a:gd name="connsiteX25" fmla="*/ 35017 w 204330"/>
                <a:gd name="connsiteY25" fmla="*/ 298818 h 29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4330" h="298818">
                  <a:moveTo>
                    <a:pt x="35017" y="298818"/>
                  </a:moveTo>
                  <a:cubicBezTo>
                    <a:pt x="15701" y="298761"/>
                    <a:pt x="57" y="282705"/>
                    <a:pt x="1" y="262880"/>
                  </a:cubicBezTo>
                  <a:lnTo>
                    <a:pt x="1" y="6496"/>
                  </a:lnTo>
                  <a:cubicBezTo>
                    <a:pt x="-56" y="2967"/>
                    <a:pt x="2686" y="59"/>
                    <a:pt x="6125" y="1"/>
                  </a:cubicBezTo>
                  <a:cubicBezTo>
                    <a:pt x="6160" y="0"/>
                    <a:pt x="6194" y="0"/>
                    <a:pt x="6228" y="0"/>
                  </a:cubicBezTo>
                  <a:lnTo>
                    <a:pt x="79732" y="0"/>
                  </a:lnTo>
                  <a:cubicBezTo>
                    <a:pt x="83115" y="0"/>
                    <a:pt x="85858" y="2814"/>
                    <a:pt x="85858" y="6286"/>
                  </a:cubicBezTo>
                  <a:cubicBezTo>
                    <a:pt x="85858" y="6321"/>
                    <a:pt x="85858" y="6356"/>
                    <a:pt x="85857" y="6391"/>
                  </a:cubicBezTo>
                  <a:cubicBezTo>
                    <a:pt x="85858" y="9881"/>
                    <a:pt x="83131" y="12725"/>
                    <a:pt x="79732" y="12783"/>
                  </a:cubicBezTo>
                  <a:lnTo>
                    <a:pt x="12354" y="12783"/>
                  </a:lnTo>
                  <a:lnTo>
                    <a:pt x="12354" y="262880"/>
                  </a:lnTo>
                  <a:cubicBezTo>
                    <a:pt x="11514" y="275698"/>
                    <a:pt x="20957" y="286787"/>
                    <a:pt x="33446" y="287648"/>
                  </a:cubicBezTo>
                  <a:cubicBezTo>
                    <a:pt x="45935" y="288510"/>
                    <a:pt x="56739" y="278818"/>
                    <a:pt x="57579" y="266001"/>
                  </a:cubicBezTo>
                  <a:cubicBezTo>
                    <a:pt x="57647" y="264962"/>
                    <a:pt x="57647" y="263920"/>
                    <a:pt x="57579" y="262881"/>
                  </a:cubicBezTo>
                  <a:lnTo>
                    <a:pt x="57579" y="233334"/>
                  </a:lnTo>
                  <a:cubicBezTo>
                    <a:pt x="57579" y="229804"/>
                    <a:pt x="60367" y="226943"/>
                    <a:pt x="63806" y="226943"/>
                  </a:cubicBezTo>
                  <a:lnTo>
                    <a:pt x="191927" y="226943"/>
                  </a:lnTo>
                  <a:lnTo>
                    <a:pt x="191927" y="194567"/>
                  </a:lnTo>
                  <a:cubicBezTo>
                    <a:pt x="191488" y="191066"/>
                    <a:pt x="193897" y="187863"/>
                    <a:pt x="197308" y="187412"/>
                  </a:cubicBezTo>
                  <a:cubicBezTo>
                    <a:pt x="200719" y="186961"/>
                    <a:pt x="203840" y="189433"/>
                    <a:pt x="204280" y="192934"/>
                  </a:cubicBezTo>
                  <a:cubicBezTo>
                    <a:pt x="204348" y="193476"/>
                    <a:pt x="204348" y="194025"/>
                    <a:pt x="204280" y="194567"/>
                  </a:cubicBezTo>
                  <a:lnTo>
                    <a:pt x="204280" y="233334"/>
                  </a:lnTo>
                  <a:cubicBezTo>
                    <a:pt x="204280" y="236806"/>
                    <a:pt x="201537" y="239620"/>
                    <a:pt x="198155" y="239620"/>
                  </a:cubicBezTo>
                  <a:lnTo>
                    <a:pt x="70034" y="239620"/>
                  </a:lnTo>
                  <a:lnTo>
                    <a:pt x="70034" y="262880"/>
                  </a:lnTo>
                  <a:cubicBezTo>
                    <a:pt x="69977" y="282705"/>
                    <a:pt x="54333" y="298761"/>
                    <a:pt x="35017" y="29881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30C36B0-687B-1A49-ABFF-7CDF54A6B18F}"/>
                </a:ext>
              </a:extLst>
            </p:cNvPr>
            <p:cNvSpPr/>
            <p:nvPr/>
          </p:nvSpPr>
          <p:spPr>
            <a:xfrm>
              <a:off x="5142049" y="2156948"/>
              <a:ext cx="119647" cy="211435"/>
            </a:xfrm>
            <a:custGeom>
              <a:avLst/>
              <a:gdLst>
                <a:gd name="connsiteX0" fmla="*/ 90961 w 119647"/>
                <a:gd name="connsiteY0" fmla="*/ 211436 h 211435"/>
                <a:gd name="connsiteX1" fmla="*/ 28891 w 119647"/>
                <a:gd name="connsiteY1" fmla="*/ 211436 h 211435"/>
                <a:gd name="connsiteX2" fmla="*/ 22664 w 119647"/>
                <a:gd name="connsiteY2" fmla="*/ 205045 h 211435"/>
                <a:gd name="connsiteX3" fmla="*/ 22664 w 119647"/>
                <a:gd name="connsiteY3" fmla="*/ 112319 h 211435"/>
                <a:gd name="connsiteX4" fmla="*/ 6227 w 119647"/>
                <a:gd name="connsiteY4" fmla="*/ 112319 h 211435"/>
                <a:gd name="connsiteX5" fmla="*/ 1 w 119647"/>
                <a:gd name="connsiteY5" fmla="*/ 106138 h 211435"/>
                <a:gd name="connsiteX6" fmla="*/ 0 w 119647"/>
                <a:gd name="connsiteY6" fmla="*/ 106032 h 211435"/>
                <a:gd name="connsiteX7" fmla="*/ 0 w 119647"/>
                <a:gd name="connsiteY7" fmla="*/ 36252 h 211435"/>
                <a:gd name="connsiteX8" fmla="*/ 35323 w 119647"/>
                <a:gd name="connsiteY8" fmla="*/ 0 h 211435"/>
                <a:gd name="connsiteX9" fmla="*/ 84427 w 119647"/>
                <a:gd name="connsiteY9" fmla="*/ 0 h 211435"/>
                <a:gd name="connsiteX10" fmla="*/ 119648 w 119647"/>
                <a:gd name="connsiteY10" fmla="*/ 36147 h 211435"/>
                <a:gd name="connsiteX11" fmla="*/ 119648 w 119647"/>
                <a:gd name="connsiteY11" fmla="*/ 36252 h 211435"/>
                <a:gd name="connsiteX12" fmla="*/ 119648 w 119647"/>
                <a:gd name="connsiteY12" fmla="*/ 106032 h 211435"/>
                <a:gd name="connsiteX13" fmla="*/ 113522 w 119647"/>
                <a:gd name="connsiteY13" fmla="*/ 112319 h 211435"/>
                <a:gd name="connsiteX14" fmla="*/ 97086 w 119647"/>
                <a:gd name="connsiteY14" fmla="*/ 112319 h 211435"/>
                <a:gd name="connsiteX15" fmla="*/ 97086 w 119647"/>
                <a:gd name="connsiteY15" fmla="*/ 205045 h 211435"/>
                <a:gd name="connsiteX16" fmla="*/ 91064 w 119647"/>
                <a:gd name="connsiteY16" fmla="*/ 211435 h 211435"/>
                <a:gd name="connsiteX17" fmla="*/ 90961 w 119647"/>
                <a:gd name="connsiteY17" fmla="*/ 211436 h 211435"/>
                <a:gd name="connsiteX18" fmla="*/ 35016 w 119647"/>
                <a:gd name="connsiteY18" fmla="*/ 199073 h 211435"/>
                <a:gd name="connsiteX19" fmla="*/ 84733 w 119647"/>
                <a:gd name="connsiteY19" fmla="*/ 199073 h 211435"/>
                <a:gd name="connsiteX20" fmla="*/ 84733 w 119647"/>
                <a:gd name="connsiteY20" fmla="*/ 106032 h 211435"/>
                <a:gd name="connsiteX21" fmla="*/ 90961 w 119647"/>
                <a:gd name="connsiteY21" fmla="*/ 99641 h 211435"/>
                <a:gd name="connsiteX22" fmla="*/ 107295 w 119647"/>
                <a:gd name="connsiteY22" fmla="*/ 99641 h 211435"/>
                <a:gd name="connsiteX23" fmla="*/ 107295 w 119647"/>
                <a:gd name="connsiteY23" fmla="*/ 36776 h 211435"/>
                <a:gd name="connsiteX24" fmla="*/ 84427 w 119647"/>
                <a:gd name="connsiteY24" fmla="*/ 13306 h 211435"/>
                <a:gd name="connsiteX25" fmla="*/ 35323 w 119647"/>
                <a:gd name="connsiteY25" fmla="*/ 13306 h 211435"/>
                <a:gd name="connsiteX26" fmla="*/ 12455 w 119647"/>
                <a:gd name="connsiteY26" fmla="*/ 36776 h 211435"/>
                <a:gd name="connsiteX27" fmla="*/ 12455 w 119647"/>
                <a:gd name="connsiteY27" fmla="*/ 99641 h 211435"/>
                <a:gd name="connsiteX28" fmla="*/ 28891 w 119647"/>
                <a:gd name="connsiteY28" fmla="*/ 99641 h 211435"/>
                <a:gd name="connsiteX29" fmla="*/ 35017 w 119647"/>
                <a:gd name="connsiteY29" fmla="*/ 105927 h 211435"/>
                <a:gd name="connsiteX30" fmla="*/ 35016 w 119647"/>
                <a:gd name="connsiteY30" fmla="*/ 106032 h 2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47" h="211435">
                  <a:moveTo>
                    <a:pt x="90961" y="211436"/>
                  </a:moveTo>
                  <a:lnTo>
                    <a:pt x="28891" y="211436"/>
                  </a:lnTo>
                  <a:cubicBezTo>
                    <a:pt x="25452" y="211436"/>
                    <a:pt x="22664" y="208574"/>
                    <a:pt x="22664" y="205045"/>
                  </a:cubicBezTo>
                  <a:lnTo>
                    <a:pt x="22664" y="112319"/>
                  </a:lnTo>
                  <a:lnTo>
                    <a:pt x="6227" y="112319"/>
                  </a:lnTo>
                  <a:cubicBezTo>
                    <a:pt x="2845" y="112377"/>
                    <a:pt x="57" y="109609"/>
                    <a:pt x="1" y="106138"/>
                  </a:cubicBezTo>
                  <a:cubicBezTo>
                    <a:pt x="0" y="106103"/>
                    <a:pt x="0" y="106068"/>
                    <a:pt x="0" y="106032"/>
                  </a:cubicBezTo>
                  <a:lnTo>
                    <a:pt x="0" y="36252"/>
                  </a:lnTo>
                  <a:cubicBezTo>
                    <a:pt x="0" y="16231"/>
                    <a:pt x="15814" y="0"/>
                    <a:pt x="35323" y="0"/>
                  </a:cubicBezTo>
                  <a:lnTo>
                    <a:pt x="84427" y="0"/>
                  </a:lnTo>
                  <a:cubicBezTo>
                    <a:pt x="103879" y="0"/>
                    <a:pt x="119648" y="16184"/>
                    <a:pt x="119648" y="36147"/>
                  </a:cubicBezTo>
                  <a:cubicBezTo>
                    <a:pt x="119648" y="36182"/>
                    <a:pt x="119648" y="36217"/>
                    <a:pt x="119648" y="36252"/>
                  </a:cubicBezTo>
                  <a:lnTo>
                    <a:pt x="119648" y="106032"/>
                  </a:lnTo>
                  <a:cubicBezTo>
                    <a:pt x="119648" y="109504"/>
                    <a:pt x="116905" y="112319"/>
                    <a:pt x="113522" y="112319"/>
                  </a:cubicBezTo>
                  <a:lnTo>
                    <a:pt x="97086" y="112319"/>
                  </a:lnTo>
                  <a:lnTo>
                    <a:pt x="97086" y="205045"/>
                  </a:lnTo>
                  <a:cubicBezTo>
                    <a:pt x="97143" y="208516"/>
                    <a:pt x="94446" y="211377"/>
                    <a:pt x="91064" y="211435"/>
                  </a:cubicBezTo>
                  <a:cubicBezTo>
                    <a:pt x="91029" y="211436"/>
                    <a:pt x="90995" y="211436"/>
                    <a:pt x="90961" y="211436"/>
                  </a:cubicBezTo>
                  <a:close/>
                  <a:moveTo>
                    <a:pt x="35016" y="199073"/>
                  </a:moveTo>
                  <a:lnTo>
                    <a:pt x="84733" y="199073"/>
                  </a:lnTo>
                  <a:lnTo>
                    <a:pt x="84733" y="106032"/>
                  </a:lnTo>
                  <a:cubicBezTo>
                    <a:pt x="84733" y="102503"/>
                    <a:pt x="87522" y="99641"/>
                    <a:pt x="90961" y="99641"/>
                  </a:cubicBezTo>
                  <a:lnTo>
                    <a:pt x="107295" y="99641"/>
                  </a:lnTo>
                  <a:lnTo>
                    <a:pt x="107295" y="36776"/>
                  </a:lnTo>
                  <a:cubicBezTo>
                    <a:pt x="107295" y="23814"/>
                    <a:pt x="97057" y="13306"/>
                    <a:pt x="84427" y="13306"/>
                  </a:cubicBezTo>
                  <a:lnTo>
                    <a:pt x="35323" y="13306"/>
                  </a:lnTo>
                  <a:cubicBezTo>
                    <a:pt x="22693" y="13306"/>
                    <a:pt x="12455" y="23814"/>
                    <a:pt x="12455" y="36776"/>
                  </a:cubicBezTo>
                  <a:lnTo>
                    <a:pt x="12455" y="99641"/>
                  </a:lnTo>
                  <a:lnTo>
                    <a:pt x="28891" y="99641"/>
                  </a:lnTo>
                  <a:cubicBezTo>
                    <a:pt x="32274" y="99641"/>
                    <a:pt x="35017" y="102455"/>
                    <a:pt x="35017" y="105927"/>
                  </a:cubicBezTo>
                  <a:cubicBezTo>
                    <a:pt x="35017" y="105962"/>
                    <a:pt x="35017" y="105997"/>
                    <a:pt x="35016" y="10603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D4255547-871E-6744-917A-66488A11B74C}"/>
                </a:ext>
              </a:extLst>
            </p:cNvPr>
            <p:cNvSpPr/>
            <p:nvPr/>
          </p:nvSpPr>
          <p:spPr>
            <a:xfrm>
              <a:off x="5195747" y="2272598"/>
              <a:ext cx="12353" cy="95786"/>
            </a:xfrm>
            <a:custGeom>
              <a:avLst/>
              <a:gdLst>
                <a:gd name="connsiteX0" fmla="*/ 6227 w 12353"/>
                <a:gd name="connsiteY0" fmla="*/ 95787 h 95786"/>
                <a:gd name="connsiteX1" fmla="*/ 0 w 12353"/>
                <a:gd name="connsiteY1" fmla="*/ 89395 h 95786"/>
                <a:gd name="connsiteX2" fmla="*/ 0 w 12353"/>
                <a:gd name="connsiteY2" fmla="*/ 5575 h 95786"/>
                <a:gd name="connsiteX3" fmla="*/ 6972 w 12353"/>
                <a:gd name="connsiteY3" fmla="*/ 53 h 95786"/>
                <a:gd name="connsiteX4" fmla="*/ 12353 w 12353"/>
                <a:gd name="connsiteY4" fmla="*/ 5575 h 95786"/>
                <a:gd name="connsiteX5" fmla="*/ 12353 w 12353"/>
                <a:gd name="connsiteY5" fmla="*/ 89395 h 95786"/>
                <a:gd name="connsiteX6" fmla="*/ 6330 w 12353"/>
                <a:gd name="connsiteY6" fmla="*/ 95786 h 95786"/>
                <a:gd name="connsiteX7" fmla="*/ 6227 w 12353"/>
                <a:gd name="connsiteY7" fmla="*/ 95787 h 9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53" h="95786">
                  <a:moveTo>
                    <a:pt x="6227" y="95787"/>
                  </a:moveTo>
                  <a:cubicBezTo>
                    <a:pt x="2788" y="95787"/>
                    <a:pt x="0" y="92925"/>
                    <a:pt x="0" y="89395"/>
                  </a:cubicBezTo>
                  <a:lnTo>
                    <a:pt x="0" y="5575"/>
                  </a:lnTo>
                  <a:cubicBezTo>
                    <a:pt x="439" y="2074"/>
                    <a:pt x="3561" y="-398"/>
                    <a:pt x="6972" y="53"/>
                  </a:cubicBezTo>
                  <a:cubicBezTo>
                    <a:pt x="9780" y="424"/>
                    <a:pt x="11991" y="2693"/>
                    <a:pt x="12353" y="5575"/>
                  </a:cubicBezTo>
                  <a:lnTo>
                    <a:pt x="12353" y="89395"/>
                  </a:lnTo>
                  <a:cubicBezTo>
                    <a:pt x="12409" y="92867"/>
                    <a:pt x="9713" y="95728"/>
                    <a:pt x="6330" y="95786"/>
                  </a:cubicBezTo>
                  <a:cubicBezTo>
                    <a:pt x="6296" y="95786"/>
                    <a:pt x="6262" y="95787"/>
                    <a:pt x="6227" y="9578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6D5466FB-4EF5-CA44-8646-CEA0717A8436}"/>
                </a:ext>
              </a:extLst>
            </p:cNvPr>
            <p:cNvSpPr/>
            <p:nvPr/>
          </p:nvSpPr>
          <p:spPr>
            <a:xfrm>
              <a:off x="5164660" y="2193536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5F0779AA-D098-904E-B5D4-DF834556DED7}"/>
                </a:ext>
              </a:extLst>
            </p:cNvPr>
            <p:cNvSpPr/>
            <p:nvPr/>
          </p:nvSpPr>
          <p:spPr>
            <a:xfrm>
              <a:off x="5226730" y="2193536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5CC8555-89A8-1844-90EA-E12F07F38A9D}"/>
                </a:ext>
              </a:extLst>
            </p:cNvPr>
            <p:cNvSpPr/>
            <p:nvPr/>
          </p:nvSpPr>
          <p:spPr>
            <a:xfrm>
              <a:off x="5176143" y="2094083"/>
              <a:ext cx="54417" cy="60664"/>
            </a:xfrm>
            <a:custGeom>
              <a:avLst/>
              <a:gdLst>
                <a:gd name="connsiteX0" fmla="*/ 26444 w 54417"/>
                <a:gd name="connsiteY0" fmla="*/ 60665 h 60664"/>
                <a:gd name="connsiteX1" fmla="*/ 5210 w 54417"/>
                <a:gd name="connsiteY1" fmla="*/ 44948 h 60664"/>
                <a:gd name="connsiteX2" fmla="*/ 4 w 54417"/>
                <a:gd name="connsiteY2" fmla="*/ 22527 h 60664"/>
                <a:gd name="connsiteX3" fmla="*/ 4 w 54417"/>
                <a:gd name="connsiteY3" fmla="*/ 15611 h 60664"/>
                <a:gd name="connsiteX4" fmla="*/ 922 w 54417"/>
                <a:gd name="connsiteY4" fmla="*/ 12259 h 60664"/>
                <a:gd name="connsiteX5" fmla="*/ 27057 w 54417"/>
                <a:gd name="connsiteY5" fmla="*/ 0 h 60664"/>
                <a:gd name="connsiteX6" fmla="*/ 54417 w 54417"/>
                <a:gd name="connsiteY6" fmla="*/ 16240 h 60664"/>
                <a:gd name="connsiteX7" fmla="*/ 54417 w 54417"/>
                <a:gd name="connsiteY7" fmla="*/ 22527 h 60664"/>
                <a:gd name="connsiteX8" fmla="*/ 49210 w 54417"/>
                <a:gd name="connsiteY8" fmla="*/ 44948 h 60664"/>
                <a:gd name="connsiteX9" fmla="*/ 27057 w 54417"/>
                <a:gd name="connsiteY9" fmla="*/ 60665 h 60664"/>
                <a:gd name="connsiteX10" fmla="*/ 12356 w 54417"/>
                <a:gd name="connsiteY10" fmla="*/ 18126 h 60664"/>
                <a:gd name="connsiteX11" fmla="*/ 12356 w 54417"/>
                <a:gd name="connsiteY11" fmla="*/ 22527 h 60664"/>
                <a:gd name="connsiteX12" fmla="*/ 16134 w 54417"/>
                <a:gd name="connsiteY12" fmla="*/ 38976 h 60664"/>
                <a:gd name="connsiteX13" fmla="*/ 27057 w 54417"/>
                <a:gd name="connsiteY13" fmla="*/ 47987 h 60664"/>
                <a:gd name="connsiteX14" fmla="*/ 38287 w 54417"/>
                <a:gd name="connsiteY14" fmla="*/ 38976 h 60664"/>
                <a:gd name="connsiteX15" fmla="*/ 42064 w 54417"/>
                <a:gd name="connsiteY15" fmla="*/ 22527 h 60664"/>
                <a:gd name="connsiteX16" fmla="*/ 42064 w 54417"/>
                <a:gd name="connsiteY16" fmla="*/ 17917 h 60664"/>
                <a:gd name="connsiteX17" fmla="*/ 12356 w 54417"/>
                <a:gd name="connsiteY17" fmla="*/ 17917 h 6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417" h="60664">
                  <a:moveTo>
                    <a:pt x="26444" y="60665"/>
                  </a:moveTo>
                  <a:cubicBezTo>
                    <a:pt x="16960" y="60201"/>
                    <a:pt x="8634" y="54039"/>
                    <a:pt x="5210" y="44948"/>
                  </a:cubicBezTo>
                  <a:cubicBezTo>
                    <a:pt x="1698" y="38030"/>
                    <a:pt x="-91" y="30327"/>
                    <a:pt x="4" y="22527"/>
                  </a:cubicBezTo>
                  <a:lnTo>
                    <a:pt x="4" y="15611"/>
                  </a:lnTo>
                  <a:cubicBezTo>
                    <a:pt x="7" y="14429"/>
                    <a:pt x="324" y="13270"/>
                    <a:pt x="922" y="12259"/>
                  </a:cubicBezTo>
                  <a:cubicBezTo>
                    <a:pt x="7483" y="4467"/>
                    <a:pt x="17023" y="-8"/>
                    <a:pt x="27057" y="0"/>
                  </a:cubicBezTo>
                  <a:cubicBezTo>
                    <a:pt x="40329" y="0"/>
                    <a:pt x="54417" y="8382"/>
                    <a:pt x="54417" y="16240"/>
                  </a:cubicBezTo>
                  <a:lnTo>
                    <a:pt x="54417" y="22527"/>
                  </a:lnTo>
                  <a:cubicBezTo>
                    <a:pt x="54462" y="30321"/>
                    <a:pt x="52676" y="38012"/>
                    <a:pt x="49210" y="44948"/>
                  </a:cubicBezTo>
                  <a:cubicBezTo>
                    <a:pt x="45634" y="54329"/>
                    <a:pt x="36871" y="60546"/>
                    <a:pt x="27057" y="60665"/>
                  </a:cubicBezTo>
                  <a:close/>
                  <a:moveTo>
                    <a:pt x="12356" y="18126"/>
                  </a:moveTo>
                  <a:lnTo>
                    <a:pt x="12356" y="22527"/>
                  </a:lnTo>
                  <a:cubicBezTo>
                    <a:pt x="12287" y="28244"/>
                    <a:pt x="13584" y="33892"/>
                    <a:pt x="16134" y="38976"/>
                  </a:cubicBezTo>
                  <a:cubicBezTo>
                    <a:pt x="19196" y="45053"/>
                    <a:pt x="22973" y="48301"/>
                    <a:pt x="27057" y="47987"/>
                  </a:cubicBezTo>
                  <a:cubicBezTo>
                    <a:pt x="31141" y="47673"/>
                    <a:pt x="35224" y="45053"/>
                    <a:pt x="38287" y="38976"/>
                  </a:cubicBezTo>
                  <a:cubicBezTo>
                    <a:pt x="40836" y="33892"/>
                    <a:pt x="42133" y="28244"/>
                    <a:pt x="42064" y="22527"/>
                  </a:cubicBezTo>
                  <a:lnTo>
                    <a:pt x="42064" y="17917"/>
                  </a:lnTo>
                  <a:cubicBezTo>
                    <a:pt x="33379" y="10790"/>
                    <a:pt x="21042" y="10790"/>
                    <a:pt x="12356" y="1791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72A0A3B-31EB-014E-984A-C864B76F2D77}"/>
                </a:ext>
              </a:extLst>
            </p:cNvPr>
            <p:cNvSpPr/>
            <p:nvPr/>
          </p:nvSpPr>
          <p:spPr>
            <a:xfrm>
              <a:off x="5079468" y="2356021"/>
              <a:ext cx="229290" cy="12363"/>
            </a:xfrm>
            <a:custGeom>
              <a:avLst/>
              <a:gdLst>
                <a:gd name="connsiteX0" fmla="*/ 223063 w 229290"/>
                <a:gd name="connsiteY0" fmla="*/ 12363 h 12363"/>
                <a:gd name="connsiteX1" fmla="*/ 6227 w 229290"/>
                <a:gd name="connsiteY1" fmla="*/ 12363 h 12363"/>
                <a:gd name="connsiteX2" fmla="*/ 0 w 229290"/>
                <a:gd name="connsiteY2" fmla="*/ 5972 h 12363"/>
                <a:gd name="connsiteX3" fmla="*/ 6227 w 229290"/>
                <a:gd name="connsiteY3" fmla="*/ 0 h 12363"/>
                <a:gd name="connsiteX4" fmla="*/ 223063 w 229290"/>
                <a:gd name="connsiteY4" fmla="*/ 0 h 12363"/>
                <a:gd name="connsiteX5" fmla="*/ 229291 w 229290"/>
                <a:gd name="connsiteY5" fmla="*/ 6391 h 12363"/>
                <a:gd name="connsiteX6" fmla="*/ 223063 w 229290"/>
                <a:gd name="connsiteY6" fmla="*/ 12363 h 1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290" h="12363">
                  <a:moveTo>
                    <a:pt x="223063" y="12363"/>
                  </a:moveTo>
                  <a:lnTo>
                    <a:pt x="6227" y="12363"/>
                  </a:lnTo>
                  <a:cubicBezTo>
                    <a:pt x="2788" y="12363"/>
                    <a:pt x="0" y="9502"/>
                    <a:pt x="0" y="5972"/>
                  </a:cubicBezTo>
                  <a:cubicBezTo>
                    <a:pt x="215" y="2607"/>
                    <a:pt x="2941" y="-7"/>
                    <a:pt x="6227" y="0"/>
                  </a:cubicBezTo>
                  <a:lnTo>
                    <a:pt x="223063" y="0"/>
                  </a:lnTo>
                  <a:cubicBezTo>
                    <a:pt x="226480" y="56"/>
                    <a:pt x="229236" y="2885"/>
                    <a:pt x="229291" y="6391"/>
                  </a:cubicBezTo>
                  <a:cubicBezTo>
                    <a:pt x="229075" y="9756"/>
                    <a:pt x="226349" y="12371"/>
                    <a:pt x="223063" y="12363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730446B-5559-4643-BF7B-2DA73A5BD3C8}"/>
                </a:ext>
              </a:extLst>
            </p:cNvPr>
            <p:cNvSpPr/>
            <p:nvPr/>
          </p:nvSpPr>
          <p:spPr>
            <a:xfrm>
              <a:off x="5266308" y="2194371"/>
              <a:ext cx="34920" cy="31309"/>
            </a:xfrm>
            <a:custGeom>
              <a:avLst/>
              <a:gdLst>
                <a:gd name="connsiteX0" fmla="*/ 6108 w 34920"/>
                <a:gd name="connsiteY0" fmla="*/ 31310 h 31309"/>
                <a:gd name="connsiteX1" fmla="*/ 1310 w 34920"/>
                <a:gd name="connsiteY1" fmla="*/ 28795 h 31309"/>
                <a:gd name="connsiteX2" fmla="*/ 2331 w 34920"/>
                <a:gd name="connsiteY2" fmla="*/ 19889 h 31309"/>
                <a:gd name="connsiteX3" fmla="*/ 24892 w 34920"/>
                <a:gd name="connsiteY3" fmla="*/ 1344 h 31309"/>
                <a:gd name="connsiteX4" fmla="*/ 33570 w 34920"/>
                <a:gd name="connsiteY4" fmla="*/ 2392 h 31309"/>
                <a:gd name="connsiteX5" fmla="*/ 32632 w 34920"/>
                <a:gd name="connsiteY5" fmla="*/ 11230 h 31309"/>
                <a:gd name="connsiteX6" fmla="*/ 32549 w 34920"/>
                <a:gd name="connsiteY6" fmla="*/ 11298 h 31309"/>
                <a:gd name="connsiteX7" fmla="*/ 9681 w 34920"/>
                <a:gd name="connsiteY7" fmla="*/ 29843 h 31309"/>
                <a:gd name="connsiteX8" fmla="*/ 6108 w 34920"/>
                <a:gd name="connsiteY8" fmla="*/ 31310 h 31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20" h="31309">
                  <a:moveTo>
                    <a:pt x="6108" y="31310"/>
                  </a:moveTo>
                  <a:cubicBezTo>
                    <a:pt x="4212" y="31293"/>
                    <a:pt x="2434" y="30362"/>
                    <a:pt x="1310" y="28795"/>
                  </a:cubicBezTo>
                  <a:cubicBezTo>
                    <a:pt x="-777" y="26039"/>
                    <a:pt x="-322" y="22074"/>
                    <a:pt x="2331" y="19889"/>
                  </a:cubicBezTo>
                  <a:lnTo>
                    <a:pt x="24892" y="1344"/>
                  </a:lnTo>
                  <a:cubicBezTo>
                    <a:pt x="27578" y="-797"/>
                    <a:pt x="31441" y="-331"/>
                    <a:pt x="33570" y="2392"/>
                  </a:cubicBezTo>
                  <a:cubicBezTo>
                    <a:pt x="35689" y="5098"/>
                    <a:pt x="35269" y="9055"/>
                    <a:pt x="32632" y="11230"/>
                  </a:cubicBezTo>
                  <a:cubicBezTo>
                    <a:pt x="32605" y="11253"/>
                    <a:pt x="32577" y="11275"/>
                    <a:pt x="32549" y="11298"/>
                  </a:cubicBezTo>
                  <a:lnTo>
                    <a:pt x="9681" y="29843"/>
                  </a:lnTo>
                  <a:cubicBezTo>
                    <a:pt x="8678" y="30720"/>
                    <a:pt x="7423" y="31235"/>
                    <a:pt x="6108" y="31310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447AAE5C-9483-104F-B207-5E2F005257EA}"/>
                </a:ext>
              </a:extLst>
            </p:cNvPr>
            <p:cNvSpPr/>
            <p:nvPr/>
          </p:nvSpPr>
          <p:spPr>
            <a:xfrm>
              <a:off x="5102354" y="2194402"/>
              <a:ext cx="35287" cy="31279"/>
            </a:xfrm>
            <a:custGeom>
              <a:avLst/>
              <a:gdLst>
                <a:gd name="connsiteX0" fmla="*/ 29078 w 35287"/>
                <a:gd name="connsiteY0" fmla="*/ 31279 h 31279"/>
                <a:gd name="connsiteX1" fmla="*/ 25505 w 35287"/>
                <a:gd name="connsiteY1" fmla="*/ 29812 h 31279"/>
                <a:gd name="connsiteX2" fmla="*/ 2331 w 35287"/>
                <a:gd name="connsiteY2" fmla="*/ 11267 h 31279"/>
                <a:gd name="connsiteX3" fmla="*/ 1310 w 35287"/>
                <a:gd name="connsiteY3" fmla="*/ 2361 h 31279"/>
                <a:gd name="connsiteX4" fmla="*/ 10089 w 35287"/>
                <a:gd name="connsiteY4" fmla="*/ 1314 h 31279"/>
                <a:gd name="connsiteX5" fmla="*/ 32957 w 35287"/>
                <a:gd name="connsiteY5" fmla="*/ 19859 h 31279"/>
                <a:gd name="connsiteX6" fmla="*/ 33978 w 35287"/>
                <a:gd name="connsiteY6" fmla="*/ 28765 h 31279"/>
                <a:gd name="connsiteX7" fmla="*/ 29078 w 35287"/>
                <a:gd name="connsiteY7" fmla="*/ 31279 h 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87" h="31279">
                  <a:moveTo>
                    <a:pt x="29078" y="31279"/>
                  </a:moveTo>
                  <a:cubicBezTo>
                    <a:pt x="27770" y="31170"/>
                    <a:pt x="26525" y="30658"/>
                    <a:pt x="25505" y="29812"/>
                  </a:cubicBezTo>
                  <a:lnTo>
                    <a:pt x="2331" y="11267"/>
                  </a:lnTo>
                  <a:cubicBezTo>
                    <a:pt x="-322" y="9083"/>
                    <a:pt x="-777" y="5118"/>
                    <a:pt x="1310" y="2361"/>
                  </a:cubicBezTo>
                  <a:cubicBezTo>
                    <a:pt x="3502" y="-323"/>
                    <a:pt x="7355" y="-783"/>
                    <a:pt x="10089" y="1314"/>
                  </a:cubicBezTo>
                  <a:lnTo>
                    <a:pt x="32957" y="19859"/>
                  </a:lnTo>
                  <a:cubicBezTo>
                    <a:pt x="35610" y="22043"/>
                    <a:pt x="36064" y="26008"/>
                    <a:pt x="33978" y="28765"/>
                  </a:cubicBezTo>
                  <a:cubicBezTo>
                    <a:pt x="32821" y="30348"/>
                    <a:pt x="31006" y="31279"/>
                    <a:pt x="29078" y="31279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9F76657B-B955-4E48-A1E3-494A837E4029}"/>
                </a:ext>
              </a:extLst>
            </p:cNvPr>
            <p:cNvSpPr/>
            <p:nvPr/>
          </p:nvSpPr>
          <p:spPr>
            <a:xfrm>
              <a:off x="5078672" y="2319192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10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7F829874-5463-6B40-B4B1-51D3BDAB19B2}"/>
                </a:ext>
              </a:extLst>
            </p:cNvPr>
            <p:cNvSpPr/>
            <p:nvPr/>
          </p:nvSpPr>
          <p:spPr>
            <a:xfrm>
              <a:off x="5078672" y="2284616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09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8" name="Graphic 66">
            <a:extLst>
              <a:ext uri="{FF2B5EF4-FFF2-40B4-BE49-F238E27FC236}">
                <a16:creationId xmlns:a16="http://schemas.microsoft.com/office/drawing/2014/main" id="{38796D5F-C443-1846-946A-1ED71BF2DB73}"/>
              </a:ext>
            </a:extLst>
          </p:cNvPr>
          <p:cNvGrpSpPr>
            <a:grpSpLocks noChangeAspect="1"/>
          </p:cNvGrpSpPr>
          <p:nvPr/>
        </p:nvGrpSpPr>
        <p:grpSpPr>
          <a:xfrm>
            <a:off x="5032217" y="2101161"/>
            <a:ext cx="295725" cy="361051"/>
            <a:chOff x="5032217" y="2101161"/>
            <a:chExt cx="295725" cy="361051"/>
          </a:xfrm>
          <a:solidFill>
            <a:srgbClr val="FFFFFF"/>
          </a:solidFill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EDB2FBCD-0C4C-6B40-902F-09ECE7FCF432}"/>
                </a:ext>
              </a:extLst>
            </p:cNvPr>
            <p:cNvSpPr/>
            <p:nvPr/>
          </p:nvSpPr>
          <p:spPr>
            <a:xfrm>
              <a:off x="5140830" y="2101161"/>
              <a:ext cx="187112" cy="361051"/>
            </a:xfrm>
            <a:custGeom>
              <a:avLst/>
              <a:gdLst>
                <a:gd name="connsiteX0" fmla="*/ 74896 w 187112"/>
                <a:gd name="connsiteY0" fmla="*/ 361052 h 361051"/>
                <a:gd name="connsiteX1" fmla="*/ 28968 w 187112"/>
                <a:gd name="connsiteY1" fmla="*/ 361052 h 361051"/>
                <a:gd name="connsiteX2" fmla="*/ 22797 w 187112"/>
                <a:gd name="connsiteY2" fmla="*/ 354721 h 361051"/>
                <a:gd name="connsiteX3" fmla="*/ 28968 w 187112"/>
                <a:gd name="connsiteY3" fmla="*/ 348391 h 361051"/>
                <a:gd name="connsiteX4" fmla="*/ 68725 w 187112"/>
                <a:gd name="connsiteY4" fmla="*/ 348391 h 361051"/>
                <a:gd name="connsiteX5" fmla="*/ 68725 w 187112"/>
                <a:gd name="connsiteY5" fmla="*/ 292351 h 361051"/>
                <a:gd name="connsiteX6" fmla="*/ 74794 w 187112"/>
                <a:gd name="connsiteY6" fmla="*/ 286124 h 361051"/>
                <a:gd name="connsiteX7" fmla="*/ 74896 w 187112"/>
                <a:gd name="connsiteY7" fmla="*/ 286124 h 361051"/>
                <a:gd name="connsiteX8" fmla="*/ 115361 w 187112"/>
                <a:gd name="connsiteY8" fmla="*/ 286124 h 361051"/>
                <a:gd name="connsiteX9" fmla="*/ 147227 w 187112"/>
                <a:gd name="connsiteY9" fmla="*/ 253331 h 361051"/>
                <a:gd name="connsiteX10" fmla="*/ 147227 w 187112"/>
                <a:gd name="connsiteY10" fmla="*/ 248972 h 361051"/>
                <a:gd name="connsiteX11" fmla="*/ 142270 w 187112"/>
                <a:gd name="connsiteY11" fmla="*/ 245132 h 361051"/>
                <a:gd name="connsiteX12" fmla="*/ 140651 w 187112"/>
                <a:gd name="connsiteY12" fmla="*/ 243161 h 361051"/>
                <a:gd name="connsiteX13" fmla="*/ 145810 w 187112"/>
                <a:gd name="connsiteY13" fmla="*/ 223028 h 361051"/>
                <a:gd name="connsiteX14" fmla="*/ 155927 w 187112"/>
                <a:gd name="connsiteY14" fmla="*/ 216490 h 361051"/>
                <a:gd name="connsiteX15" fmla="*/ 155927 w 187112"/>
                <a:gd name="connsiteY15" fmla="*/ 203725 h 361051"/>
                <a:gd name="connsiteX16" fmla="*/ 166852 w 187112"/>
                <a:gd name="connsiteY16" fmla="*/ 192310 h 361051"/>
                <a:gd name="connsiteX17" fmla="*/ 166953 w 187112"/>
                <a:gd name="connsiteY17" fmla="*/ 192310 h 361051"/>
                <a:gd name="connsiteX18" fmla="*/ 171202 w 187112"/>
                <a:gd name="connsiteY18" fmla="*/ 192310 h 361051"/>
                <a:gd name="connsiteX19" fmla="*/ 173731 w 187112"/>
                <a:gd name="connsiteY19" fmla="*/ 190753 h 361051"/>
                <a:gd name="connsiteX20" fmla="*/ 173731 w 187112"/>
                <a:gd name="connsiteY20" fmla="*/ 187744 h 361051"/>
                <a:gd name="connsiteX21" fmla="*/ 153499 w 187112"/>
                <a:gd name="connsiteY21" fmla="*/ 156611 h 361051"/>
                <a:gd name="connsiteX22" fmla="*/ 149756 w 187112"/>
                <a:gd name="connsiteY22" fmla="*/ 140525 h 361051"/>
                <a:gd name="connsiteX23" fmla="*/ 150666 w 187112"/>
                <a:gd name="connsiteY23" fmla="*/ 127242 h 361051"/>
                <a:gd name="connsiteX24" fmla="*/ 115057 w 187112"/>
                <a:gd name="connsiteY24" fmla="*/ 43286 h 361051"/>
                <a:gd name="connsiteX25" fmla="*/ 7927 w 187112"/>
                <a:gd name="connsiteY25" fmla="*/ 17134 h 361051"/>
                <a:gd name="connsiteX26" fmla="*/ 238 w 187112"/>
                <a:gd name="connsiteY26" fmla="*/ 12983 h 361051"/>
                <a:gd name="connsiteX27" fmla="*/ 4386 w 187112"/>
                <a:gd name="connsiteY27" fmla="*/ 5096 h 361051"/>
                <a:gd name="connsiteX28" fmla="*/ 124061 w 187112"/>
                <a:gd name="connsiteY28" fmla="*/ 34154 h 361051"/>
                <a:gd name="connsiteX29" fmla="*/ 163514 w 187112"/>
                <a:gd name="connsiteY29" fmla="*/ 127553 h 361051"/>
                <a:gd name="connsiteX30" fmla="*/ 162502 w 187112"/>
                <a:gd name="connsiteY30" fmla="*/ 142393 h 361051"/>
                <a:gd name="connsiteX31" fmla="*/ 164323 w 187112"/>
                <a:gd name="connsiteY31" fmla="*/ 149969 h 361051"/>
                <a:gd name="connsiteX32" fmla="*/ 184556 w 187112"/>
                <a:gd name="connsiteY32" fmla="*/ 181102 h 361051"/>
                <a:gd name="connsiteX33" fmla="*/ 180435 w 187112"/>
                <a:gd name="connsiteY33" fmla="*/ 202557 h 361051"/>
                <a:gd name="connsiteX34" fmla="*/ 171910 w 187112"/>
                <a:gd name="connsiteY34" fmla="*/ 205178 h 361051"/>
                <a:gd name="connsiteX35" fmla="*/ 168875 w 187112"/>
                <a:gd name="connsiteY35" fmla="*/ 205178 h 361051"/>
                <a:gd name="connsiteX36" fmla="*/ 168875 w 187112"/>
                <a:gd name="connsiteY36" fmla="*/ 219915 h 361051"/>
                <a:gd name="connsiteX37" fmla="*/ 165942 w 187112"/>
                <a:gd name="connsiteY37" fmla="*/ 225207 h 361051"/>
                <a:gd name="connsiteX38" fmla="*/ 152487 w 187112"/>
                <a:gd name="connsiteY38" fmla="*/ 233717 h 361051"/>
                <a:gd name="connsiteX39" fmla="*/ 151374 w 187112"/>
                <a:gd name="connsiteY39" fmla="*/ 236000 h 361051"/>
                <a:gd name="connsiteX40" fmla="*/ 157343 w 187112"/>
                <a:gd name="connsiteY40" fmla="*/ 240670 h 361051"/>
                <a:gd name="connsiteX41" fmla="*/ 159771 w 187112"/>
                <a:gd name="connsiteY41" fmla="*/ 245755 h 361051"/>
                <a:gd name="connsiteX42" fmla="*/ 159771 w 187112"/>
                <a:gd name="connsiteY42" fmla="*/ 253331 h 361051"/>
                <a:gd name="connsiteX43" fmla="*/ 115664 w 187112"/>
                <a:gd name="connsiteY43" fmla="*/ 298681 h 361051"/>
                <a:gd name="connsiteX44" fmla="*/ 80966 w 187112"/>
                <a:gd name="connsiteY44" fmla="*/ 298681 h 361051"/>
                <a:gd name="connsiteX45" fmla="*/ 80966 w 187112"/>
                <a:gd name="connsiteY45" fmla="*/ 354721 h 361051"/>
                <a:gd name="connsiteX46" fmla="*/ 74896 w 187112"/>
                <a:gd name="connsiteY46" fmla="*/ 361052 h 36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87112" h="361051">
                  <a:moveTo>
                    <a:pt x="74896" y="361052"/>
                  </a:moveTo>
                  <a:lnTo>
                    <a:pt x="28968" y="361052"/>
                  </a:lnTo>
                  <a:cubicBezTo>
                    <a:pt x="25560" y="361052"/>
                    <a:pt x="22797" y="358217"/>
                    <a:pt x="22797" y="354721"/>
                  </a:cubicBezTo>
                  <a:cubicBezTo>
                    <a:pt x="22797" y="351225"/>
                    <a:pt x="25560" y="348391"/>
                    <a:pt x="28968" y="348391"/>
                  </a:cubicBezTo>
                  <a:lnTo>
                    <a:pt x="68725" y="348391"/>
                  </a:lnTo>
                  <a:lnTo>
                    <a:pt x="68725" y="292351"/>
                  </a:lnTo>
                  <a:cubicBezTo>
                    <a:pt x="68725" y="288912"/>
                    <a:pt x="71442" y="286124"/>
                    <a:pt x="74794" y="286124"/>
                  </a:cubicBezTo>
                  <a:cubicBezTo>
                    <a:pt x="74828" y="286124"/>
                    <a:pt x="74862" y="286124"/>
                    <a:pt x="74896" y="286124"/>
                  </a:cubicBezTo>
                  <a:lnTo>
                    <a:pt x="115361" y="286124"/>
                  </a:lnTo>
                  <a:cubicBezTo>
                    <a:pt x="132976" y="286067"/>
                    <a:pt x="147227" y="271402"/>
                    <a:pt x="147227" y="253331"/>
                  </a:cubicBezTo>
                  <a:lnTo>
                    <a:pt x="147227" y="248972"/>
                  </a:lnTo>
                  <a:lnTo>
                    <a:pt x="142270" y="245132"/>
                  </a:lnTo>
                  <a:cubicBezTo>
                    <a:pt x="141626" y="244573"/>
                    <a:pt x="141079" y="243907"/>
                    <a:pt x="140651" y="243161"/>
                  </a:cubicBezTo>
                  <a:cubicBezTo>
                    <a:pt x="136783" y="236122"/>
                    <a:pt x="139068" y="227204"/>
                    <a:pt x="145810" y="223028"/>
                  </a:cubicBezTo>
                  <a:lnTo>
                    <a:pt x="155927" y="216490"/>
                  </a:lnTo>
                  <a:lnTo>
                    <a:pt x="155927" y="203725"/>
                  </a:lnTo>
                  <a:cubicBezTo>
                    <a:pt x="155871" y="197478"/>
                    <a:pt x="160762" y="192368"/>
                    <a:pt x="166852" y="192310"/>
                  </a:cubicBezTo>
                  <a:cubicBezTo>
                    <a:pt x="166886" y="192310"/>
                    <a:pt x="166919" y="192310"/>
                    <a:pt x="166953" y="192310"/>
                  </a:cubicBezTo>
                  <a:lnTo>
                    <a:pt x="171202" y="192310"/>
                  </a:lnTo>
                  <a:cubicBezTo>
                    <a:pt x="172263" y="192318"/>
                    <a:pt x="173239" y="191717"/>
                    <a:pt x="173731" y="190753"/>
                  </a:cubicBezTo>
                  <a:cubicBezTo>
                    <a:pt x="174255" y="189822"/>
                    <a:pt x="174255" y="188675"/>
                    <a:pt x="173731" y="187744"/>
                  </a:cubicBezTo>
                  <a:lnTo>
                    <a:pt x="153499" y="156611"/>
                  </a:lnTo>
                  <a:cubicBezTo>
                    <a:pt x="150380" y="151897"/>
                    <a:pt x="149049" y="146176"/>
                    <a:pt x="149756" y="140525"/>
                  </a:cubicBezTo>
                  <a:cubicBezTo>
                    <a:pt x="150347" y="136123"/>
                    <a:pt x="150651" y="131685"/>
                    <a:pt x="150666" y="127242"/>
                  </a:cubicBezTo>
                  <a:cubicBezTo>
                    <a:pt x="150565" y="95422"/>
                    <a:pt x="137684" y="65051"/>
                    <a:pt x="115057" y="43286"/>
                  </a:cubicBezTo>
                  <a:cubicBezTo>
                    <a:pt x="86232" y="16008"/>
                    <a:pt x="45639" y="6099"/>
                    <a:pt x="7927" y="17134"/>
                  </a:cubicBezTo>
                  <a:cubicBezTo>
                    <a:pt x="4688" y="18149"/>
                    <a:pt x="1256" y="16297"/>
                    <a:pt x="238" y="12983"/>
                  </a:cubicBezTo>
                  <a:cubicBezTo>
                    <a:pt x="-685" y="9636"/>
                    <a:pt x="1152" y="6143"/>
                    <a:pt x="4386" y="5096"/>
                  </a:cubicBezTo>
                  <a:cubicBezTo>
                    <a:pt x="46483" y="-7467"/>
                    <a:pt x="91919" y="3565"/>
                    <a:pt x="124061" y="34154"/>
                  </a:cubicBezTo>
                  <a:cubicBezTo>
                    <a:pt x="149226" y="58357"/>
                    <a:pt x="163507" y="92165"/>
                    <a:pt x="163514" y="127553"/>
                  </a:cubicBezTo>
                  <a:cubicBezTo>
                    <a:pt x="163516" y="132518"/>
                    <a:pt x="163178" y="137477"/>
                    <a:pt x="162502" y="142393"/>
                  </a:cubicBezTo>
                  <a:cubicBezTo>
                    <a:pt x="162196" y="145061"/>
                    <a:pt x="162843" y="147753"/>
                    <a:pt x="164323" y="149969"/>
                  </a:cubicBezTo>
                  <a:lnTo>
                    <a:pt x="184556" y="181102"/>
                  </a:lnTo>
                  <a:cubicBezTo>
                    <a:pt x="189193" y="188194"/>
                    <a:pt x="187348" y="197800"/>
                    <a:pt x="180435" y="202557"/>
                  </a:cubicBezTo>
                  <a:cubicBezTo>
                    <a:pt x="177915" y="204291"/>
                    <a:pt x="174944" y="205205"/>
                    <a:pt x="171910" y="205178"/>
                  </a:cubicBezTo>
                  <a:lnTo>
                    <a:pt x="168875" y="205178"/>
                  </a:lnTo>
                  <a:lnTo>
                    <a:pt x="168875" y="219915"/>
                  </a:lnTo>
                  <a:cubicBezTo>
                    <a:pt x="168862" y="222082"/>
                    <a:pt x="167751" y="224087"/>
                    <a:pt x="165942" y="225207"/>
                  </a:cubicBezTo>
                  <a:lnTo>
                    <a:pt x="152487" y="233717"/>
                  </a:lnTo>
                  <a:cubicBezTo>
                    <a:pt x="151717" y="234194"/>
                    <a:pt x="151284" y="235082"/>
                    <a:pt x="151374" y="236000"/>
                  </a:cubicBezTo>
                  <a:lnTo>
                    <a:pt x="157343" y="240670"/>
                  </a:lnTo>
                  <a:cubicBezTo>
                    <a:pt x="158900" y="241868"/>
                    <a:pt x="159803" y="243759"/>
                    <a:pt x="159771" y="245755"/>
                  </a:cubicBezTo>
                  <a:lnTo>
                    <a:pt x="159771" y="253331"/>
                  </a:lnTo>
                  <a:cubicBezTo>
                    <a:pt x="159771" y="278337"/>
                    <a:pt x="140040" y="298624"/>
                    <a:pt x="115664" y="298681"/>
                  </a:cubicBezTo>
                  <a:lnTo>
                    <a:pt x="80966" y="298681"/>
                  </a:lnTo>
                  <a:lnTo>
                    <a:pt x="80966" y="354721"/>
                  </a:lnTo>
                  <a:cubicBezTo>
                    <a:pt x="80966" y="358177"/>
                    <a:pt x="78264" y="360995"/>
                    <a:pt x="74896" y="36105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E0B0A5F-4651-5040-A548-E7154FD53954}"/>
                </a:ext>
              </a:extLst>
            </p:cNvPr>
            <p:cNvSpPr/>
            <p:nvPr/>
          </p:nvSpPr>
          <p:spPr>
            <a:xfrm>
              <a:off x="5053360" y="2150882"/>
              <a:ext cx="151338" cy="155250"/>
            </a:xfrm>
            <a:custGeom>
              <a:avLst/>
              <a:gdLst>
                <a:gd name="connsiteX0" fmla="*/ 75669 w 151338"/>
                <a:gd name="connsiteY0" fmla="*/ 155251 h 155250"/>
                <a:gd name="connsiteX1" fmla="*/ 0 w 151338"/>
                <a:gd name="connsiteY1" fmla="*/ 77625 h 155250"/>
                <a:gd name="connsiteX2" fmla="*/ 75669 w 151338"/>
                <a:gd name="connsiteY2" fmla="*/ 0 h 155250"/>
                <a:gd name="connsiteX3" fmla="*/ 151338 w 151338"/>
                <a:gd name="connsiteY3" fmla="*/ 77625 h 155250"/>
                <a:gd name="connsiteX4" fmla="*/ 75669 w 151338"/>
                <a:gd name="connsiteY4" fmla="*/ 155251 h 155250"/>
                <a:gd name="connsiteX5" fmla="*/ 75669 w 151338"/>
                <a:gd name="connsiteY5" fmla="*/ 12453 h 155250"/>
                <a:gd name="connsiteX6" fmla="*/ 12241 w 151338"/>
                <a:gd name="connsiteY6" fmla="*/ 77522 h 155250"/>
                <a:gd name="connsiteX7" fmla="*/ 75669 w 151338"/>
                <a:gd name="connsiteY7" fmla="*/ 142590 h 155250"/>
                <a:gd name="connsiteX8" fmla="*/ 139098 w 151338"/>
                <a:gd name="connsiteY8" fmla="*/ 77522 h 155250"/>
                <a:gd name="connsiteX9" fmla="*/ 75669 w 151338"/>
                <a:gd name="connsiteY9" fmla="*/ 12453 h 15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38" h="155250">
                  <a:moveTo>
                    <a:pt x="75669" y="155251"/>
                  </a:moveTo>
                  <a:cubicBezTo>
                    <a:pt x="33878" y="155251"/>
                    <a:pt x="0" y="120497"/>
                    <a:pt x="0" y="77625"/>
                  </a:cubicBezTo>
                  <a:cubicBezTo>
                    <a:pt x="0" y="34754"/>
                    <a:pt x="33878" y="0"/>
                    <a:pt x="75669" y="0"/>
                  </a:cubicBezTo>
                  <a:cubicBezTo>
                    <a:pt x="117460" y="0"/>
                    <a:pt x="151338" y="34754"/>
                    <a:pt x="151338" y="77625"/>
                  </a:cubicBezTo>
                  <a:cubicBezTo>
                    <a:pt x="151283" y="120473"/>
                    <a:pt x="117437" y="155193"/>
                    <a:pt x="75669" y="155251"/>
                  </a:cubicBezTo>
                  <a:close/>
                  <a:moveTo>
                    <a:pt x="75669" y="12453"/>
                  </a:moveTo>
                  <a:cubicBezTo>
                    <a:pt x="40639" y="12453"/>
                    <a:pt x="12241" y="41585"/>
                    <a:pt x="12241" y="77522"/>
                  </a:cubicBezTo>
                  <a:cubicBezTo>
                    <a:pt x="12241" y="113458"/>
                    <a:pt x="40639" y="142590"/>
                    <a:pt x="75669" y="142590"/>
                  </a:cubicBezTo>
                  <a:cubicBezTo>
                    <a:pt x="110700" y="142590"/>
                    <a:pt x="139098" y="113458"/>
                    <a:pt x="139098" y="77522"/>
                  </a:cubicBezTo>
                  <a:cubicBezTo>
                    <a:pt x="139042" y="41609"/>
                    <a:pt x="110677" y="12510"/>
                    <a:pt x="75669" y="12453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7B64B1D8-2D33-D34B-8656-DB39212E9F56}"/>
                </a:ext>
              </a:extLst>
            </p:cNvPr>
            <p:cNvSpPr/>
            <p:nvPr/>
          </p:nvSpPr>
          <p:spPr>
            <a:xfrm>
              <a:off x="5032217" y="2129192"/>
              <a:ext cx="193625" cy="228414"/>
            </a:xfrm>
            <a:custGeom>
              <a:avLst/>
              <a:gdLst>
                <a:gd name="connsiteX0" fmla="*/ 138593 w 193625"/>
                <a:gd name="connsiteY0" fmla="*/ 228413 h 228414"/>
                <a:gd name="connsiteX1" fmla="*/ 55033 w 193625"/>
                <a:gd name="connsiteY1" fmla="*/ 228413 h 228414"/>
                <a:gd name="connsiteX2" fmla="*/ 49064 w 193625"/>
                <a:gd name="connsiteY2" fmla="*/ 223847 h 228414"/>
                <a:gd name="connsiteX3" fmla="*/ 36824 w 193625"/>
                <a:gd name="connsiteY3" fmla="*/ 177148 h 228414"/>
                <a:gd name="connsiteX4" fmla="*/ 1 w 193625"/>
                <a:gd name="connsiteY4" fmla="*/ 99315 h 228414"/>
                <a:gd name="connsiteX5" fmla="*/ 96813 w 193625"/>
                <a:gd name="connsiteY5" fmla="*/ 0 h 228414"/>
                <a:gd name="connsiteX6" fmla="*/ 193625 w 193625"/>
                <a:gd name="connsiteY6" fmla="*/ 99315 h 228414"/>
                <a:gd name="connsiteX7" fmla="*/ 156802 w 193625"/>
                <a:gd name="connsiteY7" fmla="*/ 177148 h 228414"/>
                <a:gd name="connsiteX8" fmla="*/ 144561 w 193625"/>
                <a:gd name="connsiteY8" fmla="*/ 223847 h 228414"/>
                <a:gd name="connsiteX9" fmla="*/ 138593 w 193625"/>
                <a:gd name="connsiteY9" fmla="*/ 228414 h 228414"/>
                <a:gd name="connsiteX10" fmla="*/ 59686 w 193625"/>
                <a:gd name="connsiteY10" fmla="*/ 215856 h 228414"/>
                <a:gd name="connsiteX11" fmla="*/ 133939 w 193625"/>
                <a:gd name="connsiteY11" fmla="*/ 215856 h 228414"/>
                <a:gd name="connsiteX12" fmla="*/ 145472 w 193625"/>
                <a:gd name="connsiteY12" fmla="*/ 171855 h 228414"/>
                <a:gd name="connsiteX13" fmla="*/ 147697 w 193625"/>
                <a:gd name="connsiteY13" fmla="*/ 168430 h 228414"/>
                <a:gd name="connsiteX14" fmla="*/ 181384 w 193625"/>
                <a:gd name="connsiteY14" fmla="*/ 99315 h 228414"/>
                <a:gd name="connsiteX15" fmla="*/ 96813 w 193625"/>
                <a:gd name="connsiteY15" fmla="*/ 12557 h 228414"/>
                <a:gd name="connsiteX16" fmla="*/ 12241 w 193625"/>
                <a:gd name="connsiteY16" fmla="*/ 99315 h 228414"/>
                <a:gd name="connsiteX17" fmla="*/ 45928 w 193625"/>
                <a:gd name="connsiteY17" fmla="*/ 168430 h 228414"/>
                <a:gd name="connsiteX18" fmla="*/ 48154 w 193625"/>
                <a:gd name="connsiteY18" fmla="*/ 171855 h 22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625" h="228414">
                  <a:moveTo>
                    <a:pt x="138593" y="228413"/>
                  </a:moveTo>
                  <a:lnTo>
                    <a:pt x="55033" y="228413"/>
                  </a:lnTo>
                  <a:cubicBezTo>
                    <a:pt x="52282" y="228398"/>
                    <a:pt x="49863" y="226547"/>
                    <a:pt x="49064" y="223847"/>
                  </a:cubicBezTo>
                  <a:lnTo>
                    <a:pt x="36824" y="177148"/>
                  </a:lnTo>
                  <a:cubicBezTo>
                    <a:pt x="13491" y="158429"/>
                    <a:pt x="-101" y="129700"/>
                    <a:pt x="1" y="99315"/>
                  </a:cubicBezTo>
                  <a:cubicBezTo>
                    <a:pt x="1" y="44465"/>
                    <a:pt x="43345" y="0"/>
                    <a:pt x="96813" y="0"/>
                  </a:cubicBezTo>
                  <a:cubicBezTo>
                    <a:pt x="150281" y="0"/>
                    <a:pt x="193625" y="44465"/>
                    <a:pt x="193625" y="99315"/>
                  </a:cubicBezTo>
                  <a:cubicBezTo>
                    <a:pt x="193726" y="129700"/>
                    <a:pt x="180134" y="158429"/>
                    <a:pt x="156802" y="177148"/>
                  </a:cubicBezTo>
                  <a:lnTo>
                    <a:pt x="144561" y="223847"/>
                  </a:lnTo>
                  <a:cubicBezTo>
                    <a:pt x="143822" y="226589"/>
                    <a:pt x="141365" y="228469"/>
                    <a:pt x="138593" y="228414"/>
                  </a:cubicBezTo>
                  <a:close/>
                  <a:moveTo>
                    <a:pt x="59686" y="215856"/>
                  </a:moveTo>
                  <a:lnTo>
                    <a:pt x="133939" y="215856"/>
                  </a:lnTo>
                  <a:lnTo>
                    <a:pt x="145472" y="171855"/>
                  </a:lnTo>
                  <a:cubicBezTo>
                    <a:pt x="145896" y="170527"/>
                    <a:pt x="146665" y="169343"/>
                    <a:pt x="147697" y="168430"/>
                  </a:cubicBezTo>
                  <a:cubicBezTo>
                    <a:pt x="168973" y="152174"/>
                    <a:pt x="181472" y="126529"/>
                    <a:pt x="181384" y="99315"/>
                  </a:cubicBezTo>
                  <a:cubicBezTo>
                    <a:pt x="181384" y="51400"/>
                    <a:pt x="143520" y="12557"/>
                    <a:pt x="96813" y="12557"/>
                  </a:cubicBezTo>
                  <a:cubicBezTo>
                    <a:pt x="50105" y="12557"/>
                    <a:pt x="12241" y="51400"/>
                    <a:pt x="12241" y="99315"/>
                  </a:cubicBezTo>
                  <a:cubicBezTo>
                    <a:pt x="12153" y="126529"/>
                    <a:pt x="24652" y="152174"/>
                    <a:pt x="45928" y="168430"/>
                  </a:cubicBezTo>
                  <a:cubicBezTo>
                    <a:pt x="46990" y="169315"/>
                    <a:pt x="47766" y="170509"/>
                    <a:pt x="48154" y="171855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37D007A-D492-8E40-881E-113611628576}"/>
                </a:ext>
              </a:extLst>
            </p:cNvPr>
            <p:cNvSpPr/>
            <p:nvPr/>
          </p:nvSpPr>
          <p:spPr>
            <a:xfrm>
              <a:off x="5103959" y="2290810"/>
              <a:ext cx="92518" cy="37011"/>
            </a:xfrm>
            <a:custGeom>
              <a:avLst/>
              <a:gdLst>
                <a:gd name="connsiteX0" fmla="*/ 25070 w 92518"/>
                <a:gd name="connsiteY0" fmla="*/ 37012 h 37011"/>
                <a:gd name="connsiteX1" fmla="*/ 4838 w 92518"/>
                <a:gd name="connsiteY1" fmla="*/ 34833 h 37011"/>
                <a:gd name="connsiteX2" fmla="*/ 134 w 92518"/>
                <a:gd name="connsiteY2" fmla="*/ 27412 h 37011"/>
                <a:gd name="connsiteX3" fmla="*/ 7367 w 92518"/>
                <a:gd name="connsiteY3" fmla="*/ 22587 h 37011"/>
                <a:gd name="connsiteX4" fmla="*/ 82126 w 92518"/>
                <a:gd name="connsiteY4" fmla="*/ 1831 h 37011"/>
                <a:gd name="connsiteX5" fmla="*/ 90709 w 92518"/>
                <a:gd name="connsiteY5" fmla="*/ 1816 h 37011"/>
                <a:gd name="connsiteX6" fmla="*/ 90724 w 92518"/>
                <a:gd name="connsiteY6" fmla="*/ 1831 h 37011"/>
                <a:gd name="connsiteX7" fmla="*/ 90724 w 92518"/>
                <a:gd name="connsiteY7" fmla="*/ 10756 h 37011"/>
                <a:gd name="connsiteX8" fmla="*/ 25070 w 92518"/>
                <a:gd name="connsiteY8" fmla="*/ 37012 h 3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18" h="37011">
                  <a:moveTo>
                    <a:pt x="25070" y="37012"/>
                  </a:moveTo>
                  <a:cubicBezTo>
                    <a:pt x="18270" y="37024"/>
                    <a:pt x="11487" y="36294"/>
                    <a:pt x="4838" y="34833"/>
                  </a:cubicBezTo>
                  <a:cubicBezTo>
                    <a:pt x="1541" y="34116"/>
                    <a:pt x="-565" y="30794"/>
                    <a:pt x="134" y="27412"/>
                  </a:cubicBezTo>
                  <a:cubicBezTo>
                    <a:pt x="832" y="24031"/>
                    <a:pt x="4070" y="21870"/>
                    <a:pt x="7367" y="22587"/>
                  </a:cubicBezTo>
                  <a:cubicBezTo>
                    <a:pt x="34089" y="28380"/>
                    <a:pt x="61898" y="20659"/>
                    <a:pt x="82126" y="1831"/>
                  </a:cubicBezTo>
                  <a:cubicBezTo>
                    <a:pt x="84492" y="-604"/>
                    <a:pt x="88335" y="-611"/>
                    <a:pt x="90709" y="1816"/>
                  </a:cubicBezTo>
                  <a:cubicBezTo>
                    <a:pt x="90714" y="1821"/>
                    <a:pt x="90719" y="1826"/>
                    <a:pt x="90724" y="1831"/>
                  </a:cubicBezTo>
                  <a:cubicBezTo>
                    <a:pt x="93116" y="4300"/>
                    <a:pt x="93116" y="8287"/>
                    <a:pt x="90724" y="10756"/>
                  </a:cubicBezTo>
                  <a:cubicBezTo>
                    <a:pt x="72837" y="27667"/>
                    <a:pt x="49395" y="37041"/>
                    <a:pt x="25070" y="3701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A143A37B-A9E0-4644-8359-D75524A1646E}"/>
                </a:ext>
              </a:extLst>
            </p:cNvPr>
            <p:cNvSpPr/>
            <p:nvPr/>
          </p:nvSpPr>
          <p:spPr>
            <a:xfrm>
              <a:off x="5089475" y="2345049"/>
              <a:ext cx="79109" cy="29992"/>
            </a:xfrm>
            <a:custGeom>
              <a:avLst/>
              <a:gdLst>
                <a:gd name="connsiteX0" fmla="*/ 73039 w 79109"/>
                <a:gd name="connsiteY0" fmla="*/ 29992 h 29992"/>
                <a:gd name="connsiteX1" fmla="*/ 6171 w 79109"/>
                <a:gd name="connsiteY1" fmla="*/ 29992 h 29992"/>
                <a:gd name="connsiteX2" fmla="*/ 1 w 79109"/>
                <a:gd name="connsiteY2" fmla="*/ 23870 h 29992"/>
                <a:gd name="connsiteX3" fmla="*/ 0 w 79109"/>
                <a:gd name="connsiteY3" fmla="*/ 23765 h 29992"/>
                <a:gd name="connsiteX4" fmla="*/ 0 w 79109"/>
                <a:gd name="connsiteY4" fmla="*/ 6330 h 29992"/>
                <a:gd name="connsiteX5" fmla="*/ 6171 w 79109"/>
                <a:gd name="connsiteY5" fmla="*/ 0 h 29992"/>
                <a:gd name="connsiteX6" fmla="*/ 73039 w 79109"/>
                <a:gd name="connsiteY6" fmla="*/ 0 h 29992"/>
                <a:gd name="connsiteX7" fmla="*/ 79110 w 79109"/>
                <a:gd name="connsiteY7" fmla="*/ 6226 h 29992"/>
                <a:gd name="connsiteX8" fmla="*/ 79109 w 79109"/>
                <a:gd name="connsiteY8" fmla="*/ 6330 h 29992"/>
                <a:gd name="connsiteX9" fmla="*/ 79109 w 79109"/>
                <a:gd name="connsiteY9" fmla="*/ 23765 h 29992"/>
                <a:gd name="connsiteX10" fmla="*/ 73039 w 79109"/>
                <a:gd name="connsiteY10" fmla="*/ 29992 h 29992"/>
                <a:gd name="connsiteX11" fmla="*/ 12342 w 79109"/>
                <a:gd name="connsiteY11" fmla="*/ 17435 h 29992"/>
                <a:gd name="connsiteX12" fmla="*/ 66969 w 79109"/>
                <a:gd name="connsiteY12" fmla="*/ 17435 h 29992"/>
                <a:gd name="connsiteX13" fmla="*/ 66969 w 79109"/>
                <a:gd name="connsiteY13" fmla="*/ 12557 h 29992"/>
                <a:gd name="connsiteX14" fmla="*/ 12241 w 79109"/>
                <a:gd name="connsiteY14" fmla="*/ 12557 h 2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109" h="29992">
                  <a:moveTo>
                    <a:pt x="73039" y="29992"/>
                  </a:moveTo>
                  <a:lnTo>
                    <a:pt x="6171" y="29992"/>
                  </a:lnTo>
                  <a:cubicBezTo>
                    <a:pt x="2819" y="30049"/>
                    <a:pt x="57" y="27308"/>
                    <a:pt x="1" y="23870"/>
                  </a:cubicBezTo>
                  <a:cubicBezTo>
                    <a:pt x="0" y="23835"/>
                    <a:pt x="0" y="23800"/>
                    <a:pt x="0" y="23765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73039" y="0"/>
                  </a:lnTo>
                  <a:cubicBezTo>
                    <a:pt x="76391" y="0"/>
                    <a:pt x="79109" y="2787"/>
                    <a:pt x="79110" y="6226"/>
                  </a:cubicBezTo>
                  <a:cubicBezTo>
                    <a:pt x="79110" y="6261"/>
                    <a:pt x="79109" y="6296"/>
                    <a:pt x="79109" y="6330"/>
                  </a:cubicBezTo>
                  <a:lnTo>
                    <a:pt x="79109" y="23765"/>
                  </a:lnTo>
                  <a:cubicBezTo>
                    <a:pt x="79109" y="27204"/>
                    <a:pt x="76391" y="29992"/>
                    <a:pt x="73039" y="29992"/>
                  </a:cubicBezTo>
                  <a:close/>
                  <a:moveTo>
                    <a:pt x="12342" y="17435"/>
                  </a:moveTo>
                  <a:lnTo>
                    <a:pt x="66969" y="17435"/>
                  </a:lnTo>
                  <a:lnTo>
                    <a:pt x="66969" y="12557"/>
                  </a:lnTo>
                  <a:lnTo>
                    <a:pt x="12241" y="12557"/>
                  </a:ln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41569D8F-0599-BF4B-977F-84D3E34B4384}"/>
                </a:ext>
              </a:extLst>
            </p:cNvPr>
            <p:cNvSpPr/>
            <p:nvPr/>
          </p:nvSpPr>
          <p:spPr>
            <a:xfrm>
              <a:off x="5075211" y="2362068"/>
              <a:ext cx="107737" cy="80427"/>
            </a:xfrm>
            <a:custGeom>
              <a:avLst/>
              <a:gdLst>
                <a:gd name="connsiteX0" fmla="*/ 93879 w 107737"/>
                <a:gd name="connsiteY0" fmla="*/ 80427 h 80427"/>
                <a:gd name="connsiteX1" fmla="*/ 13860 w 107737"/>
                <a:gd name="connsiteY1" fmla="*/ 80427 h 80427"/>
                <a:gd name="connsiteX2" fmla="*/ 0 w 107737"/>
                <a:gd name="connsiteY2" fmla="*/ 66210 h 80427"/>
                <a:gd name="connsiteX3" fmla="*/ 0 w 107737"/>
                <a:gd name="connsiteY3" fmla="*/ 66106 h 80427"/>
                <a:gd name="connsiteX4" fmla="*/ 0 w 107737"/>
                <a:gd name="connsiteY4" fmla="*/ 14217 h 80427"/>
                <a:gd name="connsiteX5" fmla="*/ 13860 w 107737"/>
                <a:gd name="connsiteY5" fmla="*/ 0 h 80427"/>
                <a:gd name="connsiteX6" fmla="*/ 93879 w 107737"/>
                <a:gd name="connsiteY6" fmla="*/ 0 h 80427"/>
                <a:gd name="connsiteX7" fmla="*/ 107738 w 107737"/>
                <a:gd name="connsiteY7" fmla="*/ 14217 h 80427"/>
                <a:gd name="connsiteX8" fmla="*/ 107738 w 107737"/>
                <a:gd name="connsiteY8" fmla="*/ 66106 h 80427"/>
                <a:gd name="connsiteX9" fmla="*/ 93879 w 107737"/>
                <a:gd name="connsiteY9" fmla="*/ 80427 h 80427"/>
                <a:gd name="connsiteX10" fmla="*/ 13860 w 107737"/>
                <a:gd name="connsiteY10" fmla="*/ 12972 h 80427"/>
                <a:gd name="connsiteX11" fmla="*/ 12241 w 107737"/>
                <a:gd name="connsiteY11" fmla="*/ 14633 h 80427"/>
                <a:gd name="connsiteX12" fmla="*/ 12241 w 107737"/>
                <a:gd name="connsiteY12" fmla="*/ 66521 h 80427"/>
                <a:gd name="connsiteX13" fmla="*/ 13860 w 107737"/>
                <a:gd name="connsiteY13" fmla="*/ 68182 h 80427"/>
                <a:gd name="connsiteX14" fmla="*/ 93879 w 107737"/>
                <a:gd name="connsiteY14" fmla="*/ 68182 h 80427"/>
                <a:gd name="connsiteX15" fmla="*/ 95497 w 107737"/>
                <a:gd name="connsiteY15" fmla="*/ 66521 h 80427"/>
                <a:gd name="connsiteX16" fmla="*/ 95497 w 107737"/>
                <a:gd name="connsiteY16" fmla="*/ 14633 h 80427"/>
                <a:gd name="connsiteX17" fmla="*/ 93879 w 107737"/>
                <a:gd name="connsiteY17" fmla="*/ 12972 h 8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737" h="80427">
                  <a:moveTo>
                    <a:pt x="93879" y="80427"/>
                  </a:moveTo>
                  <a:lnTo>
                    <a:pt x="13860" y="80427"/>
                  </a:lnTo>
                  <a:cubicBezTo>
                    <a:pt x="6205" y="80428"/>
                    <a:pt x="0" y="74062"/>
                    <a:pt x="0" y="66210"/>
                  </a:cubicBezTo>
                  <a:cubicBezTo>
                    <a:pt x="0" y="66176"/>
                    <a:pt x="0" y="66141"/>
                    <a:pt x="0" y="66106"/>
                  </a:cubicBezTo>
                  <a:lnTo>
                    <a:pt x="0" y="14217"/>
                  </a:lnTo>
                  <a:cubicBezTo>
                    <a:pt x="0" y="6365"/>
                    <a:pt x="6205" y="0"/>
                    <a:pt x="13860" y="0"/>
                  </a:cubicBezTo>
                  <a:lnTo>
                    <a:pt x="93879" y="0"/>
                  </a:lnTo>
                  <a:cubicBezTo>
                    <a:pt x="101510" y="57"/>
                    <a:pt x="107683" y="6389"/>
                    <a:pt x="107738" y="14217"/>
                  </a:cubicBezTo>
                  <a:lnTo>
                    <a:pt x="107738" y="66106"/>
                  </a:lnTo>
                  <a:cubicBezTo>
                    <a:pt x="107738" y="73975"/>
                    <a:pt x="101549" y="80370"/>
                    <a:pt x="93879" y="80427"/>
                  </a:cubicBezTo>
                  <a:close/>
                  <a:moveTo>
                    <a:pt x="13860" y="12972"/>
                  </a:moveTo>
                  <a:cubicBezTo>
                    <a:pt x="12966" y="12972"/>
                    <a:pt x="12241" y="13716"/>
                    <a:pt x="12241" y="14633"/>
                  </a:cubicBezTo>
                  <a:lnTo>
                    <a:pt x="12241" y="66521"/>
                  </a:lnTo>
                  <a:cubicBezTo>
                    <a:pt x="12241" y="67438"/>
                    <a:pt x="12966" y="68182"/>
                    <a:pt x="13860" y="68182"/>
                  </a:cubicBezTo>
                  <a:lnTo>
                    <a:pt x="93879" y="68182"/>
                  </a:lnTo>
                  <a:cubicBezTo>
                    <a:pt x="94773" y="68182"/>
                    <a:pt x="95497" y="67438"/>
                    <a:pt x="95497" y="66521"/>
                  </a:cubicBezTo>
                  <a:lnTo>
                    <a:pt x="95497" y="14633"/>
                  </a:lnTo>
                  <a:cubicBezTo>
                    <a:pt x="95497" y="13716"/>
                    <a:pt x="94773" y="12972"/>
                    <a:pt x="93879" y="1297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DDA25F2-3760-604D-BA53-EF3B25578720}"/>
                </a:ext>
              </a:extLst>
            </p:cNvPr>
            <p:cNvSpPr/>
            <p:nvPr/>
          </p:nvSpPr>
          <p:spPr>
            <a:xfrm>
              <a:off x="5075898" y="2383601"/>
              <a:ext cx="79615" cy="12661"/>
            </a:xfrm>
            <a:custGeom>
              <a:avLst/>
              <a:gdLst>
                <a:gd name="connsiteX0" fmla="*/ 72656 w 79615"/>
                <a:gd name="connsiteY0" fmla="*/ 12610 h 12661"/>
                <a:gd name="connsiteX1" fmla="*/ 5383 w 79615"/>
                <a:gd name="connsiteY1" fmla="*/ 12610 h 12661"/>
                <a:gd name="connsiteX2" fmla="*/ 51 w 79615"/>
                <a:gd name="connsiteY2" fmla="*/ 5522 h 12661"/>
                <a:gd name="connsiteX3" fmla="*/ 5383 w 79615"/>
                <a:gd name="connsiteY3" fmla="*/ 53 h 12661"/>
                <a:gd name="connsiteX4" fmla="*/ 72656 w 79615"/>
                <a:gd name="connsiteY4" fmla="*/ 53 h 12661"/>
                <a:gd name="connsiteX5" fmla="*/ 79565 w 79615"/>
                <a:gd name="connsiteY5" fmla="*/ 5522 h 12661"/>
                <a:gd name="connsiteX6" fmla="*/ 74233 w 79615"/>
                <a:gd name="connsiteY6" fmla="*/ 12610 h 12661"/>
                <a:gd name="connsiteX7" fmla="*/ 72656 w 79615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15" h="12661">
                  <a:moveTo>
                    <a:pt x="72656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72656" y="53"/>
                  </a:lnTo>
                  <a:cubicBezTo>
                    <a:pt x="76036" y="-394"/>
                    <a:pt x="79129" y="2055"/>
                    <a:pt x="79565" y="5522"/>
                  </a:cubicBezTo>
                  <a:cubicBezTo>
                    <a:pt x="80000" y="8990"/>
                    <a:pt x="77613" y="12163"/>
                    <a:pt x="74233" y="12610"/>
                  </a:cubicBezTo>
                  <a:cubicBezTo>
                    <a:pt x="73709" y="12679"/>
                    <a:pt x="73179" y="12679"/>
                    <a:pt x="72656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04805F44-2394-6F4A-8185-CDD62384428E}"/>
                </a:ext>
              </a:extLst>
            </p:cNvPr>
            <p:cNvSpPr/>
            <p:nvPr/>
          </p:nvSpPr>
          <p:spPr>
            <a:xfrm>
              <a:off x="5075898" y="2407989"/>
              <a:ext cx="89023" cy="12661"/>
            </a:xfrm>
            <a:custGeom>
              <a:avLst/>
              <a:gdLst>
                <a:gd name="connsiteX0" fmla="*/ 82064 w 89023"/>
                <a:gd name="connsiteY0" fmla="*/ 12610 h 12661"/>
                <a:gd name="connsiteX1" fmla="*/ 5383 w 89023"/>
                <a:gd name="connsiteY1" fmla="*/ 12610 h 12661"/>
                <a:gd name="connsiteX2" fmla="*/ 51 w 89023"/>
                <a:gd name="connsiteY2" fmla="*/ 5522 h 12661"/>
                <a:gd name="connsiteX3" fmla="*/ 5383 w 89023"/>
                <a:gd name="connsiteY3" fmla="*/ 53 h 12661"/>
                <a:gd name="connsiteX4" fmla="*/ 82064 w 89023"/>
                <a:gd name="connsiteY4" fmla="*/ 53 h 12661"/>
                <a:gd name="connsiteX5" fmla="*/ 88973 w 89023"/>
                <a:gd name="connsiteY5" fmla="*/ 5522 h 12661"/>
                <a:gd name="connsiteX6" fmla="*/ 83641 w 89023"/>
                <a:gd name="connsiteY6" fmla="*/ 12610 h 12661"/>
                <a:gd name="connsiteX7" fmla="*/ 82064 w 89023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023" h="12661">
                  <a:moveTo>
                    <a:pt x="82064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82064" y="53"/>
                  </a:lnTo>
                  <a:cubicBezTo>
                    <a:pt x="85444" y="-394"/>
                    <a:pt x="88537" y="2055"/>
                    <a:pt x="88973" y="5522"/>
                  </a:cubicBezTo>
                  <a:cubicBezTo>
                    <a:pt x="89408" y="8990"/>
                    <a:pt x="87021" y="12163"/>
                    <a:pt x="83641" y="12610"/>
                  </a:cubicBezTo>
                  <a:cubicBezTo>
                    <a:pt x="83117" y="12679"/>
                    <a:pt x="82587" y="12679"/>
                    <a:pt x="82064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EB141B31-A35E-7441-A24C-F689931AB754}"/>
                </a:ext>
              </a:extLst>
            </p:cNvPr>
            <p:cNvSpPr/>
            <p:nvPr/>
          </p:nvSpPr>
          <p:spPr>
            <a:xfrm>
              <a:off x="5104953" y="2429834"/>
              <a:ext cx="48153" cy="32378"/>
            </a:xfrm>
            <a:custGeom>
              <a:avLst/>
              <a:gdLst>
                <a:gd name="connsiteX0" fmla="*/ 24077 w 48153"/>
                <a:gd name="connsiteY0" fmla="*/ 32378 h 32378"/>
                <a:gd name="connsiteX1" fmla="*/ 0 w 48153"/>
                <a:gd name="connsiteY1" fmla="*/ 7679 h 32378"/>
                <a:gd name="connsiteX2" fmla="*/ 0 w 48153"/>
                <a:gd name="connsiteY2" fmla="*/ 6330 h 32378"/>
                <a:gd name="connsiteX3" fmla="*/ 6171 w 48153"/>
                <a:gd name="connsiteY3" fmla="*/ 0 h 32378"/>
                <a:gd name="connsiteX4" fmla="*/ 41982 w 48153"/>
                <a:gd name="connsiteY4" fmla="*/ 0 h 32378"/>
                <a:gd name="connsiteX5" fmla="*/ 48153 w 48153"/>
                <a:gd name="connsiteY5" fmla="*/ 6330 h 32378"/>
                <a:gd name="connsiteX6" fmla="*/ 48153 w 48153"/>
                <a:gd name="connsiteY6" fmla="*/ 7679 h 32378"/>
                <a:gd name="connsiteX7" fmla="*/ 24077 w 48153"/>
                <a:gd name="connsiteY7" fmla="*/ 32378 h 32378"/>
                <a:gd name="connsiteX8" fmla="*/ 13353 w 48153"/>
                <a:gd name="connsiteY8" fmla="*/ 12661 h 32378"/>
                <a:gd name="connsiteX9" fmla="*/ 24077 w 48153"/>
                <a:gd name="connsiteY9" fmla="*/ 19718 h 32378"/>
                <a:gd name="connsiteX10" fmla="*/ 34901 w 48153"/>
                <a:gd name="connsiteY10" fmla="*/ 12661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53" h="32378">
                  <a:moveTo>
                    <a:pt x="24077" y="32378"/>
                  </a:moveTo>
                  <a:cubicBezTo>
                    <a:pt x="10802" y="32322"/>
                    <a:pt x="55" y="21297"/>
                    <a:pt x="0" y="7679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41982" y="0"/>
                  </a:lnTo>
                  <a:cubicBezTo>
                    <a:pt x="45390" y="0"/>
                    <a:pt x="48153" y="2834"/>
                    <a:pt x="48153" y="6330"/>
                  </a:cubicBezTo>
                  <a:lnTo>
                    <a:pt x="48153" y="7679"/>
                  </a:lnTo>
                  <a:cubicBezTo>
                    <a:pt x="48098" y="21297"/>
                    <a:pt x="37351" y="32322"/>
                    <a:pt x="24077" y="32378"/>
                  </a:cubicBezTo>
                  <a:close/>
                  <a:moveTo>
                    <a:pt x="13353" y="12661"/>
                  </a:moveTo>
                  <a:cubicBezTo>
                    <a:pt x="15264" y="16972"/>
                    <a:pt x="19460" y="19734"/>
                    <a:pt x="24077" y="19718"/>
                  </a:cubicBezTo>
                  <a:cubicBezTo>
                    <a:pt x="28707" y="19697"/>
                    <a:pt x="32916" y="16953"/>
                    <a:pt x="34901" y="12661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8" name="Graphic 68">
            <a:extLst>
              <a:ext uri="{FF2B5EF4-FFF2-40B4-BE49-F238E27FC236}">
                <a16:creationId xmlns:a16="http://schemas.microsoft.com/office/drawing/2014/main" id="{1AD315DA-468C-8D4B-BDA4-29EF004CAE72}"/>
              </a:ext>
            </a:extLst>
          </p:cNvPr>
          <p:cNvGrpSpPr>
            <a:grpSpLocks noChangeAspect="1"/>
          </p:cNvGrpSpPr>
          <p:nvPr/>
        </p:nvGrpSpPr>
        <p:grpSpPr>
          <a:xfrm>
            <a:off x="5089475" y="5006993"/>
            <a:ext cx="374553" cy="293527"/>
            <a:chOff x="4990206" y="2135889"/>
            <a:chExt cx="374553" cy="293527"/>
          </a:xfrm>
          <a:solidFill>
            <a:srgbClr val="FFFFFF"/>
          </a:solidFill>
        </p:grpSpPr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6AEB4D8-5BDE-6248-B831-144E6F1C43D1}"/>
                </a:ext>
              </a:extLst>
            </p:cNvPr>
            <p:cNvSpPr/>
            <p:nvPr/>
          </p:nvSpPr>
          <p:spPr>
            <a:xfrm>
              <a:off x="5123445" y="2377813"/>
              <a:ext cx="12450" cy="51551"/>
            </a:xfrm>
            <a:custGeom>
              <a:avLst/>
              <a:gdLst>
                <a:gd name="connsiteX0" fmla="*/ 6219 w 12450"/>
                <a:gd name="connsiteY0" fmla="*/ 51550 h 51551"/>
                <a:gd name="connsiteX1" fmla="*/ 0 w 12450"/>
                <a:gd name="connsiteY1" fmla="*/ 45264 h 51551"/>
                <a:gd name="connsiteX2" fmla="*/ 0 w 12450"/>
                <a:gd name="connsiteY2" fmla="*/ 6287 h 51551"/>
                <a:gd name="connsiteX3" fmla="*/ 6219 w 12450"/>
                <a:gd name="connsiteY3" fmla="*/ 1 h 51551"/>
                <a:gd name="connsiteX4" fmla="*/ 12436 w 12450"/>
                <a:gd name="connsiteY4" fmla="*/ 6182 h 51551"/>
                <a:gd name="connsiteX5" fmla="*/ 12437 w 12450"/>
                <a:gd name="connsiteY5" fmla="*/ 6287 h 51551"/>
                <a:gd name="connsiteX6" fmla="*/ 12437 w 12450"/>
                <a:gd name="connsiteY6" fmla="*/ 44845 h 51551"/>
                <a:gd name="connsiteX7" fmla="*/ 6743 w 12450"/>
                <a:gd name="connsiteY7" fmla="*/ 51537 h 51551"/>
                <a:gd name="connsiteX8" fmla="*/ 6219 w 12450"/>
                <a:gd name="connsiteY8" fmla="*/ 51550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0" h="51551">
                  <a:moveTo>
                    <a:pt x="6219" y="51550"/>
                  </a:moveTo>
                  <a:cubicBezTo>
                    <a:pt x="2824" y="51551"/>
                    <a:pt x="56" y="48753"/>
                    <a:pt x="0" y="45264"/>
                  </a:cubicBezTo>
                  <a:lnTo>
                    <a:pt x="0" y="6287"/>
                  </a:lnTo>
                  <a:cubicBezTo>
                    <a:pt x="56" y="2799"/>
                    <a:pt x="2824" y="0"/>
                    <a:pt x="6219" y="1"/>
                  </a:cubicBezTo>
                  <a:cubicBezTo>
                    <a:pt x="9596" y="-57"/>
                    <a:pt x="12380" y="2710"/>
                    <a:pt x="12436" y="6182"/>
                  </a:cubicBezTo>
                  <a:cubicBezTo>
                    <a:pt x="12437" y="6217"/>
                    <a:pt x="12437" y="6252"/>
                    <a:pt x="12437" y="6287"/>
                  </a:cubicBezTo>
                  <a:lnTo>
                    <a:pt x="12437" y="44845"/>
                  </a:lnTo>
                  <a:cubicBezTo>
                    <a:pt x="12663" y="48309"/>
                    <a:pt x="10114" y="51305"/>
                    <a:pt x="6743" y="51537"/>
                  </a:cubicBezTo>
                  <a:cubicBezTo>
                    <a:pt x="6568" y="51549"/>
                    <a:pt x="6393" y="51554"/>
                    <a:pt x="6219" y="5155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DA0E66C1-B263-D646-A4A7-36BC96E0417A}"/>
                </a:ext>
              </a:extLst>
            </p:cNvPr>
            <p:cNvSpPr/>
            <p:nvPr/>
          </p:nvSpPr>
          <p:spPr>
            <a:xfrm>
              <a:off x="5215092" y="2378525"/>
              <a:ext cx="12348" cy="50839"/>
            </a:xfrm>
            <a:custGeom>
              <a:avLst/>
              <a:gdLst>
                <a:gd name="connsiteX0" fmla="*/ 6219 w 12348"/>
                <a:gd name="connsiteY0" fmla="*/ 50838 h 50839"/>
                <a:gd name="connsiteX1" fmla="*/ 1 w 12348"/>
                <a:gd name="connsiteY1" fmla="*/ 44657 h 50839"/>
                <a:gd name="connsiteX2" fmla="*/ 0 w 12348"/>
                <a:gd name="connsiteY2" fmla="*/ 44552 h 50839"/>
                <a:gd name="connsiteX3" fmla="*/ 0 w 12348"/>
                <a:gd name="connsiteY3" fmla="*/ 5575 h 50839"/>
                <a:gd name="connsiteX4" fmla="*/ 6962 w 12348"/>
                <a:gd name="connsiteY4" fmla="*/ 53 h 50839"/>
                <a:gd name="connsiteX5" fmla="*/ 12335 w 12348"/>
                <a:gd name="connsiteY5" fmla="*/ 5575 h 50839"/>
                <a:gd name="connsiteX6" fmla="*/ 12335 w 12348"/>
                <a:gd name="connsiteY6" fmla="*/ 44133 h 50839"/>
                <a:gd name="connsiteX7" fmla="*/ 6640 w 12348"/>
                <a:gd name="connsiteY7" fmla="*/ 50824 h 50839"/>
                <a:gd name="connsiteX8" fmla="*/ 6219 w 12348"/>
                <a:gd name="connsiteY8" fmla="*/ 50838 h 5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50839">
                  <a:moveTo>
                    <a:pt x="6219" y="50838"/>
                  </a:moveTo>
                  <a:cubicBezTo>
                    <a:pt x="2841" y="50896"/>
                    <a:pt x="57" y="48129"/>
                    <a:pt x="1" y="44657"/>
                  </a:cubicBezTo>
                  <a:cubicBezTo>
                    <a:pt x="0" y="44622"/>
                    <a:pt x="0" y="44587"/>
                    <a:pt x="0" y="44552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44133"/>
                  </a:lnTo>
                  <a:cubicBezTo>
                    <a:pt x="12560" y="47597"/>
                    <a:pt x="10011" y="50593"/>
                    <a:pt x="6640" y="50824"/>
                  </a:cubicBezTo>
                  <a:cubicBezTo>
                    <a:pt x="6500" y="50834"/>
                    <a:pt x="6359" y="50838"/>
                    <a:pt x="6219" y="5083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6D515F3A-713F-A740-935E-7F4F4D30F1D8}"/>
                </a:ext>
              </a:extLst>
            </p:cNvPr>
            <p:cNvSpPr/>
            <p:nvPr/>
          </p:nvSpPr>
          <p:spPr>
            <a:xfrm>
              <a:off x="5134656" y="2228719"/>
              <a:ext cx="85741" cy="96497"/>
            </a:xfrm>
            <a:custGeom>
              <a:avLst/>
              <a:gdLst>
                <a:gd name="connsiteX0" fmla="*/ 41800 w 85741"/>
                <a:gd name="connsiteY0" fmla="*/ 96498 h 96497"/>
                <a:gd name="connsiteX1" fmla="*/ 8567 w 85741"/>
                <a:gd name="connsiteY1" fmla="*/ 71666 h 96497"/>
                <a:gd name="connsiteX2" fmla="*/ 3 w 85741"/>
                <a:gd name="connsiteY2" fmla="*/ 34576 h 96497"/>
                <a:gd name="connsiteX3" fmla="*/ 3 w 85741"/>
                <a:gd name="connsiteY3" fmla="*/ 22527 h 96497"/>
                <a:gd name="connsiteX4" fmla="*/ 921 w 85741"/>
                <a:gd name="connsiteY4" fmla="*/ 19174 h 96497"/>
                <a:gd name="connsiteX5" fmla="*/ 42718 w 85741"/>
                <a:gd name="connsiteY5" fmla="*/ 0 h 96497"/>
                <a:gd name="connsiteX6" fmla="*/ 85738 w 85741"/>
                <a:gd name="connsiteY6" fmla="*/ 23574 h 96497"/>
                <a:gd name="connsiteX7" fmla="*/ 85738 w 85741"/>
                <a:gd name="connsiteY7" fmla="*/ 34052 h 96497"/>
                <a:gd name="connsiteX8" fmla="*/ 77174 w 85741"/>
                <a:gd name="connsiteY8" fmla="*/ 71142 h 96497"/>
                <a:gd name="connsiteX9" fmla="*/ 42718 w 85741"/>
                <a:gd name="connsiteY9" fmla="*/ 95974 h 96497"/>
                <a:gd name="connsiteX10" fmla="*/ 12339 w 85741"/>
                <a:gd name="connsiteY10" fmla="*/ 24832 h 96497"/>
                <a:gd name="connsiteX11" fmla="*/ 12339 w 85741"/>
                <a:gd name="connsiteY11" fmla="*/ 34576 h 96497"/>
                <a:gd name="connsiteX12" fmla="*/ 19475 w 85741"/>
                <a:gd name="connsiteY12" fmla="*/ 66008 h 96497"/>
                <a:gd name="connsiteX13" fmla="*/ 42718 w 85741"/>
                <a:gd name="connsiteY13" fmla="*/ 84030 h 96497"/>
                <a:gd name="connsiteX14" fmla="*/ 66267 w 85741"/>
                <a:gd name="connsiteY14" fmla="*/ 66008 h 96497"/>
                <a:gd name="connsiteX15" fmla="*/ 73403 w 85741"/>
                <a:gd name="connsiteY15" fmla="*/ 34576 h 96497"/>
                <a:gd name="connsiteX16" fmla="*/ 73403 w 85741"/>
                <a:gd name="connsiteY16" fmla="*/ 24727 h 96497"/>
                <a:gd name="connsiteX17" fmla="*/ 42820 w 85741"/>
                <a:gd name="connsiteY17" fmla="*/ 12783 h 96497"/>
                <a:gd name="connsiteX18" fmla="*/ 12339 w 85741"/>
                <a:gd name="connsiteY18" fmla="*/ 24832 h 9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41" h="96497">
                  <a:moveTo>
                    <a:pt x="41800" y="96498"/>
                  </a:moveTo>
                  <a:cubicBezTo>
                    <a:pt x="26986" y="95512"/>
                    <a:pt x="14048" y="85845"/>
                    <a:pt x="8567" y="71666"/>
                  </a:cubicBezTo>
                  <a:cubicBezTo>
                    <a:pt x="2825" y="60200"/>
                    <a:pt x="-114" y="47470"/>
                    <a:pt x="3" y="34576"/>
                  </a:cubicBezTo>
                  <a:lnTo>
                    <a:pt x="3" y="22527"/>
                  </a:lnTo>
                  <a:cubicBezTo>
                    <a:pt x="-10" y="21342"/>
                    <a:pt x="309" y="20178"/>
                    <a:pt x="921" y="19174"/>
                  </a:cubicBezTo>
                  <a:cubicBezTo>
                    <a:pt x="11596" y="7006"/>
                    <a:pt x="26777" y="42"/>
                    <a:pt x="42718" y="0"/>
                  </a:cubicBezTo>
                  <a:cubicBezTo>
                    <a:pt x="64432" y="0"/>
                    <a:pt x="85738" y="13411"/>
                    <a:pt x="85738" y="23574"/>
                  </a:cubicBezTo>
                  <a:lnTo>
                    <a:pt x="85738" y="34052"/>
                  </a:lnTo>
                  <a:cubicBezTo>
                    <a:pt x="85855" y="46946"/>
                    <a:pt x="82916" y="59677"/>
                    <a:pt x="77174" y="71142"/>
                  </a:cubicBezTo>
                  <a:cubicBezTo>
                    <a:pt x="71510" y="85721"/>
                    <a:pt x="57984" y="95469"/>
                    <a:pt x="42718" y="95974"/>
                  </a:cubicBezTo>
                  <a:close/>
                  <a:moveTo>
                    <a:pt x="12339" y="24832"/>
                  </a:moveTo>
                  <a:lnTo>
                    <a:pt x="12339" y="34576"/>
                  </a:lnTo>
                  <a:cubicBezTo>
                    <a:pt x="12145" y="45499"/>
                    <a:pt x="14598" y="56301"/>
                    <a:pt x="19475" y="66008"/>
                  </a:cubicBezTo>
                  <a:cubicBezTo>
                    <a:pt x="25795" y="78267"/>
                    <a:pt x="33339" y="84239"/>
                    <a:pt x="42718" y="84030"/>
                  </a:cubicBezTo>
                  <a:cubicBezTo>
                    <a:pt x="52096" y="83820"/>
                    <a:pt x="59946" y="78267"/>
                    <a:pt x="66267" y="66008"/>
                  </a:cubicBezTo>
                  <a:cubicBezTo>
                    <a:pt x="71131" y="56296"/>
                    <a:pt x="73583" y="45498"/>
                    <a:pt x="73403" y="34576"/>
                  </a:cubicBezTo>
                  <a:lnTo>
                    <a:pt x="73403" y="24727"/>
                  </a:lnTo>
                  <a:cubicBezTo>
                    <a:pt x="64993" y="17000"/>
                    <a:pt x="54099" y="12746"/>
                    <a:pt x="42820" y="12783"/>
                  </a:cubicBezTo>
                  <a:cubicBezTo>
                    <a:pt x="31610" y="13059"/>
                    <a:pt x="20839" y="17316"/>
                    <a:pt x="12339" y="2483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7B22D8C9-F185-6B45-875B-30C941FFD699}"/>
                </a:ext>
              </a:extLst>
            </p:cNvPr>
            <p:cNvSpPr/>
            <p:nvPr/>
          </p:nvSpPr>
          <p:spPr>
            <a:xfrm>
              <a:off x="5157085" y="2308597"/>
              <a:ext cx="39901" cy="43652"/>
            </a:xfrm>
            <a:custGeom>
              <a:avLst/>
              <a:gdLst>
                <a:gd name="connsiteX0" fmla="*/ 20390 w 39901"/>
                <a:gd name="connsiteY0" fmla="*/ 43652 h 43652"/>
                <a:gd name="connsiteX1" fmla="*/ 1 w 39901"/>
                <a:gd name="connsiteY1" fmla="*/ 28041 h 43652"/>
                <a:gd name="connsiteX2" fmla="*/ 1 w 39901"/>
                <a:gd name="connsiteY2" fmla="*/ 6352 h 43652"/>
                <a:gd name="connsiteX3" fmla="*/ 3060 w 39901"/>
                <a:gd name="connsiteY3" fmla="*/ 904 h 43652"/>
                <a:gd name="connsiteX4" fmla="*/ 9380 w 39901"/>
                <a:gd name="connsiteY4" fmla="*/ 904 h 43652"/>
                <a:gd name="connsiteX5" fmla="*/ 19574 w 39901"/>
                <a:gd name="connsiteY5" fmla="*/ 3733 h 43652"/>
                <a:gd name="connsiteX6" fmla="*/ 30482 w 39901"/>
                <a:gd name="connsiteY6" fmla="*/ 904 h 43652"/>
                <a:gd name="connsiteX7" fmla="*/ 38999 w 39901"/>
                <a:gd name="connsiteY7" fmla="*/ 3157 h 43652"/>
                <a:gd name="connsiteX8" fmla="*/ 39861 w 39901"/>
                <a:gd name="connsiteY8" fmla="*/ 6248 h 43652"/>
                <a:gd name="connsiteX9" fmla="*/ 39861 w 39901"/>
                <a:gd name="connsiteY9" fmla="*/ 27936 h 43652"/>
                <a:gd name="connsiteX10" fmla="*/ 20390 w 39901"/>
                <a:gd name="connsiteY10" fmla="*/ 43652 h 43652"/>
                <a:gd name="connsiteX11" fmla="*/ 12642 w 39901"/>
                <a:gd name="connsiteY11" fmla="*/ 15992 h 43652"/>
                <a:gd name="connsiteX12" fmla="*/ 12642 w 39901"/>
                <a:gd name="connsiteY12" fmla="*/ 28250 h 43652"/>
                <a:gd name="connsiteX13" fmla="*/ 20390 w 39901"/>
                <a:gd name="connsiteY13" fmla="*/ 31184 h 43652"/>
                <a:gd name="connsiteX14" fmla="*/ 28240 w 39901"/>
                <a:gd name="connsiteY14" fmla="*/ 28250 h 43652"/>
                <a:gd name="connsiteX15" fmla="*/ 28240 w 39901"/>
                <a:gd name="connsiteY15" fmla="*/ 15992 h 43652"/>
                <a:gd name="connsiteX16" fmla="*/ 12642 w 39901"/>
                <a:gd name="connsiteY16" fmla="*/ 15992 h 4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901" h="43652">
                  <a:moveTo>
                    <a:pt x="20390" y="43652"/>
                  </a:moveTo>
                  <a:cubicBezTo>
                    <a:pt x="9074" y="43652"/>
                    <a:pt x="1" y="36842"/>
                    <a:pt x="1" y="28041"/>
                  </a:cubicBezTo>
                  <a:lnTo>
                    <a:pt x="1" y="6352"/>
                  </a:lnTo>
                  <a:cubicBezTo>
                    <a:pt x="-44" y="4093"/>
                    <a:pt x="1134" y="1995"/>
                    <a:pt x="3060" y="904"/>
                  </a:cubicBezTo>
                  <a:cubicBezTo>
                    <a:pt x="5003" y="-301"/>
                    <a:pt x="7436" y="-301"/>
                    <a:pt x="9380" y="904"/>
                  </a:cubicBezTo>
                  <a:cubicBezTo>
                    <a:pt x="12435" y="2853"/>
                    <a:pt x="15980" y="3837"/>
                    <a:pt x="19574" y="3733"/>
                  </a:cubicBezTo>
                  <a:cubicBezTo>
                    <a:pt x="23405" y="3946"/>
                    <a:pt x="27208" y="2959"/>
                    <a:pt x="30482" y="904"/>
                  </a:cubicBezTo>
                  <a:cubicBezTo>
                    <a:pt x="33440" y="-891"/>
                    <a:pt x="37253" y="118"/>
                    <a:pt x="38999" y="3157"/>
                  </a:cubicBezTo>
                  <a:cubicBezTo>
                    <a:pt x="39538" y="4095"/>
                    <a:pt x="39835" y="5159"/>
                    <a:pt x="39861" y="6248"/>
                  </a:cubicBezTo>
                  <a:lnTo>
                    <a:pt x="39861" y="27936"/>
                  </a:lnTo>
                  <a:cubicBezTo>
                    <a:pt x="40575" y="36947"/>
                    <a:pt x="31706" y="43652"/>
                    <a:pt x="20390" y="43652"/>
                  </a:cubicBezTo>
                  <a:close/>
                  <a:moveTo>
                    <a:pt x="12642" y="15992"/>
                  </a:moveTo>
                  <a:lnTo>
                    <a:pt x="12642" y="28250"/>
                  </a:lnTo>
                  <a:cubicBezTo>
                    <a:pt x="14636" y="30421"/>
                    <a:pt x="17503" y="31506"/>
                    <a:pt x="20390" y="31184"/>
                  </a:cubicBezTo>
                  <a:cubicBezTo>
                    <a:pt x="23305" y="31491"/>
                    <a:pt x="26197" y="30410"/>
                    <a:pt x="28240" y="28250"/>
                  </a:cubicBezTo>
                  <a:lnTo>
                    <a:pt x="28240" y="15992"/>
                  </a:lnTo>
                  <a:cubicBezTo>
                    <a:pt x="23097" y="17109"/>
                    <a:pt x="17785" y="17109"/>
                    <a:pt x="12642" y="159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6514ED52-CA8F-774A-A874-D9942845A69C}"/>
                </a:ext>
              </a:extLst>
            </p:cNvPr>
            <p:cNvSpPr/>
            <p:nvPr/>
          </p:nvSpPr>
          <p:spPr>
            <a:xfrm>
              <a:off x="5090212" y="2322493"/>
              <a:ext cx="170871" cy="106885"/>
            </a:xfrm>
            <a:custGeom>
              <a:avLst/>
              <a:gdLst>
                <a:gd name="connsiteX0" fmla="*/ 164333 w 170871"/>
                <a:gd name="connsiteY0" fmla="*/ 106871 h 106885"/>
                <a:gd name="connsiteX1" fmla="*/ 6117 w 170871"/>
                <a:gd name="connsiteY1" fmla="*/ 106871 h 106885"/>
                <a:gd name="connsiteX2" fmla="*/ 0 w 170871"/>
                <a:gd name="connsiteY2" fmla="*/ 100584 h 106885"/>
                <a:gd name="connsiteX3" fmla="*/ 0 w 170871"/>
                <a:gd name="connsiteY3" fmla="*/ 50397 h 106885"/>
                <a:gd name="connsiteX4" fmla="*/ 49035 w 170871"/>
                <a:gd name="connsiteY4" fmla="*/ 0 h 106885"/>
                <a:gd name="connsiteX5" fmla="*/ 73399 w 170871"/>
                <a:gd name="connsiteY5" fmla="*/ 0 h 106885"/>
                <a:gd name="connsiteX6" fmla="*/ 79618 w 170871"/>
                <a:gd name="connsiteY6" fmla="*/ 6391 h 106885"/>
                <a:gd name="connsiteX7" fmla="*/ 79618 w 170871"/>
                <a:gd name="connsiteY7" fmla="*/ 14145 h 106885"/>
                <a:gd name="connsiteX8" fmla="*/ 87365 w 170871"/>
                <a:gd name="connsiteY8" fmla="*/ 17078 h 106885"/>
                <a:gd name="connsiteX9" fmla="*/ 95215 w 170871"/>
                <a:gd name="connsiteY9" fmla="*/ 14145 h 106885"/>
                <a:gd name="connsiteX10" fmla="*/ 95215 w 170871"/>
                <a:gd name="connsiteY10" fmla="*/ 6391 h 106885"/>
                <a:gd name="connsiteX11" fmla="*/ 101434 w 170871"/>
                <a:gd name="connsiteY11" fmla="*/ 0 h 106885"/>
                <a:gd name="connsiteX12" fmla="*/ 121822 w 170871"/>
                <a:gd name="connsiteY12" fmla="*/ 0 h 106885"/>
                <a:gd name="connsiteX13" fmla="*/ 170857 w 170871"/>
                <a:gd name="connsiteY13" fmla="*/ 50397 h 106885"/>
                <a:gd name="connsiteX14" fmla="*/ 170857 w 170871"/>
                <a:gd name="connsiteY14" fmla="*/ 100165 h 106885"/>
                <a:gd name="connsiteX15" fmla="*/ 165177 w 170871"/>
                <a:gd name="connsiteY15" fmla="*/ 106871 h 106885"/>
                <a:gd name="connsiteX16" fmla="*/ 164333 w 170871"/>
                <a:gd name="connsiteY16" fmla="*/ 106871 h 106885"/>
                <a:gd name="connsiteX17" fmla="*/ 12233 w 170871"/>
                <a:gd name="connsiteY17" fmla="*/ 93774 h 106885"/>
                <a:gd name="connsiteX18" fmla="*/ 158216 w 170871"/>
                <a:gd name="connsiteY18" fmla="*/ 93774 h 106885"/>
                <a:gd name="connsiteX19" fmla="*/ 158216 w 170871"/>
                <a:gd name="connsiteY19" fmla="*/ 50397 h 106885"/>
                <a:gd name="connsiteX20" fmla="*/ 121516 w 170871"/>
                <a:gd name="connsiteY20" fmla="*/ 12678 h 106885"/>
                <a:gd name="connsiteX21" fmla="*/ 107448 w 170871"/>
                <a:gd name="connsiteY21" fmla="*/ 12678 h 106885"/>
                <a:gd name="connsiteX22" fmla="*/ 107448 w 170871"/>
                <a:gd name="connsiteY22" fmla="*/ 14145 h 106885"/>
                <a:gd name="connsiteX23" fmla="*/ 87060 w 170871"/>
                <a:gd name="connsiteY23" fmla="*/ 29756 h 106885"/>
                <a:gd name="connsiteX24" fmla="*/ 66671 w 170871"/>
                <a:gd name="connsiteY24" fmla="*/ 14145 h 106885"/>
                <a:gd name="connsiteX25" fmla="*/ 66671 w 170871"/>
                <a:gd name="connsiteY25" fmla="*/ 12573 h 106885"/>
                <a:gd name="connsiteX26" fmla="*/ 49035 w 170871"/>
                <a:gd name="connsiteY26" fmla="*/ 12573 h 106885"/>
                <a:gd name="connsiteX27" fmla="*/ 12335 w 170871"/>
                <a:gd name="connsiteY27" fmla="*/ 50292 h 10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0871" h="106885">
                  <a:moveTo>
                    <a:pt x="164333" y="106871"/>
                  </a:moveTo>
                  <a:lnTo>
                    <a:pt x="6117" y="106871"/>
                  </a:lnTo>
                  <a:cubicBezTo>
                    <a:pt x="2738" y="106871"/>
                    <a:pt x="0" y="104056"/>
                    <a:pt x="0" y="100584"/>
                  </a:cubicBezTo>
                  <a:lnTo>
                    <a:pt x="0" y="50397"/>
                  </a:lnTo>
                  <a:cubicBezTo>
                    <a:pt x="56" y="22587"/>
                    <a:pt x="21977" y="58"/>
                    <a:pt x="49035" y="0"/>
                  </a:cubicBezTo>
                  <a:lnTo>
                    <a:pt x="73399" y="0"/>
                  </a:lnTo>
                  <a:cubicBezTo>
                    <a:pt x="76834" y="0"/>
                    <a:pt x="79618" y="2861"/>
                    <a:pt x="79618" y="6391"/>
                  </a:cubicBezTo>
                  <a:lnTo>
                    <a:pt x="79618" y="14145"/>
                  </a:lnTo>
                  <a:cubicBezTo>
                    <a:pt x="81611" y="16315"/>
                    <a:pt x="84478" y="17401"/>
                    <a:pt x="87365" y="17078"/>
                  </a:cubicBezTo>
                  <a:cubicBezTo>
                    <a:pt x="90281" y="17386"/>
                    <a:pt x="93173" y="16305"/>
                    <a:pt x="95215" y="14145"/>
                  </a:cubicBezTo>
                  <a:lnTo>
                    <a:pt x="95215" y="6391"/>
                  </a:lnTo>
                  <a:cubicBezTo>
                    <a:pt x="95215" y="2861"/>
                    <a:pt x="97999" y="0"/>
                    <a:pt x="101434" y="0"/>
                  </a:cubicBezTo>
                  <a:lnTo>
                    <a:pt x="121822" y="0"/>
                  </a:lnTo>
                  <a:cubicBezTo>
                    <a:pt x="148880" y="58"/>
                    <a:pt x="170801" y="22587"/>
                    <a:pt x="170857" y="50397"/>
                  </a:cubicBezTo>
                  <a:lnTo>
                    <a:pt x="170857" y="100165"/>
                  </a:lnTo>
                  <a:cubicBezTo>
                    <a:pt x="171090" y="103629"/>
                    <a:pt x="168547" y="106631"/>
                    <a:pt x="165177" y="106871"/>
                  </a:cubicBezTo>
                  <a:cubicBezTo>
                    <a:pt x="164896" y="106891"/>
                    <a:pt x="164614" y="106891"/>
                    <a:pt x="164333" y="106871"/>
                  </a:cubicBezTo>
                  <a:close/>
                  <a:moveTo>
                    <a:pt x="12233" y="93774"/>
                  </a:moveTo>
                  <a:lnTo>
                    <a:pt x="158216" y="93774"/>
                  </a:lnTo>
                  <a:lnTo>
                    <a:pt x="158216" y="50397"/>
                  </a:lnTo>
                  <a:cubicBezTo>
                    <a:pt x="158160" y="29589"/>
                    <a:pt x="141762" y="12735"/>
                    <a:pt x="121516" y="12678"/>
                  </a:cubicBezTo>
                  <a:lnTo>
                    <a:pt x="107448" y="12678"/>
                  </a:lnTo>
                  <a:lnTo>
                    <a:pt x="107448" y="14145"/>
                  </a:lnTo>
                  <a:cubicBezTo>
                    <a:pt x="107448" y="22946"/>
                    <a:pt x="98579" y="29756"/>
                    <a:pt x="87060" y="29756"/>
                  </a:cubicBezTo>
                  <a:cubicBezTo>
                    <a:pt x="75540" y="29756"/>
                    <a:pt x="66671" y="22946"/>
                    <a:pt x="66671" y="14145"/>
                  </a:cubicBezTo>
                  <a:lnTo>
                    <a:pt x="66671" y="12573"/>
                  </a:lnTo>
                  <a:lnTo>
                    <a:pt x="49035" y="12573"/>
                  </a:lnTo>
                  <a:cubicBezTo>
                    <a:pt x="28766" y="12573"/>
                    <a:pt x="12335" y="29460"/>
                    <a:pt x="12335" y="50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B196927E-3B32-5C46-AC49-450F923091FF}"/>
                </a:ext>
              </a:extLst>
            </p:cNvPr>
            <p:cNvSpPr/>
            <p:nvPr/>
          </p:nvSpPr>
          <p:spPr>
            <a:xfrm>
              <a:off x="5326109" y="2386593"/>
              <a:ext cx="12349" cy="42771"/>
            </a:xfrm>
            <a:custGeom>
              <a:avLst/>
              <a:gdLst>
                <a:gd name="connsiteX0" fmla="*/ 6117 w 12349"/>
                <a:gd name="connsiteY0" fmla="*/ 42770 h 42771"/>
                <a:gd name="connsiteX1" fmla="*/ 0 w 12349"/>
                <a:gd name="connsiteY1" fmla="*/ 36484 h 42771"/>
                <a:gd name="connsiteX2" fmla="*/ 0 w 12349"/>
                <a:gd name="connsiteY2" fmla="*/ 5575 h 42771"/>
                <a:gd name="connsiteX3" fmla="*/ 6962 w 12349"/>
                <a:gd name="connsiteY3" fmla="*/ 53 h 42771"/>
                <a:gd name="connsiteX4" fmla="*/ 12335 w 12349"/>
                <a:gd name="connsiteY4" fmla="*/ 5575 h 42771"/>
                <a:gd name="connsiteX5" fmla="*/ 12335 w 12349"/>
                <a:gd name="connsiteY5" fmla="*/ 36065 h 42771"/>
                <a:gd name="connsiteX6" fmla="*/ 6641 w 12349"/>
                <a:gd name="connsiteY6" fmla="*/ 42758 h 42771"/>
                <a:gd name="connsiteX7" fmla="*/ 6117 w 12349"/>
                <a:gd name="connsiteY7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49" h="42771">
                  <a:moveTo>
                    <a:pt x="6117" y="42770"/>
                  </a:moveTo>
                  <a:cubicBezTo>
                    <a:pt x="2739" y="42770"/>
                    <a:pt x="0" y="39956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1" y="39529"/>
                    <a:pt x="10012" y="42525"/>
                    <a:pt x="6641" y="42758"/>
                  </a:cubicBezTo>
                  <a:cubicBezTo>
                    <a:pt x="6467" y="42770"/>
                    <a:pt x="6292" y="42774"/>
                    <a:pt x="6117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76813C7F-94BE-DB4E-8DF3-D157E98A1AB2}"/>
                </a:ext>
              </a:extLst>
            </p:cNvPr>
            <p:cNvSpPr/>
            <p:nvPr/>
          </p:nvSpPr>
          <p:spPr>
            <a:xfrm>
              <a:off x="5262594" y="2268220"/>
              <a:ext cx="70246" cy="78790"/>
            </a:xfrm>
            <a:custGeom>
              <a:avLst/>
              <a:gdLst>
                <a:gd name="connsiteX0" fmla="*/ 35684 w 70246"/>
                <a:gd name="connsiteY0" fmla="*/ 78791 h 78790"/>
                <a:gd name="connsiteX1" fmla="*/ 34970 w 70246"/>
                <a:gd name="connsiteY1" fmla="*/ 78791 h 78790"/>
                <a:gd name="connsiteX2" fmla="*/ 6834 w 70246"/>
                <a:gd name="connsiteY2" fmla="*/ 58464 h 78790"/>
                <a:gd name="connsiteX3" fmla="*/ 4 w 70246"/>
                <a:gd name="connsiteY3" fmla="*/ 28604 h 78790"/>
                <a:gd name="connsiteX4" fmla="*/ 4 w 70246"/>
                <a:gd name="connsiteY4" fmla="*/ 19174 h 78790"/>
                <a:gd name="connsiteX5" fmla="*/ 921 w 70246"/>
                <a:gd name="connsiteY5" fmla="*/ 15821 h 78790"/>
                <a:gd name="connsiteX6" fmla="*/ 34970 w 70246"/>
                <a:gd name="connsiteY6" fmla="*/ 0 h 78790"/>
                <a:gd name="connsiteX7" fmla="*/ 70243 w 70246"/>
                <a:gd name="connsiteY7" fmla="*/ 20012 h 78790"/>
                <a:gd name="connsiteX8" fmla="*/ 70243 w 70246"/>
                <a:gd name="connsiteY8" fmla="*/ 28604 h 78790"/>
                <a:gd name="connsiteX9" fmla="*/ 63413 w 70246"/>
                <a:gd name="connsiteY9" fmla="*/ 58464 h 78790"/>
                <a:gd name="connsiteX10" fmla="*/ 35684 w 70246"/>
                <a:gd name="connsiteY10" fmla="*/ 78791 h 78790"/>
                <a:gd name="connsiteX11" fmla="*/ 34970 w 70246"/>
                <a:gd name="connsiteY11" fmla="*/ 66113 h 78790"/>
                <a:gd name="connsiteX12" fmla="*/ 52505 w 70246"/>
                <a:gd name="connsiteY12" fmla="*/ 52492 h 78790"/>
                <a:gd name="connsiteX13" fmla="*/ 57908 w 70246"/>
                <a:gd name="connsiteY13" fmla="*/ 28604 h 78790"/>
                <a:gd name="connsiteX14" fmla="*/ 57908 w 70246"/>
                <a:gd name="connsiteY14" fmla="*/ 21269 h 78790"/>
                <a:gd name="connsiteX15" fmla="*/ 34970 w 70246"/>
                <a:gd name="connsiteY15" fmla="*/ 12678 h 78790"/>
                <a:gd name="connsiteX16" fmla="*/ 12339 w 70246"/>
                <a:gd name="connsiteY16" fmla="*/ 21479 h 78790"/>
                <a:gd name="connsiteX17" fmla="*/ 12339 w 70246"/>
                <a:gd name="connsiteY17" fmla="*/ 28604 h 78790"/>
                <a:gd name="connsiteX18" fmla="*/ 17742 w 70246"/>
                <a:gd name="connsiteY18" fmla="*/ 52492 h 78790"/>
                <a:gd name="connsiteX19" fmla="*/ 34970 w 70246"/>
                <a:gd name="connsiteY19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246" h="78790">
                  <a:moveTo>
                    <a:pt x="35684" y="78791"/>
                  </a:moveTo>
                  <a:lnTo>
                    <a:pt x="34970" y="78791"/>
                  </a:lnTo>
                  <a:cubicBezTo>
                    <a:pt x="22422" y="78590"/>
                    <a:pt x="11267" y="70531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19174"/>
                  </a:lnTo>
                  <a:cubicBezTo>
                    <a:pt x="-9" y="17989"/>
                    <a:pt x="309" y="16825"/>
                    <a:pt x="921" y="15821"/>
                  </a:cubicBezTo>
                  <a:cubicBezTo>
                    <a:pt x="9564" y="5809"/>
                    <a:pt x="21948" y="55"/>
                    <a:pt x="34970" y="0"/>
                  </a:cubicBezTo>
                  <a:cubicBezTo>
                    <a:pt x="51485" y="0"/>
                    <a:pt x="70243" y="10478"/>
                    <a:pt x="70243" y="20012"/>
                  </a:cubicBezTo>
                  <a:lnTo>
                    <a:pt x="70243" y="28604"/>
                  </a:lnTo>
                  <a:cubicBezTo>
                    <a:pt x="70354" y="38979"/>
                    <a:pt x="68010" y="49227"/>
                    <a:pt x="63413" y="58464"/>
                  </a:cubicBezTo>
                  <a:cubicBezTo>
                    <a:pt x="58902" y="70286"/>
                    <a:pt x="48028" y="78257"/>
                    <a:pt x="35684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505" y="52492"/>
                  </a:cubicBezTo>
                  <a:cubicBezTo>
                    <a:pt x="56119" y="45081"/>
                    <a:pt x="57971" y="36894"/>
                    <a:pt x="57908" y="28604"/>
                  </a:cubicBezTo>
                  <a:lnTo>
                    <a:pt x="57908" y="21269"/>
                  </a:lnTo>
                  <a:cubicBezTo>
                    <a:pt x="51514" y="15666"/>
                    <a:pt x="43372" y="12616"/>
                    <a:pt x="34970" y="12678"/>
                  </a:cubicBezTo>
                  <a:cubicBezTo>
                    <a:pt x="26679" y="12914"/>
                    <a:pt x="18706" y="16014"/>
                    <a:pt x="12339" y="21479"/>
                  </a:cubicBezTo>
                  <a:lnTo>
                    <a:pt x="12339" y="28604"/>
                  </a:lnTo>
                  <a:cubicBezTo>
                    <a:pt x="12275" y="36894"/>
                    <a:pt x="14127" y="45081"/>
                    <a:pt x="17742" y="52492"/>
                  </a:cubicBezTo>
                  <a:cubicBezTo>
                    <a:pt x="22533" y="61712"/>
                    <a:pt x="28344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18C0F3D3-C80F-034F-BBE5-515BA124511E}"/>
                </a:ext>
              </a:extLst>
            </p:cNvPr>
            <p:cNvSpPr/>
            <p:nvPr/>
          </p:nvSpPr>
          <p:spPr>
            <a:xfrm>
              <a:off x="5280540" y="2331228"/>
              <a:ext cx="34355" cy="37274"/>
            </a:xfrm>
            <a:custGeom>
              <a:avLst/>
              <a:gdLst>
                <a:gd name="connsiteX0" fmla="*/ 17229 w 34355"/>
                <a:gd name="connsiteY0" fmla="*/ 37156 h 37274"/>
                <a:gd name="connsiteX1" fmla="*/ 0 w 34355"/>
                <a:gd name="connsiteY1" fmla="*/ 23535 h 37274"/>
                <a:gd name="connsiteX2" fmla="*/ 0 w 34355"/>
                <a:gd name="connsiteY2" fmla="*/ 6352 h 37274"/>
                <a:gd name="connsiteX3" fmla="*/ 3059 w 34355"/>
                <a:gd name="connsiteY3" fmla="*/ 904 h 37274"/>
                <a:gd name="connsiteX4" fmla="*/ 9379 w 34355"/>
                <a:gd name="connsiteY4" fmla="*/ 904 h 37274"/>
                <a:gd name="connsiteX5" fmla="*/ 17025 w 34355"/>
                <a:gd name="connsiteY5" fmla="*/ 3000 h 37274"/>
                <a:gd name="connsiteX6" fmla="*/ 24976 w 34355"/>
                <a:gd name="connsiteY6" fmla="*/ 904 h 37274"/>
                <a:gd name="connsiteX7" fmla="*/ 31297 w 34355"/>
                <a:gd name="connsiteY7" fmla="*/ 904 h 37274"/>
                <a:gd name="connsiteX8" fmla="*/ 34355 w 34355"/>
                <a:gd name="connsiteY8" fmla="*/ 6352 h 37274"/>
                <a:gd name="connsiteX9" fmla="*/ 34355 w 34355"/>
                <a:gd name="connsiteY9" fmla="*/ 23535 h 37274"/>
                <a:gd name="connsiteX10" fmla="*/ 17229 w 34355"/>
                <a:gd name="connsiteY10" fmla="*/ 37156 h 37274"/>
                <a:gd name="connsiteX11" fmla="*/ 12335 w 34355"/>
                <a:gd name="connsiteY11" fmla="*/ 23012 h 37274"/>
                <a:gd name="connsiteX12" fmla="*/ 17229 w 34355"/>
                <a:gd name="connsiteY12" fmla="*/ 24478 h 37274"/>
                <a:gd name="connsiteX13" fmla="*/ 22020 w 34355"/>
                <a:gd name="connsiteY13" fmla="*/ 23012 h 37274"/>
                <a:gd name="connsiteX14" fmla="*/ 22020 w 34355"/>
                <a:gd name="connsiteY14" fmla="*/ 15468 h 37274"/>
                <a:gd name="connsiteX15" fmla="*/ 17229 w 34355"/>
                <a:gd name="connsiteY15" fmla="*/ 15468 h 37274"/>
                <a:gd name="connsiteX16" fmla="*/ 12335 w 34355"/>
                <a:gd name="connsiteY16" fmla="*/ 15468 h 37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355" h="37274">
                  <a:moveTo>
                    <a:pt x="17229" y="37156"/>
                  </a:moveTo>
                  <a:cubicBezTo>
                    <a:pt x="7544" y="37156"/>
                    <a:pt x="0" y="31184"/>
                    <a:pt x="0" y="23535"/>
                  </a:cubicBezTo>
                  <a:lnTo>
                    <a:pt x="0" y="6352"/>
                  </a:lnTo>
                  <a:cubicBezTo>
                    <a:pt x="-23" y="4099"/>
                    <a:pt x="1149" y="2012"/>
                    <a:pt x="3059" y="904"/>
                  </a:cubicBezTo>
                  <a:cubicBezTo>
                    <a:pt x="5002" y="-301"/>
                    <a:pt x="7436" y="-301"/>
                    <a:pt x="9379" y="904"/>
                  </a:cubicBezTo>
                  <a:cubicBezTo>
                    <a:pt x="11680" y="2340"/>
                    <a:pt x="14334" y="3067"/>
                    <a:pt x="17025" y="3000"/>
                  </a:cubicBezTo>
                  <a:cubicBezTo>
                    <a:pt x="19815" y="3092"/>
                    <a:pt x="22574" y="2366"/>
                    <a:pt x="24976" y="904"/>
                  </a:cubicBezTo>
                  <a:cubicBezTo>
                    <a:pt x="26920" y="-301"/>
                    <a:pt x="29353" y="-301"/>
                    <a:pt x="31297" y="904"/>
                  </a:cubicBezTo>
                  <a:cubicBezTo>
                    <a:pt x="33206" y="2012"/>
                    <a:pt x="34378" y="4099"/>
                    <a:pt x="34355" y="6352"/>
                  </a:cubicBezTo>
                  <a:lnTo>
                    <a:pt x="34355" y="23535"/>
                  </a:lnTo>
                  <a:cubicBezTo>
                    <a:pt x="33244" y="32133"/>
                    <a:pt x="25605" y="38208"/>
                    <a:pt x="17229" y="37156"/>
                  </a:cubicBezTo>
                  <a:close/>
                  <a:moveTo>
                    <a:pt x="12335" y="23012"/>
                  </a:moveTo>
                  <a:cubicBezTo>
                    <a:pt x="13744" y="24086"/>
                    <a:pt x="15480" y="24606"/>
                    <a:pt x="17229" y="24478"/>
                  </a:cubicBezTo>
                  <a:cubicBezTo>
                    <a:pt x="18945" y="24590"/>
                    <a:pt x="20643" y="24070"/>
                    <a:pt x="22020" y="23012"/>
                  </a:cubicBezTo>
                  <a:lnTo>
                    <a:pt x="22020" y="15468"/>
                  </a:lnTo>
                  <a:cubicBezTo>
                    <a:pt x="20425" y="15575"/>
                    <a:pt x="18824" y="15575"/>
                    <a:pt x="17229" y="15468"/>
                  </a:cubicBezTo>
                  <a:cubicBezTo>
                    <a:pt x="15599" y="15578"/>
                    <a:pt x="13965" y="15578"/>
                    <a:pt x="12335" y="154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D9476B90-BD40-3246-90DB-ADD1AD4AC473}"/>
                </a:ext>
              </a:extLst>
            </p:cNvPr>
            <p:cNvSpPr/>
            <p:nvPr/>
          </p:nvSpPr>
          <p:spPr>
            <a:xfrm>
              <a:off x="5261273" y="2342191"/>
              <a:ext cx="103486" cy="87225"/>
            </a:xfrm>
            <a:custGeom>
              <a:avLst/>
              <a:gdLst>
                <a:gd name="connsiteX0" fmla="*/ 97254 w 103486"/>
                <a:gd name="connsiteY0" fmla="*/ 87173 h 87225"/>
                <a:gd name="connsiteX1" fmla="*/ 15699 w 103486"/>
                <a:gd name="connsiteY1" fmla="*/ 87173 h 87225"/>
                <a:gd name="connsiteX2" fmla="*/ 8737 w 103486"/>
                <a:gd name="connsiteY2" fmla="*/ 81651 h 87225"/>
                <a:gd name="connsiteX3" fmla="*/ 14110 w 103486"/>
                <a:gd name="connsiteY3" fmla="*/ 74495 h 87225"/>
                <a:gd name="connsiteX4" fmla="*/ 15699 w 103486"/>
                <a:gd name="connsiteY4" fmla="*/ 74495 h 87225"/>
                <a:gd name="connsiteX5" fmla="*/ 91035 w 103486"/>
                <a:gd name="connsiteY5" fmla="*/ 74495 h 87225"/>
                <a:gd name="connsiteX6" fmla="*/ 91035 w 103486"/>
                <a:gd name="connsiteY6" fmla="*/ 41177 h 87225"/>
                <a:gd name="connsiteX7" fmla="*/ 63409 w 103486"/>
                <a:gd name="connsiteY7" fmla="*/ 12783 h 87225"/>
                <a:gd name="connsiteX8" fmla="*/ 53214 w 103486"/>
                <a:gd name="connsiteY8" fmla="*/ 12783 h 87225"/>
                <a:gd name="connsiteX9" fmla="*/ 36088 w 103486"/>
                <a:gd name="connsiteY9" fmla="*/ 26194 h 87225"/>
                <a:gd name="connsiteX10" fmla="*/ 18860 w 103486"/>
                <a:gd name="connsiteY10" fmla="*/ 12783 h 87225"/>
                <a:gd name="connsiteX11" fmla="*/ 6219 w 103486"/>
                <a:gd name="connsiteY11" fmla="*/ 12783 h 87225"/>
                <a:gd name="connsiteX12" fmla="*/ 0 w 103486"/>
                <a:gd name="connsiteY12" fmla="*/ 6391 h 87225"/>
                <a:gd name="connsiteX13" fmla="*/ 6219 w 103486"/>
                <a:gd name="connsiteY13" fmla="*/ 0 h 87225"/>
                <a:gd name="connsiteX14" fmla="*/ 25384 w 103486"/>
                <a:gd name="connsiteY14" fmla="*/ 0 h 87225"/>
                <a:gd name="connsiteX15" fmla="*/ 31602 w 103486"/>
                <a:gd name="connsiteY15" fmla="*/ 6391 h 87225"/>
                <a:gd name="connsiteX16" fmla="*/ 31602 w 103486"/>
                <a:gd name="connsiteY16" fmla="*/ 12049 h 87225"/>
                <a:gd name="connsiteX17" fmla="*/ 36496 w 103486"/>
                <a:gd name="connsiteY17" fmla="*/ 13516 h 87225"/>
                <a:gd name="connsiteX18" fmla="*/ 41287 w 103486"/>
                <a:gd name="connsiteY18" fmla="*/ 12049 h 87225"/>
                <a:gd name="connsiteX19" fmla="*/ 41287 w 103486"/>
                <a:gd name="connsiteY19" fmla="*/ 6391 h 87225"/>
                <a:gd name="connsiteX20" fmla="*/ 47506 w 103486"/>
                <a:gd name="connsiteY20" fmla="*/ 0 h 87225"/>
                <a:gd name="connsiteX21" fmla="*/ 63409 w 103486"/>
                <a:gd name="connsiteY21" fmla="*/ 0 h 87225"/>
                <a:gd name="connsiteX22" fmla="*/ 103472 w 103486"/>
                <a:gd name="connsiteY22" fmla="*/ 41177 h 87225"/>
                <a:gd name="connsiteX23" fmla="*/ 103472 w 103486"/>
                <a:gd name="connsiteY23" fmla="*/ 80467 h 87225"/>
                <a:gd name="connsiteX24" fmla="*/ 97778 w 103486"/>
                <a:gd name="connsiteY24" fmla="*/ 87160 h 87225"/>
                <a:gd name="connsiteX25" fmla="*/ 97254 w 103486"/>
                <a:gd name="connsiteY25" fmla="*/ 87173 h 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486" h="87225">
                  <a:moveTo>
                    <a:pt x="97254" y="87173"/>
                  </a:moveTo>
                  <a:lnTo>
                    <a:pt x="15699" y="87173"/>
                  </a:lnTo>
                  <a:cubicBezTo>
                    <a:pt x="12293" y="87624"/>
                    <a:pt x="9176" y="85151"/>
                    <a:pt x="8737" y="81651"/>
                  </a:cubicBezTo>
                  <a:cubicBezTo>
                    <a:pt x="8298" y="78150"/>
                    <a:pt x="10704" y="74946"/>
                    <a:pt x="14110" y="74495"/>
                  </a:cubicBezTo>
                  <a:cubicBezTo>
                    <a:pt x="14638" y="74425"/>
                    <a:pt x="15172" y="74425"/>
                    <a:pt x="15699" y="74495"/>
                  </a:cubicBezTo>
                  <a:lnTo>
                    <a:pt x="91035" y="74495"/>
                  </a:lnTo>
                  <a:lnTo>
                    <a:pt x="91035" y="41177"/>
                  </a:lnTo>
                  <a:cubicBezTo>
                    <a:pt x="91035" y="25495"/>
                    <a:pt x="78666" y="12783"/>
                    <a:pt x="63409" y="12783"/>
                  </a:cubicBezTo>
                  <a:lnTo>
                    <a:pt x="53214" y="12783"/>
                  </a:lnTo>
                  <a:cubicBezTo>
                    <a:pt x="52003" y="21295"/>
                    <a:pt x="44395" y="27253"/>
                    <a:pt x="36088" y="26194"/>
                  </a:cubicBezTo>
                  <a:cubicBezTo>
                    <a:pt x="26505" y="26194"/>
                    <a:pt x="18961" y="20326"/>
                    <a:pt x="18860" y="12783"/>
                  </a:cubicBezTo>
                  <a:lnTo>
                    <a:pt x="6219" y="12783"/>
                  </a:lnTo>
                  <a:cubicBezTo>
                    <a:pt x="2784" y="12783"/>
                    <a:pt x="0" y="9921"/>
                    <a:pt x="0" y="6391"/>
                  </a:cubicBezTo>
                  <a:cubicBezTo>
                    <a:pt x="0" y="2861"/>
                    <a:pt x="2784" y="0"/>
                    <a:pt x="6219" y="0"/>
                  </a:cubicBezTo>
                  <a:lnTo>
                    <a:pt x="25384" y="0"/>
                  </a:lnTo>
                  <a:cubicBezTo>
                    <a:pt x="28818" y="0"/>
                    <a:pt x="31602" y="2861"/>
                    <a:pt x="31602" y="6391"/>
                  </a:cubicBezTo>
                  <a:lnTo>
                    <a:pt x="31602" y="12049"/>
                  </a:lnTo>
                  <a:cubicBezTo>
                    <a:pt x="33011" y="13123"/>
                    <a:pt x="34746" y="13644"/>
                    <a:pt x="36496" y="13516"/>
                  </a:cubicBezTo>
                  <a:cubicBezTo>
                    <a:pt x="38212" y="13627"/>
                    <a:pt x="39910" y="13107"/>
                    <a:pt x="41287" y="12049"/>
                  </a:cubicBezTo>
                  <a:lnTo>
                    <a:pt x="41287" y="6391"/>
                  </a:lnTo>
                  <a:cubicBezTo>
                    <a:pt x="41287" y="2862"/>
                    <a:pt x="44071" y="0"/>
                    <a:pt x="47506" y="0"/>
                  </a:cubicBezTo>
                  <a:lnTo>
                    <a:pt x="63409" y="0"/>
                  </a:lnTo>
                  <a:cubicBezTo>
                    <a:pt x="85512" y="58"/>
                    <a:pt x="103416" y="18459"/>
                    <a:pt x="103472" y="41177"/>
                  </a:cubicBezTo>
                  <a:lnTo>
                    <a:pt x="103472" y="80467"/>
                  </a:lnTo>
                  <a:cubicBezTo>
                    <a:pt x="103698" y="83931"/>
                    <a:pt x="101149" y="86928"/>
                    <a:pt x="97778" y="87160"/>
                  </a:cubicBezTo>
                  <a:cubicBezTo>
                    <a:pt x="97604" y="87172"/>
                    <a:pt x="97429" y="87176"/>
                    <a:pt x="97254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53A8AC7-187E-1046-AC91-6B3CBBB40620}"/>
                </a:ext>
              </a:extLst>
            </p:cNvPr>
            <p:cNvSpPr/>
            <p:nvPr/>
          </p:nvSpPr>
          <p:spPr>
            <a:xfrm>
              <a:off x="5016609" y="2386593"/>
              <a:ext cx="12348" cy="42771"/>
            </a:xfrm>
            <a:custGeom>
              <a:avLst/>
              <a:gdLst>
                <a:gd name="connsiteX0" fmla="*/ 6219 w 12348"/>
                <a:gd name="connsiteY0" fmla="*/ 42770 h 42771"/>
                <a:gd name="connsiteX1" fmla="*/ 1 w 12348"/>
                <a:gd name="connsiteY1" fmla="*/ 36590 h 42771"/>
                <a:gd name="connsiteX2" fmla="*/ 0 w 12348"/>
                <a:gd name="connsiteY2" fmla="*/ 36484 h 42771"/>
                <a:gd name="connsiteX3" fmla="*/ 0 w 12348"/>
                <a:gd name="connsiteY3" fmla="*/ 5575 h 42771"/>
                <a:gd name="connsiteX4" fmla="*/ 6962 w 12348"/>
                <a:gd name="connsiteY4" fmla="*/ 53 h 42771"/>
                <a:gd name="connsiteX5" fmla="*/ 12335 w 12348"/>
                <a:gd name="connsiteY5" fmla="*/ 5575 h 42771"/>
                <a:gd name="connsiteX6" fmla="*/ 12335 w 12348"/>
                <a:gd name="connsiteY6" fmla="*/ 36065 h 42771"/>
                <a:gd name="connsiteX7" fmla="*/ 6640 w 12348"/>
                <a:gd name="connsiteY7" fmla="*/ 42756 h 42771"/>
                <a:gd name="connsiteX8" fmla="*/ 6219 w 12348"/>
                <a:gd name="connsiteY8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42771">
                  <a:moveTo>
                    <a:pt x="6219" y="42770"/>
                  </a:moveTo>
                  <a:cubicBezTo>
                    <a:pt x="2841" y="42828"/>
                    <a:pt x="57" y="40061"/>
                    <a:pt x="1" y="36590"/>
                  </a:cubicBezTo>
                  <a:cubicBezTo>
                    <a:pt x="0" y="36554"/>
                    <a:pt x="0" y="36519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0" y="39529"/>
                    <a:pt x="10011" y="42525"/>
                    <a:pt x="6640" y="42756"/>
                  </a:cubicBezTo>
                  <a:cubicBezTo>
                    <a:pt x="6500" y="42766"/>
                    <a:pt x="6359" y="42771"/>
                    <a:pt x="6219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2A8ABEE6-4AF9-2F4C-8CEF-4D38EF4DE925}"/>
                </a:ext>
              </a:extLst>
            </p:cNvPr>
            <p:cNvSpPr/>
            <p:nvPr/>
          </p:nvSpPr>
          <p:spPr>
            <a:xfrm>
              <a:off x="5022212" y="2268220"/>
              <a:ext cx="70247" cy="78790"/>
            </a:xfrm>
            <a:custGeom>
              <a:avLst/>
              <a:gdLst>
                <a:gd name="connsiteX0" fmla="*/ 34155 w 70247"/>
                <a:gd name="connsiteY0" fmla="*/ 78791 h 78790"/>
                <a:gd name="connsiteX1" fmla="*/ 6834 w 70247"/>
                <a:gd name="connsiteY1" fmla="*/ 58464 h 78790"/>
                <a:gd name="connsiteX2" fmla="*/ 4 w 70247"/>
                <a:gd name="connsiteY2" fmla="*/ 28604 h 78790"/>
                <a:gd name="connsiteX3" fmla="*/ 4 w 70247"/>
                <a:gd name="connsiteY3" fmla="*/ 20012 h 78790"/>
                <a:gd name="connsiteX4" fmla="*/ 35276 w 70247"/>
                <a:gd name="connsiteY4" fmla="*/ 0 h 78790"/>
                <a:gd name="connsiteX5" fmla="*/ 69325 w 70247"/>
                <a:gd name="connsiteY5" fmla="*/ 15821 h 78790"/>
                <a:gd name="connsiteX6" fmla="*/ 70243 w 70247"/>
                <a:gd name="connsiteY6" fmla="*/ 19174 h 78790"/>
                <a:gd name="connsiteX7" fmla="*/ 70243 w 70247"/>
                <a:gd name="connsiteY7" fmla="*/ 28604 h 78790"/>
                <a:gd name="connsiteX8" fmla="*/ 63311 w 70247"/>
                <a:gd name="connsiteY8" fmla="*/ 58464 h 78790"/>
                <a:gd name="connsiteX9" fmla="*/ 34970 w 70247"/>
                <a:gd name="connsiteY9" fmla="*/ 78791 h 78790"/>
                <a:gd name="connsiteX10" fmla="*/ 34970 w 70247"/>
                <a:gd name="connsiteY10" fmla="*/ 66113 h 78790"/>
                <a:gd name="connsiteX11" fmla="*/ 52403 w 70247"/>
                <a:gd name="connsiteY11" fmla="*/ 52492 h 78790"/>
                <a:gd name="connsiteX12" fmla="*/ 57908 w 70247"/>
                <a:gd name="connsiteY12" fmla="*/ 28604 h 78790"/>
                <a:gd name="connsiteX13" fmla="*/ 57908 w 70247"/>
                <a:gd name="connsiteY13" fmla="*/ 21479 h 78790"/>
                <a:gd name="connsiteX14" fmla="*/ 35276 w 70247"/>
                <a:gd name="connsiteY14" fmla="*/ 12678 h 78790"/>
                <a:gd name="connsiteX15" fmla="*/ 12339 w 70247"/>
                <a:gd name="connsiteY15" fmla="*/ 21269 h 78790"/>
                <a:gd name="connsiteX16" fmla="*/ 12339 w 70247"/>
                <a:gd name="connsiteY16" fmla="*/ 28604 h 78790"/>
                <a:gd name="connsiteX17" fmla="*/ 17742 w 70247"/>
                <a:gd name="connsiteY17" fmla="*/ 52492 h 78790"/>
                <a:gd name="connsiteX18" fmla="*/ 34970 w 70247"/>
                <a:gd name="connsiteY18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247" h="78790">
                  <a:moveTo>
                    <a:pt x="34155" y="78791"/>
                  </a:moveTo>
                  <a:cubicBezTo>
                    <a:pt x="21962" y="78096"/>
                    <a:pt x="11285" y="70152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20012"/>
                  </a:lnTo>
                  <a:cubicBezTo>
                    <a:pt x="4" y="10687"/>
                    <a:pt x="18761" y="0"/>
                    <a:pt x="35276" y="0"/>
                  </a:cubicBezTo>
                  <a:cubicBezTo>
                    <a:pt x="48299" y="55"/>
                    <a:pt x="60682" y="5809"/>
                    <a:pt x="69325" y="15821"/>
                  </a:cubicBezTo>
                  <a:cubicBezTo>
                    <a:pt x="69922" y="16832"/>
                    <a:pt x="70240" y="17991"/>
                    <a:pt x="70243" y="19174"/>
                  </a:cubicBezTo>
                  <a:lnTo>
                    <a:pt x="70243" y="28604"/>
                  </a:lnTo>
                  <a:cubicBezTo>
                    <a:pt x="70368" y="38993"/>
                    <a:pt x="67987" y="49253"/>
                    <a:pt x="63311" y="58464"/>
                  </a:cubicBezTo>
                  <a:cubicBezTo>
                    <a:pt x="58851" y="70602"/>
                    <a:pt x="47593" y="78676"/>
                    <a:pt x="34970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403" y="52492"/>
                  </a:cubicBezTo>
                  <a:cubicBezTo>
                    <a:pt x="56106" y="45110"/>
                    <a:pt x="57996" y="36909"/>
                    <a:pt x="57908" y="28604"/>
                  </a:cubicBezTo>
                  <a:lnTo>
                    <a:pt x="57908" y="21479"/>
                  </a:lnTo>
                  <a:cubicBezTo>
                    <a:pt x="51513" y="16064"/>
                    <a:pt x="43557" y="12970"/>
                    <a:pt x="35276" y="12678"/>
                  </a:cubicBezTo>
                  <a:cubicBezTo>
                    <a:pt x="26874" y="12616"/>
                    <a:pt x="18732" y="15666"/>
                    <a:pt x="12339" y="21269"/>
                  </a:cubicBezTo>
                  <a:lnTo>
                    <a:pt x="12339" y="28604"/>
                  </a:lnTo>
                  <a:cubicBezTo>
                    <a:pt x="12215" y="36900"/>
                    <a:pt x="14070" y="45102"/>
                    <a:pt x="17742" y="52492"/>
                  </a:cubicBezTo>
                  <a:cubicBezTo>
                    <a:pt x="22533" y="61712"/>
                    <a:pt x="28446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9D32056E-8F9B-D945-AF3B-FBA3ED118EC0}"/>
                </a:ext>
              </a:extLst>
            </p:cNvPr>
            <p:cNvSpPr/>
            <p:nvPr/>
          </p:nvSpPr>
          <p:spPr>
            <a:xfrm>
              <a:off x="5040056" y="2331224"/>
              <a:ext cx="34456" cy="37279"/>
            </a:xfrm>
            <a:custGeom>
              <a:avLst/>
              <a:gdLst>
                <a:gd name="connsiteX0" fmla="*/ 17228 w 34456"/>
                <a:gd name="connsiteY0" fmla="*/ 37160 h 37279"/>
                <a:gd name="connsiteX1" fmla="*/ 0 w 34456"/>
                <a:gd name="connsiteY1" fmla="*/ 23539 h 37279"/>
                <a:gd name="connsiteX2" fmla="*/ 0 w 34456"/>
                <a:gd name="connsiteY2" fmla="*/ 6356 h 37279"/>
                <a:gd name="connsiteX3" fmla="*/ 3160 w 34456"/>
                <a:gd name="connsiteY3" fmla="*/ 908 h 37279"/>
                <a:gd name="connsiteX4" fmla="*/ 9379 w 34456"/>
                <a:gd name="connsiteY4" fmla="*/ 908 h 37279"/>
                <a:gd name="connsiteX5" fmla="*/ 17126 w 34456"/>
                <a:gd name="connsiteY5" fmla="*/ 3004 h 37279"/>
                <a:gd name="connsiteX6" fmla="*/ 25078 w 34456"/>
                <a:gd name="connsiteY6" fmla="*/ 908 h 37279"/>
                <a:gd name="connsiteX7" fmla="*/ 33595 w 34456"/>
                <a:gd name="connsiteY7" fmla="*/ 3161 h 37279"/>
                <a:gd name="connsiteX8" fmla="*/ 34457 w 34456"/>
                <a:gd name="connsiteY8" fmla="*/ 6252 h 37279"/>
                <a:gd name="connsiteX9" fmla="*/ 34457 w 34456"/>
                <a:gd name="connsiteY9" fmla="*/ 23435 h 37279"/>
                <a:gd name="connsiteX10" fmla="*/ 17228 w 34456"/>
                <a:gd name="connsiteY10" fmla="*/ 37160 h 37279"/>
                <a:gd name="connsiteX11" fmla="*/ 12437 w 34456"/>
                <a:gd name="connsiteY11" fmla="*/ 23016 h 37279"/>
                <a:gd name="connsiteX12" fmla="*/ 17228 w 34456"/>
                <a:gd name="connsiteY12" fmla="*/ 24482 h 37279"/>
                <a:gd name="connsiteX13" fmla="*/ 22122 w 34456"/>
                <a:gd name="connsiteY13" fmla="*/ 23016 h 37279"/>
                <a:gd name="connsiteX14" fmla="*/ 22122 w 34456"/>
                <a:gd name="connsiteY14" fmla="*/ 15472 h 37279"/>
                <a:gd name="connsiteX15" fmla="*/ 17228 w 34456"/>
                <a:gd name="connsiteY15" fmla="*/ 15472 h 37279"/>
                <a:gd name="connsiteX16" fmla="*/ 12437 w 34456"/>
                <a:gd name="connsiteY16" fmla="*/ 15472 h 3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456" h="37279">
                  <a:moveTo>
                    <a:pt x="17228" y="37160"/>
                  </a:moveTo>
                  <a:cubicBezTo>
                    <a:pt x="8831" y="38215"/>
                    <a:pt x="1162" y="32152"/>
                    <a:pt x="0" y="23539"/>
                  </a:cubicBezTo>
                  <a:lnTo>
                    <a:pt x="0" y="6356"/>
                  </a:lnTo>
                  <a:cubicBezTo>
                    <a:pt x="19" y="4087"/>
                    <a:pt x="1227" y="2005"/>
                    <a:pt x="3160" y="908"/>
                  </a:cubicBezTo>
                  <a:cubicBezTo>
                    <a:pt x="5066" y="-303"/>
                    <a:pt x="7473" y="-303"/>
                    <a:pt x="9379" y="908"/>
                  </a:cubicBezTo>
                  <a:cubicBezTo>
                    <a:pt x="11722" y="2331"/>
                    <a:pt x="14405" y="3057"/>
                    <a:pt x="17126" y="3004"/>
                  </a:cubicBezTo>
                  <a:cubicBezTo>
                    <a:pt x="19918" y="3108"/>
                    <a:pt x="22680" y="2381"/>
                    <a:pt x="25078" y="908"/>
                  </a:cubicBezTo>
                  <a:cubicBezTo>
                    <a:pt x="28035" y="-887"/>
                    <a:pt x="31848" y="122"/>
                    <a:pt x="33595" y="3161"/>
                  </a:cubicBezTo>
                  <a:cubicBezTo>
                    <a:pt x="34134" y="4099"/>
                    <a:pt x="34430" y="5163"/>
                    <a:pt x="34457" y="6252"/>
                  </a:cubicBezTo>
                  <a:lnTo>
                    <a:pt x="34457" y="23435"/>
                  </a:lnTo>
                  <a:cubicBezTo>
                    <a:pt x="34457" y="31188"/>
                    <a:pt x="26913" y="37160"/>
                    <a:pt x="17228" y="37160"/>
                  </a:cubicBezTo>
                  <a:close/>
                  <a:moveTo>
                    <a:pt x="12437" y="23016"/>
                  </a:moveTo>
                  <a:cubicBezTo>
                    <a:pt x="13814" y="24074"/>
                    <a:pt x="15512" y="24594"/>
                    <a:pt x="17228" y="24482"/>
                  </a:cubicBezTo>
                  <a:cubicBezTo>
                    <a:pt x="18978" y="24610"/>
                    <a:pt x="20713" y="24090"/>
                    <a:pt x="22122" y="23016"/>
                  </a:cubicBezTo>
                  <a:lnTo>
                    <a:pt x="22122" y="15472"/>
                  </a:lnTo>
                  <a:cubicBezTo>
                    <a:pt x="20492" y="15576"/>
                    <a:pt x="18858" y="15576"/>
                    <a:pt x="17228" y="15472"/>
                  </a:cubicBezTo>
                  <a:cubicBezTo>
                    <a:pt x="15633" y="15579"/>
                    <a:pt x="14032" y="15579"/>
                    <a:pt x="12437" y="1547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55F1256E-6E98-E741-A667-5CDFC2C4DFBB}"/>
                </a:ext>
              </a:extLst>
            </p:cNvPr>
            <p:cNvSpPr/>
            <p:nvPr/>
          </p:nvSpPr>
          <p:spPr>
            <a:xfrm>
              <a:off x="4990206" y="2342191"/>
              <a:ext cx="103574" cy="87173"/>
            </a:xfrm>
            <a:custGeom>
              <a:avLst/>
              <a:gdLst>
                <a:gd name="connsiteX0" fmla="*/ 87773 w 103574"/>
                <a:gd name="connsiteY0" fmla="*/ 87173 h 87173"/>
                <a:gd name="connsiteX1" fmla="*/ 6219 w 103574"/>
                <a:gd name="connsiteY1" fmla="*/ 87173 h 87173"/>
                <a:gd name="connsiteX2" fmla="*/ 1 w 103574"/>
                <a:gd name="connsiteY2" fmla="*/ 80992 h 87173"/>
                <a:gd name="connsiteX3" fmla="*/ 0 w 103574"/>
                <a:gd name="connsiteY3" fmla="*/ 80886 h 87173"/>
                <a:gd name="connsiteX4" fmla="*/ 0 w 103574"/>
                <a:gd name="connsiteY4" fmla="*/ 41177 h 87173"/>
                <a:gd name="connsiteX5" fmla="*/ 40064 w 103574"/>
                <a:gd name="connsiteY5" fmla="*/ 0 h 87173"/>
                <a:gd name="connsiteX6" fmla="*/ 56069 w 103574"/>
                <a:gd name="connsiteY6" fmla="*/ 0 h 87173"/>
                <a:gd name="connsiteX7" fmla="*/ 62287 w 103574"/>
                <a:gd name="connsiteY7" fmla="*/ 6391 h 87173"/>
                <a:gd name="connsiteX8" fmla="*/ 62287 w 103574"/>
                <a:gd name="connsiteY8" fmla="*/ 12049 h 87173"/>
                <a:gd name="connsiteX9" fmla="*/ 67079 w 103574"/>
                <a:gd name="connsiteY9" fmla="*/ 13516 h 87173"/>
                <a:gd name="connsiteX10" fmla="*/ 71972 w 103574"/>
                <a:gd name="connsiteY10" fmla="*/ 12049 h 87173"/>
                <a:gd name="connsiteX11" fmla="*/ 71972 w 103574"/>
                <a:gd name="connsiteY11" fmla="*/ 6391 h 87173"/>
                <a:gd name="connsiteX12" fmla="*/ 78190 w 103574"/>
                <a:gd name="connsiteY12" fmla="*/ 0 h 87173"/>
                <a:gd name="connsiteX13" fmla="*/ 97356 w 103574"/>
                <a:gd name="connsiteY13" fmla="*/ 0 h 87173"/>
                <a:gd name="connsiteX14" fmla="*/ 103574 w 103574"/>
                <a:gd name="connsiteY14" fmla="*/ 6391 h 87173"/>
                <a:gd name="connsiteX15" fmla="*/ 97356 w 103574"/>
                <a:gd name="connsiteY15" fmla="*/ 12783 h 87173"/>
                <a:gd name="connsiteX16" fmla="*/ 84307 w 103574"/>
                <a:gd name="connsiteY16" fmla="*/ 12783 h 87173"/>
                <a:gd name="connsiteX17" fmla="*/ 67079 w 103574"/>
                <a:gd name="connsiteY17" fmla="*/ 26194 h 87173"/>
                <a:gd name="connsiteX18" fmla="*/ 49850 w 103574"/>
                <a:gd name="connsiteY18" fmla="*/ 12783 h 87173"/>
                <a:gd name="connsiteX19" fmla="*/ 40166 w 103574"/>
                <a:gd name="connsiteY19" fmla="*/ 12783 h 87173"/>
                <a:gd name="connsiteX20" fmla="*/ 12437 w 103574"/>
                <a:gd name="connsiteY20" fmla="*/ 41072 h 87173"/>
                <a:gd name="connsiteX21" fmla="*/ 12437 w 103574"/>
                <a:gd name="connsiteY21" fmla="*/ 41177 h 87173"/>
                <a:gd name="connsiteX22" fmla="*/ 12437 w 103574"/>
                <a:gd name="connsiteY22" fmla="*/ 74076 h 87173"/>
                <a:gd name="connsiteX23" fmla="*/ 87773 w 103574"/>
                <a:gd name="connsiteY23" fmla="*/ 74076 h 87173"/>
                <a:gd name="connsiteX24" fmla="*/ 94145 w 103574"/>
                <a:gd name="connsiteY24" fmla="*/ 80624 h 87173"/>
                <a:gd name="connsiteX25" fmla="*/ 87773 w 103574"/>
                <a:gd name="connsiteY25" fmla="*/ 87173 h 8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574" h="87173">
                  <a:moveTo>
                    <a:pt x="87773" y="87173"/>
                  </a:moveTo>
                  <a:lnTo>
                    <a:pt x="6219" y="87173"/>
                  </a:lnTo>
                  <a:cubicBezTo>
                    <a:pt x="2841" y="87231"/>
                    <a:pt x="57" y="84463"/>
                    <a:pt x="1" y="80992"/>
                  </a:cubicBezTo>
                  <a:cubicBezTo>
                    <a:pt x="0" y="80957"/>
                    <a:pt x="0" y="80922"/>
                    <a:pt x="0" y="80886"/>
                  </a:cubicBezTo>
                  <a:lnTo>
                    <a:pt x="0" y="41177"/>
                  </a:lnTo>
                  <a:cubicBezTo>
                    <a:pt x="56" y="18459"/>
                    <a:pt x="17960" y="58"/>
                    <a:pt x="40064" y="0"/>
                  </a:cubicBezTo>
                  <a:lnTo>
                    <a:pt x="56069" y="0"/>
                  </a:lnTo>
                  <a:cubicBezTo>
                    <a:pt x="59480" y="56"/>
                    <a:pt x="62233" y="2885"/>
                    <a:pt x="62287" y="6391"/>
                  </a:cubicBezTo>
                  <a:lnTo>
                    <a:pt x="62287" y="12049"/>
                  </a:lnTo>
                  <a:cubicBezTo>
                    <a:pt x="63664" y="13107"/>
                    <a:pt x="65363" y="13627"/>
                    <a:pt x="67079" y="13516"/>
                  </a:cubicBezTo>
                  <a:cubicBezTo>
                    <a:pt x="68828" y="13643"/>
                    <a:pt x="70564" y="13123"/>
                    <a:pt x="71972" y="12049"/>
                  </a:cubicBezTo>
                  <a:lnTo>
                    <a:pt x="71972" y="6391"/>
                  </a:lnTo>
                  <a:cubicBezTo>
                    <a:pt x="71972" y="2861"/>
                    <a:pt x="74756" y="0"/>
                    <a:pt x="78190" y="0"/>
                  </a:cubicBezTo>
                  <a:lnTo>
                    <a:pt x="97356" y="0"/>
                  </a:lnTo>
                  <a:cubicBezTo>
                    <a:pt x="100790" y="0"/>
                    <a:pt x="103574" y="2861"/>
                    <a:pt x="103574" y="6391"/>
                  </a:cubicBezTo>
                  <a:cubicBezTo>
                    <a:pt x="103574" y="9921"/>
                    <a:pt x="100790" y="12783"/>
                    <a:pt x="97356" y="12783"/>
                  </a:cubicBezTo>
                  <a:lnTo>
                    <a:pt x="84307" y="12783"/>
                  </a:lnTo>
                  <a:cubicBezTo>
                    <a:pt x="84307" y="20326"/>
                    <a:pt x="76661" y="26194"/>
                    <a:pt x="67079" y="26194"/>
                  </a:cubicBezTo>
                  <a:cubicBezTo>
                    <a:pt x="58765" y="27200"/>
                    <a:pt x="51161" y="21280"/>
                    <a:pt x="49850" y="12783"/>
                  </a:cubicBezTo>
                  <a:lnTo>
                    <a:pt x="40166" y="12783"/>
                  </a:lnTo>
                  <a:cubicBezTo>
                    <a:pt x="24908" y="12725"/>
                    <a:pt x="12494" y="25390"/>
                    <a:pt x="12437" y="41072"/>
                  </a:cubicBezTo>
                  <a:cubicBezTo>
                    <a:pt x="12437" y="41107"/>
                    <a:pt x="12437" y="41142"/>
                    <a:pt x="12437" y="41177"/>
                  </a:cubicBezTo>
                  <a:lnTo>
                    <a:pt x="12437" y="74076"/>
                  </a:lnTo>
                  <a:lnTo>
                    <a:pt x="87773" y="74076"/>
                  </a:lnTo>
                  <a:cubicBezTo>
                    <a:pt x="91292" y="74076"/>
                    <a:pt x="94145" y="77008"/>
                    <a:pt x="94145" y="80624"/>
                  </a:cubicBezTo>
                  <a:cubicBezTo>
                    <a:pt x="94145" y="84241"/>
                    <a:pt x="91292" y="87173"/>
                    <a:pt x="87773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E020D779-F83A-AE43-B894-6555F297CEBA}"/>
                </a:ext>
              </a:extLst>
            </p:cNvPr>
            <p:cNvSpPr/>
            <p:nvPr/>
          </p:nvSpPr>
          <p:spPr>
            <a:xfrm>
              <a:off x="5171359" y="2186158"/>
              <a:ext cx="12335" cy="35750"/>
            </a:xfrm>
            <a:custGeom>
              <a:avLst/>
              <a:gdLst>
                <a:gd name="connsiteX0" fmla="*/ 6117 w 12335"/>
                <a:gd name="connsiteY0" fmla="*/ 35751 h 35750"/>
                <a:gd name="connsiteX1" fmla="*/ 0 w 12335"/>
                <a:gd name="connsiteY1" fmla="*/ 29359 h 35750"/>
                <a:gd name="connsiteX2" fmla="*/ 0 w 12335"/>
                <a:gd name="connsiteY2" fmla="*/ 5575 h 35750"/>
                <a:gd name="connsiteX3" fmla="*/ 6962 w 12335"/>
                <a:gd name="connsiteY3" fmla="*/ 53 h 35750"/>
                <a:gd name="connsiteX4" fmla="*/ 12335 w 12335"/>
                <a:gd name="connsiteY4" fmla="*/ 5575 h 35750"/>
                <a:gd name="connsiteX5" fmla="*/ 12335 w 12335"/>
                <a:gd name="connsiteY5" fmla="*/ 29359 h 35750"/>
                <a:gd name="connsiteX6" fmla="*/ 6117 w 12335"/>
                <a:gd name="connsiteY6" fmla="*/ 35751 h 3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5" h="35750">
                  <a:moveTo>
                    <a:pt x="6117" y="35751"/>
                  </a:moveTo>
                  <a:cubicBezTo>
                    <a:pt x="2722" y="35693"/>
                    <a:pt x="0" y="32849"/>
                    <a:pt x="0" y="29359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29359"/>
                  </a:lnTo>
                  <a:cubicBezTo>
                    <a:pt x="12335" y="32889"/>
                    <a:pt x="9551" y="35751"/>
                    <a:pt x="6117" y="3575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BFCFA803-549D-D344-8090-2EDF74F171E3}"/>
                </a:ext>
              </a:extLst>
            </p:cNvPr>
            <p:cNvSpPr/>
            <p:nvPr/>
          </p:nvSpPr>
          <p:spPr>
            <a:xfrm>
              <a:off x="5234242" y="2185733"/>
              <a:ext cx="65839" cy="76619"/>
            </a:xfrm>
            <a:custGeom>
              <a:avLst/>
              <a:gdLst>
                <a:gd name="connsiteX0" fmla="*/ 59245 w 65839"/>
                <a:gd name="connsiteY0" fmla="*/ 76619 h 76619"/>
                <a:gd name="connsiteX1" fmla="*/ 53128 w 65839"/>
                <a:gd name="connsiteY1" fmla="*/ 71380 h 76619"/>
                <a:gd name="connsiteX2" fmla="*/ 3176 w 65839"/>
                <a:gd name="connsiteY2" fmla="*/ 12077 h 76619"/>
                <a:gd name="connsiteX3" fmla="*/ 729 w 65839"/>
                <a:gd name="connsiteY3" fmla="*/ 3591 h 76619"/>
                <a:gd name="connsiteX4" fmla="*/ 8712 w 65839"/>
                <a:gd name="connsiteY4" fmla="*/ 571 h 76619"/>
                <a:gd name="connsiteX5" fmla="*/ 8885 w 65839"/>
                <a:gd name="connsiteY5" fmla="*/ 657 h 76619"/>
                <a:gd name="connsiteX6" fmla="*/ 65769 w 65839"/>
                <a:gd name="connsiteY6" fmla="*/ 69180 h 76619"/>
                <a:gd name="connsiteX7" fmla="*/ 60672 w 65839"/>
                <a:gd name="connsiteY7" fmla="*/ 76619 h 7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39" h="76619">
                  <a:moveTo>
                    <a:pt x="59245" y="76619"/>
                  </a:moveTo>
                  <a:cubicBezTo>
                    <a:pt x="56228" y="76662"/>
                    <a:pt x="53631" y="74438"/>
                    <a:pt x="53128" y="71380"/>
                  </a:cubicBezTo>
                  <a:cubicBezTo>
                    <a:pt x="46706" y="34080"/>
                    <a:pt x="3686" y="12287"/>
                    <a:pt x="3176" y="12077"/>
                  </a:cubicBezTo>
                  <a:cubicBezTo>
                    <a:pt x="233" y="10418"/>
                    <a:pt x="-859" y="6630"/>
                    <a:pt x="729" y="3591"/>
                  </a:cubicBezTo>
                  <a:cubicBezTo>
                    <a:pt x="2123" y="491"/>
                    <a:pt x="5697" y="-860"/>
                    <a:pt x="8712" y="571"/>
                  </a:cubicBezTo>
                  <a:cubicBezTo>
                    <a:pt x="8770" y="599"/>
                    <a:pt x="8828" y="627"/>
                    <a:pt x="8885" y="657"/>
                  </a:cubicBezTo>
                  <a:cubicBezTo>
                    <a:pt x="10924" y="1600"/>
                    <a:pt x="58123" y="25070"/>
                    <a:pt x="65769" y="69180"/>
                  </a:cubicBezTo>
                  <a:cubicBezTo>
                    <a:pt x="66270" y="72659"/>
                    <a:pt x="64028" y="75931"/>
                    <a:pt x="60672" y="7661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62007C74-F066-E346-AFF1-888729209419}"/>
                </a:ext>
              </a:extLst>
            </p:cNvPr>
            <p:cNvSpPr/>
            <p:nvPr/>
          </p:nvSpPr>
          <p:spPr>
            <a:xfrm>
              <a:off x="5055346" y="2185728"/>
              <a:ext cx="66141" cy="76624"/>
            </a:xfrm>
            <a:custGeom>
              <a:avLst/>
              <a:gdLst>
                <a:gd name="connsiteX0" fmla="*/ 6322 w 66141"/>
                <a:gd name="connsiteY0" fmla="*/ 76624 h 76624"/>
                <a:gd name="connsiteX1" fmla="*/ 5098 w 66141"/>
                <a:gd name="connsiteY1" fmla="*/ 76624 h 76624"/>
                <a:gd name="connsiteX2" fmla="*/ 103 w 66141"/>
                <a:gd name="connsiteY2" fmla="*/ 69185 h 76624"/>
                <a:gd name="connsiteX3" fmla="*/ 57293 w 66141"/>
                <a:gd name="connsiteY3" fmla="*/ 662 h 76624"/>
                <a:gd name="connsiteX4" fmla="*/ 65497 w 66141"/>
                <a:gd name="connsiteY4" fmla="*/ 3482 h 76624"/>
                <a:gd name="connsiteX5" fmla="*/ 65551 w 66141"/>
                <a:gd name="connsiteY5" fmla="*/ 3596 h 76624"/>
                <a:gd name="connsiteX6" fmla="*/ 62594 w 66141"/>
                <a:gd name="connsiteY6" fmla="*/ 12083 h 76624"/>
                <a:gd name="connsiteX7" fmla="*/ 12336 w 66141"/>
                <a:gd name="connsiteY7" fmla="*/ 71385 h 76624"/>
                <a:gd name="connsiteX8" fmla="*/ 6322 w 66141"/>
                <a:gd name="connsiteY8" fmla="*/ 76624 h 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141" h="76624">
                  <a:moveTo>
                    <a:pt x="6322" y="76624"/>
                  </a:moveTo>
                  <a:lnTo>
                    <a:pt x="5098" y="76624"/>
                  </a:lnTo>
                  <a:cubicBezTo>
                    <a:pt x="1720" y="75988"/>
                    <a:pt x="-516" y="72657"/>
                    <a:pt x="103" y="69185"/>
                  </a:cubicBezTo>
                  <a:cubicBezTo>
                    <a:pt x="7749" y="25075"/>
                    <a:pt x="54949" y="1605"/>
                    <a:pt x="57293" y="662"/>
                  </a:cubicBezTo>
                  <a:cubicBezTo>
                    <a:pt x="60316" y="-887"/>
                    <a:pt x="63989" y="375"/>
                    <a:pt x="65497" y="3482"/>
                  </a:cubicBezTo>
                  <a:cubicBezTo>
                    <a:pt x="65515" y="3520"/>
                    <a:pt x="65533" y="3558"/>
                    <a:pt x="65551" y="3596"/>
                  </a:cubicBezTo>
                  <a:cubicBezTo>
                    <a:pt x="67004" y="6779"/>
                    <a:pt x="65683" y="10571"/>
                    <a:pt x="62594" y="12083"/>
                  </a:cubicBezTo>
                  <a:cubicBezTo>
                    <a:pt x="62594" y="12083"/>
                    <a:pt x="18759" y="34085"/>
                    <a:pt x="12336" y="71385"/>
                  </a:cubicBezTo>
                  <a:cubicBezTo>
                    <a:pt x="11802" y="74382"/>
                    <a:pt x="9285" y="76574"/>
                    <a:pt x="6322" y="7662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DD056BC-68AB-9C4B-934E-D40AC104085F}"/>
                </a:ext>
              </a:extLst>
            </p:cNvPr>
            <p:cNvSpPr/>
            <p:nvPr/>
          </p:nvSpPr>
          <p:spPr>
            <a:xfrm>
              <a:off x="5156067" y="2135889"/>
              <a:ext cx="42816" cy="44005"/>
            </a:xfrm>
            <a:custGeom>
              <a:avLst/>
              <a:gdLst>
                <a:gd name="connsiteX0" fmla="*/ 21408 w 42816"/>
                <a:gd name="connsiteY0" fmla="*/ 44006 h 44005"/>
                <a:gd name="connsiteX1" fmla="*/ 0 w 42816"/>
                <a:gd name="connsiteY1" fmla="*/ 22003 h 44005"/>
                <a:gd name="connsiteX2" fmla="*/ 21408 w 42816"/>
                <a:gd name="connsiteY2" fmla="*/ 0 h 44005"/>
                <a:gd name="connsiteX3" fmla="*/ 42816 w 42816"/>
                <a:gd name="connsiteY3" fmla="*/ 22003 h 44005"/>
                <a:gd name="connsiteX4" fmla="*/ 21408 w 42816"/>
                <a:gd name="connsiteY4" fmla="*/ 44006 h 44005"/>
                <a:gd name="connsiteX5" fmla="*/ 21408 w 42816"/>
                <a:gd name="connsiteY5" fmla="*/ 12573 h 44005"/>
                <a:gd name="connsiteX6" fmla="*/ 12336 w 42816"/>
                <a:gd name="connsiteY6" fmla="*/ 21899 h 44005"/>
                <a:gd name="connsiteX7" fmla="*/ 21409 w 42816"/>
                <a:gd name="connsiteY7" fmla="*/ 31223 h 44005"/>
                <a:gd name="connsiteX8" fmla="*/ 30482 w 42816"/>
                <a:gd name="connsiteY8" fmla="*/ 21897 h 44005"/>
                <a:gd name="connsiteX9" fmla="*/ 30481 w 42816"/>
                <a:gd name="connsiteY9" fmla="*/ 21793 h 44005"/>
                <a:gd name="connsiteX10" fmla="*/ 21408 w 42816"/>
                <a:gd name="connsiteY10" fmla="*/ 12783 h 4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4005">
                  <a:moveTo>
                    <a:pt x="21408" y="44006"/>
                  </a:moveTo>
                  <a:cubicBezTo>
                    <a:pt x="9585" y="44006"/>
                    <a:pt x="0" y="34155"/>
                    <a:pt x="0" y="22003"/>
                  </a:cubicBezTo>
                  <a:cubicBezTo>
                    <a:pt x="0" y="9851"/>
                    <a:pt x="9585" y="0"/>
                    <a:pt x="21408" y="0"/>
                  </a:cubicBezTo>
                  <a:cubicBezTo>
                    <a:pt x="33231" y="0"/>
                    <a:pt x="42816" y="9851"/>
                    <a:pt x="42816" y="22003"/>
                  </a:cubicBezTo>
                  <a:cubicBezTo>
                    <a:pt x="42816" y="34155"/>
                    <a:pt x="33231" y="44006"/>
                    <a:pt x="21408" y="44006"/>
                  </a:cubicBezTo>
                  <a:close/>
                  <a:moveTo>
                    <a:pt x="21408" y="12573"/>
                  </a:moveTo>
                  <a:cubicBezTo>
                    <a:pt x="16397" y="12573"/>
                    <a:pt x="12335" y="16749"/>
                    <a:pt x="12336" y="21899"/>
                  </a:cubicBezTo>
                  <a:cubicBezTo>
                    <a:pt x="12336" y="27049"/>
                    <a:pt x="16398" y="31223"/>
                    <a:pt x="21409" y="31223"/>
                  </a:cubicBezTo>
                  <a:cubicBezTo>
                    <a:pt x="26420" y="31223"/>
                    <a:pt x="30482" y="27047"/>
                    <a:pt x="30482" y="21897"/>
                  </a:cubicBezTo>
                  <a:cubicBezTo>
                    <a:pt x="30482" y="21863"/>
                    <a:pt x="30481" y="21828"/>
                    <a:pt x="30481" y="21793"/>
                  </a:cubicBezTo>
                  <a:cubicBezTo>
                    <a:pt x="30316" y="16766"/>
                    <a:pt x="26302" y="12780"/>
                    <a:pt x="21408" y="1278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6" name="Graphic 70">
            <a:extLst>
              <a:ext uri="{FF2B5EF4-FFF2-40B4-BE49-F238E27FC236}">
                <a16:creationId xmlns:a16="http://schemas.microsoft.com/office/drawing/2014/main" id="{3B3774A1-08AE-4C4B-959B-2488A003AC84}"/>
              </a:ext>
            </a:extLst>
          </p:cNvPr>
          <p:cNvGrpSpPr>
            <a:grpSpLocks noChangeAspect="1"/>
          </p:cNvGrpSpPr>
          <p:nvPr/>
        </p:nvGrpSpPr>
        <p:grpSpPr>
          <a:xfrm>
            <a:off x="7649021" y="3488005"/>
            <a:ext cx="338226" cy="375231"/>
            <a:chOff x="5011262" y="2091454"/>
            <a:chExt cx="338226" cy="375231"/>
          </a:xfrm>
          <a:solidFill>
            <a:srgbClr val="FFFFFF"/>
          </a:solidFill>
        </p:grpSpPr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972B8C5F-AA79-0C43-9FBA-913BA30E5FFA}"/>
                </a:ext>
              </a:extLst>
            </p:cNvPr>
            <p:cNvSpPr/>
            <p:nvPr/>
          </p:nvSpPr>
          <p:spPr>
            <a:xfrm>
              <a:off x="5011262" y="2290833"/>
              <a:ext cx="338226" cy="175852"/>
            </a:xfrm>
            <a:custGeom>
              <a:avLst/>
              <a:gdLst>
                <a:gd name="connsiteX0" fmla="*/ 169062 w 338226"/>
                <a:gd name="connsiteY0" fmla="*/ 175853 h 175852"/>
                <a:gd name="connsiteX1" fmla="*/ 0 w 338226"/>
                <a:gd name="connsiteY1" fmla="*/ 6117 h 175852"/>
                <a:gd name="connsiteX2" fmla="*/ 6095 w 338226"/>
                <a:gd name="connsiteY2" fmla="*/ 0 h 175852"/>
                <a:gd name="connsiteX3" fmla="*/ 6198 w 338226"/>
                <a:gd name="connsiteY3" fmla="*/ 1 h 175852"/>
                <a:gd name="connsiteX4" fmla="*/ 332029 w 338226"/>
                <a:gd name="connsiteY4" fmla="*/ 1 h 175852"/>
                <a:gd name="connsiteX5" fmla="*/ 338226 w 338226"/>
                <a:gd name="connsiteY5" fmla="*/ 6015 h 175852"/>
                <a:gd name="connsiteX6" fmla="*/ 338226 w 338226"/>
                <a:gd name="connsiteY6" fmla="*/ 6117 h 175852"/>
                <a:gd name="connsiteX7" fmla="*/ 169062 w 338226"/>
                <a:gd name="connsiteY7" fmla="*/ 175853 h 175852"/>
                <a:gd name="connsiteX8" fmla="*/ 12395 w 338226"/>
                <a:gd name="connsiteY8" fmla="*/ 12744 h 175852"/>
                <a:gd name="connsiteX9" fmla="*/ 174706 w 338226"/>
                <a:gd name="connsiteY9" fmla="*/ 164278 h 175852"/>
                <a:gd name="connsiteX10" fmla="*/ 325730 w 338226"/>
                <a:gd name="connsiteY10" fmla="*/ 12744 h 17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26" h="175852">
                  <a:moveTo>
                    <a:pt x="169062" y="175853"/>
                  </a:moveTo>
                  <a:cubicBezTo>
                    <a:pt x="75722" y="175685"/>
                    <a:pt x="112" y="99773"/>
                    <a:pt x="0" y="6117"/>
                  </a:cubicBezTo>
                  <a:cubicBezTo>
                    <a:pt x="0" y="2739"/>
                    <a:pt x="2728" y="0"/>
                    <a:pt x="6095" y="0"/>
                  </a:cubicBezTo>
                  <a:cubicBezTo>
                    <a:pt x="6129" y="0"/>
                    <a:pt x="6163" y="0"/>
                    <a:pt x="6198" y="1"/>
                  </a:cubicBezTo>
                  <a:lnTo>
                    <a:pt x="332029" y="1"/>
                  </a:lnTo>
                  <a:cubicBezTo>
                    <a:pt x="335395" y="-55"/>
                    <a:pt x="338169" y="2637"/>
                    <a:pt x="338226" y="6015"/>
                  </a:cubicBezTo>
                  <a:cubicBezTo>
                    <a:pt x="338226" y="6049"/>
                    <a:pt x="338226" y="6083"/>
                    <a:pt x="338226" y="6117"/>
                  </a:cubicBezTo>
                  <a:cubicBezTo>
                    <a:pt x="338114" y="99813"/>
                    <a:pt x="262443" y="175741"/>
                    <a:pt x="169062" y="175853"/>
                  </a:cubicBezTo>
                  <a:close/>
                  <a:moveTo>
                    <a:pt x="12395" y="12744"/>
                  </a:moveTo>
                  <a:cubicBezTo>
                    <a:pt x="15512" y="99561"/>
                    <a:pt x="88181" y="167405"/>
                    <a:pt x="174706" y="164278"/>
                  </a:cubicBezTo>
                  <a:cubicBezTo>
                    <a:pt x="256857" y="161309"/>
                    <a:pt x="322771" y="95173"/>
                    <a:pt x="325730" y="1274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30340583-AE21-7542-A8FA-6518A54DC88D}"/>
                </a:ext>
              </a:extLst>
            </p:cNvPr>
            <p:cNvSpPr/>
            <p:nvPr/>
          </p:nvSpPr>
          <p:spPr>
            <a:xfrm>
              <a:off x="5011262" y="2290833"/>
              <a:ext cx="338226" cy="95521"/>
            </a:xfrm>
            <a:custGeom>
              <a:avLst/>
              <a:gdLst>
                <a:gd name="connsiteX0" fmla="*/ 169062 w 338226"/>
                <a:gd name="connsiteY0" fmla="*/ 95522 h 95521"/>
                <a:gd name="connsiteX1" fmla="*/ 0 w 338226"/>
                <a:gd name="connsiteY1" fmla="*/ 6117 h 95521"/>
                <a:gd name="connsiteX2" fmla="*/ 6095 w 338226"/>
                <a:gd name="connsiteY2" fmla="*/ 0 h 95521"/>
                <a:gd name="connsiteX3" fmla="*/ 6198 w 338226"/>
                <a:gd name="connsiteY3" fmla="*/ 1 h 95521"/>
                <a:gd name="connsiteX4" fmla="*/ 332029 w 338226"/>
                <a:gd name="connsiteY4" fmla="*/ 1 h 95521"/>
                <a:gd name="connsiteX5" fmla="*/ 338226 w 338226"/>
                <a:gd name="connsiteY5" fmla="*/ 6015 h 95521"/>
                <a:gd name="connsiteX6" fmla="*/ 338226 w 338226"/>
                <a:gd name="connsiteY6" fmla="*/ 6117 h 95521"/>
                <a:gd name="connsiteX7" fmla="*/ 169062 w 338226"/>
                <a:gd name="connsiteY7" fmla="*/ 95522 h 95521"/>
                <a:gd name="connsiteX8" fmla="*/ 12802 w 338226"/>
                <a:gd name="connsiteY8" fmla="*/ 12336 h 95521"/>
                <a:gd name="connsiteX9" fmla="*/ 169062 w 338226"/>
                <a:gd name="connsiteY9" fmla="*/ 83085 h 95521"/>
                <a:gd name="connsiteX10" fmla="*/ 325120 w 338226"/>
                <a:gd name="connsiteY10" fmla="*/ 12336 h 9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26" h="95521">
                  <a:moveTo>
                    <a:pt x="169062" y="95522"/>
                  </a:moveTo>
                  <a:cubicBezTo>
                    <a:pt x="74270" y="95522"/>
                    <a:pt x="0" y="56274"/>
                    <a:pt x="0" y="6117"/>
                  </a:cubicBezTo>
                  <a:cubicBezTo>
                    <a:pt x="0" y="2739"/>
                    <a:pt x="2728" y="0"/>
                    <a:pt x="6095" y="0"/>
                  </a:cubicBezTo>
                  <a:cubicBezTo>
                    <a:pt x="6129" y="0"/>
                    <a:pt x="6163" y="0"/>
                    <a:pt x="6198" y="1"/>
                  </a:cubicBezTo>
                  <a:lnTo>
                    <a:pt x="332029" y="1"/>
                  </a:lnTo>
                  <a:cubicBezTo>
                    <a:pt x="335395" y="-55"/>
                    <a:pt x="338169" y="2637"/>
                    <a:pt x="338226" y="6015"/>
                  </a:cubicBezTo>
                  <a:cubicBezTo>
                    <a:pt x="338226" y="6049"/>
                    <a:pt x="338226" y="6083"/>
                    <a:pt x="338226" y="6117"/>
                  </a:cubicBezTo>
                  <a:cubicBezTo>
                    <a:pt x="338226" y="56274"/>
                    <a:pt x="264160" y="95522"/>
                    <a:pt x="169062" y="95522"/>
                  </a:cubicBezTo>
                  <a:close/>
                  <a:moveTo>
                    <a:pt x="12802" y="12336"/>
                  </a:moveTo>
                  <a:cubicBezTo>
                    <a:pt x="19507" y="51278"/>
                    <a:pt x="88392" y="83085"/>
                    <a:pt x="169062" y="83085"/>
                  </a:cubicBezTo>
                  <a:cubicBezTo>
                    <a:pt x="249733" y="83085"/>
                    <a:pt x="318719" y="51278"/>
                    <a:pt x="325120" y="1233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9D86DCE5-B92A-A045-A76A-DF6FA94359CA}"/>
                </a:ext>
              </a:extLst>
            </p:cNvPr>
            <p:cNvSpPr/>
            <p:nvPr/>
          </p:nvSpPr>
          <p:spPr>
            <a:xfrm>
              <a:off x="5174228" y="2291934"/>
              <a:ext cx="12294" cy="174752"/>
            </a:xfrm>
            <a:custGeom>
              <a:avLst/>
              <a:gdLst>
                <a:gd name="connsiteX0" fmla="*/ 6097 w 12294"/>
                <a:gd name="connsiteY0" fmla="*/ 174752 h 174752"/>
                <a:gd name="connsiteX1" fmla="*/ 0 w 12294"/>
                <a:gd name="connsiteY1" fmla="*/ 168637 h 174752"/>
                <a:gd name="connsiteX2" fmla="*/ 1 w 12294"/>
                <a:gd name="connsiteY2" fmla="*/ 168534 h 174752"/>
                <a:gd name="connsiteX3" fmla="*/ 1 w 12294"/>
                <a:gd name="connsiteY3" fmla="*/ 5425 h 174752"/>
                <a:gd name="connsiteX4" fmla="*/ 6940 w 12294"/>
                <a:gd name="connsiteY4" fmla="*/ 52 h 174752"/>
                <a:gd name="connsiteX5" fmla="*/ 12294 w 12294"/>
                <a:gd name="connsiteY5" fmla="*/ 5425 h 174752"/>
                <a:gd name="connsiteX6" fmla="*/ 12294 w 12294"/>
                <a:gd name="connsiteY6" fmla="*/ 168534 h 174752"/>
                <a:gd name="connsiteX7" fmla="*/ 6097 w 12294"/>
                <a:gd name="connsiteY7" fmla="*/ 174752 h 17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94" h="174752">
                  <a:moveTo>
                    <a:pt x="6097" y="174752"/>
                  </a:moveTo>
                  <a:cubicBezTo>
                    <a:pt x="2730" y="174753"/>
                    <a:pt x="0" y="172015"/>
                    <a:pt x="0" y="168637"/>
                  </a:cubicBezTo>
                  <a:cubicBezTo>
                    <a:pt x="0" y="168602"/>
                    <a:pt x="0" y="168568"/>
                    <a:pt x="1" y="168534"/>
                  </a:cubicBezTo>
                  <a:lnTo>
                    <a:pt x="1" y="5425"/>
                  </a:lnTo>
                  <a:cubicBezTo>
                    <a:pt x="438" y="2018"/>
                    <a:pt x="3545" y="-387"/>
                    <a:pt x="6940" y="52"/>
                  </a:cubicBezTo>
                  <a:cubicBezTo>
                    <a:pt x="9734" y="413"/>
                    <a:pt x="11934" y="2620"/>
                    <a:pt x="12294" y="5425"/>
                  </a:cubicBezTo>
                  <a:lnTo>
                    <a:pt x="12294" y="168534"/>
                  </a:lnTo>
                  <a:cubicBezTo>
                    <a:pt x="12294" y="171968"/>
                    <a:pt x="9520" y="174752"/>
                    <a:pt x="6097" y="174752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BA4DBF93-F0E3-9248-B8AC-D1B12A1F38E0}"/>
                </a:ext>
              </a:extLst>
            </p:cNvPr>
            <p:cNvSpPr/>
            <p:nvPr/>
          </p:nvSpPr>
          <p:spPr>
            <a:xfrm>
              <a:off x="5112811" y="2091454"/>
              <a:ext cx="135128" cy="193365"/>
            </a:xfrm>
            <a:custGeom>
              <a:avLst/>
              <a:gdLst>
                <a:gd name="connsiteX0" fmla="*/ 67616 w 135128"/>
                <a:gd name="connsiteY0" fmla="*/ 193365 h 193365"/>
                <a:gd name="connsiteX1" fmla="*/ 65076 w 135128"/>
                <a:gd name="connsiteY1" fmla="*/ 193365 h 193365"/>
                <a:gd name="connsiteX2" fmla="*/ 52 w 135128"/>
                <a:gd name="connsiteY2" fmla="*/ 124146 h 193365"/>
                <a:gd name="connsiteX3" fmla="*/ 52 w 135128"/>
                <a:gd name="connsiteY3" fmla="*/ 70422 h 193365"/>
                <a:gd name="connsiteX4" fmla="*/ 64945 w 135128"/>
                <a:gd name="connsiteY4" fmla="*/ 52 h 193365"/>
                <a:gd name="connsiteX5" fmla="*/ 135078 w 135128"/>
                <a:gd name="connsiteY5" fmla="*/ 65165 h 193365"/>
                <a:gd name="connsiteX6" fmla="*/ 135078 w 135128"/>
                <a:gd name="connsiteY6" fmla="*/ 70422 h 193365"/>
                <a:gd name="connsiteX7" fmla="*/ 135078 w 135128"/>
                <a:gd name="connsiteY7" fmla="*/ 125675 h 193365"/>
                <a:gd name="connsiteX8" fmla="*/ 67616 w 135128"/>
                <a:gd name="connsiteY8" fmla="*/ 193365 h 193365"/>
                <a:gd name="connsiteX9" fmla="*/ 67616 w 135128"/>
                <a:gd name="connsiteY9" fmla="*/ 14964 h 193365"/>
                <a:gd name="connsiteX10" fmla="*/ 12447 w 135128"/>
                <a:gd name="connsiteY10" fmla="*/ 70422 h 193365"/>
                <a:gd name="connsiteX11" fmla="*/ 12447 w 135128"/>
                <a:gd name="connsiteY11" fmla="*/ 124146 h 193365"/>
                <a:gd name="connsiteX12" fmla="*/ 65584 w 135128"/>
                <a:gd name="connsiteY12" fmla="*/ 181030 h 193365"/>
                <a:gd name="connsiteX13" fmla="*/ 106224 w 135128"/>
                <a:gd name="connsiteY13" fmla="*/ 165535 h 193365"/>
                <a:gd name="connsiteX14" fmla="*/ 123089 w 135128"/>
                <a:gd name="connsiteY14" fmla="*/ 125675 h 193365"/>
                <a:gd name="connsiteX15" fmla="*/ 123089 w 135128"/>
                <a:gd name="connsiteY15" fmla="*/ 70422 h 193365"/>
                <a:gd name="connsiteX16" fmla="*/ 67616 w 135128"/>
                <a:gd name="connsiteY16" fmla="*/ 14964 h 193365"/>
                <a:gd name="connsiteX17" fmla="*/ 67514 w 135128"/>
                <a:gd name="connsiteY17" fmla="*/ 14964 h 193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5128" h="193365">
                  <a:moveTo>
                    <a:pt x="67616" y="193365"/>
                  </a:moveTo>
                  <a:lnTo>
                    <a:pt x="65076" y="193365"/>
                  </a:lnTo>
                  <a:cubicBezTo>
                    <a:pt x="28508" y="191306"/>
                    <a:pt x="-60" y="160895"/>
                    <a:pt x="52" y="124146"/>
                  </a:cubicBezTo>
                  <a:lnTo>
                    <a:pt x="52" y="70422"/>
                  </a:lnTo>
                  <a:cubicBezTo>
                    <a:pt x="-1395" y="33009"/>
                    <a:pt x="27659" y="1504"/>
                    <a:pt x="64945" y="52"/>
                  </a:cubicBezTo>
                  <a:cubicBezTo>
                    <a:pt x="102232" y="-1400"/>
                    <a:pt x="133631" y="27752"/>
                    <a:pt x="135078" y="65165"/>
                  </a:cubicBezTo>
                  <a:cubicBezTo>
                    <a:pt x="135146" y="66916"/>
                    <a:pt x="135146" y="68670"/>
                    <a:pt x="135078" y="70422"/>
                  </a:cubicBezTo>
                  <a:lnTo>
                    <a:pt x="135078" y="125675"/>
                  </a:lnTo>
                  <a:cubicBezTo>
                    <a:pt x="135078" y="163059"/>
                    <a:pt x="104874" y="193365"/>
                    <a:pt x="67616" y="193365"/>
                  </a:cubicBezTo>
                  <a:close/>
                  <a:moveTo>
                    <a:pt x="67616" y="14964"/>
                  </a:moveTo>
                  <a:cubicBezTo>
                    <a:pt x="37130" y="15021"/>
                    <a:pt x="12447" y="39833"/>
                    <a:pt x="12447" y="70422"/>
                  </a:cubicBezTo>
                  <a:lnTo>
                    <a:pt x="12447" y="124146"/>
                  </a:lnTo>
                  <a:cubicBezTo>
                    <a:pt x="12235" y="154280"/>
                    <a:pt x="35600" y="179293"/>
                    <a:pt x="65584" y="181030"/>
                  </a:cubicBezTo>
                  <a:cubicBezTo>
                    <a:pt x="80671" y="181652"/>
                    <a:pt x="95355" y="176053"/>
                    <a:pt x="106224" y="165535"/>
                  </a:cubicBezTo>
                  <a:cubicBezTo>
                    <a:pt x="117057" y="155132"/>
                    <a:pt x="123154" y="140720"/>
                    <a:pt x="123089" y="125675"/>
                  </a:cubicBezTo>
                  <a:lnTo>
                    <a:pt x="123089" y="70422"/>
                  </a:lnTo>
                  <a:cubicBezTo>
                    <a:pt x="123033" y="39737"/>
                    <a:pt x="98197" y="14908"/>
                    <a:pt x="67616" y="14964"/>
                  </a:cubicBezTo>
                  <a:cubicBezTo>
                    <a:pt x="67582" y="14964"/>
                    <a:pt x="67548" y="14964"/>
                    <a:pt x="67514" y="1496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81E2117B-A382-E047-8B70-650B5BA18E18}"/>
                </a:ext>
              </a:extLst>
            </p:cNvPr>
            <p:cNvSpPr/>
            <p:nvPr/>
          </p:nvSpPr>
          <p:spPr>
            <a:xfrm>
              <a:off x="5115762" y="2132645"/>
              <a:ext cx="128335" cy="28313"/>
            </a:xfrm>
            <a:custGeom>
              <a:avLst/>
              <a:gdLst>
                <a:gd name="connsiteX0" fmla="*/ 81530 w 128335"/>
                <a:gd name="connsiteY0" fmla="*/ 28314 h 28313"/>
                <a:gd name="connsiteX1" fmla="*/ 56435 w 128335"/>
                <a:gd name="connsiteY1" fmla="*/ 22605 h 28313"/>
                <a:gd name="connsiteX2" fmla="*/ 8886 w 128335"/>
                <a:gd name="connsiteY2" fmla="*/ 16080 h 28313"/>
                <a:gd name="connsiteX3" fmla="*/ 656 w 128335"/>
                <a:gd name="connsiteY3" fmla="*/ 13226 h 28313"/>
                <a:gd name="connsiteX4" fmla="*/ 3271 w 128335"/>
                <a:gd name="connsiteY4" fmla="*/ 5135 h 28313"/>
                <a:gd name="connsiteX5" fmla="*/ 3400 w 128335"/>
                <a:gd name="connsiteY5" fmla="*/ 5071 h 28313"/>
                <a:gd name="connsiteX6" fmla="*/ 61616 w 128335"/>
                <a:gd name="connsiteY6" fmla="*/ 11391 h 28313"/>
                <a:gd name="connsiteX7" fmla="*/ 117395 w 128335"/>
                <a:gd name="connsiteY7" fmla="*/ 2216 h 28313"/>
                <a:gd name="connsiteX8" fmla="*/ 126127 w 128335"/>
                <a:gd name="connsiteY8" fmla="*/ 1459 h 28313"/>
                <a:gd name="connsiteX9" fmla="*/ 126881 w 128335"/>
                <a:gd name="connsiteY9" fmla="*/ 10221 h 28313"/>
                <a:gd name="connsiteX10" fmla="*/ 125726 w 128335"/>
                <a:gd name="connsiteY10" fmla="*/ 11289 h 28313"/>
                <a:gd name="connsiteX11" fmla="*/ 81530 w 128335"/>
                <a:gd name="connsiteY11" fmla="*/ 28314 h 28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335" h="28313">
                  <a:moveTo>
                    <a:pt x="81530" y="28314"/>
                  </a:moveTo>
                  <a:cubicBezTo>
                    <a:pt x="72845" y="28313"/>
                    <a:pt x="64271" y="26362"/>
                    <a:pt x="56435" y="22605"/>
                  </a:cubicBezTo>
                  <a:cubicBezTo>
                    <a:pt x="25955" y="8231"/>
                    <a:pt x="8988" y="15978"/>
                    <a:pt x="8886" y="16080"/>
                  </a:cubicBezTo>
                  <a:cubicBezTo>
                    <a:pt x="5827" y="17548"/>
                    <a:pt x="2159" y="16276"/>
                    <a:pt x="656" y="13226"/>
                  </a:cubicBezTo>
                  <a:cubicBezTo>
                    <a:pt x="-849" y="10267"/>
                    <a:pt x="322" y="6645"/>
                    <a:pt x="3271" y="5135"/>
                  </a:cubicBezTo>
                  <a:cubicBezTo>
                    <a:pt x="3313" y="5113"/>
                    <a:pt x="3356" y="5091"/>
                    <a:pt x="3400" y="5071"/>
                  </a:cubicBezTo>
                  <a:cubicBezTo>
                    <a:pt x="4212" y="5071"/>
                    <a:pt x="25447" y="-5735"/>
                    <a:pt x="61616" y="11391"/>
                  </a:cubicBezTo>
                  <a:cubicBezTo>
                    <a:pt x="80414" y="19408"/>
                    <a:pt x="102133" y="15836"/>
                    <a:pt x="117395" y="2216"/>
                  </a:cubicBezTo>
                  <a:cubicBezTo>
                    <a:pt x="119598" y="-412"/>
                    <a:pt x="123507" y="-751"/>
                    <a:pt x="126127" y="1459"/>
                  </a:cubicBezTo>
                  <a:cubicBezTo>
                    <a:pt x="128747" y="3670"/>
                    <a:pt x="129084" y="7593"/>
                    <a:pt x="126881" y="10221"/>
                  </a:cubicBezTo>
                  <a:cubicBezTo>
                    <a:pt x="126543" y="10625"/>
                    <a:pt x="126155" y="10984"/>
                    <a:pt x="125726" y="11289"/>
                  </a:cubicBezTo>
                  <a:cubicBezTo>
                    <a:pt x="113398" y="21920"/>
                    <a:pt x="97780" y="27936"/>
                    <a:pt x="81530" y="2831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F695232-AB28-4942-874E-3317F9CE2F10}"/>
                </a:ext>
              </a:extLst>
            </p:cNvPr>
            <p:cNvSpPr/>
            <p:nvPr/>
          </p:nvSpPr>
          <p:spPr>
            <a:xfrm>
              <a:off x="5235592" y="2154049"/>
              <a:ext cx="28248" cy="54414"/>
            </a:xfrm>
            <a:custGeom>
              <a:avLst/>
              <a:gdLst>
                <a:gd name="connsiteX0" fmla="*/ 7827 w 28248"/>
                <a:gd name="connsiteY0" fmla="*/ 54415 h 54414"/>
                <a:gd name="connsiteX1" fmla="*/ 4982 w 28248"/>
                <a:gd name="connsiteY1" fmla="*/ 54415 h 54414"/>
                <a:gd name="connsiteX2" fmla="*/ 3 w 28248"/>
                <a:gd name="connsiteY2" fmla="*/ 48298 h 54414"/>
                <a:gd name="connsiteX3" fmla="*/ 3 w 28248"/>
                <a:gd name="connsiteY3" fmla="*/ 6298 h 54414"/>
                <a:gd name="connsiteX4" fmla="*/ 4982 w 28248"/>
                <a:gd name="connsiteY4" fmla="*/ 79 h 54414"/>
                <a:gd name="connsiteX5" fmla="*/ 7928 w 28248"/>
                <a:gd name="connsiteY5" fmla="*/ 79 h 54414"/>
                <a:gd name="connsiteX6" fmla="*/ 28248 w 28248"/>
                <a:gd name="connsiteY6" fmla="*/ 27400 h 54414"/>
                <a:gd name="connsiteX7" fmla="*/ 7827 w 28248"/>
                <a:gd name="connsiteY7" fmla="*/ 54415 h 54414"/>
                <a:gd name="connsiteX8" fmla="*/ 12297 w 28248"/>
                <a:gd name="connsiteY8" fmla="*/ 15167 h 54414"/>
                <a:gd name="connsiteX9" fmla="*/ 12297 w 28248"/>
                <a:gd name="connsiteY9" fmla="*/ 38817 h 54414"/>
                <a:gd name="connsiteX10" fmla="*/ 15650 w 28248"/>
                <a:gd name="connsiteY10" fmla="*/ 27094 h 54414"/>
                <a:gd name="connsiteX11" fmla="*/ 12297 w 28248"/>
                <a:gd name="connsiteY11" fmla="*/ 15167 h 5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48" h="54414">
                  <a:moveTo>
                    <a:pt x="7827" y="54415"/>
                  </a:moveTo>
                  <a:lnTo>
                    <a:pt x="4982" y="54415"/>
                  </a:lnTo>
                  <a:cubicBezTo>
                    <a:pt x="2080" y="53830"/>
                    <a:pt x="-6" y="51268"/>
                    <a:pt x="3" y="48298"/>
                  </a:cubicBezTo>
                  <a:lnTo>
                    <a:pt x="3" y="6298"/>
                  </a:lnTo>
                  <a:cubicBezTo>
                    <a:pt x="-98" y="3275"/>
                    <a:pt x="2018" y="632"/>
                    <a:pt x="4982" y="79"/>
                  </a:cubicBezTo>
                  <a:cubicBezTo>
                    <a:pt x="5961" y="-26"/>
                    <a:pt x="6949" y="-26"/>
                    <a:pt x="7928" y="79"/>
                  </a:cubicBezTo>
                  <a:cubicBezTo>
                    <a:pt x="19206" y="79"/>
                    <a:pt x="28248" y="12108"/>
                    <a:pt x="28248" y="27400"/>
                  </a:cubicBezTo>
                  <a:cubicBezTo>
                    <a:pt x="28248" y="42691"/>
                    <a:pt x="19511" y="54415"/>
                    <a:pt x="7827" y="54415"/>
                  </a:cubicBezTo>
                  <a:close/>
                  <a:moveTo>
                    <a:pt x="12297" y="15167"/>
                  </a:moveTo>
                  <a:lnTo>
                    <a:pt x="12297" y="38817"/>
                  </a:lnTo>
                  <a:cubicBezTo>
                    <a:pt x="14581" y="35344"/>
                    <a:pt x="15751" y="31254"/>
                    <a:pt x="15650" y="27094"/>
                  </a:cubicBezTo>
                  <a:cubicBezTo>
                    <a:pt x="15793" y="22865"/>
                    <a:pt x="14621" y="18697"/>
                    <a:pt x="12297" y="1516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4AF1C9A3-9A52-2E4A-9719-18D9FCF9CA66}"/>
                </a:ext>
              </a:extLst>
            </p:cNvPr>
            <p:cNvSpPr/>
            <p:nvPr/>
          </p:nvSpPr>
          <p:spPr>
            <a:xfrm>
              <a:off x="5096911" y="2153739"/>
              <a:ext cx="28347" cy="54724"/>
            </a:xfrm>
            <a:custGeom>
              <a:avLst/>
              <a:gdLst>
                <a:gd name="connsiteX0" fmla="*/ 20320 w 28347"/>
                <a:gd name="connsiteY0" fmla="*/ 54724 h 54724"/>
                <a:gd name="connsiteX1" fmla="*/ 0 w 28347"/>
                <a:gd name="connsiteY1" fmla="*/ 27404 h 54724"/>
                <a:gd name="connsiteX2" fmla="*/ 20320 w 28347"/>
                <a:gd name="connsiteY2" fmla="*/ 83 h 54724"/>
                <a:gd name="connsiteX3" fmla="*/ 23368 w 28347"/>
                <a:gd name="connsiteY3" fmla="*/ 83 h 54724"/>
                <a:gd name="connsiteX4" fmla="*/ 28346 w 28347"/>
                <a:gd name="connsiteY4" fmla="*/ 6301 h 54724"/>
                <a:gd name="connsiteX5" fmla="*/ 28346 w 28347"/>
                <a:gd name="connsiteY5" fmla="*/ 47996 h 54724"/>
                <a:gd name="connsiteX6" fmla="*/ 23368 w 28347"/>
                <a:gd name="connsiteY6" fmla="*/ 54113 h 54724"/>
                <a:gd name="connsiteX7" fmla="*/ 20320 w 28347"/>
                <a:gd name="connsiteY7" fmla="*/ 54724 h 54724"/>
                <a:gd name="connsiteX8" fmla="*/ 15951 w 28347"/>
                <a:gd name="connsiteY8" fmla="*/ 15476 h 54724"/>
                <a:gd name="connsiteX9" fmla="*/ 12598 w 28347"/>
                <a:gd name="connsiteY9" fmla="*/ 27404 h 54724"/>
                <a:gd name="connsiteX10" fmla="*/ 15951 w 28347"/>
                <a:gd name="connsiteY10" fmla="*/ 39331 h 5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47" h="54724">
                  <a:moveTo>
                    <a:pt x="20320" y="54724"/>
                  </a:moveTo>
                  <a:cubicBezTo>
                    <a:pt x="9144" y="54724"/>
                    <a:pt x="0" y="42695"/>
                    <a:pt x="0" y="27404"/>
                  </a:cubicBezTo>
                  <a:cubicBezTo>
                    <a:pt x="0" y="12112"/>
                    <a:pt x="8839" y="83"/>
                    <a:pt x="20320" y="83"/>
                  </a:cubicBezTo>
                  <a:cubicBezTo>
                    <a:pt x="21333" y="-28"/>
                    <a:pt x="22355" y="-28"/>
                    <a:pt x="23368" y="83"/>
                  </a:cubicBezTo>
                  <a:cubicBezTo>
                    <a:pt x="26308" y="674"/>
                    <a:pt x="28405" y="3293"/>
                    <a:pt x="28346" y="6301"/>
                  </a:cubicBezTo>
                  <a:lnTo>
                    <a:pt x="28346" y="47996"/>
                  </a:lnTo>
                  <a:cubicBezTo>
                    <a:pt x="28317" y="50952"/>
                    <a:pt x="26249" y="53493"/>
                    <a:pt x="23368" y="54113"/>
                  </a:cubicBezTo>
                  <a:cubicBezTo>
                    <a:pt x="22377" y="54425"/>
                    <a:pt x="21355" y="54630"/>
                    <a:pt x="20320" y="54724"/>
                  </a:cubicBezTo>
                  <a:close/>
                  <a:moveTo>
                    <a:pt x="15951" y="15476"/>
                  </a:moveTo>
                  <a:cubicBezTo>
                    <a:pt x="13627" y="19007"/>
                    <a:pt x="12456" y="23175"/>
                    <a:pt x="12598" y="27404"/>
                  </a:cubicBezTo>
                  <a:cubicBezTo>
                    <a:pt x="12507" y="31626"/>
                    <a:pt x="13675" y="35779"/>
                    <a:pt x="15951" y="3933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D01749F5-0FA4-C94C-B7E6-3D065E8048BC}"/>
                </a:ext>
              </a:extLst>
            </p:cNvPr>
            <p:cNvSpPr/>
            <p:nvPr/>
          </p:nvSpPr>
          <p:spPr>
            <a:xfrm>
              <a:off x="5258419" y="2139983"/>
              <a:ext cx="76846" cy="163185"/>
            </a:xfrm>
            <a:custGeom>
              <a:avLst/>
              <a:gdLst>
                <a:gd name="connsiteX0" fmla="*/ 38746 w 76846"/>
                <a:gd name="connsiteY0" fmla="*/ 163186 h 163185"/>
                <a:gd name="connsiteX1" fmla="*/ 33158 w 76846"/>
                <a:gd name="connsiteY1" fmla="*/ 159516 h 163185"/>
                <a:gd name="connsiteX2" fmla="*/ 36182 w 76846"/>
                <a:gd name="connsiteY2" fmla="*/ 151416 h 163185"/>
                <a:gd name="connsiteX3" fmla="*/ 36307 w 76846"/>
                <a:gd name="connsiteY3" fmla="*/ 151360 h 163185"/>
                <a:gd name="connsiteX4" fmla="*/ 64552 w 76846"/>
                <a:gd name="connsiteY4" fmla="*/ 107933 h 163185"/>
                <a:gd name="connsiteX5" fmla="*/ 64552 w 76846"/>
                <a:gd name="connsiteY5" fmla="*/ 59815 h 163185"/>
                <a:gd name="connsiteX6" fmla="*/ 17105 w 76846"/>
                <a:gd name="connsiteY6" fmla="*/ 12411 h 163185"/>
                <a:gd name="connsiteX7" fmla="*/ 17003 w 76846"/>
                <a:gd name="connsiteY7" fmla="*/ 12412 h 163185"/>
                <a:gd name="connsiteX8" fmla="*/ 8062 w 76846"/>
                <a:gd name="connsiteY8" fmla="*/ 13329 h 163185"/>
                <a:gd name="connsiteX9" fmla="*/ 288 w 76846"/>
                <a:gd name="connsiteY9" fmla="*/ 9268 h 163185"/>
                <a:gd name="connsiteX10" fmla="*/ 4336 w 76846"/>
                <a:gd name="connsiteY10" fmla="*/ 1467 h 163185"/>
                <a:gd name="connsiteX11" fmla="*/ 5726 w 76846"/>
                <a:gd name="connsiteY11" fmla="*/ 1198 h 163185"/>
                <a:gd name="connsiteX12" fmla="*/ 75664 w 76846"/>
                <a:gd name="connsiteY12" fmla="*/ 47720 h 163185"/>
                <a:gd name="connsiteX13" fmla="*/ 76846 w 76846"/>
                <a:gd name="connsiteY13" fmla="*/ 59815 h 163185"/>
                <a:gd name="connsiteX14" fmla="*/ 76846 w 76846"/>
                <a:gd name="connsiteY14" fmla="*/ 107933 h 163185"/>
                <a:gd name="connsiteX15" fmla="*/ 41286 w 76846"/>
                <a:gd name="connsiteY15" fmla="*/ 162676 h 163185"/>
                <a:gd name="connsiteX16" fmla="*/ 38746 w 76846"/>
                <a:gd name="connsiteY16" fmla="*/ 163186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846" h="163185">
                  <a:moveTo>
                    <a:pt x="38746" y="163186"/>
                  </a:moveTo>
                  <a:cubicBezTo>
                    <a:pt x="36329" y="163160"/>
                    <a:pt x="34148" y="161728"/>
                    <a:pt x="33158" y="159516"/>
                  </a:cubicBezTo>
                  <a:cubicBezTo>
                    <a:pt x="31764" y="156441"/>
                    <a:pt x="33118" y="152814"/>
                    <a:pt x="36182" y="151416"/>
                  </a:cubicBezTo>
                  <a:cubicBezTo>
                    <a:pt x="36224" y="151397"/>
                    <a:pt x="36265" y="151378"/>
                    <a:pt x="36307" y="151360"/>
                  </a:cubicBezTo>
                  <a:cubicBezTo>
                    <a:pt x="53478" y="143793"/>
                    <a:pt x="64562" y="126750"/>
                    <a:pt x="64552" y="107933"/>
                  </a:cubicBezTo>
                  <a:lnTo>
                    <a:pt x="64552" y="59815"/>
                  </a:lnTo>
                  <a:cubicBezTo>
                    <a:pt x="64496" y="33579"/>
                    <a:pt x="43254" y="12355"/>
                    <a:pt x="17105" y="12411"/>
                  </a:cubicBezTo>
                  <a:cubicBezTo>
                    <a:pt x="17071" y="12412"/>
                    <a:pt x="17037" y="12412"/>
                    <a:pt x="17003" y="12412"/>
                  </a:cubicBezTo>
                  <a:cubicBezTo>
                    <a:pt x="13999" y="12409"/>
                    <a:pt x="11003" y="12717"/>
                    <a:pt x="8062" y="13329"/>
                  </a:cubicBezTo>
                  <a:cubicBezTo>
                    <a:pt x="4798" y="14362"/>
                    <a:pt x="1317" y="12543"/>
                    <a:pt x="288" y="9268"/>
                  </a:cubicBezTo>
                  <a:cubicBezTo>
                    <a:pt x="-741" y="5992"/>
                    <a:pt x="1072" y="2500"/>
                    <a:pt x="4336" y="1467"/>
                  </a:cubicBezTo>
                  <a:cubicBezTo>
                    <a:pt x="4788" y="1325"/>
                    <a:pt x="5254" y="1234"/>
                    <a:pt x="5726" y="1198"/>
                  </a:cubicBezTo>
                  <a:cubicBezTo>
                    <a:pt x="37842" y="-5333"/>
                    <a:pt x="69154" y="15496"/>
                    <a:pt x="75664" y="47720"/>
                  </a:cubicBezTo>
                  <a:cubicBezTo>
                    <a:pt x="76468" y="51701"/>
                    <a:pt x="76864" y="55754"/>
                    <a:pt x="76846" y="59815"/>
                  </a:cubicBezTo>
                  <a:lnTo>
                    <a:pt x="76846" y="107933"/>
                  </a:lnTo>
                  <a:cubicBezTo>
                    <a:pt x="76818" y="131629"/>
                    <a:pt x="62881" y="153085"/>
                    <a:pt x="41286" y="162676"/>
                  </a:cubicBezTo>
                  <a:cubicBezTo>
                    <a:pt x="40475" y="162992"/>
                    <a:pt x="39615" y="163165"/>
                    <a:pt x="38746" y="16318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232214DB-4B48-CC4F-BB3C-70F3309EC2A5}"/>
                </a:ext>
              </a:extLst>
            </p:cNvPr>
            <p:cNvSpPr/>
            <p:nvPr/>
          </p:nvSpPr>
          <p:spPr>
            <a:xfrm>
              <a:off x="5226987" y="2273395"/>
              <a:ext cx="33642" cy="29773"/>
            </a:xfrm>
            <a:custGeom>
              <a:avLst/>
              <a:gdLst>
                <a:gd name="connsiteX0" fmla="*/ 27506 w 33642"/>
                <a:gd name="connsiteY0" fmla="*/ 29774 h 29773"/>
                <a:gd name="connsiteX1" fmla="*/ 24966 w 33642"/>
                <a:gd name="connsiteY1" fmla="*/ 29264 h 29773"/>
                <a:gd name="connsiteX2" fmla="*/ 1192 w 33642"/>
                <a:gd name="connsiteY2" fmla="*/ 9895 h 29773"/>
                <a:gd name="connsiteX3" fmla="*/ 2512 w 33642"/>
                <a:gd name="connsiteY3" fmla="*/ 1230 h 29773"/>
                <a:gd name="connsiteX4" fmla="*/ 10913 w 33642"/>
                <a:gd name="connsiteY4" fmla="*/ 2371 h 29773"/>
                <a:gd name="connsiteX5" fmla="*/ 11047 w 33642"/>
                <a:gd name="connsiteY5" fmla="*/ 2555 h 29773"/>
                <a:gd name="connsiteX6" fmla="*/ 29944 w 33642"/>
                <a:gd name="connsiteY6" fmla="*/ 17948 h 29773"/>
                <a:gd name="connsiteX7" fmla="*/ 33149 w 33642"/>
                <a:gd name="connsiteY7" fmla="*/ 25979 h 29773"/>
                <a:gd name="connsiteX8" fmla="*/ 33094 w 33642"/>
                <a:gd name="connsiteY8" fmla="*/ 26104 h 29773"/>
                <a:gd name="connsiteX9" fmla="*/ 27506 w 33642"/>
                <a:gd name="connsiteY9" fmla="*/ 29774 h 29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642" h="29773">
                  <a:moveTo>
                    <a:pt x="27506" y="29774"/>
                  </a:moveTo>
                  <a:cubicBezTo>
                    <a:pt x="26635" y="29761"/>
                    <a:pt x="25775" y="29588"/>
                    <a:pt x="24966" y="29264"/>
                  </a:cubicBezTo>
                  <a:cubicBezTo>
                    <a:pt x="15528" y="24943"/>
                    <a:pt x="7345" y="18276"/>
                    <a:pt x="1192" y="9895"/>
                  </a:cubicBezTo>
                  <a:cubicBezTo>
                    <a:pt x="-817" y="7133"/>
                    <a:pt x="-227" y="3263"/>
                    <a:pt x="2512" y="1230"/>
                  </a:cubicBezTo>
                  <a:cubicBezTo>
                    <a:pt x="5146" y="-783"/>
                    <a:pt x="8908" y="-272"/>
                    <a:pt x="10913" y="2371"/>
                  </a:cubicBezTo>
                  <a:cubicBezTo>
                    <a:pt x="10959" y="2432"/>
                    <a:pt x="11003" y="2493"/>
                    <a:pt x="11047" y="2555"/>
                  </a:cubicBezTo>
                  <a:cubicBezTo>
                    <a:pt x="15938" y="9215"/>
                    <a:pt x="22443" y="14514"/>
                    <a:pt x="29944" y="17948"/>
                  </a:cubicBezTo>
                  <a:cubicBezTo>
                    <a:pt x="33039" y="19278"/>
                    <a:pt x="34474" y="22873"/>
                    <a:pt x="33149" y="25979"/>
                  </a:cubicBezTo>
                  <a:cubicBezTo>
                    <a:pt x="33131" y="26020"/>
                    <a:pt x="33113" y="26062"/>
                    <a:pt x="33094" y="26104"/>
                  </a:cubicBezTo>
                  <a:cubicBezTo>
                    <a:pt x="32124" y="28333"/>
                    <a:pt x="29930" y="29774"/>
                    <a:pt x="27506" y="2977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6589BF8A-A685-CA4A-9D94-C5F0FF6AA84A}"/>
                </a:ext>
              </a:extLst>
            </p:cNvPr>
            <p:cNvSpPr/>
            <p:nvPr/>
          </p:nvSpPr>
          <p:spPr>
            <a:xfrm>
              <a:off x="5266388" y="2174489"/>
              <a:ext cx="64539" cy="25411"/>
            </a:xfrm>
            <a:custGeom>
              <a:avLst/>
              <a:gdLst>
                <a:gd name="connsiteX0" fmla="*/ 24071 w 64539"/>
                <a:gd name="connsiteY0" fmla="*/ 25411 h 25411"/>
                <a:gd name="connsiteX1" fmla="*/ 3751 w 64539"/>
                <a:gd name="connsiteY1" fmla="*/ 21231 h 25411"/>
                <a:gd name="connsiteX2" fmla="*/ 500 w 64539"/>
                <a:gd name="connsiteY2" fmla="*/ 13076 h 25411"/>
                <a:gd name="connsiteX3" fmla="*/ 8353 w 64539"/>
                <a:gd name="connsiteY3" fmla="*/ 9507 h 25411"/>
                <a:gd name="connsiteX4" fmla="*/ 9034 w 64539"/>
                <a:gd name="connsiteY4" fmla="*/ 9814 h 25411"/>
                <a:gd name="connsiteX5" fmla="*/ 54754 w 64539"/>
                <a:gd name="connsiteY5" fmla="*/ 1149 h 25411"/>
                <a:gd name="connsiteX6" fmla="*/ 63396 w 64539"/>
                <a:gd name="connsiteY6" fmla="*/ 2619 h 25411"/>
                <a:gd name="connsiteX7" fmla="*/ 63085 w 64539"/>
                <a:gd name="connsiteY7" fmla="*/ 10222 h 25411"/>
                <a:gd name="connsiteX8" fmla="*/ 24071 w 64539"/>
                <a:gd name="connsiteY8" fmla="*/ 25411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539" h="25411">
                  <a:moveTo>
                    <a:pt x="24071" y="25411"/>
                  </a:moveTo>
                  <a:cubicBezTo>
                    <a:pt x="17086" y="25409"/>
                    <a:pt x="10173" y="23987"/>
                    <a:pt x="3751" y="21231"/>
                  </a:cubicBezTo>
                  <a:cubicBezTo>
                    <a:pt x="612" y="19877"/>
                    <a:pt x="-842" y="16229"/>
                    <a:pt x="500" y="13076"/>
                  </a:cubicBezTo>
                  <a:cubicBezTo>
                    <a:pt x="1686" y="9915"/>
                    <a:pt x="5202" y="8317"/>
                    <a:pt x="8353" y="9507"/>
                  </a:cubicBezTo>
                  <a:cubicBezTo>
                    <a:pt x="8586" y="9595"/>
                    <a:pt x="8814" y="9698"/>
                    <a:pt x="9034" y="9814"/>
                  </a:cubicBezTo>
                  <a:cubicBezTo>
                    <a:pt x="24714" y="15437"/>
                    <a:pt x="42198" y="12123"/>
                    <a:pt x="54754" y="1149"/>
                  </a:cubicBezTo>
                  <a:cubicBezTo>
                    <a:pt x="57545" y="-840"/>
                    <a:pt x="61414" y="-181"/>
                    <a:pt x="63396" y="2619"/>
                  </a:cubicBezTo>
                  <a:cubicBezTo>
                    <a:pt x="65030" y="4928"/>
                    <a:pt x="64902" y="8054"/>
                    <a:pt x="63085" y="10222"/>
                  </a:cubicBezTo>
                  <a:cubicBezTo>
                    <a:pt x="52225" y="19663"/>
                    <a:pt x="38436" y="25031"/>
                    <a:pt x="24071" y="2541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6BA3B72B-2840-2D41-B09F-4E189C03D626}"/>
                </a:ext>
              </a:extLst>
            </p:cNvPr>
            <p:cNvSpPr/>
            <p:nvPr/>
          </p:nvSpPr>
          <p:spPr>
            <a:xfrm>
              <a:off x="5322968" y="2192282"/>
              <a:ext cx="26013" cy="48985"/>
            </a:xfrm>
            <a:custGeom>
              <a:avLst/>
              <a:gdLst>
                <a:gd name="connsiteX0" fmla="*/ 7623 w 26013"/>
                <a:gd name="connsiteY0" fmla="*/ 48906 h 48985"/>
                <a:gd name="connsiteX1" fmla="*/ 4982 w 26013"/>
                <a:gd name="connsiteY1" fmla="*/ 48906 h 48985"/>
                <a:gd name="connsiteX2" fmla="*/ 3 w 26013"/>
                <a:gd name="connsiteY2" fmla="*/ 42891 h 48985"/>
                <a:gd name="connsiteX3" fmla="*/ 3 w 26013"/>
                <a:gd name="connsiteY3" fmla="*/ 6294 h 48985"/>
                <a:gd name="connsiteX4" fmla="*/ 4982 w 26013"/>
                <a:gd name="connsiteY4" fmla="*/ 75 h 48985"/>
                <a:gd name="connsiteX5" fmla="*/ 7725 w 26013"/>
                <a:gd name="connsiteY5" fmla="*/ 75 h 48985"/>
                <a:gd name="connsiteX6" fmla="*/ 26013 w 26013"/>
                <a:gd name="connsiteY6" fmla="*/ 24643 h 48985"/>
                <a:gd name="connsiteX7" fmla="*/ 7623 w 26013"/>
                <a:gd name="connsiteY7" fmla="*/ 48906 h 48985"/>
                <a:gd name="connsiteX8" fmla="*/ 12297 w 26013"/>
                <a:gd name="connsiteY8" fmla="*/ 17100 h 48985"/>
                <a:gd name="connsiteX9" fmla="*/ 12297 w 26013"/>
                <a:gd name="connsiteY9" fmla="*/ 31474 h 48985"/>
                <a:gd name="connsiteX10" fmla="*/ 13415 w 26013"/>
                <a:gd name="connsiteY10" fmla="*/ 24134 h 48985"/>
                <a:gd name="connsiteX11" fmla="*/ 12297 w 26013"/>
                <a:gd name="connsiteY11" fmla="*/ 17100 h 48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13" h="48985">
                  <a:moveTo>
                    <a:pt x="7623" y="48906"/>
                  </a:moveTo>
                  <a:cubicBezTo>
                    <a:pt x="6746" y="49012"/>
                    <a:pt x="5859" y="49012"/>
                    <a:pt x="4982" y="48906"/>
                  </a:cubicBezTo>
                  <a:cubicBezTo>
                    <a:pt x="2073" y="48404"/>
                    <a:pt x="-39" y="45853"/>
                    <a:pt x="3" y="42891"/>
                  </a:cubicBezTo>
                  <a:lnTo>
                    <a:pt x="3" y="6294"/>
                  </a:lnTo>
                  <a:cubicBezTo>
                    <a:pt x="-98" y="3271"/>
                    <a:pt x="2018" y="628"/>
                    <a:pt x="4982" y="75"/>
                  </a:cubicBezTo>
                  <a:cubicBezTo>
                    <a:pt x="5894" y="-25"/>
                    <a:pt x="6813" y="-25"/>
                    <a:pt x="7725" y="75"/>
                  </a:cubicBezTo>
                  <a:cubicBezTo>
                    <a:pt x="17885" y="75"/>
                    <a:pt x="26013" y="10881"/>
                    <a:pt x="26013" y="24643"/>
                  </a:cubicBezTo>
                  <a:cubicBezTo>
                    <a:pt x="26013" y="38406"/>
                    <a:pt x="17885" y="48906"/>
                    <a:pt x="7623" y="48906"/>
                  </a:cubicBezTo>
                  <a:close/>
                  <a:moveTo>
                    <a:pt x="12297" y="17100"/>
                  </a:moveTo>
                  <a:lnTo>
                    <a:pt x="12297" y="31474"/>
                  </a:lnTo>
                  <a:cubicBezTo>
                    <a:pt x="13159" y="29128"/>
                    <a:pt x="13539" y="26631"/>
                    <a:pt x="13415" y="24134"/>
                  </a:cubicBezTo>
                  <a:cubicBezTo>
                    <a:pt x="13456" y="21741"/>
                    <a:pt x="13078" y="19360"/>
                    <a:pt x="12297" y="17100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9CADC9E1-5AAC-D445-A75D-9DD2D4801CDA}"/>
                </a:ext>
              </a:extLst>
            </p:cNvPr>
            <p:cNvSpPr/>
            <p:nvPr/>
          </p:nvSpPr>
          <p:spPr>
            <a:xfrm>
              <a:off x="5091323" y="2290833"/>
              <a:ext cx="178104" cy="175852"/>
            </a:xfrm>
            <a:custGeom>
              <a:avLst/>
              <a:gdLst>
                <a:gd name="connsiteX0" fmla="*/ 89002 w 178104"/>
                <a:gd name="connsiteY0" fmla="*/ 175853 h 175852"/>
                <a:gd name="connsiteX1" fmla="*/ 0 w 178104"/>
                <a:gd name="connsiteY1" fmla="*/ 6117 h 175852"/>
                <a:gd name="connsiteX2" fmla="*/ 6095 w 178104"/>
                <a:gd name="connsiteY2" fmla="*/ 0 h 175852"/>
                <a:gd name="connsiteX3" fmla="*/ 6198 w 178104"/>
                <a:gd name="connsiteY3" fmla="*/ 1 h 175852"/>
                <a:gd name="connsiteX4" fmla="*/ 171907 w 178104"/>
                <a:gd name="connsiteY4" fmla="*/ 1 h 175852"/>
                <a:gd name="connsiteX5" fmla="*/ 178105 w 178104"/>
                <a:gd name="connsiteY5" fmla="*/ 6117 h 175852"/>
                <a:gd name="connsiteX6" fmla="*/ 89002 w 178104"/>
                <a:gd name="connsiteY6" fmla="*/ 175853 h 175852"/>
                <a:gd name="connsiteX7" fmla="*/ 12395 w 178104"/>
                <a:gd name="connsiteY7" fmla="*/ 12744 h 175852"/>
                <a:gd name="connsiteX8" fmla="*/ 89002 w 178104"/>
                <a:gd name="connsiteY8" fmla="*/ 163926 h 175852"/>
                <a:gd name="connsiteX9" fmla="*/ 165710 w 178104"/>
                <a:gd name="connsiteY9" fmla="*/ 12336 h 17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8104" h="175852">
                  <a:moveTo>
                    <a:pt x="89002" y="175853"/>
                  </a:moveTo>
                  <a:cubicBezTo>
                    <a:pt x="39116" y="175853"/>
                    <a:pt x="0" y="101332"/>
                    <a:pt x="0" y="6117"/>
                  </a:cubicBezTo>
                  <a:cubicBezTo>
                    <a:pt x="0" y="2739"/>
                    <a:pt x="2728" y="0"/>
                    <a:pt x="6095" y="0"/>
                  </a:cubicBezTo>
                  <a:cubicBezTo>
                    <a:pt x="6129" y="0"/>
                    <a:pt x="6163" y="0"/>
                    <a:pt x="6198" y="1"/>
                  </a:cubicBezTo>
                  <a:lnTo>
                    <a:pt x="171907" y="1"/>
                  </a:lnTo>
                  <a:cubicBezTo>
                    <a:pt x="175291" y="0"/>
                    <a:pt x="178049" y="2723"/>
                    <a:pt x="178105" y="6117"/>
                  </a:cubicBezTo>
                  <a:cubicBezTo>
                    <a:pt x="178105" y="101332"/>
                    <a:pt x="138989" y="175853"/>
                    <a:pt x="89002" y="175853"/>
                  </a:cubicBezTo>
                  <a:close/>
                  <a:moveTo>
                    <a:pt x="12395" y="12744"/>
                  </a:moveTo>
                  <a:cubicBezTo>
                    <a:pt x="14021" y="95318"/>
                    <a:pt x="48463" y="163926"/>
                    <a:pt x="89002" y="163926"/>
                  </a:cubicBezTo>
                  <a:cubicBezTo>
                    <a:pt x="129540" y="163926"/>
                    <a:pt x="163779" y="94910"/>
                    <a:pt x="165710" y="1233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1993394C-5070-2645-9575-25D81D3AFE50}"/>
                </a:ext>
              </a:extLst>
            </p:cNvPr>
            <p:cNvSpPr/>
            <p:nvPr/>
          </p:nvSpPr>
          <p:spPr>
            <a:xfrm>
              <a:off x="5025486" y="2139995"/>
              <a:ext cx="76844" cy="163178"/>
            </a:xfrm>
            <a:custGeom>
              <a:avLst/>
              <a:gdLst>
                <a:gd name="connsiteX0" fmla="*/ 38101 w 76844"/>
                <a:gd name="connsiteY0" fmla="*/ 163174 h 163178"/>
                <a:gd name="connsiteX1" fmla="*/ 35561 w 76844"/>
                <a:gd name="connsiteY1" fmla="*/ 162664 h 163178"/>
                <a:gd name="connsiteX2" fmla="*/ 1 w 76844"/>
                <a:gd name="connsiteY2" fmla="*/ 107921 h 163178"/>
                <a:gd name="connsiteX3" fmla="*/ 1 w 76844"/>
                <a:gd name="connsiteY3" fmla="*/ 59804 h 163178"/>
                <a:gd name="connsiteX4" fmla="*/ 59066 w 76844"/>
                <a:gd name="connsiteY4" fmla="*/ 1 h 163178"/>
                <a:gd name="connsiteX5" fmla="*/ 71121 w 76844"/>
                <a:gd name="connsiteY5" fmla="*/ 1186 h 163178"/>
                <a:gd name="connsiteX6" fmla="*/ 76826 w 76844"/>
                <a:gd name="connsiteY6" fmla="*/ 7862 h 163178"/>
                <a:gd name="connsiteX7" fmla="*/ 70173 w 76844"/>
                <a:gd name="connsiteY7" fmla="*/ 13587 h 163178"/>
                <a:gd name="connsiteX8" fmla="*/ 68784 w 76844"/>
                <a:gd name="connsiteY8" fmla="*/ 13318 h 163178"/>
                <a:gd name="connsiteX9" fmla="*/ 59843 w 76844"/>
                <a:gd name="connsiteY9" fmla="*/ 12400 h 163178"/>
                <a:gd name="connsiteX10" fmla="*/ 12599 w 76844"/>
                <a:gd name="connsiteY10" fmla="*/ 59804 h 163178"/>
                <a:gd name="connsiteX11" fmla="*/ 12599 w 76844"/>
                <a:gd name="connsiteY11" fmla="*/ 107921 h 163178"/>
                <a:gd name="connsiteX12" fmla="*/ 40844 w 76844"/>
                <a:gd name="connsiteY12" fmla="*/ 151349 h 163178"/>
                <a:gd name="connsiteX13" fmla="*/ 44048 w 76844"/>
                <a:gd name="connsiteY13" fmla="*/ 159379 h 163178"/>
                <a:gd name="connsiteX14" fmla="*/ 43993 w 76844"/>
                <a:gd name="connsiteY14" fmla="*/ 159504 h 163178"/>
                <a:gd name="connsiteX15" fmla="*/ 38101 w 76844"/>
                <a:gd name="connsiteY15" fmla="*/ 163174 h 16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844" h="163178">
                  <a:moveTo>
                    <a:pt x="38101" y="163174"/>
                  </a:moveTo>
                  <a:cubicBezTo>
                    <a:pt x="37230" y="163162"/>
                    <a:pt x="36369" y="162989"/>
                    <a:pt x="35561" y="162664"/>
                  </a:cubicBezTo>
                  <a:cubicBezTo>
                    <a:pt x="13930" y="153115"/>
                    <a:pt x="-25" y="131633"/>
                    <a:pt x="1" y="107921"/>
                  </a:cubicBezTo>
                  <a:lnTo>
                    <a:pt x="1" y="59804"/>
                  </a:lnTo>
                  <a:cubicBezTo>
                    <a:pt x="-147" y="26924"/>
                    <a:pt x="26297" y="149"/>
                    <a:pt x="59066" y="1"/>
                  </a:cubicBezTo>
                  <a:cubicBezTo>
                    <a:pt x="63114" y="-18"/>
                    <a:pt x="67153" y="380"/>
                    <a:pt x="71121" y="1186"/>
                  </a:cubicBezTo>
                  <a:cubicBezTo>
                    <a:pt x="74533" y="1449"/>
                    <a:pt x="77088" y="4438"/>
                    <a:pt x="76826" y="7862"/>
                  </a:cubicBezTo>
                  <a:cubicBezTo>
                    <a:pt x="76565" y="11286"/>
                    <a:pt x="73586" y="13850"/>
                    <a:pt x="70173" y="13587"/>
                  </a:cubicBezTo>
                  <a:cubicBezTo>
                    <a:pt x="69701" y="13551"/>
                    <a:pt x="69235" y="13460"/>
                    <a:pt x="68784" y="13318"/>
                  </a:cubicBezTo>
                  <a:cubicBezTo>
                    <a:pt x="65843" y="12705"/>
                    <a:pt x="62847" y="12397"/>
                    <a:pt x="59843" y="12400"/>
                  </a:cubicBezTo>
                  <a:cubicBezTo>
                    <a:pt x="33774" y="12456"/>
                    <a:pt x="12655" y="33647"/>
                    <a:pt x="12599" y="59804"/>
                  </a:cubicBezTo>
                  <a:lnTo>
                    <a:pt x="12599" y="107921"/>
                  </a:lnTo>
                  <a:cubicBezTo>
                    <a:pt x="12589" y="126739"/>
                    <a:pt x="23673" y="143781"/>
                    <a:pt x="40844" y="151349"/>
                  </a:cubicBezTo>
                  <a:cubicBezTo>
                    <a:pt x="43939" y="152678"/>
                    <a:pt x="45374" y="156274"/>
                    <a:pt x="44048" y="159379"/>
                  </a:cubicBezTo>
                  <a:cubicBezTo>
                    <a:pt x="44031" y="159421"/>
                    <a:pt x="44012" y="159463"/>
                    <a:pt x="43993" y="159504"/>
                  </a:cubicBezTo>
                  <a:cubicBezTo>
                    <a:pt x="42959" y="161819"/>
                    <a:pt x="40627" y="163271"/>
                    <a:pt x="38101" y="16317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05CD3C96-03A3-6B4B-9D74-2FA887B80A2C}"/>
                </a:ext>
              </a:extLst>
            </p:cNvPr>
            <p:cNvSpPr/>
            <p:nvPr/>
          </p:nvSpPr>
          <p:spPr>
            <a:xfrm>
              <a:off x="5030630" y="2174977"/>
              <a:ext cx="63530" cy="24923"/>
            </a:xfrm>
            <a:custGeom>
              <a:avLst/>
              <a:gdLst>
                <a:gd name="connsiteX0" fmla="*/ 39662 w 63530"/>
                <a:gd name="connsiteY0" fmla="*/ 24924 h 24923"/>
                <a:gd name="connsiteX1" fmla="*/ 953 w 63530"/>
                <a:gd name="connsiteY1" fmla="*/ 9530 h 24923"/>
                <a:gd name="connsiteX2" fmla="*/ 2898 w 63530"/>
                <a:gd name="connsiteY2" fmla="*/ 955 h 24923"/>
                <a:gd name="connsiteX3" fmla="*/ 8979 w 63530"/>
                <a:gd name="connsiteY3" fmla="*/ 661 h 24923"/>
                <a:gd name="connsiteX4" fmla="*/ 55004 w 63530"/>
                <a:gd name="connsiteY4" fmla="*/ 9530 h 24923"/>
                <a:gd name="connsiteX5" fmla="*/ 63009 w 63530"/>
                <a:gd name="connsiteY5" fmla="*/ 12741 h 24923"/>
                <a:gd name="connsiteX6" fmla="*/ 63030 w 63530"/>
                <a:gd name="connsiteY6" fmla="*/ 12792 h 24923"/>
                <a:gd name="connsiteX7" fmla="*/ 59779 w 63530"/>
                <a:gd name="connsiteY7" fmla="*/ 20948 h 24923"/>
                <a:gd name="connsiteX8" fmla="*/ 39662 w 63530"/>
                <a:gd name="connsiteY8" fmla="*/ 24924 h 2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30" h="24923">
                  <a:moveTo>
                    <a:pt x="39662" y="24924"/>
                  </a:moveTo>
                  <a:cubicBezTo>
                    <a:pt x="25378" y="24417"/>
                    <a:pt x="11705" y="18980"/>
                    <a:pt x="953" y="9530"/>
                  </a:cubicBezTo>
                  <a:cubicBezTo>
                    <a:pt x="-870" y="6623"/>
                    <a:pt x="1" y="2784"/>
                    <a:pt x="2898" y="955"/>
                  </a:cubicBezTo>
                  <a:cubicBezTo>
                    <a:pt x="4734" y="-204"/>
                    <a:pt x="7040" y="-316"/>
                    <a:pt x="8979" y="661"/>
                  </a:cubicBezTo>
                  <a:cubicBezTo>
                    <a:pt x="21519" y="11903"/>
                    <a:pt x="39206" y="15311"/>
                    <a:pt x="55004" y="9530"/>
                  </a:cubicBezTo>
                  <a:cubicBezTo>
                    <a:pt x="58098" y="8199"/>
                    <a:pt x="61682" y="9637"/>
                    <a:pt x="63009" y="12741"/>
                  </a:cubicBezTo>
                  <a:cubicBezTo>
                    <a:pt x="63016" y="12758"/>
                    <a:pt x="63023" y="12775"/>
                    <a:pt x="63030" y="12792"/>
                  </a:cubicBezTo>
                  <a:cubicBezTo>
                    <a:pt x="64373" y="15945"/>
                    <a:pt x="62918" y="19593"/>
                    <a:pt x="59779" y="20948"/>
                  </a:cubicBezTo>
                  <a:cubicBezTo>
                    <a:pt x="53402" y="23596"/>
                    <a:pt x="46564" y="24948"/>
                    <a:pt x="39662" y="24924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447A6F29-2750-6E4F-A3C3-8F742C9FDBB9}"/>
                </a:ext>
              </a:extLst>
            </p:cNvPr>
            <p:cNvSpPr/>
            <p:nvPr/>
          </p:nvSpPr>
          <p:spPr>
            <a:xfrm>
              <a:off x="5011872" y="2191976"/>
              <a:ext cx="26013" cy="49211"/>
            </a:xfrm>
            <a:custGeom>
              <a:avLst/>
              <a:gdLst>
                <a:gd name="connsiteX0" fmla="*/ 18288 w 26013"/>
                <a:gd name="connsiteY0" fmla="*/ 49212 h 49211"/>
                <a:gd name="connsiteX1" fmla="*/ 0 w 26013"/>
                <a:gd name="connsiteY1" fmla="*/ 24643 h 49211"/>
                <a:gd name="connsiteX2" fmla="*/ 18288 w 26013"/>
                <a:gd name="connsiteY2" fmla="*/ 75 h 49211"/>
                <a:gd name="connsiteX3" fmla="*/ 21031 w 26013"/>
                <a:gd name="connsiteY3" fmla="*/ 75 h 49211"/>
                <a:gd name="connsiteX4" fmla="*/ 26010 w 26013"/>
                <a:gd name="connsiteY4" fmla="*/ 6396 h 49211"/>
                <a:gd name="connsiteX5" fmla="*/ 26010 w 26013"/>
                <a:gd name="connsiteY5" fmla="*/ 42585 h 49211"/>
                <a:gd name="connsiteX6" fmla="*/ 21031 w 26013"/>
                <a:gd name="connsiteY6" fmla="*/ 48600 h 49211"/>
                <a:gd name="connsiteX7" fmla="*/ 18288 w 26013"/>
                <a:gd name="connsiteY7" fmla="*/ 49212 h 49211"/>
                <a:gd name="connsiteX8" fmla="*/ 13614 w 26013"/>
                <a:gd name="connsiteY8" fmla="*/ 17405 h 49211"/>
                <a:gd name="connsiteX9" fmla="*/ 13614 w 26013"/>
                <a:gd name="connsiteY9" fmla="*/ 31881 h 49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013" h="49211">
                  <a:moveTo>
                    <a:pt x="18288" y="49212"/>
                  </a:moveTo>
                  <a:cubicBezTo>
                    <a:pt x="8128" y="49212"/>
                    <a:pt x="0" y="38406"/>
                    <a:pt x="0" y="24643"/>
                  </a:cubicBezTo>
                  <a:cubicBezTo>
                    <a:pt x="0" y="10881"/>
                    <a:pt x="8026" y="75"/>
                    <a:pt x="18288" y="75"/>
                  </a:cubicBezTo>
                  <a:cubicBezTo>
                    <a:pt x="19200" y="-25"/>
                    <a:pt x="20120" y="-25"/>
                    <a:pt x="21031" y="75"/>
                  </a:cubicBezTo>
                  <a:cubicBezTo>
                    <a:pt x="24010" y="673"/>
                    <a:pt x="26118" y="3349"/>
                    <a:pt x="26010" y="6396"/>
                  </a:cubicBezTo>
                  <a:lnTo>
                    <a:pt x="26010" y="42585"/>
                  </a:lnTo>
                  <a:cubicBezTo>
                    <a:pt x="26052" y="45547"/>
                    <a:pt x="23940" y="48098"/>
                    <a:pt x="21031" y="48600"/>
                  </a:cubicBezTo>
                  <a:cubicBezTo>
                    <a:pt x="20145" y="48914"/>
                    <a:pt x="19224" y="49119"/>
                    <a:pt x="18288" y="49212"/>
                  </a:cubicBezTo>
                  <a:close/>
                  <a:moveTo>
                    <a:pt x="13614" y="17405"/>
                  </a:moveTo>
                  <a:cubicBezTo>
                    <a:pt x="11850" y="22068"/>
                    <a:pt x="11850" y="27219"/>
                    <a:pt x="13614" y="3188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BC0F8343-C01A-184C-9F38-B49870271E80}"/>
                </a:ext>
              </a:extLst>
            </p:cNvPr>
            <p:cNvSpPr/>
            <p:nvPr/>
          </p:nvSpPr>
          <p:spPr>
            <a:xfrm>
              <a:off x="5149133" y="2265869"/>
              <a:ext cx="65736" cy="37299"/>
            </a:xfrm>
            <a:custGeom>
              <a:avLst/>
              <a:gdLst>
                <a:gd name="connsiteX0" fmla="*/ 59538 w 65736"/>
                <a:gd name="connsiteY0" fmla="*/ 37300 h 37299"/>
                <a:gd name="connsiteX1" fmla="*/ 6097 w 65736"/>
                <a:gd name="connsiteY1" fmla="*/ 37300 h 37299"/>
                <a:gd name="connsiteX2" fmla="*/ 0 w 65736"/>
                <a:gd name="connsiteY2" fmla="*/ 31184 h 37299"/>
                <a:gd name="connsiteX3" fmla="*/ 1 w 65736"/>
                <a:gd name="connsiteY3" fmla="*/ 31081 h 37299"/>
                <a:gd name="connsiteX4" fmla="*/ 1 w 65736"/>
                <a:gd name="connsiteY4" fmla="*/ 7328 h 37299"/>
                <a:gd name="connsiteX5" fmla="*/ 2846 w 65736"/>
                <a:gd name="connsiteY5" fmla="*/ 2129 h 37299"/>
                <a:gd name="connsiteX6" fmla="*/ 8738 w 65736"/>
                <a:gd name="connsiteY6" fmla="*/ 2129 h 37299"/>
                <a:gd name="connsiteX7" fmla="*/ 56694 w 65736"/>
                <a:gd name="connsiteY7" fmla="*/ 804 h 37299"/>
                <a:gd name="connsiteX8" fmla="*/ 62790 w 65736"/>
                <a:gd name="connsiteY8" fmla="*/ 804 h 37299"/>
                <a:gd name="connsiteX9" fmla="*/ 65736 w 65736"/>
                <a:gd name="connsiteY9" fmla="*/ 6003 h 37299"/>
                <a:gd name="connsiteX10" fmla="*/ 65736 w 65736"/>
                <a:gd name="connsiteY10" fmla="*/ 31081 h 37299"/>
                <a:gd name="connsiteX11" fmla="*/ 59538 w 65736"/>
                <a:gd name="connsiteY11" fmla="*/ 37300 h 37299"/>
                <a:gd name="connsiteX12" fmla="*/ 12294 w 65736"/>
                <a:gd name="connsiteY12" fmla="*/ 24965 h 37299"/>
                <a:gd name="connsiteX13" fmla="*/ 52934 w 65736"/>
                <a:gd name="connsiteY13" fmla="*/ 24965 h 37299"/>
                <a:gd name="connsiteX14" fmla="*/ 52934 w 65736"/>
                <a:gd name="connsiteY14" fmla="*/ 14770 h 37299"/>
                <a:gd name="connsiteX15" fmla="*/ 28246 w 65736"/>
                <a:gd name="connsiteY15" fmla="*/ 18542 h 37299"/>
                <a:gd name="connsiteX16" fmla="*/ 11786 w 65736"/>
                <a:gd name="connsiteY16" fmla="*/ 15790 h 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736" h="37299">
                  <a:moveTo>
                    <a:pt x="59538" y="37300"/>
                  </a:moveTo>
                  <a:lnTo>
                    <a:pt x="6097" y="37300"/>
                  </a:lnTo>
                  <a:cubicBezTo>
                    <a:pt x="2730" y="37300"/>
                    <a:pt x="0" y="34562"/>
                    <a:pt x="0" y="31184"/>
                  </a:cubicBezTo>
                  <a:cubicBezTo>
                    <a:pt x="0" y="31150"/>
                    <a:pt x="0" y="31115"/>
                    <a:pt x="1" y="31081"/>
                  </a:cubicBezTo>
                  <a:lnTo>
                    <a:pt x="1" y="7328"/>
                  </a:lnTo>
                  <a:cubicBezTo>
                    <a:pt x="-28" y="5214"/>
                    <a:pt x="1052" y="3240"/>
                    <a:pt x="2846" y="2129"/>
                  </a:cubicBezTo>
                  <a:cubicBezTo>
                    <a:pt x="4679" y="1113"/>
                    <a:pt x="6905" y="1113"/>
                    <a:pt x="8738" y="2129"/>
                  </a:cubicBezTo>
                  <a:cubicBezTo>
                    <a:pt x="24070" y="9141"/>
                    <a:pt x="41770" y="8652"/>
                    <a:pt x="56694" y="804"/>
                  </a:cubicBezTo>
                  <a:cubicBezTo>
                    <a:pt x="58585" y="-268"/>
                    <a:pt x="60898" y="-268"/>
                    <a:pt x="62790" y="804"/>
                  </a:cubicBezTo>
                  <a:cubicBezTo>
                    <a:pt x="64607" y="1904"/>
                    <a:pt x="65723" y="3874"/>
                    <a:pt x="65736" y="6003"/>
                  </a:cubicBezTo>
                  <a:lnTo>
                    <a:pt x="65736" y="31081"/>
                  </a:lnTo>
                  <a:cubicBezTo>
                    <a:pt x="65736" y="34516"/>
                    <a:pt x="62961" y="37300"/>
                    <a:pt x="59538" y="37300"/>
                  </a:cubicBezTo>
                  <a:close/>
                  <a:moveTo>
                    <a:pt x="12294" y="24965"/>
                  </a:moveTo>
                  <a:lnTo>
                    <a:pt x="52934" y="24965"/>
                  </a:lnTo>
                  <a:lnTo>
                    <a:pt x="52934" y="14770"/>
                  </a:lnTo>
                  <a:cubicBezTo>
                    <a:pt x="45008" y="17549"/>
                    <a:pt x="36637" y="18828"/>
                    <a:pt x="28246" y="18542"/>
                  </a:cubicBezTo>
                  <a:cubicBezTo>
                    <a:pt x="22664" y="18339"/>
                    <a:pt x="17132" y="17414"/>
                    <a:pt x="11786" y="15790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C3716463-58C3-5A43-928A-B8ED274DFD2F}"/>
              </a:ext>
            </a:extLst>
          </p:cNvPr>
          <p:cNvGrpSpPr/>
          <p:nvPr/>
        </p:nvGrpSpPr>
        <p:grpSpPr>
          <a:xfrm>
            <a:off x="5433842" y="3204724"/>
            <a:ext cx="1338870" cy="1238019"/>
            <a:chOff x="5398240" y="3718434"/>
            <a:chExt cx="1338870" cy="1238019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1D072FA0-6041-624C-863F-E465C2F10B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65" name="Title 1">
              <a:extLst>
                <a:ext uri="{FF2B5EF4-FFF2-40B4-BE49-F238E27FC236}">
                  <a16:creationId xmlns:a16="http://schemas.microsoft.com/office/drawing/2014/main" id="{E135F47E-6805-F143-8ACB-F6C3312ED3C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7239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7CC1A-E627-6846-A244-C617EA0545E9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DB34FC4-B0FC-1247-AF06-38E66B039A6E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C153DCEA-F79E-F647-AAA3-5AA19C3F1DD5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94FB31F7-4F9F-1C46-ABE7-540E3D52143D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03F120C4-C6B1-8F41-9721-BCD99E78B642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04ECCA91-8406-9340-9EE5-FCD948B7762F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89AB141-15A2-0143-9030-C86776113ABC}"/>
              </a:ext>
            </a:extLst>
          </p:cNvPr>
          <p:cNvGrpSpPr/>
          <p:nvPr/>
        </p:nvGrpSpPr>
        <p:grpSpPr>
          <a:xfrm flipH="1">
            <a:off x="1434544" y="2017075"/>
            <a:ext cx="2783072" cy="723275"/>
            <a:chOff x="7825488" y="1404017"/>
            <a:chExt cx="3368029" cy="723275"/>
          </a:xfrm>
        </p:grpSpPr>
        <p:sp>
          <p:nvSpPr>
            <p:cNvPr id="39" name="Inhaltsplatzhalter 4">
              <a:extLst>
                <a:ext uri="{FF2B5EF4-FFF2-40B4-BE49-F238E27FC236}">
                  <a16:creationId xmlns:a16="http://schemas.microsoft.com/office/drawing/2014/main" id="{4B99A315-8D15-EA40-886E-387DAFDEFD9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E172AD2-D4AC-204E-814E-D9C52747D34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151DC247-E011-2743-A8EE-E1C94E8D7058}"/>
              </a:ext>
            </a:extLst>
          </p:cNvPr>
          <p:cNvGrpSpPr/>
          <p:nvPr/>
        </p:nvGrpSpPr>
        <p:grpSpPr>
          <a:xfrm>
            <a:off x="8119975" y="1991828"/>
            <a:ext cx="2783072" cy="723275"/>
            <a:chOff x="7825488" y="1404017"/>
            <a:chExt cx="3368029" cy="723275"/>
          </a:xfrm>
        </p:grpSpPr>
        <p:sp>
          <p:nvSpPr>
            <p:cNvPr id="42" name="Inhaltsplatzhalter 4">
              <a:extLst>
                <a:ext uri="{FF2B5EF4-FFF2-40B4-BE49-F238E27FC236}">
                  <a16:creationId xmlns:a16="http://schemas.microsoft.com/office/drawing/2014/main" id="{86A8D206-8E5F-8B49-A6F0-171B5CBCCC2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801E9233-1BEC-3342-A3C7-9012220B806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F446D58B-97A2-2340-B416-6E3A6668ED8F}"/>
              </a:ext>
            </a:extLst>
          </p:cNvPr>
          <p:cNvGrpSpPr/>
          <p:nvPr/>
        </p:nvGrpSpPr>
        <p:grpSpPr>
          <a:xfrm flipH="1">
            <a:off x="1434544" y="4912090"/>
            <a:ext cx="2783072" cy="723275"/>
            <a:chOff x="7825488" y="1404017"/>
            <a:chExt cx="3368029" cy="723275"/>
          </a:xfrm>
        </p:grpSpPr>
        <p:sp>
          <p:nvSpPr>
            <p:cNvPr id="45" name="Inhaltsplatzhalter 4">
              <a:extLst>
                <a:ext uri="{FF2B5EF4-FFF2-40B4-BE49-F238E27FC236}">
                  <a16:creationId xmlns:a16="http://schemas.microsoft.com/office/drawing/2014/main" id="{F40C2CD8-8250-AD41-A55D-38D0CBFE8F5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8E951641-07CB-E149-BBD0-07A29744BD2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DCE4E51-0A16-074F-B9AE-36D327FCAED6}"/>
              </a:ext>
            </a:extLst>
          </p:cNvPr>
          <p:cNvGrpSpPr/>
          <p:nvPr/>
        </p:nvGrpSpPr>
        <p:grpSpPr>
          <a:xfrm>
            <a:off x="8119975" y="4912090"/>
            <a:ext cx="2783072" cy="723275"/>
            <a:chOff x="7825488" y="1404017"/>
            <a:chExt cx="3368029" cy="723275"/>
          </a:xfrm>
        </p:grpSpPr>
        <p:sp>
          <p:nvSpPr>
            <p:cNvPr id="48" name="Inhaltsplatzhalter 4">
              <a:extLst>
                <a:ext uri="{FF2B5EF4-FFF2-40B4-BE49-F238E27FC236}">
                  <a16:creationId xmlns:a16="http://schemas.microsoft.com/office/drawing/2014/main" id="{0CC572C9-D7A5-2C4D-84A2-05F576ACC75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8A845B5F-69BB-8040-B687-2F3D9619841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DE79244-1F65-9241-9C4B-554DCC8DB73D}"/>
              </a:ext>
            </a:extLst>
          </p:cNvPr>
          <p:cNvGrpSpPr/>
          <p:nvPr/>
        </p:nvGrpSpPr>
        <p:grpSpPr>
          <a:xfrm>
            <a:off x="8389850" y="3463571"/>
            <a:ext cx="2783072" cy="723275"/>
            <a:chOff x="7825488" y="1404017"/>
            <a:chExt cx="3368029" cy="723275"/>
          </a:xfrm>
        </p:grpSpPr>
        <p:sp>
          <p:nvSpPr>
            <p:cNvPr id="51" name="Inhaltsplatzhalter 4">
              <a:extLst>
                <a:ext uri="{FF2B5EF4-FFF2-40B4-BE49-F238E27FC236}">
                  <a16:creationId xmlns:a16="http://schemas.microsoft.com/office/drawing/2014/main" id="{239F61C9-8A64-1A4A-B915-DAA120465CE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641008A5-5E3E-A748-93FB-BA92A3332F9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B6871B35-7BE7-7A4A-8469-1CDDD76C1447}"/>
              </a:ext>
            </a:extLst>
          </p:cNvPr>
          <p:cNvGrpSpPr/>
          <p:nvPr/>
        </p:nvGrpSpPr>
        <p:grpSpPr>
          <a:xfrm flipH="1">
            <a:off x="1098316" y="3463571"/>
            <a:ext cx="2783072" cy="723275"/>
            <a:chOff x="7825488" y="1404017"/>
            <a:chExt cx="3368029" cy="723275"/>
          </a:xfrm>
        </p:grpSpPr>
        <p:sp>
          <p:nvSpPr>
            <p:cNvPr id="54" name="Inhaltsplatzhalter 4">
              <a:extLst>
                <a:ext uri="{FF2B5EF4-FFF2-40B4-BE49-F238E27FC236}">
                  <a16:creationId xmlns:a16="http://schemas.microsoft.com/office/drawing/2014/main" id="{18B74121-EAA6-534A-B7C3-CFB1502E76C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6E14054A-9E04-5649-853A-AAE4162A338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F9CCF4B5-CCC3-CA43-90C0-78A7A654FACB}"/>
              </a:ext>
            </a:extLst>
          </p:cNvPr>
          <p:cNvGrpSpPr/>
          <p:nvPr/>
        </p:nvGrpSpPr>
        <p:grpSpPr>
          <a:xfrm>
            <a:off x="4141972" y="1983319"/>
            <a:ext cx="3908057" cy="3762969"/>
            <a:chOff x="4141972" y="1983319"/>
            <a:chExt cx="3908057" cy="3762969"/>
          </a:xfrm>
        </p:grpSpPr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23CA2E7C-5E84-BA47-8F8A-644334090C0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141972" y="1983319"/>
              <a:ext cx="3908057" cy="3762969"/>
              <a:chOff x="4047680" y="1989458"/>
              <a:chExt cx="4298863" cy="4139266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F3DE13AD-AD7D-C348-BEF9-115CAB122A07}"/>
                  </a:ext>
                </a:extLst>
              </p:cNvPr>
              <p:cNvGrpSpPr/>
              <p:nvPr/>
            </p:nvGrpSpPr>
            <p:grpSpPr>
              <a:xfrm>
                <a:off x="4047680" y="1989458"/>
                <a:ext cx="4298863" cy="4139266"/>
                <a:chOff x="4047679" y="1989458"/>
                <a:chExt cx="4298863" cy="4139266"/>
              </a:xfrm>
            </p:grpSpPr>
            <p:sp>
              <p:nvSpPr>
                <p:cNvPr id="9" name="Freeform 6">
                  <a:extLst>
                    <a:ext uri="{FF2B5EF4-FFF2-40B4-BE49-F238E27FC236}">
                      <a16:creationId xmlns:a16="http://schemas.microsoft.com/office/drawing/2014/main" id="{18E49ED1-66BF-BE41-98A2-E1026A33E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45504" y="4598645"/>
                  <a:ext cx="2273889" cy="1530079"/>
                </a:xfrm>
                <a:custGeom>
                  <a:avLst/>
                  <a:gdLst>
                    <a:gd name="T0" fmla="*/ 550 w 758"/>
                    <a:gd name="T1" fmla="*/ 94 h 510"/>
                    <a:gd name="T2" fmla="*/ 550 w 758"/>
                    <a:gd name="T3" fmla="*/ 94 h 510"/>
                    <a:gd name="T4" fmla="*/ 344 w 758"/>
                    <a:gd name="T5" fmla="*/ 0 h 510"/>
                    <a:gd name="T6" fmla="*/ 345 w 758"/>
                    <a:gd name="T7" fmla="*/ 117 h 510"/>
                    <a:gd name="T8" fmla="*/ 243 w 758"/>
                    <a:gd name="T9" fmla="*/ 251 h 510"/>
                    <a:gd name="T10" fmla="*/ 133 w 758"/>
                    <a:gd name="T11" fmla="*/ 281 h 510"/>
                    <a:gd name="T12" fmla="*/ 0 w 758"/>
                    <a:gd name="T13" fmla="*/ 236 h 510"/>
                    <a:gd name="T14" fmla="*/ 547 w 758"/>
                    <a:gd name="T15" fmla="*/ 510 h 510"/>
                    <a:gd name="T16" fmla="*/ 550 w 758"/>
                    <a:gd name="T17" fmla="*/ 510 h 510"/>
                    <a:gd name="T18" fmla="*/ 758 w 758"/>
                    <a:gd name="T19" fmla="*/ 302 h 510"/>
                    <a:gd name="T20" fmla="*/ 550 w 758"/>
                    <a:gd name="T21" fmla="*/ 94 h 5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58" h="510">
                      <a:moveTo>
                        <a:pt x="550" y="94"/>
                      </a:moveTo>
                      <a:cubicBezTo>
                        <a:pt x="550" y="94"/>
                        <a:pt x="550" y="94"/>
                        <a:pt x="550" y="94"/>
                      </a:cubicBezTo>
                      <a:cubicBezTo>
                        <a:pt x="468" y="94"/>
                        <a:pt x="394" y="57"/>
                        <a:pt x="344" y="0"/>
                      </a:cubicBezTo>
                      <a:cubicBezTo>
                        <a:pt x="355" y="38"/>
                        <a:pt x="355" y="78"/>
                        <a:pt x="345" y="117"/>
                      </a:cubicBezTo>
                      <a:cubicBezTo>
                        <a:pt x="330" y="174"/>
                        <a:pt x="294" y="222"/>
                        <a:pt x="243" y="251"/>
                      </a:cubicBezTo>
                      <a:cubicBezTo>
                        <a:pt x="209" y="271"/>
                        <a:pt x="171" y="281"/>
                        <a:pt x="133" y="281"/>
                      </a:cubicBezTo>
                      <a:cubicBezTo>
                        <a:pt x="84" y="281"/>
                        <a:pt x="38" y="265"/>
                        <a:pt x="0" y="236"/>
                      </a:cubicBezTo>
                      <a:cubicBezTo>
                        <a:pt x="126" y="402"/>
                        <a:pt x="324" y="509"/>
                        <a:pt x="547" y="510"/>
                      </a:cubicBezTo>
                      <a:cubicBezTo>
                        <a:pt x="550" y="510"/>
                        <a:pt x="550" y="510"/>
                        <a:pt x="550" y="510"/>
                      </a:cubicBezTo>
                      <a:cubicBezTo>
                        <a:pt x="665" y="510"/>
                        <a:pt x="758" y="417"/>
                        <a:pt x="758" y="302"/>
                      </a:cubicBezTo>
                      <a:cubicBezTo>
                        <a:pt x="758" y="187"/>
                        <a:pt x="665" y="94"/>
                        <a:pt x="550" y="9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798" b="1"/>
                </a:p>
              </p:txBody>
            </p:sp>
            <p:sp>
              <p:nvSpPr>
                <p:cNvPr id="10" name="Freeform 8">
                  <a:extLst>
                    <a:ext uri="{FF2B5EF4-FFF2-40B4-BE49-F238E27FC236}">
                      <a16:creationId xmlns:a16="http://schemas.microsoft.com/office/drawing/2014/main" id="{8B130185-6CAA-4141-AF29-5135B83477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35933" y="2621988"/>
                  <a:ext cx="1610609" cy="2231427"/>
                </a:xfrm>
                <a:custGeom>
                  <a:avLst/>
                  <a:gdLst>
                    <a:gd name="T0" fmla="*/ 57 w 537"/>
                    <a:gd name="T1" fmla="*/ 342 h 744"/>
                    <a:gd name="T2" fmla="*/ 80 w 537"/>
                    <a:gd name="T3" fmla="*/ 566 h 744"/>
                    <a:gd name="T4" fmla="*/ 239 w 537"/>
                    <a:gd name="T5" fmla="*/ 498 h 744"/>
                    <a:gd name="T6" fmla="*/ 348 w 537"/>
                    <a:gd name="T7" fmla="*/ 527 h 744"/>
                    <a:gd name="T8" fmla="*/ 451 w 537"/>
                    <a:gd name="T9" fmla="*/ 660 h 744"/>
                    <a:gd name="T10" fmla="*/ 457 w 537"/>
                    <a:gd name="T11" fmla="*/ 744 h 744"/>
                    <a:gd name="T12" fmla="*/ 419 w 537"/>
                    <a:gd name="T13" fmla="*/ 136 h 744"/>
                    <a:gd name="T14" fmla="*/ 417 w 537"/>
                    <a:gd name="T15" fmla="*/ 133 h 744"/>
                    <a:gd name="T16" fmla="*/ 133 w 537"/>
                    <a:gd name="T17" fmla="*/ 58 h 744"/>
                    <a:gd name="T18" fmla="*/ 57 w 537"/>
                    <a:gd name="T19" fmla="*/ 341 h 744"/>
                    <a:gd name="T20" fmla="*/ 57 w 537"/>
                    <a:gd name="T21" fmla="*/ 342 h 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37" h="744">
                      <a:moveTo>
                        <a:pt x="57" y="342"/>
                      </a:moveTo>
                      <a:cubicBezTo>
                        <a:pt x="98" y="413"/>
                        <a:pt x="104" y="494"/>
                        <a:pt x="80" y="566"/>
                      </a:cubicBezTo>
                      <a:cubicBezTo>
                        <a:pt x="121" y="523"/>
                        <a:pt x="178" y="498"/>
                        <a:pt x="239" y="498"/>
                      </a:cubicBezTo>
                      <a:cubicBezTo>
                        <a:pt x="277" y="498"/>
                        <a:pt x="315" y="508"/>
                        <a:pt x="348" y="527"/>
                      </a:cubicBezTo>
                      <a:cubicBezTo>
                        <a:pt x="399" y="556"/>
                        <a:pt x="435" y="604"/>
                        <a:pt x="451" y="660"/>
                      </a:cubicBezTo>
                      <a:cubicBezTo>
                        <a:pt x="458" y="688"/>
                        <a:pt x="460" y="717"/>
                        <a:pt x="457" y="744"/>
                      </a:cubicBezTo>
                      <a:cubicBezTo>
                        <a:pt x="537" y="553"/>
                        <a:pt x="530" y="329"/>
                        <a:pt x="419" y="136"/>
                      </a:cubicBezTo>
                      <a:cubicBezTo>
                        <a:pt x="417" y="133"/>
                        <a:pt x="417" y="133"/>
                        <a:pt x="417" y="133"/>
                      </a:cubicBezTo>
                      <a:cubicBezTo>
                        <a:pt x="359" y="34"/>
                        <a:pt x="232" y="0"/>
                        <a:pt x="133" y="58"/>
                      </a:cubicBezTo>
                      <a:cubicBezTo>
                        <a:pt x="34" y="115"/>
                        <a:pt x="0" y="242"/>
                        <a:pt x="57" y="341"/>
                      </a:cubicBezTo>
                      <a:cubicBezTo>
                        <a:pt x="57" y="342"/>
                        <a:pt x="57" y="342"/>
                        <a:pt x="57" y="3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2"/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11" name="Freeform 5">
                  <a:extLst>
                    <a:ext uri="{FF2B5EF4-FFF2-40B4-BE49-F238E27FC236}">
                      <a16:creationId xmlns:a16="http://schemas.microsoft.com/office/drawing/2014/main" id="{173ECA0E-637A-1944-8447-9BFB8F9072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7679" y="3267696"/>
                  <a:ext cx="1610610" cy="2228498"/>
                </a:xfrm>
                <a:custGeom>
                  <a:avLst/>
                  <a:gdLst>
                    <a:gd name="T0" fmla="*/ 479 w 537"/>
                    <a:gd name="T1" fmla="*/ 401 h 743"/>
                    <a:gd name="T2" fmla="*/ 458 w 537"/>
                    <a:gd name="T3" fmla="*/ 173 h 743"/>
                    <a:gd name="T4" fmla="*/ 297 w 537"/>
                    <a:gd name="T5" fmla="*/ 243 h 743"/>
                    <a:gd name="T6" fmla="*/ 188 w 537"/>
                    <a:gd name="T7" fmla="*/ 214 h 743"/>
                    <a:gd name="T8" fmla="*/ 79 w 537"/>
                    <a:gd name="T9" fmla="*/ 0 h 743"/>
                    <a:gd name="T10" fmla="*/ 118 w 537"/>
                    <a:gd name="T11" fmla="*/ 607 h 743"/>
                    <a:gd name="T12" fmla="*/ 120 w 537"/>
                    <a:gd name="T13" fmla="*/ 610 h 743"/>
                    <a:gd name="T14" fmla="*/ 404 w 537"/>
                    <a:gd name="T15" fmla="*/ 685 h 743"/>
                    <a:gd name="T16" fmla="*/ 479 w 537"/>
                    <a:gd name="T17" fmla="*/ 402 h 743"/>
                    <a:gd name="T18" fmla="*/ 479 w 537"/>
                    <a:gd name="T19" fmla="*/ 401 h 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37" h="743">
                      <a:moveTo>
                        <a:pt x="479" y="401"/>
                      </a:moveTo>
                      <a:cubicBezTo>
                        <a:pt x="438" y="329"/>
                        <a:pt x="432" y="246"/>
                        <a:pt x="458" y="173"/>
                      </a:cubicBezTo>
                      <a:cubicBezTo>
                        <a:pt x="417" y="217"/>
                        <a:pt x="359" y="243"/>
                        <a:pt x="297" y="243"/>
                      </a:cubicBezTo>
                      <a:cubicBezTo>
                        <a:pt x="259" y="243"/>
                        <a:pt x="221" y="233"/>
                        <a:pt x="188" y="214"/>
                      </a:cubicBezTo>
                      <a:cubicBezTo>
                        <a:pt x="110" y="169"/>
                        <a:pt x="70" y="84"/>
                        <a:pt x="79" y="0"/>
                      </a:cubicBezTo>
                      <a:cubicBezTo>
                        <a:pt x="0" y="191"/>
                        <a:pt x="7" y="415"/>
                        <a:pt x="118" y="607"/>
                      </a:cubicBezTo>
                      <a:cubicBezTo>
                        <a:pt x="120" y="610"/>
                        <a:pt x="120" y="610"/>
                        <a:pt x="120" y="610"/>
                      </a:cubicBezTo>
                      <a:cubicBezTo>
                        <a:pt x="177" y="709"/>
                        <a:pt x="305" y="743"/>
                        <a:pt x="404" y="685"/>
                      </a:cubicBezTo>
                      <a:cubicBezTo>
                        <a:pt x="503" y="628"/>
                        <a:pt x="537" y="501"/>
                        <a:pt x="479" y="402"/>
                      </a:cubicBezTo>
                      <a:cubicBezTo>
                        <a:pt x="479" y="401"/>
                        <a:pt x="479" y="401"/>
                        <a:pt x="479" y="40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12" name="Freeform 7">
                  <a:extLst>
                    <a:ext uri="{FF2B5EF4-FFF2-40B4-BE49-F238E27FC236}">
                      <a16:creationId xmlns:a16="http://schemas.microsoft.com/office/drawing/2014/main" id="{1B41BF94-2CD1-414C-8488-B8A2D26C6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61101" y="4065679"/>
                  <a:ext cx="1802419" cy="2048403"/>
                </a:xfrm>
                <a:custGeom>
                  <a:avLst/>
                  <a:gdLst>
                    <a:gd name="T0" fmla="*/ 467 w 601"/>
                    <a:gd name="T1" fmla="*/ 57 h 683"/>
                    <a:gd name="T2" fmla="*/ 183 w 601"/>
                    <a:gd name="T3" fmla="*/ 134 h 683"/>
                    <a:gd name="T4" fmla="*/ 183 w 601"/>
                    <a:gd name="T5" fmla="*/ 134 h 683"/>
                    <a:gd name="T6" fmla="*/ 0 w 601"/>
                    <a:gd name="T7" fmla="*/ 266 h 683"/>
                    <a:gd name="T8" fmla="*/ 164 w 601"/>
                    <a:gd name="T9" fmla="*/ 479 h 683"/>
                    <a:gd name="T10" fmla="*/ 26 w 601"/>
                    <a:gd name="T11" fmla="*/ 683 h 683"/>
                    <a:gd name="T12" fmla="*/ 542 w 601"/>
                    <a:gd name="T13" fmla="*/ 343 h 683"/>
                    <a:gd name="T14" fmla="*/ 544 w 601"/>
                    <a:gd name="T15" fmla="*/ 340 h 683"/>
                    <a:gd name="T16" fmla="*/ 467 w 601"/>
                    <a:gd name="T17" fmla="*/ 57 h 6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1" h="683">
                      <a:moveTo>
                        <a:pt x="467" y="57"/>
                      </a:moveTo>
                      <a:cubicBezTo>
                        <a:pt x="367" y="0"/>
                        <a:pt x="240" y="35"/>
                        <a:pt x="183" y="134"/>
                      </a:cubicBezTo>
                      <a:cubicBezTo>
                        <a:pt x="183" y="134"/>
                        <a:pt x="183" y="134"/>
                        <a:pt x="183" y="134"/>
                      </a:cubicBezTo>
                      <a:cubicBezTo>
                        <a:pt x="142" y="205"/>
                        <a:pt x="74" y="251"/>
                        <a:pt x="0" y="266"/>
                      </a:cubicBezTo>
                      <a:cubicBezTo>
                        <a:pt x="94" y="291"/>
                        <a:pt x="164" y="377"/>
                        <a:pt x="164" y="479"/>
                      </a:cubicBezTo>
                      <a:cubicBezTo>
                        <a:pt x="164" y="571"/>
                        <a:pt x="107" y="651"/>
                        <a:pt x="26" y="683"/>
                      </a:cubicBezTo>
                      <a:cubicBezTo>
                        <a:pt x="234" y="658"/>
                        <a:pt x="429" y="539"/>
                        <a:pt x="542" y="343"/>
                      </a:cubicBezTo>
                      <a:cubicBezTo>
                        <a:pt x="544" y="340"/>
                        <a:pt x="544" y="340"/>
                        <a:pt x="544" y="340"/>
                      </a:cubicBezTo>
                      <a:cubicBezTo>
                        <a:pt x="601" y="241"/>
                        <a:pt x="566" y="114"/>
                        <a:pt x="467" y="5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3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13" name="Freeform 9">
                  <a:extLst>
                    <a:ext uri="{FF2B5EF4-FFF2-40B4-BE49-F238E27FC236}">
                      <a16:creationId xmlns:a16="http://schemas.microsoft.com/office/drawing/2014/main" id="{D16E051D-7FA2-6F49-8B6C-851155A71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74830" y="1989458"/>
                  <a:ext cx="2270960" cy="1527150"/>
                </a:xfrm>
                <a:custGeom>
                  <a:avLst/>
                  <a:gdLst>
                    <a:gd name="T0" fmla="*/ 412 w 757"/>
                    <a:gd name="T1" fmla="*/ 392 h 509"/>
                    <a:gd name="T2" fmla="*/ 514 w 757"/>
                    <a:gd name="T3" fmla="*/ 258 h 509"/>
                    <a:gd name="T4" fmla="*/ 624 w 757"/>
                    <a:gd name="T5" fmla="*/ 228 h 509"/>
                    <a:gd name="T6" fmla="*/ 757 w 757"/>
                    <a:gd name="T7" fmla="*/ 273 h 509"/>
                    <a:gd name="T8" fmla="*/ 211 w 757"/>
                    <a:gd name="T9" fmla="*/ 0 h 509"/>
                    <a:gd name="T10" fmla="*/ 207 w 757"/>
                    <a:gd name="T11" fmla="*/ 0 h 509"/>
                    <a:gd name="T12" fmla="*/ 0 w 757"/>
                    <a:gd name="T13" fmla="*/ 208 h 509"/>
                    <a:gd name="T14" fmla="*/ 207 w 757"/>
                    <a:gd name="T15" fmla="*/ 416 h 509"/>
                    <a:gd name="T16" fmla="*/ 208 w 757"/>
                    <a:gd name="T17" fmla="*/ 416 h 509"/>
                    <a:gd name="T18" fmla="*/ 413 w 757"/>
                    <a:gd name="T19" fmla="*/ 509 h 509"/>
                    <a:gd name="T20" fmla="*/ 412 w 757"/>
                    <a:gd name="T21" fmla="*/ 392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57" h="509">
                      <a:moveTo>
                        <a:pt x="412" y="392"/>
                      </a:moveTo>
                      <a:cubicBezTo>
                        <a:pt x="427" y="335"/>
                        <a:pt x="463" y="287"/>
                        <a:pt x="514" y="258"/>
                      </a:cubicBezTo>
                      <a:cubicBezTo>
                        <a:pt x="547" y="239"/>
                        <a:pt x="585" y="228"/>
                        <a:pt x="624" y="228"/>
                      </a:cubicBezTo>
                      <a:cubicBezTo>
                        <a:pt x="673" y="228"/>
                        <a:pt x="719" y="244"/>
                        <a:pt x="757" y="273"/>
                      </a:cubicBezTo>
                      <a:cubicBezTo>
                        <a:pt x="632" y="108"/>
                        <a:pt x="434" y="1"/>
                        <a:pt x="211" y="0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cubicBezTo>
                        <a:pt x="93" y="0"/>
                        <a:pt x="0" y="93"/>
                        <a:pt x="0" y="208"/>
                      </a:cubicBezTo>
                      <a:cubicBezTo>
                        <a:pt x="0" y="323"/>
                        <a:pt x="93" y="416"/>
                        <a:pt x="207" y="416"/>
                      </a:cubicBezTo>
                      <a:cubicBezTo>
                        <a:pt x="208" y="416"/>
                        <a:pt x="208" y="416"/>
                        <a:pt x="208" y="416"/>
                      </a:cubicBezTo>
                      <a:cubicBezTo>
                        <a:pt x="290" y="416"/>
                        <a:pt x="363" y="452"/>
                        <a:pt x="413" y="509"/>
                      </a:cubicBezTo>
                      <a:cubicBezTo>
                        <a:pt x="402" y="471"/>
                        <a:pt x="401" y="431"/>
                        <a:pt x="412" y="39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1"/>
                    </a:gs>
                    <a:gs pos="100000">
                      <a:schemeClr val="accent1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14" name="!ahmed">
                  <a:extLst>
                    <a:ext uri="{FF2B5EF4-FFF2-40B4-BE49-F238E27FC236}">
                      <a16:creationId xmlns:a16="http://schemas.microsoft.com/office/drawing/2014/main" id="{DBC30043-01F7-4E46-A854-B03DBA7EC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30703" y="2004100"/>
                  <a:ext cx="1805348" cy="2045474"/>
                </a:xfrm>
                <a:custGeom>
                  <a:avLst/>
                  <a:gdLst>
                    <a:gd name="T0" fmla="*/ 435 w 602"/>
                    <a:gd name="T1" fmla="*/ 203 h 682"/>
                    <a:gd name="T2" fmla="*/ 570 w 602"/>
                    <a:gd name="T3" fmla="*/ 0 h 682"/>
                    <a:gd name="T4" fmla="*/ 59 w 602"/>
                    <a:gd name="T5" fmla="*/ 338 h 682"/>
                    <a:gd name="T6" fmla="*/ 57 w 602"/>
                    <a:gd name="T7" fmla="*/ 342 h 682"/>
                    <a:gd name="T8" fmla="*/ 134 w 602"/>
                    <a:gd name="T9" fmla="*/ 625 h 682"/>
                    <a:gd name="T10" fmla="*/ 418 w 602"/>
                    <a:gd name="T11" fmla="*/ 548 h 682"/>
                    <a:gd name="T12" fmla="*/ 418 w 602"/>
                    <a:gd name="T13" fmla="*/ 548 h 682"/>
                    <a:gd name="T14" fmla="*/ 602 w 602"/>
                    <a:gd name="T15" fmla="*/ 416 h 682"/>
                    <a:gd name="T16" fmla="*/ 435 w 602"/>
                    <a:gd name="T17" fmla="*/ 203 h 6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2" h="682">
                      <a:moveTo>
                        <a:pt x="435" y="203"/>
                      </a:moveTo>
                      <a:cubicBezTo>
                        <a:pt x="435" y="112"/>
                        <a:pt x="491" y="34"/>
                        <a:pt x="570" y="0"/>
                      </a:cubicBezTo>
                      <a:cubicBezTo>
                        <a:pt x="364" y="26"/>
                        <a:pt x="171" y="145"/>
                        <a:pt x="59" y="338"/>
                      </a:cubicBezTo>
                      <a:cubicBezTo>
                        <a:pt x="57" y="342"/>
                        <a:pt x="57" y="342"/>
                        <a:pt x="57" y="342"/>
                      </a:cubicBezTo>
                      <a:cubicBezTo>
                        <a:pt x="0" y="441"/>
                        <a:pt x="35" y="568"/>
                        <a:pt x="134" y="625"/>
                      </a:cubicBezTo>
                      <a:cubicBezTo>
                        <a:pt x="233" y="682"/>
                        <a:pt x="360" y="648"/>
                        <a:pt x="418" y="548"/>
                      </a:cubicBezTo>
                      <a:cubicBezTo>
                        <a:pt x="418" y="548"/>
                        <a:pt x="418" y="548"/>
                        <a:pt x="418" y="548"/>
                      </a:cubicBezTo>
                      <a:cubicBezTo>
                        <a:pt x="459" y="477"/>
                        <a:pt x="527" y="431"/>
                        <a:pt x="602" y="416"/>
                      </a:cubicBezTo>
                      <a:cubicBezTo>
                        <a:pt x="506" y="393"/>
                        <a:pt x="435" y="306"/>
                        <a:pt x="435" y="20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100000">
                      <a:schemeClr val="accent6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798"/>
                </a:p>
              </p:txBody>
            </p:sp>
          </p:grpSp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B74274BE-6F3E-D846-A910-E96FA57A6155}"/>
                  </a:ext>
                </a:extLst>
              </p:cNvPr>
              <p:cNvGrpSpPr/>
              <p:nvPr/>
            </p:nvGrpSpPr>
            <p:grpSpPr>
              <a:xfrm>
                <a:off x="4126529" y="1989458"/>
                <a:ext cx="4141163" cy="4139266"/>
                <a:chOff x="8585054" y="1989458"/>
                <a:chExt cx="4141163" cy="4139266"/>
              </a:xfrm>
            </p:grpSpPr>
            <p:sp>
              <p:nvSpPr>
                <p:cNvPr id="34" name="Freeform 33">
                  <a:extLst>
                    <a:ext uri="{FF2B5EF4-FFF2-40B4-BE49-F238E27FC236}">
                      <a16:creationId xmlns:a16="http://schemas.microsoft.com/office/drawing/2014/main" id="{4C16A533-581C-D041-B574-F71316798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04293" y="4598645"/>
                  <a:ext cx="2273889" cy="1530079"/>
                </a:xfrm>
                <a:custGeom>
                  <a:avLst/>
                  <a:gdLst>
                    <a:gd name="connsiteX0" fmla="*/ 917018 w 2273889"/>
                    <a:gd name="connsiteY0" fmla="*/ 589376 h 1530079"/>
                    <a:gd name="connsiteX1" fmla="*/ 915826 w 2273889"/>
                    <a:gd name="connsiteY1" fmla="*/ 591322 h 1530079"/>
                    <a:gd name="connsiteX2" fmla="*/ 739926 w 2273889"/>
                    <a:gd name="connsiteY2" fmla="*/ 745421 h 1530079"/>
                    <a:gd name="connsiteX3" fmla="*/ 739047 w 2273889"/>
                    <a:gd name="connsiteY3" fmla="*/ 745862 h 1530079"/>
                    <a:gd name="connsiteX4" fmla="*/ 834990 w 2273889"/>
                    <a:gd name="connsiteY4" fmla="*/ 677567 h 1530079"/>
                    <a:gd name="connsiteX5" fmla="*/ 1031950 w 2273889"/>
                    <a:gd name="connsiteY5" fmla="*/ 0 h 1530079"/>
                    <a:gd name="connsiteX6" fmla="*/ 1649919 w 2273889"/>
                    <a:gd name="connsiteY6" fmla="*/ 282015 h 1530079"/>
                    <a:gd name="connsiteX7" fmla="*/ 2273889 w 2273889"/>
                    <a:gd name="connsiteY7" fmla="*/ 906047 h 1530079"/>
                    <a:gd name="connsiteX8" fmla="*/ 1649919 w 2273889"/>
                    <a:gd name="connsiteY8" fmla="*/ 1530079 h 1530079"/>
                    <a:gd name="connsiteX9" fmla="*/ 1640920 w 2273889"/>
                    <a:gd name="connsiteY9" fmla="*/ 1530079 h 1530079"/>
                    <a:gd name="connsiteX10" fmla="*/ 0 w 2273889"/>
                    <a:gd name="connsiteY10" fmla="*/ 708037 h 1530079"/>
                    <a:gd name="connsiteX11" fmla="*/ 89761 w 2273889"/>
                    <a:gd name="connsiteY11" fmla="*/ 765837 h 1530079"/>
                    <a:gd name="connsiteX12" fmla="*/ 152678 w 2273889"/>
                    <a:gd name="connsiteY12" fmla="*/ 793193 h 1530079"/>
                    <a:gd name="connsiteX13" fmla="*/ 215042 w 2273889"/>
                    <a:gd name="connsiteY13" fmla="*/ 866498 h 1530079"/>
                    <a:gd name="connsiteX14" fmla="*/ 1568977 w 2273889"/>
                    <a:gd name="connsiteY14" fmla="*/ 1451821 h 1530079"/>
                    <a:gd name="connsiteX15" fmla="*/ 1577158 w 2273889"/>
                    <a:gd name="connsiteY15" fmla="*/ 1451821 h 1530079"/>
                    <a:gd name="connsiteX16" fmla="*/ 2144403 w 2273889"/>
                    <a:gd name="connsiteY16" fmla="*/ 884519 h 1530079"/>
                    <a:gd name="connsiteX17" fmla="*/ 1577158 w 2273889"/>
                    <a:gd name="connsiteY17" fmla="*/ 317217 h 1530079"/>
                    <a:gd name="connsiteX18" fmla="*/ 1129225 w 2273889"/>
                    <a:gd name="connsiteY18" fmla="*/ 166485 h 1530079"/>
                    <a:gd name="connsiteX19" fmla="*/ 1051116 w 2273889"/>
                    <a:gd name="connsiteY19" fmla="*/ 94010 h 1530079"/>
                    <a:gd name="connsiteX20" fmla="*/ 1050558 w 2273889"/>
                    <a:gd name="connsiteY20" fmla="*/ 86489 h 1530079"/>
                    <a:gd name="connsiteX21" fmla="*/ 1031950 w 2273889"/>
                    <a:gd name="connsiteY21" fmla="*/ 0 h 1530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273889" h="1530079">
                      <a:moveTo>
                        <a:pt x="917018" y="589376"/>
                      </a:moveTo>
                      <a:lnTo>
                        <a:pt x="915826" y="591322"/>
                      </a:lnTo>
                      <a:cubicBezTo>
                        <a:pt x="868783" y="653371"/>
                        <a:pt x="809468" y="705874"/>
                        <a:pt x="739926" y="745421"/>
                      </a:cubicBezTo>
                      <a:lnTo>
                        <a:pt x="739047" y="745862"/>
                      </a:lnTo>
                      <a:lnTo>
                        <a:pt x="834990" y="677567"/>
                      </a:lnTo>
                      <a:close/>
                      <a:moveTo>
                        <a:pt x="1031950" y="0"/>
                      </a:moveTo>
                      <a:cubicBezTo>
                        <a:pt x="1181942" y="171009"/>
                        <a:pt x="1403931" y="282015"/>
                        <a:pt x="1649919" y="282015"/>
                      </a:cubicBezTo>
                      <a:cubicBezTo>
                        <a:pt x="1994903" y="282015"/>
                        <a:pt x="2273889" y="561029"/>
                        <a:pt x="2273889" y="906047"/>
                      </a:cubicBezTo>
                      <a:cubicBezTo>
                        <a:pt x="2273889" y="1251065"/>
                        <a:pt x="1994903" y="1530079"/>
                        <a:pt x="1649919" y="1530079"/>
                      </a:cubicBezTo>
                      <a:cubicBezTo>
                        <a:pt x="1649919" y="1530079"/>
                        <a:pt x="1649919" y="1530079"/>
                        <a:pt x="1640920" y="1530079"/>
                      </a:cubicBezTo>
                      <a:cubicBezTo>
                        <a:pt x="971953" y="1527079"/>
                        <a:pt x="377982" y="1206062"/>
                        <a:pt x="0" y="708037"/>
                      </a:cubicBezTo>
                      <a:cubicBezTo>
                        <a:pt x="28499" y="729788"/>
                        <a:pt x="58497" y="749101"/>
                        <a:pt x="89761" y="765837"/>
                      </a:cubicBezTo>
                      <a:lnTo>
                        <a:pt x="152678" y="793193"/>
                      </a:lnTo>
                      <a:lnTo>
                        <a:pt x="215042" y="866498"/>
                      </a:lnTo>
                      <a:cubicBezTo>
                        <a:pt x="556910" y="1225702"/>
                        <a:pt x="1036843" y="1449435"/>
                        <a:pt x="1568977" y="1451821"/>
                      </a:cubicBezTo>
                      <a:cubicBezTo>
                        <a:pt x="1577158" y="1451821"/>
                        <a:pt x="1577158" y="1451821"/>
                        <a:pt x="1577158" y="1451821"/>
                      </a:cubicBezTo>
                      <a:cubicBezTo>
                        <a:pt x="1890779" y="1451821"/>
                        <a:pt x="2144403" y="1198172"/>
                        <a:pt x="2144403" y="884519"/>
                      </a:cubicBezTo>
                      <a:cubicBezTo>
                        <a:pt x="2144403" y="570867"/>
                        <a:pt x="1890779" y="317217"/>
                        <a:pt x="1577158" y="317217"/>
                      </a:cubicBezTo>
                      <a:cubicBezTo>
                        <a:pt x="1409439" y="317217"/>
                        <a:pt x="1253992" y="260453"/>
                        <a:pt x="1129225" y="166485"/>
                      </a:cubicBezTo>
                      <a:lnTo>
                        <a:pt x="1051116" y="94010"/>
                      </a:lnTo>
                      <a:lnTo>
                        <a:pt x="1050558" y="86489"/>
                      </a:lnTo>
                      <a:cubicBezTo>
                        <a:pt x="1046387" y="57378"/>
                        <a:pt x="1040200" y="28502"/>
                        <a:pt x="103195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127000" dist="38100" dir="108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798" b="1"/>
                </a:p>
              </p:txBody>
            </p:sp>
            <p:sp>
              <p:nvSpPr>
                <p:cNvPr id="32" name="Freeform 31">
                  <a:extLst>
                    <a:ext uri="{FF2B5EF4-FFF2-40B4-BE49-F238E27FC236}">
                      <a16:creationId xmlns:a16="http://schemas.microsoft.com/office/drawing/2014/main" id="{90453BF3-AFC8-7F43-8953-2337E07845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282794" y="2710962"/>
                  <a:ext cx="1443423" cy="2142453"/>
                </a:xfrm>
                <a:custGeom>
                  <a:avLst/>
                  <a:gdLst>
                    <a:gd name="connsiteX0" fmla="*/ 664962 w 1443423"/>
                    <a:gd name="connsiteY0" fmla="*/ 1419 h 2142453"/>
                    <a:gd name="connsiteX1" fmla="*/ 1162624 w 1443423"/>
                    <a:gd name="connsiteY1" fmla="*/ 309924 h 2142453"/>
                    <a:gd name="connsiteX2" fmla="*/ 1168623 w 1443423"/>
                    <a:gd name="connsiteY2" fmla="*/ 318921 h 2142453"/>
                    <a:gd name="connsiteX3" fmla="*/ 1282595 w 1443423"/>
                    <a:gd name="connsiteY3" fmla="*/ 2142453 h 2142453"/>
                    <a:gd name="connsiteX4" fmla="*/ 1284845 w 1443423"/>
                    <a:gd name="connsiteY4" fmla="*/ 2017610 h 2142453"/>
                    <a:gd name="connsiteX5" fmla="*/ 1278269 w 1443423"/>
                    <a:gd name="connsiteY5" fmla="*/ 1976330 h 2142453"/>
                    <a:gd name="connsiteX6" fmla="*/ 1310495 w 1443423"/>
                    <a:gd name="connsiteY6" fmla="*/ 1885402 h 2142453"/>
                    <a:gd name="connsiteX7" fmla="*/ 1136296 w 1443423"/>
                    <a:gd name="connsiteY7" fmla="*/ 426813 h 2142453"/>
                    <a:gd name="connsiteX8" fmla="*/ 1130843 w 1443423"/>
                    <a:gd name="connsiteY8" fmla="*/ 418633 h 2142453"/>
                    <a:gd name="connsiteX9" fmla="*/ 356485 w 1443423"/>
                    <a:gd name="connsiteY9" fmla="*/ 214140 h 2142453"/>
                    <a:gd name="connsiteX10" fmla="*/ 149263 w 1443423"/>
                    <a:gd name="connsiteY10" fmla="*/ 985760 h 2142453"/>
                    <a:gd name="connsiteX11" fmla="*/ 149263 w 1443423"/>
                    <a:gd name="connsiteY11" fmla="*/ 988487 h 2142453"/>
                    <a:gd name="connsiteX12" fmla="*/ 232654 w 1443423"/>
                    <a:gd name="connsiteY12" fmla="*/ 1524573 h 2142453"/>
                    <a:gd name="connsiteX13" fmla="*/ 227286 w 1443423"/>
                    <a:gd name="connsiteY13" fmla="*/ 1543954 h 2142453"/>
                    <a:gd name="connsiteX14" fmla="*/ 151870 w 1443423"/>
                    <a:gd name="connsiteY14" fmla="*/ 1608590 h 2142453"/>
                    <a:gd name="connsiteX15" fmla="*/ 82886 w 1443423"/>
                    <a:gd name="connsiteY15" fmla="*/ 936763 h 2142453"/>
                    <a:gd name="connsiteX16" fmla="*/ 82886 w 1443423"/>
                    <a:gd name="connsiteY16" fmla="*/ 933764 h 2142453"/>
                    <a:gd name="connsiteX17" fmla="*/ 310831 w 1443423"/>
                    <a:gd name="connsiteY17" fmla="*/ 84981 h 2142453"/>
                    <a:gd name="connsiteX18" fmla="*/ 664962 w 1443423"/>
                    <a:gd name="connsiteY18" fmla="*/ 1419 h 2142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443423" h="2142453">
                      <a:moveTo>
                        <a:pt x="664962" y="1419"/>
                      </a:moveTo>
                      <a:cubicBezTo>
                        <a:pt x="864338" y="14921"/>
                        <a:pt x="1053901" y="124346"/>
                        <a:pt x="1162624" y="309924"/>
                      </a:cubicBezTo>
                      <a:cubicBezTo>
                        <a:pt x="1162624" y="309924"/>
                        <a:pt x="1162624" y="309924"/>
                        <a:pt x="1168623" y="318921"/>
                      </a:cubicBezTo>
                      <a:cubicBezTo>
                        <a:pt x="1501542" y="897773"/>
                        <a:pt x="1522537" y="1569600"/>
                        <a:pt x="1282595" y="2142453"/>
                      </a:cubicBezTo>
                      <a:cubicBezTo>
                        <a:pt x="1287094" y="2101964"/>
                        <a:pt x="1287844" y="2059974"/>
                        <a:pt x="1284845" y="2017610"/>
                      </a:cubicBezTo>
                      <a:lnTo>
                        <a:pt x="1278269" y="1976330"/>
                      </a:lnTo>
                      <a:lnTo>
                        <a:pt x="1310495" y="1885402"/>
                      </a:lnTo>
                      <a:cubicBezTo>
                        <a:pt x="1448834" y="1412426"/>
                        <a:pt x="1401118" y="887263"/>
                        <a:pt x="1136296" y="426813"/>
                      </a:cubicBezTo>
                      <a:cubicBezTo>
                        <a:pt x="1130843" y="418633"/>
                        <a:pt x="1130843" y="418633"/>
                        <a:pt x="1130843" y="418633"/>
                      </a:cubicBezTo>
                      <a:cubicBezTo>
                        <a:pt x="972699" y="148703"/>
                        <a:pt x="626420" y="55999"/>
                        <a:pt x="356485" y="214140"/>
                      </a:cubicBezTo>
                      <a:cubicBezTo>
                        <a:pt x="86551" y="369555"/>
                        <a:pt x="-6154" y="715830"/>
                        <a:pt x="149263" y="985760"/>
                      </a:cubicBezTo>
                      <a:cubicBezTo>
                        <a:pt x="149263" y="988487"/>
                        <a:pt x="149263" y="988487"/>
                        <a:pt x="149263" y="988487"/>
                      </a:cubicBezTo>
                      <a:cubicBezTo>
                        <a:pt x="247080" y="1157875"/>
                        <a:pt x="271833" y="1348139"/>
                        <a:pt x="232654" y="1524573"/>
                      </a:cubicBezTo>
                      <a:lnTo>
                        <a:pt x="227286" y="1543954"/>
                      </a:lnTo>
                      <a:lnTo>
                        <a:pt x="151870" y="1608590"/>
                      </a:lnTo>
                      <a:cubicBezTo>
                        <a:pt x="223852" y="1392646"/>
                        <a:pt x="205857" y="1149708"/>
                        <a:pt x="82886" y="936763"/>
                      </a:cubicBezTo>
                      <a:cubicBezTo>
                        <a:pt x="82886" y="936763"/>
                        <a:pt x="82886" y="936763"/>
                        <a:pt x="82886" y="933764"/>
                      </a:cubicBezTo>
                      <a:cubicBezTo>
                        <a:pt x="-88072" y="636840"/>
                        <a:pt x="13903" y="255938"/>
                        <a:pt x="310831" y="84981"/>
                      </a:cubicBezTo>
                      <a:cubicBezTo>
                        <a:pt x="422179" y="19748"/>
                        <a:pt x="545337" y="-6683"/>
                        <a:pt x="664962" y="141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2"/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127000" dist="38100" dir="336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D014DA59-892B-ED47-9CDA-51D6753E5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85054" y="3267697"/>
                  <a:ext cx="1443048" cy="2139521"/>
                </a:xfrm>
                <a:custGeom>
                  <a:avLst/>
                  <a:gdLst>
                    <a:gd name="connsiteX0" fmla="*/ 158357 w 1443048"/>
                    <a:gd name="connsiteY0" fmla="*/ 0 h 2139521"/>
                    <a:gd name="connsiteX1" fmla="*/ 155059 w 1443048"/>
                    <a:gd name="connsiteY1" fmla="*/ 94379 h 2139521"/>
                    <a:gd name="connsiteX2" fmla="*/ 162962 w 1443048"/>
                    <a:gd name="connsiteY2" fmla="*/ 167370 h 2139521"/>
                    <a:gd name="connsiteX3" fmla="*/ 131629 w 1443048"/>
                    <a:gd name="connsiteY3" fmla="*/ 256920 h 2139521"/>
                    <a:gd name="connsiteX4" fmla="*/ 307655 w 1443048"/>
                    <a:gd name="connsiteY4" fmla="*/ 1712833 h 2139521"/>
                    <a:gd name="connsiteX5" fmla="*/ 313109 w 1443048"/>
                    <a:gd name="connsiteY5" fmla="*/ 1721013 h 2139521"/>
                    <a:gd name="connsiteX6" fmla="*/ 1087466 w 1443048"/>
                    <a:gd name="connsiteY6" fmla="*/ 1925512 h 2139521"/>
                    <a:gd name="connsiteX7" fmla="*/ 1291962 w 1443048"/>
                    <a:gd name="connsiteY7" fmla="*/ 1153868 h 2139521"/>
                    <a:gd name="connsiteX8" fmla="*/ 1291962 w 1443048"/>
                    <a:gd name="connsiteY8" fmla="*/ 1151141 h 2139521"/>
                    <a:gd name="connsiteX9" fmla="*/ 1212225 w 1443048"/>
                    <a:gd name="connsiteY9" fmla="*/ 605272 h 2139521"/>
                    <a:gd name="connsiteX10" fmla="*/ 1217802 w 1443048"/>
                    <a:gd name="connsiteY10" fmla="*/ 586463 h 2139521"/>
                    <a:gd name="connsiteX11" fmla="*/ 1295081 w 1443048"/>
                    <a:gd name="connsiteY11" fmla="*/ 518883 h 2139521"/>
                    <a:gd name="connsiteX12" fmla="*/ 1358066 w 1443048"/>
                    <a:gd name="connsiteY12" fmla="*/ 1202729 h 2139521"/>
                    <a:gd name="connsiteX13" fmla="*/ 1358066 w 1443048"/>
                    <a:gd name="connsiteY13" fmla="*/ 1205729 h 2139521"/>
                    <a:gd name="connsiteX14" fmla="*/ 1133121 w 1443048"/>
                    <a:gd name="connsiteY14" fmla="*/ 2054537 h 2139521"/>
                    <a:gd name="connsiteX15" fmla="*/ 281327 w 1443048"/>
                    <a:gd name="connsiteY15" fmla="*/ 1829588 h 2139521"/>
                    <a:gd name="connsiteX16" fmla="*/ 275328 w 1443048"/>
                    <a:gd name="connsiteY16" fmla="*/ 1820590 h 2139521"/>
                    <a:gd name="connsiteX17" fmla="*/ 158357 w 1443048"/>
                    <a:gd name="connsiteY17" fmla="*/ 0 h 2139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443048" h="2139521">
                      <a:moveTo>
                        <a:pt x="158357" y="0"/>
                      </a:moveTo>
                      <a:cubicBezTo>
                        <a:pt x="154983" y="31493"/>
                        <a:pt x="153905" y="63033"/>
                        <a:pt x="155059" y="94379"/>
                      </a:cubicBezTo>
                      <a:lnTo>
                        <a:pt x="162962" y="167370"/>
                      </a:lnTo>
                      <a:lnTo>
                        <a:pt x="131629" y="256920"/>
                      </a:lnTo>
                      <a:cubicBezTo>
                        <a:pt x="-4883" y="729872"/>
                        <a:pt x="42833" y="1254754"/>
                        <a:pt x="307655" y="1712833"/>
                      </a:cubicBezTo>
                      <a:cubicBezTo>
                        <a:pt x="313109" y="1721013"/>
                        <a:pt x="313109" y="1721013"/>
                        <a:pt x="313109" y="1721013"/>
                      </a:cubicBezTo>
                      <a:cubicBezTo>
                        <a:pt x="468525" y="1990952"/>
                        <a:pt x="817532" y="2083658"/>
                        <a:pt x="1087466" y="1925512"/>
                      </a:cubicBezTo>
                      <a:cubicBezTo>
                        <a:pt x="1357401" y="1770093"/>
                        <a:pt x="1450106" y="1423807"/>
                        <a:pt x="1291962" y="1153868"/>
                      </a:cubicBezTo>
                      <a:cubicBezTo>
                        <a:pt x="1291962" y="1151141"/>
                        <a:pt x="1291962" y="1151141"/>
                        <a:pt x="1291962" y="1151141"/>
                      </a:cubicBezTo>
                      <a:cubicBezTo>
                        <a:pt x="1194145" y="979362"/>
                        <a:pt x="1169393" y="784619"/>
                        <a:pt x="1212225" y="605272"/>
                      </a:cubicBezTo>
                      <a:lnTo>
                        <a:pt x="1217802" y="586463"/>
                      </a:lnTo>
                      <a:lnTo>
                        <a:pt x="1295081" y="518883"/>
                      </a:lnTo>
                      <a:cubicBezTo>
                        <a:pt x="1217100" y="737834"/>
                        <a:pt x="1235096" y="986778"/>
                        <a:pt x="1358066" y="1202729"/>
                      </a:cubicBezTo>
                      <a:cubicBezTo>
                        <a:pt x="1358066" y="1202729"/>
                        <a:pt x="1358066" y="1202729"/>
                        <a:pt x="1358066" y="1205729"/>
                      </a:cubicBezTo>
                      <a:cubicBezTo>
                        <a:pt x="1532024" y="1502662"/>
                        <a:pt x="1430049" y="1883576"/>
                        <a:pt x="1133121" y="2054537"/>
                      </a:cubicBezTo>
                      <a:cubicBezTo>
                        <a:pt x="836192" y="2228498"/>
                        <a:pt x="452285" y="2126521"/>
                        <a:pt x="281327" y="1829588"/>
                      </a:cubicBezTo>
                      <a:cubicBezTo>
                        <a:pt x="281327" y="1829588"/>
                        <a:pt x="281327" y="1829588"/>
                        <a:pt x="275328" y="1820590"/>
                      </a:cubicBezTo>
                      <a:cubicBezTo>
                        <a:pt x="-57591" y="1244720"/>
                        <a:pt x="-78586" y="572871"/>
                        <a:pt x="15835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127000" dist="38100" dir="12600000" algn="t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33" name="Freeform 32">
                  <a:extLst>
                    <a:ext uri="{FF2B5EF4-FFF2-40B4-BE49-F238E27FC236}">
                      <a16:creationId xmlns:a16="http://schemas.microsoft.com/office/drawing/2014/main" id="{6B664D1F-6CB2-0140-A0AA-23FAEBF62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19890" y="4154501"/>
                  <a:ext cx="1713599" cy="1959581"/>
                </a:xfrm>
                <a:custGeom>
                  <a:avLst/>
                  <a:gdLst>
                    <a:gd name="connsiteX0" fmla="*/ 1044337 w 1713599"/>
                    <a:gd name="connsiteY0" fmla="*/ 1785 h 1959581"/>
                    <a:gd name="connsiteX1" fmla="*/ 1400548 w 1713599"/>
                    <a:gd name="connsiteY1" fmla="*/ 82128 h 1959581"/>
                    <a:gd name="connsiteX2" fmla="*/ 1631474 w 1713599"/>
                    <a:gd name="connsiteY2" fmla="*/ 930881 h 1959581"/>
                    <a:gd name="connsiteX3" fmla="*/ 1625476 w 1713599"/>
                    <a:gd name="connsiteY3" fmla="*/ 939878 h 1959581"/>
                    <a:gd name="connsiteX4" fmla="*/ 77975 w 1713599"/>
                    <a:gd name="connsiteY4" fmla="*/ 1959581 h 1959581"/>
                    <a:gd name="connsiteX5" fmla="*/ 245124 w 1713599"/>
                    <a:gd name="connsiteY5" fmla="*/ 1862297 h 1959581"/>
                    <a:gd name="connsiteX6" fmla="*/ 262167 w 1713599"/>
                    <a:gd name="connsiteY6" fmla="*/ 1846422 h 1959581"/>
                    <a:gd name="connsiteX7" fmla="*/ 311190 w 1713599"/>
                    <a:gd name="connsiteY7" fmla="*/ 1837697 h 1959581"/>
                    <a:gd name="connsiteX8" fmla="*/ 1507380 w 1713599"/>
                    <a:gd name="connsiteY8" fmla="*/ 948178 h 1959581"/>
                    <a:gd name="connsiteX9" fmla="*/ 1512832 w 1713599"/>
                    <a:gd name="connsiteY9" fmla="*/ 939999 h 1959581"/>
                    <a:gd name="connsiteX10" fmla="*/ 1302900 w 1713599"/>
                    <a:gd name="connsiteY10" fmla="*/ 168406 h 1959581"/>
                    <a:gd name="connsiteX11" fmla="*/ 528604 w 1713599"/>
                    <a:gd name="connsiteY11" fmla="*/ 378344 h 1959581"/>
                    <a:gd name="connsiteX12" fmla="*/ 177027 w 1713599"/>
                    <a:gd name="connsiteY12" fmla="*/ 691975 h 1959581"/>
                    <a:gd name="connsiteX13" fmla="*/ 57554 w 1713599"/>
                    <a:gd name="connsiteY13" fmla="*/ 729486 h 1959581"/>
                    <a:gd name="connsiteX14" fmla="*/ 0 w 1713599"/>
                    <a:gd name="connsiteY14" fmla="*/ 708946 h 1959581"/>
                    <a:gd name="connsiteX15" fmla="*/ 548823 w 1713599"/>
                    <a:gd name="connsiteY15" fmla="*/ 313061 h 1959581"/>
                    <a:gd name="connsiteX16" fmla="*/ 1044337 w 1713599"/>
                    <a:gd name="connsiteY16" fmla="*/ 1785 h 1959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713599" h="1959581">
                      <a:moveTo>
                        <a:pt x="1044337" y="1785"/>
                      </a:moveTo>
                      <a:cubicBezTo>
                        <a:pt x="1164234" y="-7283"/>
                        <a:pt x="1288084" y="18022"/>
                        <a:pt x="1400548" y="82128"/>
                      </a:cubicBezTo>
                      <a:cubicBezTo>
                        <a:pt x="1697453" y="253079"/>
                        <a:pt x="1802419" y="633968"/>
                        <a:pt x="1631474" y="930881"/>
                      </a:cubicBezTo>
                      <a:cubicBezTo>
                        <a:pt x="1631474" y="930881"/>
                        <a:pt x="1631474" y="930881"/>
                        <a:pt x="1625476" y="939878"/>
                      </a:cubicBezTo>
                      <a:cubicBezTo>
                        <a:pt x="1286585" y="1527707"/>
                        <a:pt x="701774" y="1884603"/>
                        <a:pt x="77975" y="1959581"/>
                      </a:cubicBezTo>
                      <a:cubicBezTo>
                        <a:pt x="138706" y="1935588"/>
                        <a:pt x="194937" y="1902598"/>
                        <a:pt x="245124" y="1862297"/>
                      </a:cubicBezTo>
                      <a:lnTo>
                        <a:pt x="262167" y="1846422"/>
                      </a:lnTo>
                      <a:lnTo>
                        <a:pt x="311190" y="1837697"/>
                      </a:lnTo>
                      <a:cubicBezTo>
                        <a:pt x="797069" y="1722626"/>
                        <a:pt x="1237807" y="1415770"/>
                        <a:pt x="1507380" y="948178"/>
                      </a:cubicBezTo>
                      <a:cubicBezTo>
                        <a:pt x="1512832" y="939999"/>
                        <a:pt x="1512832" y="939999"/>
                        <a:pt x="1512832" y="939999"/>
                      </a:cubicBezTo>
                      <a:cubicBezTo>
                        <a:pt x="1668237" y="670078"/>
                        <a:pt x="1572813" y="323815"/>
                        <a:pt x="1302900" y="168406"/>
                      </a:cubicBezTo>
                      <a:cubicBezTo>
                        <a:pt x="1030261" y="12996"/>
                        <a:pt x="684009" y="108423"/>
                        <a:pt x="528604" y="378344"/>
                      </a:cubicBezTo>
                      <a:cubicBezTo>
                        <a:pt x="444768" y="523529"/>
                        <a:pt x="319524" y="630373"/>
                        <a:pt x="177027" y="691975"/>
                      </a:cubicBezTo>
                      <a:lnTo>
                        <a:pt x="57554" y="729486"/>
                      </a:lnTo>
                      <a:lnTo>
                        <a:pt x="0" y="708946"/>
                      </a:lnTo>
                      <a:cubicBezTo>
                        <a:pt x="221928" y="663959"/>
                        <a:pt x="425863" y="525999"/>
                        <a:pt x="548823" y="313061"/>
                      </a:cubicBezTo>
                      <a:cubicBezTo>
                        <a:pt x="655664" y="127490"/>
                        <a:pt x="844509" y="16897"/>
                        <a:pt x="1044337" y="178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3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127000" dist="38100" dir="66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DE61E65B-25FF-0247-9E30-E6CEE4A73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33619" y="1989458"/>
                  <a:ext cx="2270960" cy="1527150"/>
                </a:xfrm>
                <a:custGeom>
                  <a:avLst/>
                  <a:gdLst>
                    <a:gd name="connsiteX0" fmla="*/ 620989 w 2270960"/>
                    <a:gd name="connsiteY0" fmla="*/ 0 h 1527150"/>
                    <a:gd name="connsiteX1" fmla="*/ 632989 w 2270960"/>
                    <a:gd name="connsiteY1" fmla="*/ 0 h 1527150"/>
                    <a:gd name="connsiteX2" fmla="*/ 2270960 w 2270960"/>
                    <a:gd name="connsiteY2" fmla="*/ 819081 h 1527150"/>
                    <a:gd name="connsiteX3" fmla="*/ 2181196 w 2270960"/>
                    <a:gd name="connsiteY3" fmla="*/ 761278 h 1527150"/>
                    <a:gd name="connsiteX4" fmla="*/ 2106685 w 2270960"/>
                    <a:gd name="connsiteY4" fmla="*/ 728880 h 1527150"/>
                    <a:gd name="connsiteX5" fmla="*/ 2056947 w 2270960"/>
                    <a:gd name="connsiteY5" fmla="*/ 670357 h 1527150"/>
                    <a:gd name="connsiteX6" fmla="*/ 704797 w 2270960"/>
                    <a:gd name="connsiteY6" fmla="*/ 86834 h 1527150"/>
                    <a:gd name="connsiteX7" fmla="*/ 693889 w 2270960"/>
                    <a:gd name="connsiteY7" fmla="*/ 86834 h 1527150"/>
                    <a:gd name="connsiteX8" fmla="*/ 129353 w 2270960"/>
                    <a:gd name="connsiteY8" fmla="*/ 654163 h 1527150"/>
                    <a:gd name="connsiteX9" fmla="*/ 693889 w 2270960"/>
                    <a:gd name="connsiteY9" fmla="*/ 1221491 h 1527150"/>
                    <a:gd name="connsiteX10" fmla="*/ 696616 w 2270960"/>
                    <a:gd name="connsiteY10" fmla="*/ 1221491 h 1527150"/>
                    <a:gd name="connsiteX11" fmla="*/ 1142261 w 2270960"/>
                    <a:gd name="connsiteY11" fmla="*/ 1369929 h 1527150"/>
                    <a:gd name="connsiteX12" fmla="*/ 1220316 w 2270960"/>
                    <a:gd name="connsiteY12" fmla="*/ 1442333 h 1527150"/>
                    <a:gd name="connsiteX13" fmla="*/ 1238978 w 2270960"/>
                    <a:gd name="connsiteY13" fmla="*/ 1527150 h 1527150"/>
                    <a:gd name="connsiteX14" fmla="*/ 623989 w 2270960"/>
                    <a:gd name="connsiteY14" fmla="*/ 1248123 h 1527150"/>
                    <a:gd name="connsiteX15" fmla="*/ 620989 w 2270960"/>
                    <a:gd name="connsiteY15" fmla="*/ 1248123 h 1527150"/>
                    <a:gd name="connsiteX16" fmla="*/ 0 w 2270960"/>
                    <a:gd name="connsiteY16" fmla="*/ 624061 h 1527150"/>
                    <a:gd name="connsiteX17" fmla="*/ 620989 w 2270960"/>
                    <a:gd name="connsiteY17" fmla="*/ 0 h 1527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270960" h="1527150">
                      <a:moveTo>
                        <a:pt x="620989" y="0"/>
                      </a:moveTo>
                      <a:cubicBezTo>
                        <a:pt x="620989" y="0"/>
                        <a:pt x="620989" y="0"/>
                        <a:pt x="632989" y="0"/>
                      </a:cubicBezTo>
                      <a:cubicBezTo>
                        <a:pt x="1301977" y="3000"/>
                        <a:pt x="1895967" y="324032"/>
                        <a:pt x="2270960" y="819081"/>
                      </a:cubicBezTo>
                      <a:cubicBezTo>
                        <a:pt x="2242460" y="797328"/>
                        <a:pt x="2212461" y="778014"/>
                        <a:pt x="2181196" y="761278"/>
                      </a:cubicBezTo>
                      <a:lnTo>
                        <a:pt x="2106685" y="728880"/>
                      </a:lnTo>
                      <a:lnTo>
                        <a:pt x="2056947" y="670357"/>
                      </a:lnTo>
                      <a:cubicBezTo>
                        <a:pt x="1716896" y="312964"/>
                        <a:pt x="1236947" y="89221"/>
                        <a:pt x="704797" y="86834"/>
                      </a:cubicBezTo>
                      <a:cubicBezTo>
                        <a:pt x="693889" y="86834"/>
                        <a:pt x="693889" y="86834"/>
                        <a:pt x="693889" y="86834"/>
                      </a:cubicBezTo>
                      <a:cubicBezTo>
                        <a:pt x="382985" y="86834"/>
                        <a:pt x="129353" y="340495"/>
                        <a:pt x="129353" y="654163"/>
                      </a:cubicBezTo>
                      <a:cubicBezTo>
                        <a:pt x="129353" y="967830"/>
                        <a:pt x="382985" y="1221491"/>
                        <a:pt x="693889" y="1221491"/>
                      </a:cubicBezTo>
                      <a:cubicBezTo>
                        <a:pt x="696616" y="1221491"/>
                        <a:pt x="696616" y="1221491"/>
                        <a:pt x="696616" y="1221491"/>
                      </a:cubicBezTo>
                      <a:cubicBezTo>
                        <a:pt x="864340" y="1221491"/>
                        <a:pt x="1018257" y="1276724"/>
                        <a:pt x="1142261" y="1369929"/>
                      </a:cubicBezTo>
                      <a:lnTo>
                        <a:pt x="1220316" y="1442333"/>
                      </a:lnTo>
                      <a:lnTo>
                        <a:pt x="1238978" y="1527150"/>
                      </a:lnTo>
                      <a:cubicBezTo>
                        <a:pt x="1088981" y="1356133"/>
                        <a:pt x="869985" y="1248123"/>
                        <a:pt x="623989" y="1248123"/>
                      </a:cubicBezTo>
                      <a:cubicBezTo>
                        <a:pt x="623989" y="1248123"/>
                        <a:pt x="623989" y="1248123"/>
                        <a:pt x="620989" y="1248123"/>
                      </a:cubicBezTo>
                      <a:cubicBezTo>
                        <a:pt x="278995" y="1248123"/>
                        <a:pt x="0" y="969095"/>
                        <a:pt x="0" y="624061"/>
                      </a:cubicBezTo>
                      <a:cubicBezTo>
                        <a:pt x="0" y="279028"/>
                        <a:pt x="278995" y="0"/>
                        <a:pt x="620989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1"/>
                    </a:gs>
                    <a:gs pos="100000">
                      <a:schemeClr val="accent1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127000" dist="38100" dir="27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798"/>
                </a:p>
              </p:txBody>
            </p:sp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051B4A50-DC19-8048-8103-DFE52D25E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778308" y="2004101"/>
                  <a:ext cx="1716532" cy="1957295"/>
                </a:xfrm>
                <a:custGeom>
                  <a:avLst/>
                  <a:gdLst>
                    <a:gd name="connsiteX0" fmla="*/ 1620567 w 1716532"/>
                    <a:gd name="connsiteY0" fmla="*/ 0 h 1957295"/>
                    <a:gd name="connsiteX1" fmla="*/ 1535150 w 1716532"/>
                    <a:gd name="connsiteY1" fmla="*/ 44245 h 1957295"/>
                    <a:gd name="connsiteX2" fmla="*/ 1486590 w 1716532"/>
                    <a:gd name="connsiteY2" fmla="*/ 78907 h 1957295"/>
                    <a:gd name="connsiteX3" fmla="*/ 1390902 w 1716532"/>
                    <a:gd name="connsiteY3" fmla="*/ 96509 h 1957295"/>
                    <a:gd name="connsiteX4" fmla="*/ 206351 w 1716532"/>
                    <a:gd name="connsiteY4" fmla="*/ 979721 h 1957295"/>
                    <a:gd name="connsiteX5" fmla="*/ 200898 w 1716532"/>
                    <a:gd name="connsiteY5" fmla="*/ 990628 h 1957295"/>
                    <a:gd name="connsiteX6" fmla="*/ 410822 w 1716532"/>
                    <a:gd name="connsiteY6" fmla="*/ 1762248 h 1957295"/>
                    <a:gd name="connsiteX7" fmla="*/ 1185088 w 1716532"/>
                    <a:gd name="connsiteY7" fmla="*/ 1552302 h 1957295"/>
                    <a:gd name="connsiteX8" fmla="*/ 1537802 w 1716532"/>
                    <a:gd name="connsiteY8" fmla="*/ 1238661 h 1957295"/>
                    <a:gd name="connsiteX9" fmla="*/ 1616097 w 1716532"/>
                    <a:gd name="connsiteY9" fmla="*/ 1214337 h 1957295"/>
                    <a:gd name="connsiteX10" fmla="*/ 1716532 w 1716532"/>
                    <a:gd name="connsiteY10" fmla="*/ 1247679 h 1957295"/>
                    <a:gd name="connsiteX11" fmla="*/ 1164731 w 1716532"/>
                    <a:gd name="connsiteY11" fmla="*/ 1643578 h 1957295"/>
                    <a:gd name="connsiteX12" fmla="*/ 313039 w 1716532"/>
                    <a:gd name="connsiteY12" fmla="*/ 1874518 h 1957295"/>
                    <a:gd name="connsiteX13" fmla="*/ 82122 w 1716532"/>
                    <a:gd name="connsiteY13" fmla="*/ 1025736 h 1957295"/>
                    <a:gd name="connsiteX14" fmla="*/ 88120 w 1716532"/>
                    <a:gd name="connsiteY14" fmla="*/ 1013739 h 1957295"/>
                    <a:gd name="connsiteX15" fmla="*/ 1620567 w 1716532"/>
                    <a:gd name="connsiteY15" fmla="*/ 0 h 1957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16532" h="1957295">
                      <a:moveTo>
                        <a:pt x="1620567" y="0"/>
                      </a:moveTo>
                      <a:cubicBezTo>
                        <a:pt x="1590953" y="12747"/>
                        <a:pt x="1562416" y="27555"/>
                        <a:pt x="1535150" y="44245"/>
                      </a:cubicBezTo>
                      <a:lnTo>
                        <a:pt x="1486590" y="78907"/>
                      </a:lnTo>
                      <a:lnTo>
                        <a:pt x="1390902" y="96509"/>
                      </a:lnTo>
                      <a:cubicBezTo>
                        <a:pt x="909776" y="213299"/>
                        <a:pt x="473527" y="519272"/>
                        <a:pt x="206351" y="979721"/>
                      </a:cubicBezTo>
                      <a:cubicBezTo>
                        <a:pt x="200898" y="990628"/>
                        <a:pt x="200898" y="990628"/>
                        <a:pt x="200898" y="990628"/>
                      </a:cubicBezTo>
                      <a:cubicBezTo>
                        <a:pt x="45500" y="1260558"/>
                        <a:pt x="140920" y="1606833"/>
                        <a:pt x="410822" y="1762248"/>
                      </a:cubicBezTo>
                      <a:cubicBezTo>
                        <a:pt x="680725" y="1917662"/>
                        <a:pt x="1026963" y="1824959"/>
                        <a:pt x="1185088" y="1552302"/>
                      </a:cubicBezTo>
                      <a:cubicBezTo>
                        <a:pt x="1268922" y="1407112"/>
                        <a:pt x="1394161" y="1300264"/>
                        <a:pt x="1537802" y="1238661"/>
                      </a:cubicBezTo>
                      <a:lnTo>
                        <a:pt x="1616097" y="1214337"/>
                      </a:lnTo>
                      <a:lnTo>
                        <a:pt x="1716532" y="1247679"/>
                      </a:lnTo>
                      <a:cubicBezTo>
                        <a:pt x="1491613" y="1292668"/>
                        <a:pt x="1287687" y="1430632"/>
                        <a:pt x="1164731" y="1643578"/>
                      </a:cubicBezTo>
                      <a:cubicBezTo>
                        <a:pt x="990794" y="1943500"/>
                        <a:pt x="609932" y="2045474"/>
                        <a:pt x="313039" y="1874518"/>
                      </a:cubicBezTo>
                      <a:cubicBezTo>
                        <a:pt x="16146" y="1703562"/>
                        <a:pt x="-88816" y="1322660"/>
                        <a:pt x="82122" y="1025736"/>
                      </a:cubicBezTo>
                      <a:cubicBezTo>
                        <a:pt x="82122" y="1025736"/>
                        <a:pt x="82122" y="1025736"/>
                        <a:pt x="88120" y="1013739"/>
                      </a:cubicBezTo>
                      <a:cubicBezTo>
                        <a:pt x="423999" y="434888"/>
                        <a:pt x="1002790" y="77980"/>
                        <a:pt x="162056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100000">
                      <a:schemeClr val="accent6">
                        <a:lumMod val="75000"/>
                      </a:schemeClr>
                    </a:gs>
                  </a:gsLst>
                  <a:lin ang="5400000" scaled="1"/>
                </a:gradFill>
                <a:ln>
                  <a:noFill/>
                </a:ln>
                <a:effectLst>
                  <a:outerShdw blurRad="127000" dist="38100" dir="2700000" algn="tl" rotWithShape="0">
                    <a:prstClr val="black">
                      <a:alpha val="20000"/>
                    </a:prstClr>
                  </a:outerShdw>
                </a:effectLst>
              </p:spPr>
              <p:txBody>
                <a:bodyPr vert="horz" wrap="square" lIns="91299" tIns="45649" rIns="91299" bIns="45649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798"/>
                </a:p>
              </p:txBody>
            </p:sp>
          </p:grpSp>
        </p:grpSp>
        <p:grpSp>
          <p:nvGrpSpPr>
            <p:cNvPr id="69" name="Graphic 57">
              <a:extLst>
                <a:ext uri="{FF2B5EF4-FFF2-40B4-BE49-F238E27FC236}">
                  <a16:creationId xmlns:a16="http://schemas.microsoft.com/office/drawing/2014/main" id="{4AB51F59-0162-874C-88CC-571B1FEA36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789065" y="5007551"/>
              <a:ext cx="423662" cy="318762"/>
              <a:chOff x="6102047" y="2464454"/>
              <a:chExt cx="423662" cy="318762"/>
            </a:xfrm>
            <a:solidFill>
              <a:srgbClr val="FFFFFF"/>
            </a:solidFill>
          </p:grpSpPr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CB695462-A455-F249-A43E-12560AED8C47}"/>
                  </a:ext>
                </a:extLst>
              </p:cNvPr>
              <p:cNvSpPr/>
              <p:nvPr/>
            </p:nvSpPr>
            <p:spPr>
              <a:xfrm>
                <a:off x="6102047" y="2768144"/>
                <a:ext cx="423662" cy="15071"/>
              </a:xfrm>
              <a:custGeom>
                <a:avLst/>
                <a:gdLst>
                  <a:gd name="connsiteX0" fmla="*/ 415111 w 423662"/>
                  <a:gd name="connsiteY0" fmla="*/ 15009 h 15071"/>
                  <a:gd name="connsiteX1" fmla="*/ 8551 w 423662"/>
                  <a:gd name="connsiteY1" fmla="*/ 15009 h 15071"/>
                  <a:gd name="connsiteX2" fmla="*/ 63 w 423662"/>
                  <a:gd name="connsiteY2" fmla="*/ 8499 h 15071"/>
                  <a:gd name="connsiteX3" fmla="*/ 6614 w 423662"/>
                  <a:gd name="connsiteY3" fmla="*/ 63 h 15071"/>
                  <a:gd name="connsiteX4" fmla="*/ 8551 w 423662"/>
                  <a:gd name="connsiteY4" fmla="*/ 63 h 15071"/>
                  <a:gd name="connsiteX5" fmla="*/ 415111 w 423662"/>
                  <a:gd name="connsiteY5" fmla="*/ 63 h 15071"/>
                  <a:gd name="connsiteX6" fmla="*/ 423599 w 423662"/>
                  <a:gd name="connsiteY6" fmla="*/ 6573 h 15071"/>
                  <a:gd name="connsiteX7" fmla="*/ 417048 w 423662"/>
                  <a:gd name="connsiteY7" fmla="*/ 15009 h 15071"/>
                  <a:gd name="connsiteX8" fmla="*/ 415111 w 423662"/>
                  <a:gd name="connsiteY8" fmla="*/ 15009 h 1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3662" h="15071">
                    <a:moveTo>
                      <a:pt x="415111" y="15009"/>
                    </a:moveTo>
                    <a:lnTo>
                      <a:pt x="8551" y="15009"/>
                    </a:lnTo>
                    <a:cubicBezTo>
                      <a:pt x="4398" y="15541"/>
                      <a:pt x="598" y="12626"/>
                      <a:pt x="63" y="8499"/>
                    </a:cubicBezTo>
                    <a:cubicBezTo>
                      <a:pt x="-472" y="4371"/>
                      <a:pt x="2461" y="594"/>
                      <a:pt x="6614" y="63"/>
                    </a:cubicBezTo>
                    <a:cubicBezTo>
                      <a:pt x="7257" y="-20"/>
                      <a:pt x="7908" y="-20"/>
                      <a:pt x="8551" y="63"/>
                    </a:cubicBezTo>
                    <a:lnTo>
                      <a:pt x="415111" y="63"/>
                    </a:lnTo>
                    <a:cubicBezTo>
                      <a:pt x="419264" y="-469"/>
                      <a:pt x="423064" y="2446"/>
                      <a:pt x="423599" y="6573"/>
                    </a:cubicBezTo>
                    <a:cubicBezTo>
                      <a:pt x="424134" y="10701"/>
                      <a:pt x="421201" y="14478"/>
                      <a:pt x="417048" y="15009"/>
                    </a:cubicBezTo>
                    <a:cubicBezTo>
                      <a:pt x="416405" y="15092"/>
                      <a:pt x="415754" y="15092"/>
                      <a:pt x="415111" y="15009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B36B9E48-7AD2-BB4A-85F6-4E60CC762254}"/>
                  </a:ext>
                </a:extLst>
              </p:cNvPr>
              <p:cNvSpPr/>
              <p:nvPr/>
            </p:nvSpPr>
            <p:spPr>
              <a:xfrm>
                <a:off x="6142479" y="2524363"/>
                <a:ext cx="86693" cy="217260"/>
              </a:xfrm>
              <a:custGeom>
                <a:avLst/>
                <a:gdLst>
                  <a:gd name="connsiteX0" fmla="*/ 79112 w 86693"/>
                  <a:gd name="connsiteY0" fmla="*/ 216297 h 217260"/>
                  <a:gd name="connsiteX1" fmla="*/ 71653 w 86693"/>
                  <a:gd name="connsiteY1" fmla="*/ 208886 h 217260"/>
                  <a:gd name="connsiteX2" fmla="*/ 71654 w 86693"/>
                  <a:gd name="connsiteY2" fmla="*/ 208762 h 217260"/>
                  <a:gd name="connsiteX3" fmla="*/ 71654 w 86693"/>
                  <a:gd name="connsiteY3" fmla="*/ 14948 h 217260"/>
                  <a:gd name="connsiteX4" fmla="*/ 15101 w 86693"/>
                  <a:gd name="connsiteY4" fmla="*/ 14948 h 217260"/>
                  <a:gd name="connsiteX5" fmla="*/ 15101 w 86693"/>
                  <a:gd name="connsiteY5" fmla="*/ 208762 h 217260"/>
                  <a:gd name="connsiteX6" fmla="*/ 8551 w 86693"/>
                  <a:gd name="connsiteY6" fmla="*/ 217198 h 217260"/>
                  <a:gd name="connsiteX7" fmla="*/ 62 w 86693"/>
                  <a:gd name="connsiteY7" fmla="*/ 210687 h 217260"/>
                  <a:gd name="connsiteX8" fmla="*/ 62 w 86693"/>
                  <a:gd name="connsiteY8" fmla="*/ 208762 h 217260"/>
                  <a:gd name="connsiteX9" fmla="*/ 62 w 86693"/>
                  <a:gd name="connsiteY9" fmla="*/ 7413 h 217260"/>
                  <a:gd name="connsiteX10" fmla="*/ 7519 w 86693"/>
                  <a:gd name="connsiteY10" fmla="*/ 0 h 217260"/>
                  <a:gd name="connsiteX11" fmla="*/ 7644 w 86693"/>
                  <a:gd name="connsiteY11" fmla="*/ 1 h 217260"/>
                  <a:gd name="connsiteX12" fmla="*/ 79112 w 86693"/>
                  <a:gd name="connsiteY12" fmla="*/ 1 h 217260"/>
                  <a:gd name="connsiteX13" fmla="*/ 86693 w 86693"/>
                  <a:gd name="connsiteY13" fmla="*/ 7288 h 217260"/>
                  <a:gd name="connsiteX14" fmla="*/ 86694 w 86693"/>
                  <a:gd name="connsiteY14" fmla="*/ 7413 h 217260"/>
                  <a:gd name="connsiteX15" fmla="*/ 86694 w 86693"/>
                  <a:gd name="connsiteY15" fmla="*/ 208762 h 217260"/>
                  <a:gd name="connsiteX16" fmla="*/ 79112 w 86693"/>
                  <a:gd name="connsiteY16" fmla="*/ 216297 h 217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6693" h="217260">
                    <a:moveTo>
                      <a:pt x="79112" y="216297"/>
                    </a:moveTo>
                    <a:cubicBezTo>
                      <a:pt x="74993" y="216297"/>
                      <a:pt x="71654" y="212979"/>
                      <a:pt x="71653" y="208886"/>
                    </a:cubicBezTo>
                    <a:cubicBezTo>
                      <a:pt x="71653" y="208845"/>
                      <a:pt x="71654" y="208803"/>
                      <a:pt x="71654" y="208762"/>
                    </a:cubicBezTo>
                    <a:lnTo>
                      <a:pt x="71654" y="14948"/>
                    </a:lnTo>
                    <a:lnTo>
                      <a:pt x="15101" y="14948"/>
                    </a:lnTo>
                    <a:lnTo>
                      <a:pt x="15101" y="208762"/>
                    </a:lnTo>
                    <a:cubicBezTo>
                      <a:pt x="15637" y="212889"/>
                      <a:pt x="12704" y="216666"/>
                      <a:pt x="8551" y="217198"/>
                    </a:cubicBezTo>
                    <a:cubicBezTo>
                      <a:pt x="4398" y="217729"/>
                      <a:pt x="597" y="214815"/>
                      <a:pt x="62" y="210687"/>
                    </a:cubicBezTo>
                    <a:cubicBezTo>
                      <a:pt x="-21" y="210048"/>
                      <a:pt x="-21" y="209401"/>
                      <a:pt x="62" y="208762"/>
                    </a:cubicBezTo>
                    <a:lnTo>
                      <a:pt x="62" y="7413"/>
                    </a:lnTo>
                    <a:cubicBezTo>
                      <a:pt x="62" y="3319"/>
                      <a:pt x="3400" y="1"/>
                      <a:pt x="7519" y="0"/>
                    </a:cubicBezTo>
                    <a:cubicBezTo>
                      <a:pt x="7560" y="0"/>
                      <a:pt x="7602" y="0"/>
                      <a:pt x="7644" y="1"/>
                    </a:cubicBezTo>
                    <a:lnTo>
                      <a:pt x="79112" y="1"/>
                    </a:lnTo>
                    <a:cubicBezTo>
                      <a:pt x="83230" y="-67"/>
                      <a:pt x="86624" y="3195"/>
                      <a:pt x="86693" y="7288"/>
                    </a:cubicBezTo>
                    <a:cubicBezTo>
                      <a:pt x="86693" y="7330"/>
                      <a:pt x="86694" y="7371"/>
                      <a:pt x="86694" y="7413"/>
                    </a:cubicBezTo>
                    <a:lnTo>
                      <a:pt x="86694" y="208762"/>
                    </a:lnTo>
                    <a:cubicBezTo>
                      <a:pt x="86694" y="212923"/>
                      <a:pt x="83299" y="216297"/>
                      <a:pt x="79112" y="216297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C53D44E5-1316-5040-B802-38272831C7C0}"/>
                  </a:ext>
                </a:extLst>
              </p:cNvPr>
              <p:cNvSpPr/>
              <p:nvPr/>
            </p:nvSpPr>
            <p:spPr>
              <a:xfrm>
                <a:off x="6270500" y="2493976"/>
                <a:ext cx="86693" cy="247646"/>
              </a:xfrm>
              <a:custGeom>
                <a:avLst/>
                <a:gdLst>
                  <a:gd name="connsiteX0" fmla="*/ 79112 w 86693"/>
                  <a:gd name="connsiteY0" fmla="*/ 246683 h 247646"/>
                  <a:gd name="connsiteX1" fmla="*/ 71653 w 86693"/>
                  <a:gd name="connsiteY1" fmla="*/ 239273 h 247646"/>
                  <a:gd name="connsiteX2" fmla="*/ 71654 w 86693"/>
                  <a:gd name="connsiteY2" fmla="*/ 239148 h 247646"/>
                  <a:gd name="connsiteX3" fmla="*/ 71654 w 86693"/>
                  <a:gd name="connsiteY3" fmla="*/ 15317 h 247646"/>
                  <a:gd name="connsiteX4" fmla="*/ 15101 w 86693"/>
                  <a:gd name="connsiteY4" fmla="*/ 15317 h 247646"/>
                  <a:gd name="connsiteX5" fmla="*/ 15101 w 86693"/>
                  <a:gd name="connsiteY5" fmla="*/ 239148 h 247646"/>
                  <a:gd name="connsiteX6" fmla="*/ 8551 w 86693"/>
                  <a:gd name="connsiteY6" fmla="*/ 247584 h 247646"/>
                  <a:gd name="connsiteX7" fmla="*/ 62 w 86693"/>
                  <a:gd name="connsiteY7" fmla="*/ 241074 h 247646"/>
                  <a:gd name="connsiteX8" fmla="*/ 62 w 86693"/>
                  <a:gd name="connsiteY8" fmla="*/ 239148 h 247646"/>
                  <a:gd name="connsiteX9" fmla="*/ 62 w 86693"/>
                  <a:gd name="connsiteY9" fmla="*/ 7535 h 247646"/>
                  <a:gd name="connsiteX10" fmla="*/ 7644 w 86693"/>
                  <a:gd name="connsiteY10" fmla="*/ 0 h 247646"/>
                  <a:gd name="connsiteX11" fmla="*/ 79112 w 86693"/>
                  <a:gd name="connsiteY11" fmla="*/ 0 h 247646"/>
                  <a:gd name="connsiteX12" fmla="*/ 86694 w 86693"/>
                  <a:gd name="connsiteY12" fmla="*/ 7535 h 247646"/>
                  <a:gd name="connsiteX13" fmla="*/ 86694 w 86693"/>
                  <a:gd name="connsiteY13" fmla="*/ 239148 h 247646"/>
                  <a:gd name="connsiteX14" fmla="*/ 79112 w 86693"/>
                  <a:gd name="connsiteY14" fmla="*/ 246683 h 247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6693" h="247646">
                    <a:moveTo>
                      <a:pt x="79112" y="246683"/>
                    </a:moveTo>
                    <a:cubicBezTo>
                      <a:pt x="74993" y="246684"/>
                      <a:pt x="71654" y="243366"/>
                      <a:pt x="71653" y="239273"/>
                    </a:cubicBezTo>
                    <a:cubicBezTo>
                      <a:pt x="71653" y="239231"/>
                      <a:pt x="71654" y="239190"/>
                      <a:pt x="71654" y="239148"/>
                    </a:cubicBezTo>
                    <a:lnTo>
                      <a:pt x="71654" y="15317"/>
                    </a:lnTo>
                    <a:lnTo>
                      <a:pt x="15101" y="15317"/>
                    </a:lnTo>
                    <a:lnTo>
                      <a:pt x="15101" y="239148"/>
                    </a:lnTo>
                    <a:cubicBezTo>
                      <a:pt x="15637" y="243276"/>
                      <a:pt x="12704" y="247053"/>
                      <a:pt x="8551" y="247584"/>
                    </a:cubicBezTo>
                    <a:cubicBezTo>
                      <a:pt x="4398" y="248116"/>
                      <a:pt x="597" y="245201"/>
                      <a:pt x="62" y="241074"/>
                    </a:cubicBezTo>
                    <a:cubicBezTo>
                      <a:pt x="-21" y="240434"/>
                      <a:pt x="-21" y="239787"/>
                      <a:pt x="62" y="239148"/>
                    </a:cubicBezTo>
                    <a:lnTo>
                      <a:pt x="62" y="7535"/>
                    </a:lnTo>
                    <a:cubicBezTo>
                      <a:pt x="62" y="3374"/>
                      <a:pt x="3457" y="0"/>
                      <a:pt x="7644" y="0"/>
                    </a:cubicBezTo>
                    <a:lnTo>
                      <a:pt x="79112" y="0"/>
                    </a:lnTo>
                    <a:cubicBezTo>
                      <a:pt x="83299" y="0"/>
                      <a:pt x="86694" y="3374"/>
                      <a:pt x="86694" y="7535"/>
                    </a:cubicBezTo>
                    <a:lnTo>
                      <a:pt x="86694" y="239148"/>
                    </a:lnTo>
                    <a:cubicBezTo>
                      <a:pt x="86694" y="243310"/>
                      <a:pt x="83299" y="246683"/>
                      <a:pt x="79112" y="246683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0808284C-F3E7-2F45-9949-0BDA8488E4A2}"/>
                  </a:ext>
                </a:extLst>
              </p:cNvPr>
              <p:cNvSpPr/>
              <p:nvPr/>
            </p:nvSpPr>
            <p:spPr>
              <a:xfrm>
                <a:off x="6398582" y="2464454"/>
                <a:ext cx="86632" cy="276207"/>
              </a:xfrm>
              <a:custGeom>
                <a:avLst/>
                <a:gdLst>
                  <a:gd name="connsiteX0" fmla="*/ 7459 w 86632"/>
                  <a:gd name="connsiteY0" fmla="*/ 276206 h 276207"/>
                  <a:gd name="connsiteX1" fmla="*/ 0 w 86632"/>
                  <a:gd name="connsiteY1" fmla="*/ 268796 h 276207"/>
                  <a:gd name="connsiteX2" fmla="*/ 1 w 86632"/>
                  <a:gd name="connsiteY2" fmla="*/ 268671 h 276207"/>
                  <a:gd name="connsiteX3" fmla="*/ 1 w 86632"/>
                  <a:gd name="connsiteY3" fmla="*/ 7535 h 276207"/>
                  <a:gd name="connsiteX4" fmla="*/ 7333 w 86632"/>
                  <a:gd name="connsiteY4" fmla="*/ 1 h 276207"/>
                  <a:gd name="connsiteX5" fmla="*/ 7459 w 86632"/>
                  <a:gd name="connsiteY5" fmla="*/ 0 h 276207"/>
                  <a:gd name="connsiteX6" fmla="*/ 79051 w 86632"/>
                  <a:gd name="connsiteY6" fmla="*/ 0 h 276207"/>
                  <a:gd name="connsiteX7" fmla="*/ 86633 w 86632"/>
                  <a:gd name="connsiteY7" fmla="*/ 7535 h 276207"/>
                  <a:gd name="connsiteX8" fmla="*/ 86633 w 86632"/>
                  <a:gd name="connsiteY8" fmla="*/ 60528 h 276207"/>
                  <a:gd name="connsiteX9" fmla="*/ 79051 w 86632"/>
                  <a:gd name="connsiteY9" fmla="*/ 68063 h 276207"/>
                  <a:gd name="connsiteX10" fmla="*/ 71469 w 86632"/>
                  <a:gd name="connsiteY10" fmla="*/ 60528 h 276207"/>
                  <a:gd name="connsiteX11" fmla="*/ 71469 w 86632"/>
                  <a:gd name="connsiteY11" fmla="*/ 14947 h 276207"/>
                  <a:gd name="connsiteX12" fmla="*/ 15165 w 86632"/>
                  <a:gd name="connsiteY12" fmla="*/ 14947 h 276207"/>
                  <a:gd name="connsiteX13" fmla="*/ 15165 w 86632"/>
                  <a:gd name="connsiteY13" fmla="*/ 268671 h 276207"/>
                  <a:gd name="connsiteX14" fmla="*/ 7584 w 86632"/>
                  <a:gd name="connsiteY14" fmla="*/ 276207 h 276207"/>
                  <a:gd name="connsiteX15" fmla="*/ 7459 w 86632"/>
                  <a:gd name="connsiteY15" fmla="*/ 276206 h 276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6632" h="276207">
                    <a:moveTo>
                      <a:pt x="7459" y="276206"/>
                    </a:moveTo>
                    <a:cubicBezTo>
                      <a:pt x="3340" y="276207"/>
                      <a:pt x="1" y="272889"/>
                      <a:pt x="0" y="268796"/>
                    </a:cubicBezTo>
                    <a:cubicBezTo>
                      <a:pt x="0" y="268754"/>
                      <a:pt x="0" y="268713"/>
                      <a:pt x="1" y="268671"/>
                    </a:cubicBezTo>
                    <a:lnTo>
                      <a:pt x="1" y="7535"/>
                    </a:lnTo>
                    <a:cubicBezTo>
                      <a:pt x="-68" y="3442"/>
                      <a:pt x="3215" y="69"/>
                      <a:pt x="7333" y="1"/>
                    </a:cubicBezTo>
                    <a:cubicBezTo>
                      <a:pt x="7375" y="0"/>
                      <a:pt x="7417" y="0"/>
                      <a:pt x="7459" y="0"/>
                    </a:cubicBezTo>
                    <a:lnTo>
                      <a:pt x="79051" y="0"/>
                    </a:lnTo>
                    <a:cubicBezTo>
                      <a:pt x="83238" y="0"/>
                      <a:pt x="86633" y="3374"/>
                      <a:pt x="86633" y="7535"/>
                    </a:cubicBezTo>
                    <a:lnTo>
                      <a:pt x="86633" y="60528"/>
                    </a:lnTo>
                    <a:cubicBezTo>
                      <a:pt x="86633" y="64690"/>
                      <a:pt x="83238" y="68063"/>
                      <a:pt x="79051" y="68063"/>
                    </a:cubicBezTo>
                    <a:cubicBezTo>
                      <a:pt x="74863" y="68063"/>
                      <a:pt x="71469" y="64690"/>
                      <a:pt x="71469" y="60528"/>
                    </a:cubicBezTo>
                    <a:lnTo>
                      <a:pt x="71469" y="14947"/>
                    </a:lnTo>
                    <a:lnTo>
                      <a:pt x="15165" y="14947"/>
                    </a:lnTo>
                    <a:lnTo>
                      <a:pt x="15165" y="268671"/>
                    </a:lnTo>
                    <a:cubicBezTo>
                      <a:pt x="15165" y="272833"/>
                      <a:pt x="11771" y="276207"/>
                      <a:pt x="7584" y="276207"/>
                    </a:cubicBezTo>
                    <a:cubicBezTo>
                      <a:pt x="7542" y="276207"/>
                      <a:pt x="7500" y="276207"/>
                      <a:pt x="7459" y="276206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EF32AB9-E403-0A41-8FA0-A723D4F46F94}"/>
                  </a:ext>
                </a:extLst>
              </p:cNvPr>
              <p:cNvSpPr/>
              <p:nvPr/>
            </p:nvSpPr>
            <p:spPr>
              <a:xfrm>
                <a:off x="6470051" y="2653079"/>
                <a:ext cx="15163" cy="37428"/>
              </a:xfrm>
              <a:custGeom>
                <a:avLst/>
                <a:gdLst>
                  <a:gd name="connsiteX0" fmla="*/ 7582 w 15163"/>
                  <a:gd name="connsiteY0" fmla="*/ 37429 h 37428"/>
                  <a:gd name="connsiteX1" fmla="*/ 0 w 15163"/>
                  <a:gd name="connsiteY1" fmla="*/ 30017 h 37428"/>
                  <a:gd name="connsiteX2" fmla="*/ 0 w 15163"/>
                  <a:gd name="connsiteY2" fmla="*/ 7535 h 37428"/>
                  <a:gd name="connsiteX3" fmla="*/ 7582 w 15163"/>
                  <a:gd name="connsiteY3" fmla="*/ 0 h 37428"/>
                  <a:gd name="connsiteX4" fmla="*/ 15164 w 15163"/>
                  <a:gd name="connsiteY4" fmla="*/ 7535 h 37428"/>
                  <a:gd name="connsiteX5" fmla="*/ 15164 w 15163"/>
                  <a:gd name="connsiteY5" fmla="*/ 30017 h 37428"/>
                  <a:gd name="connsiteX6" fmla="*/ 7582 w 15163"/>
                  <a:gd name="connsiteY6" fmla="*/ 37429 h 37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63" h="37428">
                    <a:moveTo>
                      <a:pt x="7582" y="37429"/>
                    </a:moveTo>
                    <a:cubicBezTo>
                      <a:pt x="3443" y="37429"/>
                      <a:pt x="68" y="34130"/>
                      <a:pt x="0" y="30017"/>
                    </a:cubicBezTo>
                    <a:lnTo>
                      <a:pt x="0" y="7535"/>
                    </a:lnTo>
                    <a:cubicBezTo>
                      <a:pt x="0" y="3374"/>
                      <a:pt x="3395" y="0"/>
                      <a:pt x="7582" y="0"/>
                    </a:cubicBezTo>
                    <a:cubicBezTo>
                      <a:pt x="11769" y="0"/>
                      <a:pt x="15164" y="3374"/>
                      <a:pt x="15164" y="7535"/>
                    </a:cubicBezTo>
                    <a:lnTo>
                      <a:pt x="15164" y="30017"/>
                    </a:lnTo>
                    <a:cubicBezTo>
                      <a:pt x="15096" y="34130"/>
                      <a:pt x="11721" y="37429"/>
                      <a:pt x="7582" y="37429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62D2E366-FDB9-F846-826B-BCAFAF394554}"/>
                  </a:ext>
                </a:extLst>
              </p:cNvPr>
              <p:cNvSpPr/>
              <p:nvPr/>
            </p:nvSpPr>
            <p:spPr>
              <a:xfrm>
                <a:off x="6470051" y="2577604"/>
                <a:ext cx="15163" cy="52745"/>
              </a:xfrm>
              <a:custGeom>
                <a:avLst/>
                <a:gdLst>
                  <a:gd name="connsiteX0" fmla="*/ 7582 w 15163"/>
                  <a:gd name="connsiteY0" fmla="*/ 52746 h 52745"/>
                  <a:gd name="connsiteX1" fmla="*/ 0 w 15163"/>
                  <a:gd name="connsiteY1" fmla="*/ 45211 h 52745"/>
                  <a:gd name="connsiteX2" fmla="*/ 0 w 15163"/>
                  <a:gd name="connsiteY2" fmla="*/ 7535 h 52745"/>
                  <a:gd name="connsiteX3" fmla="*/ 7582 w 15163"/>
                  <a:gd name="connsiteY3" fmla="*/ 0 h 52745"/>
                  <a:gd name="connsiteX4" fmla="*/ 15164 w 15163"/>
                  <a:gd name="connsiteY4" fmla="*/ 7535 h 52745"/>
                  <a:gd name="connsiteX5" fmla="*/ 15164 w 15163"/>
                  <a:gd name="connsiteY5" fmla="*/ 45211 h 52745"/>
                  <a:gd name="connsiteX6" fmla="*/ 7582 w 15163"/>
                  <a:gd name="connsiteY6" fmla="*/ 52746 h 5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63" h="52745">
                    <a:moveTo>
                      <a:pt x="7582" y="52746"/>
                    </a:moveTo>
                    <a:cubicBezTo>
                      <a:pt x="3395" y="52746"/>
                      <a:pt x="0" y="49372"/>
                      <a:pt x="0" y="45211"/>
                    </a:cubicBezTo>
                    <a:lnTo>
                      <a:pt x="0" y="7535"/>
                    </a:lnTo>
                    <a:cubicBezTo>
                      <a:pt x="0" y="3374"/>
                      <a:pt x="3395" y="0"/>
                      <a:pt x="7582" y="0"/>
                    </a:cubicBezTo>
                    <a:cubicBezTo>
                      <a:pt x="11769" y="0"/>
                      <a:pt x="15164" y="3374"/>
                      <a:pt x="15164" y="7535"/>
                    </a:cubicBezTo>
                    <a:lnTo>
                      <a:pt x="15164" y="45211"/>
                    </a:lnTo>
                    <a:cubicBezTo>
                      <a:pt x="15164" y="49372"/>
                      <a:pt x="11769" y="52746"/>
                      <a:pt x="7582" y="52746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9B29672E-1A2B-AC48-B1FB-4786EB8F2BAA}"/>
                  </a:ext>
                </a:extLst>
              </p:cNvPr>
              <p:cNvSpPr/>
              <p:nvPr/>
            </p:nvSpPr>
            <p:spPr>
              <a:xfrm>
                <a:off x="6470051" y="2517447"/>
                <a:ext cx="15163" cy="37428"/>
              </a:xfrm>
              <a:custGeom>
                <a:avLst/>
                <a:gdLst>
                  <a:gd name="connsiteX0" fmla="*/ 7582 w 15163"/>
                  <a:gd name="connsiteY0" fmla="*/ 37429 h 37428"/>
                  <a:gd name="connsiteX1" fmla="*/ 0 w 15163"/>
                  <a:gd name="connsiteY1" fmla="*/ 29894 h 37428"/>
                  <a:gd name="connsiteX2" fmla="*/ 0 w 15163"/>
                  <a:gd name="connsiteY2" fmla="*/ 7535 h 37428"/>
                  <a:gd name="connsiteX3" fmla="*/ 7582 w 15163"/>
                  <a:gd name="connsiteY3" fmla="*/ 0 h 37428"/>
                  <a:gd name="connsiteX4" fmla="*/ 15164 w 15163"/>
                  <a:gd name="connsiteY4" fmla="*/ 7535 h 37428"/>
                  <a:gd name="connsiteX5" fmla="*/ 15164 w 15163"/>
                  <a:gd name="connsiteY5" fmla="*/ 29894 h 37428"/>
                  <a:gd name="connsiteX6" fmla="*/ 7582 w 15163"/>
                  <a:gd name="connsiteY6" fmla="*/ 37429 h 37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63" h="37428">
                    <a:moveTo>
                      <a:pt x="7582" y="37429"/>
                    </a:moveTo>
                    <a:cubicBezTo>
                      <a:pt x="3395" y="37429"/>
                      <a:pt x="0" y="34055"/>
                      <a:pt x="0" y="29894"/>
                    </a:cubicBezTo>
                    <a:lnTo>
                      <a:pt x="0" y="7535"/>
                    </a:lnTo>
                    <a:cubicBezTo>
                      <a:pt x="0" y="3374"/>
                      <a:pt x="3395" y="0"/>
                      <a:pt x="7582" y="0"/>
                    </a:cubicBezTo>
                    <a:cubicBezTo>
                      <a:pt x="11769" y="0"/>
                      <a:pt x="15164" y="3374"/>
                      <a:pt x="15164" y="7535"/>
                    </a:cubicBezTo>
                    <a:lnTo>
                      <a:pt x="15164" y="29894"/>
                    </a:lnTo>
                    <a:cubicBezTo>
                      <a:pt x="15164" y="34055"/>
                      <a:pt x="11769" y="37429"/>
                      <a:pt x="7582" y="37429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53A1E980-3BB7-C64A-BB97-8B1A5F224CDD}"/>
                  </a:ext>
                </a:extLst>
              </p:cNvPr>
              <p:cNvSpPr/>
              <p:nvPr/>
            </p:nvSpPr>
            <p:spPr>
              <a:xfrm>
                <a:off x="6470051" y="2675561"/>
                <a:ext cx="15163" cy="65098"/>
              </a:xfrm>
              <a:custGeom>
                <a:avLst/>
                <a:gdLst>
                  <a:gd name="connsiteX0" fmla="*/ 7582 w 15163"/>
                  <a:gd name="connsiteY0" fmla="*/ 65099 h 65098"/>
                  <a:gd name="connsiteX1" fmla="*/ 0 w 15163"/>
                  <a:gd name="connsiteY1" fmla="*/ 57564 h 65098"/>
                  <a:gd name="connsiteX2" fmla="*/ 0 w 15163"/>
                  <a:gd name="connsiteY2" fmla="*/ 7535 h 65098"/>
                  <a:gd name="connsiteX3" fmla="*/ 7582 w 15163"/>
                  <a:gd name="connsiteY3" fmla="*/ 0 h 65098"/>
                  <a:gd name="connsiteX4" fmla="*/ 15164 w 15163"/>
                  <a:gd name="connsiteY4" fmla="*/ 7535 h 65098"/>
                  <a:gd name="connsiteX5" fmla="*/ 15164 w 15163"/>
                  <a:gd name="connsiteY5" fmla="*/ 57564 h 65098"/>
                  <a:gd name="connsiteX6" fmla="*/ 7582 w 15163"/>
                  <a:gd name="connsiteY6" fmla="*/ 65099 h 65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63" h="65098">
                    <a:moveTo>
                      <a:pt x="7582" y="65099"/>
                    </a:moveTo>
                    <a:cubicBezTo>
                      <a:pt x="3395" y="65099"/>
                      <a:pt x="0" y="61725"/>
                      <a:pt x="0" y="57564"/>
                    </a:cubicBezTo>
                    <a:lnTo>
                      <a:pt x="0" y="7535"/>
                    </a:lnTo>
                    <a:cubicBezTo>
                      <a:pt x="0" y="3374"/>
                      <a:pt x="3395" y="0"/>
                      <a:pt x="7582" y="0"/>
                    </a:cubicBezTo>
                    <a:cubicBezTo>
                      <a:pt x="11769" y="0"/>
                      <a:pt x="15164" y="3374"/>
                      <a:pt x="15164" y="7535"/>
                    </a:cubicBezTo>
                    <a:lnTo>
                      <a:pt x="15164" y="57564"/>
                    </a:lnTo>
                    <a:cubicBezTo>
                      <a:pt x="15164" y="61725"/>
                      <a:pt x="11769" y="65099"/>
                      <a:pt x="7582" y="65099"/>
                    </a:cubicBezTo>
                    <a:close/>
                  </a:path>
                </a:pathLst>
              </a:custGeom>
              <a:grpFill/>
              <a:ln w="123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78" name="Graphic 59">
              <a:extLst>
                <a:ext uri="{FF2B5EF4-FFF2-40B4-BE49-F238E27FC236}">
                  <a16:creationId xmlns:a16="http://schemas.microsoft.com/office/drawing/2014/main" id="{02D6A344-42B8-7A47-A7D2-89D5A14A67A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81303" y="4198311"/>
              <a:ext cx="453441" cy="344530"/>
              <a:chOff x="6085150" y="2455744"/>
              <a:chExt cx="453441" cy="344530"/>
            </a:xfrm>
            <a:solidFill>
              <a:srgbClr val="FFFFFF"/>
            </a:solidFill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3D002E1D-1EAB-194C-81DC-D505701A788D}"/>
                  </a:ext>
                </a:extLst>
              </p:cNvPr>
              <p:cNvSpPr/>
              <p:nvPr/>
            </p:nvSpPr>
            <p:spPr>
              <a:xfrm>
                <a:off x="6099125" y="2471403"/>
                <a:ext cx="114533" cy="328809"/>
              </a:xfrm>
              <a:custGeom>
                <a:avLst/>
                <a:gdLst>
                  <a:gd name="connsiteX0" fmla="*/ 107131 w 114533"/>
                  <a:gd name="connsiteY0" fmla="*/ 328808 h 328809"/>
                  <a:gd name="connsiteX1" fmla="*/ 7587 w 114533"/>
                  <a:gd name="connsiteY1" fmla="*/ 328808 h 328809"/>
                  <a:gd name="connsiteX2" fmla="*/ 64 w 114533"/>
                  <a:gd name="connsiteY2" fmla="*/ 321422 h 328809"/>
                  <a:gd name="connsiteX3" fmla="*/ 63 w 114533"/>
                  <a:gd name="connsiteY3" fmla="*/ 321296 h 328809"/>
                  <a:gd name="connsiteX4" fmla="*/ 63 w 114533"/>
                  <a:gd name="connsiteY4" fmla="*/ 226009 h 328809"/>
                  <a:gd name="connsiteX5" fmla="*/ 6564 w 114533"/>
                  <a:gd name="connsiteY5" fmla="*/ 217457 h 328809"/>
                  <a:gd name="connsiteX6" fmla="*/ 14988 w 114533"/>
                  <a:gd name="connsiteY6" fmla="*/ 224057 h 328809"/>
                  <a:gd name="connsiteX7" fmla="*/ 14988 w 114533"/>
                  <a:gd name="connsiteY7" fmla="*/ 226009 h 328809"/>
                  <a:gd name="connsiteX8" fmla="*/ 14988 w 114533"/>
                  <a:gd name="connsiteY8" fmla="*/ 313658 h 328809"/>
                  <a:gd name="connsiteX9" fmla="*/ 99607 w 114533"/>
                  <a:gd name="connsiteY9" fmla="*/ 313658 h 328809"/>
                  <a:gd name="connsiteX10" fmla="*/ 99607 w 114533"/>
                  <a:gd name="connsiteY10" fmla="*/ 15276 h 328809"/>
                  <a:gd name="connsiteX11" fmla="*/ 14988 w 114533"/>
                  <a:gd name="connsiteY11" fmla="*/ 15276 h 328809"/>
                  <a:gd name="connsiteX12" fmla="*/ 14988 w 114533"/>
                  <a:gd name="connsiteY12" fmla="*/ 79385 h 328809"/>
                  <a:gd name="connsiteX13" fmla="*/ 6564 w 114533"/>
                  <a:gd name="connsiteY13" fmla="*/ 85984 h 328809"/>
                  <a:gd name="connsiteX14" fmla="*/ 63 w 114533"/>
                  <a:gd name="connsiteY14" fmla="*/ 79385 h 328809"/>
                  <a:gd name="connsiteX15" fmla="*/ 63 w 114533"/>
                  <a:gd name="connsiteY15" fmla="*/ 7638 h 328809"/>
                  <a:gd name="connsiteX16" fmla="*/ 7587 w 114533"/>
                  <a:gd name="connsiteY16" fmla="*/ 0 h 328809"/>
                  <a:gd name="connsiteX17" fmla="*/ 107131 w 114533"/>
                  <a:gd name="connsiteY17" fmla="*/ 0 h 328809"/>
                  <a:gd name="connsiteX18" fmla="*/ 114534 w 114533"/>
                  <a:gd name="connsiteY18" fmla="*/ 7512 h 328809"/>
                  <a:gd name="connsiteX19" fmla="*/ 114533 w 114533"/>
                  <a:gd name="connsiteY19" fmla="*/ 7638 h 328809"/>
                  <a:gd name="connsiteX20" fmla="*/ 114533 w 114533"/>
                  <a:gd name="connsiteY20" fmla="*/ 321296 h 328809"/>
                  <a:gd name="connsiteX21" fmla="*/ 107131 w 114533"/>
                  <a:gd name="connsiteY21" fmla="*/ 328808 h 328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4533" h="328809">
                    <a:moveTo>
                      <a:pt x="107131" y="328808"/>
                    </a:moveTo>
                    <a:lnTo>
                      <a:pt x="7587" y="328808"/>
                    </a:lnTo>
                    <a:cubicBezTo>
                      <a:pt x="3500" y="328877"/>
                      <a:pt x="132" y="325570"/>
                      <a:pt x="64" y="321422"/>
                    </a:cubicBezTo>
                    <a:cubicBezTo>
                      <a:pt x="63" y="321380"/>
                      <a:pt x="62" y="321338"/>
                      <a:pt x="63" y="321296"/>
                    </a:cubicBezTo>
                    <a:lnTo>
                      <a:pt x="63" y="226009"/>
                    </a:lnTo>
                    <a:cubicBezTo>
                      <a:pt x="-468" y="221825"/>
                      <a:pt x="2442" y="217996"/>
                      <a:pt x="6564" y="217457"/>
                    </a:cubicBezTo>
                    <a:cubicBezTo>
                      <a:pt x="10685" y="216918"/>
                      <a:pt x="14457" y="219873"/>
                      <a:pt x="14988" y="224057"/>
                    </a:cubicBezTo>
                    <a:cubicBezTo>
                      <a:pt x="15070" y="224705"/>
                      <a:pt x="15070" y="225361"/>
                      <a:pt x="14988" y="226009"/>
                    </a:cubicBezTo>
                    <a:lnTo>
                      <a:pt x="14988" y="313658"/>
                    </a:lnTo>
                    <a:lnTo>
                      <a:pt x="99607" y="313658"/>
                    </a:lnTo>
                    <a:lnTo>
                      <a:pt x="99607" y="15276"/>
                    </a:lnTo>
                    <a:lnTo>
                      <a:pt x="14988" y="15276"/>
                    </a:lnTo>
                    <a:lnTo>
                      <a:pt x="14988" y="79385"/>
                    </a:lnTo>
                    <a:cubicBezTo>
                      <a:pt x="14457" y="83569"/>
                      <a:pt x="10685" y="86523"/>
                      <a:pt x="6564" y="85984"/>
                    </a:cubicBezTo>
                    <a:cubicBezTo>
                      <a:pt x="3171" y="85540"/>
                      <a:pt x="500" y="82829"/>
                      <a:pt x="63" y="79385"/>
                    </a:cubicBezTo>
                    <a:lnTo>
                      <a:pt x="63" y="7638"/>
                    </a:lnTo>
                    <a:cubicBezTo>
                      <a:pt x="63" y="3420"/>
                      <a:pt x="3431" y="0"/>
                      <a:pt x="7587" y="0"/>
                    </a:cubicBezTo>
                    <a:lnTo>
                      <a:pt x="107131" y="0"/>
                    </a:lnTo>
                    <a:cubicBezTo>
                      <a:pt x="111219" y="-1"/>
                      <a:pt x="114533" y="3363"/>
                      <a:pt x="114534" y="7512"/>
                    </a:cubicBezTo>
                    <a:cubicBezTo>
                      <a:pt x="114534" y="7554"/>
                      <a:pt x="114533" y="7596"/>
                      <a:pt x="114533" y="7638"/>
                    </a:cubicBezTo>
                    <a:lnTo>
                      <a:pt x="114533" y="321296"/>
                    </a:lnTo>
                    <a:cubicBezTo>
                      <a:pt x="114533" y="325445"/>
                      <a:pt x="111219" y="328808"/>
                      <a:pt x="107131" y="328808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DC25FA74-18F9-6245-9655-57099F0F5E78}"/>
                  </a:ext>
                </a:extLst>
              </p:cNvPr>
              <p:cNvSpPr/>
              <p:nvPr/>
            </p:nvSpPr>
            <p:spPr>
              <a:xfrm>
                <a:off x="6099188" y="2667960"/>
                <a:ext cx="14925" cy="37089"/>
              </a:xfrm>
              <a:custGeom>
                <a:avLst/>
                <a:gdLst>
                  <a:gd name="connsiteX0" fmla="*/ 7524 w 14925"/>
                  <a:gd name="connsiteY0" fmla="*/ 37090 h 37089"/>
                  <a:gd name="connsiteX1" fmla="*/ 0 w 14925"/>
                  <a:gd name="connsiteY1" fmla="*/ 29452 h 37089"/>
                  <a:gd name="connsiteX2" fmla="*/ 0 w 14925"/>
                  <a:gd name="connsiteY2" fmla="*/ 6663 h 37089"/>
                  <a:gd name="connsiteX3" fmla="*/ 8424 w 14925"/>
                  <a:gd name="connsiteY3" fmla="*/ 63 h 37089"/>
                  <a:gd name="connsiteX4" fmla="*/ 14926 w 14925"/>
                  <a:gd name="connsiteY4" fmla="*/ 6663 h 37089"/>
                  <a:gd name="connsiteX5" fmla="*/ 14926 w 14925"/>
                  <a:gd name="connsiteY5" fmla="*/ 29452 h 37089"/>
                  <a:gd name="connsiteX6" fmla="*/ 7524 w 14925"/>
                  <a:gd name="connsiteY6" fmla="*/ 37090 h 3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925" h="37089">
                    <a:moveTo>
                      <a:pt x="7524" y="37090"/>
                    </a:moveTo>
                    <a:cubicBezTo>
                      <a:pt x="3369" y="37090"/>
                      <a:pt x="0" y="33670"/>
                      <a:pt x="0" y="29452"/>
                    </a:cubicBezTo>
                    <a:lnTo>
                      <a:pt x="0" y="6663"/>
                    </a:lnTo>
                    <a:cubicBezTo>
                      <a:pt x="531" y="2479"/>
                      <a:pt x="4303" y="-476"/>
                      <a:pt x="8424" y="63"/>
                    </a:cubicBezTo>
                    <a:cubicBezTo>
                      <a:pt x="11817" y="507"/>
                      <a:pt x="14488" y="3219"/>
                      <a:pt x="14926" y="6663"/>
                    </a:cubicBezTo>
                    <a:lnTo>
                      <a:pt x="14926" y="29452"/>
                    </a:lnTo>
                    <a:cubicBezTo>
                      <a:pt x="14926" y="33622"/>
                      <a:pt x="11632" y="37021"/>
                      <a:pt x="7524" y="37090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BDF16FFC-CAFD-E743-9DA2-28499E49C9E7}"/>
                  </a:ext>
                </a:extLst>
              </p:cNvPr>
              <p:cNvSpPr/>
              <p:nvPr/>
            </p:nvSpPr>
            <p:spPr>
              <a:xfrm>
                <a:off x="6099125" y="2598644"/>
                <a:ext cx="15049" cy="49934"/>
              </a:xfrm>
              <a:custGeom>
                <a:avLst/>
                <a:gdLst>
                  <a:gd name="connsiteX0" fmla="*/ 7587 w 15049"/>
                  <a:gd name="connsiteY0" fmla="*/ 49935 h 49934"/>
                  <a:gd name="connsiteX1" fmla="*/ 63 w 15049"/>
                  <a:gd name="connsiteY1" fmla="*/ 42297 h 49934"/>
                  <a:gd name="connsiteX2" fmla="*/ 63 w 15049"/>
                  <a:gd name="connsiteY2" fmla="*/ 8615 h 49934"/>
                  <a:gd name="connsiteX3" fmla="*/ 6564 w 15049"/>
                  <a:gd name="connsiteY3" fmla="*/ 63 h 49934"/>
                  <a:gd name="connsiteX4" fmla="*/ 14988 w 15049"/>
                  <a:gd name="connsiteY4" fmla="*/ 6663 h 49934"/>
                  <a:gd name="connsiteX5" fmla="*/ 14988 w 15049"/>
                  <a:gd name="connsiteY5" fmla="*/ 8615 h 49934"/>
                  <a:gd name="connsiteX6" fmla="*/ 14988 w 15049"/>
                  <a:gd name="connsiteY6" fmla="*/ 42297 h 49934"/>
                  <a:gd name="connsiteX7" fmla="*/ 7587 w 15049"/>
                  <a:gd name="connsiteY7" fmla="*/ 49935 h 49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049" h="49934">
                    <a:moveTo>
                      <a:pt x="7587" y="49935"/>
                    </a:moveTo>
                    <a:cubicBezTo>
                      <a:pt x="3431" y="49935"/>
                      <a:pt x="63" y="46515"/>
                      <a:pt x="63" y="42297"/>
                    </a:cubicBezTo>
                    <a:lnTo>
                      <a:pt x="63" y="8615"/>
                    </a:lnTo>
                    <a:cubicBezTo>
                      <a:pt x="-468" y="4431"/>
                      <a:pt x="2442" y="602"/>
                      <a:pt x="6564" y="63"/>
                    </a:cubicBezTo>
                    <a:cubicBezTo>
                      <a:pt x="10685" y="-476"/>
                      <a:pt x="14457" y="2479"/>
                      <a:pt x="14988" y="6663"/>
                    </a:cubicBezTo>
                    <a:cubicBezTo>
                      <a:pt x="15070" y="7311"/>
                      <a:pt x="15070" y="7967"/>
                      <a:pt x="14988" y="8615"/>
                    </a:cubicBezTo>
                    <a:lnTo>
                      <a:pt x="14988" y="42297"/>
                    </a:lnTo>
                    <a:cubicBezTo>
                      <a:pt x="14989" y="46467"/>
                      <a:pt x="11694" y="49867"/>
                      <a:pt x="7587" y="49935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404D863C-911F-D14A-8D5C-62DC0587D463}"/>
                  </a:ext>
                </a:extLst>
              </p:cNvPr>
              <p:cNvSpPr/>
              <p:nvPr/>
            </p:nvSpPr>
            <p:spPr>
              <a:xfrm>
                <a:off x="6099125" y="2542173"/>
                <a:ext cx="15049" cy="39041"/>
              </a:xfrm>
              <a:custGeom>
                <a:avLst/>
                <a:gdLst>
                  <a:gd name="connsiteX0" fmla="*/ 7587 w 15049"/>
                  <a:gd name="connsiteY0" fmla="*/ 39041 h 39041"/>
                  <a:gd name="connsiteX1" fmla="*/ 63 w 15049"/>
                  <a:gd name="connsiteY1" fmla="*/ 31403 h 39041"/>
                  <a:gd name="connsiteX2" fmla="*/ 63 w 15049"/>
                  <a:gd name="connsiteY2" fmla="*/ 8615 h 39041"/>
                  <a:gd name="connsiteX3" fmla="*/ 6564 w 15049"/>
                  <a:gd name="connsiteY3" fmla="*/ 63 h 39041"/>
                  <a:gd name="connsiteX4" fmla="*/ 14988 w 15049"/>
                  <a:gd name="connsiteY4" fmla="*/ 6663 h 39041"/>
                  <a:gd name="connsiteX5" fmla="*/ 14988 w 15049"/>
                  <a:gd name="connsiteY5" fmla="*/ 8615 h 39041"/>
                  <a:gd name="connsiteX6" fmla="*/ 14988 w 15049"/>
                  <a:gd name="connsiteY6" fmla="*/ 31278 h 39041"/>
                  <a:gd name="connsiteX7" fmla="*/ 7838 w 15049"/>
                  <a:gd name="connsiteY7" fmla="*/ 39037 h 39041"/>
                  <a:gd name="connsiteX8" fmla="*/ 7587 w 15049"/>
                  <a:gd name="connsiteY8" fmla="*/ 39041 h 39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49" h="39041">
                    <a:moveTo>
                      <a:pt x="7587" y="39041"/>
                    </a:moveTo>
                    <a:cubicBezTo>
                      <a:pt x="3431" y="39041"/>
                      <a:pt x="63" y="35622"/>
                      <a:pt x="63" y="31403"/>
                    </a:cubicBezTo>
                    <a:lnTo>
                      <a:pt x="63" y="8615"/>
                    </a:lnTo>
                    <a:cubicBezTo>
                      <a:pt x="-468" y="4431"/>
                      <a:pt x="2442" y="602"/>
                      <a:pt x="6564" y="63"/>
                    </a:cubicBezTo>
                    <a:cubicBezTo>
                      <a:pt x="10685" y="-476"/>
                      <a:pt x="14457" y="2479"/>
                      <a:pt x="14988" y="6663"/>
                    </a:cubicBezTo>
                    <a:cubicBezTo>
                      <a:pt x="15070" y="7311"/>
                      <a:pt x="15070" y="7967"/>
                      <a:pt x="14988" y="8615"/>
                    </a:cubicBezTo>
                    <a:lnTo>
                      <a:pt x="14988" y="31278"/>
                    </a:lnTo>
                    <a:cubicBezTo>
                      <a:pt x="15124" y="35425"/>
                      <a:pt x="11923" y="38899"/>
                      <a:pt x="7838" y="39037"/>
                    </a:cubicBezTo>
                    <a:cubicBezTo>
                      <a:pt x="7754" y="39040"/>
                      <a:pt x="7671" y="39041"/>
                      <a:pt x="7587" y="39041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EC4B4CD5-5BB3-4143-8D8E-448AAFE3C37E}"/>
                  </a:ext>
                </a:extLst>
              </p:cNvPr>
              <p:cNvSpPr/>
              <p:nvPr/>
            </p:nvSpPr>
            <p:spPr>
              <a:xfrm>
                <a:off x="6121761" y="2500452"/>
                <a:ext cx="69323" cy="70369"/>
              </a:xfrm>
              <a:custGeom>
                <a:avLst/>
                <a:gdLst>
                  <a:gd name="connsiteX0" fmla="*/ 34662 w 69323"/>
                  <a:gd name="connsiteY0" fmla="*/ 70369 h 70369"/>
                  <a:gd name="connsiteX1" fmla="*/ 0 w 69323"/>
                  <a:gd name="connsiteY1" fmla="*/ 35185 h 70369"/>
                  <a:gd name="connsiteX2" fmla="*/ 34662 w 69323"/>
                  <a:gd name="connsiteY2" fmla="*/ 0 h 70369"/>
                  <a:gd name="connsiteX3" fmla="*/ 69323 w 69323"/>
                  <a:gd name="connsiteY3" fmla="*/ 35185 h 70369"/>
                  <a:gd name="connsiteX4" fmla="*/ 34662 w 69323"/>
                  <a:gd name="connsiteY4" fmla="*/ 70369 h 70369"/>
                  <a:gd name="connsiteX5" fmla="*/ 34662 w 69323"/>
                  <a:gd name="connsiteY5" fmla="*/ 15151 h 70369"/>
                  <a:gd name="connsiteX6" fmla="*/ 14926 w 69323"/>
                  <a:gd name="connsiteY6" fmla="*/ 35185 h 70369"/>
                  <a:gd name="connsiteX7" fmla="*/ 34662 w 69323"/>
                  <a:gd name="connsiteY7" fmla="*/ 55219 h 70369"/>
                  <a:gd name="connsiteX8" fmla="*/ 54398 w 69323"/>
                  <a:gd name="connsiteY8" fmla="*/ 35185 h 70369"/>
                  <a:gd name="connsiteX9" fmla="*/ 34662 w 69323"/>
                  <a:gd name="connsiteY9" fmla="*/ 15151 h 7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323" h="70369">
                    <a:moveTo>
                      <a:pt x="34662" y="70369"/>
                    </a:moveTo>
                    <a:cubicBezTo>
                      <a:pt x="15519" y="70369"/>
                      <a:pt x="0" y="54617"/>
                      <a:pt x="0" y="35185"/>
                    </a:cubicBezTo>
                    <a:cubicBezTo>
                      <a:pt x="0" y="15753"/>
                      <a:pt x="15519" y="0"/>
                      <a:pt x="34662" y="0"/>
                    </a:cubicBezTo>
                    <a:cubicBezTo>
                      <a:pt x="53805" y="0"/>
                      <a:pt x="69323" y="15753"/>
                      <a:pt x="69323" y="35185"/>
                    </a:cubicBezTo>
                    <a:cubicBezTo>
                      <a:pt x="69323" y="54617"/>
                      <a:pt x="53805" y="70369"/>
                      <a:pt x="34662" y="70369"/>
                    </a:cubicBezTo>
                    <a:close/>
                    <a:moveTo>
                      <a:pt x="34662" y="15151"/>
                    </a:moveTo>
                    <a:cubicBezTo>
                      <a:pt x="23762" y="15151"/>
                      <a:pt x="14926" y="24120"/>
                      <a:pt x="14926" y="35185"/>
                    </a:cubicBezTo>
                    <a:cubicBezTo>
                      <a:pt x="14926" y="46249"/>
                      <a:pt x="23762" y="55219"/>
                      <a:pt x="34662" y="55219"/>
                    </a:cubicBezTo>
                    <a:cubicBezTo>
                      <a:pt x="45562" y="55219"/>
                      <a:pt x="54398" y="46249"/>
                      <a:pt x="54398" y="35185"/>
                    </a:cubicBezTo>
                    <a:cubicBezTo>
                      <a:pt x="54398" y="24120"/>
                      <a:pt x="45562" y="15151"/>
                      <a:pt x="34662" y="15151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56AB2BF6-EF62-364D-AB1F-3292909607ED}"/>
                  </a:ext>
                </a:extLst>
              </p:cNvPr>
              <p:cNvSpPr/>
              <p:nvPr/>
            </p:nvSpPr>
            <p:spPr>
              <a:xfrm>
                <a:off x="6122130" y="2588602"/>
                <a:ext cx="68707" cy="15275"/>
              </a:xfrm>
              <a:custGeom>
                <a:avLst/>
                <a:gdLst>
                  <a:gd name="connsiteX0" fmla="*/ 61183 w 68707"/>
                  <a:gd name="connsiteY0" fmla="*/ 15276 h 15275"/>
                  <a:gd name="connsiteX1" fmla="*/ 7402 w 68707"/>
                  <a:gd name="connsiteY1" fmla="*/ 15276 h 15275"/>
                  <a:gd name="connsiteX2" fmla="*/ 0 w 68707"/>
                  <a:gd name="connsiteY2" fmla="*/ 7764 h 15275"/>
                  <a:gd name="connsiteX3" fmla="*/ 1 w 68707"/>
                  <a:gd name="connsiteY3" fmla="*/ 7638 h 15275"/>
                  <a:gd name="connsiteX4" fmla="*/ 7402 w 68707"/>
                  <a:gd name="connsiteY4" fmla="*/ 0 h 15275"/>
                  <a:gd name="connsiteX5" fmla="*/ 61183 w 68707"/>
                  <a:gd name="connsiteY5" fmla="*/ 0 h 15275"/>
                  <a:gd name="connsiteX6" fmla="*/ 68708 w 68707"/>
                  <a:gd name="connsiteY6" fmla="*/ 7638 h 15275"/>
                  <a:gd name="connsiteX7" fmla="*/ 61183 w 68707"/>
                  <a:gd name="connsiteY7" fmla="*/ 15276 h 1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707" h="15275">
                    <a:moveTo>
                      <a:pt x="61183" y="15276"/>
                    </a:moveTo>
                    <a:lnTo>
                      <a:pt x="7402" y="15276"/>
                    </a:lnTo>
                    <a:cubicBezTo>
                      <a:pt x="3315" y="15277"/>
                      <a:pt x="1" y="11913"/>
                      <a:pt x="0" y="7764"/>
                    </a:cubicBezTo>
                    <a:cubicBezTo>
                      <a:pt x="0" y="7722"/>
                      <a:pt x="0" y="7680"/>
                      <a:pt x="1" y="7638"/>
                    </a:cubicBezTo>
                    <a:cubicBezTo>
                      <a:pt x="0" y="3468"/>
                      <a:pt x="3295" y="68"/>
                      <a:pt x="7402" y="0"/>
                    </a:cubicBezTo>
                    <a:lnTo>
                      <a:pt x="61183" y="0"/>
                    </a:lnTo>
                    <a:cubicBezTo>
                      <a:pt x="65339" y="0"/>
                      <a:pt x="68708" y="3420"/>
                      <a:pt x="68708" y="7638"/>
                    </a:cubicBezTo>
                    <a:cubicBezTo>
                      <a:pt x="68708" y="11856"/>
                      <a:pt x="65339" y="15276"/>
                      <a:pt x="61183" y="15276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D49A07D1-897E-C249-8DC5-3B9CE4F458BA}"/>
                  </a:ext>
                </a:extLst>
              </p:cNvPr>
              <p:cNvSpPr/>
              <p:nvPr/>
            </p:nvSpPr>
            <p:spPr>
              <a:xfrm>
                <a:off x="6122968" y="2616085"/>
                <a:ext cx="68831" cy="15276"/>
              </a:xfrm>
              <a:custGeom>
                <a:avLst/>
                <a:gdLst>
                  <a:gd name="connsiteX0" fmla="*/ 60345 w 68831"/>
                  <a:gd name="connsiteY0" fmla="*/ 15214 h 15276"/>
                  <a:gd name="connsiteX1" fmla="*/ 6564 w 68831"/>
                  <a:gd name="connsiteY1" fmla="*/ 15214 h 15276"/>
                  <a:gd name="connsiteX2" fmla="*/ 63 w 68831"/>
                  <a:gd name="connsiteY2" fmla="*/ 6663 h 15276"/>
                  <a:gd name="connsiteX3" fmla="*/ 6564 w 68831"/>
                  <a:gd name="connsiteY3" fmla="*/ 63 h 15276"/>
                  <a:gd name="connsiteX4" fmla="*/ 60345 w 68831"/>
                  <a:gd name="connsiteY4" fmla="*/ 63 h 15276"/>
                  <a:gd name="connsiteX5" fmla="*/ 68769 w 68831"/>
                  <a:gd name="connsiteY5" fmla="*/ 6663 h 15276"/>
                  <a:gd name="connsiteX6" fmla="*/ 62268 w 68831"/>
                  <a:gd name="connsiteY6" fmla="*/ 15214 h 15276"/>
                  <a:gd name="connsiteX7" fmla="*/ 60345 w 68831"/>
                  <a:gd name="connsiteY7" fmla="*/ 15214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31" h="15276">
                    <a:moveTo>
                      <a:pt x="60345" y="15214"/>
                    </a:moveTo>
                    <a:lnTo>
                      <a:pt x="6564" y="15214"/>
                    </a:lnTo>
                    <a:cubicBezTo>
                      <a:pt x="2442" y="14675"/>
                      <a:pt x="-468" y="10847"/>
                      <a:pt x="63" y="6663"/>
                    </a:cubicBezTo>
                    <a:cubicBezTo>
                      <a:pt x="500" y="3219"/>
                      <a:pt x="3171" y="507"/>
                      <a:pt x="6564" y="63"/>
                    </a:cubicBezTo>
                    <a:lnTo>
                      <a:pt x="60345" y="63"/>
                    </a:lnTo>
                    <a:cubicBezTo>
                      <a:pt x="64467" y="-476"/>
                      <a:pt x="68238" y="2479"/>
                      <a:pt x="68769" y="6663"/>
                    </a:cubicBezTo>
                    <a:cubicBezTo>
                      <a:pt x="69300" y="10847"/>
                      <a:pt x="66389" y="14675"/>
                      <a:pt x="62268" y="15214"/>
                    </a:cubicBezTo>
                    <a:cubicBezTo>
                      <a:pt x="61630" y="15298"/>
                      <a:pt x="60983" y="15298"/>
                      <a:pt x="60345" y="1521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E9BE21D5-FA53-E447-9E91-CC95BB2F2B0E}"/>
                  </a:ext>
                </a:extLst>
              </p:cNvPr>
              <p:cNvSpPr/>
              <p:nvPr/>
            </p:nvSpPr>
            <p:spPr>
              <a:xfrm>
                <a:off x="6122968" y="2644007"/>
                <a:ext cx="68831" cy="15276"/>
              </a:xfrm>
              <a:custGeom>
                <a:avLst/>
                <a:gdLst>
                  <a:gd name="connsiteX0" fmla="*/ 60345 w 68831"/>
                  <a:gd name="connsiteY0" fmla="*/ 15214 h 15276"/>
                  <a:gd name="connsiteX1" fmla="*/ 6564 w 68831"/>
                  <a:gd name="connsiteY1" fmla="*/ 15214 h 15276"/>
                  <a:gd name="connsiteX2" fmla="*/ 63 w 68831"/>
                  <a:gd name="connsiteY2" fmla="*/ 6663 h 15276"/>
                  <a:gd name="connsiteX3" fmla="*/ 6564 w 68831"/>
                  <a:gd name="connsiteY3" fmla="*/ 63 h 15276"/>
                  <a:gd name="connsiteX4" fmla="*/ 60345 w 68831"/>
                  <a:gd name="connsiteY4" fmla="*/ 63 h 15276"/>
                  <a:gd name="connsiteX5" fmla="*/ 68769 w 68831"/>
                  <a:gd name="connsiteY5" fmla="*/ 6663 h 15276"/>
                  <a:gd name="connsiteX6" fmla="*/ 62268 w 68831"/>
                  <a:gd name="connsiteY6" fmla="*/ 15214 h 15276"/>
                  <a:gd name="connsiteX7" fmla="*/ 60345 w 68831"/>
                  <a:gd name="connsiteY7" fmla="*/ 15214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31" h="15276">
                    <a:moveTo>
                      <a:pt x="60345" y="15214"/>
                    </a:moveTo>
                    <a:lnTo>
                      <a:pt x="6564" y="15214"/>
                    </a:lnTo>
                    <a:cubicBezTo>
                      <a:pt x="2442" y="14675"/>
                      <a:pt x="-468" y="10847"/>
                      <a:pt x="63" y="6663"/>
                    </a:cubicBezTo>
                    <a:cubicBezTo>
                      <a:pt x="500" y="3219"/>
                      <a:pt x="3171" y="507"/>
                      <a:pt x="6564" y="63"/>
                    </a:cubicBezTo>
                    <a:lnTo>
                      <a:pt x="60345" y="63"/>
                    </a:lnTo>
                    <a:cubicBezTo>
                      <a:pt x="64467" y="-476"/>
                      <a:pt x="68238" y="2479"/>
                      <a:pt x="68769" y="6663"/>
                    </a:cubicBezTo>
                    <a:cubicBezTo>
                      <a:pt x="69300" y="10847"/>
                      <a:pt x="66389" y="14675"/>
                      <a:pt x="62268" y="15214"/>
                    </a:cubicBezTo>
                    <a:cubicBezTo>
                      <a:pt x="61630" y="15298"/>
                      <a:pt x="60983" y="15298"/>
                      <a:pt x="60345" y="1521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0B4C23F4-55B1-7045-8779-08D7771FEBEE}"/>
                  </a:ext>
                </a:extLst>
              </p:cNvPr>
              <p:cNvSpPr/>
              <p:nvPr/>
            </p:nvSpPr>
            <p:spPr>
              <a:xfrm>
                <a:off x="6122968" y="2671679"/>
                <a:ext cx="68831" cy="15276"/>
              </a:xfrm>
              <a:custGeom>
                <a:avLst/>
                <a:gdLst>
                  <a:gd name="connsiteX0" fmla="*/ 60345 w 68831"/>
                  <a:gd name="connsiteY0" fmla="*/ 15214 h 15276"/>
                  <a:gd name="connsiteX1" fmla="*/ 6564 w 68831"/>
                  <a:gd name="connsiteY1" fmla="*/ 15214 h 15276"/>
                  <a:gd name="connsiteX2" fmla="*/ 63 w 68831"/>
                  <a:gd name="connsiteY2" fmla="*/ 6663 h 15276"/>
                  <a:gd name="connsiteX3" fmla="*/ 6564 w 68831"/>
                  <a:gd name="connsiteY3" fmla="*/ 63 h 15276"/>
                  <a:gd name="connsiteX4" fmla="*/ 60345 w 68831"/>
                  <a:gd name="connsiteY4" fmla="*/ 63 h 15276"/>
                  <a:gd name="connsiteX5" fmla="*/ 68769 w 68831"/>
                  <a:gd name="connsiteY5" fmla="*/ 6663 h 15276"/>
                  <a:gd name="connsiteX6" fmla="*/ 62268 w 68831"/>
                  <a:gd name="connsiteY6" fmla="*/ 15214 h 15276"/>
                  <a:gd name="connsiteX7" fmla="*/ 60345 w 68831"/>
                  <a:gd name="connsiteY7" fmla="*/ 15214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31" h="15276">
                    <a:moveTo>
                      <a:pt x="60345" y="15214"/>
                    </a:moveTo>
                    <a:lnTo>
                      <a:pt x="6564" y="15214"/>
                    </a:lnTo>
                    <a:cubicBezTo>
                      <a:pt x="2442" y="14675"/>
                      <a:pt x="-468" y="10847"/>
                      <a:pt x="63" y="6663"/>
                    </a:cubicBezTo>
                    <a:cubicBezTo>
                      <a:pt x="500" y="3219"/>
                      <a:pt x="3171" y="507"/>
                      <a:pt x="6564" y="63"/>
                    </a:cubicBezTo>
                    <a:lnTo>
                      <a:pt x="60345" y="63"/>
                    </a:lnTo>
                    <a:cubicBezTo>
                      <a:pt x="64467" y="-476"/>
                      <a:pt x="68238" y="2479"/>
                      <a:pt x="68769" y="6663"/>
                    </a:cubicBezTo>
                    <a:cubicBezTo>
                      <a:pt x="69300" y="10847"/>
                      <a:pt x="66389" y="14675"/>
                      <a:pt x="62268" y="15214"/>
                    </a:cubicBezTo>
                    <a:cubicBezTo>
                      <a:pt x="61630" y="15298"/>
                      <a:pt x="60983" y="15298"/>
                      <a:pt x="60345" y="1521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0E2AC24E-3C56-EE42-A3FE-445E06A1CD39}"/>
                  </a:ext>
                </a:extLst>
              </p:cNvPr>
              <p:cNvSpPr/>
              <p:nvPr/>
            </p:nvSpPr>
            <p:spPr>
              <a:xfrm>
                <a:off x="6099188" y="2738732"/>
                <a:ext cx="114471" cy="15275"/>
              </a:xfrm>
              <a:custGeom>
                <a:avLst/>
                <a:gdLst>
                  <a:gd name="connsiteX0" fmla="*/ 107069 w 114471"/>
                  <a:gd name="connsiteY0" fmla="*/ 15276 h 15275"/>
                  <a:gd name="connsiteX1" fmla="*/ 7524 w 114471"/>
                  <a:gd name="connsiteY1" fmla="*/ 15276 h 15275"/>
                  <a:gd name="connsiteX2" fmla="*/ 0 w 114471"/>
                  <a:gd name="connsiteY2" fmla="*/ 7638 h 15275"/>
                  <a:gd name="connsiteX3" fmla="*/ 7524 w 114471"/>
                  <a:gd name="connsiteY3" fmla="*/ 0 h 15275"/>
                  <a:gd name="connsiteX4" fmla="*/ 107069 w 114471"/>
                  <a:gd name="connsiteY4" fmla="*/ 0 h 15275"/>
                  <a:gd name="connsiteX5" fmla="*/ 114470 w 114471"/>
                  <a:gd name="connsiteY5" fmla="*/ 7638 h 15275"/>
                  <a:gd name="connsiteX6" fmla="*/ 107193 w 114471"/>
                  <a:gd name="connsiteY6" fmla="*/ 15275 h 15275"/>
                  <a:gd name="connsiteX7" fmla="*/ 107069 w 114471"/>
                  <a:gd name="connsiteY7" fmla="*/ 15276 h 1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471" h="15275">
                    <a:moveTo>
                      <a:pt x="107069" y="15276"/>
                    </a:moveTo>
                    <a:lnTo>
                      <a:pt x="7524" y="15276"/>
                    </a:lnTo>
                    <a:cubicBezTo>
                      <a:pt x="3369" y="15276"/>
                      <a:pt x="0" y="11856"/>
                      <a:pt x="0" y="7638"/>
                    </a:cubicBezTo>
                    <a:cubicBezTo>
                      <a:pt x="0" y="3420"/>
                      <a:pt x="3369" y="0"/>
                      <a:pt x="7524" y="0"/>
                    </a:cubicBezTo>
                    <a:lnTo>
                      <a:pt x="107069" y="0"/>
                    </a:lnTo>
                    <a:cubicBezTo>
                      <a:pt x="111176" y="68"/>
                      <a:pt x="114471" y="3468"/>
                      <a:pt x="114470" y="7638"/>
                    </a:cubicBezTo>
                    <a:cubicBezTo>
                      <a:pt x="114538" y="11787"/>
                      <a:pt x="111280" y="15206"/>
                      <a:pt x="107193" y="15275"/>
                    </a:cubicBezTo>
                    <a:cubicBezTo>
                      <a:pt x="107152" y="15276"/>
                      <a:pt x="107110" y="15276"/>
                      <a:pt x="107069" y="15276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7BADC25-3500-374C-B181-FEF30FF9AE43}"/>
                  </a:ext>
                </a:extLst>
              </p:cNvPr>
              <p:cNvSpPr/>
              <p:nvPr/>
            </p:nvSpPr>
            <p:spPr>
              <a:xfrm>
                <a:off x="6228090" y="2472029"/>
                <a:ext cx="114471" cy="328182"/>
              </a:xfrm>
              <a:custGeom>
                <a:avLst/>
                <a:gdLst>
                  <a:gd name="connsiteX0" fmla="*/ 107069 w 114471"/>
                  <a:gd name="connsiteY0" fmla="*/ 328182 h 328182"/>
                  <a:gd name="connsiteX1" fmla="*/ 7524 w 114471"/>
                  <a:gd name="connsiteY1" fmla="*/ 328182 h 328182"/>
                  <a:gd name="connsiteX2" fmla="*/ 0 w 114471"/>
                  <a:gd name="connsiteY2" fmla="*/ 320669 h 328182"/>
                  <a:gd name="connsiteX3" fmla="*/ 0 w 114471"/>
                  <a:gd name="connsiteY3" fmla="*/ 7638 h 328182"/>
                  <a:gd name="connsiteX4" fmla="*/ 7524 w 114471"/>
                  <a:gd name="connsiteY4" fmla="*/ 0 h 328182"/>
                  <a:gd name="connsiteX5" fmla="*/ 107069 w 114471"/>
                  <a:gd name="connsiteY5" fmla="*/ 0 h 328182"/>
                  <a:gd name="connsiteX6" fmla="*/ 114471 w 114471"/>
                  <a:gd name="connsiteY6" fmla="*/ 7512 h 328182"/>
                  <a:gd name="connsiteX7" fmla="*/ 114470 w 114471"/>
                  <a:gd name="connsiteY7" fmla="*/ 7638 h 328182"/>
                  <a:gd name="connsiteX8" fmla="*/ 114470 w 114471"/>
                  <a:gd name="connsiteY8" fmla="*/ 320669 h 328182"/>
                  <a:gd name="connsiteX9" fmla="*/ 107069 w 114471"/>
                  <a:gd name="connsiteY9" fmla="*/ 328182 h 328182"/>
                  <a:gd name="connsiteX10" fmla="*/ 15049 w 114471"/>
                  <a:gd name="connsiteY10" fmla="*/ 313032 h 328182"/>
                  <a:gd name="connsiteX11" fmla="*/ 99545 w 114471"/>
                  <a:gd name="connsiteY11" fmla="*/ 313032 h 328182"/>
                  <a:gd name="connsiteX12" fmla="*/ 99545 w 114471"/>
                  <a:gd name="connsiteY12" fmla="*/ 14650 h 328182"/>
                  <a:gd name="connsiteX13" fmla="*/ 15049 w 114471"/>
                  <a:gd name="connsiteY13" fmla="*/ 14650 h 328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4471" h="328182">
                    <a:moveTo>
                      <a:pt x="107069" y="328182"/>
                    </a:moveTo>
                    <a:lnTo>
                      <a:pt x="7524" y="328182"/>
                    </a:lnTo>
                    <a:cubicBezTo>
                      <a:pt x="3416" y="328183"/>
                      <a:pt x="67" y="324839"/>
                      <a:pt x="0" y="320669"/>
                    </a:cubicBezTo>
                    <a:lnTo>
                      <a:pt x="0" y="7638"/>
                    </a:lnTo>
                    <a:cubicBezTo>
                      <a:pt x="0" y="3420"/>
                      <a:pt x="3369" y="0"/>
                      <a:pt x="7524" y="0"/>
                    </a:cubicBezTo>
                    <a:lnTo>
                      <a:pt x="107069" y="0"/>
                    </a:lnTo>
                    <a:cubicBezTo>
                      <a:pt x="111156" y="-1"/>
                      <a:pt x="114471" y="3363"/>
                      <a:pt x="114471" y="7512"/>
                    </a:cubicBezTo>
                    <a:cubicBezTo>
                      <a:pt x="114471" y="7554"/>
                      <a:pt x="114471" y="7596"/>
                      <a:pt x="114470" y="7638"/>
                    </a:cubicBezTo>
                    <a:lnTo>
                      <a:pt x="114470" y="320669"/>
                    </a:lnTo>
                    <a:cubicBezTo>
                      <a:pt x="114470" y="324819"/>
                      <a:pt x="111156" y="328182"/>
                      <a:pt x="107069" y="328182"/>
                    </a:cubicBezTo>
                    <a:close/>
                    <a:moveTo>
                      <a:pt x="15049" y="313032"/>
                    </a:moveTo>
                    <a:lnTo>
                      <a:pt x="99545" y="313032"/>
                    </a:lnTo>
                    <a:lnTo>
                      <a:pt x="99545" y="14650"/>
                    </a:lnTo>
                    <a:lnTo>
                      <a:pt x="15049" y="14650"/>
                    </a:ln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7B16F893-2C3C-9846-BF25-D1FE0AB9B55D}"/>
                  </a:ext>
                </a:extLst>
              </p:cNvPr>
              <p:cNvSpPr/>
              <p:nvPr/>
            </p:nvSpPr>
            <p:spPr>
              <a:xfrm>
                <a:off x="6251157" y="2500455"/>
                <a:ext cx="69323" cy="70369"/>
              </a:xfrm>
              <a:custGeom>
                <a:avLst/>
                <a:gdLst>
                  <a:gd name="connsiteX0" fmla="*/ 34168 w 69323"/>
                  <a:gd name="connsiteY0" fmla="*/ 70366 h 70369"/>
                  <a:gd name="connsiteX1" fmla="*/ 4 w 69323"/>
                  <a:gd name="connsiteY1" fmla="*/ 34684 h 70369"/>
                  <a:gd name="connsiteX2" fmla="*/ 35155 w 69323"/>
                  <a:gd name="connsiteY2" fmla="*/ 4 h 70369"/>
                  <a:gd name="connsiteX3" fmla="*/ 69324 w 69323"/>
                  <a:gd name="connsiteY3" fmla="*/ 35181 h 70369"/>
                  <a:gd name="connsiteX4" fmla="*/ 34665 w 69323"/>
                  <a:gd name="connsiteY4" fmla="*/ 70370 h 70369"/>
                  <a:gd name="connsiteX5" fmla="*/ 34168 w 69323"/>
                  <a:gd name="connsiteY5" fmla="*/ 70366 h 70369"/>
                  <a:gd name="connsiteX6" fmla="*/ 34168 w 69323"/>
                  <a:gd name="connsiteY6" fmla="*/ 15147 h 70369"/>
                  <a:gd name="connsiteX7" fmla="*/ 14432 w 69323"/>
                  <a:gd name="connsiteY7" fmla="*/ 35181 h 70369"/>
                  <a:gd name="connsiteX8" fmla="*/ 34168 w 69323"/>
                  <a:gd name="connsiteY8" fmla="*/ 55215 h 70369"/>
                  <a:gd name="connsiteX9" fmla="*/ 53905 w 69323"/>
                  <a:gd name="connsiteY9" fmla="*/ 35181 h 70369"/>
                  <a:gd name="connsiteX10" fmla="*/ 34168 w 69323"/>
                  <a:gd name="connsiteY10" fmla="*/ 15147 h 7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323" h="70369">
                    <a:moveTo>
                      <a:pt x="34168" y="70366"/>
                    </a:moveTo>
                    <a:cubicBezTo>
                      <a:pt x="15027" y="70089"/>
                      <a:pt x="-269" y="54114"/>
                      <a:pt x="4" y="34684"/>
                    </a:cubicBezTo>
                    <a:cubicBezTo>
                      <a:pt x="276" y="15254"/>
                      <a:pt x="16014" y="-273"/>
                      <a:pt x="35155" y="4"/>
                    </a:cubicBezTo>
                    <a:cubicBezTo>
                      <a:pt x="54103" y="277"/>
                      <a:pt x="69322" y="15946"/>
                      <a:pt x="69324" y="35181"/>
                    </a:cubicBezTo>
                    <a:cubicBezTo>
                      <a:pt x="69325" y="54613"/>
                      <a:pt x="53808" y="70368"/>
                      <a:pt x="34665" y="70370"/>
                    </a:cubicBezTo>
                    <a:cubicBezTo>
                      <a:pt x="34500" y="70370"/>
                      <a:pt x="34334" y="70368"/>
                      <a:pt x="34168" y="70366"/>
                    </a:cubicBezTo>
                    <a:close/>
                    <a:moveTo>
                      <a:pt x="34168" y="15147"/>
                    </a:moveTo>
                    <a:cubicBezTo>
                      <a:pt x="23268" y="15147"/>
                      <a:pt x="14432" y="24117"/>
                      <a:pt x="14432" y="35181"/>
                    </a:cubicBezTo>
                    <a:cubicBezTo>
                      <a:pt x="14432" y="46246"/>
                      <a:pt x="23268" y="55215"/>
                      <a:pt x="34168" y="55215"/>
                    </a:cubicBezTo>
                    <a:cubicBezTo>
                      <a:pt x="45068" y="55215"/>
                      <a:pt x="53905" y="46246"/>
                      <a:pt x="53905" y="35181"/>
                    </a:cubicBezTo>
                    <a:cubicBezTo>
                      <a:pt x="53905" y="24117"/>
                      <a:pt x="45068" y="15147"/>
                      <a:pt x="34168" y="15147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A8608FF-68E2-8742-9664-A18B1812148C}"/>
                  </a:ext>
                </a:extLst>
              </p:cNvPr>
              <p:cNvSpPr/>
              <p:nvPr/>
            </p:nvSpPr>
            <p:spPr>
              <a:xfrm>
                <a:off x="6251402" y="2588602"/>
                <a:ext cx="68707" cy="15285"/>
              </a:xfrm>
              <a:custGeom>
                <a:avLst/>
                <a:gdLst>
                  <a:gd name="connsiteX0" fmla="*/ 60813 w 68707"/>
                  <a:gd name="connsiteY0" fmla="*/ 15276 h 15285"/>
                  <a:gd name="connsiteX1" fmla="*/ 7402 w 68707"/>
                  <a:gd name="connsiteY1" fmla="*/ 15276 h 15285"/>
                  <a:gd name="connsiteX2" fmla="*/ 0 w 68707"/>
                  <a:gd name="connsiteY2" fmla="*/ 7764 h 15285"/>
                  <a:gd name="connsiteX3" fmla="*/ 1 w 68707"/>
                  <a:gd name="connsiteY3" fmla="*/ 7638 h 15285"/>
                  <a:gd name="connsiteX4" fmla="*/ 7402 w 68707"/>
                  <a:gd name="connsiteY4" fmla="*/ 0 h 15285"/>
                  <a:gd name="connsiteX5" fmla="*/ 61183 w 68707"/>
                  <a:gd name="connsiteY5" fmla="*/ 0 h 15285"/>
                  <a:gd name="connsiteX6" fmla="*/ 68708 w 68707"/>
                  <a:gd name="connsiteY6" fmla="*/ 7638 h 15285"/>
                  <a:gd name="connsiteX7" fmla="*/ 61192 w 68707"/>
                  <a:gd name="connsiteY7" fmla="*/ 15285 h 15285"/>
                  <a:gd name="connsiteX8" fmla="*/ 60813 w 68707"/>
                  <a:gd name="connsiteY8" fmla="*/ 15276 h 15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8707" h="15285">
                    <a:moveTo>
                      <a:pt x="60813" y="15276"/>
                    </a:moveTo>
                    <a:lnTo>
                      <a:pt x="7402" y="15276"/>
                    </a:lnTo>
                    <a:cubicBezTo>
                      <a:pt x="3315" y="15277"/>
                      <a:pt x="1" y="11913"/>
                      <a:pt x="0" y="7764"/>
                    </a:cubicBezTo>
                    <a:cubicBezTo>
                      <a:pt x="0" y="7722"/>
                      <a:pt x="0" y="7680"/>
                      <a:pt x="1" y="7638"/>
                    </a:cubicBezTo>
                    <a:cubicBezTo>
                      <a:pt x="0" y="3468"/>
                      <a:pt x="3295" y="68"/>
                      <a:pt x="7402" y="0"/>
                    </a:cubicBezTo>
                    <a:lnTo>
                      <a:pt x="61183" y="0"/>
                    </a:lnTo>
                    <a:cubicBezTo>
                      <a:pt x="65339" y="0"/>
                      <a:pt x="68708" y="3420"/>
                      <a:pt x="68708" y="7638"/>
                    </a:cubicBezTo>
                    <a:cubicBezTo>
                      <a:pt x="68713" y="11856"/>
                      <a:pt x="65348" y="15280"/>
                      <a:pt x="61192" y="15285"/>
                    </a:cubicBezTo>
                    <a:cubicBezTo>
                      <a:pt x="61066" y="15285"/>
                      <a:pt x="60940" y="15282"/>
                      <a:pt x="60813" y="15276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5A63B5E0-06D6-E541-A113-BD45B8F45232}"/>
                  </a:ext>
                </a:extLst>
              </p:cNvPr>
              <p:cNvSpPr/>
              <p:nvPr/>
            </p:nvSpPr>
            <p:spPr>
              <a:xfrm>
                <a:off x="6252241" y="2616085"/>
                <a:ext cx="68831" cy="15276"/>
              </a:xfrm>
              <a:custGeom>
                <a:avLst/>
                <a:gdLst>
                  <a:gd name="connsiteX0" fmla="*/ 59975 w 68831"/>
                  <a:gd name="connsiteY0" fmla="*/ 15214 h 15276"/>
                  <a:gd name="connsiteX1" fmla="*/ 6564 w 68831"/>
                  <a:gd name="connsiteY1" fmla="*/ 15214 h 15276"/>
                  <a:gd name="connsiteX2" fmla="*/ 63 w 68831"/>
                  <a:gd name="connsiteY2" fmla="*/ 6663 h 15276"/>
                  <a:gd name="connsiteX3" fmla="*/ 6564 w 68831"/>
                  <a:gd name="connsiteY3" fmla="*/ 63 h 15276"/>
                  <a:gd name="connsiteX4" fmla="*/ 60345 w 68831"/>
                  <a:gd name="connsiteY4" fmla="*/ 63 h 15276"/>
                  <a:gd name="connsiteX5" fmla="*/ 68769 w 68831"/>
                  <a:gd name="connsiteY5" fmla="*/ 6663 h 15276"/>
                  <a:gd name="connsiteX6" fmla="*/ 62268 w 68831"/>
                  <a:gd name="connsiteY6" fmla="*/ 15214 h 15276"/>
                  <a:gd name="connsiteX7" fmla="*/ 60345 w 68831"/>
                  <a:gd name="connsiteY7" fmla="*/ 15214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31" h="15276">
                    <a:moveTo>
                      <a:pt x="59975" y="15214"/>
                    </a:moveTo>
                    <a:lnTo>
                      <a:pt x="6564" y="15214"/>
                    </a:lnTo>
                    <a:cubicBezTo>
                      <a:pt x="2442" y="14675"/>
                      <a:pt x="-468" y="10847"/>
                      <a:pt x="63" y="6663"/>
                    </a:cubicBezTo>
                    <a:cubicBezTo>
                      <a:pt x="500" y="3219"/>
                      <a:pt x="3171" y="507"/>
                      <a:pt x="6564" y="63"/>
                    </a:cubicBezTo>
                    <a:lnTo>
                      <a:pt x="60345" y="63"/>
                    </a:lnTo>
                    <a:cubicBezTo>
                      <a:pt x="64467" y="-476"/>
                      <a:pt x="68238" y="2479"/>
                      <a:pt x="68769" y="6663"/>
                    </a:cubicBezTo>
                    <a:cubicBezTo>
                      <a:pt x="69300" y="10847"/>
                      <a:pt x="66389" y="14675"/>
                      <a:pt x="62268" y="15214"/>
                    </a:cubicBezTo>
                    <a:cubicBezTo>
                      <a:pt x="61630" y="15298"/>
                      <a:pt x="60983" y="15298"/>
                      <a:pt x="60345" y="1521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A8F9450A-03D9-674E-B46A-160669727C9F}"/>
                  </a:ext>
                </a:extLst>
              </p:cNvPr>
              <p:cNvSpPr/>
              <p:nvPr/>
            </p:nvSpPr>
            <p:spPr>
              <a:xfrm>
                <a:off x="6251218" y="2643757"/>
                <a:ext cx="69853" cy="15464"/>
              </a:xfrm>
              <a:custGeom>
                <a:avLst/>
                <a:gdLst>
                  <a:gd name="connsiteX0" fmla="*/ 60997 w 69853"/>
                  <a:gd name="connsiteY0" fmla="*/ 15465 h 15464"/>
                  <a:gd name="connsiteX1" fmla="*/ 7586 w 69853"/>
                  <a:gd name="connsiteY1" fmla="*/ 15465 h 15464"/>
                  <a:gd name="connsiteX2" fmla="*/ 0 w 69853"/>
                  <a:gd name="connsiteY2" fmla="*/ 7764 h 15464"/>
                  <a:gd name="connsiteX3" fmla="*/ 7586 w 69853"/>
                  <a:gd name="connsiteY3" fmla="*/ 63 h 15464"/>
                  <a:gd name="connsiteX4" fmla="*/ 61367 w 69853"/>
                  <a:gd name="connsiteY4" fmla="*/ 63 h 15464"/>
                  <a:gd name="connsiteX5" fmla="*/ 69791 w 69853"/>
                  <a:gd name="connsiteY5" fmla="*/ 6663 h 15464"/>
                  <a:gd name="connsiteX6" fmla="*/ 63290 w 69853"/>
                  <a:gd name="connsiteY6" fmla="*/ 15214 h 15464"/>
                  <a:gd name="connsiteX7" fmla="*/ 61367 w 69853"/>
                  <a:gd name="connsiteY7" fmla="*/ 15214 h 15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853" h="15464">
                    <a:moveTo>
                      <a:pt x="60997" y="15465"/>
                    </a:moveTo>
                    <a:lnTo>
                      <a:pt x="7586" y="15465"/>
                    </a:lnTo>
                    <a:cubicBezTo>
                      <a:pt x="3396" y="15465"/>
                      <a:pt x="0" y="12017"/>
                      <a:pt x="0" y="7764"/>
                    </a:cubicBezTo>
                    <a:cubicBezTo>
                      <a:pt x="0" y="3511"/>
                      <a:pt x="3396" y="63"/>
                      <a:pt x="7586" y="63"/>
                    </a:cubicBezTo>
                    <a:lnTo>
                      <a:pt x="61367" y="63"/>
                    </a:lnTo>
                    <a:cubicBezTo>
                      <a:pt x="65489" y="-476"/>
                      <a:pt x="69261" y="2479"/>
                      <a:pt x="69791" y="6663"/>
                    </a:cubicBezTo>
                    <a:cubicBezTo>
                      <a:pt x="70322" y="10847"/>
                      <a:pt x="67412" y="14675"/>
                      <a:pt x="63290" y="15214"/>
                    </a:cubicBezTo>
                    <a:cubicBezTo>
                      <a:pt x="62652" y="15298"/>
                      <a:pt x="62006" y="15298"/>
                      <a:pt x="61367" y="1521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9320B71A-723D-3D4D-9C29-2CFF7342E1DF}"/>
                  </a:ext>
                </a:extLst>
              </p:cNvPr>
              <p:cNvSpPr/>
              <p:nvPr/>
            </p:nvSpPr>
            <p:spPr>
              <a:xfrm>
                <a:off x="6252241" y="2671679"/>
                <a:ext cx="68831" cy="15276"/>
              </a:xfrm>
              <a:custGeom>
                <a:avLst/>
                <a:gdLst>
                  <a:gd name="connsiteX0" fmla="*/ 59975 w 68831"/>
                  <a:gd name="connsiteY0" fmla="*/ 15214 h 15276"/>
                  <a:gd name="connsiteX1" fmla="*/ 6564 w 68831"/>
                  <a:gd name="connsiteY1" fmla="*/ 15214 h 15276"/>
                  <a:gd name="connsiteX2" fmla="*/ 63 w 68831"/>
                  <a:gd name="connsiteY2" fmla="*/ 6663 h 15276"/>
                  <a:gd name="connsiteX3" fmla="*/ 6564 w 68831"/>
                  <a:gd name="connsiteY3" fmla="*/ 63 h 15276"/>
                  <a:gd name="connsiteX4" fmla="*/ 60345 w 68831"/>
                  <a:gd name="connsiteY4" fmla="*/ 63 h 15276"/>
                  <a:gd name="connsiteX5" fmla="*/ 68769 w 68831"/>
                  <a:gd name="connsiteY5" fmla="*/ 6663 h 15276"/>
                  <a:gd name="connsiteX6" fmla="*/ 62268 w 68831"/>
                  <a:gd name="connsiteY6" fmla="*/ 15214 h 15276"/>
                  <a:gd name="connsiteX7" fmla="*/ 60345 w 68831"/>
                  <a:gd name="connsiteY7" fmla="*/ 15214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31" h="15276">
                    <a:moveTo>
                      <a:pt x="59975" y="15214"/>
                    </a:moveTo>
                    <a:lnTo>
                      <a:pt x="6564" y="15214"/>
                    </a:lnTo>
                    <a:cubicBezTo>
                      <a:pt x="2442" y="14675"/>
                      <a:pt x="-468" y="10847"/>
                      <a:pt x="63" y="6663"/>
                    </a:cubicBezTo>
                    <a:cubicBezTo>
                      <a:pt x="500" y="3219"/>
                      <a:pt x="3171" y="507"/>
                      <a:pt x="6564" y="63"/>
                    </a:cubicBezTo>
                    <a:lnTo>
                      <a:pt x="60345" y="63"/>
                    </a:lnTo>
                    <a:cubicBezTo>
                      <a:pt x="64467" y="-476"/>
                      <a:pt x="68238" y="2479"/>
                      <a:pt x="68769" y="6663"/>
                    </a:cubicBezTo>
                    <a:cubicBezTo>
                      <a:pt x="69300" y="10847"/>
                      <a:pt x="66389" y="14675"/>
                      <a:pt x="62268" y="15214"/>
                    </a:cubicBezTo>
                    <a:cubicBezTo>
                      <a:pt x="61630" y="15298"/>
                      <a:pt x="60983" y="15298"/>
                      <a:pt x="60345" y="1521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71CCA459-7250-9C4A-8405-E122EB14618B}"/>
                  </a:ext>
                </a:extLst>
              </p:cNvPr>
              <p:cNvSpPr/>
              <p:nvPr/>
            </p:nvSpPr>
            <p:spPr>
              <a:xfrm>
                <a:off x="6228090" y="2738732"/>
                <a:ext cx="114471" cy="15275"/>
              </a:xfrm>
              <a:custGeom>
                <a:avLst/>
                <a:gdLst>
                  <a:gd name="connsiteX0" fmla="*/ 107069 w 114471"/>
                  <a:gd name="connsiteY0" fmla="*/ 15276 h 15275"/>
                  <a:gd name="connsiteX1" fmla="*/ 7524 w 114471"/>
                  <a:gd name="connsiteY1" fmla="*/ 15276 h 15275"/>
                  <a:gd name="connsiteX2" fmla="*/ 0 w 114471"/>
                  <a:gd name="connsiteY2" fmla="*/ 7638 h 15275"/>
                  <a:gd name="connsiteX3" fmla="*/ 7524 w 114471"/>
                  <a:gd name="connsiteY3" fmla="*/ 0 h 15275"/>
                  <a:gd name="connsiteX4" fmla="*/ 107069 w 114471"/>
                  <a:gd name="connsiteY4" fmla="*/ 0 h 15275"/>
                  <a:gd name="connsiteX5" fmla="*/ 114470 w 114471"/>
                  <a:gd name="connsiteY5" fmla="*/ 7638 h 15275"/>
                  <a:gd name="connsiteX6" fmla="*/ 107193 w 114471"/>
                  <a:gd name="connsiteY6" fmla="*/ 15275 h 15275"/>
                  <a:gd name="connsiteX7" fmla="*/ 107069 w 114471"/>
                  <a:gd name="connsiteY7" fmla="*/ 15276 h 1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471" h="15275">
                    <a:moveTo>
                      <a:pt x="107069" y="15276"/>
                    </a:moveTo>
                    <a:lnTo>
                      <a:pt x="7524" y="15276"/>
                    </a:lnTo>
                    <a:cubicBezTo>
                      <a:pt x="3369" y="15276"/>
                      <a:pt x="0" y="11856"/>
                      <a:pt x="0" y="7638"/>
                    </a:cubicBezTo>
                    <a:cubicBezTo>
                      <a:pt x="66" y="3448"/>
                      <a:pt x="3396" y="67"/>
                      <a:pt x="7524" y="0"/>
                    </a:cubicBezTo>
                    <a:lnTo>
                      <a:pt x="107069" y="0"/>
                    </a:lnTo>
                    <a:cubicBezTo>
                      <a:pt x="111176" y="68"/>
                      <a:pt x="114471" y="3468"/>
                      <a:pt x="114470" y="7638"/>
                    </a:cubicBezTo>
                    <a:cubicBezTo>
                      <a:pt x="114538" y="11787"/>
                      <a:pt x="111280" y="15206"/>
                      <a:pt x="107193" y="15275"/>
                    </a:cubicBezTo>
                    <a:cubicBezTo>
                      <a:pt x="107152" y="15276"/>
                      <a:pt x="107110" y="15276"/>
                      <a:pt x="107069" y="15276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6B43966E-4AE6-0F48-972B-8246A63749E7}"/>
                  </a:ext>
                </a:extLst>
              </p:cNvPr>
              <p:cNvSpPr/>
              <p:nvPr/>
            </p:nvSpPr>
            <p:spPr>
              <a:xfrm>
                <a:off x="6328130" y="2455744"/>
                <a:ext cx="190748" cy="344469"/>
              </a:xfrm>
              <a:custGeom>
                <a:avLst/>
                <a:gdLst>
                  <a:gd name="connsiteX0" fmla="*/ 87208 w 190748"/>
                  <a:gd name="connsiteY0" fmla="*/ 344467 h 344469"/>
                  <a:gd name="connsiteX1" fmla="*/ 83384 w 190748"/>
                  <a:gd name="connsiteY1" fmla="*/ 343465 h 344469"/>
                  <a:gd name="connsiteX2" fmla="*/ 79930 w 190748"/>
                  <a:gd name="connsiteY2" fmla="*/ 338331 h 344469"/>
                  <a:gd name="connsiteX3" fmla="*/ 245 w 190748"/>
                  <a:gd name="connsiteY3" fmla="*/ 35818 h 344469"/>
                  <a:gd name="connsiteX4" fmla="*/ 985 w 190748"/>
                  <a:gd name="connsiteY4" fmla="*/ 30058 h 344469"/>
                  <a:gd name="connsiteX5" fmla="*/ 5549 w 190748"/>
                  <a:gd name="connsiteY5" fmla="*/ 26552 h 344469"/>
                  <a:gd name="connsiteX6" fmla="*/ 101640 w 190748"/>
                  <a:gd name="connsiteY6" fmla="*/ 257 h 344469"/>
                  <a:gd name="connsiteX7" fmla="*/ 107314 w 190748"/>
                  <a:gd name="connsiteY7" fmla="*/ 1009 h 344469"/>
                  <a:gd name="connsiteX8" fmla="*/ 110768 w 190748"/>
                  <a:gd name="connsiteY8" fmla="*/ 5642 h 344469"/>
                  <a:gd name="connsiteX9" fmla="*/ 190453 w 190748"/>
                  <a:gd name="connsiteY9" fmla="*/ 308656 h 344469"/>
                  <a:gd name="connsiteX10" fmla="*/ 185516 w 190748"/>
                  <a:gd name="connsiteY10" fmla="*/ 317823 h 344469"/>
                  <a:gd name="connsiteX11" fmla="*/ 185149 w 190748"/>
                  <a:gd name="connsiteY11" fmla="*/ 317922 h 344469"/>
                  <a:gd name="connsiteX12" fmla="*/ 89058 w 190748"/>
                  <a:gd name="connsiteY12" fmla="*/ 343966 h 344469"/>
                  <a:gd name="connsiteX13" fmla="*/ 87208 w 190748"/>
                  <a:gd name="connsiteY13" fmla="*/ 344467 h 344469"/>
                  <a:gd name="connsiteX14" fmla="*/ 17021 w 190748"/>
                  <a:gd name="connsiteY14" fmla="*/ 39324 h 344469"/>
                  <a:gd name="connsiteX15" fmla="*/ 92758 w 190748"/>
                  <a:gd name="connsiteY15" fmla="*/ 327313 h 344469"/>
                  <a:gd name="connsiteX16" fmla="*/ 174540 w 190748"/>
                  <a:gd name="connsiteY16" fmla="*/ 305150 h 344469"/>
                  <a:gd name="connsiteX17" fmla="*/ 98679 w 190748"/>
                  <a:gd name="connsiteY17" fmla="*/ 17161 h 34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0748" h="344469">
                    <a:moveTo>
                      <a:pt x="87208" y="344467"/>
                    </a:moveTo>
                    <a:cubicBezTo>
                      <a:pt x="85866" y="344504"/>
                      <a:pt x="84541" y="344157"/>
                      <a:pt x="83384" y="343465"/>
                    </a:cubicBezTo>
                    <a:cubicBezTo>
                      <a:pt x="81533" y="342366"/>
                      <a:pt x="80265" y="340482"/>
                      <a:pt x="79930" y="338331"/>
                    </a:cubicBezTo>
                    <a:lnTo>
                      <a:pt x="245" y="35818"/>
                    </a:lnTo>
                    <a:cubicBezTo>
                      <a:pt x="-252" y="33873"/>
                      <a:pt x="13" y="31808"/>
                      <a:pt x="985" y="30058"/>
                    </a:cubicBezTo>
                    <a:cubicBezTo>
                      <a:pt x="1959" y="28296"/>
                      <a:pt x="3613" y="27025"/>
                      <a:pt x="5549" y="26552"/>
                    </a:cubicBezTo>
                    <a:lnTo>
                      <a:pt x="101640" y="257"/>
                    </a:lnTo>
                    <a:cubicBezTo>
                      <a:pt x="103555" y="-260"/>
                      <a:pt x="105594" y="10"/>
                      <a:pt x="107314" y="1009"/>
                    </a:cubicBezTo>
                    <a:cubicBezTo>
                      <a:pt x="109050" y="1998"/>
                      <a:pt x="110302" y="3677"/>
                      <a:pt x="110768" y="5642"/>
                    </a:cubicBezTo>
                    <a:lnTo>
                      <a:pt x="190453" y="308656"/>
                    </a:lnTo>
                    <a:cubicBezTo>
                      <a:pt x="191583" y="312571"/>
                      <a:pt x="189373" y="316676"/>
                      <a:pt x="185516" y="317823"/>
                    </a:cubicBezTo>
                    <a:cubicBezTo>
                      <a:pt x="185394" y="317859"/>
                      <a:pt x="185272" y="317892"/>
                      <a:pt x="185149" y="317922"/>
                    </a:cubicBezTo>
                    <a:lnTo>
                      <a:pt x="89058" y="343966"/>
                    </a:lnTo>
                    <a:cubicBezTo>
                      <a:pt x="88480" y="344257"/>
                      <a:pt x="87851" y="344427"/>
                      <a:pt x="87208" y="344467"/>
                    </a:cubicBezTo>
                    <a:close/>
                    <a:moveTo>
                      <a:pt x="17021" y="39324"/>
                    </a:moveTo>
                    <a:lnTo>
                      <a:pt x="92758" y="327313"/>
                    </a:lnTo>
                    <a:lnTo>
                      <a:pt x="174540" y="305150"/>
                    </a:lnTo>
                    <a:lnTo>
                      <a:pt x="98679" y="17161"/>
                    </a:ln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34CDC14E-B7A6-7943-9594-411FDB60001D}"/>
                  </a:ext>
                </a:extLst>
              </p:cNvPr>
              <p:cNvSpPr/>
              <p:nvPr/>
            </p:nvSpPr>
            <p:spPr>
              <a:xfrm>
                <a:off x="6363397" y="2496101"/>
                <a:ext cx="69397" cy="70462"/>
              </a:xfrm>
              <a:custGeom>
                <a:avLst/>
                <a:gdLst>
                  <a:gd name="connsiteX0" fmla="*/ 34671 w 69397"/>
                  <a:gd name="connsiteY0" fmla="*/ 70463 h 70462"/>
                  <a:gd name="connsiteX1" fmla="*/ 1120 w 69397"/>
                  <a:gd name="connsiteY1" fmla="*/ 44294 h 70462"/>
                  <a:gd name="connsiteX2" fmla="*/ 25790 w 69397"/>
                  <a:gd name="connsiteY2" fmla="*/ 1220 h 70462"/>
                  <a:gd name="connsiteX3" fmla="*/ 68136 w 69397"/>
                  <a:gd name="connsiteY3" fmla="*/ 25931 h 70462"/>
                  <a:gd name="connsiteX4" fmla="*/ 68223 w 69397"/>
                  <a:gd name="connsiteY4" fmla="*/ 26263 h 70462"/>
                  <a:gd name="connsiteX5" fmla="*/ 43640 w 69397"/>
                  <a:gd name="connsiteY5" fmla="*/ 69312 h 70462"/>
                  <a:gd name="connsiteX6" fmla="*/ 43552 w 69397"/>
                  <a:gd name="connsiteY6" fmla="*/ 69336 h 70462"/>
                  <a:gd name="connsiteX7" fmla="*/ 34671 w 69397"/>
                  <a:gd name="connsiteY7" fmla="*/ 70463 h 70462"/>
                  <a:gd name="connsiteX8" fmla="*/ 34671 w 69397"/>
                  <a:gd name="connsiteY8" fmla="*/ 15119 h 70462"/>
                  <a:gd name="connsiteX9" fmla="*/ 29614 w 69397"/>
                  <a:gd name="connsiteY9" fmla="*/ 15870 h 70462"/>
                  <a:gd name="connsiteX10" fmla="*/ 17279 w 69397"/>
                  <a:gd name="connsiteY10" fmla="*/ 25136 h 70462"/>
                  <a:gd name="connsiteX11" fmla="*/ 24397 w 69397"/>
                  <a:gd name="connsiteY11" fmla="*/ 52532 h 70462"/>
                  <a:gd name="connsiteX12" fmla="*/ 39482 w 69397"/>
                  <a:gd name="connsiteY12" fmla="*/ 54561 h 70462"/>
                  <a:gd name="connsiteX13" fmla="*/ 53461 w 69397"/>
                  <a:gd name="connsiteY13" fmla="*/ 30038 h 70462"/>
                  <a:gd name="connsiteX14" fmla="*/ 44293 w 69397"/>
                  <a:gd name="connsiteY14" fmla="*/ 17874 h 70462"/>
                  <a:gd name="connsiteX15" fmla="*/ 34671 w 69397"/>
                  <a:gd name="connsiteY15" fmla="*/ 15119 h 70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9397" h="70462">
                    <a:moveTo>
                      <a:pt x="34671" y="70463"/>
                    </a:moveTo>
                    <a:cubicBezTo>
                      <a:pt x="18975" y="70355"/>
                      <a:pt x="5265" y="59662"/>
                      <a:pt x="1120" y="44294"/>
                    </a:cubicBezTo>
                    <a:cubicBezTo>
                      <a:pt x="-3667" y="25500"/>
                      <a:pt x="7332" y="6295"/>
                      <a:pt x="25790" y="1220"/>
                    </a:cubicBezTo>
                    <a:cubicBezTo>
                      <a:pt x="44206" y="-3826"/>
                      <a:pt x="63165" y="7237"/>
                      <a:pt x="68136" y="25931"/>
                    </a:cubicBezTo>
                    <a:cubicBezTo>
                      <a:pt x="68166" y="26041"/>
                      <a:pt x="68194" y="26152"/>
                      <a:pt x="68223" y="26263"/>
                    </a:cubicBezTo>
                    <a:cubicBezTo>
                      <a:pt x="73146" y="45041"/>
                      <a:pt x="62140" y="64315"/>
                      <a:pt x="43640" y="69312"/>
                    </a:cubicBezTo>
                    <a:cubicBezTo>
                      <a:pt x="43611" y="69320"/>
                      <a:pt x="43582" y="69328"/>
                      <a:pt x="43552" y="69336"/>
                    </a:cubicBezTo>
                    <a:cubicBezTo>
                      <a:pt x="40648" y="70075"/>
                      <a:pt x="37666" y="70453"/>
                      <a:pt x="34671" y="70463"/>
                    </a:cubicBezTo>
                    <a:close/>
                    <a:moveTo>
                      <a:pt x="34671" y="15119"/>
                    </a:moveTo>
                    <a:cubicBezTo>
                      <a:pt x="32958" y="15113"/>
                      <a:pt x="31254" y="15367"/>
                      <a:pt x="29614" y="15870"/>
                    </a:cubicBezTo>
                    <a:cubicBezTo>
                      <a:pt x="24433" y="17130"/>
                      <a:pt x="19980" y="20475"/>
                      <a:pt x="17279" y="25136"/>
                    </a:cubicBezTo>
                    <a:cubicBezTo>
                      <a:pt x="11792" y="34696"/>
                      <a:pt x="14978" y="46962"/>
                      <a:pt x="24397" y="52532"/>
                    </a:cubicBezTo>
                    <a:cubicBezTo>
                      <a:pt x="28956" y="55228"/>
                      <a:pt x="34388" y="55959"/>
                      <a:pt x="39482" y="54561"/>
                    </a:cubicBezTo>
                    <a:cubicBezTo>
                      <a:pt x="50013" y="51708"/>
                      <a:pt x="56272" y="40728"/>
                      <a:pt x="53461" y="30038"/>
                    </a:cubicBezTo>
                    <a:cubicBezTo>
                      <a:pt x="52112" y="24911"/>
                      <a:pt x="48815" y="20536"/>
                      <a:pt x="44293" y="17874"/>
                    </a:cubicBezTo>
                    <a:cubicBezTo>
                      <a:pt x="41365" y="16148"/>
                      <a:pt x="38056" y="15200"/>
                      <a:pt x="34671" y="15119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960F8CF0-30AC-4B42-91BF-A4879D83356D}"/>
                  </a:ext>
                </a:extLst>
              </p:cNvPr>
              <p:cNvSpPr/>
              <p:nvPr/>
            </p:nvSpPr>
            <p:spPr>
              <a:xfrm>
                <a:off x="6380269" y="2575239"/>
                <a:ext cx="66636" cy="29264"/>
              </a:xfrm>
              <a:custGeom>
                <a:avLst/>
                <a:gdLst>
                  <a:gd name="connsiteX0" fmla="*/ 7190 w 66636"/>
                  <a:gd name="connsiteY0" fmla="*/ 29265 h 29264"/>
                  <a:gd name="connsiteX1" fmla="*/ 8 w 66636"/>
                  <a:gd name="connsiteY1" fmla="*/ 21295 h 29264"/>
                  <a:gd name="connsiteX2" fmla="*/ 5217 w 66636"/>
                  <a:gd name="connsiteY2" fmla="*/ 14365 h 29264"/>
                  <a:gd name="connsiteX3" fmla="*/ 57271 w 66636"/>
                  <a:gd name="connsiteY3" fmla="*/ 216 h 29264"/>
                  <a:gd name="connsiteX4" fmla="*/ 66399 w 66636"/>
                  <a:gd name="connsiteY4" fmla="*/ 5600 h 29264"/>
                  <a:gd name="connsiteX5" fmla="*/ 61095 w 66636"/>
                  <a:gd name="connsiteY5" fmla="*/ 14865 h 29264"/>
                  <a:gd name="connsiteX6" fmla="*/ 9164 w 66636"/>
                  <a:gd name="connsiteY6" fmla="*/ 29014 h 29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36" h="29264">
                    <a:moveTo>
                      <a:pt x="7190" y="29265"/>
                    </a:moveTo>
                    <a:cubicBezTo>
                      <a:pt x="3039" y="29078"/>
                      <a:pt x="-177" y="25509"/>
                      <a:pt x="8" y="21295"/>
                    </a:cubicBezTo>
                    <a:cubicBezTo>
                      <a:pt x="147" y="18107"/>
                      <a:pt x="2225" y="15343"/>
                      <a:pt x="5217" y="14365"/>
                    </a:cubicBezTo>
                    <a:lnTo>
                      <a:pt x="57271" y="216"/>
                    </a:lnTo>
                    <a:cubicBezTo>
                      <a:pt x="61242" y="-751"/>
                      <a:pt x="65260" y="1619"/>
                      <a:pt x="66399" y="5600"/>
                    </a:cubicBezTo>
                    <a:cubicBezTo>
                      <a:pt x="67420" y="9640"/>
                      <a:pt x="65059" y="13765"/>
                      <a:pt x="61095" y="14865"/>
                    </a:cubicBezTo>
                    <a:lnTo>
                      <a:pt x="9164" y="29014"/>
                    </a:ln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0FC8C50-086B-4B4B-8D92-347246FC4891}"/>
                  </a:ext>
                </a:extLst>
              </p:cNvPr>
              <p:cNvSpPr/>
              <p:nvPr/>
            </p:nvSpPr>
            <p:spPr>
              <a:xfrm>
                <a:off x="6387300" y="2602181"/>
                <a:ext cx="65795" cy="29117"/>
              </a:xfrm>
              <a:custGeom>
                <a:avLst/>
                <a:gdLst>
                  <a:gd name="connsiteX0" fmla="*/ 7190 w 65795"/>
                  <a:gd name="connsiteY0" fmla="*/ 29118 h 29117"/>
                  <a:gd name="connsiteX1" fmla="*/ 8 w 65795"/>
                  <a:gd name="connsiteY1" fmla="*/ 21148 h 29117"/>
                  <a:gd name="connsiteX2" fmla="*/ 5217 w 65795"/>
                  <a:gd name="connsiteY2" fmla="*/ 14218 h 29117"/>
                  <a:gd name="connsiteX3" fmla="*/ 57271 w 65795"/>
                  <a:gd name="connsiteY3" fmla="*/ 69 h 29117"/>
                  <a:gd name="connsiteX4" fmla="*/ 65729 w 65795"/>
                  <a:gd name="connsiteY4" fmla="*/ 6624 h 29117"/>
                  <a:gd name="connsiteX5" fmla="*/ 61095 w 65795"/>
                  <a:gd name="connsiteY5" fmla="*/ 14719 h 29117"/>
                  <a:gd name="connsiteX6" fmla="*/ 9164 w 65795"/>
                  <a:gd name="connsiteY6" fmla="*/ 29118 h 29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795" h="29117">
                    <a:moveTo>
                      <a:pt x="7190" y="29118"/>
                    </a:moveTo>
                    <a:cubicBezTo>
                      <a:pt x="3039" y="28931"/>
                      <a:pt x="-177" y="25363"/>
                      <a:pt x="8" y="21148"/>
                    </a:cubicBezTo>
                    <a:cubicBezTo>
                      <a:pt x="147" y="17960"/>
                      <a:pt x="2225" y="15196"/>
                      <a:pt x="5217" y="14218"/>
                    </a:cubicBezTo>
                    <a:lnTo>
                      <a:pt x="57271" y="69"/>
                    </a:lnTo>
                    <a:cubicBezTo>
                      <a:pt x="61390" y="-492"/>
                      <a:pt x="65176" y="2443"/>
                      <a:pt x="65729" y="6624"/>
                    </a:cubicBezTo>
                    <a:cubicBezTo>
                      <a:pt x="66185" y="10079"/>
                      <a:pt x="64279" y="13410"/>
                      <a:pt x="61095" y="14719"/>
                    </a:cubicBezTo>
                    <a:lnTo>
                      <a:pt x="9164" y="29118"/>
                    </a:ln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8A776484-0C64-1B4A-935D-46D61E011AE1}"/>
                  </a:ext>
                </a:extLst>
              </p:cNvPr>
              <p:cNvSpPr/>
              <p:nvPr/>
            </p:nvSpPr>
            <p:spPr>
              <a:xfrm>
                <a:off x="6394438" y="2628776"/>
                <a:ext cx="66530" cy="29203"/>
              </a:xfrm>
              <a:custGeom>
                <a:avLst/>
                <a:gdLst>
                  <a:gd name="connsiteX0" fmla="*/ 7084 w 66530"/>
                  <a:gd name="connsiteY0" fmla="*/ 29194 h 29203"/>
                  <a:gd name="connsiteX1" fmla="*/ 13 w 66530"/>
                  <a:gd name="connsiteY1" fmla="*/ 21122 h 29203"/>
                  <a:gd name="connsiteX2" fmla="*/ 5234 w 66530"/>
                  <a:gd name="connsiteY2" fmla="*/ 14293 h 29203"/>
                  <a:gd name="connsiteX3" fmla="*/ 57165 w 66530"/>
                  <a:gd name="connsiteY3" fmla="*/ 269 h 29203"/>
                  <a:gd name="connsiteX4" fmla="*/ 66260 w 66530"/>
                  <a:gd name="connsiteY4" fmla="*/ 5528 h 29203"/>
                  <a:gd name="connsiteX5" fmla="*/ 66293 w 66530"/>
                  <a:gd name="connsiteY5" fmla="*/ 5654 h 29203"/>
                  <a:gd name="connsiteX6" fmla="*/ 60989 w 66530"/>
                  <a:gd name="connsiteY6" fmla="*/ 14919 h 29203"/>
                  <a:gd name="connsiteX7" fmla="*/ 9058 w 66530"/>
                  <a:gd name="connsiteY7" fmla="*/ 28943 h 29203"/>
                  <a:gd name="connsiteX8" fmla="*/ 7084 w 66530"/>
                  <a:gd name="connsiteY8" fmla="*/ 29194 h 29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530" h="29203">
                    <a:moveTo>
                      <a:pt x="7084" y="29194"/>
                    </a:moveTo>
                    <a:cubicBezTo>
                      <a:pt x="2936" y="28947"/>
                      <a:pt x="-230" y="25333"/>
                      <a:pt x="13" y="21122"/>
                    </a:cubicBezTo>
                    <a:cubicBezTo>
                      <a:pt x="195" y="17969"/>
                      <a:pt x="2270" y="15255"/>
                      <a:pt x="5234" y="14293"/>
                    </a:cubicBezTo>
                    <a:lnTo>
                      <a:pt x="57165" y="269"/>
                    </a:lnTo>
                    <a:cubicBezTo>
                      <a:pt x="61107" y="-828"/>
                      <a:pt x="65179" y="1526"/>
                      <a:pt x="66260" y="5528"/>
                    </a:cubicBezTo>
                    <a:cubicBezTo>
                      <a:pt x="66271" y="5569"/>
                      <a:pt x="66282" y="5611"/>
                      <a:pt x="66293" y="5654"/>
                    </a:cubicBezTo>
                    <a:cubicBezTo>
                      <a:pt x="67314" y="9694"/>
                      <a:pt x="64953" y="13819"/>
                      <a:pt x="60989" y="14919"/>
                    </a:cubicBezTo>
                    <a:lnTo>
                      <a:pt x="9058" y="28943"/>
                    </a:lnTo>
                    <a:cubicBezTo>
                      <a:pt x="8421" y="29149"/>
                      <a:pt x="7752" y="29234"/>
                      <a:pt x="7084" y="29194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53F2EAEE-CE1B-0F41-B90C-E3BBA7809328}"/>
                  </a:ext>
                </a:extLst>
              </p:cNvPr>
              <p:cNvSpPr/>
              <p:nvPr/>
            </p:nvSpPr>
            <p:spPr>
              <a:xfrm>
                <a:off x="6401571" y="2656064"/>
                <a:ext cx="66459" cy="28701"/>
              </a:xfrm>
              <a:custGeom>
                <a:avLst/>
                <a:gdLst>
                  <a:gd name="connsiteX0" fmla="*/ 6982 w 66459"/>
                  <a:gd name="connsiteY0" fmla="*/ 28701 h 28701"/>
                  <a:gd name="connsiteX1" fmla="*/ 20 w 66459"/>
                  <a:gd name="connsiteY1" fmla="*/ 20532 h 28701"/>
                  <a:gd name="connsiteX2" fmla="*/ 5255 w 66459"/>
                  <a:gd name="connsiteY2" fmla="*/ 13801 h 28701"/>
                  <a:gd name="connsiteX3" fmla="*/ 57063 w 66459"/>
                  <a:gd name="connsiteY3" fmla="*/ 278 h 28701"/>
                  <a:gd name="connsiteX4" fmla="*/ 66180 w 66459"/>
                  <a:gd name="connsiteY4" fmla="*/ 5497 h 28701"/>
                  <a:gd name="connsiteX5" fmla="*/ 66191 w 66459"/>
                  <a:gd name="connsiteY5" fmla="*/ 5537 h 28701"/>
                  <a:gd name="connsiteX6" fmla="*/ 60918 w 66459"/>
                  <a:gd name="connsiteY6" fmla="*/ 14919 h 28701"/>
                  <a:gd name="connsiteX7" fmla="*/ 60887 w 66459"/>
                  <a:gd name="connsiteY7" fmla="*/ 14928 h 28701"/>
                  <a:gd name="connsiteX8" fmla="*/ 8956 w 66459"/>
                  <a:gd name="connsiteY8" fmla="*/ 28451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459" h="28701">
                    <a:moveTo>
                      <a:pt x="6982" y="28701"/>
                    </a:moveTo>
                    <a:cubicBezTo>
                      <a:pt x="2837" y="28397"/>
                      <a:pt x="-280" y="24740"/>
                      <a:pt x="20" y="20532"/>
                    </a:cubicBezTo>
                    <a:cubicBezTo>
                      <a:pt x="242" y="17412"/>
                      <a:pt x="2317" y="14745"/>
                      <a:pt x="5255" y="13801"/>
                    </a:cubicBezTo>
                    <a:lnTo>
                      <a:pt x="57063" y="278"/>
                    </a:lnTo>
                    <a:cubicBezTo>
                      <a:pt x="61000" y="-836"/>
                      <a:pt x="65082" y="1500"/>
                      <a:pt x="66180" y="5497"/>
                    </a:cubicBezTo>
                    <a:cubicBezTo>
                      <a:pt x="66183" y="5510"/>
                      <a:pt x="66187" y="5524"/>
                      <a:pt x="66191" y="5537"/>
                    </a:cubicBezTo>
                    <a:cubicBezTo>
                      <a:pt x="67287" y="9606"/>
                      <a:pt x="64926" y="13806"/>
                      <a:pt x="60918" y="14919"/>
                    </a:cubicBezTo>
                    <a:cubicBezTo>
                      <a:pt x="60907" y="14922"/>
                      <a:pt x="60897" y="14925"/>
                      <a:pt x="60887" y="14928"/>
                    </a:cubicBezTo>
                    <a:lnTo>
                      <a:pt x="8956" y="28451"/>
                    </a:ln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B4793BD5-15C5-EF42-8705-C4ED34B82111}"/>
                  </a:ext>
                </a:extLst>
              </p:cNvPr>
              <p:cNvSpPr/>
              <p:nvPr/>
            </p:nvSpPr>
            <p:spPr>
              <a:xfrm>
                <a:off x="6396411" y="2714497"/>
                <a:ext cx="109849" cy="41013"/>
              </a:xfrm>
              <a:custGeom>
                <a:avLst/>
                <a:gdLst>
                  <a:gd name="connsiteX0" fmla="*/ 7084 w 109849"/>
                  <a:gd name="connsiteY0" fmla="*/ 41013 h 41013"/>
                  <a:gd name="connsiteX1" fmla="*/ 13 w 109849"/>
                  <a:gd name="connsiteY1" fmla="*/ 32941 h 41013"/>
                  <a:gd name="connsiteX2" fmla="*/ 5234 w 109849"/>
                  <a:gd name="connsiteY2" fmla="*/ 26113 h 41013"/>
                  <a:gd name="connsiteX3" fmla="*/ 101325 w 109849"/>
                  <a:gd name="connsiteY3" fmla="*/ 69 h 41013"/>
                  <a:gd name="connsiteX4" fmla="*/ 109782 w 109849"/>
                  <a:gd name="connsiteY4" fmla="*/ 6624 h 41013"/>
                  <a:gd name="connsiteX5" fmla="*/ 105149 w 109849"/>
                  <a:gd name="connsiteY5" fmla="*/ 14719 h 41013"/>
                  <a:gd name="connsiteX6" fmla="*/ 9058 w 109849"/>
                  <a:gd name="connsiteY6" fmla="*/ 40763 h 41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849" h="41013">
                    <a:moveTo>
                      <a:pt x="7084" y="41013"/>
                    </a:moveTo>
                    <a:cubicBezTo>
                      <a:pt x="2936" y="40766"/>
                      <a:pt x="-230" y="37152"/>
                      <a:pt x="13" y="32941"/>
                    </a:cubicBezTo>
                    <a:cubicBezTo>
                      <a:pt x="195" y="29788"/>
                      <a:pt x="2270" y="27074"/>
                      <a:pt x="5234" y="26113"/>
                    </a:cubicBezTo>
                    <a:lnTo>
                      <a:pt x="101325" y="69"/>
                    </a:lnTo>
                    <a:cubicBezTo>
                      <a:pt x="105443" y="-492"/>
                      <a:pt x="109230" y="2443"/>
                      <a:pt x="109782" y="6624"/>
                    </a:cubicBezTo>
                    <a:cubicBezTo>
                      <a:pt x="110239" y="10079"/>
                      <a:pt x="108332" y="13410"/>
                      <a:pt x="105149" y="14719"/>
                    </a:cubicBezTo>
                    <a:lnTo>
                      <a:pt x="9058" y="40763"/>
                    </a:ln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C0AD2B7F-03A9-6945-A901-E0EDC00CA7C7}"/>
                  </a:ext>
                </a:extLst>
              </p:cNvPr>
              <p:cNvSpPr/>
              <p:nvPr/>
            </p:nvSpPr>
            <p:spPr>
              <a:xfrm>
                <a:off x="6085150" y="2784998"/>
                <a:ext cx="453441" cy="15276"/>
              </a:xfrm>
              <a:custGeom>
                <a:avLst/>
                <a:gdLst>
                  <a:gd name="connsiteX0" fmla="*/ 446877 w 453441"/>
                  <a:gd name="connsiteY0" fmla="*/ 15213 h 15276"/>
                  <a:gd name="connsiteX1" fmla="*/ 8487 w 453441"/>
                  <a:gd name="connsiteY1" fmla="*/ 15213 h 15276"/>
                  <a:gd name="connsiteX2" fmla="*/ 63 w 453441"/>
                  <a:gd name="connsiteY2" fmla="*/ 8614 h 15276"/>
                  <a:gd name="connsiteX3" fmla="*/ 6564 w 453441"/>
                  <a:gd name="connsiteY3" fmla="*/ 63 h 15276"/>
                  <a:gd name="connsiteX4" fmla="*/ 8487 w 453441"/>
                  <a:gd name="connsiteY4" fmla="*/ 63 h 15276"/>
                  <a:gd name="connsiteX5" fmla="*/ 446877 w 453441"/>
                  <a:gd name="connsiteY5" fmla="*/ 63 h 15276"/>
                  <a:gd name="connsiteX6" fmla="*/ 453379 w 453441"/>
                  <a:gd name="connsiteY6" fmla="*/ 8614 h 15276"/>
                  <a:gd name="connsiteX7" fmla="*/ 446877 w 453441"/>
                  <a:gd name="connsiteY7" fmla="*/ 15213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3441" h="15276">
                    <a:moveTo>
                      <a:pt x="446877" y="15213"/>
                    </a:moveTo>
                    <a:lnTo>
                      <a:pt x="8487" y="15213"/>
                    </a:lnTo>
                    <a:cubicBezTo>
                      <a:pt x="4365" y="15752"/>
                      <a:pt x="593" y="12798"/>
                      <a:pt x="63" y="8614"/>
                    </a:cubicBezTo>
                    <a:cubicBezTo>
                      <a:pt x="-468" y="4430"/>
                      <a:pt x="2442" y="602"/>
                      <a:pt x="6564" y="63"/>
                    </a:cubicBezTo>
                    <a:cubicBezTo>
                      <a:pt x="7202" y="-21"/>
                      <a:pt x="7848" y="-21"/>
                      <a:pt x="8487" y="63"/>
                    </a:cubicBezTo>
                    <a:lnTo>
                      <a:pt x="446877" y="63"/>
                    </a:lnTo>
                    <a:cubicBezTo>
                      <a:pt x="450999" y="602"/>
                      <a:pt x="453910" y="4430"/>
                      <a:pt x="453379" y="8614"/>
                    </a:cubicBezTo>
                    <a:cubicBezTo>
                      <a:pt x="452942" y="12058"/>
                      <a:pt x="450271" y="14770"/>
                      <a:pt x="446877" y="15213"/>
                    </a:cubicBezTo>
                    <a:close/>
                  </a:path>
                </a:pathLst>
              </a:custGeom>
              <a:grpFill/>
              <a:ln w="1209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04" name="Graphic 61">
              <a:extLst>
                <a:ext uri="{FF2B5EF4-FFF2-40B4-BE49-F238E27FC236}">
                  <a16:creationId xmlns:a16="http://schemas.microsoft.com/office/drawing/2014/main" id="{33C3A07E-E532-3E43-A22C-980069FFFF3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67698" y="2343728"/>
              <a:ext cx="354770" cy="460100"/>
              <a:chOff x="6137031" y="2396715"/>
              <a:chExt cx="354770" cy="460100"/>
            </a:xfrm>
            <a:solidFill>
              <a:srgbClr val="FFFFFF"/>
            </a:solidFill>
          </p:grpSpPr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8A2FE53A-F6D1-0E4C-86FB-484D48B2C352}"/>
                  </a:ext>
                </a:extLst>
              </p:cNvPr>
              <p:cNvSpPr/>
              <p:nvPr/>
            </p:nvSpPr>
            <p:spPr>
              <a:xfrm>
                <a:off x="6225935" y="2418925"/>
                <a:ext cx="57775" cy="58222"/>
              </a:xfrm>
              <a:custGeom>
                <a:avLst/>
                <a:gdLst>
                  <a:gd name="connsiteX0" fmla="*/ 29500 w 57775"/>
                  <a:gd name="connsiteY0" fmla="*/ 58215 h 58222"/>
                  <a:gd name="connsiteX1" fmla="*/ 7 w 57775"/>
                  <a:gd name="connsiteY1" fmla="*/ 29728 h 58222"/>
                  <a:gd name="connsiteX2" fmla="*/ 28276 w 57775"/>
                  <a:gd name="connsiteY2" fmla="*/ 7 h 58222"/>
                  <a:gd name="connsiteX3" fmla="*/ 57769 w 57775"/>
                  <a:gd name="connsiteY3" fmla="*/ 28494 h 58222"/>
                  <a:gd name="connsiteX4" fmla="*/ 57776 w 57775"/>
                  <a:gd name="connsiteY4" fmla="*/ 29105 h 58222"/>
                  <a:gd name="connsiteX5" fmla="*/ 29500 w 57775"/>
                  <a:gd name="connsiteY5" fmla="*/ 58215 h 58222"/>
                  <a:gd name="connsiteX6" fmla="*/ 29500 w 57775"/>
                  <a:gd name="connsiteY6" fmla="*/ 15042 h 58222"/>
                  <a:gd name="connsiteX7" fmla="*/ 15302 w 57775"/>
                  <a:gd name="connsiteY7" fmla="*/ 29105 h 58222"/>
                  <a:gd name="connsiteX8" fmla="*/ 29256 w 57775"/>
                  <a:gd name="connsiteY8" fmla="*/ 43412 h 58222"/>
                  <a:gd name="connsiteX9" fmla="*/ 43454 w 57775"/>
                  <a:gd name="connsiteY9" fmla="*/ 29350 h 58222"/>
                  <a:gd name="connsiteX10" fmla="*/ 43454 w 57775"/>
                  <a:gd name="connsiteY10" fmla="*/ 29105 h 58222"/>
                  <a:gd name="connsiteX11" fmla="*/ 29623 w 57775"/>
                  <a:gd name="connsiteY11" fmla="*/ 14920 h 58222"/>
                  <a:gd name="connsiteX12" fmla="*/ 29500 w 57775"/>
                  <a:gd name="connsiteY12" fmla="*/ 14919 h 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775" h="58222">
                    <a:moveTo>
                      <a:pt x="29500" y="58215"/>
                    </a:moveTo>
                    <a:cubicBezTo>
                      <a:pt x="13549" y="58556"/>
                      <a:pt x="345" y="45802"/>
                      <a:pt x="7" y="29728"/>
                    </a:cubicBezTo>
                    <a:cubicBezTo>
                      <a:pt x="-331" y="13654"/>
                      <a:pt x="12325" y="347"/>
                      <a:pt x="28276" y="7"/>
                    </a:cubicBezTo>
                    <a:cubicBezTo>
                      <a:pt x="44227" y="-334"/>
                      <a:pt x="57431" y="12420"/>
                      <a:pt x="57769" y="28494"/>
                    </a:cubicBezTo>
                    <a:cubicBezTo>
                      <a:pt x="57774" y="28698"/>
                      <a:pt x="57776" y="28901"/>
                      <a:pt x="57776" y="29105"/>
                    </a:cubicBezTo>
                    <a:cubicBezTo>
                      <a:pt x="57779" y="44944"/>
                      <a:pt x="45215" y="57880"/>
                      <a:pt x="29500" y="58215"/>
                    </a:cubicBezTo>
                    <a:close/>
                    <a:moveTo>
                      <a:pt x="29500" y="15042"/>
                    </a:moveTo>
                    <a:cubicBezTo>
                      <a:pt x="21726" y="14975"/>
                      <a:pt x="15369" y="21270"/>
                      <a:pt x="15302" y="29105"/>
                    </a:cubicBezTo>
                    <a:cubicBezTo>
                      <a:pt x="15235" y="36939"/>
                      <a:pt x="21482" y="43344"/>
                      <a:pt x="29256" y="43412"/>
                    </a:cubicBezTo>
                    <a:cubicBezTo>
                      <a:pt x="37030" y="43480"/>
                      <a:pt x="43387" y="37184"/>
                      <a:pt x="43454" y="29350"/>
                    </a:cubicBezTo>
                    <a:cubicBezTo>
                      <a:pt x="43455" y="29268"/>
                      <a:pt x="43455" y="29186"/>
                      <a:pt x="43454" y="29105"/>
                    </a:cubicBezTo>
                    <a:cubicBezTo>
                      <a:pt x="43522" y="21339"/>
                      <a:pt x="37329" y="14988"/>
                      <a:pt x="29623" y="14920"/>
                    </a:cubicBezTo>
                    <a:cubicBezTo>
                      <a:pt x="29582" y="14919"/>
                      <a:pt x="29541" y="14919"/>
                      <a:pt x="29500" y="14919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B353A412-E1AD-214E-80FB-72A112F0F59C}"/>
                  </a:ext>
                </a:extLst>
              </p:cNvPr>
              <p:cNvSpPr/>
              <p:nvPr/>
            </p:nvSpPr>
            <p:spPr>
              <a:xfrm>
                <a:off x="6202188" y="2477017"/>
                <a:ext cx="106008" cy="69816"/>
              </a:xfrm>
              <a:custGeom>
                <a:avLst/>
                <a:gdLst>
                  <a:gd name="connsiteX0" fmla="*/ 99027 w 106008"/>
                  <a:gd name="connsiteY0" fmla="*/ 69817 h 69816"/>
                  <a:gd name="connsiteX1" fmla="*/ 91682 w 106008"/>
                  <a:gd name="connsiteY1" fmla="*/ 62416 h 69816"/>
                  <a:gd name="connsiteX2" fmla="*/ 91682 w 106008"/>
                  <a:gd name="connsiteY2" fmla="*/ 30838 h 69816"/>
                  <a:gd name="connsiteX3" fmla="*/ 75892 w 106008"/>
                  <a:gd name="connsiteY3" fmla="*/ 14926 h 69816"/>
                  <a:gd name="connsiteX4" fmla="*/ 30602 w 106008"/>
                  <a:gd name="connsiteY4" fmla="*/ 14926 h 69816"/>
                  <a:gd name="connsiteX5" fmla="*/ 14811 w 106008"/>
                  <a:gd name="connsiteY5" fmla="*/ 30838 h 69816"/>
                  <a:gd name="connsiteX6" fmla="*/ 14811 w 106008"/>
                  <a:gd name="connsiteY6" fmla="*/ 62169 h 69816"/>
                  <a:gd name="connsiteX7" fmla="*/ 6452 w 106008"/>
                  <a:gd name="connsiteY7" fmla="*/ 68670 h 69816"/>
                  <a:gd name="connsiteX8" fmla="*/ 0 w 106008"/>
                  <a:gd name="connsiteY8" fmla="*/ 62169 h 69816"/>
                  <a:gd name="connsiteX9" fmla="*/ 0 w 106008"/>
                  <a:gd name="connsiteY9" fmla="*/ 30838 h 69816"/>
                  <a:gd name="connsiteX10" fmla="*/ 30602 w 106008"/>
                  <a:gd name="connsiteY10" fmla="*/ 0 h 69816"/>
                  <a:gd name="connsiteX11" fmla="*/ 75892 w 106008"/>
                  <a:gd name="connsiteY11" fmla="*/ 0 h 69816"/>
                  <a:gd name="connsiteX12" fmla="*/ 106004 w 106008"/>
                  <a:gd name="connsiteY12" fmla="*/ 30838 h 69816"/>
                  <a:gd name="connsiteX13" fmla="*/ 106004 w 106008"/>
                  <a:gd name="connsiteY13" fmla="*/ 62169 h 69816"/>
                  <a:gd name="connsiteX14" fmla="*/ 99027 w 106008"/>
                  <a:gd name="connsiteY14" fmla="*/ 69817 h 69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6008" h="69816">
                    <a:moveTo>
                      <a:pt x="99027" y="69817"/>
                    </a:moveTo>
                    <a:cubicBezTo>
                      <a:pt x="94970" y="69817"/>
                      <a:pt x="91682" y="66503"/>
                      <a:pt x="91682" y="62416"/>
                    </a:cubicBezTo>
                    <a:lnTo>
                      <a:pt x="91682" y="30838"/>
                    </a:lnTo>
                    <a:cubicBezTo>
                      <a:pt x="91682" y="22050"/>
                      <a:pt x="84613" y="14926"/>
                      <a:pt x="75892" y="14926"/>
                    </a:cubicBezTo>
                    <a:lnTo>
                      <a:pt x="30602" y="14926"/>
                    </a:lnTo>
                    <a:cubicBezTo>
                      <a:pt x="21881" y="14926"/>
                      <a:pt x="14811" y="22050"/>
                      <a:pt x="14811" y="30838"/>
                    </a:cubicBezTo>
                    <a:lnTo>
                      <a:pt x="14811" y="62169"/>
                    </a:lnTo>
                    <a:cubicBezTo>
                      <a:pt x="14284" y="66291"/>
                      <a:pt x="10541" y="69201"/>
                      <a:pt x="6452" y="68670"/>
                    </a:cubicBezTo>
                    <a:cubicBezTo>
                      <a:pt x="3084" y="68233"/>
                      <a:pt x="434" y="65562"/>
                      <a:pt x="0" y="62169"/>
                    </a:cubicBezTo>
                    <a:lnTo>
                      <a:pt x="0" y="30838"/>
                    </a:lnTo>
                    <a:cubicBezTo>
                      <a:pt x="0" y="13807"/>
                      <a:pt x="13701" y="0"/>
                      <a:pt x="30602" y="0"/>
                    </a:cubicBezTo>
                    <a:lnTo>
                      <a:pt x="75892" y="0"/>
                    </a:lnTo>
                    <a:cubicBezTo>
                      <a:pt x="92601" y="269"/>
                      <a:pt x="106006" y="13997"/>
                      <a:pt x="106004" y="30838"/>
                    </a:cubicBezTo>
                    <a:lnTo>
                      <a:pt x="106004" y="62169"/>
                    </a:lnTo>
                    <a:cubicBezTo>
                      <a:pt x="106142" y="66211"/>
                      <a:pt x="103035" y="69617"/>
                      <a:pt x="99027" y="69817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95602286-DA98-9849-A2D5-4D4A96E49910}"/>
                  </a:ext>
                </a:extLst>
              </p:cNvPr>
              <p:cNvSpPr/>
              <p:nvPr/>
            </p:nvSpPr>
            <p:spPr>
              <a:xfrm>
                <a:off x="6163141" y="2396715"/>
                <a:ext cx="184343" cy="185767"/>
              </a:xfrm>
              <a:custGeom>
                <a:avLst/>
                <a:gdLst>
                  <a:gd name="connsiteX0" fmla="*/ 92294 w 184343"/>
                  <a:gd name="connsiteY0" fmla="*/ 185767 h 185767"/>
                  <a:gd name="connsiteX1" fmla="*/ 0 w 184343"/>
                  <a:gd name="connsiteY1" fmla="*/ 93007 h 185767"/>
                  <a:gd name="connsiteX2" fmla="*/ 92049 w 184343"/>
                  <a:gd name="connsiteY2" fmla="*/ 0 h 185767"/>
                  <a:gd name="connsiteX3" fmla="*/ 184344 w 184343"/>
                  <a:gd name="connsiteY3" fmla="*/ 92760 h 185767"/>
                  <a:gd name="connsiteX4" fmla="*/ 184344 w 184343"/>
                  <a:gd name="connsiteY4" fmla="*/ 92883 h 185767"/>
                  <a:gd name="connsiteX5" fmla="*/ 92294 w 184343"/>
                  <a:gd name="connsiteY5" fmla="*/ 185767 h 185767"/>
                  <a:gd name="connsiteX6" fmla="*/ 92294 w 184343"/>
                  <a:gd name="connsiteY6" fmla="*/ 15049 h 185767"/>
                  <a:gd name="connsiteX7" fmla="*/ 15056 w 184343"/>
                  <a:gd name="connsiteY7" fmla="*/ 92883 h 185767"/>
                  <a:gd name="connsiteX8" fmla="*/ 92294 w 184343"/>
                  <a:gd name="connsiteY8" fmla="*/ 170718 h 185767"/>
                  <a:gd name="connsiteX9" fmla="*/ 169533 w 184343"/>
                  <a:gd name="connsiteY9" fmla="*/ 92883 h 185767"/>
                  <a:gd name="connsiteX10" fmla="*/ 92294 w 184343"/>
                  <a:gd name="connsiteY10" fmla="*/ 15049 h 18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4343" h="185767">
                    <a:moveTo>
                      <a:pt x="92294" y="185767"/>
                    </a:moveTo>
                    <a:cubicBezTo>
                      <a:pt x="41389" y="185835"/>
                      <a:pt x="68" y="144305"/>
                      <a:pt x="0" y="93007"/>
                    </a:cubicBezTo>
                    <a:cubicBezTo>
                      <a:pt x="-68" y="41709"/>
                      <a:pt x="41144" y="68"/>
                      <a:pt x="92049" y="0"/>
                    </a:cubicBezTo>
                    <a:cubicBezTo>
                      <a:pt x="142955" y="-68"/>
                      <a:pt x="184276" y="41462"/>
                      <a:pt x="184344" y="92760"/>
                    </a:cubicBezTo>
                    <a:cubicBezTo>
                      <a:pt x="184344" y="92801"/>
                      <a:pt x="184344" y="92842"/>
                      <a:pt x="184344" y="92883"/>
                    </a:cubicBezTo>
                    <a:cubicBezTo>
                      <a:pt x="184344" y="144134"/>
                      <a:pt x="143152" y="185699"/>
                      <a:pt x="92294" y="185767"/>
                    </a:cubicBezTo>
                    <a:close/>
                    <a:moveTo>
                      <a:pt x="92294" y="15049"/>
                    </a:moveTo>
                    <a:cubicBezTo>
                      <a:pt x="49637" y="15049"/>
                      <a:pt x="15056" y="49897"/>
                      <a:pt x="15056" y="92883"/>
                    </a:cubicBezTo>
                    <a:cubicBezTo>
                      <a:pt x="15056" y="135870"/>
                      <a:pt x="49637" y="170718"/>
                      <a:pt x="92294" y="170718"/>
                    </a:cubicBezTo>
                    <a:cubicBezTo>
                      <a:pt x="134952" y="170718"/>
                      <a:pt x="169533" y="135870"/>
                      <a:pt x="169533" y="92883"/>
                    </a:cubicBezTo>
                    <a:cubicBezTo>
                      <a:pt x="169465" y="49925"/>
                      <a:pt x="134924" y="15117"/>
                      <a:pt x="92294" y="15049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5E6B662A-F6E1-BB46-A5DD-A434F0C93F30}"/>
                  </a:ext>
                </a:extLst>
              </p:cNvPr>
              <p:cNvSpPr/>
              <p:nvPr/>
            </p:nvSpPr>
            <p:spPr>
              <a:xfrm>
                <a:off x="6370619" y="2693375"/>
                <a:ext cx="57775" cy="58221"/>
              </a:xfrm>
              <a:custGeom>
                <a:avLst/>
                <a:gdLst>
                  <a:gd name="connsiteX0" fmla="*/ 28888 w 57775"/>
                  <a:gd name="connsiteY0" fmla="*/ 58222 h 58221"/>
                  <a:gd name="connsiteX1" fmla="*/ 0 w 57775"/>
                  <a:gd name="connsiteY1" fmla="*/ 29111 h 58221"/>
                  <a:gd name="connsiteX2" fmla="*/ 28888 w 57775"/>
                  <a:gd name="connsiteY2" fmla="*/ 0 h 58221"/>
                  <a:gd name="connsiteX3" fmla="*/ 57776 w 57775"/>
                  <a:gd name="connsiteY3" fmla="*/ 29111 h 58221"/>
                  <a:gd name="connsiteX4" fmla="*/ 28888 w 57775"/>
                  <a:gd name="connsiteY4" fmla="*/ 58222 h 58221"/>
                  <a:gd name="connsiteX5" fmla="*/ 28888 w 57775"/>
                  <a:gd name="connsiteY5" fmla="*/ 15049 h 58221"/>
                  <a:gd name="connsiteX6" fmla="*/ 14812 w 57775"/>
                  <a:gd name="connsiteY6" fmla="*/ 29235 h 58221"/>
                  <a:gd name="connsiteX7" fmla="*/ 28889 w 57775"/>
                  <a:gd name="connsiteY7" fmla="*/ 43420 h 58221"/>
                  <a:gd name="connsiteX8" fmla="*/ 42965 w 57775"/>
                  <a:gd name="connsiteY8" fmla="*/ 29234 h 58221"/>
                  <a:gd name="connsiteX9" fmla="*/ 42965 w 57775"/>
                  <a:gd name="connsiteY9" fmla="*/ 29111 h 58221"/>
                  <a:gd name="connsiteX10" fmla="*/ 29011 w 57775"/>
                  <a:gd name="connsiteY10" fmla="*/ 15048 h 58221"/>
                  <a:gd name="connsiteX11" fmla="*/ 28888 w 57775"/>
                  <a:gd name="connsiteY11" fmla="*/ 15049 h 58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775" h="58221">
                    <a:moveTo>
                      <a:pt x="28888" y="58222"/>
                    </a:moveTo>
                    <a:cubicBezTo>
                      <a:pt x="12934" y="58222"/>
                      <a:pt x="0" y="45188"/>
                      <a:pt x="0" y="29111"/>
                    </a:cubicBezTo>
                    <a:cubicBezTo>
                      <a:pt x="0" y="13033"/>
                      <a:pt x="12934" y="0"/>
                      <a:pt x="28888" y="0"/>
                    </a:cubicBezTo>
                    <a:cubicBezTo>
                      <a:pt x="44842" y="0"/>
                      <a:pt x="57776" y="13033"/>
                      <a:pt x="57776" y="29111"/>
                    </a:cubicBezTo>
                    <a:cubicBezTo>
                      <a:pt x="57776" y="45188"/>
                      <a:pt x="44842" y="58222"/>
                      <a:pt x="28888" y="58222"/>
                    </a:cubicBezTo>
                    <a:close/>
                    <a:moveTo>
                      <a:pt x="28888" y="15049"/>
                    </a:moveTo>
                    <a:cubicBezTo>
                      <a:pt x="21114" y="15049"/>
                      <a:pt x="14811" y="21400"/>
                      <a:pt x="14812" y="29235"/>
                    </a:cubicBezTo>
                    <a:cubicBezTo>
                      <a:pt x="14812" y="37069"/>
                      <a:pt x="21115" y="43420"/>
                      <a:pt x="28889" y="43420"/>
                    </a:cubicBezTo>
                    <a:cubicBezTo>
                      <a:pt x="36663" y="43419"/>
                      <a:pt x="42965" y="37068"/>
                      <a:pt x="42965" y="29234"/>
                    </a:cubicBezTo>
                    <a:cubicBezTo>
                      <a:pt x="42965" y="29193"/>
                      <a:pt x="42965" y="29152"/>
                      <a:pt x="42965" y="29111"/>
                    </a:cubicBezTo>
                    <a:cubicBezTo>
                      <a:pt x="42965" y="21345"/>
                      <a:pt x="36718" y="15049"/>
                      <a:pt x="29011" y="15048"/>
                    </a:cubicBezTo>
                    <a:cubicBezTo>
                      <a:pt x="28970" y="15048"/>
                      <a:pt x="28929" y="15049"/>
                      <a:pt x="28888" y="15049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401C05E2-C3E8-2D4E-9C3E-E5E721ED396D}"/>
                  </a:ext>
                </a:extLst>
              </p:cNvPr>
              <p:cNvSpPr/>
              <p:nvPr/>
            </p:nvSpPr>
            <p:spPr>
              <a:xfrm>
                <a:off x="6346383" y="2751720"/>
                <a:ext cx="106370" cy="69571"/>
              </a:xfrm>
              <a:custGeom>
                <a:avLst/>
                <a:gdLst>
                  <a:gd name="connsiteX0" fmla="*/ 99027 w 106370"/>
                  <a:gd name="connsiteY0" fmla="*/ 69570 h 69571"/>
                  <a:gd name="connsiteX1" fmla="*/ 91561 w 106370"/>
                  <a:gd name="connsiteY1" fmla="*/ 62293 h 69571"/>
                  <a:gd name="connsiteX2" fmla="*/ 91560 w 106370"/>
                  <a:gd name="connsiteY2" fmla="*/ 62169 h 69571"/>
                  <a:gd name="connsiteX3" fmla="*/ 91560 w 106370"/>
                  <a:gd name="connsiteY3" fmla="*/ 30838 h 69571"/>
                  <a:gd name="connsiteX4" fmla="*/ 75769 w 106370"/>
                  <a:gd name="connsiteY4" fmla="*/ 15172 h 69571"/>
                  <a:gd name="connsiteX5" fmla="*/ 30602 w 106370"/>
                  <a:gd name="connsiteY5" fmla="*/ 15172 h 69571"/>
                  <a:gd name="connsiteX6" fmla="*/ 14811 w 106370"/>
                  <a:gd name="connsiteY6" fmla="*/ 31085 h 69571"/>
                  <a:gd name="connsiteX7" fmla="*/ 14811 w 106370"/>
                  <a:gd name="connsiteY7" fmla="*/ 62416 h 69571"/>
                  <a:gd name="connsiteX8" fmla="*/ 6452 w 106370"/>
                  <a:gd name="connsiteY8" fmla="*/ 68917 h 69571"/>
                  <a:gd name="connsiteX9" fmla="*/ 0 w 106370"/>
                  <a:gd name="connsiteY9" fmla="*/ 62416 h 69571"/>
                  <a:gd name="connsiteX10" fmla="*/ 0 w 106370"/>
                  <a:gd name="connsiteY10" fmla="*/ 30838 h 69571"/>
                  <a:gd name="connsiteX11" fmla="*/ 30602 w 106370"/>
                  <a:gd name="connsiteY11" fmla="*/ 0 h 69571"/>
                  <a:gd name="connsiteX12" fmla="*/ 75769 w 106370"/>
                  <a:gd name="connsiteY12" fmla="*/ 0 h 69571"/>
                  <a:gd name="connsiteX13" fmla="*/ 106371 w 106370"/>
                  <a:gd name="connsiteY13" fmla="*/ 30838 h 69571"/>
                  <a:gd name="connsiteX14" fmla="*/ 106371 w 106370"/>
                  <a:gd name="connsiteY14" fmla="*/ 62169 h 69571"/>
                  <a:gd name="connsiteX15" fmla="*/ 99027 w 106370"/>
                  <a:gd name="connsiteY15" fmla="*/ 69570 h 69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6370" h="69571">
                    <a:moveTo>
                      <a:pt x="99027" y="69570"/>
                    </a:moveTo>
                    <a:cubicBezTo>
                      <a:pt x="94971" y="69638"/>
                      <a:pt x="91628" y="66380"/>
                      <a:pt x="91561" y="62293"/>
                    </a:cubicBezTo>
                    <a:cubicBezTo>
                      <a:pt x="91560" y="62252"/>
                      <a:pt x="91560" y="62211"/>
                      <a:pt x="91560" y="62169"/>
                    </a:cubicBezTo>
                    <a:lnTo>
                      <a:pt x="91560" y="30838"/>
                    </a:lnTo>
                    <a:cubicBezTo>
                      <a:pt x="91426" y="22146"/>
                      <a:pt x="84396" y="15171"/>
                      <a:pt x="75769" y="15172"/>
                    </a:cubicBezTo>
                    <a:lnTo>
                      <a:pt x="30602" y="15172"/>
                    </a:lnTo>
                    <a:cubicBezTo>
                      <a:pt x="21881" y="15172"/>
                      <a:pt x="14811" y="22296"/>
                      <a:pt x="14811" y="31085"/>
                    </a:cubicBezTo>
                    <a:lnTo>
                      <a:pt x="14811" y="62416"/>
                    </a:lnTo>
                    <a:cubicBezTo>
                      <a:pt x="14284" y="66537"/>
                      <a:pt x="10541" y="69448"/>
                      <a:pt x="6452" y="68917"/>
                    </a:cubicBezTo>
                    <a:cubicBezTo>
                      <a:pt x="3084" y="68480"/>
                      <a:pt x="434" y="65809"/>
                      <a:pt x="0" y="62416"/>
                    </a:cubicBezTo>
                    <a:lnTo>
                      <a:pt x="0" y="30838"/>
                    </a:lnTo>
                    <a:cubicBezTo>
                      <a:pt x="0" y="13807"/>
                      <a:pt x="13701" y="0"/>
                      <a:pt x="30602" y="0"/>
                    </a:cubicBezTo>
                    <a:lnTo>
                      <a:pt x="75769" y="0"/>
                    </a:lnTo>
                    <a:cubicBezTo>
                      <a:pt x="92670" y="0"/>
                      <a:pt x="106371" y="13807"/>
                      <a:pt x="106371" y="30838"/>
                    </a:cubicBezTo>
                    <a:lnTo>
                      <a:pt x="106371" y="62169"/>
                    </a:lnTo>
                    <a:cubicBezTo>
                      <a:pt x="106371" y="66257"/>
                      <a:pt x="103083" y="69570"/>
                      <a:pt x="99027" y="69570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4591AD7D-0021-3142-A80F-09639A6648C2}"/>
                  </a:ext>
                </a:extLst>
              </p:cNvPr>
              <p:cNvSpPr/>
              <p:nvPr/>
            </p:nvSpPr>
            <p:spPr>
              <a:xfrm>
                <a:off x="6307703" y="2671296"/>
                <a:ext cx="184098" cy="185520"/>
              </a:xfrm>
              <a:custGeom>
                <a:avLst/>
                <a:gdLst>
                  <a:gd name="connsiteX0" fmla="*/ 91805 w 184098"/>
                  <a:gd name="connsiteY0" fmla="*/ 185520 h 185520"/>
                  <a:gd name="connsiteX1" fmla="*/ 0 w 184098"/>
                  <a:gd name="connsiteY1" fmla="*/ 92514 h 185520"/>
                  <a:gd name="connsiteX2" fmla="*/ 92294 w 184098"/>
                  <a:gd name="connsiteY2" fmla="*/ 0 h 185520"/>
                  <a:gd name="connsiteX3" fmla="*/ 184099 w 184098"/>
                  <a:gd name="connsiteY3" fmla="*/ 92760 h 185520"/>
                  <a:gd name="connsiteX4" fmla="*/ 91805 w 184098"/>
                  <a:gd name="connsiteY4" fmla="*/ 185520 h 185520"/>
                  <a:gd name="connsiteX5" fmla="*/ 91805 w 184098"/>
                  <a:gd name="connsiteY5" fmla="*/ 14925 h 185520"/>
                  <a:gd name="connsiteX6" fmla="*/ 14689 w 184098"/>
                  <a:gd name="connsiteY6" fmla="*/ 92883 h 185520"/>
                  <a:gd name="connsiteX7" fmla="*/ 92049 w 184098"/>
                  <a:gd name="connsiteY7" fmla="*/ 170594 h 185520"/>
                  <a:gd name="connsiteX8" fmla="*/ 169165 w 184098"/>
                  <a:gd name="connsiteY8" fmla="*/ 92760 h 185520"/>
                  <a:gd name="connsiteX9" fmla="*/ 91805 w 184098"/>
                  <a:gd name="connsiteY9" fmla="*/ 14925 h 185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4098" h="185520">
                    <a:moveTo>
                      <a:pt x="91805" y="185520"/>
                    </a:moveTo>
                    <a:cubicBezTo>
                      <a:pt x="40967" y="185384"/>
                      <a:pt x="-135" y="143743"/>
                      <a:pt x="0" y="92514"/>
                    </a:cubicBezTo>
                    <a:cubicBezTo>
                      <a:pt x="136" y="41284"/>
                      <a:pt x="41457" y="-136"/>
                      <a:pt x="92294" y="0"/>
                    </a:cubicBezTo>
                    <a:cubicBezTo>
                      <a:pt x="143036" y="136"/>
                      <a:pt x="184099" y="41626"/>
                      <a:pt x="184099" y="92760"/>
                    </a:cubicBezTo>
                    <a:cubicBezTo>
                      <a:pt x="184031" y="144058"/>
                      <a:pt x="142710" y="185588"/>
                      <a:pt x="91805" y="185520"/>
                    </a:cubicBezTo>
                    <a:close/>
                    <a:moveTo>
                      <a:pt x="91805" y="14925"/>
                    </a:moveTo>
                    <a:cubicBezTo>
                      <a:pt x="49147" y="14993"/>
                      <a:pt x="14621" y="49896"/>
                      <a:pt x="14689" y="92883"/>
                    </a:cubicBezTo>
                    <a:cubicBezTo>
                      <a:pt x="14756" y="135870"/>
                      <a:pt x="49392" y="170663"/>
                      <a:pt x="92049" y="170594"/>
                    </a:cubicBezTo>
                    <a:cubicBezTo>
                      <a:pt x="134659" y="170526"/>
                      <a:pt x="169165" y="135699"/>
                      <a:pt x="169165" y="92760"/>
                    </a:cubicBezTo>
                    <a:cubicBezTo>
                      <a:pt x="169098" y="49753"/>
                      <a:pt x="134482" y="14925"/>
                      <a:pt x="91805" y="14925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0856C380-8D0E-F44E-A985-CAC71581AAC7}"/>
                  </a:ext>
                </a:extLst>
              </p:cNvPr>
              <p:cNvSpPr/>
              <p:nvPr/>
            </p:nvSpPr>
            <p:spPr>
              <a:xfrm>
                <a:off x="6137031" y="2465350"/>
                <a:ext cx="339149" cy="338548"/>
              </a:xfrm>
              <a:custGeom>
                <a:avLst/>
                <a:gdLst>
                  <a:gd name="connsiteX0" fmla="*/ 169448 w 339149"/>
                  <a:gd name="connsiteY0" fmla="*/ 338548 h 338548"/>
                  <a:gd name="connsiteX1" fmla="*/ 0 w 339149"/>
                  <a:gd name="connsiteY1" fmla="*/ 167374 h 338548"/>
                  <a:gd name="connsiteX2" fmla="*/ 37983 w 339149"/>
                  <a:gd name="connsiteY2" fmla="*/ 59774 h 338548"/>
                  <a:gd name="connsiteX3" fmla="*/ 44471 w 339149"/>
                  <a:gd name="connsiteY3" fmla="*/ 57061 h 338548"/>
                  <a:gd name="connsiteX4" fmla="*/ 50224 w 339149"/>
                  <a:gd name="connsiteY4" fmla="*/ 61008 h 338548"/>
                  <a:gd name="connsiteX5" fmla="*/ 155062 w 339149"/>
                  <a:gd name="connsiteY5" fmla="*/ 92528 h 338548"/>
                  <a:gd name="connsiteX6" fmla="*/ 195643 w 339149"/>
                  <a:gd name="connsiteY6" fmla="*/ 24249 h 338548"/>
                  <a:gd name="connsiteX7" fmla="*/ 194174 w 339149"/>
                  <a:gd name="connsiteY7" fmla="*/ 8954 h 338548"/>
                  <a:gd name="connsiteX8" fmla="*/ 199539 w 339149"/>
                  <a:gd name="connsiteY8" fmla="*/ 196 h 338548"/>
                  <a:gd name="connsiteX9" fmla="*/ 202864 w 339149"/>
                  <a:gd name="connsiteY9" fmla="*/ 196 h 338548"/>
                  <a:gd name="connsiteX10" fmla="*/ 335795 w 339149"/>
                  <a:gd name="connsiteY10" fmla="*/ 201475 h 338548"/>
                  <a:gd name="connsiteX11" fmla="*/ 324536 w 339149"/>
                  <a:gd name="connsiteY11" fmla="*/ 237154 h 338548"/>
                  <a:gd name="connsiteX12" fmla="*/ 319395 w 339149"/>
                  <a:gd name="connsiteY12" fmla="*/ 241471 h 338548"/>
                  <a:gd name="connsiteX13" fmla="*/ 312908 w 339149"/>
                  <a:gd name="connsiteY13" fmla="*/ 239744 h 338548"/>
                  <a:gd name="connsiteX14" fmla="*/ 203905 w 339149"/>
                  <a:gd name="connsiteY14" fmla="*/ 246868 h 338548"/>
                  <a:gd name="connsiteX15" fmla="*/ 190501 w 339149"/>
                  <a:gd name="connsiteY15" fmla="*/ 327817 h 338548"/>
                  <a:gd name="connsiteX16" fmla="*/ 190501 w 339149"/>
                  <a:gd name="connsiteY16" fmla="*/ 334478 h 338548"/>
                  <a:gd name="connsiteX17" fmla="*/ 184871 w 339149"/>
                  <a:gd name="connsiteY17" fmla="*/ 338055 h 338548"/>
                  <a:gd name="connsiteX18" fmla="*/ 169448 w 339149"/>
                  <a:gd name="connsiteY18" fmla="*/ 338548 h 338548"/>
                  <a:gd name="connsiteX19" fmla="*/ 43124 w 339149"/>
                  <a:gd name="connsiteY19" fmla="*/ 77660 h 338548"/>
                  <a:gd name="connsiteX20" fmla="*/ 79180 w 339149"/>
                  <a:gd name="connsiteY20" fmla="*/ 295322 h 338548"/>
                  <a:gd name="connsiteX21" fmla="*/ 169448 w 339149"/>
                  <a:gd name="connsiteY21" fmla="*/ 324363 h 338548"/>
                  <a:gd name="connsiteX22" fmla="*/ 173854 w 339149"/>
                  <a:gd name="connsiteY22" fmla="*/ 324363 h 338548"/>
                  <a:gd name="connsiteX23" fmla="*/ 170427 w 339149"/>
                  <a:gd name="connsiteY23" fmla="*/ 299693 h 338548"/>
                  <a:gd name="connsiteX24" fmla="*/ 262476 w 339149"/>
                  <a:gd name="connsiteY24" fmla="*/ 206932 h 338548"/>
                  <a:gd name="connsiteX25" fmla="*/ 314499 w 339149"/>
                  <a:gd name="connsiteY25" fmla="*/ 223215 h 338548"/>
                  <a:gd name="connsiteX26" fmla="*/ 324291 w 339149"/>
                  <a:gd name="connsiteY26" fmla="*/ 168817 h 338548"/>
                  <a:gd name="connsiteX27" fmla="*/ 210209 w 339149"/>
                  <a:gd name="connsiteY27" fmla="*/ 17835 h 338548"/>
                  <a:gd name="connsiteX28" fmla="*/ 210209 w 339149"/>
                  <a:gd name="connsiteY28" fmla="*/ 24866 h 338548"/>
                  <a:gd name="connsiteX29" fmla="*/ 117242 w 339149"/>
                  <a:gd name="connsiteY29" fmla="*/ 116692 h 338548"/>
                  <a:gd name="connsiteX30" fmla="*/ 43124 w 339149"/>
                  <a:gd name="connsiteY30" fmla="*/ 77660 h 338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39149" h="338548">
                    <a:moveTo>
                      <a:pt x="169448" y="338548"/>
                    </a:moveTo>
                    <a:cubicBezTo>
                      <a:pt x="75750" y="338433"/>
                      <a:pt x="-114" y="261796"/>
                      <a:pt x="0" y="167374"/>
                    </a:cubicBezTo>
                    <a:cubicBezTo>
                      <a:pt x="48" y="128181"/>
                      <a:pt x="13457" y="90193"/>
                      <a:pt x="37983" y="59774"/>
                    </a:cubicBezTo>
                    <a:cubicBezTo>
                      <a:pt x="39549" y="57819"/>
                      <a:pt x="41991" y="56797"/>
                      <a:pt x="44471" y="57061"/>
                    </a:cubicBezTo>
                    <a:cubicBezTo>
                      <a:pt x="46933" y="57297"/>
                      <a:pt x="49103" y="58786"/>
                      <a:pt x="50224" y="61008"/>
                    </a:cubicBezTo>
                    <a:cubicBezTo>
                      <a:pt x="70537" y="98886"/>
                      <a:pt x="117474" y="112998"/>
                      <a:pt x="155062" y="92528"/>
                    </a:cubicBezTo>
                    <a:cubicBezTo>
                      <a:pt x="179967" y="78965"/>
                      <a:pt x="195532" y="52777"/>
                      <a:pt x="195643" y="24249"/>
                    </a:cubicBezTo>
                    <a:cubicBezTo>
                      <a:pt x="195639" y="19115"/>
                      <a:pt x="195147" y="13993"/>
                      <a:pt x="194174" y="8954"/>
                    </a:cubicBezTo>
                    <a:cubicBezTo>
                      <a:pt x="193255" y="5042"/>
                      <a:pt x="195657" y="1121"/>
                      <a:pt x="199539" y="196"/>
                    </a:cubicBezTo>
                    <a:cubicBezTo>
                      <a:pt x="200632" y="-65"/>
                      <a:pt x="201771" y="-65"/>
                      <a:pt x="202864" y="196"/>
                    </a:cubicBezTo>
                    <a:cubicBezTo>
                      <a:pt x="294728" y="18786"/>
                      <a:pt x="354244" y="108902"/>
                      <a:pt x="335795" y="201475"/>
                    </a:cubicBezTo>
                    <a:cubicBezTo>
                      <a:pt x="333350" y="213747"/>
                      <a:pt x="329574" y="225712"/>
                      <a:pt x="324536" y="237154"/>
                    </a:cubicBezTo>
                    <a:cubicBezTo>
                      <a:pt x="323549" y="239295"/>
                      <a:pt x="321663" y="240879"/>
                      <a:pt x="319395" y="241471"/>
                    </a:cubicBezTo>
                    <a:cubicBezTo>
                      <a:pt x="317083" y="241982"/>
                      <a:pt x="314668" y="241340"/>
                      <a:pt x="312908" y="239744"/>
                    </a:cubicBezTo>
                    <a:cubicBezTo>
                      <a:pt x="280855" y="211379"/>
                      <a:pt x="232053" y="214568"/>
                      <a:pt x="203905" y="246868"/>
                    </a:cubicBezTo>
                    <a:cubicBezTo>
                      <a:pt x="184537" y="269093"/>
                      <a:pt x="179343" y="300459"/>
                      <a:pt x="190501" y="327817"/>
                    </a:cubicBezTo>
                    <a:cubicBezTo>
                      <a:pt x="191611" y="329896"/>
                      <a:pt x="191611" y="332398"/>
                      <a:pt x="190501" y="334478"/>
                    </a:cubicBezTo>
                    <a:cubicBezTo>
                      <a:pt x="189299" y="336508"/>
                      <a:pt x="187207" y="337837"/>
                      <a:pt x="184871" y="338055"/>
                    </a:cubicBezTo>
                    <a:cubicBezTo>
                      <a:pt x="179363" y="338548"/>
                      <a:pt x="174344" y="338548"/>
                      <a:pt x="169448" y="338548"/>
                    </a:cubicBezTo>
                    <a:close/>
                    <a:moveTo>
                      <a:pt x="43124" y="77660"/>
                    </a:moveTo>
                    <a:cubicBezTo>
                      <a:pt x="-6564" y="147799"/>
                      <a:pt x="9579" y="245249"/>
                      <a:pt x="79180" y="295322"/>
                    </a:cubicBezTo>
                    <a:cubicBezTo>
                      <a:pt x="105519" y="314270"/>
                      <a:pt x="137086" y="324426"/>
                      <a:pt x="169448" y="324363"/>
                    </a:cubicBezTo>
                    <a:lnTo>
                      <a:pt x="173854" y="324363"/>
                    </a:lnTo>
                    <a:cubicBezTo>
                      <a:pt x="171643" y="316327"/>
                      <a:pt x="170491" y="308032"/>
                      <a:pt x="170427" y="299693"/>
                    </a:cubicBezTo>
                    <a:cubicBezTo>
                      <a:pt x="170494" y="248491"/>
                      <a:pt x="211667" y="207000"/>
                      <a:pt x="262476" y="206932"/>
                    </a:cubicBezTo>
                    <a:cubicBezTo>
                      <a:pt x="281058" y="206892"/>
                      <a:pt x="299209" y="212573"/>
                      <a:pt x="314499" y="223215"/>
                    </a:cubicBezTo>
                    <a:cubicBezTo>
                      <a:pt x="320994" y="205826"/>
                      <a:pt x="324312" y="187396"/>
                      <a:pt x="324291" y="168817"/>
                    </a:cubicBezTo>
                    <a:cubicBezTo>
                      <a:pt x="324323" y="98350"/>
                      <a:pt x="277625" y="36548"/>
                      <a:pt x="210209" y="17835"/>
                    </a:cubicBezTo>
                    <a:cubicBezTo>
                      <a:pt x="210331" y="20177"/>
                      <a:pt x="210331" y="22524"/>
                      <a:pt x="210209" y="24866"/>
                    </a:cubicBezTo>
                    <a:cubicBezTo>
                      <a:pt x="209700" y="76093"/>
                      <a:pt x="168077" y="117205"/>
                      <a:pt x="117242" y="116692"/>
                    </a:cubicBezTo>
                    <a:cubicBezTo>
                      <a:pt x="87759" y="116395"/>
                      <a:pt x="60201" y="101882"/>
                      <a:pt x="43124" y="77660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8B114803-3CB3-F54B-A1E3-DC659BEE018B}"/>
                  </a:ext>
                </a:extLst>
              </p:cNvPr>
              <p:cNvSpPr/>
              <p:nvPr/>
            </p:nvSpPr>
            <p:spPr>
              <a:xfrm>
                <a:off x="6378804" y="2477519"/>
                <a:ext cx="47011" cy="52662"/>
              </a:xfrm>
              <a:custGeom>
                <a:avLst/>
                <a:gdLst>
                  <a:gd name="connsiteX0" fmla="*/ 13726 w 47011"/>
                  <a:gd name="connsiteY0" fmla="*/ 52662 h 52662"/>
                  <a:gd name="connsiteX1" fmla="*/ 6504 w 47011"/>
                  <a:gd name="connsiteY1" fmla="*/ 46618 h 52662"/>
                  <a:gd name="connsiteX2" fmla="*/ 139 w 47011"/>
                  <a:gd name="connsiteY2" fmla="*/ 14670 h 52662"/>
                  <a:gd name="connsiteX3" fmla="*/ 1363 w 47011"/>
                  <a:gd name="connsiteY3" fmla="*/ 8996 h 52662"/>
                  <a:gd name="connsiteX4" fmla="*/ 6137 w 47011"/>
                  <a:gd name="connsiteY4" fmla="*/ 5665 h 52662"/>
                  <a:gd name="connsiteX5" fmla="*/ 38329 w 47011"/>
                  <a:gd name="connsiteY5" fmla="*/ 115 h 52662"/>
                  <a:gd name="connsiteX6" fmla="*/ 46898 w 47011"/>
                  <a:gd name="connsiteY6" fmla="*/ 6159 h 52662"/>
                  <a:gd name="connsiteX7" fmla="*/ 40900 w 47011"/>
                  <a:gd name="connsiteY7" fmla="*/ 14793 h 52662"/>
                  <a:gd name="connsiteX8" fmla="*/ 16419 w 47011"/>
                  <a:gd name="connsiteY8" fmla="*/ 19111 h 52662"/>
                  <a:gd name="connsiteX9" fmla="*/ 21315 w 47011"/>
                  <a:gd name="connsiteY9" fmla="*/ 43781 h 52662"/>
                  <a:gd name="connsiteX10" fmla="*/ 15440 w 47011"/>
                  <a:gd name="connsiteY10" fmla="*/ 52539 h 52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011" h="52662">
                    <a:moveTo>
                      <a:pt x="13726" y="52662"/>
                    </a:moveTo>
                    <a:cubicBezTo>
                      <a:pt x="10205" y="52615"/>
                      <a:pt x="7196" y="50097"/>
                      <a:pt x="6504" y="46618"/>
                    </a:cubicBezTo>
                    <a:lnTo>
                      <a:pt x="139" y="14670"/>
                    </a:lnTo>
                    <a:cubicBezTo>
                      <a:pt x="-252" y="12690"/>
                      <a:pt x="191" y="10634"/>
                      <a:pt x="1363" y="8996"/>
                    </a:cubicBezTo>
                    <a:cubicBezTo>
                      <a:pt x="2443" y="7282"/>
                      <a:pt x="4165" y="6081"/>
                      <a:pt x="6137" y="5665"/>
                    </a:cubicBezTo>
                    <a:lnTo>
                      <a:pt x="38329" y="115"/>
                    </a:lnTo>
                    <a:cubicBezTo>
                      <a:pt x="42352" y="-601"/>
                      <a:pt x="46188" y="2105"/>
                      <a:pt x="46898" y="6159"/>
                    </a:cubicBezTo>
                    <a:cubicBezTo>
                      <a:pt x="47608" y="10212"/>
                      <a:pt x="44922" y="14078"/>
                      <a:pt x="40900" y="14793"/>
                    </a:cubicBezTo>
                    <a:lnTo>
                      <a:pt x="16419" y="19111"/>
                    </a:lnTo>
                    <a:lnTo>
                      <a:pt x="21315" y="43781"/>
                    </a:lnTo>
                    <a:cubicBezTo>
                      <a:pt x="22064" y="47829"/>
                      <a:pt x="19446" y="51731"/>
                      <a:pt x="15440" y="52539"/>
                    </a:cubicBez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04E60E25-69D6-F841-9F1E-19F4822F01E4}"/>
                  </a:ext>
                </a:extLst>
              </p:cNvPr>
              <p:cNvSpPr/>
              <p:nvPr/>
            </p:nvSpPr>
            <p:spPr>
              <a:xfrm>
                <a:off x="6186495" y="2738865"/>
                <a:ext cx="47421" cy="52724"/>
              </a:xfrm>
              <a:custGeom>
                <a:avLst/>
                <a:gdLst>
                  <a:gd name="connsiteX0" fmla="*/ 7982 w 47421"/>
                  <a:gd name="connsiteY0" fmla="*/ 52698 h 52724"/>
                  <a:gd name="connsiteX1" fmla="*/ 26 w 47421"/>
                  <a:gd name="connsiteY1" fmla="*/ 45914 h 52724"/>
                  <a:gd name="connsiteX2" fmla="*/ 6758 w 47421"/>
                  <a:gd name="connsiteY2" fmla="*/ 37896 h 52724"/>
                  <a:gd name="connsiteX3" fmla="*/ 31239 w 47421"/>
                  <a:gd name="connsiteY3" fmla="*/ 33579 h 52724"/>
                  <a:gd name="connsiteX4" fmla="*/ 26343 w 47421"/>
                  <a:gd name="connsiteY4" fmla="*/ 8908 h 52724"/>
                  <a:gd name="connsiteX5" fmla="*/ 32219 w 47421"/>
                  <a:gd name="connsiteY5" fmla="*/ 150 h 52724"/>
                  <a:gd name="connsiteX6" fmla="*/ 40881 w 47421"/>
                  <a:gd name="connsiteY6" fmla="*/ 5925 h 52724"/>
                  <a:gd name="connsiteX7" fmla="*/ 40910 w 47421"/>
                  <a:gd name="connsiteY7" fmla="*/ 6071 h 52724"/>
                  <a:gd name="connsiteX8" fmla="*/ 47275 w 47421"/>
                  <a:gd name="connsiteY8" fmla="*/ 37896 h 52724"/>
                  <a:gd name="connsiteX9" fmla="*/ 46051 w 47421"/>
                  <a:gd name="connsiteY9" fmla="*/ 43570 h 52724"/>
                  <a:gd name="connsiteX10" fmla="*/ 41277 w 47421"/>
                  <a:gd name="connsiteY10" fmla="*/ 46777 h 52724"/>
                  <a:gd name="connsiteX11" fmla="*/ 9329 w 47421"/>
                  <a:gd name="connsiteY11" fmla="*/ 52698 h 5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21" h="52724">
                    <a:moveTo>
                      <a:pt x="7982" y="52698"/>
                    </a:moveTo>
                    <a:cubicBezTo>
                      <a:pt x="3926" y="53039"/>
                      <a:pt x="364" y="50001"/>
                      <a:pt x="26" y="45914"/>
                    </a:cubicBezTo>
                    <a:cubicBezTo>
                      <a:pt x="-312" y="41826"/>
                      <a:pt x="2702" y="38237"/>
                      <a:pt x="6758" y="37896"/>
                    </a:cubicBezTo>
                    <a:lnTo>
                      <a:pt x="31239" y="33579"/>
                    </a:lnTo>
                    <a:lnTo>
                      <a:pt x="26343" y="8908"/>
                    </a:lnTo>
                    <a:cubicBezTo>
                      <a:pt x="25594" y="4861"/>
                      <a:pt x="28212" y="958"/>
                      <a:pt x="32219" y="150"/>
                    </a:cubicBezTo>
                    <a:cubicBezTo>
                      <a:pt x="36193" y="-666"/>
                      <a:pt x="40072" y="1920"/>
                      <a:pt x="40881" y="5925"/>
                    </a:cubicBezTo>
                    <a:cubicBezTo>
                      <a:pt x="40891" y="5974"/>
                      <a:pt x="40901" y="6022"/>
                      <a:pt x="40910" y="6071"/>
                    </a:cubicBezTo>
                    <a:lnTo>
                      <a:pt x="47275" y="37896"/>
                    </a:lnTo>
                    <a:cubicBezTo>
                      <a:pt x="47681" y="39877"/>
                      <a:pt x="47236" y="41938"/>
                      <a:pt x="46051" y="43570"/>
                    </a:cubicBezTo>
                    <a:cubicBezTo>
                      <a:pt x="44967" y="45258"/>
                      <a:pt x="43239" y="46418"/>
                      <a:pt x="41277" y="46777"/>
                    </a:cubicBezTo>
                    <a:lnTo>
                      <a:pt x="9329" y="52698"/>
                    </a:lnTo>
                    <a:close/>
                  </a:path>
                </a:pathLst>
              </a:custGeom>
              <a:grpFill/>
              <a:ln w="121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14" name="Graphic 63">
              <a:extLst>
                <a:ext uri="{FF2B5EF4-FFF2-40B4-BE49-F238E27FC236}">
                  <a16:creationId xmlns:a16="http://schemas.microsoft.com/office/drawing/2014/main" id="{E61C31E5-DFAA-3D4F-A346-0B5ACED6C05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834734" y="2857243"/>
              <a:ext cx="410914" cy="410877"/>
              <a:chOff x="6111468" y="2422194"/>
              <a:chExt cx="410914" cy="410877"/>
            </a:xfrm>
            <a:solidFill>
              <a:srgbClr val="FFFFFF"/>
            </a:solidFill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75B01F7E-D20F-1449-8434-0AF92B8292B0}"/>
                  </a:ext>
                </a:extLst>
              </p:cNvPr>
              <p:cNvSpPr/>
              <p:nvPr/>
            </p:nvSpPr>
            <p:spPr>
              <a:xfrm>
                <a:off x="6309394" y="2422195"/>
                <a:ext cx="212926" cy="212925"/>
              </a:xfrm>
              <a:custGeom>
                <a:avLst/>
                <a:gdLst>
                  <a:gd name="connsiteX0" fmla="*/ 58396 w 212926"/>
                  <a:gd name="connsiteY0" fmla="*/ 212925 h 212925"/>
                  <a:gd name="connsiteX1" fmla="*/ 7501 w 212926"/>
                  <a:gd name="connsiteY1" fmla="*/ 212925 h 212925"/>
                  <a:gd name="connsiteX2" fmla="*/ 2 w 212926"/>
                  <a:gd name="connsiteY2" fmla="*/ 205426 h 212925"/>
                  <a:gd name="connsiteX3" fmla="*/ 2 w 212926"/>
                  <a:gd name="connsiteY3" fmla="*/ 135230 h 212925"/>
                  <a:gd name="connsiteX4" fmla="*/ 7132 w 212926"/>
                  <a:gd name="connsiteY4" fmla="*/ 122936 h 212925"/>
                  <a:gd name="connsiteX5" fmla="*/ 22130 w 212926"/>
                  <a:gd name="connsiteY5" fmla="*/ 122198 h 212925"/>
                  <a:gd name="connsiteX6" fmla="*/ 63182 w 212926"/>
                  <a:gd name="connsiteY6" fmla="*/ 107920 h 212925"/>
                  <a:gd name="connsiteX7" fmla="*/ 65527 w 212926"/>
                  <a:gd name="connsiteY7" fmla="*/ 87899 h 212925"/>
                  <a:gd name="connsiteX8" fmla="*/ 29185 w 212926"/>
                  <a:gd name="connsiteY8" fmla="*/ 64375 h 212925"/>
                  <a:gd name="connsiteX9" fmla="*/ 22007 w 212926"/>
                  <a:gd name="connsiteY9" fmla="*/ 66877 h 212925"/>
                  <a:gd name="connsiteX10" fmla="*/ 1582 w 212926"/>
                  <a:gd name="connsiteY10" fmla="*/ 59979 h 212925"/>
                  <a:gd name="connsiteX11" fmla="*/ 2 w 212926"/>
                  <a:gd name="connsiteY11" fmla="*/ 52985 h 212925"/>
                  <a:gd name="connsiteX12" fmla="*/ 2 w 212926"/>
                  <a:gd name="connsiteY12" fmla="*/ 7499 h 212925"/>
                  <a:gd name="connsiteX13" fmla="*/ 7501 w 212926"/>
                  <a:gd name="connsiteY13" fmla="*/ 0 h 212925"/>
                  <a:gd name="connsiteX14" fmla="*/ 182070 w 212926"/>
                  <a:gd name="connsiteY14" fmla="*/ 0 h 212925"/>
                  <a:gd name="connsiteX15" fmla="*/ 212927 w 212926"/>
                  <a:gd name="connsiteY15" fmla="*/ 30857 h 212925"/>
                  <a:gd name="connsiteX16" fmla="*/ 212927 w 212926"/>
                  <a:gd name="connsiteY16" fmla="*/ 56182 h 212925"/>
                  <a:gd name="connsiteX17" fmla="*/ 204531 w 212926"/>
                  <a:gd name="connsiteY17" fmla="*/ 62661 h 212925"/>
                  <a:gd name="connsiteX18" fmla="*/ 198052 w 212926"/>
                  <a:gd name="connsiteY18" fmla="*/ 56182 h 212925"/>
                  <a:gd name="connsiteX19" fmla="*/ 198052 w 212926"/>
                  <a:gd name="connsiteY19" fmla="*/ 30857 h 212925"/>
                  <a:gd name="connsiteX20" fmla="*/ 182070 w 212926"/>
                  <a:gd name="connsiteY20" fmla="*/ 14875 h 212925"/>
                  <a:gd name="connsiteX21" fmla="*/ 15000 w 212926"/>
                  <a:gd name="connsiteY21" fmla="*/ 14875 h 212925"/>
                  <a:gd name="connsiteX22" fmla="*/ 15000 w 212926"/>
                  <a:gd name="connsiteY22" fmla="*/ 52985 h 212925"/>
                  <a:gd name="connsiteX23" fmla="*/ 45242 w 212926"/>
                  <a:gd name="connsiteY23" fmla="*/ 49174 h 212925"/>
                  <a:gd name="connsiteX24" fmla="*/ 80156 w 212926"/>
                  <a:gd name="connsiteY24" fmla="*/ 84088 h 212925"/>
                  <a:gd name="connsiteX25" fmla="*/ 70936 w 212926"/>
                  <a:gd name="connsiteY25" fmla="*/ 122936 h 212925"/>
                  <a:gd name="connsiteX26" fmla="*/ 35653 w 212926"/>
                  <a:gd name="connsiteY26" fmla="*/ 139901 h 212925"/>
                  <a:gd name="connsiteX27" fmla="*/ 15615 w 212926"/>
                  <a:gd name="connsiteY27" fmla="*/ 135230 h 212925"/>
                  <a:gd name="connsiteX28" fmla="*/ 15000 w 212926"/>
                  <a:gd name="connsiteY28" fmla="*/ 197804 h 212925"/>
                  <a:gd name="connsiteX29" fmla="*/ 58396 w 212926"/>
                  <a:gd name="connsiteY29" fmla="*/ 197804 h 212925"/>
                  <a:gd name="connsiteX30" fmla="*/ 65895 w 212926"/>
                  <a:gd name="connsiteY30" fmla="*/ 205303 h 212925"/>
                  <a:gd name="connsiteX31" fmla="*/ 58396 w 212926"/>
                  <a:gd name="connsiteY31" fmla="*/ 212802 h 21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12926" h="212925">
                    <a:moveTo>
                      <a:pt x="58396" y="212925"/>
                    </a:moveTo>
                    <a:lnTo>
                      <a:pt x="7501" y="212925"/>
                    </a:lnTo>
                    <a:cubicBezTo>
                      <a:pt x="3359" y="212925"/>
                      <a:pt x="2" y="209568"/>
                      <a:pt x="2" y="205426"/>
                    </a:cubicBezTo>
                    <a:lnTo>
                      <a:pt x="2" y="135230"/>
                    </a:lnTo>
                    <a:cubicBezTo>
                      <a:pt x="206" y="130207"/>
                      <a:pt x="2874" y="125608"/>
                      <a:pt x="7132" y="122936"/>
                    </a:cubicBezTo>
                    <a:cubicBezTo>
                      <a:pt x="11670" y="120121"/>
                      <a:pt x="17338" y="119843"/>
                      <a:pt x="22130" y="122198"/>
                    </a:cubicBezTo>
                    <a:cubicBezTo>
                      <a:pt x="37409" y="129592"/>
                      <a:pt x="55789" y="123199"/>
                      <a:pt x="63182" y="107920"/>
                    </a:cubicBezTo>
                    <a:cubicBezTo>
                      <a:pt x="66192" y="101700"/>
                      <a:pt x="67018" y="94647"/>
                      <a:pt x="65527" y="87899"/>
                    </a:cubicBezTo>
                    <a:cubicBezTo>
                      <a:pt x="61987" y="71368"/>
                      <a:pt x="45717" y="60836"/>
                      <a:pt x="29185" y="64375"/>
                    </a:cubicBezTo>
                    <a:cubicBezTo>
                      <a:pt x="26698" y="64908"/>
                      <a:pt x="24287" y="65748"/>
                      <a:pt x="22007" y="66877"/>
                    </a:cubicBezTo>
                    <a:cubicBezTo>
                      <a:pt x="14462" y="70612"/>
                      <a:pt x="5318" y="67524"/>
                      <a:pt x="1582" y="59979"/>
                    </a:cubicBezTo>
                    <a:cubicBezTo>
                      <a:pt x="507" y="57807"/>
                      <a:pt x="-35" y="55409"/>
                      <a:pt x="2" y="52985"/>
                    </a:cubicBezTo>
                    <a:lnTo>
                      <a:pt x="2" y="7499"/>
                    </a:lnTo>
                    <a:cubicBezTo>
                      <a:pt x="2" y="3357"/>
                      <a:pt x="3359" y="0"/>
                      <a:pt x="7501" y="0"/>
                    </a:cubicBezTo>
                    <a:lnTo>
                      <a:pt x="182070" y="0"/>
                    </a:lnTo>
                    <a:cubicBezTo>
                      <a:pt x="199084" y="67"/>
                      <a:pt x="212860" y="13843"/>
                      <a:pt x="212927" y="30857"/>
                    </a:cubicBezTo>
                    <a:lnTo>
                      <a:pt x="212927" y="56182"/>
                    </a:lnTo>
                    <a:cubicBezTo>
                      <a:pt x="212398" y="60289"/>
                      <a:pt x="208639" y="63190"/>
                      <a:pt x="204531" y="62661"/>
                    </a:cubicBezTo>
                    <a:cubicBezTo>
                      <a:pt x="201150" y="62226"/>
                      <a:pt x="198487" y="59563"/>
                      <a:pt x="198052" y="56182"/>
                    </a:cubicBezTo>
                    <a:lnTo>
                      <a:pt x="198052" y="30857"/>
                    </a:lnTo>
                    <a:cubicBezTo>
                      <a:pt x="197985" y="22058"/>
                      <a:pt x="190869" y="14942"/>
                      <a:pt x="182070" y="14875"/>
                    </a:cubicBezTo>
                    <a:lnTo>
                      <a:pt x="15000" y="14875"/>
                    </a:lnTo>
                    <a:lnTo>
                      <a:pt x="15000" y="52985"/>
                    </a:lnTo>
                    <a:cubicBezTo>
                      <a:pt x="24408" y="48494"/>
                      <a:pt x="35014" y="47157"/>
                      <a:pt x="45242" y="49174"/>
                    </a:cubicBezTo>
                    <a:cubicBezTo>
                      <a:pt x="62718" y="52962"/>
                      <a:pt x="76368" y="66612"/>
                      <a:pt x="80156" y="84088"/>
                    </a:cubicBezTo>
                    <a:cubicBezTo>
                      <a:pt x="83104" y="97765"/>
                      <a:pt x="79715" y="112042"/>
                      <a:pt x="70936" y="122936"/>
                    </a:cubicBezTo>
                    <a:cubicBezTo>
                      <a:pt x="62301" y="133580"/>
                      <a:pt x="49358" y="139803"/>
                      <a:pt x="35653" y="139901"/>
                    </a:cubicBezTo>
                    <a:cubicBezTo>
                      <a:pt x="28699" y="139945"/>
                      <a:pt x="21833" y="138344"/>
                      <a:pt x="15615" y="135230"/>
                    </a:cubicBezTo>
                    <a:lnTo>
                      <a:pt x="15000" y="197804"/>
                    </a:lnTo>
                    <a:lnTo>
                      <a:pt x="58396" y="197804"/>
                    </a:lnTo>
                    <a:cubicBezTo>
                      <a:pt x="62538" y="197804"/>
                      <a:pt x="65895" y="201162"/>
                      <a:pt x="65895" y="205303"/>
                    </a:cubicBezTo>
                    <a:cubicBezTo>
                      <a:pt x="65895" y="209445"/>
                      <a:pt x="62538" y="212802"/>
                      <a:pt x="58396" y="212802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6CD0F34A-D716-3248-8A55-69C8B57F7396}"/>
                  </a:ext>
                </a:extLst>
              </p:cNvPr>
              <p:cNvSpPr/>
              <p:nvPr/>
            </p:nvSpPr>
            <p:spPr>
              <a:xfrm>
                <a:off x="6507383" y="2562981"/>
                <a:ext cx="14999" cy="42019"/>
              </a:xfrm>
              <a:custGeom>
                <a:avLst/>
                <a:gdLst>
                  <a:gd name="connsiteX0" fmla="*/ 7438 w 14999"/>
                  <a:gd name="connsiteY0" fmla="*/ 42020 h 42019"/>
                  <a:gd name="connsiteX1" fmla="*/ 61 w 14999"/>
                  <a:gd name="connsiteY1" fmla="*/ 34645 h 42019"/>
                  <a:gd name="connsiteX2" fmla="*/ 62 w 14999"/>
                  <a:gd name="connsiteY2" fmla="*/ 34521 h 42019"/>
                  <a:gd name="connsiteX3" fmla="*/ 62 w 14999"/>
                  <a:gd name="connsiteY3" fmla="*/ 8458 h 42019"/>
                  <a:gd name="connsiteX4" fmla="*/ 6542 w 14999"/>
                  <a:gd name="connsiteY4" fmla="*/ 62 h 42019"/>
                  <a:gd name="connsiteX5" fmla="*/ 14938 w 14999"/>
                  <a:gd name="connsiteY5" fmla="*/ 6542 h 42019"/>
                  <a:gd name="connsiteX6" fmla="*/ 14938 w 14999"/>
                  <a:gd name="connsiteY6" fmla="*/ 8458 h 42019"/>
                  <a:gd name="connsiteX7" fmla="*/ 14938 w 14999"/>
                  <a:gd name="connsiteY7" fmla="*/ 34521 h 42019"/>
                  <a:gd name="connsiteX8" fmla="*/ 7438 w 14999"/>
                  <a:gd name="connsiteY8" fmla="*/ 42020 h 42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999" h="42019">
                    <a:moveTo>
                      <a:pt x="7438" y="42020"/>
                    </a:moveTo>
                    <a:cubicBezTo>
                      <a:pt x="3365" y="42020"/>
                      <a:pt x="62" y="38718"/>
                      <a:pt x="61" y="34645"/>
                    </a:cubicBezTo>
                    <a:cubicBezTo>
                      <a:pt x="61" y="34603"/>
                      <a:pt x="62" y="34562"/>
                      <a:pt x="62" y="34521"/>
                    </a:cubicBezTo>
                    <a:lnTo>
                      <a:pt x="62" y="8458"/>
                    </a:lnTo>
                    <a:cubicBezTo>
                      <a:pt x="-467" y="4350"/>
                      <a:pt x="2434" y="591"/>
                      <a:pt x="6542" y="62"/>
                    </a:cubicBezTo>
                    <a:cubicBezTo>
                      <a:pt x="10649" y="-467"/>
                      <a:pt x="14408" y="2434"/>
                      <a:pt x="14938" y="6542"/>
                    </a:cubicBezTo>
                    <a:cubicBezTo>
                      <a:pt x="15020" y="7178"/>
                      <a:pt x="15020" y="7822"/>
                      <a:pt x="14938" y="8458"/>
                    </a:cubicBezTo>
                    <a:lnTo>
                      <a:pt x="14938" y="34521"/>
                    </a:lnTo>
                    <a:cubicBezTo>
                      <a:pt x="14938" y="38662"/>
                      <a:pt x="11580" y="42020"/>
                      <a:pt x="7438" y="42020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4B1311EB-98F4-CA4B-B0AA-471380B5EA90}"/>
                  </a:ext>
                </a:extLst>
              </p:cNvPr>
              <p:cNvSpPr/>
              <p:nvPr/>
            </p:nvSpPr>
            <p:spPr>
              <a:xfrm>
                <a:off x="6507383" y="2469918"/>
                <a:ext cx="14999" cy="41897"/>
              </a:xfrm>
              <a:custGeom>
                <a:avLst/>
                <a:gdLst>
                  <a:gd name="connsiteX0" fmla="*/ 7438 w 14999"/>
                  <a:gd name="connsiteY0" fmla="*/ 41897 h 41897"/>
                  <a:gd name="connsiteX1" fmla="*/ 62 w 14999"/>
                  <a:gd name="connsiteY1" fmla="*/ 34521 h 41897"/>
                  <a:gd name="connsiteX2" fmla="*/ 62 w 14999"/>
                  <a:gd name="connsiteY2" fmla="*/ 8458 h 41897"/>
                  <a:gd name="connsiteX3" fmla="*/ 6542 w 14999"/>
                  <a:gd name="connsiteY3" fmla="*/ 62 h 41897"/>
                  <a:gd name="connsiteX4" fmla="*/ 14938 w 14999"/>
                  <a:gd name="connsiteY4" fmla="*/ 6542 h 41897"/>
                  <a:gd name="connsiteX5" fmla="*/ 14938 w 14999"/>
                  <a:gd name="connsiteY5" fmla="*/ 8458 h 41897"/>
                  <a:gd name="connsiteX6" fmla="*/ 14938 w 14999"/>
                  <a:gd name="connsiteY6" fmla="*/ 34521 h 41897"/>
                  <a:gd name="connsiteX7" fmla="*/ 7562 w 14999"/>
                  <a:gd name="connsiteY7" fmla="*/ 41898 h 41897"/>
                  <a:gd name="connsiteX8" fmla="*/ 7438 w 14999"/>
                  <a:gd name="connsiteY8" fmla="*/ 41897 h 4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999" h="41897">
                    <a:moveTo>
                      <a:pt x="7438" y="41897"/>
                    </a:moveTo>
                    <a:cubicBezTo>
                      <a:pt x="3365" y="41897"/>
                      <a:pt x="62" y="38594"/>
                      <a:pt x="62" y="34521"/>
                    </a:cubicBezTo>
                    <a:lnTo>
                      <a:pt x="62" y="8458"/>
                    </a:lnTo>
                    <a:cubicBezTo>
                      <a:pt x="-467" y="4350"/>
                      <a:pt x="2434" y="591"/>
                      <a:pt x="6542" y="62"/>
                    </a:cubicBezTo>
                    <a:cubicBezTo>
                      <a:pt x="10649" y="-467"/>
                      <a:pt x="14408" y="2434"/>
                      <a:pt x="14938" y="6542"/>
                    </a:cubicBezTo>
                    <a:cubicBezTo>
                      <a:pt x="15020" y="7178"/>
                      <a:pt x="15020" y="7822"/>
                      <a:pt x="14938" y="8458"/>
                    </a:cubicBezTo>
                    <a:lnTo>
                      <a:pt x="14938" y="34521"/>
                    </a:lnTo>
                    <a:cubicBezTo>
                      <a:pt x="14938" y="38594"/>
                      <a:pt x="11636" y="41897"/>
                      <a:pt x="7562" y="41898"/>
                    </a:cubicBezTo>
                    <a:cubicBezTo>
                      <a:pt x="7521" y="41898"/>
                      <a:pt x="7480" y="41897"/>
                      <a:pt x="7438" y="41897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C019C324-E768-9F4A-9044-C1E9CE72E24A}"/>
                  </a:ext>
                </a:extLst>
              </p:cNvPr>
              <p:cNvSpPr/>
              <p:nvPr/>
            </p:nvSpPr>
            <p:spPr>
              <a:xfrm>
                <a:off x="6465770" y="2590960"/>
                <a:ext cx="56550" cy="44160"/>
              </a:xfrm>
              <a:custGeom>
                <a:avLst/>
                <a:gdLst>
                  <a:gd name="connsiteX0" fmla="*/ 49052 w 56550"/>
                  <a:gd name="connsiteY0" fmla="*/ 44160 h 44160"/>
                  <a:gd name="connsiteX1" fmla="*/ 7499 w 56550"/>
                  <a:gd name="connsiteY1" fmla="*/ 44160 h 44160"/>
                  <a:gd name="connsiteX2" fmla="*/ 0 w 56550"/>
                  <a:gd name="connsiteY2" fmla="*/ 36661 h 44160"/>
                  <a:gd name="connsiteX3" fmla="*/ 7499 w 56550"/>
                  <a:gd name="connsiteY3" fmla="*/ 29162 h 44160"/>
                  <a:gd name="connsiteX4" fmla="*/ 41675 w 56550"/>
                  <a:gd name="connsiteY4" fmla="*/ 29162 h 44160"/>
                  <a:gd name="connsiteX5" fmla="*/ 41675 w 56550"/>
                  <a:gd name="connsiteY5" fmla="*/ 6542 h 44160"/>
                  <a:gd name="connsiteX6" fmla="*/ 50071 w 56550"/>
                  <a:gd name="connsiteY6" fmla="*/ 62 h 44160"/>
                  <a:gd name="connsiteX7" fmla="*/ 56551 w 56550"/>
                  <a:gd name="connsiteY7" fmla="*/ 6542 h 44160"/>
                  <a:gd name="connsiteX8" fmla="*/ 56551 w 56550"/>
                  <a:gd name="connsiteY8" fmla="*/ 36661 h 44160"/>
                  <a:gd name="connsiteX9" fmla="*/ 49051 w 56550"/>
                  <a:gd name="connsiteY9" fmla="*/ 44160 h 44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550" h="44160">
                    <a:moveTo>
                      <a:pt x="49052" y="44160"/>
                    </a:moveTo>
                    <a:lnTo>
                      <a:pt x="7499" y="44160"/>
                    </a:lnTo>
                    <a:cubicBezTo>
                      <a:pt x="3357" y="44160"/>
                      <a:pt x="0" y="40803"/>
                      <a:pt x="0" y="36661"/>
                    </a:cubicBezTo>
                    <a:cubicBezTo>
                      <a:pt x="0" y="32519"/>
                      <a:pt x="3357" y="29162"/>
                      <a:pt x="7499" y="29162"/>
                    </a:cubicBezTo>
                    <a:lnTo>
                      <a:pt x="41675" y="29162"/>
                    </a:lnTo>
                    <a:lnTo>
                      <a:pt x="41675" y="6542"/>
                    </a:lnTo>
                    <a:cubicBezTo>
                      <a:pt x="42204" y="2434"/>
                      <a:pt x="45963" y="-467"/>
                      <a:pt x="50071" y="62"/>
                    </a:cubicBezTo>
                    <a:cubicBezTo>
                      <a:pt x="53453" y="498"/>
                      <a:pt x="56115" y="3160"/>
                      <a:pt x="56551" y="6542"/>
                    </a:cubicBezTo>
                    <a:lnTo>
                      <a:pt x="56551" y="36661"/>
                    </a:lnTo>
                    <a:cubicBezTo>
                      <a:pt x="56551" y="40803"/>
                      <a:pt x="53193" y="44160"/>
                      <a:pt x="49051" y="44160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42AF6F3F-F5FA-4942-B6C4-786C1CCA93C6}"/>
                  </a:ext>
                </a:extLst>
              </p:cNvPr>
              <p:cNvSpPr/>
              <p:nvPr/>
            </p:nvSpPr>
            <p:spPr>
              <a:xfrm>
                <a:off x="6309396" y="2619874"/>
                <a:ext cx="212802" cy="213172"/>
              </a:xfrm>
              <a:custGeom>
                <a:avLst/>
                <a:gdLst>
                  <a:gd name="connsiteX0" fmla="*/ 182068 w 212802"/>
                  <a:gd name="connsiteY0" fmla="*/ 213172 h 213172"/>
                  <a:gd name="connsiteX1" fmla="*/ 7499 w 212802"/>
                  <a:gd name="connsiteY1" fmla="*/ 213172 h 213172"/>
                  <a:gd name="connsiteX2" fmla="*/ 0 w 212802"/>
                  <a:gd name="connsiteY2" fmla="*/ 205673 h 213172"/>
                  <a:gd name="connsiteX3" fmla="*/ 0 w 212802"/>
                  <a:gd name="connsiteY3" fmla="*/ 155516 h 213172"/>
                  <a:gd name="connsiteX4" fmla="*/ 7375 w 212802"/>
                  <a:gd name="connsiteY4" fmla="*/ 148138 h 213172"/>
                  <a:gd name="connsiteX5" fmla="*/ 7499 w 212802"/>
                  <a:gd name="connsiteY5" fmla="*/ 148139 h 213172"/>
                  <a:gd name="connsiteX6" fmla="*/ 14998 w 212802"/>
                  <a:gd name="connsiteY6" fmla="*/ 155516 h 213172"/>
                  <a:gd name="connsiteX7" fmla="*/ 14998 w 212802"/>
                  <a:gd name="connsiteY7" fmla="*/ 198297 h 213172"/>
                  <a:gd name="connsiteX8" fmla="*/ 182068 w 212802"/>
                  <a:gd name="connsiteY8" fmla="*/ 198297 h 213172"/>
                  <a:gd name="connsiteX9" fmla="*/ 198050 w 212802"/>
                  <a:gd name="connsiteY9" fmla="*/ 182316 h 213172"/>
                  <a:gd name="connsiteX10" fmla="*/ 198050 w 212802"/>
                  <a:gd name="connsiteY10" fmla="*/ 15245 h 213172"/>
                  <a:gd name="connsiteX11" fmla="*/ 156129 w 212802"/>
                  <a:gd name="connsiteY11" fmla="*/ 15245 h 213172"/>
                  <a:gd name="connsiteX12" fmla="*/ 159817 w 212802"/>
                  <a:gd name="connsiteY12" fmla="*/ 45734 h 213172"/>
                  <a:gd name="connsiteX13" fmla="*/ 105642 w 212802"/>
                  <a:gd name="connsiteY13" fmla="*/ 81060 h 213172"/>
                  <a:gd name="connsiteX14" fmla="*/ 69336 w 212802"/>
                  <a:gd name="connsiteY14" fmla="*/ 35899 h 213172"/>
                  <a:gd name="connsiteX15" fmla="*/ 74253 w 212802"/>
                  <a:gd name="connsiteY15" fmla="*/ 15614 h 213172"/>
                  <a:gd name="connsiteX16" fmla="*/ 14998 w 212802"/>
                  <a:gd name="connsiteY16" fmla="*/ 15000 h 213172"/>
                  <a:gd name="connsiteX17" fmla="*/ 14998 w 212802"/>
                  <a:gd name="connsiteY17" fmla="*/ 57044 h 213172"/>
                  <a:gd name="connsiteX18" fmla="*/ 7499 w 212802"/>
                  <a:gd name="connsiteY18" fmla="*/ 64420 h 213172"/>
                  <a:gd name="connsiteX19" fmla="*/ 1 w 212802"/>
                  <a:gd name="connsiteY19" fmla="*/ 57168 h 213172"/>
                  <a:gd name="connsiteX20" fmla="*/ 0 w 212802"/>
                  <a:gd name="connsiteY20" fmla="*/ 57044 h 213172"/>
                  <a:gd name="connsiteX21" fmla="*/ 0 w 212802"/>
                  <a:gd name="connsiteY21" fmla="*/ 7869 h 213172"/>
                  <a:gd name="connsiteX22" fmla="*/ 7499 w 212802"/>
                  <a:gd name="connsiteY22" fmla="*/ 370 h 213172"/>
                  <a:gd name="connsiteX23" fmla="*/ 74008 w 212802"/>
                  <a:gd name="connsiteY23" fmla="*/ 370 h 213172"/>
                  <a:gd name="connsiteX24" fmla="*/ 86916 w 212802"/>
                  <a:gd name="connsiteY24" fmla="*/ 7623 h 213172"/>
                  <a:gd name="connsiteX25" fmla="*/ 86916 w 212802"/>
                  <a:gd name="connsiteY25" fmla="*/ 22622 h 213172"/>
                  <a:gd name="connsiteX26" fmla="*/ 84826 w 212802"/>
                  <a:gd name="connsiteY26" fmla="*/ 35899 h 213172"/>
                  <a:gd name="connsiteX27" fmla="*/ 115826 w 212802"/>
                  <a:gd name="connsiteY27" fmla="*/ 66611 h 213172"/>
                  <a:gd name="connsiteX28" fmla="*/ 121707 w 212802"/>
                  <a:gd name="connsiteY28" fmla="*/ 66018 h 213172"/>
                  <a:gd name="connsiteX29" fmla="*/ 145136 w 212802"/>
                  <a:gd name="connsiteY29" fmla="*/ 29409 h 213172"/>
                  <a:gd name="connsiteX30" fmla="*/ 142606 w 212802"/>
                  <a:gd name="connsiteY30" fmla="*/ 22253 h 213172"/>
                  <a:gd name="connsiteX31" fmla="*/ 143221 w 212802"/>
                  <a:gd name="connsiteY31" fmla="*/ 7255 h 213172"/>
                  <a:gd name="connsiteX32" fmla="*/ 156129 w 212802"/>
                  <a:gd name="connsiteY32" fmla="*/ 1 h 213172"/>
                  <a:gd name="connsiteX33" fmla="*/ 205303 w 212802"/>
                  <a:gd name="connsiteY33" fmla="*/ 1 h 213172"/>
                  <a:gd name="connsiteX34" fmla="*/ 212802 w 212802"/>
                  <a:gd name="connsiteY34" fmla="*/ 7500 h 213172"/>
                  <a:gd name="connsiteX35" fmla="*/ 212802 w 212802"/>
                  <a:gd name="connsiteY35" fmla="*/ 182070 h 213172"/>
                  <a:gd name="connsiteX36" fmla="*/ 182068 w 212802"/>
                  <a:gd name="connsiteY36" fmla="*/ 213172 h 213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12802" h="213172">
                    <a:moveTo>
                      <a:pt x="182068" y="213172"/>
                    </a:moveTo>
                    <a:lnTo>
                      <a:pt x="7499" y="213172"/>
                    </a:lnTo>
                    <a:cubicBezTo>
                      <a:pt x="3357" y="213172"/>
                      <a:pt x="0" y="209815"/>
                      <a:pt x="0" y="205673"/>
                    </a:cubicBezTo>
                    <a:lnTo>
                      <a:pt x="0" y="155516"/>
                    </a:lnTo>
                    <a:cubicBezTo>
                      <a:pt x="-1" y="151442"/>
                      <a:pt x="3301" y="148139"/>
                      <a:pt x="7375" y="148138"/>
                    </a:cubicBezTo>
                    <a:cubicBezTo>
                      <a:pt x="7416" y="148138"/>
                      <a:pt x="7458" y="148139"/>
                      <a:pt x="7499" y="148139"/>
                    </a:cubicBezTo>
                    <a:cubicBezTo>
                      <a:pt x="11593" y="148139"/>
                      <a:pt x="14931" y="151422"/>
                      <a:pt x="14998" y="155516"/>
                    </a:cubicBezTo>
                    <a:lnTo>
                      <a:pt x="14998" y="198297"/>
                    </a:lnTo>
                    <a:lnTo>
                      <a:pt x="182068" y="198297"/>
                    </a:lnTo>
                    <a:cubicBezTo>
                      <a:pt x="190867" y="198230"/>
                      <a:pt x="197983" y="191114"/>
                      <a:pt x="198050" y="182316"/>
                    </a:cubicBezTo>
                    <a:lnTo>
                      <a:pt x="198050" y="15245"/>
                    </a:lnTo>
                    <a:lnTo>
                      <a:pt x="156129" y="15245"/>
                    </a:lnTo>
                    <a:cubicBezTo>
                      <a:pt x="160581" y="24754"/>
                      <a:pt x="161874" y="35438"/>
                      <a:pt x="159817" y="45734"/>
                    </a:cubicBezTo>
                    <a:cubicBezTo>
                      <a:pt x="154612" y="70449"/>
                      <a:pt x="130357" y="86265"/>
                      <a:pt x="105642" y="81060"/>
                    </a:cubicBezTo>
                    <a:cubicBezTo>
                      <a:pt x="84330" y="76571"/>
                      <a:pt x="69141" y="57677"/>
                      <a:pt x="69336" y="35899"/>
                    </a:cubicBezTo>
                    <a:cubicBezTo>
                      <a:pt x="69344" y="28843"/>
                      <a:pt x="71029" y="21890"/>
                      <a:pt x="74253" y="15614"/>
                    </a:cubicBezTo>
                    <a:lnTo>
                      <a:pt x="14998" y="15000"/>
                    </a:lnTo>
                    <a:lnTo>
                      <a:pt x="14998" y="57044"/>
                    </a:lnTo>
                    <a:cubicBezTo>
                      <a:pt x="14931" y="61137"/>
                      <a:pt x="11593" y="64420"/>
                      <a:pt x="7499" y="64420"/>
                    </a:cubicBezTo>
                    <a:cubicBezTo>
                      <a:pt x="3426" y="64488"/>
                      <a:pt x="69" y="61241"/>
                      <a:pt x="1" y="57168"/>
                    </a:cubicBezTo>
                    <a:cubicBezTo>
                      <a:pt x="0" y="57126"/>
                      <a:pt x="0" y="57085"/>
                      <a:pt x="0" y="57044"/>
                    </a:cubicBezTo>
                    <a:lnTo>
                      <a:pt x="0" y="7869"/>
                    </a:lnTo>
                    <a:cubicBezTo>
                      <a:pt x="0" y="3728"/>
                      <a:pt x="3357" y="370"/>
                      <a:pt x="7499" y="370"/>
                    </a:cubicBezTo>
                    <a:lnTo>
                      <a:pt x="74008" y="370"/>
                    </a:lnTo>
                    <a:cubicBezTo>
                      <a:pt x="79287" y="348"/>
                      <a:pt x="84190" y="3102"/>
                      <a:pt x="86916" y="7623"/>
                    </a:cubicBezTo>
                    <a:cubicBezTo>
                      <a:pt x="89545" y="12277"/>
                      <a:pt x="89545" y="17968"/>
                      <a:pt x="86916" y="22622"/>
                    </a:cubicBezTo>
                    <a:cubicBezTo>
                      <a:pt x="85198" y="26825"/>
                      <a:pt x="84483" y="31371"/>
                      <a:pt x="84826" y="35899"/>
                    </a:cubicBezTo>
                    <a:cubicBezTo>
                      <a:pt x="84905" y="52940"/>
                      <a:pt x="98785" y="66691"/>
                      <a:pt x="115826" y="66611"/>
                    </a:cubicBezTo>
                    <a:cubicBezTo>
                      <a:pt x="117801" y="66602"/>
                      <a:pt x="119770" y="66404"/>
                      <a:pt x="121707" y="66018"/>
                    </a:cubicBezTo>
                    <a:cubicBezTo>
                      <a:pt x="138286" y="62379"/>
                      <a:pt x="148776" y="45988"/>
                      <a:pt x="145136" y="29409"/>
                    </a:cubicBezTo>
                    <a:cubicBezTo>
                      <a:pt x="144592" y="26928"/>
                      <a:pt x="143742" y="24525"/>
                      <a:pt x="142606" y="22253"/>
                    </a:cubicBezTo>
                    <a:cubicBezTo>
                      <a:pt x="140165" y="17492"/>
                      <a:pt x="140398" y="11800"/>
                      <a:pt x="143221" y="7255"/>
                    </a:cubicBezTo>
                    <a:cubicBezTo>
                      <a:pt x="145911" y="2696"/>
                      <a:pt x="150836" y="-72"/>
                      <a:pt x="156129" y="1"/>
                    </a:cubicBezTo>
                    <a:lnTo>
                      <a:pt x="205303" y="1"/>
                    </a:lnTo>
                    <a:cubicBezTo>
                      <a:pt x="209445" y="1"/>
                      <a:pt x="212802" y="3359"/>
                      <a:pt x="212802" y="7500"/>
                    </a:cubicBezTo>
                    <a:lnTo>
                      <a:pt x="212802" y="182070"/>
                    </a:lnTo>
                    <a:cubicBezTo>
                      <a:pt x="212871" y="199132"/>
                      <a:pt x="199130" y="213037"/>
                      <a:pt x="182068" y="213172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0222EC68-8239-8E46-8665-205ADD2E23D3}"/>
                  </a:ext>
                </a:extLst>
              </p:cNvPr>
              <p:cNvSpPr/>
              <p:nvPr/>
            </p:nvSpPr>
            <p:spPr>
              <a:xfrm>
                <a:off x="6111468" y="2620122"/>
                <a:ext cx="213544" cy="212950"/>
              </a:xfrm>
              <a:custGeom>
                <a:avLst/>
                <a:gdLst>
                  <a:gd name="connsiteX0" fmla="*/ 205426 w 213544"/>
                  <a:gd name="connsiteY0" fmla="*/ 212925 h 212950"/>
                  <a:gd name="connsiteX1" fmla="*/ 30857 w 213544"/>
                  <a:gd name="connsiteY1" fmla="*/ 212925 h 212950"/>
                  <a:gd name="connsiteX2" fmla="*/ 0 w 213544"/>
                  <a:gd name="connsiteY2" fmla="*/ 182068 h 212950"/>
                  <a:gd name="connsiteX3" fmla="*/ 0 w 213544"/>
                  <a:gd name="connsiteY3" fmla="*/ 7499 h 212950"/>
                  <a:gd name="connsiteX4" fmla="*/ 7499 w 213544"/>
                  <a:gd name="connsiteY4" fmla="*/ 0 h 212950"/>
                  <a:gd name="connsiteX5" fmla="*/ 37864 w 213544"/>
                  <a:gd name="connsiteY5" fmla="*/ 0 h 212950"/>
                  <a:gd name="connsiteX6" fmla="*/ 45363 w 213544"/>
                  <a:gd name="connsiteY6" fmla="*/ 7499 h 212950"/>
                  <a:gd name="connsiteX7" fmla="*/ 37864 w 213544"/>
                  <a:gd name="connsiteY7" fmla="*/ 14998 h 212950"/>
                  <a:gd name="connsiteX8" fmla="*/ 14875 w 213544"/>
                  <a:gd name="connsiteY8" fmla="*/ 14998 h 212950"/>
                  <a:gd name="connsiteX9" fmla="*/ 14875 w 213544"/>
                  <a:gd name="connsiteY9" fmla="*/ 182068 h 212950"/>
                  <a:gd name="connsiteX10" fmla="*/ 30857 w 213544"/>
                  <a:gd name="connsiteY10" fmla="*/ 198050 h 212950"/>
                  <a:gd name="connsiteX11" fmla="*/ 197927 w 213544"/>
                  <a:gd name="connsiteY11" fmla="*/ 198050 h 212950"/>
                  <a:gd name="connsiteX12" fmla="*/ 197927 w 213544"/>
                  <a:gd name="connsiteY12" fmla="*/ 144327 h 212950"/>
                  <a:gd name="connsiteX13" fmla="*/ 162890 w 213544"/>
                  <a:gd name="connsiteY13" fmla="*/ 151334 h 212950"/>
                  <a:gd name="connsiteX14" fmla="*/ 126870 w 213544"/>
                  <a:gd name="connsiteY14" fmla="*/ 116298 h 212950"/>
                  <a:gd name="connsiteX15" fmla="*/ 136090 w 213544"/>
                  <a:gd name="connsiteY15" fmla="*/ 77696 h 212950"/>
                  <a:gd name="connsiteX16" fmla="*/ 172110 w 213544"/>
                  <a:gd name="connsiteY16" fmla="*/ 60853 h 212950"/>
                  <a:gd name="connsiteX17" fmla="*/ 197927 w 213544"/>
                  <a:gd name="connsiteY17" fmla="*/ 68844 h 212950"/>
                  <a:gd name="connsiteX18" fmla="*/ 198542 w 213544"/>
                  <a:gd name="connsiteY18" fmla="*/ 14998 h 212950"/>
                  <a:gd name="connsiteX19" fmla="*/ 140147 w 213544"/>
                  <a:gd name="connsiteY19" fmla="*/ 14998 h 212950"/>
                  <a:gd name="connsiteX20" fmla="*/ 132648 w 213544"/>
                  <a:gd name="connsiteY20" fmla="*/ 7499 h 212950"/>
                  <a:gd name="connsiteX21" fmla="*/ 140147 w 213544"/>
                  <a:gd name="connsiteY21" fmla="*/ 0 h 212950"/>
                  <a:gd name="connsiteX22" fmla="*/ 205426 w 213544"/>
                  <a:gd name="connsiteY22" fmla="*/ 0 h 212950"/>
                  <a:gd name="connsiteX23" fmla="*/ 212925 w 213544"/>
                  <a:gd name="connsiteY23" fmla="*/ 7499 h 212950"/>
                  <a:gd name="connsiteX24" fmla="*/ 212925 w 213544"/>
                  <a:gd name="connsiteY24" fmla="*/ 68967 h 212950"/>
                  <a:gd name="connsiteX25" fmla="*/ 197558 w 213544"/>
                  <a:gd name="connsiteY25" fmla="*/ 84334 h 212950"/>
                  <a:gd name="connsiteX26" fmla="*/ 188338 w 213544"/>
                  <a:gd name="connsiteY26" fmla="*/ 81261 h 212950"/>
                  <a:gd name="connsiteX27" fmla="*/ 172110 w 213544"/>
                  <a:gd name="connsiteY27" fmla="*/ 75729 h 212950"/>
                  <a:gd name="connsiteX28" fmla="*/ 141493 w 213544"/>
                  <a:gd name="connsiteY28" fmla="*/ 106579 h 212950"/>
                  <a:gd name="connsiteX29" fmla="*/ 142114 w 213544"/>
                  <a:gd name="connsiteY29" fmla="*/ 112609 h 212950"/>
                  <a:gd name="connsiteX30" fmla="*/ 178601 w 213544"/>
                  <a:gd name="connsiteY30" fmla="*/ 135907 h 212950"/>
                  <a:gd name="connsiteX31" fmla="*/ 189444 w 213544"/>
                  <a:gd name="connsiteY31" fmla="*/ 131173 h 212950"/>
                  <a:gd name="connsiteX32" fmla="*/ 205303 w 213544"/>
                  <a:gd name="connsiteY32" fmla="*/ 130189 h 212950"/>
                  <a:gd name="connsiteX33" fmla="*/ 213540 w 213544"/>
                  <a:gd name="connsiteY33" fmla="*/ 143712 h 212950"/>
                  <a:gd name="connsiteX34" fmla="*/ 213540 w 213544"/>
                  <a:gd name="connsiteY34" fmla="*/ 205180 h 212950"/>
                  <a:gd name="connsiteX35" fmla="*/ 206317 w 213544"/>
                  <a:gd name="connsiteY35" fmla="*/ 212946 h 212950"/>
                  <a:gd name="connsiteX36" fmla="*/ 205426 w 213544"/>
                  <a:gd name="connsiteY36" fmla="*/ 212925 h 21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13544" h="212950">
                    <a:moveTo>
                      <a:pt x="205426" y="212925"/>
                    </a:moveTo>
                    <a:lnTo>
                      <a:pt x="30857" y="212925"/>
                    </a:lnTo>
                    <a:cubicBezTo>
                      <a:pt x="13843" y="212858"/>
                      <a:pt x="67" y="199082"/>
                      <a:pt x="0" y="182068"/>
                    </a:cubicBezTo>
                    <a:lnTo>
                      <a:pt x="0" y="7499"/>
                    </a:lnTo>
                    <a:cubicBezTo>
                      <a:pt x="0" y="3357"/>
                      <a:pt x="3357" y="0"/>
                      <a:pt x="7499" y="0"/>
                    </a:cubicBezTo>
                    <a:lnTo>
                      <a:pt x="37864" y="0"/>
                    </a:lnTo>
                    <a:cubicBezTo>
                      <a:pt x="42006" y="0"/>
                      <a:pt x="45363" y="3357"/>
                      <a:pt x="45363" y="7499"/>
                    </a:cubicBezTo>
                    <a:cubicBezTo>
                      <a:pt x="45363" y="11641"/>
                      <a:pt x="42006" y="14998"/>
                      <a:pt x="37864" y="14998"/>
                    </a:cubicBezTo>
                    <a:lnTo>
                      <a:pt x="14875" y="14998"/>
                    </a:lnTo>
                    <a:lnTo>
                      <a:pt x="14875" y="182068"/>
                    </a:lnTo>
                    <a:cubicBezTo>
                      <a:pt x="14875" y="190895"/>
                      <a:pt x="22031" y="198050"/>
                      <a:pt x="30857" y="198050"/>
                    </a:cubicBezTo>
                    <a:lnTo>
                      <a:pt x="197927" y="198050"/>
                    </a:lnTo>
                    <a:lnTo>
                      <a:pt x="197927" y="144327"/>
                    </a:lnTo>
                    <a:cubicBezTo>
                      <a:pt x="187597" y="151114"/>
                      <a:pt x="175036" y="153626"/>
                      <a:pt x="162890" y="151334"/>
                    </a:cubicBezTo>
                    <a:cubicBezTo>
                      <a:pt x="144937" y="147949"/>
                      <a:pt x="130751" y="134151"/>
                      <a:pt x="126870" y="116298"/>
                    </a:cubicBezTo>
                    <a:cubicBezTo>
                      <a:pt x="123964" y="102698"/>
                      <a:pt x="127352" y="88514"/>
                      <a:pt x="136090" y="77696"/>
                    </a:cubicBezTo>
                    <a:cubicBezTo>
                      <a:pt x="144889" y="66868"/>
                      <a:pt x="158160" y="60663"/>
                      <a:pt x="172110" y="60853"/>
                    </a:cubicBezTo>
                    <a:cubicBezTo>
                      <a:pt x="181336" y="60776"/>
                      <a:pt x="190358" y="63569"/>
                      <a:pt x="197927" y="68844"/>
                    </a:cubicBezTo>
                    <a:lnTo>
                      <a:pt x="198542" y="14998"/>
                    </a:lnTo>
                    <a:lnTo>
                      <a:pt x="140147" y="14998"/>
                    </a:lnTo>
                    <a:cubicBezTo>
                      <a:pt x="136005" y="14998"/>
                      <a:pt x="132648" y="11641"/>
                      <a:pt x="132648" y="7499"/>
                    </a:cubicBezTo>
                    <a:cubicBezTo>
                      <a:pt x="132648" y="3357"/>
                      <a:pt x="136005" y="0"/>
                      <a:pt x="140147" y="0"/>
                    </a:cubicBezTo>
                    <a:lnTo>
                      <a:pt x="205426" y="0"/>
                    </a:lnTo>
                    <a:cubicBezTo>
                      <a:pt x="209540" y="66"/>
                      <a:pt x="212859" y="3385"/>
                      <a:pt x="212925" y="7499"/>
                    </a:cubicBezTo>
                    <a:lnTo>
                      <a:pt x="212925" y="68967"/>
                    </a:lnTo>
                    <a:cubicBezTo>
                      <a:pt x="212925" y="77454"/>
                      <a:pt x="206045" y="84334"/>
                      <a:pt x="197558" y="84334"/>
                    </a:cubicBezTo>
                    <a:cubicBezTo>
                      <a:pt x="194233" y="84334"/>
                      <a:pt x="190998" y="83256"/>
                      <a:pt x="188338" y="81261"/>
                    </a:cubicBezTo>
                    <a:cubicBezTo>
                      <a:pt x="183586" y="77871"/>
                      <a:pt x="177944" y="75948"/>
                      <a:pt x="172110" y="75729"/>
                    </a:cubicBezTo>
                    <a:cubicBezTo>
                      <a:pt x="155137" y="75793"/>
                      <a:pt x="141429" y="89605"/>
                      <a:pt x="141493" y="106579"/>
                    </a:cubicBezTo>
                    <a:cubicBezTo>
                      <a:pt x="141501" y="108605"/>
                      <a:pt x="141709" y="110625"/>
                      <a:pt x="142114" y="112609"/>
                    </a:cubicBezTo>
                    <a:cubicBezTo>
                      <a:pt x="145756" y="129118"/>
                      <a:pt x="162092" y="139549"/>
                      <a:pt x="178601" y="135907"/>
                    </a:cubicBezTo>
                    <a:cubicBezTo>
                      <a:pt x="182489" y="135049"/>
                      <a:pt x="186172" y="133441"/>
                      <a:pt x="189444" y="131173"/>
                    </a:cubicBezTo>
                    <a:cubicBezTo>
                      <a:pt x="194138" y="127925"/>
                      <a:pt x="200245" y="127547"/>
                      <a:pt x="205303" y="130189"/>
                    </a:cubicBezTo>
                    <a:cubicBezTo>
                      <a:pt x="210378" y="132784"/>
                      <a:pt x="213563" y="138012"/>
                      <a:pt x="213540" y="143712"/>
                    </a:cubicBezTo>
                    <a:lnTo>
                      <a:pt x="213540" y="205180"/>
                    </a:lnTo>
                    <a:cubicBezTo>
                      <a:pt x="213690" y="209319"/>
                      <a:pt x="210456" y="212796"/>
                      <a:pt x="206317" y="212946"/>
                    </a:cubicBezTo>
                    <a:cubicBezTo>
                      <a:pt x="206020" y="212957"/>
                      <a:pt x="205723" y="212950"/>
                      <a:pt x="205426" y="212925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34702B6A-45C0-1E41-AA2E-390E027C4F84}"/>
                  </a:ext>
                </a:extLst>
              </p:cNvPr>
              <p:cNvSpPr/>
              <p:nvPr/>
            </p:nvSpPr>
            <p:spPr>
              <a:xfrm>
                <a:off x="6111468" y="2422194"/>
                <a:ext cx="212926" cy="212990"/>
              </a:xfrm>
              <a:custGeom>
                <a:avLst/>
                <a:gdLst>
                  <a:gd name="connsiteX0" fmla="*/ 205426 w 212926"/>
                  <a:gd name="connsiteY0" fmla="*/ 212925 h 212990"/>
                  <a:gd name="connsiteX1" fmla="*/ 125395 w 212926"/>
                  <a:gd name="connsiteY1" fmla="*/ 212925 h 212990"/>
                  <a:gd name="connsiteX2" fmla="*/ 112118 w 212926"/>
                  <a:gd name="connsiteY2" fmla="*/ 205180 h 212990"/>
                  <a:gd name="connsiteX3" fmla="*/ 112118 w 212926"/>
                  <a:gd name="connsiteY3" fmla="*/ 190428 h 212990"/>
                  <a:gd name="connsiteX4" fmla="*/ 115929 w 212926"/>
                  <a:gd name="connsiteY4" fmla="*/ 175676 h 212990"/>
                  <a:gd name="connsiteX5" fmla="*/ 104619 w 212926"/>
                  <a:gd name="connsiteY5" fmla="*/ 151826 h 212990"/>
                  <a:gd name="connsiteX6" fmla="*/ 61443 w 212926"/>
                  <a:gd name="connsiteY6" fmla="*/ 156830 h 212990"/>
                  <a:gd name="connsiteX7" fmla="*/ 55444 w 212926"/>
                  <a:gd name="connsiteY7" fmla="*/ 169652 h 212990"/>
                  <a:gd name="connsiteX8" fmla="*/ 58518 w 212926"/>
                  <a:gd name="connsiteY8" fmla="*/ 190182 h 212990"/>
                  <a:gd name="connsiteX9" fmla="*/ 58518 w 212926"/>
                  <a:gd name="connsiteY9" fmla="*/ 205426 h 212990"/>
                  <a:gd name="connsiteX10" fmla="*/ 45364 w 212926"/>
                  <a:gd name="connsiteY10" fmla="*/ 212925 h 212990"/>
                  <a:gd name="connsiteX11" fmla="*/ 8483 w 212926"/>
                  <a:gd name="connsiteY11" fmla="*/ 212925 h 212990"/>
                  <a:gd name="connsiteX12" fmla="*/ 65 w 212926"/>
                  <a:gd name="connsiteY12" fmla="*/ 206475 h 212990"/>
                  <a:gd name="connsiteX13" fmla="*/ 0 w 212926"/>
                  <a:gd name="connsiteY13" fmla="*/ 205426 h 212990"/>
                  <a:gd name="connsiteX14" fmla="*/ 0 w 212926"/>
                  <a:gd name="connsiteY14" fmla="*/ 30857 h 212990"/>
                  <a:gd name="connsiteX15" fmla="*/ 30857 w 212926"/>
                  <a:gd name="connsiteY15" fmla="*/ 0 h 212990"/>
                  <a:gd name="connsiteX16" fmla="*/ 205426 w 212926"/>
                  <a:gd name="connsiteY16" fmla="*/ 0 h 212990"/>
                  <a:gd name="connsiteX17" fmla="*/ 212926 w 212926"/>
                  <a:gd name="connsiteY17" fmla="*/ 7499 h 212990"/>
                  <a:gd name="connsiteX18" fmla="*/ 212926 w 212926"/>
                  <a:gd name="connsiteY18" fmla="*/ 44380 h 212990"/>
                  <a:gd name="connsiteX19" fmla="*/ 205426 w 212926"/>
                  <a:gd name="connsiteY19" fmla="*/ 51879 h 212990"/>
                  <a:gd name="connsiteX20" fmla="*/ 197927 w 212926"/>
                  <a:gd name="connsiteY20" fmla="*/ 44380 h 212990"/>
                  <a:gd name="connsiteX21" fmla="*/ 197927 w 212926"/>
                  <a:gd name="connsiteY21" fmla="*/ 14875 h 212990"/>
                  <a:gd name="connsiteX22" fmla="*/ 30857 w 212926"/>
                  <a:gd name="connsiteY22" fmla="*/ 14875 h 212990"/>
                  <a:gd name="connsiteX23" fmla="*/ 14876 w 212926"/>
                  <a:gd name="connsiteY23" fmla="*/ 30857 h 212990"/>
                  <a:gd name="connsiteX24" fmla="*/ 14876 w 212926"/>
                  <a:gd name="connsiteY24" fmla="*/ 197927 h 212990"/>
                  <a:gd name="connsiteX25" fmla="*/ 44626 w 212926"/>
                  <a:gd name="connsiteY25" fmla="*/ 197927 h 212990"/>
                  <a:gd name="connsiteX26" fmla="*/ 40200 w 212926"/>
                  <a:gd name="connsiteY26" fmla="*/ 166824 h 212990"/>
                  <a:gd name="connsiteX27" fmla="*/ 94369 w 212926"/>
                  <a:gd name="connsiteY27" fmla="*/ 131489 h 212990"/>
                  <a:gd name="connsiteX28" fmla="*/ 130681 w 212926"/>
                  <a:gd name="connsiteY28" fmla="*/ 175676 h 212990"/>
                  <a:gd name="connsiteX29" fmla="*/ 124903 w 212926"/>
                  <a:gd name="connsiteY29" fmla="*/ 197804 h 212990"/>
                  <a:gd name="connsiteX30" fmla="*/ 197927 w 212926"/>
                  <a:gd name="connsiteY30" fmla="*/ 197804 h 212990"/>
                  <a:gd name="connsiteX31" fmla="*/ 197927 w 212926"/>
                  <a:gd name="connsiteY31" fmla="*/ 143712 h 212990"/>
                  <a:gd name="connsiteX32" fmla="*/ 205426 w 212926"/>
                  <a:gd name="connsiteY32" fmla="*/ 136213 h 212990"/>
                  <a:gd name="connsiteX33" fmla="*/ 212926 w 212926"/>
                  <a:gd name="connsiteY33" fmla="*/ 143712 h 212990"/>
                  <a:gd name="connsiteX34" fmla="*/ 212926 w 212926"/>
                  <a:gd name="connsiteY34" fmla="*/ 205180 h 212990"/>
                  <a:gd name="connsiteX35" fmla="*/ 205428 w 212926"/>
                  <a:gd name="connsiteY35" fmla="*/ 212925 h 212990"/>
                  <a:gd name="connsiteX36" fmla="*/ 205426 w 212926"/>
                  <a:gd name="connsiteY36" fmla="*/ 212925 h 21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12926" h="212990">
                    <a:moveTo>
                      <a:pt x="205426" y="212925"/>
                    </a:moveTo>
                    <a:lnTo>
                      <a:pt x="125395" y="212925"/>
                    </a:lnTo>
                    <a:cubicBezTo>
                      <a:pt x="119910" y="212876"/>
                      <a:pt x="114860" y="209931"/>
                      <a:pt x="112118" y="205180"/>
                    </a:cubicBezTo>
                    <a:cubicBezTo>
                      <a:pt x="109483" y="200616"/>
                      <a:pt x="109483" y="194992"/>
                      <a:pt x="112118" y="190428"/>
                    </a:cubicBezTo>
                    <a:cubicBezTo>
                      <a:pt x="114663" y="185931"/>
                      <a:pt x="115978" y="180843"/>
                      <a:pt x="115929" y="175676"/>
                    </a:cubicBezTo>
                    <a:cubicBezTo>
                      <a:pt x="115904" y="166437"/>
                      <a:pt x="111756" y="157692"/>
                      <a:pt x="104619" y="151826"/>
                    </a:cubicBezTo>
                    <a:cubicBezTo>
                      <a:pt x="91314" y="141285"/>
                      <a:pt x="71984" y="143526"/>
                      <a:pt x="61443" y="156830"/>
                    </a:cubicBezTo>
                    <a:cubicBezTo>
                      <a:pt x="58473" y="160579"/>
                      <a:pt x="56419" y="164969"/>
                      <a:pt x="55444" y="169652"/>
                    </a:cubicBezTo>
                    <a:cubicBezTo>
                      <a:pt x="54088" y="176645"/>
                      <a:pt x="55172" y="183893"/>
                      <a:pt x="58518" y="190182"/>
                    </a:cubicBezTo>
                    <a:cubicBezTo>
                      <a:pt x="61216" y="194905"/>
                      <a:pt x="61216" y="200703"/>
                      <a:pt x="58518" y="205426"/>
                    </a:cubicBezTo>
                    <a:cubicBezTo>
                      <a:pt x="55791" y="210099"/>
                      <a:pt x="50774" y="212959"/>
                      <a:pt x="45364" y="212925"/>
                    </a:cubicBezTo>
                    <a:lnTo>
                      <a:pt x="8483" y="212925"/>
                    </a:lnTo>
                    <a:cubicBezTo>
                      <a:pt x="4377" y="213469"/>
                      <a:pt x="608" y="210581"/>
                      <a:pt x="65" y="206475"/>
                    </a:cubicBezTo>
                    <a:cubicBezTo>
                      <a:pt x="19" y="206127"/>
                      <a:pt x="-3" y="205777"/>
                      <a:pt x="0" y="205426"/>
                    </a:cubicBezTo>
                    <a:lnTo>
                      <a:pt x="0" y="30857"/>
                    </a:lnTo>
                    <a:cubicBezTo>
                      <a:pt x="68" y="13843"/>
                      <a:pt x="13843" y="67"/>
                      <a:pt x="30857" y="0"/>
                    </a:cubicBezTo>
                    <a:lnTo>
                      <a:pt x="205426" y="0"/>
                    </a:lnTo>
                    <a:cubicBezTo>
                      <a:pt x="209568" y="0"/>
                      <a:pt x="212926" y="3357"/>
                      <a:pt x="212926" y="7499"/>
                    </a:cubicBezTo>
                    <a:lnTo>
                      <a:pt x="212926" y="44380"/>
                    </a:lnTo>
                    <a:cubicBezTo>
                      <a:pt x="212926" y="48522"/>
                      <a:pt x="209568" y="51879"/>
                      <a:pt x="205426" y="51879"/>
                    </a:cubicBezTo>
                    <a:cubicBezTo>
                      <a:pt x="201285" y="51879"/>
                      <a:pt x="197927" y="48522"/>
                      <a:pt x="197927" y="44380"/>
                    </a:cubicBezTo>
                    <a:lnTo>
                      <a:pt x="197927" y="14875"/>
                    </a:lnTo>
                    <a:lnTo>
                      <a:pt x="30857" y="14875"/>
                    </a:lnTo>
                    <a:cubicBezTo>
                      <a:pt x="22031" y="14875"/>
                      <a:pt x="14876" y="22031"/>
                      <a:pt x="14876" y="30857"/>
                    </a:cubicBezTo>
                    <a:lnTo>
                      <a:pt x="14876" y="197927"/>
                    </a:lnTo>
                    <a:lnTo>
                      <a:pt x="44626" y="197927"/>
                    </a:lnTo>
                    <a:cubicBezTo>
                      <a:pt x="39790" y="188322"/>
                      <a:pt x="38235" y="177397"/>
                      <a:pt x="40200" y="166824"/>
                    </a:cubicBezTo>
                    <a:cubicBezTo>
                      <a:pt x="45401" y="142108"/>
                      <a:pt x="69653" y="126288"/>
                      <a:pt x="94369" y="131489"/>
                    </a:cubicBezTo>
                    <a:cubicBezTo>
                      <a:pt x="115326" y="135898"/>
                      <a:pt x="130417" y="154261"/>
                      <a:pt x="130681" y="175676"/>
                    </a:cubicBezTo>
                    <a:cubicBezTo>
                      <a:pt x="130693" y="183426"/>
                      <a:pt x="128703" y="191049"/>
                      <a:pt x="124903" y="197804"/>
                    </a:cubicBezTo>
                    <a:lnTo>
                      <a:pt x="197927" y="197804"/>
                    </a:lnTo>
                    <a:lnTo>
                      <a:pt x="197927" y="143712"/>
                    </a:lnTo>
                    <a:cubicBezTo>
                      <a:pt x="197927" y="139571"/>
                      <a:pt x="201285" y="136213"/>
                      <a:pt x="205426" y="136213"/>
                    </a:cubicBezTo>
                    <a:cubicBezTo>
                      <a:pt x="209568" y="136213"/>
                      <a:pt x="212926" y="139571"/>
                      <a:pt x="212926" y="143712"/>
                    </a:cubicBezTo>
                    <a:lnTo>
                      <a:pt x="212926" y="205180"/>
                    </a:lnTo>
                    <a:cubicBezTo>
                      <a:pt x="212994" y="209389"/>
                      <a:pt x="209637" y="212857"/>
                      <a:pt x="205428" y="212925"/>
                    </a:cubicBezTo>
                    <a:cubicBezTo>
                      <a:pt x="205428" y="212925"/>
                      <a:pt x="205427" y="212925"/>
                      <a:pt x="205426" y="212925"/>
                    </a:cubicBezTo>
                    <a:close/>
                  </a:path>
                </a:pathLst>
              </a:custGeom>
              <a:grpFill/>
              <a:ln w="121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22" name="Graphic 65">
              <a:extLst>
                <a:ext uri="{FF2B5EF4-FFF2-40B4-BE49-F238E27FC236}">
                  <a16:creationId xmlns:a16="http://schemas.microsoft.com/office/drawing/2014/main" id="{3BBE551B-D754-0040-B2CA-9D838E21E21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9097" y="4485904"/>
              <a:ext cx="439244" cy="362787"/>
              <a:chOff x="6094565" y="2446203"/>
              <a:chExt cx="439244" cy="362787"/>
            </a:xfrm>
            <a:solidFill>
              <a:srgbClr val="FFFFFF"/>
            </a:solidFill>
          </p:grpSpPr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7C1328FA-B9C2-FE4A-8F96-E5407BC22984}"/>
                  </a:ext>
                </a:extLst>
              </p:cNvPr>
              <p:cNvSpPr/>
              <p:nvPr/>
            </p:nvSpPr>
            <p:spPr>
              <a:xfrm>
                <a:off x="6094565" y="2446203"/>
                <a:ext cx="439244" cy="266540"/>
              </a:xfrm>
              <a:custGeom>
                <a:avLst/>
                <a:gdLst>
                  <a:gd name="connsiteX0" fmla="*/ 346072 w 439244"/>
                  <a:gd name="connsiteY0" fmla="*/ 266478 h 266540"/>
                  <a:gd name="connsiteX1" fmla="*/ 277008 w 439244"/>
                  <a:gd name="connsiteY1" fmla="*/ 266478 h 266540"/>
                  <a:gd name="connsiteX2" fmla="*/ 268432 w 439244"/>
                  <a:gd name="connsiteY2" fmla="*/ 260027 h 266540"/>
                  <a:gd name="connsiteX3" fmla="*/ 275051 w 439244"/>
                  <a:gd name="connsiteY3" fmla="*/ 251667 h 266540"/>
                  <a:gd name="connsiteX4" fmla="*/ 277008 w 439244"/>
                  <a:gd name="connsiteY4" fmla="*/ 251667 h 266540"/>
                  <a:gd name="connsiteX5" fmla="*/ 346072 w 439244"/>
                  <a:gd name="connsiteY5" fmla="*/ 251667 h 266540"/>
                  <a:gd name="connsiteX6" fmla="*/ 424216 w 439244"/>
                  <a:gd name="connsiteY6" fmla="*/ 175814 h 266540"/>
                  <a:gd name="connsiteX7" fmla="*/ 346402 w 439244"/>
                  <a:gd name="connsiteY7" fmla="*/ 99639 h 266540"/>
                  <a:gd name="connsiteX8" fmla="*/ 308401 w 439244"/>
                  <a:gd name="connsiteY8" fmla="*/ 109186 h 266540"/>
                  <a:gd name="connsiteX9" fmla="*/ 300490 w 439244"/>
                  <a:gd name="connsiteY9" fmla="*/ 109186 h 266540"/>
                  <a:gd name="connsiteX10" fmla="*/ 297099 w 439244"/>
                  <a:gd name="connsiteY10" fmla="*/ 102209 h 266540"/>
                  <a:gd name="connsiteX11" fmla="*/ 297853 w 439244"/>
                  <a:gd name="connsiteY11" fmla="*/ 92539 h 266540"/>
                  <a:gd name="connsiteX12" fmla="*/ 219874 w 439244"/>
                  <a:gd name="connsiteY12" fmla="*/ 16525 h 266540"/>
                  <a:gd name="connsiteX13" fmla="*/ 141894 w 439244"/>
                  <a:gd name="connsiteY13" fmla="*/ 92539 h 266540"/>
                  <a:gd name="connsiteX14" fmla="*/ 142522 w 439244"/>
                  <a:gd name="connsiteY14" fmla="*/ 102209 h 266540"/>
                  <a:gd name="connsiteX15" fmla="*/ 139257 w 439244"/>
                  <a:gd name="connsiteY15" fmla="*/ 109186 h 266540"/>
                  <a:gd name="connsiteX16" fmla="*/ 131347 w 439244"/>
                  <a:gd name="connsiteY16" fmla="*/ 109186 h 266540"/>
                  <a:gd name="connsiteX17" fmla="*/ 25326 w 439244"/>
                  <a:gd name="connsiteY17" fmla="*/ 138770 h 266540"/>
                  <a:gd name="connsiteX18" fmla="*/ 55674 w 439244"/>
                  <a:gd name="connsiteY18" fmla="*/ 242120 h 266540"/>
                  <a:gd name="connsiteX19" fmla="*/ 93675 w 439244"/>
                  <a:gd name="connsiteY19" fmla="*/ 251667 h 266540"/>
                  <a:gd name="connsiteX20" fmla="*/ 162739 w 439244"/>
                  <a:gd name="connsiteY20" fmla="*/ 251667 h 266540"/>
                  <a:gd name="connsiteX21" fmla="*/ 171315 w 439244"/>
                  <a:gd name="connsiteY21" fmla="*/ 258119 h 266540"/>
                  <a:gd name="connsiteX22" fmla="*/ 164697 w 439244"/>
                  <a:gd name="connsiteY22" fmla="*/ 266478 h 266540"/>
                  <a:gd name="connsiteX23" fmla="*/ 162739 w 439244"/>
                  <a:gd name="connsiteY23" fmla="*/ 266478 h 266540"/>
                  <a:gd name="connsiteX24" fmla="*/ 93173 w 439244"/>
                  <a:gd name="connsiteY24" fmla="*/ 266478 h 266540"/>
                  <a:gd name="connsiteX25" fmla="*/ 0 w 439244"/>
                  <a:gd name="connsiteY25" fmla="*/ 175653 h 266540"/>
                  <a:gd name="connsiteX26" fmla="*/ 93173 w 439244"/>
                  <a:gd name="connsiteY26" fmla="*/ 84828 h 266540"/>
                  <a:gd name="connsiteX27" fmla="*/ 126449 w 439244"/>
                  <a:gd name="connsiteY27" fmla="*/ 90825 h 266540"/>
                  <a:gd name="connsiteX28" fmla="*/ 219622 w 439244"/>
                  <a:gd name="connsiteY28" fmla="*/ 0 h 266540"/>
                  <a:gd name="connsiteX29" fmla="*/ 312796 w 439244"/>
                  <a:gd name="connsiteY29" fmla="*/ 90825 h 266540"/>
                  <a:gd name="connsiteX30" fmla="*/ 346072 w 439244"/>
                  <a:gd name="connsiteY30" fmla="*/ 84828 h 266540"/>
                  <a:gd name="connsiteX31" fmla="*/ 439245 w 439244"/>
                  <a:gd name="connsiteY31" fmla="*/ 175653 h 266540"/>
                  <a:gd name="connsiteX32" fmla="*/ 346072 w 439244"/>
                  <a:gd name="connsiteY32" fmla="*/ 266478 h 266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9244" h="266540">
                    <a:moveTo>
                      <a:pt x="346072" y="266478"/>
                    </a:moveTo>
                    <a:lnTo>
                      <a:pt x="277008" y="266478"/>
                    </a:lnTo>
                    <a:cubicBezTo>
                      <a:pt x="272812" y="267005"/>
                      <a:pt x="268973" y="264117"/>
                      <a:pt x="268432" y="260027"/>
                    </a:cubicBezTo>
                    <a:cubicBezTo>
                      <a:pt x="267892" y="255937"/>
                      <a:pt x="270855" y="252194"/>
                      <a:pt x="275051" y="251667"/>
                    </a:cubicBezTo>
                    <a:cubicBezTo>
                      <a:pt x="275700" y="251586"/>
                      <a:pt x="276358" y="251586"/>
                      <a:pt x="277008" y="251667"/>
                    </a:cubicBezTo>
                    <a:lnTo>
                      <a:pt x="346072" y="251667"/>
                    </a:lnTo>
                    <a:cubicBezTo>
                      <a:pt x="389138" y="251756"/>
                      <a:pt x="424125" y="217795"/>
                      <a:pt x="424216" y="175814"/>
                    </a:cubicBezTo>
                    <a:cubicBezTo>
                      <a:pt x="424307" y="133833"/>
                      <a:pt x="389468" y="99728"/>
                      <a:pt x="346402" y="99639"/>
                    </a:cubicBezTo>
                    <a:cubicBezTo>
                      <a:pt x="333107" y="99612"/>
                      <a:pt x="320026" y="102898"/>
                      <a:pt x="308401" y="109186"/>
                    </a:cubicBezTo>
                    <a:cubicBezTo>
                      <a:pt x="305976" y="110644"/>
                      <a:pt x="302915" y="110644"/>
                      <a:pt x="300490" y="109186"/>
                    </a:cubicBezTo>
                    <a:cubicBezTo>
                      <a:pt x="298118" y="107655"/>
                      <a:pt x="296813" y="104968"/>
                      <a:pt x="297099" y="102209"/>
                    </a:cubicBezTo>
                    <a:cubicBezTo>
                      <a:pt x="297569" y="99006"/>
                      <a:pt x="297820" y="95775"/>
                      <a:pt x="297853" y="92539"/>
                    </a:cubicBezTo>
                    <a:cubicBezTo>
                      <a:pt x="297853" y="50558"/>
                      <a:pt x="262940" y="16525"/>
                      <a:pt x="219874" y="16525"/>
                    </a:cubicBezTo>
                    <a:cubicBezTo>
                      <a:pt x="176807" y="16525"/>
                      <a:pt x="141894" y="50558"/>
                      <a:pt x="141894" y="92539"/>
                    </a:cubicBezTo>
                    <a:cubicBezTo>
                      <a:pt x="141894" y="95477"/>
                      <a:pt x="141894" y="98537"/>
                      <a:pt x="142522" y="102209"/>
                    </a:cubicBezTo>
                    <a:cubicBezTo>
                      <a:pt x="142895" y="104953"/>
                      <a:pt x="141627" y="107662"/>
                      <a:pt x="139257" y="109186"/>
                    </a:cubicBezTo>
                    <a:cubicBezTo>
                      <a:pt x="136833" y="110644"/>
                      <a:pt x="133771" y="110644"/>
                      <a:pt x="131347" y="109186"/>
                    </a:cubicBezTo>
                    <a:cubicBezTo>
                      <a:pt x="93689" y="88817"/>
                      <a:pt x="46222" y="102062"/>
                      <a:pt x="25326" y="138770"/>
                    </a:cubicBezTo>
                    <a:cubicBezTo>
                      <a:pt x="4429" y="175479"/>
                      <a:pt x="18017" y="221750"/>
                      <a:pt x="55674" y="242120"/>
                    </a:cubicBezTo>
                    <a:cubicBezTo>
                      <a:pt x="67299" y="248408"/>
                      <a:pt x="80381" y="251695"/>
                      <a:pt x="93675" y="251667"/>
                    </a:cubicBezTo>
                    <a:lnTo>
                      <a:pt x="162739" y="251667"/>
                    </a:lnTo>
                    <a:cubicBezTo>
                      <a:pt x="166935" y="251140"/>
                      <a:pt x="170774" y="254029"/>
                      <a:pt x="171315" y="258119"/>
                    </a:cubicBezTo>
                    <a:cubicBezTo>
                      <a:pt x="171855" y="262209"/>
                      <a:pt x="168892" y="265951"/>
                      <a:pt x="164697" y="266478"/>
                    </a:cubicBezTo>
                    <a:cubicBezTo>
                      <a:pt x="164047" y="266560"/>
                      <a:pt x="163389" y="266560"/>
                      <a:pt x="162739" y="266478"/>
                    </a:cubicBezTo>
                    <a:lnTo>
                      <a:pt x="93173" y="266478"/>
                    </a:lnTo>
                    <a:cubicBezTo>
                      <a:pt x="41715" y="266478"/>
                      <a:pt x="0" y="225814"/>
                      <a:pt x="0" y="175653"/>
                    </a:cubicBezTo>
                    <a:cubicBezTo>
                      <a:pt x="0" y="125491"/>
                      <a:pt x="41715" y="84828"/>
                      <a:pt x="93173" y="84828"/>
                    </a:cubicBezTo>
                    <a:cubicBezTo>
                      <a:pt x="104553" y="84779"/>
                      <a:pt x="115840" y="86814"/>
                      <a:pt x="126449" y="90825"/>
                    </a:cubicBezTo>
                    <a:cubicBezTo>
                      <a:pt x="126449" y="40664"/>
                      <a:pt x="168164" y="0"/>
                      <a:pt x="219622" y="0"/>
                    </a:cubicBezTo>
                    <a:cubicBezTo>
                      <a:pt x="271081" y="0"/>
                      <a:pt x="312796" y="40664"/>
                      <a:pt x="312796" y="90825"/>
                    </a:cubicBezTo>
                    <a:cubicBezTo>
                      <a:pt x="323405" y="86814"/>
                      <a:pt x="334692" y="84779"/>
                      <a:pt x="346072" y="84828"/>
                    </a:cubicBezTo>
                    <a:cubicBezTo>
                      <a:pt x="397530" y="84828"/>
                      <a:pt x="439245" y="125491"/>
                      <a:pt x="439245" y="175653"/>
                    </a:cubicBezTo>
                    <a:cubicBezTo>
                      <a:pt x="439245" y="225814"/>
                      <a:pt x="397530" y="266478"/>
                      <a:pt x="346072" y="266478"/>
                    </a:cubicBezTo>
                    <a:close/>
                  </a:path>
                </a:pathLst>
              </a:custGeom>
              <a:grpFill/>
              <a:ln w="12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D69BFDFD-8352-2247-97C6-A1845ED490B6}"/>
                  </a:ext>
                </a:extLst>
              </p:cNvPr>
              <p:cNvSpPr/>
              <p:nvPr/>
            </p:nvSpPr>
            <p:spPr>
              <a:xfrm>
                <a:off x="6220998" y="2447621"/>
                <a:ext cx="186361" cy="139961"/>
              </a:xfrm>
              <a:custGeom>
                <a:avLst/>
                <a:gdLst>
                  <a:gd name="connsiteX0" fmla="*/ 167275 w 186361"/>
                  <a:gd name="connsiteY0" fmla="*/ 139961 h 139961"/>
                  <a:gd name="connsiteX1" fmla="*/ 163508 w 186361"/>
                  <a:gd name="connsiteY1" fmla="*/ 138982 h 139961"/>
                  <a:gd name="connsiteX2" fmla="*/ 160746 w 186361"/>
                  <a:gd name="connsiteY2" fmla="*/ 128822 h 139961"/>
                  <a:gd name="connsiteX3" fmla="*/ 132135 w 186361"/>
                  <a:gd name="connsiteY3" fmla="*/ 25003 h 139961"/>
                  <a:gd name="connsiteX4" fmla="*/ 25632 w 186361"/>
                  <a:gd name="connsiteY4" fmla="*/ 52892 h 139961"/>
                  <a:gd name="connsiteX5" fmla="*/ 25632 w 186361"/>
                  <a:gd name="connsiteY5" fmla="*/ 128822 h 139961"/>
                  <a:gd name="connsiteX6" fmla="*/ 23096 w 186361"/>
                  <a:gd name="connsiteY6" fmla="*/ 138732 h 139961"/>
                  <a:gd name="connsiteX7" fmla="*/ 22869 w 186361"/>
                  <a:gd name="connsiteY7" fmla="*/ 138859 h 139961"/>
                  <a:gd name="connsiteX8" fmla="*/ 12447 w 186361"/>
                  <a:gd name="connsiteY8" fmla="*/ 136167 h 139961"/>
                  <a:gd name="connsiteX9" fmla="*/ 46691 w 186361"/>
                  <a:gd name="connsiteY9" fmla="*/ 12133 h 139961"/>
                  <a:gd name="connsiteX10" fmla="*/ 173931 w 186361"/>
                  <a:gd name="connsiteY10" fmla="*/ 45515 h 139961"/>
                  <a:gd name="connsiteX11" fmla="*/ 173931 w 186361"/>
                  <a:gd name="connsiteY11" fmla="*/ 136167 h 139961"/>
                  <a:gd name="connsiteX12" fmla="*/ 167275 w 186361"/>
                  <a:gd name="connsiteY12" fmla="*/ 139961 h 139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6361" h="139961">
                    <a:moveTo>
                      <a:pt x="167275" y="139961"/>
                    </a:moveTo>
                    <a:cubicBezTo>
                      <a:pt x="165958" y="139927"/>
                      <a:pt x="164668" y="139591"/>
                      <a:pt x="163508" y="138982"/>
                    </a:cubicBezTo>
                    <a:cubicBezTo>
                      <a:pt x="159884" y="136908"/>
                      <a:pt x="158651" y="132374"/>
                      <a:pt x="160746" y="128822"/>
                    </a:cubicBezTo>
                    <a:cubicBezTo>
                      <a:pt x="182255" y="92452"/>
                      <a:pt x="169446" y="45970"/>
                      <a:pt x="132135" y="25003"/>
                    </a:cubicBezTo>
                    <a:cubicBezTo>
                      <a:pt x="94825" y="4035"/>
                      <a:pt x="47142" y="16522"/>
                      <a:pt x="25632" y="52892"/>
                    </a:cubicBezTo>
                    <a:cubicBezTo>
                      <a:pt x="11736" y="76390"/>
                      <a:pt x="11736" y="105325"/>
                      <a:pt x="25632" y="128822"/>
                    </a:cubicBezTo>
                    <a:cubicBezTo>
                      <a:pt x="27739" y="132241"/>
                      <a:pt x="26604" y="136678"/>
                      <a:pt x="23096" y="138732"/>
                    </a:cubicBezTo>
                    <a:cubicBezTo>
                      <a:pt x="23021" y="138776"/>
                      <a:pt x="22946" y="138818"/>
                      <a:pt x="22869" y="138859"/>
                    </a:cubicBezTo>
                    <a:cubicBezTo>
                      <a:pt x="19226" y="140901"/>
                      <a:pt x="14575" y="139699"/>
                      <a:pt x="12447" y="136167"/>
                    </a:cubicBezTo>
                    <a:cubicBezTo>
                      <a:pt x="-13233" y="92698"/>
                      <a:pt x="2099" y="37166"/>
                      <a:pt x="46691" y="12133"/>
                    </a:cubicBezTo>
                    <a:cubicBezTo>
                      <a:pt x="91284" y="-12899"/>
                      <a:pt x="148251" y="2046"/>
                      <a:pt x="173931" y="45515"/>
                    </a:cubicBezTo>
                    <a:cubicBezTo>
                      <a:pt x="190506" y="73572"/>
                      <a:pt x="190506" y="108109"/>
                      <a:pt x="173931" y="136167"/>
                    </a:cubicBezTo>
                    <a:cubicBezTo>
                      <a:pt x="172555" y="138489"/>
                      <a:pt x="170026" y="139931"/>
                      <a:pt x="167275" y="139961"/>
                    </a:cubicBezTo>
                    <a:close/>
                  </a:path>
                </a:pathLst>
              </a:custGeom>
              <a:grpFill/>
              <a:ln w="12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616A0EF8-AC32-1743-A783-CB8C9765ABCB}"/>
                  </a:ext>
                </a:extLst>
              </p:cNvPr>
              <p:cNvSpPr/>
              <p:nvPr/>
            </p:nvSpPr>
            <p:spPr>
              <a:xfrm>
                <a:off x="6241427" y="2584592"/>
                <a:ext cx="145226" cy="224399"/>
              </a:xfrm>
              <a:custGeom>
                <a:avLst/>
                <a:gdLst>
                  <a:gd name="connsiteX0" fmla="*/ 105283 w 145226"/>
                  <a:gd name="connsiteY0" fmla="*/ 223444 h 224399"/>
                  <a:gd name="connsiteX1" fmla="*/ 97623 w 145226"/>
                  <a:gd name="connsiteY1" fmla="*/ 215977 h 224399"/>
                  <a:gd name="connsiteX2" fmla="*/ 97623 w 145226"/>
                  <a:gd name="connsiteY2" fmla="*/ 81331 h 224399"/>
                  <a:gd name="connsiteX3" fmla="*/ 105156 w 145226"/>
                  <a:gd name="connsiteY3" fmla="*/ 73985 h 224399"/>
                  <a:gd name="connsiteX4" fmla="*/ 105283 w 145226"/>
                  <a:gd name="connsiteY4" fmla="*/ 73986 h 224399"/>
                  <a:gd name="connsiteX5" fmla="*/ 121105 w 145226"/>
                  <a:gd name="connsiteY5" fmla="*/ 73986 h 224399"/>
                  <a:gd name="connsiteX6" fmla="*/ 72760 w 145226"/>
                  <a:gd name="connsiteY6" fmla="*/ 19148 h 224399"/>
                  <a:gd name="connsiteX7" fmla="*/ 24290 w 145226"/>
                  <a:gd name="connsiteY7" fmla="*/ 73986 h 224399"/>
                  <a:gd name="connsiteX8" fmla="*/ 40238 w 145226"/>
                  <a:gd name="connsiteY8" fmla="*/ 73986 h 224399"/>
                  <a:gd name="connsiteX9" fmla="*/ 47896 w 145226"/>
                  <a:gd name="connsiteY9" fmla="*/ 81207 h 224399"/>
                  <a:gd name="connsiteX10" fmla="*/ 47897 w 145226"/>
                  <a:gd name="connsiteY10" fmla="*/ 81331 h 224399"/>
                  <a:gd name="connsiteX11" fmla="*/ 47897 w 145226"/>
                  <a:gd name="connsiteY11" fmla="*/ 215977 h 224399"/>
                  <a:gd name="connsiteX12" fmla="*/ 41279 w 145226"/>
                  <a:gd name="connsiteY12" fmla="*/ 224337 h 224399"/>
                  <a:gd name="connsiteX13" fmla="*/ 32703 w 145226"/>
                  <a:gd name="connsiteY13" fmla="*/ 217885 h 224399"/>
                  <a:gd name="connsiteX14" fmla="*/ 32703 w 145226"/>
                  <a:gd name="connsiteY14" fmla="*/ 215977 h 224399"/>
                  <a:gd name="connsiteX15" fmla="*/ 32703 w 145226"/>
                  <a:gd name="connsiteY15" fmla="*/ 88185 h 224399"/>
                  <a:gd name="connsiteX16" fmla="*/ 7589 w 145226"/>
                  <a:gd name="connsiteY16" fmla="*/ 88185 h 224399"/>
                  <a:gd name="connsiteX17" fmla="*/ 683 w 145226"/>
                  <a:gd name="connsiteY17" fmla="*/ 83779 h 224399"/>
                  <a:gd name="connsiteX18" fmla="*/ 1813 w 145226"/>
                  <a:gd name="connsiteY18" fmla="*/ 75945 h 224399"/>
                  <a:gd name="connsiteX19" fmla="*/ 66859 w 145226"/>
                  <a:gd name="connsiteY19" fmla="*/ 2501 h 224399"/>
                  <a:gd name="connsiteX20" fmla="*/ 77855 w 145226"/>
                  <a:gd name="connsiteY20" fmla="*/ 1959 h 224399"/>
                  <a:gd name="connsiteX21" fmla="*/ 78411 w 145226"/>
                  <a:gd name="connsiteY21" fmla="*/ 2501 h 224399"/>
                  <a:gd name="connsiteX22" fmla="*/ 143331 w 145226"/>
                  <a:gd name="connsiteY22" fmla="*/ 75945 h 224399"/>
                  <a:gd name="connsiteX23" fmla="*/ 144587 w 145226"/>
                  <a:gd name="connsiteY23" fmla="*/ 83779 h 224399"/>
                  <a:gd name="connsiteX24" fmla="*/ 137555 w 145226"/>
                  <a:gd name="connsiteY24" fmla="*/ 88185 h 224399"/>
                  <a:gd name="connsiteX25" fmla="*/ 112441 w 145226"/>
                  <a:gd name="connsiteY25" fmla="*/ 88185 h 224399"/>
                  <a:gd name="connsiteX26" fmla="*/ 112441 w 145226"/>
                  <a:gd name="connsiteY26" fmla="*/ 215977 h 224399"/>
                  <a:gd name="connsiteX27" fmla="*/ 105283 w 145226"/>
                  <a:gd name="connsiteY27" fmla="*/ 223444 h 224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45226" h="224399">
                    <a:moveTo>
                      <a:pt x="105283" y="223444"/>
                    </a:moveTo>
                    <a:cubicBezTo>
                      <a:pt x="101053" y="223444"/>
                      <a:pt x="97623" y="220101"/>
                      <a:pt x="97623" y="215977"/>
                    </a:cubicBezTo>
                    <a:lnTo>
                      <a:pt x="97623" y="81331"/>
                    </a:lnTo>
                    <a:cubicBezTo>
                      <a:pt x="97623" y="77274"/>
                      <a:pt x="100995" y="73986"/>
                      <a:pt x="105156" y="73985"/>
                    </a:cubicBezTo>
                    <a:cubicBezTo>
                      <a:pt x="105199" y="73985"/>
                      <a:pt x="105241" y="73985"/>
                      <a:pt x="105283" y="73986"/>
                    </a:cubicBezTo>
                    <a:lnTo>
                      <a:pt x="121105" y="73986"/>
                    </a:lnTo>
                    <a:lnTo>
                      <a:pt x="72760" y="19148"/>
                    </a:lnTo>
                    <a:lnTo>
                      <a:pt x="24290" y="73986"/>
                    </a:lnTo>
                    <a:lnTo>
                      <a:pt x="40238" y="73986"/>
                    </a:lnTo>
                    <a:cubicBezTo>
                      <a:pt x="44398" y="73919"/>
                      <a:pt x="47827" y="77151"/>
                      <a:pt x="47896" y="81207"/>
                    </a:cubicBezTo>
                    <a:cubicBezTo>
                      <a:pt x="47897" y="81248"/>
                      <a:pt x="47897" y="81289"/>
                      <a:pt x="47897" y="81331"/>
                    </a:cubicBezTo>
                    <a:lnTo>
                      <a:pt x="47897" y="215977"/>
                    </a:lnTo>
                    <a:cubicBezTo>
                      <a:pt x="48438" y="220067"/>
                      <a:pt x="45475" y="223810"/>
                      <a:pt x="41279" y="224337"/>
                    </a:cubicBezTo>
                    <a:cubicBezTo>
                      <a:pt x="37083" y="224864"/>
                      <a:pt x="33244" y="221975"/>
                      <a:pt x="32703" y="217885"/>
                    </a:cubicBezTo>
                    <a:cubicBezTo>
                      <a:pt x="32620" y="217252"/>
                      <a:pt x="32620" y="216611"/>
                      <a:pt x="32703" y="215977"/>
                    </a:cubicBezTo>
                    <a:lnTo>
                      <a:pt x="32703" y="88185"/>
                    </a:lnTo>
                    <a:lnTo>
                      <a:pt x="7589" y="88185"/>
                    </a:lnTo>
                    <a:cubicBezTo>
                      <a:pt x="4603" y="88155"/>
                      <a:pt x="1907" y="86434"/>
                      <a:pt x="683" y="83779"/>
                    </a:cubicBezTo>
                    <a:cubicBezTo>
                      <a:pt x="-539" y="81176"/>
                      <a:pt x="-97" y="78118"/>
                      <a:pt x="1813" y="75945"/>
                    </a:cubicBezTo>
                    <a:lnTo>
                      <a:pt x="66859" y="2501"/>
                    </a:lnTo>
                    <a:cubicBezTo>
                      <a:pt x="69741" y="-609"/>
                      <a:pt x="74664" y="-852"/>
                      <a:pt x="77855" y="1959"/>
                    </a:cubicBezTo>
                    <a:cubicBezTo>
                      <a:pt x="78049" y="2130"/>
                      <a:pt x="78235" y="2311"/>
                      <a:pt x="78411" y="2501"/>
                    </a:cubicBezTo>
                    <a:lnTo>
                      <a:pt x="143331" y="75945"/>
                    </a:lnTo>
                    <a:cubicBezTo>
                      <a:pt x="145284" y="78092"/>
                      <a:pt x="145774" y="81152"/>
                      <a:pt x="144587" y="83779"/>
                    </a:cubicBezTo>
                    <a:cubicBezTo>
                      <a:pt x="143319" y="86454"/>
                      <a:pt x="140577" y="88172"/>
                      <a:pt x="137555" y="88185"/>
                    </a:cubicBezTo>
                    <a:lnTo>
                      <a:pt x="112441" y="88185"/>
                    </a:lnTo>
                    <a:lnTo>
                      <a:pt x="112441" y="215977"/>
                    </a:lnTo>
                    <a:cubicBezTo>
                      <a:pt x="112513" y="219942"/>
                      <a:pt x="109345" y="223247"/>
                      <a:pt x="105283" y="223444"/>
                    </a:cubicBezTo>
                    <a:close/>
                  </a:path>
                </a:pathLst>
              </a:custGeom>
              <a:grpFill/>
              <a:ln w="12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26" name="Graphic 67">
              <a:extLst>
                <a:ext uri="{FF2B5EF4-FFF2-40B4-BE49-F238E27FC236}">
                  <a16:creationId xmlns:a16="http://schemas.microsoft.com/office/drawing/2014/main" id="{E83066F8-AECD-CF49-8E5F-B6CD075114F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131064" y="3141230"/>
              <a:ext cx="373740" cy="467823"/>
              <a:chOff x="6128372" y="2388386"/>
              <a:chExt cx="373740" cy="467823"/>
            </a:xfrm>
            <a:solidFill>
              <a:srgbClr val="FFFFFF"/>
            </a:solidFill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A316171E-3D70-CF44-A202-BC54C8212B99}"/>
                  </a:ext>
                </a:extLst>
              </p:cNvPr>
              <p:cNvSpPr/>
              <p:nvPr/>
            </p:nvSpPr>
            <p:spPr>
              <a:xfrm>
                <a:off x="6128372" y="2456268"/>
                <a:ext cx="304198" cy="399941"/>
              </a:xfrm>
              <a:custGeom>
                <a:avLst/>
                <a:gdLst>
                  <a:gd name="connsiteX0" fmla="*/ 274696 w 304198"/>
                  <a:gd name="connsiteY0" fmla="*/ 399942 h 399941"/>
                  <a:gd name="connsiteX1" fmla="*/ 29379 w 304198"/>
                  <a:gd name="connsiteY1" fmla="*/ 399942 h 399941"/>
                  <a:gd name="connsiteX2" fmla="*/ 0 w 304198"/>
                  <a:gd name="connsiteY2" fmla="*/ 370423 h 399941"/>
                  <a:gd name="connsiteX3" fmla="*/ 0 w 304198"/>
                  <a:gd name="connsiteY3" fmla="*/ 29644 h 399941"/>
                  <a:gd name="connsiteX4" fmla="*/ 29379 w 304198"/>
                  <a:gd name="connsiteY4" fmla="*/ 0 h 399941"/>
                  <a:gd name="connsiteX5" fmla="*/ 274696 w 304198"/>
                  <a:gd name="connsiteY5" fmla="*/ 0 h 399941"/>
                  <a:gd name="connsiteX6" fmla="*/ 304199 w 304198"/>
                  <a:gd name="connsiteY6" fmla="*/ 29644 h 399941"/>
                  <a:gd name="connsiteX7" fmla="*/ 304199 w 304198"/>
                  <a:gd name="connsiteY7" fmla="*/ 370423 h 399941"/>
                  <a:gd name="connsiteX8" fmla="*/ 274696 w 304198"/>
                  <a:gd name="connsiteY8" fmla="*/ 399942 h 399941"/>
                  <a:gd name="connsiteX9" fmla="*/ 29379 w 304198"/>
                  <a:gd name="connsiteY9" fmla="*/ 15071 h 399941"/>
                  <a:gd name="connsiteX10" fmla="*/ 14999 w 304198"/>
                  <a:gd name="connsiteY10" fmla="*/ 29519 h 399941"/>
                  <a:gd name="connsiteX11" fmla="*/ 14999 w 304198"/>
                  <a:gd name="connsiteY11" fmla="*/ 29644 h 399941"/>
                  <a:gd name="connsiteX12" fmla="*/ 14999 w 304198"/>
                  <a:gd name="connsiteY12" fmla="*/ 370423 h 399941"/>
                  <a:gd name="connsiteX13" fmla="*/ 29379 w 304198"/>
                  <a:gd name="connsiteY13" fmla="*/ 384871 h 399941"/>
                  <a:gd name="connsiteX14" fmla="*/ 274696 w 304198"/>
                  <a:gd name="connsiteY14" fmla="*/ 384871 h 399941"/>
                  <a:gd name="connsiteX15" fmla="*/ 289076 w 304198"/>
                  <a:gd name="connsiteY15" fmla="*/ 370423 h 399941"/>
                  <a:gd name="connsiteX16" fmla="*/ 289076 w 304198"/>
                  <a:gd name="connsiteY16" fmla="*/ 29644 h 399941"/>
                  <a:gd name="connsiteX17" fmla="*/ 274821 w 304198"/>
                  <a:gd name="connsiteY17" fmla="*/ 15072 h 399941"/>
                  <a:gd name="connsiteX18" fmla="*/ 274696 w 304198"/>
                  <a:gd name="connsiteY18" fmla="*/ 15071 h 399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4198" h="399941">
                    <a:moveTo>
                      <a:pt x="274696" y="399942"/>
                    </a:moveTo>
                    <a:lnTo>
                      <a:pt x="29379" y="399942"/>
                    </a:lnTo>
                    <a:cubicBezTo>
                      <a:pt x="13153" y="399942"/>
                      <a:pt x="0" y="386726"/>
                      <a:pt x="0" y="370423"/>
                    </a:cubicBezTo>
                    <a:lnTo>
                      <a:pt x="0" y="29644"/>
                    </a:lnTo>
                    <a:cubicBezTo>
                      <a:pt x="0" y="13320"/>
                      <a:pt x="13133" y="69"/>
                      <a:pt x="29379" y="0"/>
                    </a:cubicBezTo>
                    <a:lnTo>
                      <a:pt x="274696" y="0"/>
                    </a:lnTo>
                    <a:cubicBezTo>
                      <a:pt x="290962" y="68"/>
                      <a:pt x="304131" y="13300"/>
                      <a:pt x="304199" y="29644"/>
                    </a:cubicBezTo>
                    <a:lnTo>
                      <a:pt x="304199" y="370423"/>
                    </a:lnTo>
                    <a:cubicBezTo>
                      <a:pt x="304130" y="386746"/>
                      <a:pt x="290942" y="399942"/>
                      <a:pt x="274696" y="399942"/>
                    </a:cubicBezTo>
                    <a:close/>
                    <a:moveTo>
                      <a:pt x="29379" y="15071"/>
                    </a:moveTo>
                    <a:cubicBezTo>
                      <a:pt x="21437" y="15071"/>
                      <a:pt x="14999" y="21539"/>
                      <a:pt x="14999" y="29519"/>
                    </a:cubicBezTo>
                    <a:cubicBezTo>
                      <a:pt x="14999" y="29560"/>
                      <a:pt x="14999" y="29602"/>
                      <a:pt x="14999" y="29644"/>
                    </a:cubicBezTo>
                    <a:lnTo>
                      <a:pt x="14999" y="370423"/>
                    </a:lnTo>
                    <a:cubicBezTo>
                      <a:pt x="14999" y="378402"/>
                      <a:pt x="21437" y="384871"/>
                      <a:pt x="29379" y="384871"/>
                    </a:cubicBezTo>
                    <a:lnTo>
                      <a:pt x="274696" y="384871"/>
                    </a:lnTo>
                    <a:cubicBezTo>
                      <a:pt x="282638" y="384871"/>
                      <a:pt x="289076" y="378402"/>
                      <a:pt x="289076" y="370423"/>
                    </a:cubicBezTo>
                    <a:lnTo>
                      <a:pt x="289076" y="29644"/>
                    </a:lnTo>
                    <a:cubicBezTo>
                      <a:pt x="289144" y="21665"/>
                      <a:pt x="282762" y="15140"/>
                      <a:pt x="274821" y="15072"/>
                    </a:cubicBezTo>
                    <a:cubicBezTo>
                      <a:pt x="274779" y="15071"/>
                      <a:pt x="274738" y="15071"/>
                      <a:pt x="274696" y="15071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E28F95A0-6B9A-7940-890C-98C5762D3E19}"/>
                  </a:ext>
                </a:extLst>
              </p:cNvPr>
              <p:cNvSpPr/>
              <p:nvPr/>
            </p:nvSpPr>
            <p:spPr>
              <a:xfrm>
                <a:off x="6233987" y="2487158"/>
                <a:ext cx="92722" cy="93166"/>
              </a:xfrm>
              <a:custGeom>
                <a:avLst/>
                <a:gdLst>
                  <a:gd name="connsiteX0" fmla="*/ 46485 w 92722"/>
                  <a:gd name="connsiteY0" fmla="*/ 93166 h 93166"/>
                  <a:gd name="connsiteX1" fmla="*/ 0 w 92722"/>
                  <a:gd name="connsiteY1" fmla="*/ 46708 h 93166"/>
                  <a:gd name="connsiteX2" fmla="*/ 46237 w 92722"/>
                  <a:gd name="connsiteY2" fmla="*/ 0 h 93166"/>
                  <a:gd name="connsiteX3" fmla="*/ 92722 w 92722"/>
                  <a:gd name="connsiteY3" fmla="*/ 46459 h 93166"/>
                  <a:gd name="connsiteX4" fmla="*/ 92722 w 92722"/>
                  <a:gd name="connsiteY4" fmla="*/ 46583 h 93166"/>
                  <a:gd name="connsiteX5" fmla="*/ 46485 w 92722"/>
                  <a:gd name="connsiteY5" fmla="*/ 93166 h 93166"/>
                  <a:gd name="connsiteX6" fmla="*/ 46485 w 92722"/>
                  <a:gd name="connsiteY6" fmla="*/ 15195 h 93166"/>
                  <a:gd name="connsiteX7" fmla="*/ 15000 w 92722"/>
                  <a:gd name="connsiteY7" fmla="*/ 46583 h 93166"/>
                  <a:gd name="connsiteX8" fmla="*/ 46238 w 92722"/>
                  <a:gd name="connsiteY8" fmla="*/ 78219 h 93166"/>
                  <a:gd name="connsiteX9" fmla="*/ 77723 w 92722"/>
                  <a:gd name="connsiteY9" fmla="*/ 46832 h 93166"/>
                  <a:gd name="connsiteX10" fmla="*/ 77723 w 92722"/>
                  <a:gd name="connsiteY10" fmla="*/ 46583 h 93166"/>
                  <a:gd name="connsiteX11" fmla="*/ 46485 w 92722"/>
                  <a:gd name="connsiteY11" fmla="*/ 15195 h 9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722" h="93166">
                    <a:moveTo>
                      <a:pt x="46485" y="93166"/>
                    </a:moveTo>
                    <a:cubicBezTo>
                      <a:pt x="20881" y="93235"/>
                      <a:pt x="69" y="72435"/>
                      <a:pt x="0" y="46708"/>
                    </a:cubicBezTo>
                    <a:cubicBezTo>
                      <a:pt x="-68" y="20981"/>
                      <a:pt x="20633" y="69"/>
                      <a:pt x="46237" y="0"/>
                    </a:cubicBezTo>
                    <a:cubicBezTo>
                      <a:pt x="71842" y="-69"/>
                      <a:pt x="92654" y="20731"/>
                      <a:pt x="92722" y="46459"/>
                    </a:cubicBezTo>
                    <a:cubicBezTo>
                      <a:pt x="92722" y="46500"/>
                      <a:pt x="92722" y="46541"/>
                      <a:pt x="92722" y="46583"/>
                    </a:cubicBezTo>
                    <a:cubicBezTo>
                      <a:pt x="92722" y="72261"/>
                      <a:pt x="72041" y="93097"/>
                      <a:pt x="46485" y="93166"/>
                    </a:cubicBezTo>
                    <a:close/>
                    <a:moveTo>
                      <a:pt x="46485" y="15195"/>
                    </a:moveTo>
                    <a:cubicBezTo>
                      <a:pt x="29165" y="15127"/>
                      <a:pt x="15068" y="29179"/>
                      <a:pt x="15000" y="46583"/>
                    </a:cubicBezTo>
                    <a:cubicBezTo>
                      <a:pt x="14931" y="63986"/>
                      <a:pt x="28917" y="78150"/>
                      <a:pt x="46238" y="78219"/>
                    </a:cubicBezTo>
                    <a:cubicBezTo>
                      <a:pt x="63558" y="78288"/>
                      <a:pt x="77655" y="64235"/>
                      <a:pt x="77723" y="46832"/>
                    </a:cubicBezTo>
                    <a:cubicBezTo>
                      <a:pt x="77723" y="46749"/>
                      <a:pt x="77723" y="46666"/>
                      <a:pt x="77723" y="46583"/>
                    </a:cubicBezTo>
                    <a:cubicBezTo>
                      <a:pt x="77723" y="29248"/>
                      <a:pt x="63737" y="15195"/>
                      <a:pt x="46485" y="15195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FAB1A8E4-9567-F34D-B02A-1BB882B07665}"/>
                  </a:ext>
                </a:extLst>
              </p:cNvPr>
              <p:cNvSpPr/>
              <p:nvPr/>
            </p:nvSpPr>
            <p:spPr>
              <a:xfrm>
                <a:off x="6199030" y="2580815"/>
                <a:ext cx="162513" cy="96162"/>
              </a:xfrm>
              <a:custGeom>
                <a:avLst/>
                <a:gdLst>
                  <a:gd name="connsiteX0" fmla="*/ 155322 w 162513"/>
                  <a:gd name="connsiteY0" fmla="*/ 96162 h 96162"/>
                  <a:gd name="connsiteX1" fmla="*/ 7562 w 162513"/>
                  <a:gd name="connsiteY1" fmla="*/ 96162 h 96162"/>
                  <a:gd name="connsiteX2" fmla="*/ 0 w 162513"/>
                  <a:gd name="connsiteY2" fmla="*/ 88565 h 96162"/>
                  <a:gd name="connsiteX3" fmla="*/ 0 w 162513"/>
                  <a:gd name="connsiteY3" fmla="*/ 45095 h 96162"/>
                  <a:gd name="connsiteX4" fmla="*/ 44874 w 162513"/>
                  <a:gd name="connsiteY4" fmla="*/ 7 h 96162"/>
                  <a:gd name="connsiteX5" fmla="*/ 47229 w 162513"/>
                  <a:gd name="connsiteY5" fmla="*/ 7 h 96162"/>
                  <a:gd name="connsiteX6" fmla="*/ 60865 w 162513"/>
                  <a:gd name="connsiteY6" fmla="*/ 5986 h 96162"/>
                  <a:gd name="connsiteX7" fmla="*/ 81442 w 162513"/>
                  <a:gd name="connsiteY7" fmla="*/ 33387 h 96162"/>
                  <a:gd name="connsiteX8" fmla="*/ 101771 w 162513"/>
                  <a:gd name="connsiteY8" fmla="*/ 6857 h 96162"/>
                  <a:gd name="connsiteX9" fmla="*/ 115283 w 162513"/>
                  <a:gd name="connsiteY9" fmla="*/ 7 h 96162"/>
                  <a:gd name="connsiteX10" fmla="*/ 117638 w 162513"/>
                  <a:gd name="connsiteY10" fmla="*/ 7 h 96162"/>
                  <a:gd name="connsiteX11" fmla="*/ 162512 w 162513"/>
                  <a:gd name="connsiteY11" fmla="*/ 45095 h 96162"/>
                  <a:gd name="connsiteX12" fmla="*/ 162512 w 162513"/>
                  <a:gd name="connsiteY12" fmla="*/ 88565 h 96162"/>
                  <a:gd name="connsiteX13" fmla="*/ 155322 w 162513"/>
                  <a:gd name="connsiteY13" fmla="*/ 96162 h 96162"/>
                  <a:gd name="connsiteX14" fmla="*/ 15123 w 162513"/>
                  <a:gd name="connsiteY14" fmla="*/ 81590 h 96162"/>
                  <a:gd name="connsiteX15" fmla="*/ 147761 w 162513"/>
                  <a:gd name="connsiteY15" fmla="*/ 81590 h 96162"/>
                  <a:gd name="connsiteX16" fmla="*/ 147761 w 162513"/>
                  <a:gd name="connsiteY16" fmla="*/ 45095 h 96162"/>
                  <a:gd name="connsiteX17" fmla="*/ 117886 w 162513"/>
                  <a:gd name="connsiteY17" fmla="*/ 15078 h 96162"/>
                  <a:gd name="connsiteX18" fmla="*/ 115283 w 162513"/>
                  <a:gd name="connsiteY18" fmla="*/ 15078 h 96162"/>
                  <a:gd name="connsiteX19" fmla="*/ 113176 w 162513"/>
                  <a:gd name="connsiteY19" fmla="*/ 15825 h 96162"/>
                  <a:gd name="connsiteX20" fmla="*/ 87144 w 162513"/>
                  <a:gd name="connsiteY20" fmla="*/ 50451 h 96162"/>
                  <a:gd name="connsiteX21" fmla="*/ 75994 w 162513"/>
                  <a:gd name="connsiteY21" fmla="*/ 51703 h 96162"/>
                  <a:gd name="connsiteX22" fmla="*/ 74748 w 162513"/>
                  <a:gd name="connsiteY22" fmla="*/ 50451 h 96162"/>
                  <a:gd name="connsiteX23" fmla="*/ 49088 w 162513"/>
                  <a:gd name="connsiteY23" fmla="*/ 15452 h 96162"/>
                  <a:gd name="connsiteX24" fmla="*/ 47229 w 162513"/>
                  <a:gd name="connsiteY24" fmla="*/ 15452 h 96162"/>
                  <a:gd name="connsiteX25" fmla="*/ 44874 w 162513"/>
                  <a:gd name="connsiteY25" fmla="*/ 15452 h 96162"/>
                  <a:gd name="connsiteX26" fmla="*/ 15123 w 162513"/>
                  <a:gd name="connsiteY26" fmla="*/ 45469 h 96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2513" h="96162">
                    <a:moveTo>
                      <a:pt x="155322" y="96162"/>
                    </a:moveTo>
                    <a:lnTo>
                      <a:pt x="7562" y="96162"/>
                    </a:lnTo>
                    <a:cubicBezTo>
                      <a:pt x="3385" y="96162"/>
                      <a:pt x="0" y="92761"/>
                      <a:pt x="0" y="88565"/>
                    </a:cubicBezTo>
                    <a:lnTo>
                      <a:pt x="0" y="45095"/>
                    </a:lnTo>
                    <a:cubicBezTo>
                      <a:pt x="68" y="20222"/>
                      <a:pt x="20119" y="75"/>
                      <a:pt x="44874" y="7"/>
                    </a:cubicBezTo>
                    <a:lnTo>
                      <a:pt x="47229" y="7"/>
                    </a:lnTo>
                    <a:cubicBezTo>
                      <a:pt x="52433" y="-140"/>
                      <a:pt x="57432" y="2051"/>
                      <a:pt x="60865" y="5986"/>
                    </a:cubicBezTo>
                    <a:lnTo>
                      <a:pt x="81442" y="33387"/>
                    </a:lnTo>
                    <a:lnTo>
                      <a:pt x="101771" y="6857"/>
                    </a:lnTo>
                    <a:cubicBezTo>
                      <a:pt x="105041" y="2674"/>
                      <a:pt x="109991" y="164"/>
                      <a:pt x="115283" y="7"/>
                    </a:cubicBezTo>
                    <a:lnTo>
                      <a:pt x="117638" y="7"/>
                    </a:lnTo>
                    <a:cubicBezTo>
                      <a:pt x="142421" y="7"/>
                      <a:pt x="162512" y="20194"/>
                      <a:pt x="162512" y="45095"/>
                    </a:cubicBezTo>
                    <a:lnTo>
                      <a:pt x="162512" y="88565"/>
                    </a:lnTo>
                    <a:cubicBezTo>
                      <a:pt x="162582" y="92645"/>
                      <a:pt x="159381" y="96027"/>
                      <a:pt x="155322" y="96162"/>
                    </a:cubicBezTo>
                    <a:close/>
                    <a:moveTo>
                      <a:pt x="15123" y="81590"/>
                    </a:moveTo>
                    <a:lnTo>
                      <a:pt x="147761" y="81590"/>
                    </a:lnTo>
                    <a:lnTo>
                      <a:pt x="147761" y="45095"/>
                    </a:lnTo>
                    <a:cubicBezTo>
                      <a:pt x="147761" y="28517"/>
                      <a:pt x="134386" y="15078"/>
                      <a:pt x="117886" y="15078"/>
                    </a:cubicBezTo>
                    <a:lnTo>
                      <a:pt x="115283" y="15078"/>
                    </a:lnTo>
                    <a:cubicBezTo>
                      <a:pt x="114511" y="15042"/>
                      <a:pt x="113755" y="15311"/>
                      <a:pt x="113176" y="15825"/>
                    </a:cubicBezTo>
                    <a:lnTo>
                      <a:pt x="87144" y="50451"/>
                    </a:lnTo>
                    <a:cubicBezTo>
                      <a:pt x="84409" y="53891"/>
                      <a:pt x="79417" y="54451"/>
                      <a:pt x="75994" y="51703"/>
                    </a:cubicBezTo>
                    <a:cubicBezTo>
                      <a:pt x="75534" y="51333"/>
                      <a:pt x="75116" y="50914"/>
                      <a:pt x="74748" y="50451"/>
                    </a:cubicBezTo>
                    <a:lnTo>
                      <a:pt x="49088" y="15452"/>
                    </a:lnTo>
                    <a:cubicBezTo>
                      <a:pt x="48475" y="15320"/>
                      <a:pt x="47842" y="15320"/>
                      <a:pt x="47229" y="15452"/>
                    </a:cubicBezTo>
                    <a:lnTo>
                      <a:pt x="44874" y="15452"/>
                    </a:lnTo>
                    <a:cubicBezTo>
                      <a:pt x="28423" y="15520"/>
                      <a:pt x="15123" y="28939"/>
                      <a:pt x="15123" y="45469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F0E6DA62-38E4-B84B-81F1-5FFBE956AD7F}"/>
                  </a:ext>
                </a:extLst>
              </p:cNvPr>
              <p:cNvSpPr/>
              <p:nvPr/>
            </p:nvSpPr>
            <p:spPr>
              <a:xfrm>
                <a:off x="6168509" y="2712163"/>
                <a:ext cx="225857" cy="15196"/>
              </a:xfrm>
              <a:custGeom>
                <a:avLst/>
                <a:gdLst>
                  <a:gd name="connsiteX0" fmla="*/ 217329 w 225857"/>
                  <a:gd name="connsiteY0" fmla="*/ 15134 h 15196"/>
                  <a:gd name="connsiteX1" fmla="*/ 6596 w 225857"/>
                  <a:gd name="connsiteY1" fmla="*/ 15134 h 15196"/>
                  <a:gd name="connsiteX2" fmla="*/ 63 w 225857"/>
                  <a:gd name="connsiteY2" fmla="*/ 6628 h 15196"/>
                  <a:gd name="connsiteX3" fmla="*/ 6596 w 225857"/>
                  <a:gd name="connsiteY3" fmla="*/ 63 h 15196"/>
                  <a:gd name="connsiteX4" fmla="*/ 217329 w 225857"/>
                  <a:gd name="connsiteY4" fmla="*/ 63 h 15196"/>
                  <a:gd name="connsiteX5" fmla="*/ 225795 w 225857"/>
                  <a:gd name="connsiteY5" fmla="*/ 6628 h 15196"/>
                  <a:gd name="connsiteX6" fmla="*/ 219261 w 225857"/>
                  <a:gd name="connsiteY6" fmla="*/ 15134 h 15196"/>
                  <a:gd name="connsiteX7" fmla="*/ 217329 w 225857"/>
                  <a:gd name="connsiteY7" fmla="*/ 15134 h 1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5857" h="15196">
                    <a:moveTo>
                      <a:pt x="217329" y="15134"/>
                    </a:moveTo>
                    <a:lnTo>
                      <a:pt x="6596" y="15134"/>
                    </a:lnTo>
                    <a:cubicBezTo>
                      <a:pt x="2454" y="14598"/>
                      <a:pt x="-471" y="10790"/>
                      <a:pt x="63" y="6628"/>
                    </a:cubicBezTo>
                    <a:cubicBezTo>
                      <a:pt x="502" y="3202"/>
                      <a:pt x="3186" y="505"/>
                      <a:pt x="6596" y="63"/>
                    </a:cubicBezTo>
                    <a:lnTo>
                      <a:pt x="217329" y="63"/>
                    </a:lnTo>
                    <a:cubicBezTo>
                      <a:pt x="221471" y="-473"/>
                      <a:pt x="225261" y="2466"/>
                      <a:pt x="225795" y="6628"/>
                    </a:cubicBezTo>
                    <a:cubicBezTo>
                      <a:pt x="226328" y="10790"/>
                      <a:pt x="223403" y="14598"/>
                      <a:pt x="219261" y="15134"/>
                    </a:cubicBezTo>
                    <a:cubicBezTo>
                      <a:pt x="218620" y="15217"/>
                      <a:pt x="217970" y="15217"/>
                      <a:pt x="217329" y="15134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7FB94D5B-8602-424A-85EC-D3B3B72D555D}"/>
                  </a:ext>
                </a:extLst>
              </p:cNvPr>
              <p:cNvSpPr/>
              <p:nvPr/>
            </p:nvSpPr>
            <p:spPr>
              <a:xfrm>
                <a:off x="6168509" y="2753017"/>
                <a:ext cx="225857" cy="15196"/>
              </a:xfrm>
              <a:custGeom>
                <a:avLst/>
                <a:gdLst>
                  <a:gd name="connsiteX0" fmla="*/ 217329 w 225857"/>
                  <a:gd name="connsiteY0" fmla="*/ 15134 h 15196"/>
                  <a:gd name="connsiteX1" fmla="*/ 6596 w 225857"/>
                  <a:gd name="connsiteY1" fmla="*/ 15134 h 15196"/>
                  <a:gd name="connsiteX2" fmla="*/ 63 w 225857"/>
                  <a:gd name="connsiteY2" fmla="*/ 6628 h 15196"/>
                  <a:gd name="connsiteX3" fmla="*/ 6596 w 225857"/>
                  <a:gd name="connsiteY3" fmla="*/ 63 h 15196"/>
                  <a:gd name="connsiteX4" fmla="*/ 217329 w 225857"/>
                  <a:gd name="connsiteY4" fmla="*/ 63 h 15196"/>
                  <a:gd name="connsiteX5" fmla="*/ 225795 w 225857"/>
                  <a:gd name="connsiteY5" fmla="*/ 6628 h 15196"/>
                  <a:gd name="connsiteX6" fmla="*/ 219261 w 225857"/>
                  <a:gd name="connsiteY6" fmla="*/ 15134 h 15196"/>
                  <a:gd name="connsiteX7" fmla="*/ 217329 w 225857"/>
                  <a:gd name="connsiteY7" fmla="*/ 15134 h 1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5857" h="15196">
                    <a:moveTo>
                      <a:pt x="217329" y="15134"/>
                    </a:moveTo>
                    <a:lnTo>
                      <a:pt x="6596" y="15134"/>
                    </a:lnTo>
                    <a:cubicBezTo>
                      <a:pt x="2454" y="14598"/>
                      <a:pt x="-471" y="10790"/>
                      <a:pt x="63" y="6628"/>
                    </a:cubicBezTo>
                    <a:cubicBezTo>
                      <a:pt x="502" y="3202"/>
                      <a:pt x="3186" y="505"/>
                      <a:pt x="6596" y="63"/>
                    </a:cubicBezTo>
                    <a:lnTo>
                      <a:pt x="217329" y="63"/>
                    </a:lnTo>
                    <a:cubicBezTo>
                      <a:pt x="221471" y="-473"/>
                      <a:pt x="225261" y="2466"/>
                      <a:pt x="225795" y="6628"/>
                    </a:cubicBezTo>
                    <a:cubicBezTo>
                      <a:pt x="226328" y="10790"/>
                      <a:pt x="223403" y="14598"/>
                      <a:pt x="219261" y="15134"/>
                    </a:cubicBezTo>
                    <a:cubicBezTo>
                      <a:pt x="218620" y="15217"/>
                      <a:pt x="217970" y="15217"/>
                      <a:pt x="217329" y="15134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C85587D6-1611-9647-94F3-7B89B78DC2E2}"/>
                  </a:ext>
                </a:extLst>
              </p:cNvPr>
              <p:cNvSpPr/>
              <p:nvPr/>
            </p:nvSpPr>
            <p:spPr>
              <a:xfrm>
                <a:off x="6168509" y="2793870"/>
                <a:ext cx="225857" cy="15196"/>
              </a:xfrm>
              <a:custGeom>
                <a:avLst/>
                <a:gdLst>
                  <a:gd name="connsiteX0" fmla="*/ 217329 w 225857"/>
                  <a:gd name="connsiteY0" fmla="*/ 15134 h 15196"/>
                  <a:gd name="connsiteX1" fmla="*/ 6596 w 225857"/>
                  <a:gd name="connsiteY1" fmla="*/ 15134 h 15196"/>
                  <a:gd name="connsiteX2" fmla="*/ 63 w 225857"/>
                  <a:gd name="connsiteY2" fmla="*/ 6628 h 15196"/>
                  <a:gd name="connsiteX3" fmla="*/ 6596 w 225857"/>
                  <a:gd name="connsiteY3" fmla="*/ 63 h 15196"/>
                  <a:gd name="connsiteX4" fmla="*/ 217329 w 225857"/>
                  <a:gd name="connsiteY4" fmla="*/ 63 h 15196"/>
                  <a:gd name="connsiteX5" fmla="*/ 225795 w 225857"/>
                  <a:gd name="connsiteY5" fmla="*/ 6628 h 15196"/>
                  <a:gd name="connsiteX6" fmla="*/ 219261 w 225857"/>
                  <a:gd name="connsiteY6" fmla="*/ 15134 h 15196"/>
                  <a:gd name="connsiteX7" fmla="*/ 217329 w 225857"/>
                  <a:gd name="connsiteY7" fmla="*/ 15134 h 1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5857" h="15196">
                    <a:moveTo>
                      <a:pt x="217329" y="15134"/>
                    </a:moveTo>
                    <a:lnTo>
                      <a:pt x="6596" y="15134"/>
                    </a:lnTo>
                    <a:cubicBezTo>
                      <a:pt x="2454" y="14598"/>
                      <a:pt x="-471" y="10790"/>
                      <a:pt x="63" y="6628"/>
                    </a:cubicBezTo>
                    <a:cubicBezTo>
                      <a:pt x="502" y="3202"/>
                      <a:pt x="3186" y="505"/>
                      <a:pt x="6596" y="63"/>
                    </a:cubicBezTo>
                    <a:lnTo>
                      <a:pt x="217329" y="63"/>
                    </a:lnTo>
                    <a:cubicBezTo>
                      <a:pt x="221471" y="-473"/>
                      <a:pt x="225261" y="2466"/>
                      <a:pt x="225795" y="6628"/>
                    </a:cubicBezTo>
                    <a:cubicBezTo>
                      <a:pt x="226328" y="10790"/>
                      <a:pt x="223403" y="14598"/>
                      <a:pt x="219261" y="15134"/>
                    </a:cubicBezTo>
                    <a:cubicBezTo>
                      <a:pt x="218620" y="15217"/>
                      <a:pt x="217970" y="15217"/>
                      <a:pt x="217329" y="15134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352492-31F4-EB45-84F9-9906529012EB}"/>
                  </a:ext>
                </a:extLst>
              </p:cNvPr>
              <p:cNvSpPr/>
              <p:nvPr/>
            </p:nvSpPr>
            <p:spPr>
              <a:xfrm>
                <a:off x="6198037" y="2388386"/>
                <a:ext cx="304075" cy="399942"/>
              </a:xfrm>
              <a:custGeom>
                <a:avLst/>
                <a:gdLst>
                  <a:gd name="connsiteX0" fmla="*/ 274697 w 304075"/>
                  <a:gd name="connsiteY0" fmla="*/ 399942 h 399942"/>
                  <a:gd name="connsiteX1" fmla="*/ 262301 w 304075"/>
                  <a:gd name="connsiteY1" fmla="*/ 399942 h 399942"/>
                  <a:gd name="connsiteX2" fmla="*/ 254740 w 304075"/>
                  <a:gd name="connsiteY2" fmla="*/ 392344 h 399942"/>
                  <a:gd name="connsiteX3" fmla="*/ 254740 w 304075"/>
                  <a:gd name="connsiteY3" fmla="*/ 63523 h 399942"/>
                  <a:gd name="connsiteX4" fmla="*/ 240361 w 304075"/>
                  <a:gd name="connsiteY4" fmla="*/ 49074 h 399942"/>
                  <a:gd name="connsiteX5" fmla="*/ 240236 w 304075"/>
                  <a:gd name="connsiteY5" fmla="*/ 49074 h 399942"/>
                  <a:gd name="connsiteX6" fmla="*/ 7439 w 304075"/>
                  <a:gd name="connsiteY6" fmla="*/ 49074 h 399942"/>
                  <a:gd name="connsiteX7" fmla="*/ 0 w 304075"/>
                  <a:gd name="connsiteY7" fmla="*/ 41602 h 399942"/>
                  <a:gd name="connsiteX8" fmla="*/ 1 w 304075"/>
                  <a:gd name="connsiteY8" fmla="*/ 41477 h 399942"/>
                  <a:gd name="connsiteX9" fmla="*/ 1 w 304075"/>
                  <a:gd name="connsiteY9" fmla="*/ 29021 h 399942"/>
                  <a:gd name="connsiteX10" fmla="*/ 29504 w 304075"/>
                  <a:gd name="connsiteY10" fmla="*/ 0 h 399942"/>
                  <a:gd name="connsiteX11" fmla="*/ 274697 w 304075"/>
                  <a:gd name="connsiteY11" fmla="*/ 0 h 399942"/>
                  <a:gd name="connsiteX12" fmla="*/ 304076 w 304075"/>
                  <a:gd name="connsiteY12" fmla="*/ 29520 h 399942"/>
                  <a:gd name="connsiteX13" fmla="*/ 304076 w 304075"/>
                  <a:gd name="connsiteY13" fmla="*/ 370423 h 399942"/>
                  <a:gd name="connsiteX14" fmla="*/ 274697 w 304075"/>
                  <a:gd name="connsiteY14" fmla="*/ 399942 h 399942"/>
                  <a:gd name="connsiteX15" fmla="*/ 269243 w 304075"/>
                  <a:gd name="connsiteY15" fmla="*/ 384871 h 399942"/>
                  <a:gd name="connsiteX16" fmla="*/ 274697 w 304075"/>
                  <a:gd name="connsiteY16" fmla="*/ 384871 h 399942"/>
                  <a:gd name="connsiteX17" fmla="*/ 289077 w 304075"/>
                  <a:gd name="connsiteY17" fmla="*/ 370423 h 399942"/>
                  <a:gd name="connsiteX18" fmla="*/ 289077 w 304075"/>
                  <a:gd name="connsiteY18" fmla="*/ 29520 h 399942"/>
                  <a:gd name="connsiteX19" fmla="*/ 274697 w 304075"/>
                  <a:gd name="connsiteY19" fmla="*/ 15071 h 399942"/>
                  <a:gd name="connsiteX20" fmla="*/ 29504 w 304075"/>
                  <a:gd name="connsiteY20" fmla="*/ 15071 h 399942"/>
                  <a:gd name="connsiteX21" fmla="*/ 15001 w 304075"/>
                  <a:gd name="connsiteY21" fmla="*/ 29394 h 399942"/>
                  <a:gd name="connsiteX22" fmla="*/ 15000 w 304075"/>
                  <a:gd name="connsiteY22" fmla="*/ 29520 h 399942"/>
                  <a:gd name="connsiteX23" fmla="*/ 15000 w 304075"/>
                  <a:gd name="connsiteY23" fmla="*/ 34003 h 399942"/>
                  <a:gd name="connsiteX24" fmla="*/ 240236 w 304075"/>
                  <a:gd name="connsiteY24" fmla="*/ 34003 h 399942"/>
                  <a:gd name="connsiteX25" fmla="*/ 269243 w 304075"/>
                  <a:gd name="connsiteY25" fmla="*/ 63523 h 399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04075" h="399942">
                    <a:moveTo>
                      <a:pt x="274697" y="399942"/>
                    </a:moveTo>
                    <a:lnTo>
                      <a:pt x="262301" y="399942"/>
                    </a:lnTo>
                    <a:cubicBezTo>
                      <a:pt x="258125" y="399942"/>
                      <a:pt x="254740" y="396541"/>
                      <a:pt x="254740" y="392344"/>
                    </a:cubicBezTo>
                    <a:lnTo>
                      <a:pt x="254740" y="63523"/>
                    </a:lnTo>
                    <a:cubicBezTo>
                      <a:pt x="254740" y="55543"/>
                      <a:pt x="248302" y="49074"/>
                      <a:pt x="240361" y="49074"/>
                    </a:cubicBezTo>
                    <a:cubicBezTo>
                      <a:pt x="240319" y="49074"/>
                      <a:pt x="240278" y="49074"/>
                      <a:pt x="240236" y="49074"/>
                    </a:cubicBezTo>
                    <a:lnTo>
                      <a:pt x="7439" y="49074"/>
                    </a:lnTo>
                    <a:cubicBezTo>
                      <a:pt x="3331" y="49075"/>
                      <a:pt x="1" y="45730"/>
                      <a:pt x="0" y="41602"/>
                    </a:cubicBezTo>
                    <a:cubicBezTo>
                      <a:pt x="0" y="41560"/>
                      <a:pt x="0" y="41519"/>
                      <a:pt x="1" y="41477"/>
                    </a:cubicBezTo>
                    <a:lnTo>
                      <a:pt x="1" y="29021"/>
                    </a:lnTo>
                    <a:cubicBezTo>
                      <a:pt x="272" y="12865"/>
                      <a:pt x="13422" y="-70"/>
                      <a:pt x="29504" y="0"/>
                    </a:cubicBezTo>
                    <a:lnTo>
                      <a:pt x="274697" y="0"/>
                    </a:lnTo>
                    <a:cubicBezTo>
                      <a:pt x="290923" y="0"/>
                      <a:pt x="304076" y="13216"/>
                      <a:pt x="304076" y="29520"/>
                    </a:cubicBezTo>
                    <a:lnTo>
                      <a:pt x="304076" y="370423"/>
                    </a:lnTo>
                    <a:cubicBezTo>
                      <a:pt x="304008" y="386698"/>
                      <a:pt x="290894" y="399874"/>
                      <a:pt x="274697" y="399942"/>
                    </a:cubicBezTo>
                    <a:close/>
                    <a:moveTo>
                      <a:pt x="269243" y="384871"/>
                    </a:moveTo>
                    <a:lnTo>
                      <a:pt x="274697" y="384871"/>
                    </a:lnTo>
                    <a:cubicBezTo>
                      <a:pt x="282639" y="384871"/>
                      <a:pt x="289077" y="378402"/>
                      <a:pt x="289077" y="370423"/>
                    </a:cubicBezTo>
                    <a:lnTo>
                      <a:pt x="289077" y="29520"/>
                    </a:lnTo>
                    <a:cubicBezTo>
                      <a:pt x="289077" y="21540"/>
                      <a:pt x="282639" y="15071"/>
                      <a:pt x="274697" y="15071"/>
                    </a:cubicBezTo>
                    <a:lnTo>
                      <a:pt x="29504" y="15071"/>
                    </a:lnTo>
                    <a:cubicBezTo>
                      <a:pt x="21562" y="15002"/>
                      <a:pt x="15069" y="21415"/>
                      <a:pt x="15001" y="29394"/>
                    </a:cubicBezTo>
                    <a:cubicBezTo>
                      <a:pt x="15000" y="29436"/>
                      <a:pt x="15000" y="29478"/>
                      <a:pt x="15000" y="29520"/>
                    </a:cubicBezTo>
                    <a:lnTo>
                      <a:pt x="15000" y="34003"/>
                    </a:lnTo>
                    <a:lnTo>
                      <a:pt x="240236" y="34003"/>
                    </a:lnTo>
                    <a:cubicBezTo>
                      <a:pt x="256316" y="34208"/>
                      <a:pt x="269244" y="47364"/>
                      <a:pt x="269243" y="63523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946A19CC-D553-234D-81DA-0E6712521FE0}"/>
                  </a:ext>
                </a:extLst>
              </p:cNvPr>
              <p:cNvSpPr/>
              <p:nvPr/>
            </p:nvSpPr>
            <p:spPr>
              <a:xfrm>
                <a:off x="6163205" y="2422390"/>
                <a:ext cx="304074" cy="399941"/>
              </a:xfrm>
              <a:custGeom>
                <a:avLst/>
                <a:gdLst>
                  <a:gd name="connsiteX0" fmla="*/ 275068 w 304074"/>
                  <a:gd name="connsiteY0" fmla="*/ 399942 h 399941"/>
                  <a:gd name="connsiteX1" fmla="*/ 262672 w 304074"/>
                  <a:gd name="connsiteY1" fmla="*/ 399942 h 399941"/>
                  <a:gd name="connsiteX2" fmla="*/ 255110 w 304074"/>
                  <a:gd name="connsiteY2" fmla="*/ 392344 h 399941"/>
                  <a:gd name="connsiteX3" fmla="*/ 255110 w 304074"/>
                  <a:gd name="connsiteY3" fmla="*/ 63522 h 399941"/>
                  <a:gd name="connsiteX4" fmla="*/ 240855 w 304074"/>
                  <a:gd name="connsiteY4" fmla="*/ 48950 h 399941"/>
                  <a:gd name="connsiteX5" fmla="*/ 240731 w 304074"/>
                  <a:gd name="connsiteY5" fmla="*/ 48950 h 399941"/>
                  <a:gd name="connsiteX6" fmla="*/ 7438 w 304074"/>
                  <a:gd name="connsiteY6" fmla="*/ 48950 h 399941"/>
                  <a:gd name="connsiteX7" fmla="*/ 0 w 304074"/>
                  <a:gd name="connsiteY7" fmla="*/ 41476 h 399941"/>
                  <a:gd name="connsiteX8" fmla="*/ 0 w 304074"/>
                  <a:gd name="connsiteY8" fmla="*/ 29021 h 399941"/>
                  <a:gd name="connsiteX9" fmla="*/ 29379 w 304074"/>
                  <a:gd name="connsiteY9" fmla="*/ 0 h 399941"/>
                  <a:gd name="connsiteX10" fmla="*/ 275068 w 304074"/>
                  <a:gd name="connsiteY10" fmla="*/ 0 h 399941"/>
                  <a:gd name="connsiteX11" fmla="*/ 304075 w 304074"/>
                  <a:gd name="connsiteY11" fmla="*/ 29519 h 399941"/>
                  <a:gd name="connsiteX12" fmla="*/ 304075 w 304074"/>
                  <a:gd name="connsiteY12" fmla="*/ 370298 h 399941"/>
                  <a:gd name="connsiteX13" fmla="*/ 275068 w 304074"/>
                  <a:gd name="connsiteY13" fmla="*/ 399942 h 399941"/>
                  <a:gd name="connsiteX14" fmla="*/ 269738 w 304074"/>
                  <a:gd name="connsiteY14" fmla="*/ 384746 h 399941"/>
                  <a:gd name="connsiteX15" fmla="*/ 275068 w 304074"/>
                  <a:gd name="connsiteY15" fmla="*/ 384746 h 399941"/>
                  <a:gd name="connsiteX16" fmla="*/ 289447 w 304074"/>
                  <a:gd name="connsiteY16" fmla="*/ 370298 h 399941"/>
                  <a:gd name="connsiteX17" fmla="*/ 289447 w 304074"/>
                  <a:gd name="connsiteY17" fmla="*/ 29519 h 399941"/>
                  <a:gd name="connsiteX18" fmla="*/ 275068 w 304074"/>
                  <a:gd name="connsiteY18" fmla="*/ 15071 h 399941"/>
                  <a:gd name="connsiteX19" fmla="*/ 29379 w 304074"/>
                  <a:gd name="connsiteY19" fmla="*/ 15071 h 399941"/>
                  <a:gd name="connsiteX20" fmla="*/ 14753 w 304074"/>
                  <a:gd name="connsiteY20" fmla="*/ 29268 h 399941"/>
                  <a:gd name="connsiteX21" fmla="*/ 14751 w 304074"/>
                  <a:gd name="connsiteY21" fmla="*/ 29519 h 399941"/>
                  <a:gd name="connsiteX22" fmla="*/ 14751 w 304074"/>
                  <a:gd name="connsiteY22" fmla="*/ 33879 h 399941"/>
                  <a:gd name="connsiteX23" fmla="*/ 239863 w 304074"/>
                  <a:gd name="connsiteY23" fmla="*/ 33879 h 399941"/>
                  <a:gd name="connsiteX24" fmla="*/ 269366 w 304074"/>
                  <a:gd name="connsiteY24" fmla="*/ 63522 h 399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04074" h="399941">
                    <a:moveTo>
                      <a:pt x="275068" y="399942"/>
                    </a:moveTo>
                    <a:lnTo>
                      <a:pt x="262672" y="399942"/>
                    </a:lnTo>
                    <a:cubicBezTo>
                      <a:pt x="258524" y="399875"/>
                      <a:pt x="255177" y="396512"/>
                      <a:pt x="255110" y="392344"/>
                    </a:cubicBezTo>
                    <a:lnTo>
                      <a:pt x="255110" y="63522"/>
                    </a:lnTo>
                    <a:cubicBezTo>
                      <a:pt x="255179" y="55543"/>
                      <a:pt x="248797" y="49019"/>
                      <a:pt x="240855" y="48950"/>
                    </a:cubicBezTo>
                    <a:cubicBezTo>
                      <a:pt x="240814" y="48950"/>
                      <a:pt x="240772" y="48950"/>
                      <a:pt x="240731" y="48950"/>
                    </a:cubicBezTo>
                    <a:lnTo>
                      <a:pt x="7438" y="48950"/>
                    </a:lnTo>
                    <a:cubicBezTo>
                      <a:pt x="3330" y="48950"/>
                      <a:pt x="0" y="45604"/>
                      <a:pt x="0" y="41476"/>
                    </a:cubicBezTo>
                    <a:lnTo>
                      <a:pt x="0" y="29021"/>
                    </a:lnTo>
                    <a:cubicBezTo>
                      <a:pt x="271" y="12913"/>
                      <a:pt x="13345" y="-2"/>
                      <a:pt x="29379" y="0"/>
                    </a:cubicBezTo>
                    <a:lnTo>
                      <a:pt x="275068" y="0"/>
                    </a:lnTo>
                    <a:cubicBezTo>
                      <a:pt x="291148" y="205"/>
                      <a:pt x="304076" y="13361"/>
                      <a:pt x="304075" y="29519"/>
                    </a:cubicBezTo>
                    <a:lnTo>
                      <a:pt x="304075" y="370298"/>
                    </a:lnTo>
                    <a:cubicBezTo>
                      <a:pt x="304077" y="386477"/>
                      <a:pt x="291168" y="399670"/>
                      <a:pt x="275068" y="399942"/>
                    </a:cubicBezTo>
                    <a:close/>
                    <a:moveTo>
                      <a:pt x="269738" y="384746"/>
                    </a:moveTo>
                    <a:lnTo>
                      <a:pt x="275068" y="384746"/>
                    </a:lnTo>
                    <a:cubicBezTo>
                      <a:pt x="283010" y="384746"/>
                      <a:pt x="289447" y="378278"/>
                      <a:pt x="289447" y="370298"/>
                    </a:cubicBezTo>
                    <a:lnTo>
                      <a:pt x="289447" y="29519"/>
                    </a:lnTo>
                    <a:cubicBezTo>
                      <a:pt x="289447" y="21540"/>
                      <a:pt x="283010" y="15071"/>
                      <a:pt x="275068" y="15071"/>
                    </a:cubicBezTo>
                    <a:lnTo>
                      <a:pt x="29379" y="15071"/>
                    </a:lnTo>
                    <a:cubicBezTo>
                      <a:pt x="21438" y="14933"/>
                      <a:pt x="14890" y="21290"/>
                      <a:pt x="14753" y="29268"/>
                    </a:cubicBezTo>
                    <a:cubicBezTo>
                      <a:pt x="14752" y="29352"/>
                      <a:pt x="14751" y="29435"/>
                      <a:pt x="14751" y="29519"/>
                    </a:cubicBezTo>
                    <a:lnTo>
                      <a:pt x="14751" y="33879"/>
                    </a:lnTo>
                    <a:lnTo>
                      <a:pt x="239863" y="33879"/>
                    </a:lnTo>
                    <a:cubicBezTo>
                      <a:pt x="256129" y="33947"/>
                      <a:pt x="269298" y="47179"/>
                      <a:pt x="269366" y="63522"/>
                    </a:cubicBezTo>
                    <a:close/>
                  </a:path>
                </a:pathLst>
              </a:custGeom>
              <a:grpFill/>
              <a:ln w="123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0CD3047D-5DA9-0A4E-800B-96A43A8BEA8C}"/>
                </a:ext>
              </a:extLst>
            </p:cNvPr>
            <p:cNvGrpSpPr/>
            <p:nvPr/>
          </p:nvGrpSpPr>
          <p:grpSpPr>
            <a:xfrm>
              <a:off x="5477282" y="3291251"/>
              <a:ext cx="1217155" cy="1152054"/>
              <a:chOff x="5398240" y="3697146"/>
              <a:chExt cx="1338870" cy="1267260"/>
            </a:xfrm>
          </p:grpSpPr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13F20FB8-64EE-8049-9FB7-7B3B1919CD2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792329" y="3697146"/>
                <a:ext cx="550692" cy="487687"/>
              </a:xfrm>
              <a:custGeom>
                <a:avLst/>
                <a:gdLst>
                  <a:gd name="T0" fmla="*/ 232 w 256"/>
                  <a:gd name="T1" fmla="*/ 84 h 227"/>
                  <a:gd name="T2" fmla="*/ 172 w 256"/>
                  <a:gd name="T3" fmla="*/ 44 h 227"/>
                  <a:gd name="T4" fmla="*/ 120 w 256"/>
                  <a:gd name="T5" fmla="*/ 48 h 227"/>
                  <a:gd name="T6" fmla="*/ 64 w 256"/>
                  <a:gd name="T7" fmla="*/ 107 h 227"/>
                  <a:gd name="T8" fmla="*/ 0 w 256"/>
                  <a:gd name="T9" fmla="*/ 131 h 227"/>
                  <a:gd name="T10" fmla="*/ 32 w 256"/>
                  <a:gd name="T11" fmla="*/ 227 h 227"/>
                  <a:gd name="T12" fmla="*/ 87 w 256"/>
                  <a:gd name="T13" fmla="*/ 212 h 227"/>
                  <a:gd name="T14" fmla="*/ 103 w 256"/>
                  <a:gd name="T15" fmla="*/ 219 h 227"/>
                  <a:gd name="T16" fmla="*/ 232 w 256"/>
                  <a:gd name="T17" fmla="*/ 197 h 227"/>
                  <a:gd name="T18" fmla="*/ 240 w 256"/>
                  <a:gd name="T19" fmla="*/ 169 h 227"/>
                  <a:gd name="T20" fmla="*/ 248 w 256"/>
                  <a:gd name="T21" fmla="*/ 140 h 227"/>
                  <a:gd name="T22" fmla="*/ 256 w 256"/>
                  <a:gd name="T23" fmla="*/ 108 h 227"/>
                  <a:gd name="T24" fmla="*/ 32 w 256"/>
                  <a:gd name="T25" fmla="*/ 211 h 227"/>
                  <a:gd name="T26" fmla="*/ 16 w 256"/>
                  <a:gd name="T27" fmla="*/ 131 h 227"/>
                  <a:gd name="T28" fmla="*/ 64 w 256"/>
                  <a:gd name="T29" fmla="*/ 123 h 227"/>
                  <a:gd name="T30" fmla="*/ 72 w 256"/>
                  <a:gd name="T31" fmla="*/ 198 h 227"/>
                  <a:gd name="T32" fmla="*/ 72 w 256"/>
                  <a:gd name="T33" fmla="*/ 203 h 227"/>
                  <a:gd name="T34" fmla="*/ 210 w 256"/>
                  <a:gd name="T35" fmla="*/ 203 h 227"/>
                  <a:gd name="T36" fmla="*/ 88 w 256"/>
                  <a:gd name="T37" fmla="*/ 194 h 227"/>
                  <a:gd name="T38" fmla="*/ 86 w 256"/>
                  <a:gd name="T39" fmla="*/ 121 h 227"/>
                  <a:gd name="T40" fmla="*/ 140 w 256"/>
                  <a:gd name="T41" fmla="*/ 16 h 227"/>
                  <a:gd name="T42" fmla="*/ 152 w 256"/>
                  <a:gd name="T43" fmla="*/ 90 h 227"/>
                  <a:gd name="T44" fmla="*/ 160 w 256"/>
                  <a:gd name="T45" fmla="*/ 100 h 227"/>
                  <a:gd name="T46" fmla="*/ 240 w 256"/>
                  <a:gd name="T47" fmla="*/ 108 h 227"/>
                  <a:gd name="T48" fmla="*/ 223 w 256"/>
                  <a:gd name="T49" fmla="*/ 116 h 227"/>
                  <a:gd name="T50" fmla="*/ 223 w 256"/>
                  <a:gd name="T51" fmla="*/ 132 h 227"/>
                  <a:gd name="T52" fmla="*/ 224 w 256"/>
                  <a:gd name="T53" fmla="*/ 132 h 227"/>
                  <a:gd name="T54" fmla="*/ 224 w 256"/>
                  <a:gd name="T55" fmla="*/ 148 h 227"/>
                  <a:gd name="T56" fmla="*/ 218 w 256"/>
                  <a:gd name="T57" fmla="*/ 147 h 227"/>
                  <a:gd name="T58" fmla="*/ 215 w 256"/>
                  <a:gd name="T59" fmla="*/ 148 h 227"/>
                  <a:gd name="T60" fmla="*/ 215 w 256"/>
                  <a:gd name="T61" fmla="*/ 164 h 227"/>
                  <a:gd name="T62" fmla="*/ 224 w 256"/>
                  <a:gd name="T63" fmla="*/ 169 h 227"/>
                  <a:gd name="T64" fmla="*/ 210 w 256"/>
                  <a:gd name="T65" fmla="*/ 175 h 227"/>
                  <a:gd name="T66" fmla="*/ 210 w 256"/>
                  <a:gd name="T67" fmla="*/ 175 h 227"/>
                  <a:gd name="T68" fmla="*/ 210 w 256"/>
                  <a:gd name="T69" fmla="*/ 191 h 227"/>
                  <a:gd name="T70" fmla="*/ 210 w 256"/>
                  <a:gd name="T71" fmla="*/ 20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227">
                    <a:moveTo>
                      <a:pt x="256" y="108"/>
                    </a:moveTo>
                    <a:cubicBezTo>
                      <a:pt x="256" y="94"/>
                      <a:pt x="245" y="84"/>
                      <a:pt x="232" y="84"/>
                    </a:cubicBezTo>
                    <a:cubicBezTo>
                      <a:pt x="169" y="84"/>
                      <a:pt x="169" y="84"/>
                      <a:pt x="169" y="84"/>
                    </a:cubicBezTo>
                    <a:cubicBezTo>
                      <a:pt x="171" y="74"/>
                      <a:pt x="172" y="59"/>
                      <a:pt x="172" y="44"/>
                    </a:cubicBezTo>
                    <a:cubicBezTo>
                      <a:pt x="172" y="13"/>
                      <a:pt x="156" y="0"/>
                      <a:pt x="140" y="0"/>
                    </a:cubicBezTo>
                    <a:cubicBezTo>
                      <a:pt x="120" y="0"/>
                      <a:pt x="120" y="21"/>
                      <a:pt x="120" y="48"/>
                    </a:cubicBezTo>
                    <a:cubicBezTo>
                      <a:pt x="120" y="67"/>
                      <a:pt x="90" y="97"/>
                      <a:pt x="75" y="110"/>
                    </a:cubicBezTo>
                    <a:cubicBezTo>
                      <a:pt x="71" y="108"/>
                      <a:pt x="68" y="107"/>
                      <a:pt x="6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11" y="107"/>
                      <a:pt x="0" y="118"/>
                      <a:pt x="0" y="131"/>
                    </a:cubicBezTo>
                    <a:cubicBezTo>
                      <a:pt x="8" y="203"/>
                      <a:pt x="8" y="203"/>
                      <a:pt x="8" y="203"/>
                    </a:cubicBezTo>
                    <a:cubicBezTo>
                      <a:pt x="10" y="216"/>
                      <a:pt x="19" y="227"/>
                      <a:pt x="32" y="227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4" y="227"/>
                      <a:pt x="83" y="221"/>
                      <a:pt x="87" y="212"/>
                    </a:cubicBezTo>
                    <a:cubicBezTo>
                      <a:pt x="100" y="219"/>
                      <a:pt x="100" y="219"/>
                      <a:pt x="100" y="219"/>
                    </a:cubicBezTo>
                    <a:cubicBezTo>
                      <a:pt x="101" y="219"/>
                      <a:pt x="102" y="219"/>
                      <a:pt x="103" y="219"/>
                    </a:cubicBezTo>
                    <a:cubicBezTo>
                      <a:pt x="210" y="219"/>
                      <a:pt x="210" y="219"/>
                      <a:pt x="210" y="219"/>
                    </a:cubicBezTo>
                    <a:cubicBezTo>
                      <a:pt x="222" y="219"/>
                      <a:pt x="232" y="210"/>
                      <a:pt x="232" y="197"/>
                    </a:cubicBezTo>
                    <a:cubicBezTo>
                      <a:pt x="232" y="194"/>
                      <a:pt x="231" y="191"/>
                      <a:pt x="230" y="188"/>
                    </a:cubicBezTo>
                    <a:cubicBezTo>
                      <a:pt x="236" y="184"/>
                      <a:pt x="240" y="177"/>
                      <a:pt x="240" y="169"/>
                    </a:cubicBezTo>
                    <a:cubicBezTo>
                      <a:pt x="240" y="166"/>
                      <a:pt x="239" y="162"/>
                      <a:pt x="238" y="159"/>
                    </a:cubicBezTo>
                    <a:cubicBezTo>
                      <a:pt x="244" y="155"/>
                      <a:pt x="248" y="148"/>
                      <a:pt x="248" y="140"/>
                    </a:cubicBezTo>
                    <a:cubicBezTo>
                      <a:pt x="248" y="135"/>
                      <a:pt x="247" y="131"/>
                      <a:pt x="245" y="128"/>
                    </a:cubicBezTo>
                    <a:cubicBezTo>
                      <a:pt x="252" y="123"/>
                      <a:pt x="256" y="116"/>
                      <a:pt x="256" y="108"/>
                    </a:cubicBezTo>
                    <a:close/>
                    <a:moveTo>
                      <a:pt x="64" y="211"/>
                    </a:moveTo>
                    <a:cubicBezTo>
                      <a:pt x="32" y="211"/>
                      <a:pt x="32" y="211"/>
                      <a:pt x="32" y="211"/>
                    </a:cubicBezTo>
                    <a:cubicBezTo>
                      <a:pt x="28" y="211"/>
                      <a:pt x="25" y="206"/>
                      <a:pt x="24" y="202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27"/>
                      <a:pt x="20" y="123"/>
                      <a:pt x="24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9" y="123"/>
                      <a:pt x="72" y="127"/>
                      <a:pt x="72" y="131"/>
                    </a:cubicBezTo>
                    <a:cubicBezTo>
                      <a:pt x="72" y="198"/>
                      <a:pt x="72" y="198"/>
                      <a:pt x="72" y="198"/>
                    </a:cubicBezTo>
                    <a:cubicBezTo>
                      <a:pt x="72" y="199"/>
                      <a:pt x="72" y="200"/>
                      <a:pt x="72" y="201"/>
                    </a:cubicBezTo>
                    <a:cubicBezTo>
                      <a:pt x="72" y="203"/>
                      <a:pt x="72" y="203"/>
                      <a:pt x="72" y="203"/>
                    </a:cubicBezTo>
                    <a:cubicBezTo>
                      <a:pt x="72" y="208"/>
                      <a:pt x="69" y="211"/>
                      <a:pt x="64" y="211"/>
                    </a:cubicBezTo>
                    <a:close/>
                    <a:moveTo>
                      <a:pt x="210" y="203"/>
                    </a:moveTo>
                    <a:cubicBezTo>
                      <a:pt x="105" y="203"/>
                      <a:pt x="105" y="203"/>
                      <a:pt x="105" y="203"/>
                    </a:cubicBezTo>
                    <a:cubicBezTo>
                      <a:pt x="88" y="194"/>
                      <a:pt x="88" y="194"/>
                      <a:pt x="88" y="194"/>
                    </a:cubicBezTo>
                    <a:cubicBezTo>
                      <a:pt x="88" y="131"/>
                      <a:pt x="88" y="131"/>
                      <a:pt x="88" y="131"/>
                    </a:cubicBezTo>
                    <a:cubicBezTo>
                      <a:pt x="88" y="128"/>
                      <a:pt x="87" y="124"/>
                      <a:pt x="86" y="121"/>
                    </a:cubicBezTo>
                    <a:cubicBezTo>
                      <a:pt x="100" y="109"/>
                      <a:pt x="136" y="75"/>
                      <a:pt x="136" y="48"/>
                    </a:cubicBezTo>
                    <a:cubicBezTo>
                      <a:pt x="136" y="31"/>
                      <a:pt x="136" y="16"/>
                      <a:pt x="140" y="16"/>
                    </a:cubicBezTo>
                    <a:cubicBezTo>
                      <a:pt x="148" y="16"/>
                      <a:pt x="156" y="25"/>
                      <a:pt x="156" y="44"/>
                    </a:cubicBezTo>
                    <a:cubicBezTo>
                      <a:pt x="156" y="67"/>
                      <a:pt x="152" y="90"/>
                      <a:pt x="152" y="90"/>
                    </a:cubicBezTo>
                    <a:cubicBezTo>
                      <a:pt x="152" y="93"/>
                      <a:pt x="153" y="95"/>
                      <a:pt x="154" y="97"/>
                    </a:cubicBezTo>
                    <a:cubicBezTo>
                      <a:pt x="156" y="98"/>
                      <a:pt x="158" y="100"/>
                      <a:pt x="160" y="100"/>
                    </a:cubicBezTo>
                    <a:cubicBezTo>
                      <a:pt x="232" y="100"/>
                      <a:pt x="232" y="100"/>
                      <a:pt x="232" y="100"/>
                    </a:cubicBezTo>
                    <a:cubicBezTo>
                      <a:pt x="237" y="100"/>
                      <a:pt x="240" y="103"/>
                      <a:pt x="240" y="108"/>
                    </a:cubicBezTo>
                    <a:cubicBezTo>
                      <a:pt x="240" y="112"/>
                      <a:pt x="237" y="116"/>
                      <a:pt x="232" y="116"/>
                    </a:cubicBezTo>
                    <a:cubicBezTo>
                      <a:pt x="223" y="116"/>
                      <a:pt x="223" y="116"/>
                      <a:pt x="223" y="116"/>
                    </a:cubicBezTo>
                    <a:cubicBezTo>
                      <a:pt x="219" y="116"/>
                      <a:pt x="215" y="119"/>
                      <a:pt x="215" y="124"/>
                    </a:cubicBezTo>
                    <a:cubicBezTo>
                      <a:pt x="215" y="128"/>
                      <a:pt x="219" y="132"/>
                      <a:pt x="223" y="132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29" y="132"/>
                      <a:pt x="232" y="135"/>
                      <a:pt x="232" y="140"/>
                    </a:cubicBezTo>
                    <a:cubicBezTo>
                      <a:pt x="232" y="144"/>
                      <a:pt x="229" y="148"/>
                      <a:pt x="224" y="148"/>
                    </a:cubicBezTo>
                    <a:cubicBezTo>
                      <a:pt x="219" y="148"/>
                      <a:pt x="219" y="148"/>
                      <a:pt x="219" y="148"/>
                    </a:cubicBezTo>
                    <a:cubicBezTo>
                      <a:pt x="219" y="148"/>
                      <a:pt x="218" y="147"/>
                      <a:pt x="218" y="147"/>
                    </a:cubicBezTo>
                    <a:cubicBezTo>
                      <a:pt x="218" y="147"/>
                      <a:pt x="218" y="148"/>
                      <a:pt x="218" y="148"/>
                    </a:cubicBezTo>
                    <a:cubicBezTo>
                      <a:pt x="215" y="148"/>
                      <a:pt x="215" y="148"/>
                      <a:pt x="215" y="148"/>
                    </a:cubicBezTo>
                    <a:cubicBezTo>
                      <a:pt x="211" y="148"/>
                      <a:pt x="207" y="151"/>
                      <a:pt x="207" y="156"/>
                    </a:cubicBezTo>
                    <a:cubicBezTo>
                      <a:pt x="207" y="160"/>
                      <a:pt x="211" y="164"/>
                      <a:pt x="215" y="164"/>
                    </a:cubicBezTo>
                    <a:cubicBezTo>
                      <a:pt x="218" y="164"/>
                      <a:pt x="218" y="164"/>
                      <a:pt x="218" y="164"/>
                    </a:cubicBezTo>
                    <a:cubicBezTo>
                      <a:pt x="222" y="164"/>
                      <a:pt x="224" y="166"/>
                      <a:pt x="224" y="169"/>
                    </a:cubicBezTo>
                    <a:cubicBezTo>
                      <a:pt x="224" y="173"/>
                      <a:pt x="221" y="175"/>
                      <a:pt x="218" y="175"/>
                    </a:cubicBezTo>
                    <a:cubicBezTo>
                      <a:pt x="210" y="175"/>
                      <a:pt x="210" y="175"/>
                      <a:pt x="210" y="175"/>
                    </a:cubicBezTo>
                    <a:cubicBezTo>
                      <a:pt x="210" y="175"/>
                      <a:pt x="210" y="175"/>
                      <a:pt x="210" y="175"/>
                    </a:cubicBezTo>
                    <a:cubicBezTo>
                      <a:pt x="210" y="175"/>
                      <a:pt x="210" y="175"/>
                      <a:pt x="210" y="175"/>
                    </a:cubicBezTo>
                    <a:cubicBezTo>
                      <a:pt x="206" y="175"/>
                      <a:pt x="202" y="179"/>
                      <a:pt x="202" y="183"/>
                    </a:cubicBezTo>
                    <a:cubicBezTo>
                      <a:pt x="202" y="188"/>
                      <a:pt x="206" y="191"/>
                      <a:pt x="210" y="191"/>
                    </a:cubicBezTo>
                    <a:cubicBezTo>
                      <a:pt x="213" y="191"/>
                      <a:pt x="216" y="194"/>
                      <a:pt x="216" y="197"/>
                    </a:cubicBezTo>
                    <a:cubicBezTo>
                      <a:pt x="216" y="201"/>
                      <a:pt x="213" y="203"/>
                      <a:pt x="210" y="203"/>
                    </a:cubicBezTo>
                    <a:close/>
                  </a:path>
                </a:pathLst>
              </a:custGeom>
              <a:solidFill>
                <a:schemeClr val="tx1">
                  <a:alpha val="70000"/>
                </a:scheme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84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137" name="Title 1">
                <a:extLst>
                  <a:ext uri="{FF2B5EF4-FFF2-40B4-BE49-F238E27FC236}">
                    <a16:creationId xmlns:a16="http://schemas.microsoft.com/office/drawing/2014/main" id="{94594221-43CA-CB4C-8CCC-192540B4797E}"/>
                  </a:ext>
                </a:extLst>
              </p:cNvPr>
              <p:cNvSpPr txBox="1">
                <a:spLocks/>
              </p:cNvSpPr>
              <p:nvPr/>
            </p:nvSpPr>
            <p:spPr>
              <a:xfrm flipH="1">
                <a:off x="5398240" y="4318075"/>
                <a:ext cx="1338870" cy="64633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>
                <a:lvl1pPr algn="l" defTabSz="1828434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60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pPr algn="ctr" defTabSz="457152">
                  <a:buClr>
                    <a:srgbClr val="0070C0"/>
                  </a:buClr>
                  <a:defRPr/>
                </a:pPr>
                <a:r>
                  <a:rPr lang="en-IN" sz="2000" b="1" dirty="0">
                    <a:solidFill>
                      <a:schemeClr val="tx1">
                        <a:alpha val="7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INSERT</a:t>
                </a:r>
              </a:p>
              <a:p>
                <a:pPr algn="ctr" defTabSz="457152">
                  <a:buClr>
                    <a:srgbClr val="0070C0"/>
                  </a:buClr>
                  <a:defRPr/>
                </a:pPr>
                <a:r>
                  <a:rPr lang="en-IN" sz="2000" dirty="0">
                    <a:solidFill>
                      <a:schemeClr val="tx1">
                        <a:alpha val="7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TITLE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7656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41C0E364-1D30-654F-B75D-C6C48878D44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E5B2D8F-539A-774A-B502-9D79E21D9A5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AB9FF4A-E488-A84A-AE80-A32A937EA82E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C32DF276-08C5-F641-96E5-EF53FC717F8C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3702AC48-5C86-6749-9A33-631319E4DAF2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BC1A3A4F-419F-684B-8838-80AD21984136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A724C1AB-F3A3-624C-B9E9-CB6E9E283BD7}"/>
              </a:ext>
            </a:extLst>
          </p:cNvPr>
          <p:cNvGrpSpPr/>
          <p:nvPr/>
        </p:nvGrpSpPr>
        <p:grpSpPr>
          <a:xfrm rot="1745949">
            <a:off x="4115899" y="1687186"/>
            <a:ext cx="4064708" cy="4416813"/>
            <a:chOff x="4063646" y="1713312"/>
            <a:chExt cx="4064708" cy="4416813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17939B8-14AE-2840-A2BB-364C3D3C3F86}"/>
                </a:ext>
              </a:extLst>
            </p:cNvPr>
            <p:cNvGrpSpPr/>
            <p:nvPr/>
          </p:nvGrpSpPr>
          <p:grpSpPr>
            <a:xfrm>
              <a:off x="4063646" y="1713312"/>
              <a:ext cx="4064708" cy="4416813"/>
              <a:chOff x="3899725" y="1939734"/>
              <a:chExt cx="4064708" cy="4416813"/>
            </a:xfrm>
          </p:grpSpPr>
          <p:sp>
            <p:nvSpPr>
              <p:cNvPr id="9" name="Freeform 7">
                <a:extLst>
                  <a:ext uri="{FF2B5EF4-FFF2-40B4-BE49-F238E27FC236}">
                    <a16:creationId xmlns:a16="http://schemas.microsoft.com/office/drawing/2014/main" id="{63334C34-8E4E-2448-B316-BEF1C67685B1}"/>
                  </a:ext>
                </a:extLst>
              </p:cNvPr>
              <p:cNvSpPr>
                <a:spLocks/>
              </p:cNvSpPr>
              <p:nvPr/>
            </p:nvSpPr>
            <p:spPr bwMode="auto">
              <a:xfrm rot="14400000">
                <a:off x="5142399" y="2112662"/>
                <a:ext cx="1546983" cy="1201127"/>
              </a:xfrm>
              <a:custGeom>
                <a:avLst/>
                <a:gdLst>
                  <a:gd name="T0" fmla="*/ 460 w 768"/>
                  <a:gd name="T1" fmla="*/ 5 h 596"/>
                  <a:gd name="T2" fmla="*/ 218 w 768"/>
                  <a:gd name="T3" fmla="*/ 144 h 596"/>
                  <a:gd name="T4" fmla="*/ 218 w 768"/>
                  <a:gd name="T5" fmla="*/ 144 h 596"/>
                  <a:gd name="T6" fmla="*/ 0 w 768"/>
                  <a:gd name="T7" fmla="*/ 279 h 596"/>
                  <a:gd name="T8" fmla="*/ 127 w 768"/>
                  <a:gd name="T9" fmla="*/ 410 h 596"/>
                  <a:gd name="T10" fmla="*/ 373 w 768"/>
                  <a:gd name="T11" fmla="*/ 580 h 596"/>
                  <a:gd name="T12" fmla="*/ 476 w 768"/>
                  <a:gd name="T13" fmla="*/ 595 h 596"/>
                  <a:gd name="T14" fmla="*/ 763 w 768"/>
                  <a:gd name="T15" fmla="*/ 292 h 596"/>
                  <a:gd name="T16" fmla="*/ 460 w 768"/>
                  <a:gd name="T17" fmla="*/ 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8" h="596">
                    <a:moveTo>
                      <a:pt x="460" y="5"/>
                    </a:moveTo>
                    <a:cubicBezTo>
                      <a:pt x="357" y="8"/>
                      <a:pt x="268" y="63"/>
                      <a:pt x="218" y="144"/>
                    </a:cubicBez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8" y="144"/>
                      <a:pt x="104" y="306"/>
                      <a:pt x="0" y="279"/>
                    </a:cubicBezTo>
                    <a:cubicBezTo>
                      <a:pt x="127" y="410"/>
                      <a:pt x="127" y="410"/>
                      <a:pt x="127" y="410"/>
                    </a:cubicBezTo>
                    <a:cubicBezTo>
                      <a:pt x="127" y="410"/>
                      <a:pt x="235" y="535"/>
                      <a:pt x="373" y="580"/>
                    </a:cubicBezTo>
                    <a:cubicBezTo>
                      <a:pt x="405" y="591"/>
                      <a:pt x="440" y="596"/>
                      <a:pt x="476" y="595"/>
                    </a:cubicBezTo>
                    <a:cubicBezTo>
                      <a:pt x="639" y="591"/>
                      <a:pt x="768" y="455"/>
                      <a:pt x="763" y="292"/>
                    </a:cubicBezTo>
                    <a:cubicBezTo>
                      <a:pt x="759" y="129"/>
                      <a:pt x="623" y="0"/>
                      <a:pt x="460" y="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" name="Freeform 7">
                <a:extLst>
                  <a:ext uri="{FF2B5EF4-FFF2-40B4-BE49-F238E27FC236}">
                    <a16:creationId xmlns:a16="http://schemas.microsoft.com/office/drawing/2014/main" id="{9444B1B2-8E57-3045-87DD-B2CB435DECE6}"/>
                  </a:ext>
                </a:extLst>
              </p:cNvPr>
              <p:cNvSpPr>
                <a:spLocks/>
              </p:cNvSpPr>
              <p:nvPr/>
            </p:nvSpPr>
            <p:spPr bwMode="auto">
              <a:xfrm rot="4500000">
                <a:off x="5142399" y="4982492"/>
                <a:ext cx="1546983" cy="1201127"/>
              </a:xfrm>
              <a:custGeom>
                <a:avLst/>
                <a:gdLst>
                  <a:gd name="T0" fmla="*/ 460 w 768"/>
                  <a:gd name="T1" fmla="*/ 5 h 596"/>
                  <a:gd name="T2" fmla="*/ 218 w 768"/>
                  <a:gd name="T3" fmla="*/ 144 h 596"/>
                  <a:gd name="T4" fmla="*/ 218 w 768"/>
                  <a:gd name="T5" fmla="*/ 144 h 596"/>
                  <a:gd name="T6" fmla="*/ 0 w 768"/>
                  <a:gd name="T7" fmla="*/ 279 h 596"/>
                  <a:gd name="T8" fmla="*/ 127 w 768"/>
                  <a:gd name="T9" fmla="*/ 410 h 596"/>
                  <a:gd name="T10" fmla="*/ 373 w 768"/>
                  <a:gd name="T11" fmla="*/ 580 h 596"/>
                  <a:gd name="T12" fmla="*/ 476 w 768"/>
                  <a:gd name="T13" fmla="*/ 595 h 596"/>
                  <a:gd name="T14" fmla="*/ 763 w 768"/>
                  <a:gd name="T15" fmla="*/ 292 h 596"/>
                  <a:gd name="T16" fmla="*/ 460 w 768"/>
                  <a:gd name="T17" fmla="*/ 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8" h="596">
                    <a:moveTo>
                      <a:pt x="460" y="5"/>
                    </a:moveTo>
                    <a:cubicBezTo>
                      <a:pt x="357" y="8"/>
                      <a:pt x="268" y="63"/>
                      <a:pt x="218" y="144"/>
                    </a:cubicBez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8" y="144"/>
                      <a:pt x="104" y="306"/>
                      <a:pt x="0" y="279"/>
                    </a:cubicBezTo>
                    <a:cubicBezTo>
                      <a:pt x="127" y="410"/>
                      <a:pt x="127" y="410"/>
                      <a:pt x="127" y="410"/>
                    </a:cubicBezTo>
                    <a:cubicBezTo>
                      <a:pt x="127" y="410"/>
                      <a:pt x="235" y="535"/>
                      <a:pt x="373" y="580"/>
                    </a:cubicBezTo>
                    <a:cubicBezTo>
                      <a:pt x="405" y="591"/>
                      <a:pt x="440" y="596"/>
                      <a:pt x="476" y="595"/>
                    </a:cubicBezTo>
                    <a:cubicBezTo>
                      <a:pt x="639" y="591"/>
                      <a:pt x="768" y="455"/>
                      <a:pt x="763" y="292"/>
                    </a:cubicBezTo>
                    <a:cubicBezTo>
                      <a:pt x="759" y="129"/>
                      <a:pt x="623" y="0"/>
                      <a:pt x="460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7">
                <a:extLst>
                  <a:ext uri="{FF2B5EF4-FFF2-40B4-BE49-F238E27FC236}">
                    <a16:creationId xmlns:a16="http://schemas.microsoft.com/office/drawing/2014/main" id="{D1C4E705-B484-4A4E-9AC8-53053990FCC7}"/>
                  </a:ext>
                </a:extLst>
              </p:cNvPr>
              <p:cNvSpPr>
                <a:spLocks/>
              </p:cNvSpPr>
              <p:nvPr/>
            </p:nvSpPr>
            <p:spPr bwMode="auto">
              <a:xfrm rot="18000000">
                <a:off x="6385071" y="2863906"/>
                <a:ext cx="1546983" cy="1201127"/>
              </a:xfrm>
              <a:custGeom>
                <a:avLst/>
                <a:gdLst>
                  <a:gd name="T0" fmla="*/ 460 w 768"/>
                  <a:gd name="T1" fmla="*/ 5 h 596"/>
                  <a:gd name="T2" fmla="*/ 218 w 768"/>
                  <a:gd name="T3" fmla="*/ 144 h 596"/>
                  <a:gd name="T4" fmla="*/ 218 w 768"/>
                  <a:gd name="T5" fmla="*/ 144 h 596"/>
                  <a:gd name="T6" fmla="*/ 0 w 768"/>
                  <a:gd name="T7" fmla="*/ 279 h 596"/>
                  <a:gd name="T8" fmla="*/ 127 w 768"/>
                  <a:gd name="T9" fmla="*/ 410 h 596"/>
                  <a:gd name="T10" fmla="*/ 373 w 768"/>
                  <a:gd name="T11" fmla="*/ 580 h 596"/>
                  <a:gd name="T12" fmla="*/ 476 w 768"/>
                  <a:gd name="T13" fmla="*/ 595 h 596"/>
                  <a:gd name="T14" fmla="*/ 763 w 768"/>
                  <a:gd name="T15" fmla="*/ 292 h 596"/>
                  <a:gd name="T16" fmla="*/ 460 w 768"/>
                  <a:gd name="T17" fmla="*/ 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8" h="596">
                    <a:moveTo>
                      <a:pt x="460" y="5"/>
                    </a:moveTo>
                    <a:cubicBezTo>
                      <a:pt x="357" y="8"/>
                      <a:pt x="268" y="63"/>
                      <a:pt x="218" y="144"/>
                    </a:cubicBez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8" y="144"/>
                      <a:pt x="104" y="306"/>
                      <a:pt x="0" y="279"/>
                    </a:cubicBezTo>
                    <a:cubicBezTo>
                      <a:pt x="127" y="410"/>
                      <a:pt x="127" y="410"/>
                      <a:pt x="127" y="410"/>
                    </a:cubicBezTo>
                    <a:cubicBezTo>
                      <a:pt x="127" y="410"/>
                      <a:pt x="235" y="535"/>
                      <a:pt x="373" y="580"/>
                    </a:cubicBezTo>
                    <a:cubicBezTo>
                      <a:pt x="405" y="591"/>
                      <a:pt x="440" y="596"/>
                      <a:pt x="476" y="595"/>
                    </a:cubicBezTo>
                    <a:cubicBezTo>
                      <a:pt x="639" y="591"/>
                      <a:pt x="768" y="455"/>
                      <a:pt x="763" y="292"/>
                    </a:cubicBezTo>
                    <a:cubicBezTo>
                      <a:pt x="759" y="129"/>
                      <a:pt x="623" y="0"/>
                      <a:pt x="460" y="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2">
                      <a:lumMod val="7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7">
                <a:extLst>
                  <a:ext uri="{FF2B5EF4-FFF2-40B4-BE49-F238E27FC236}">
                    <a16:creationId xmlns:a16="http://schemas.microsoft.com/office/drawing/2014/main" id="{44211FC7-3BD1-CF48-8C5A-9E7306127F50}"/>
                  </a:ext>
                </a:extLst>
              </p:cNvPr>
              <p:cNvSpPr>
                <a:spLocks/>
              </p:cNvSpPr>
              <p:nvPr/>
            </p:nvSpPr>
            <p:spPr bwMode="auto">
              <a:xfrm rot="8100000">
                <a:off x="3899725" y="4298821"/>
                <a:ext cx="1546983" cy="1201127"/>
              </a:xfrm>
              <a:custGeom>
                <a:avLst/>
                <a:gdLst>
                  <a:gd name="T0" fmla="*/ 460 w 768"/>
                  <a:gd name="T1" fmla="*/ 5 h 596"/>
                  <a:gd name="T2" fmla="*/ 218 w 768"/>
                  <a:gd name="T3" fmla="*/ 144 h 596"/>
                  <a:gd name="T4" fmla="*/ 218 w 768"/>
                  <a:gd name="T5" fmla="*/ 144 h 596"/>
                  <a:gd name="T6" fmla="*/ 0 w 768"/>
                  <a:gd name="T7" fmla="*/ 279 h 596"/>
                  <a:gd name="T8" fmla="*/ 127 w 768"/>
                  <a:gd name="T9" fmla="*/ 410 h 596"/>
                  <a:gd name="T10" fmla="*/ 373 w 768"/>
                  <a:gd name="T11" fmla="*/ 580 h 596"/>
                  <a:gd name="T12" fmla="*/ 476 w 768"/>
                  <a:gd name="T13" fmla="*/ 595 h 596"/>
                  <a:gd name="T14" fmla="*/ 763 w 768"/>
                  <a:gd name="T15" fmla="*/ 292 h 596"/>
                  <a:gd name="T16" fmla="*/ 460 w 768"/>
                  <a:gd name="T17" fmla="*/ 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8" h="596">
                    <a:moveTo>
                      <a:pt x="460" y="5"/>
                    </a:moveTo>
                    <a:cubicBezTo>
                      <a:pt x="357" y="8"/>
                      <a:pt x="268" y="63"/>
                      <a:pt x="218" y="144"/>
                    </a:cubicBez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8" y="144"/>
                      <a:pt x="104" y="306"/>
                      <a:pt x="0" y="279"/>
                    </a:cubicBezTo>
                    <a:cubicBezTo>
                      <a:pt x="127" y="410"/>
                      <a:pt x="127" y="410"/>
                      <a:pt x="127" y="410"/>
                    </a:cubicBezTo>
                    <a:cubicBezTo>
                      <a:pt x="127" y="410"/>
                      <a:pt x="235" y="535"/>
                      <a:pt x="373" y="580"/>
                    </a:cubicBezTo>
                    <a:cubicBezTo>
                      <a:pt x="405" y="591"/>
                      <a:pt x="440" y="596"/>
                      <a:pt x="476" y="595"/>
                    </a:cubicBezTo>
                    <a:cubicBezTo>
                      <a:pt x="639" y="591"/>
                      <a:pt x="768" y="455"/>
                      <a:pt x="763" y="292"/>
                    </a:cubicBezTo>
                    <a:cubicBezTo>
                      <a:pt x="759" y="129"/>
                      <a:pt x="623" y="0"/>
                      <a:pt x="460" y="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>
                <a:extLst>
                  <a:ext uri="{FF2B5EF4-FFF2-40B4-BE49-F238E27FC236}">
                    <a16:creationId xmlns:a16="http://schemas.microsoft.com/office/drawing/2014/main" id="{D3941A87-D07E-2F4A-82BC-D31F24204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450" y="4298820"/>
                <a:ext cx="1546983" cy="1201127"/>
              </a:xfrm>
              <a:custGeom>
                <a:avLst/>
                <a:gdLst>
                  <a:gd name="T0" fmla="*/ 460 w 768"/>
                  <a:gd name="T1" fmla="*/ 5 h 596"/>
                  <a:gd name="T2" fmla="*/ 218 w 768"/>
                  <a:gd name="T3" fmla="*/ 144 h 596"/>
                  <a:gd name="T4" fmla="*/ 218 w 768"/>
                  <a:gd name="T5" fmla="*/ 144 h 596"/>
                  <a:gd name="T6" fmla="*/ 0 w 768"/>
                  <a:gd name="T7" fmla="*/ 279 h 596"/>
                  <a:gd name="T8" fmla="*/ 127 w 768"/>
                  <a:gd name="T9" fmla="*/ 410 h 596"/>
                  <a:gd name="T10" fmla="*/ 373 w 768"/>
                  <a:gd name="T11" fmla="*/ 580 h 596"/>
                  <a:gd name="T12" fmla="*/ 476 w 768"/>
                  <a:gd name="T13" fmla="*/ 595 h 596"/>
                  <a:gd name="T14" fmla="*/ 763 w 768"/>
                  <a:gd name="T15" fmla="*/ 292 h 596"/>
                  <a:gd name="T16" fmla="*/ 460 w 768"/>
                  <a:gd name="T17" fmla="*/ 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8" h="596">
                    <a:moveTo>
                      <a:pt x="460" y="5"/>
                    </a:moveTo>
                    <a:cubicBezTo>
                      <a:pt x="357" y="8"/>
                      <a:pt x="268" y="63"/>
                      <a:pt x="218" y="144"/>
                    </a:cubicBez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8" y="144"/>
                      <a:pt x="104" y="306"/>
                      <a:pt x="0" y="279"/>
                    </a:cubicBezTo>
                    <a:cubicBezTo>
                      <a:pt x="127" y="410"/>
                      <a:pt x="127" y="410"/>
                      <a:pt x="127" y="410"/>
                    </a:cubicBezTo>
                    <a:cubicBezTo>
                      <a:pt x="127" y="410"/>
                      <a:pt x="235" y="535"/>
                      <a:pt x="373" y="580"/>
                    </a:cubicBezTo>
                    <a:cubicBezTo>
                      <a:pt x="405" y="591"/>
                      <a:pt x="440" y="596"/>
                      <a:pt x="476" y="595"/>
                    </a:cubicBezTo>
                    <a:cubicBezTo>
                      <a:pt x="639" y="591"/>
                      <a:pt x="768" y="455"/>
                      <a:pt x="763" y="292"/>
                    </a:cubicBezTo>
                    <a:cubicBezTo>
                      <a:pt x="759" y="129"/>
                      <a:pt x="623" y="0"/>
                      <a:pt x="460" y="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!ahmed">
                <a:extLst>
                  <a:ext uri="{FF2B5EF4-FFF2-40B4-BE49-F238E27FC236}">
                    <a16:creationId xmlns:a16="http://schemas.microsoft.com/office/drawing/2014/main" id="{0363A1AB-D98C-4A43-8808-7DCC5BBB4555}"/>
                  </a:ext>
                </a:extLst>
              </p:cNvPr>
              <p:cNvSpPr>
                <a:spLocks/>
              </p:cNvSpPr>
              <p:nvPr/>
            </p:nvSpPr>
            <p:spPr bwMode="auto">
              <a:xfrm rot="11700000">
                <a:off x="3932104" y="2863905"/>
                <a:ext cx="1546983" cy="1201127"/>
              </a:xfrm>
              <a:custGeom>
                <a:avLst/>
                <a:gdLst>
                  <a:gd name="T0" fmla="*/ 460 w 768"/>
                  <a:gd name="T1" fmla="*/ 5 h 596"/>
                  <a:gd name="T2" fmla="*/ 218 w 768"/>
                  <a:gd name="T3" fmla="*/ 144 h 596"/>
                  <a:gd name="T4" fmla="*/ 218 w 768"/>
                  <a:gd name="T5" fmla="*/ 144 h 596"/>
                  <a:gd name="T6" fmla="*/ 0 w 768"/>
                  <a:gd name="T7" fmla="*/ 279 h 596"/>
                  <a:gd name="T8" fmla="*/ 127 w 768"/>
                  <a:gd name="T9" fmla="*/ 410 h 596"/>
                  <a:gd name="T10" fmla="*/ 373 w 768"/>
                  <a:gd name="T11" fmla="*/ 580 h 596"/>
                  <a:gd name="T12" fmla="*/ 476 w 768"/>
                  <a:gd name="T13" fmla="*/ 595 h 596"/>
                  <a:gd name="T14" fmla="*/ 763 w 768"/>
                  <a:gd name="T15" fmla="*/ 292 h 596"/>
                  <a:gd name="T16" fmla="*/ 460 w 768"/>
                  <a:gd name="T17" fmla="*/ 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8" h="596">
                    <a:moveTo>
                      <a:pt x="460" y="5"/>
                    </a:moveTo>
                    <a:cubicBezTo>
                      <a:pt x="357" y="8"/>
                      <a:pt x="268" y="63"/>
                      <a:pt x="218" y="144"/>
                    </a:cubicBez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8" y="144"/>
                      <a:pt x="104" y="306"/>
                      <a:pt x="0" y="279"/>
                    </a:cubicBezTo>
                    <a:cubicBezTo>
                      <a:pt x="127" y="410"/>
                      <a:pt x="127" y="410"/>
                      <a:pt x="127" y="410"/>
                    </a:cubicBezTo>
                    <a:cubicBezTo>
                      <a:pt x="127" y="410"/>
                      <a:pt x="235" y="535"/>
                      <a:pt x="373" y="580"/>
                    </a:cubicBezTo>
                    <a:cubicBezTo>
                      <a:pt x="405" y="591"/>
                      <a:pt x="440" y="596"/>
                      <a:pt x="476" y="595"/>
                    </a:cubicBezTo>
                    <a:cubicBezTo>
                      <a:pt x="639" y="591"/>
                      <a:pt x="768" y="455"/>
                      <a:pt x="763" y="292"/>
                    </a:cubicBezTo>
                    <a:cubicBezTo>
                      <a:pt x="759" y="129"/>
                      <a:pt x="623" y="0"/>
                      <a:pt x="460" y="5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61CFD394-FEBE-EA4B-B0D3-8A199E4210F4}"/>
                </a:ext>
              </a:extLst>
            </p:cNvPr>
            <p:cNvSpPr>
              <a:spLocks/>
            </p:cNvSpPr>
            <p:nvPr/>
          </p:nvSpPr>
          <p:spPr bwMode="auto">
            <a:xfrm rot="14400000">
              <a:off x="5432191" y="1959076"/>
              <a:ext cx="1387484" cy="1189571"/>
            </a:xfrm>
            <a:custGeom>
              <a:avLst/>
              <a:gdLst>
                <a:gd name="connsiteX0" fmla="*/ 1330526 w 1387484"/>
                <a:gd name="connsiteY0" fmla="*/ 1042706 h 1189571"/>
                <a:gd name="connsiteX1" fmla="*/ 1288665 w 1387484"/>
                <a:gd name="connsiteY1" fmla="*/ 1079182 h 1189571"/>
                <a:gd name="connsiteX2" fmla="*/ 958807 w 1387484"/>
                <a:gd name="connsiteY2" fmla="*/ 1189320 h 1189571"/>
                <a:gd name="connsiteX3" fmla="*/ 751334 w 1387484"/>
                <a:gd name="connsiteY3" fmla="*/ 1159090 h 1189571"/>
                <a:gd name="connsiteX4" fmla="*/ 255816 w 1387484"/>
                <a:gd name="connsiteY4" fmla="*/ 816486 h 1189571"/>
                <a:gd name="connsiteX5" fmla="*/ 0 w 1387484"/>
                <a:gd name="connsiteY5" fmla="*/ 552480 h 1189571"/>
                <a:gd name="connsiteX6" fmla="*/ 439118 w 1387484"/>
                <a:gd name="connsiteY6" fmla="*/ 280413 h 1189571"/>
                <a:gd name="connsiteX7" fmla="*/ 926579 w 1387484"/>
                <a:gd name="connsiteY7" fmla="*/ 284 h 1189571"/>
                <a:gd name="connsiteX8" fmla="*/ 1351848 w 1387484"/>
                <a:gd name="connsiteY8" fmla="*/ 162517 h 1189571"/>
                <a:gd name="connsiteX9" fmla="*/ 1387484 w 1387484"/>
                <a:gd name="connsiteY9" fmla="*/ 203456 h 1189571"/>
                <a:gd name="connsiteX10" fmla="*/ 1310232 w 1387484"/>
                <a:gd name="connsiteY10" fmla="*/ 143138 h 1189571"/>
                <a:gd name="connsiteX11" fmla="*/ 1005437 w 1387484"/>
                <a:gd name="connsiteY11" fmla="*/ 59534 h 1189571"/>
                <a:gd name="connsiteX12" fmla="*/ 562291 w 1387484"/>
                <a:gd name="connsiteY12" fmla="*/ 314196 h 1189571"/>
                <a:gd name="connsiteX13" fmla="*/ 163093 w 1387484"/>
                <a:gd name="connsiteY13" fmla="*/ 561530 h 1189571"/>
                <a:gd name="connsiteX14" fmla="*/ 395653 w 1387484"/>
                <a:gd name="connsiteY14" fmla="*/ 801536 h 1189571"/>
                <a:gd name="connsiteX15" fmla="*/ 846125 w 1387484"/>
                <a:gd name="connsiteY15" fmla="*/ 1112993 h 1189571"/>
                <a:gd name="connsiteX16" fmla="*/ 1034736 w 1387484"/>
                <a:gd name="connsiteY16" fmla="*/ 1140475 h 1189571"/>
                <a:gd name="connsiteX17" fmla="*/ 1244063 w 1387484"/>
                <a:gd name="connsiteY17" fmla="*/ 1092639 h 118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87484" h="1189571">
                  <a:moveTo>
                    <a:pt x="1330526" y="1042706"/>
                  </a:moveTo>
                  <a:lnTo>
                    <a:pt x="1288665" y="1079182"/>
                  </a:lnTo>
                  <a:cubicBezTo>
                    <a:pt x="1195424" y="1145865"/>
                    <a:pt x="1081931" y="1186297"/>
                    <a:pt x="958807" y="1189320"/>
                  </a:cubicBezTo>
                  <a:cubicBezTo>
                    <a:pt x="886292" y="1191335"/>
                    <a:pt x="815792" y="1181258"/>
                    <a:pt x="751334" y="1159090"/>
                  </a:cubicBezTo>
                  <a:cubicBezTo>
                    <a:pt x="473361" y="1068401"/>
                    <a:pt x="255816" y="816486"/>
                    <a:pt x="255816" y="816486"/>
                  </a:cubicBezTo>
                  <a:cubicBezTo>
                    <a:pt x="255816" y="816486"/>
                    <a:pt x="255816" y="816486"/>
                    <a:pt x="0" y="552480"/>
                  </a:cubicBezTo>
                  <a:cubicBezTo>
                    <a:pt x="209487" y="606894"/>
                    <a:pt x="439118" y="280413"/>
                    <a:pt x="439118" y="280413"/>
                  </a:cubicBezTo>
                  <a:cubicBezTo>
                    <a:pt x="539833" y="117172"/>
                    <a:pt x="719105" y="6331"/>
                    <a:pt x="926579" y="284"/>
                  </a:cubicBezTo>
                  <a:cubicBezTo>
                    <a:pt x="1090744" y="-4754"/>
                    <a:pt x="1241313" y="57721"/>
                    <a:pt x="1351848" y="162517"/>
                  </a:cubicBezTo>
                  <a:lnTo>
                    <a:pt x="1387484" y="203456"/>
                  </a:lnTo>
                  <a:lnTo>
                    <a:pt x="1310232" y="143138"/>
                  </a:lnTo>
                  <a:cubicBezTo>
                    <a:pt x="1222346" y="87187"/>
                    <a:pt x="1117369" y="56098"/>
                    <a:pt x="1005437" y="59534"/>
                  </a:cubicBezTo>
                  <a:cubicBezTo>
                    <a:pt x="816825" y="65030"/>
                    <a:pt x="653850" y="165795"/>
                    <a:pt x="562291" y="314196"/>
                  </a:cubicBezTo>
                  <a:cubicBezTo>
                    <a:pt x="562291" y="314196"/>
                    <a:pt x="353536" y="610997"/>
                    <a:pt x="163093" y="561530"/>
                  </a:cubicBezTo>
                  <a:cubicBezTo>
                    <a:pt x="395653" y="801536"/>
                    <a:pt x="395653" y="801536"/>
                    <a:pt x="395653" y="801536"/>
                  </a:cubicBezTo>
                  <a:cubicBezTo>
                    <a:pt x="395653" y="801536"/>
                    <a:pt x="593421" y="1030549"/>
                    <a:pt x="846125" y="1112993"/>
                  </a:cubicBezTo>
                  <a:cubicBezTo>
                    <a:pt x="904722" y="1133147"/>
                    <a:pt x="968814" y="1142307"/>
                    <a:pt x="1034736" y="1140475"/>
                  </a:cubicBezTo>
                  <a:cubicBezTo>
                    <a:pt x="1109357" y="1138643"/>
                    <a:pt x="1180086" y="1121696"/>
                    <a:pt x="1244063" y="109263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40000"/>
              </a:schemeClr>
            </a:solidFill>
            <a:ln>
              <a:noFill/>
            </a:ln>
            <a:effectLst>
              <a:outerShdw blurRad="127000" dist="50800" dir="13860000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F9EE7052-38D3-2E4A-AFCE-2F279C2022C8}"/>
                </a:ext>
              </a:extLst>
            </p:cNvPr>
            <p:cNvSpPr>
              <a:spLocks/>
            </p:cNvSpPr>
            <p:nvPr/>
          </p:nvSpPr>
          <p:spPr bwMode="auto">
            <a:xfrm rot="4500000">
              <a:off x="5342748" y="4708834"/>
              <a:ext cx="1445700" cy="1189571"/>
            </a:xfrm>
            <a:custGeom>
              <a:avLst/>
              <a:gdLst>
                <a:gd name="connsiteX0" fmla="*/ 0 w 1445700"/>
                <a:gd name="connsiteY0" fmla="*/ 552481 h 1189571"/>
                <a:gd name="connsiteX1" fmla="*/ 439118 w 1445700"/>
                <a:gd name="connsiteY1" fmla="*/ 280413 h 1189571"/>
                <a:gd name="connsiteX2" fmla="*/ 926579 w 1445700"/>
                <a:gd name="connsiteY2" fmla="*/ 284 h 1189571"/>
                <a:gd name="connsiteX3" fmla="*/ 1426829 w 1445700"/>
                <a:gd name="connsiteY3" fmla="*/ 248656 h 1189571"/>
                <a:gd name="connsiteX4" fmla="*/ 1445700 w 1445700"/>
                <a:gd name="connsiteY4" fmla="*/ 281365 h 1189571"/>
                <a:gd name="connsiteX5" fmla="*/ 1389748 w 1445700"/>
                <a:gd name="connsiteY5" fmla="*/ 217087 h 1189571"/>
                <a:gd name="connsiteX6" fmla="*/ 1003139 w 1445700"/>
                <a:gd name="connsiteY6" fmla="*/ 69603 h 1189571"/>
                <a:gd name="connsiteX7" fmla="*/ 559993 w 1445700"/>
                <a:gd name="connsiteY7" fmla="*/ 324266 h 1189571"/>
                <a:gd name="connsiteX8" fmla="*/ 160796 w 1445700"/>
                <a:gd name="connsiteY8" fmla="*/ 571599 h 1189571"/>
                <a:gd name="connsiteX9" fmla="*/ 393356 w 1445700"/>
                <a:gd name="connsiteY9" fmla="*/ 811605 h 1189571"/>
                <a:gd name="connsiteX10" fmla="*/ 843827 w 1445700"/>
                <a:gd name="connsiteY10" fmla="*/ 1123062 h 1189571"/>
                <a:gd name="connsiteX11" fmla="*/ 1032439 w 1445700"/>
                <a:gd name="connsiteY11" fmla="*/ 1150544 h 1189571"/>
                <a:gd name="connsiteX12" fmla="*/ 1241765 w 1445700"/>
                <a:gd name="connsiteY12" fmla="*/ 1102709 h 1189571"/>
                <a:gd name="connsiteX13" fmla="*/ 1300773 w 1445700"/>
                <a:gd name="connsiteY13" fmla="*/ 1068631 h 1189571"/>
                <a:gd name="connsiteX14" fmla="*/ 1288665 w 1445700"/>
                <a:gd name="connsiteY14" fmla="*/ 1079182 h 1189571"/>
                <a:gd name="connsiteX15" fmla="*/ 958807 w 1445700"/>
                <a:gd name="connsiteY15" fmla="*/ 1189319 h 1189571"/>
                <a:gd name="connsiteX16" fmla="*/ 751334 w 1445700"/>
                <a:gd name="connsiteY16" fmla="*/ 1159090 h 1189571"/>
                <a:gd name="connsiteX17" fmla="*/ 255816 w 1445700"/>
                <a:gd name="connsiteY17" fmla="*/ 816487 h 1189571"/>
                <a:gd name="connsiteX18" fmla="*/ 0 w 1445700"/>
                <a:gd name="connsiteY18" fmla="*/ 552481 h 118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45700" h="1189571">
                  <a:moveTo>
                    <a:pt x="0" y="552481"/>
                  </a:moveTo>
                  <a:cubicBezTo>
                    <a:pt x="209487" y="606894"/>
                    <a:pt x="439118" y="280413"/>
                    <a:pt x="439118" y="280413"/>
                  </a:cubicBezTo>
                  <a:cubicBezTo>
                    <a:pt x="539833" y="117173"/>
                    <a:pt x="719105" y="6330"/>
                    <a:pt x="926579" y="284"/>
                  </a:cubicBezTo>
                  <a:cubicBezTo>
                    <a:pt x="1131785" y="-6013"/>
                    <a:pt x="1315748" y="93178"/>
                    <a:pt x="1426829" y="248656"/>
                  </a:cubicBezTo>
                  <a:lnTo>
                    <a:pt x="1445700" y="281365"/>
                  </a:lnTo>
                  <a:lnTo>
                    <a:pt x="1389748" y="217087"/>
                  </a:lnTo>
                  <a:cubicBezTo>
                    <a:pt x="1289262" y="121818"/>
                    <a:pt x="1152380" y="65023"/>
                    <a:pt x="1003139" y="69603"/>
                  </a:cubicBezTo>
                  <a:cubicBezTo>
                    <a:pt x="814528" y="75099"/>
                    <a:pt x="651552" y="175865"/>
                    <a:pt x="559993" y="324266"/>
                  </a:cubicBezTo>
                  <a:cubicBezTo>
                    <a:pt x="559993" y="324266"/>
                    <a:pt x="351239" y="621066"/>
                    <a:pt x="160796" y="571599"/>
                  </a:cubicBezTo>
                  <a:cubicBezTo>
                    <a:pt x="393356" y="811605"/>
                    <a:pt x="393356" y="811605"/>
                    <a:pt x="393356" y="811605"/>
                  </a:cubicBezTo>
                  <a:cubicBezTo>
                    <a:pt x="393356" y="811605"/>
                    <a:pt x="591124" y="1040618"/>
                    <a:pt x="843827" y="1123062"/>
                  </a:cubicBezTo>
                  <a:cubicBezTo>
                    <a:pt x="902424" y="1143215"/>
                    <a:pt x="966516" y="1152377"/>
                    <a:pt x="1032439" y="1150544"/>
                  </a:cubicBezTo>
                  <a:cubicBezTo>
                    <a:pt x="1107059" y="1148712"/>
                    <a:pt x="1177789" y="1131765"/>
                    <a:pt x="1241765" y="1102709"/>
                  </a:cubicBezTo>
                  <a:lnTo>
                    <a:pt x="1300773" y="1068631"/>
                  </a:lnTo>
                  <a:lnTo>
                    <a:pt x="1288665" y="1079182"/>
                  </a:lnTo>
                  <a:cubicBezTo>
                    <a:pt x="1195425" y="1145864"/>
                    <a:pt x="1081932" y="1186296"/>
                    <a:pt x="958807" y="1189319"/>
                  </a:cubicBezTo>
                  <a:cubicBezTo>
                    <a:pt x="886292" y="1191335"/>
                    <a:pt x="815792" y="1181258"/>
                    <a:pt x="751334" y="1159090"/>
                  </a:cubicBezTo>
                  <a:cubicBezTo>
                    <a:pt x="473361" y="1068401"/>
                    <a:pt x="255816" y="816487"/>
                    <a:pt x="255816" y="816487"/>
                  </a:cubicBezTo>
                  <a:cubicBezTo>
                    <a:pt x="255816" y="816487"/>
                    <a:pt x="255816" y="816487"/>
                    <a:pt x="0" y="552481"/>
                  </a:cubicBezTo>
                  <a:close/>
                </a:path>
              </a:pathLst>
            </a:custGeom>
            <a:solidFill>
              <a:schemeClr val="accent4">
                <a:lumMod val="50000"/>
                <a:alpha val="40000"/>
              </a:schemeClr>
            </a:solidFill>
            <a:ln>
              <a:noFill/>
            </a:ln>
            <a:effectLst>
              <a:outerShdw blurRad="127000" dist="38100" dir="5400000" algn="t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210BED75-ADDD-774D-AEEA-2794193C5420}"/>
                </a:ext>
              </a:extLst>
            </p:cNvPr>
            <p:cNvSpPr>
              <a:spLocks/>
            </p:cNvSpPr>
            <p:nvPr/>
          </p:nvSpPr>
          <p:spPr bwMode="auto">
            <a:xfrm rot="18000000">
              <a:off x="6586800" y="2708831"/>
              <a:ext cx="1400193" cy="1189571"/>
            </a:xfrm>
            <a:custGeom>
              <a:avLst/>
              <a:gdLst>
                <a:gd name="connsiteX0" fmla="*/ 1400193 w 1400193"/>
                <a:gd name="connsiteY0" fmla="*/ 218057 h 1189571"/>
                <a:gd name="connsiteX1" fmla="*/ 1326858 w 1400193"/>
                <a:gd name="connsiteY1" fmla="*/ 160796 h 1189571"/>
                <a:gd name="connsiteX2" fmla="*/ 1022062 w 1400193"/>
                <a:gd name="connsiteY2" fmla="*/ 77192 h 1189571"/>
                <a:gd name="connsiteX3" fmla="*/ 578916 w 1400193"/>
                <a:gd name="connsiteY3" fmla="*/ 331854 h 1189571"/>
                <a:gd name="connsiteX4" fmla="*/ 179719 w 1400193"/>
                <a:gd name="connsiteY4" fmla="*/ 579189 h 1189571"/>
                <a:gd name="connsiteX5" fmla="*/ 412279 w 1400193"/>
                <a:gd name="connsiteY5" fmla="*/ 819194 h 1189571"/>
                <a:gd name="connsiteX6" fmla="*/ 862749 w 1400193"/>
                <a:gd name="connsiteY6" fmla="*/ 1130651 h 1189571"/>
                <a:gd name="connsiteX7" fmla="*/ 1051361 w 1400193"/>
                <a:gd name="connsiteY7" fmla="*/ 1158133 h 1189571"/>
                <a:gd name="connsiteX8" fmla="*/ 1160016 w 1400193"/>
                <a:gd name="connsiteY8" fmla="*/ 1144425 h 1189571"/>
                <a:gd name="connsiteX9" fmla="*/ 1197973 w 1400193"/>
                <a:gd name="connsiteY9" fmla="*/ 1131558 h 1189571"/>
                <a:gd name="connsiteX10" fmla="*/ 1189067 w 1400193"/>
                <a:gd name="connsiteY10" fmla="*/ 1136701 h 1189571"/>
                <a:gd name="connsiteX11" fmla="*/ 958807 w 1400193"/>
                <a:gd name="connsiteY11" fmla="*/ 1189319 h 1189571"/>
                <a:gd name="connsiteX12" fmla="*/ 751334 w 1400193"/>
                <a:gd name="connsiteY12" fmla="*/ 1159090 h 1189571"/>
                <a:gd name="connsiteX13" fmla="*/ 255816 w 1400193"/>
                <a:gd name="connsiteY13" fmla="*/ 816487 h 1189571"/>
                <a:gd name="connsiteX14" fmla="*/ 0 w 1400193"/>
                <a:gd name="connsiteY14" fmla="*/ 552481 h 1189571"/>
                <a:gd name="connsiteX15" fmla="*/ 439117 w 1400193"/>
                <a:gd name="connsiteY15" fmla="*/ 280413 h 1189571"/>
                <a:gd name="connsiteX16" fmla="*/ 926578 w 1400193"/>
                <a:gd name="connsiteY16" fmla="*/ 284 h 1189571"/>
                <a:gd name="connsiteX17" fmla="*/ 1351848 w 1400193"/>
                <a:gd name="connsiteY17" fmla="*/ 162518 h 118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0193" h="1189571">
                  <a:moveTo>
                    <a:pt x="1400193" y="218057"/>
                  </a:moveTo>
                  <a:lnTo>
                    <a:pt x="1326858" y="160796"/>
                  </a:lnTo>
                  <a:cubicBezTo>
                    <a:pt x="1238972" y="104845"/>
                    <a:pt x="1133994" y="73757"/>
                    <a:pt x="1022062" y="77192"/>
                  </a:cubicBezTo>
                  <a:cubicBezTo>
                    <a:pt x="833450" y="82688"/>
                    <a:pt x="670475" y="183454"/>
                    <a:pt x="578916" y="331854"/>
                  </a:cubicBezTo>
                  <a:cubicBezTo>
                    <a:pt x="578916" y="331854"/>
                    <a:pt x="370162" y="628655"/>
                    <a:pt x="179719" y="579189"/>
                  </a:cubicBezTo>
                  <a:cubicBezTo>
                    <a:pt x="412279" y="819194"/>
                    <a:pt x="412279" y="819194"/>
                    <a:pt x="412279" y="819194"/>
                  </a:cubicBezTo>
                  <a:cubicBezTo>
                    <a:pt x="412279" y="819194"/>
                    <a:pt x="610046" y="1048207"/>
                    <a:pt x="862749" y="1130651"/>
                  </a:cubicBezTo>
                  <a:cubicBezTo>
                    <a:pt x="921347" y="1150805"/>
                    <a:pt x="985438" y="1159965"/>
                    <a:pt x="1051361" y="1158133"/>
                  </a:cubicBezTo>
                  <a:cubicBezTo>
                    <a:pt x="1088672" y="1157217"/>
                    <a:pt x="1125009" y="1152523"/>
                    <a:pt x="1160016" y="1144425"/>
                  </a:cubicBezTo>
                  <a:lnTo>
                    <a:pt x="1197973" y="1131558"/>
                  </a:lnTo>
                  <a:lnTo>
                    <a:pt x="1189067" y="1136701"/>
                  </a:lnTo>
                  <a:cubicBezTo>
                    <a:pt x="1118692" y="1168662"/>
                    <a:pt x="1040890" y="1187304"/>
                    <a:pt x="958807" y="1189319"/>
                  </a:cubicBezTo>
                  <a:cubicBezTo>
                    <a:pt x="886292" y="1191335"/>
                    <a:pt x="815792" y="1181258"/>
                    <a:pt x="751334" y="1159090"/>
                  </a:cubicBezTo>
                  <a:cubicBezTo>
                    <a:pt x="473361" y="1068401"/>
                    <a:pt x="255816" y="816487"/>
                    <a:pt x="255816" y="816487"/>
                  </a:cubicBezTo>
                  <a:cubicBezTo>
                    <a:pt x="255816" y="816487"/>
                    <a:pt x="255816" y="816487"/>
                    <a:pt x="0" y="552481"/>
                  </a:cubicBezTo>
                  <a:cubicBezTo>
                    <a:pt x="209487" y="606894"/>
                    <a:pt x="439117" y="280413"/>
                    <a:pt x="439117" y="280413"/>
                  </a:cubicBezTo>
                  <a:cubicBezTo>
                    <a:pt x="539833" y="117173"/>
                    <a:pt x="719106" y="6331"/>
                    <a:pt x="926578" y="284"/>
                  </a:cubicBezTo>
                  <a:cubicBezTo>
                    <a:pt x="1090744" y="-4753"/>
                    <a:pt x="1241313" y="57721"/>
                    <a:pt x="1351848" y="162518"/>
                  </a:cubicBezTo>
                  <a:close/>
                </a:path>
              </a:pathLst>
            </a:custGeom>
            <a:solidFill>
              <a:schemeClr val="accent2">
                <a:lumMod val="50000"/>
                <a:alpha val="40000"/>
              </a:schemeClr>
            </a:solidFill>
            <a:ln>
              <a:noFill/>
            </a:ln>
            <a:effectLst>
              <a:outerShdw blurRad="127000" dist="38100" dir="189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BF2B7FF3-8822-3249-8313-CFD5EEDC0424}"/>
                </a:ext>
              </a:extLst>
            </p:cNvPr>
            <p:cNvSpPr>
              <a:spLocks/>
            </p:cNvSpPr>
            <p:nvPr/>
          </p:nvSpPr>
          <p:spPr bwMode="auto">
            <a:xfrm rot="8100000">
              <a:off x="4211954" y="4013878"/>
              <a:ext cx="1373148" cy="1189570"/>
            </a:xfrm>
            <a:custGeom>
              <a:avLst/>
              <a:gdLst>
                <a:gd name="connsiteX0" fmla="*/ 294151 w 1373148"/>
                <a:gd name="connsiteY0" fmla="*/ 857264 h 1189570"/>
                <a:gd name="connsiteX1" fmla="*/ 255816 w 1373148"/>
                <a:gd name="connsiteY1" fmla="*/ 816485 h 1189570"/>
                <a:gd name="connsiteX2" fmla="*/ 0 w 1373148"/>
                <a:gd name="connsiteY2" fmla="*/ 552480 h 1189570"/>
                <a:gd name="connsiteX3" fmla="*/ 439118 w 1373148"/>
                <a:gd name="connsiteY3" fmla="*/ 280412 h 1189570"/>
                <a:gd name="connsiteX4" fmla="*/ 926578 w 1373148"/>
                <a:gd name="connsiteY4" fmla="*/ 284 h 1189570"/>
                <a:gd name="connsiteX5" fmla="*/ 1351848 w 1373148"/>
                <a:gd name="connsiteY5" fmla="*/ 162517 h 1189570"/>
                <a:gd name="connsiteX6" fmla="*/ 1373148 w 1373148"/>
                <a:gd name="connsiteY6" fmla="*/ 186987 h 1189570"/>
                <a:gd name="connsiteX7" fmla="*/ 1317386 w 1373148"/>
                <a:gd name="connsiteY7" fmla="*/ 143447 h 1189570"/>
                <a:gd name="connsiteX8" fmla="*/ 1012590 w 1373148"/>
                <a:gd name="connsiteY8" fmla="*/ 59843 h 1189570"/>
                <a:gd name="connsiteX9" fmla="*/ 569444 w 1373148"/>
                <a:gd name="connsiteY9" fmla="*/ 314505 h 1189570"/>
                <a:gd name="connsiteX10" fmla="*/ 170247 w 1373148"/>
                <a:gd name="connsiteY10" fmla="*/ 561840 h 1189570"/>
                <a:gd name="connsiteX11" fmla="*/ 402807 w 1373148"/>
                <a:gd name="connsiteY11" fmla="*/ 801845 h 1189570"/>
                <a:gd name="connsiteX12" fmla="*/ 853278 w 1373148"/>
                <a:gd name="connsiteY12" fmla="*/ 1113303 h 1189570"/>
                <a:gd name="connsiteX13" fmla="*/ 1041889 w 1373148"/>
                <a:gd name="connsiteY13" fmla="*/ 1140784 h 1189570"/>
                <a:gd name="connsiteX14" fmla="*/ 1251216 w 1373148"/>
                <a:gd name="connsiteY14" fmla="*/ 1092949 h 1189570"/>
                <a:gd name="connsiteX15" fmla="*/ 1315410 w 1373148"/>
                <a:gd name="connsiteY15" fmla="*/ 1055876 h 1189570"/>
                <a:gd name="connsiteX16" fmla="*/ 1288665 w 1373148"/>
                <a:gd name="connsiteY16" fmla="*/ 1079181 h 1189570"/>
                <a:gd name="connsiteX17" fmla="*/ 958807 w 1373148"/>
                <a:gd name="connsiteY17" fmla="*/ 1189319 h 1189570"/>
                <a:gd name="connsiteX18" fmla="*/ 751334 w 1373148"/>
                <a:gd name="connsiteY18" fmla="*/ 1159089 h 1189570"/>
                <a:gd name="connsiteX19" fmla="*/ 294151 w 1373148"/>
                <a:gd name="connsiteY19" fmla="*/ 857264 h 1189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73148" h="1189570">
                  <a:moveTo>
                    <a:pt x="294151" y="857264"/>
                  </a:moveTo>
                  <a:cubicBezTo>
                    <a:pt x="269412" y="832230"/>
                    <a:pt x="255816" y="816485"/>
                    <a:pt x="255816" y="816485"/>
                  </a:cubicBezTo>
                  <a:cubicBezTo>
                    <a:pt x="255816" y="816485"/>
                    <a:pt x="255816" y="816485"/>
                    <a:pt x="0" y="552480"/>
                  </a:cubicBezTo>
                  <a:cubicBezTo>
                    <a:pt x="209488" y="606893"/>
                    <a:pt x="439118" y="280412"/>
                    <a:pt x="439118" y="280412"/>
                  </a:cubicBezTo>
                  <a:cubicBezTo>
                    <a:pt x="539833" y="117172"/>
                    <a:pt x="719106" y="6330"/>
                    <a:pt x="926578" y="284"/>
                  </a:cubicBezTo>
                  <a:cubicBezTo>
                    <a:pt x="1090744" y="-4755"/>
                    <a:pt x="1241313" y="57721"/>
                    <a:pt x="1351848" y="162517"/>
                  </a:cubicBezTo>
                  <a:lnTo>
                    <a:pt x="1373148" y="186987"/>
                  </a:lnTo>
                  <a:lnTo>
                    <a:pt x="1317386" y="143447"/>
                  </a:lnTo>
                  <a:cubicBezTo>
                    <a:pt x="1229499" y="87496"/>
                    <a:pt x="1124521" y="56407"/>
                    <a:pt x="1012590" y="59843"/>
                  </a:cubicBezTo>
                  <a:cubicBezTo>
                    <a:pt x="823979" y="65339"/>
                    <a:pt x="661003" y="166104"/>
                    <a:pt x="569444" y="314505"/>
                  </a:cubicBezTo>
                  <a:cubicBezTo>
                    <a:pt x="569444" y="314505"/>
                    <a:pt x="360689" y="611306"/>
                    <a:pt x="170247" y="561840"/>
                  </a:cubicBezTo>
                  <a:cubicBezTo>
                    <a:pt x="402807" y="801845"/>
                    <a:pt x="402807" y="801845"/>
                    <a:pt x="402807" y="801845"/>
                  </a:cubicBezTo>
                  <a:cubicBezTo>
                    <a:pt x="402807" y="801845"/>
                    <a:pt x="600574" y="1030857"/>
                    <a:pt x="853278" y="1113303"/>
                  </a:cubicBezTo>
                  <a:cubicBezTo>
                    <a:pt x="911875" y="1133456"/>
                    <a:pt x="975967" y="1142616"/>
                    <a:pt x="1041889" y="1140784"/>
                  </a:cubicBezTo>
                  <a:cubicBezTo>
                    <a:pt x="1116510" y="1138952"/>
                    <a:pt x="1187239" y="1122005"/>
                    <a:pt x="1251216" y="1092949"/>
                  </a:cubicBezTo>
                  <a:lnTo>
                    <a:pt x="1315410" y="1055876"/>
                  </a:lnTo>
                  <a:lnTo>
                    <a:pt x="1288665" y="1079181"/>
                  </a:lnTo>
                  <a:cubicBezTo>
                    <a:pt x="1195425" y="1145863"/>
                    <a:pt x="1081931" y="1186295"/>
                    <a:pt x="958807" y="1189319"/>
                  </a:cubicBezTo>
                  <a:cubicBezTo>
                    <a:pt x="886292" y="1191334"/>
                    <a:pt x="815792" y="1181258"/>
                    <a:pt x="751334" y="1159089"/>
                  </a:cubicBezTo>
                  <a:cubicBezTo>
                    <a:pt x="542854" y="1091072"/>
                    <a:pt x="368365" y="932366"/>
                    <a:pt x="294151" y="857264"/>
                  </a:cubicBezTo>
                  <a:close/>
                </a:path>
              </a:pathLst>
            </a:custGeom>
            <a:solidFill>
              <a:schemeClr val="accent5">
                <a:lumMod val="50000"/>
                <a:alpha val="40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DA4C23F0-9C07-A340-918E-521AB8CED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9005" y="4082191"/>
              <a:ext cx="1429157" cy="1189570"/>
            </a:xfrm>
            <a:custGeom>
              <a:avLst/>
              <a:gdLst>
                <a:gd name="connsiteX0" fmla="*/ 926578 w 1429157"/>
                <a:gd name="connsiteY0" fmla="*/ 284 h 1189570"/>
                <a:gd name="connsiteX1" fmla="*/ 1426829 w 1429157"/>
                <a:gd name="connsiteY1" fmla="*/ 248655 h 1189570"/>
                <a:gd name="connsiteX2" fmla="*/ 1429157 w 1429157"/>
                <a:gd name="connsiteY2" fmla="*/ 252691 h 1189570"/>
                <a:gd name="connsiteX3" fmla="*/ 1399024 w 1429157"/>
                <a:gd name="connsiteY3" fmla="*/ 218074 h 1189570"/>
                <a:gd name="connsiteX4" fmla="*/ 1012416 w 1429157"/>
                <a:gd name="connsiteY4" fmla="*/ 70590 h 1189570"/>
                <a:gd name="connsiteX5" fmla="*/ 569270 w 1429157"/>
                <a:gd name="connsiteY5" fmla="*/ 325252 h 1189570"/>
                <a:gd name="connsiteX6" fmla="*/ 170072 w 1429157"/>
                <a:gd name="connsiteY6" fmla="*/ 572586 h 1189570"/>
                <a:gd name="connsiteX7" fmla="*/ 402632 w 1429157"/>
                <a:gd name="connsiteY7" fmla="*/ 812592 h 1189570"/>
                <a:gd name="connsiteX8" fmla="*/ 853103 w 1429157"/>
                <a:gd name="connsiteY8" fmla="*/ 1124050 h 1189570"/>
                <a:gd name="connsiteX9" fmla="*/ 1041715 w 1429157"/>
                <a:gd name="connsiteY9" fmla="*/ 1151531 h 1189570"/>
                <a:gd name="connsiteX10" fmla="*/ 1150370 w 1429157"/>
                <a:gd name="connsiteY10" fmla="*/ 1137823 h 1189570"/>
                <a:gd name="connsiteX11" fmla="*/ 1239357 w 1429157"/>
                <a:gd name="connsiteY11" fmla="*/ 1107657 h 1189570"/>
                <a:gd name="connsiteX12" fmla="*/ 1189067 w 1429157"/>
                <a:gd name="connsiteY12" fmla="*/ 1136700 h 1189570"/>
                <a:gd name="connsiteX13" fmla="*/ 958807 w 1429157"/>
                <a:gd name="connsiteY13" fmla="*/ 1189319 h 1189570"/>
                <a:gd name="connsiteX14" fmla="*/ 751334 w 1429157"/>
                <a:gd name="connsiteY14" fmla="*/ 1159089 h 1189570"/>
                <a:gd name="connsiteX15" fmla="*/ 255816 w 1429157"/>
                <a:gd name="connsiteY15" fmla="*/ 816486 h 1189570"/>
                <a:gd name="connsiteX16" fmla="*/ 0 w 1429157"/>
                <a:gd name="connsiteY16" fmla="*/ 552480 h 1189570"/>
                <a:gd name="connsiteX17" fmla="*/ 439118 w 1429157"/>
                <a:gd name="connsiteY17" fmla="*/ 280412 h 1189570"/>
                <a:gd name="connsiteX18" fmla="*/ 926578 w 1429157"/>
                <a:gd name="connsiteY18" fmla="*/ 284 h 1189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29157" h="1189570">
                  <a:moveTo>
                    <a:pt x="926578" y="284"/>
                  </a:moveTo>
                  <a:cubicBezTo>
                    <a:pt x="1131785" y="-6014"/>
                    <a:pt x="1315747" y="93177"/>
                    <a:pt x="1426829" y="248655"/>
                  </a:cubicBezTo>
                  <a:lnTo>
                    <a:pt x="1429157" y="252691"/>
                  </a:lnTo>
                  <a:lnTo>
                    <a:pt x="1399024" y="218074"/>
                  </a:lnTo>
                  <a:cubicBezTo>
                    <a:pt x="1298538" y="122805"/>
                    <a:pt x="1161658" y="66009"/>
                    <a:pt x="1012416" y="70590"/>
                  </a:cubicBezTo>
                  <a:cubicBezTo>
                    <a:pt x="823804" y="76086"/>
                    <a:pt x="660829" y="176852"/>
                    <a:pt x="569270" y="325252"/>
                  </a:cubicBezTo>
                  <a:cubicBezTo>
                    <a:pt x="569270" y="325252"/>
                    <a:pt x="360515" y="622053"/>
                    <a:pt x="170072" y="572586"/>
                  </a:cubicBezTo>
                  <a:cubicBezTo>
                    <a:pt x="402632" y="812592"/>
                    <a:pt x="402632" y="812592"/>
                    <a:pt x="402632" y="812592"/>
                  </a:cubicBezTo>
                  <a:cubicBezTo>
                    <a:pt x="402632" y="812592"/>
                    <a:pt x="600400" y="1041605"/>
                    <a:pt x="853103" y="1124050"/>
                  </a:cubicBezTo>
                  <a:cubicBezTo>
                    <a:pt x="911701" y="1144203"/>
                    <a:pt x="975792" y="1153363"/>
                    <a:pt x="1041715" y="1151531"/>
                  </a:cubicBezTo>
                  <a:cubicBezTo>
                    <a:pt x="1079025" y="1150615"/>
                    <a:pt x="1115363" y="1145920"/>
                    <a:pt x="1150370" y="1137823"/>
                  </a:cubicBezTo>
                  <a:lnTo>
                    <a:pt x="1239357" y="1107657"/>
                  </a:lnTo>
                  <a:lnTo>
                    <a:pt x="1189067" y="1136700"/>
                  </a:lnTo>
                  <a:cubicBezTo>
                    <a:pt x="1118692" y="1168662"/>
                    <a:pt x="1040890" y="1187304"/>
                    <a:pt x="958807" y="1189319"/>
                  </a:cubicBezTo>
                  <a:cubicBezTo>
                    <a:pt x="886292" y="1191334"/>
                    <a:pt x="815792" y="1181258"/>
                    <a:pt x="751334" y="1159089"/>
                  </a:cubicBezTo>
                  <a:cubicBezTo>
                    <a:pt x="473361" y="1068400"/>
                    <a:pt x="255816" y="816486"/>
                    <a:pt x="255816" y="816486"/>
                  </a:cubicBezTo>
                  <a:cubicBezTo>
                    <a:pt x="255816" y="816486"/>
                    <a:pt x="255816" y="816486"/>
                    <a:pt x="0" y="552480"/>
                  </a:cubicBezTo>
                  <a:cubicBezTo>
                    <a:pt x="209487" y="606893"/>
                    <a:pt x="439118" y="280412"/>
                    <a:pt x="439118" y="280412"/>
                  </a:cubicBezTo>
                  <a:cubicBezTo>
                    <a:pt x="539833" y="117172"/>
                    <a:pt x="719105" y="6330"/>
                    <a:pt x="926578" y="284"/>
                  </a:cubicBezTo>
                  <a:close/>
                </a:path>
              </a:pathLst>
            </a:custGeom>
            <a:solidFill>
              <a:schemeClr val="accent3">
                <a:lumMod val="50000"/>
                <a:alpha val="40000"/>
              </a:schemeClr>
            </a:solidFill>
            <a:ln>
              <a:noFill/>
            </a:ln>
            <a:effectLst>
              <a:outerShdw blurRad="127000" dist="38100" algn="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2E23337A-D94D-DB49-ADE1-8215F8BB3134}"/>
                </a:ext>
              </a:extLst>
            </p:cNvPr>
            <p:cNvSpPr>
              <a:spLocks/>
            </p:cNvSpPr>
            <p:nvPr/>
          </p:nvSpPr>
          <p:spPr bwMode="auto">
            <a:xfrm rot="11700000">
              <a:off x="4268655" y="2661609"/>
              <a:ext cx="1375237" cy="1189570"/>
            </a:xfrm>
            <a:custGeom>
              <a:avLst/>
              <a:gdLst>
                <a:gd name="connsiteX0" fmla="*/ 1078328 w 1375237"/>
                <a:gd name="connsiteY0" fmla="*/ 1174239 h 1189570"/>
                <a:gd name="connsiteX1" fmla="*/ 958807 w 1375237"/>
                <a:gd name="connsiteY1" fmla="*/ 1189319 h 1189570"/>
                <a:gd name="connsiteX2" fmla="*/ 751335 w 1375237"/>
                <a:gd name="connsiteY2" fmla="*/ 1159089 h 1189570"/>
                <a:gd name="connsiteX3" fmla="*/ 255816 w 1375237"/>
                <a:gd name="connsiteY3" fmla="*/ 816486 h 1189570"/>
                <a:gd name="connsiteX4" fmla="*/ 0 w 1375237"/>
                <a:gd name="connsiteY4" fmla="*/ 552479 h 1189570"/>
                <a:gd name="connsiteX5" fmla="*/ 439118 w 1375237"/>
                <a:gd name="connsiteY5" fmla="*/ 280412 h 1189570"/>
                <a:gd name="connsiteX6" fmla="*/ 926578 w 1375237"/>
                <a:gd name="connsiteY6" fmla="*/ 284 h 1189570"/>
                <a:gd name="connsiteX7" fmla="*/ 1351848 w 1375237"/>
                <a:gd name="connsiteY7" fmla="*/ 162516 h 1189570"/>
                <a:gd name="connsiteX8" fmla="*/ 1375237 w 1375237"/>
                <a:gd name="connsiteY8" fmla="*/ 189387 h 1189570"/>
                <a:gd name="connsiteX9" fmla="*/ 1334753 w 1375237"/>
                <a:gd name="connsiteY9" fmla="*/ 157777 h 1189570"/>
                <a:gd name="connsiteX10" fmla="*/ 1029958 w 1375237"/>
                <a:gd name="connsiteY10" fmla="*/ 74172 h 1189570"/>
                <a:gd name="connsiteX11" fmla="*/ 586812 w 1375237"/>
                <a:gd name="connsiteY11" fmla="*/ 328835 h 1189570"/>
                <a:gd name="connsiteX12" fmla="*/ 187615 w 1375237"/>
                <a:gd name="connsiteY12" fmla="*/ 576169 h 1189570"/>
                <a:gd name="connsiteX13" fmla="*/ 420174 w 1375237"/>
                <a:gd name="connsiteY13" fmla="*/ 816175 h 1189570"/>
                <a:gd name="connsiteX14" fmla="*/ 870646 w 1375237"/>
                <a:gd name="connsiteY14" fmla="*/ 1127632 h 1189570"/>
                <a:gd name="connsiteX15" fmla="*/ 1059257 w 1375237"/>
                <a:gd name="connsiteY15" fmla="*/ 1155114 h 1189570"/>
                <a:gd name="connsiteX16" fmla="*/ 1167912 w 1375237"/>
                <a:gd name="connsiteY16" fmla="*/ 1141405 h 1189570"/>
                <a:gd name="connsiteX17" fmla="*/ 1199405 w 1375237"/>
                <a:gd name="connsiteY17" fmla="*/ 1130729 h 1189570"/>
                <a:gd name="connsiteX18" fmla="*/ 1189067 w 1375237"/>
                <a:gd name="connsiteY18" fmla="*/ 1136700 h 1189570"/>
                <a:gd name="connsiteX19" fmla="*/ 1078328 w 1375237"/>
                <a:gd name="connsiteY19" fmla="*/ 1174239 h 1189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75237" h="1189570">
                  <a:moveTo>
                    <a:pt x="1078328" y="1174239"/>
                  </a:moveTo>
                  <a:cubicBezTo>
                    <a:pt x="1039820" y="1183147"/>
                    <a:pt x="999849" y="1188311"/>
                    <a:pt x="958807" y="1189319"/>
                  </a:cubicBezTo>
                  <a:cubicBezTo>
                    <a:pt x="886293" y="1191334"/>
                    <a:pt x="815792" y="1181258"/>
                    <a:pt x="751335" y="1159089"/>
                  </a:cubicBezTo>
                  <a:cubicBezTo>
                    <a:pt x="473361" y="1068400"/>
                    <a:pt x="255816" y="816486"/>
                    <a:pt x="255816" y="816486"/>
                  </a:cubicBezTo>
                  <a:cubicBezTo>
                    <a:pt x="255816" y="816486"/>
                    <a:pt x="255816" y="816486"/>
                    <a:pt x="0" y="552479"/>
                  </a:cubicBezTo>
                  <a:cubicBezTo>
                    <a:pt x="209487" y="606893"/>
                    <a:pt x="439118" y="280412"/>
                    <a:pt x="439118" y="280412"/>
                  </a:cubicBezTo>
                  <a:cubicBezTo>
                    <a:pt x="539833" y="117172"/>
                    <a:pt x="719105" y="6330"/>
                    <a:pt x="926578" y="284"/>
                  </a:cubicBezTo>
                  <a:cubicBezTo>
                    <a:pt x="1090744" y="-4755"/>
                    <a:pt x="1241313" y="57720"/>
                    <a:pt x="1351848" y="162516"/>
                  </a:cubicBezTo>
                  <a:lnTo>
                    <a:pt x="1375237" y="189387"/>
                  </a:lnTo>
                  <a:lnTo>
                    <a:pt x="1334753" y="157777"/>
                  </a:lnTo>
                  <a:cubicBezTo>
                    <a:pt x="1246868" y="101826"/>
                    <a:pt x="1141889" y="70737"/>
                    <a:pt x="1029958" y="74172"/>
                  </a:cubicBezTo>
                  <a:cubicBezTo>
                    <a:pt x="841346" y="79669"/>
                    <a:pt x="678371" y="180435"/>
                    <a:pt x="586812" y="328835"/>
                  </a:cubicBezTo>
                  <a:cubicBezTo>
                    <a:pt x="586812" y="328835"/>
                    <a:pt x="378057" y="625636"/>
                    <a:pt x="187615" y="576169"/>
                  </a:cubicBezTo>
                  <a:cubicBezTo>
                    <a:pt x="420174" y="816175"/>
                    <a:pt x="420174" y="816175"/>
                    <a:pt x="420174" y="816175"/>
                  </a:cubicBezTo>
                  <a:cubicBezTo>
                    <a:pt x="420174" y="816175"/>
                    <a:pt x="617942" y="1045188"/>
                    <a:pt x="870646" y="1127632"/>
                  </a:cubicBezTo>
                  <a:cubicBezTo>
                    <a:pt x="929243" y="1147785"/>
                    <a:pt x="993334" y="1156946"/>
                    <a:pt x="1059257" y="1155114"/>
                  </a:cubicBezTo>
                  <a:cubicBezTo>
                    <a:pt x="1096567" y="1154198"/>
                    <a:pt x="1132905" y="1149503"/>
                    <a:pt x="1167912" y="1141405"/>
                  </a:cubicBezTo>
                  <a:lnTo>
                    <a:pt x="1199405" y="1130729"/>
                  </a:lnTo>
                  <a:lnTo>
                    <a:pt x="1189067" y="1136700"/>
                  </a:lnTo>
                  <a:cubicBezTo>
                    <a:pt x="1153879" y="1152681"/>
                    <a:pt x="1116835" y="1165331"/>
                    <a:pt x="1078328" y="1174239"/>
                  </a:cubicBezTo>
                  <a:close/>
                </a:path>
              </a:pathLst>
            </a:custGeom>
            <a:solidFill>
              <a:schemeClr val="accent6">
                <a:lumMod val="50000"/>
                <a:alpha val="40000"/>
              </a:schemeClr>
            </a:solidFill>
            <a:ln>
              <a:noFill/>
            </a:ln>
            <a:effectLst>
              <a:outerShdw blurRad="127000" dist="38100" dir="11400000" algn="r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</p:grpSp>
      <p:sp>
        <p:nvSpPr>
          <p:cNvPr id="37" name="Freeform 17">
            <a:extLst>
              <a:ext uri="{FF2B5EF4-FFF2-40B4-BE49-F238E27FC236}">
                <a16:creationId xmlns:a16="http://schemas.microsoft.com/office/drawing/2014/main" id="{82691258-B670-7845-932A-E8DB54BD27DC}"/>
              </a:ext>
            </a:extLst>
          </p:cNvPr>
          <p:cNvSpPr>
            <a:spLocks noChangeAspect="1"/>
          </p:cNvSpPr>
          <p:nvPr/>
        </p:nvSpPr>
        <p:spPr bwMode="auto">
          <a:xfrm>
            <a:off x="5469429" y="3185854"/>
            <a:ext cx="1446524" cy="1447936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90B59A59-76F9-9B48-9D48-0D113C2F1A89}"/>
              </a:ext>
            </a:extLst>
          </p:cNvPr>
          <p:cNvGrpSpPr/>
          <p:nvPr/>
        </p:nvGrpSpPr>
        <p:grpSpPr>
          <a:xfrm flipH="1">
            <a:off x="1637271" y="2087333"/>
            <a:ext cx="2783072" cy="723275"/>
            <a:chOff x="7825488" y="1404017"/>
            <a:chExt cx="3368029" cy="723275"/>
          </a:xfrm>
        </p:grpSpPr>
        <p:sp>
          <p:nvSpPr>
            <p:cNvPr id="42" name="Inhaltsplatzhalter 4">
              <a:extLst>
                <a:ext uri="{FF2B5EF4-FFF2-40B4-BE49-F238E27FC236}">
                  <a16:creationId xmlns:a16="http://schemas.microsoft.com/office/drawing/2014/main" id="{079FF5D8-09FC-DE46-B183-34EEB626D4E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2B84BCB-61E4-1D41-B1A7-3AB4A35323B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370D2745-BB7D-A243-982B-CB0871F5FFE2}"/>
              </a:ext>
            </a:extLst>
          </p:cNvPr>
          <p:cNvGrpSpPr/>
          <p:nvPr/>
        </p:nvGrpSpPr>
        <p:grpSpPr>
          <a:xfrm>
            <a:off x="7741020" y="2062086"/>
            <a:ext cx="2783072" cy="723275"/>
            <a:chOff x="7825488" y="1404017"/>
            <a:chExt cx="3368029" cy="723275"/>
          </a:xfrm>
        </p:grpSpPr>
        <p:sp>
          <p:nvSpPr>
            <p:cNvPr id="45" name="Inhaltsplatzhalter 4">
              <a:extLst>
                <a:ext uri="{FF2B5EF4-FFF2-40B4-BE49-F238E27FC236}">
                  <a16:creationId xmlns:a16="http://schemas.microsoft.com/office/drawing/2014/main" id="{BA4A8F64-12B5-7247-A62D-E7F0B41BEB6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FC27B94-A8E9-1D45-948D-A6A94605EFA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3DF6884-F421-3D43-9E21-1166303E5C0D}"/>
              </a:ext>
            </a:extLst>
          </p:cNvPr>
          <p:cNvGrpSpPr/>
          <p:nvPr/>
        </p:nvGrpSpPr>
        <p:grpSpPr>
          <a:xfrm flipH="1">
            <a:off x="1747723" y="4922423"/>
            <a:ext cx="2783072" cy="723275"/>
            <a:chOff x="7825488" y="1404017"/>
            <a:chExt cx="3368029" cy="723275"/>
          </a:xfrm>
        </p:grpSpPr>
        <p:sp>
          <p:nvSpPr>
            <p:cNvPr id="48" name="Inhaltsplatzhalter 4">
              <a:extLst>
                <a:ext uri="{FF2B5EF4-FFF2-40B4-BE49-F238E27FC236}">
                  <a16:creationId xmlns:a16="http://schemas.microsoft.com/office/drawing/2014/main" id="{0B9FA918-03BE-0B42-8CEB-B62C230DA26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59C45F71-3EAB-5647-8FBC-26B04899113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BAFE4FD5-4742-D042-BC81-773EF1CE4D83}"/>
              </a:ext>
            </a:extLst>
          </p:cNvPr>
          <p:cNvGrpSpPr/>
          <p:nvPr/>
        </p:nvGrpSpPr>
        <p:grpSpPr>
          <a:xfrm>
            <a:off x="7919677" y="4894826"/>
            <a:ext cx="2783072" cy="723275"/>
            <a:chOff x="7825488" y="1404017"/>
            <a:chExt cx="3368029" cy="723275"/>
          </a:xfrm>
        </p:grpSpPr>
        <p:sp>
          <p:nvSpPr>
            <p:cNvPr id="51" name="Inhaltsplatzhalter 4">
              <a:extLst>
                <a:ext uri="{FF2B5EF4-FFF2-40B4-BE49-F238E27FC236}">
                  <a16:creationId xmlns:a16="http://schemas.microsoft.com/office/drawing/2014/main" id="{9ABE36ED-944D-9942-9EFA-4A59B4B281F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C57A759E-4D10-2E4B-9F15-C5BE31F89F5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A7D76652-C360-AA40-B715-4E74EE3BD54B}"/>
              </a:ext>
            </a:extLst>
          </p:cNvPr>
          <p:cNvGrpSpPr/>
          <p:nvPr/>
        </p:nvGrpSpPr>
        <p:grpSpPr>
          <a:xfrm>
            <a:off x="8542577" y="3409606"/>
            <a:ext cx="2783072" cy="723275"/>
            <a:chOff x="7825488" y="1404017"/>
            <a:chExt cx="3368029" cy="723275"/>
          </a:xfrm>
        </p:grpSpPr>
        <p:sp>
          <p:nvSpPr>
            <p:cNvPr id="54" name="Inhaltsplatzhalter 4">
              <a:extLst>
                <a:ext uri="{FF2B5EF4-FFF2-40B4-BE49-F238E27FC236}">
                  <a16:creationId xmlns:a16="http://schemas.microsoft.com/office/drawing/2014/main" id="{B8A250DD-4C36-3B49-95C9-9814693F210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621C7E76-5856-FA45-BBA1-9FCECD5B8AF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00DB97C-E88B-884C-8A08-7A4F15A09F27}"/>
              </a:ext>
            </a:extLst>
          </p:cNvPr>
          <p:cNvGrpSpPr/>
          <p:nvPr/>
        </p:nvGrpSpPr>
        <p:grpSpPr>
          <a:xfrm flipH="1">
            <a:off x="915047" y="3573029"/>
            <a:ext cx="2783072" cy="723275"/>
            <a:chOff x="7825488" y="1404017"/>
            <a:chExt cx="3368029" cy="723275"/>
          </a:xfrm>
        </p:grpSpPr>
        <p:sp>
          <p:nvSpPr>
            <p:cNvPr id="57" name="Inhaltsplatzhalter 4">
              <a:extLst>
                <a:ext uri="{FF2B5EF4-FFF2-40B4-BE49-F238E27FC236}">
                  <a16:creationId xmlns:a16="http://schemas.microsoft.com/office/drawing/2014/main" id="{53A7C92E-9371-8B48-B387-3E5A4F92D05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3E8AA44A-D8E9-EE4E-9883-65B9539C6C7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aphic 60">
            <a:extLst>
              <a:ext uri="{FF2B5EF4-FFF2-40B4-BE49-F238E27FC236}">
                <a16:creationId xmlns:a16="http://schemas.microsoft.com/office/drawing/2014/main" id="{19D09522-9956-ED4B-BE52-18F556DF7107}"/>
              </a:ext>
            </a:extLst>
          </p:cNvPr>
          <p:cNvGrpSpPr>
            <a:grpSpLocks noChangeAspect="1"/>
          </p:cNvGrpSpPr>
          <p:nvPr/>
        </p:nvGrpSpPr>
        <p:grpSpPr>
          <a:xfrm>
            <a:off x="4324406" y="3757075"/>
            <a:ext cx="367914" cy="445147"/>
            <a:chOff x="6681927" y="2276666"/>
            <a:chExt cx="334467" cy="404679"/>
          </a:xfrm>
          <a:solidFill>
            <a:srgbClr val="FFFFFF"/>
          </a:solidFill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B9185E81-72A0-0F45-B42E-04F05E64EB26}"/>
                </a:ext>
              </a:extLst>
            </p:cNvPr>
            <p:cNvSpPr/>
            <p:nvPr/>
          </p:nvSpPr>
          <p:spPr>
            <a:xfrm>
              <a:off x="6787971" y="2325980"/>
              <a:ext cx="59951" cy="60730"/>
            </a:xfrm>
            <a:custGeom>
              <a:avLst/>
              <a:gdLst>
                <a:gd name="connsiteX0" fmla="*/ 29975 w 59951"/>
                <a:gd name="connsiteY0" fmla="*/ 60730 h 60730"/>
                <a:gd name="connsiteX1" fmla="*/ 0 w 59951"/>
                <a:gd name="connsiteY1" fmla="*/ 30364 h 60730"/>
                <a:gd name="connsiteX2" fmla="*/ 29977 w 59951"/>
                <a:gd name="connsiteY2" fmla="*/ 0 h 60730"/>
                <a:gd name="connsiteX3" fmla="*/ 59952 w 59951"/>
                <a:gd name="connsiteY3" fmla="*/ 30366 h 60730"/>
                <a:gd name="connsiteX4" fmla="*/ 59951 w 59951"/>
                <a:gd name="connsiteY4" fmla="*/ 30594 h 60730"/>
                <a:gd name="connsiteX5" fmla="*/ 29975 w 59951"/>
                <a:gd name="connsiteY5" fmla="*/ 60730 h 60730"/>
                <a:gd name="connsiteX6" fmla="*/ 29975 w 59951"/>
                <a:gd name="connsiteY6" fmla="*/ 13813 h 60730"/>
                <a:gd name="connsiteX7" fmla="*/ 13636 w 59951"/>
                <a:gd name="connsiteY7" fmla="*/ 30367 h 60730"/>
                <a:gd name="connsiteX8" fmla="*/ 29978 w 59951"/>
                <a:gd name="connsiteY8" fmla="*/ 46918 h 60730"/>
                <a:gd name="connsiteX9" fmla="*/ 46315 w 59951"/>
                <a:gd name="connsiteY9" fmla="*/ 30594 h 60730"/>
                <a:gd name="connsiteX10" fmla="*/ 29976 w 59951"/>
                <a:gd name="connsiteY10" fmla="*/ 13813 h 60730"/>
                <a:gd name="connsiteX11" fmla="*/ 29975 w 59951"/>
                <a:gd name="connsiteY11" fmla="*/ 13813 h 6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951" h="60730">
                  <a:moveTo>
                    <a:pt x="29975" y="60730"/>
                  </a:moveTo>
                  <a:cubicBezTo>
                    <a:pt x="13420" y="60730"/>
                    <a:pt x="0" y="47135"/>
                    <a:pt x="0" y="30364"/>
                  </a:cubicBezTo>
                  <a:cubicBezTo>
                    <a:pt x="0" y="13594"/>
                    <a:pt x="13422" y="0"/>
                    <a:pt x="29977" y="0"/>
                  </a:cubicBezTo>
                  <a:cubicBezTo>
                    <a:pt x="46532" y="0"/>
                    <a:pt x="59952" y="13596"/>
                    <a:pt x="59952" y="30366"/>
                  </a:cubicBezTo>
                  <a:cubicBezTo>
                    <a:pt x="59952" y="30442"/>
                    <a:pt x="59952" y="30518"/>
                    <a:pt x="59951" y="30594"/>
                  </a:cubicBezTo>
                  <a:cubicBezTo>
                    <a:pt x="59766" y="47249"/>
                    <a:pt x="46417" y="60669"/>
                    <a:pt x="29975" y="60730"/>
                  </a:cubicBezTo>
                  <a:close/>
                  <a:moveTo>
                    <a:pt x="29975" y="13813"/>
                  </a:moveTo>
                  <a:cubicBezTo>
                    <a:pt x="20951" y="13814"/>
                    <a:pt x="13636" y="21225"/>
                    <a:pt x="13636" y="30367"/>
                  </a:cubicBezTo>
                  <a:cubicBezTo>
                    <a:pt x="13637" y="39508"/>
                    <a:pt x="20954" y="46919"/>
                    <a:pt x="29978" y="46918"/>
                  </a:cubicBezTo>
                  <a:cubicBezTo>
                    <a:pt x="38914" y="46917"/>
                    <a:pt x="46192" y="39645"/>
                    <a:pt x="46315" y="30594"/>
                  </a:cubicBezTo>
                  <a:cubicBezTo>
                    <a:pt x="46378" y="21389"/>
                    <a:pt x="39062" y="13876"/>
                    <a:pt x="29976" y="13813"/>
                  </a:cubicBezTo>
                  <a:cubicBezTo>
                    <a:pt x="29976" y="13813"/>
                    <a:pt x="29975" y="13813"/>
                    <a:pt x="29975" y="13813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A8409853-8D1E-F84B-95C3-FA909EFCD8B4}"/>
                </a:ext>
              </a:extLst>
            </p:cNvPr>
            <p:cNvSpPr/>
            <p:nvPr/>
          </p:nvSpPr>
          <p:spPr>
            <a:xfrm>
              <a:off x="6761488" y="2392761"/>
              <a:ext cx="112917" cy="66553"/>
            </a:xfrm>
            <a:custGeom>
              <a:avLst/>
              <a:gdLst>
                <a:gd name="connsiteX0" fmla="*/ 106043 w 112917"/>
                <a:gd name="connsiteY0" fmla="*/ 66552 h 66553"/>
                <a:gd name="connsiteX1" fmla="*/ 99169 w 112917"/>
                <a:gd name="connsiteY1" fmla="*/ 59818 h 66553"/>
                <a:gd name="connsiteX2" fmla="*/ 99168 w 112917"/>
                <a:gd name="connsiteY2" fmla="*/ 59703 h 66553"/>
                <a:gd name="connsiteX3" fmla="*/ 99168 w 112917"/>
                <a:gd name="connsiteY3" fmla="*/ 32306 h 66553"/>
                <a:gd name="connsiteX4" fmla="*/ 80912 w 112917"/>
                <a:gd name="connsiteY4" fmla="*/ 13813 h 66553"/>
                <a:gd name="connsiteX5" fmla="*/ 31892 w 112917"/>
                <a:gd name="connsiteY5" fmla="*/ 13813 h 66553"/>
                <a:gd name="connsiteX6" fmla="*/ 13636 w 112917"/>
                <a:gd name="connsiteY6" fmla="*/ 32306 h 66553"/>
                <a:gd name="connsiteX7" fmla="*/ 13636 w 112917"/>
                <a:gd name="connsiteY7" fmla="*/ 59475 h 66553"/>
                <a:gd name="connsiteX8" fmla="*/ 5939 w 112917"/>
                <a:gd name="connsiteY8" fmla="*/ 65491 h 66553"/>
                <a:gd name="connsiteX9" fmla="*/ 0 w 112917"/>
                <a:gd name="connsiteY9" fmla="*/ 59475 h 66553"/>
                <a:gd name="connsiteX10" fmla="*/ 0 w 112917"/>
                <a:gd name="connsiteY10" fmla="*/ 32306 h 66553"/>
                <a:gd name="connsiteX11" fmla="*/ 31892 w 112917"/>
                <a:gd name="connsiteY11" fmla="*/ 0 h 66553"/>
                <a:gd name="connsiteX12" fmla="*/ 80912 w 112917"/>
                <a:gd name="connsiteY12" fmla="*/ 0 h 66553"/>
                <a:gd name="connsiteX13" fmla="*/ 112917 w 112917"/>
                <a:gd name="connsiteY13" fmla="*/ 32306 h 66553"/>
                <a:gd name="connsiteX14" fmla="*/ 112917 w 112917"/>
                <a:gd name="connsiteY14" fmla="*/ 59475 h 66553"/>
                <a:gd name="connsiteX15" fmla="*/ 106156 w 112917"/>
                <a:gd name="connsiteY15" fmla="*/ 66551 h 66553"/>
                <a:gd name="connsiteX16" fmla="*/ 106043 w 112917"/>
                <a:gd name="connsiteY16" fmla="*/ 66552 h 6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917" h="66553">
                  <a:moveTo>
                    <a:pt x="106043" y="66552"/>
                  </a:moveTo>
                  <a:cubicBezTo>
                    <a:pt x="102309" y="66615"/>
                    <a:pt x="99232" y="63600"/>
                    <a:pt x="99169" y="59818"/>
                  </a:cubicBezTo>
                  <a:cubicBezTo>
                    <a:pt x="99169" y="59780"/>
                    <a:pt x="99168" y="59741"/>
                    <a:pt x="99168" y="59703"/>
                  </a:cubicBezTo>
                  <a:lnTo>
                    <a:pt x="99168" y="32306"/>
                  </a:lnTo>
                  <a:cubicBezTo>
                    <a:pt x="99168" y="22092"/>
                    <a:pt x="90995" y="13813"/>
                    <a:pt x="80912" y="13813"/>
                  </a:cubicBezTo>
                  <a:lnTo>
                    <a:pt x="31892" y="13813"/>
                  </a:lnTo>
                  <a:cubicBezTo>
                    <a:pt x="21835" y="13875"/>
                    <a:pt x="13697" y="22118"/>
                    <a:pt x="13636" y="32306"/>
                  </a:cubicBezTo>
                  <a:lnTo>
                    <a:pt x="13636" y="59475"/>
                  </a:lnTo>
                  <a:cubicBezTo>
                    <a:pt x="13151" y="63289"/>
                    <a:pt x="9705" y="65983"/>
                    <a:pt x="5939" y="65491"/>
                  </a:cubicBezTo>
                  <a:cubicBezTo>
                    <a:pt x="2840" y="65087"/>
                    <a:pt x="399" y="62615"/>
                    <a:pt x="0" y="59475"/>
                  </a:cubicBezTo>
                  <a:lnTo>
                    <a:pt x="0" y="32306"/>
                  </a:lnTo>
                  <a:cubicBezTo>
                    <a:pt x="0" y="14464"/>
                    <a:pt x="14278" y="0"/>
                    <a:pt x="31892" y="0"/>
                  </a:cubicBezTo>
                  <a:lnTo>
                    <a:pt x="80912" y="0"/>
                  </a:lnTo>
                  <a:cubicBezTo>
                    <a:pt x="98544" y="0"/>
                    <a:pt x="112855" y="14445"/>
                    <a:pt x="112917" y="32306"/>
                  </a:cubicBezTo>
                  <a:lnTo>
                    <a:pt x="112917" y="59475"/>
                  </a:lnTo>
                  <a:cubicBezTo>
                    <a:pt x="112979" y="63320"/>
                    <a:pt x="109952" y="66488"/>
                    <a:pt x="106156" y="66551"/>
                  </a:cubicBezTo>
                  <a:cubicBezTo>
                    <a:pt x="106118" y="66552"/>
                    <a:pt x="106080" y="66552"/>
                    <a:pt x="106043" y="66552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796DC7E-566E-884F-9AB6-BD1F7D02B075}"/>
                </a:ext>
              </a:extLst>
            </p:cNvPr>
            <p:cNvSpPr/>
            <p:nvPr/>
          </p:nvSpPr>
          <p:spPr>
            <a:xfrm>
              <a:off x="6789603" y="2434907"/>
              <a:ext cx="13749" cy="24407"/>
            </a:xfrm>
            <a:custGeom>
              <a:avLst/>
              <a:gdLst>
                <a:gd name="connsiteX0" fmla="*/ 6931 w 13749"/>
                <a:gd name="connsiteY0" fmla="*/ 24406 h 24407"/>
                <a:gd name="connsiteX1" fmla="*/ 58 w 13749"/>
                <a:gd name="connsiteY1" fmla="*/ 17672 h 24407"/>
                <a:gd name="connsiteX2" fmla="*/ 57 w 13749"/>
                <a:gd name="connsiteY2" fmla="*/ 17557 h 24407"/>
                <a:gd name="connsiteX3" fmla="*/ 57 w 13749"/>
                <a:gd name="connsiteY3" fmla="*/ 7854 h 24407"/>
                <a:gd name="connsiteX4" fmla="*/ 5997 w 13749"/>
                <a:gd name="connsiteY4" fmla="*/ 58 h 24407"/>
                <a:gd name="connsiteX5" fmla="*/ 13693 w 13749"/>
                <a:gd name="connsiteY5" fmla="*/ 6074 h 24407"/>
                <a:gd name="connsiteX6" fmla="*/ 13693 w 13749"/>
                <a:gd name="connsiteY6" fmla="*/ 7854 h 24407"/>
                <a:gd name="connsiteX7" fmla="*/ 13693 w 13749"/>
                <a:gd name="connsiteY7" fmla="*/ 17557 h 24407"/>
                <a:gd name="connsiteX8" fmla="*/ 6931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931" y="24406"/>
                  </a:moveTo>
                  <a:cubicBezTo>
                    <a:pt x="3198" y="24469"/>
                    <a:pt x="120" y="21454"/>
                    <a:pt x="58" y="17672"/>
                  </a:cubicBezTo>
                  <a:cubicBezTo>
                    <a:pt x="57" y="17634"/>
                    <a:pt x="57" y="17595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6"/>
                    <a:pt x="6931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31ACF86-8DEB-1D40-BB8E-BE64548C7F58}"/>
                </a:ext>
              </a:extLst>
            </p:cNvPr>
            <p:cNvSpPr/>
            <p:nvPr/>
          </p:nvSpPr>
          <p:spPr>
            <a:xfrm>
              <a:off x="6832877" y="2434907"/>
              <a:ext cx="13749" cy="24407"/>
            </a:xfrm>
            <a:custGeom>
              <a:avLst/>
              <a:gdLst>
                <a:gd name="connsiteX0" fmla="*/ 6819 w 13749"/>
                <a:gd name="connsiteY0" fmla="*/ 24406 h 24407"/>
                <a:gd name="connsiteX1" fmla="*/ 57 w 13749"/>
                <a:gd name="connsiteY1" fmla="*/ 17557 h 24407"/>
                <a:gd name="connsiteX2" fmla="*/ 57 w 13749"/>
                <a:gd name="connsiteY2" fmla="*/ 7854 h 24407"/>
                <a:gd name="connsiteX3" fmla="*/ 5997 w 13749"/>
                <a:gd name="connsiteY3" fmla="*/ 58 h 24407"/>
                <a:gd name="connsiteX4" fmla="*/ 13693 w 13749"/>
                <a:gd name="connsiteY4" fmla="*/ 6074 h 24407"/>
                <a:gd name="connsiteX5" fmla="*/ 13693 w 13749"/>
                <a:gd name="connsiteY5" fmla="*/ 7854 h 24407"/>
                <a:gd name="connsiteX6" fmla="*/ 13693 w 13749"/>
                <a:gd name="connsiteY6" fmla="*/ 17557 h 24407"/>
                <a:gd name="connsiteX7" fmla="*/ 6932 w 13749"/>
                <a:gd name="connsiteY7" fmla="*/ 24407 h 24407"/>
                <a:gd name="connsiteX8" fmla="*/ 6819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819" y="24406"/>
                  </a:moveTo>
                  <a:cubicBezTo>
                    <a:pt x="3084" y="24406"/>
                    <a:pt x="57" y="21340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7"/>
                    <a:pt x="6932" y="24407"/>
                  </a:cubicBezTo>
                  <a:cubicBezTo>
                    <a:pt x="6894" y="24407"/>
                    <a:pt x="6856" y="24407"/>
                    <a:pt x="6819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9195EB8-FB0D-7644-A0A6-C13273697A71}"/>
                </a:ext>
              </a:extLst>
            </p:cNvPr>
            <p:cNvSpPr/>
            <p:nvPr/>
          </p:nvSpPr>
          <p:spPr>
            <a:xfrm>
              <a:off x="6720017" y="2470671"/>
              <a:ext cx="196060" cy="14213"/>
            </a:xfrm>
            <a:custGeom>
              <a:avLst/>
              <a:gdLst>
                <a:gd name="connsiteX0" fmla="*/ 188307 w 196060"/>
                <a:gd name="connsiteY0" fmla="*/ 14213 h 14213"/>
                <a:gd name="connsiteX1" fmla="*/ 6987 w 196060"/>
                <a:gd name="connsiteY1" fmla="*/ 14213 h 14213"/>
                <a:gd name="connsiteX2" fmla="*/ 0 w 196060"/>
                <a:gd name="connsiteY2" fmla="*/ 7135 h 14213"/>
                <a:gd name="connsiteX3" fmla="*/ 6987 w 196060"/>
                <a:gd name="connsiteY3" fmla="*/ 58 h 14213"/>
                <a:gd name="connsiteX4" fmla="*/ 188307 w 196060"/>
                <a:gd name="connsiteY4" fmla="*/ 58 h 14213"/>
                <a:gd name="connsiteX5" fmla="*/ 196003 w 196060"/>
                <a:gd name="connsiteY5" fmla="*/ 6074 h 14213"/>
                <a:gd name="connsiteX6" fmla="*/ 190064 w 196060"/>
                <a:gd name="connsiteY6" fmla="*/ 13871 h 14213"/>
                <a:gd name="connsiteX7" fmla="*/ 188307 w 196060"/>
                <a:gd name="connsiteY7" fmla="*/ 13871 h 1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060" h="14213">
                  <a:moveTo>
                    <a:pt x="188307" y="14213"/>
                  </a:moveTo>
                  <a:lnTo>
                    <a:pt x="6987" y="14213"/>
                  </a:lnTo>
                  <a:cubicBezTo>
                    <a:pt x="3128" y="14213"/>
                    <a:pt x="0" y="11044"/>
                    <a:pt x="0" y="7135"/>
                  </a:cubicBezTo>
                  <a:cubicBezTo>
                    <a:pt x="0" y="3227"/>
                    <a:pt x="3128" y="58"/>
                    <a:pt x="6987" y="58"/>
                  </a:cubicBezTo>
                  <a:lnTo>
                    <a:pt x="188307" y="58"/>
                  </a:lnTo>
                  <a:cubicBezTo>
                    <a:pt x="192073" y="-434"/>
                    <a:pt x="195518" y="2260"/>
                    <a:pt x="196003" y="6074"/>
                  </a:cubicBezTo>
                  <a:cubicBezTo>
                    <a:pt x="196488" y="9889"/>
                    <a:pt x="193829" y="13379"/>
                    <a:pt x="190064" y="13871"/>
                  </a:cubicBezTo>
                  <a:cubicBezTo>
                    <a:pt x="189481" y="13947"/>
                    <a:pt x="188890" y="13947"/>
                    <a:pt x="188307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85A413EC-D3DF-0648-8BDD-5ED47D9C5BDE}"/>
                </a:ext>
              </a:extLst>
            </p:cNvPr>
            <p:cNvSpPr/>
            <p:nvPr/>
          </p:nvSpPr>
          <p:spPr>
            <a:xfrm>
              <a:off x="6719251" y="2507315"/>
              <a:ext cx="196826" cy="13928"/>
            </a:xfrm>
            <a:custGeom>
              <a:avLst/>
              <a:gdLst>
                <a:gd name="connsiteX0" fmla="*/ 189074 w 196826"/>
                <a:gd name="connsiteY0" fmla="*/ 13871 h 13928"/>
                <a:gd name="connsiteX1" fmla="*/ 7753 w 196826"/>
                <a:gd name="connsiteY1" fmla="*/ 13871 h 13928"/>
                <a:gd name="connsiteX2" fmla="*/ 57 w 196826"/>
                <a:gd name="connsiteY2" fmla="*/ 7854 h 13928"/>
                <a:gd name="connsiteX3" fmla="*/ 5997 w 196826"/>
                <a:gd name="connsiteY3" fmla="*/ 58 h 13928"/>
                <a:gd name="connsiteX4" fmla="*/ 7753 w 196826"/>
                <a:gd name="connsiteY4" fmla="*/ 58 h 13928"/>
                <a:gd name="connsiteX5" fmla="*/ 189074 w 196826"/>
                <a:gd name="connsiteY5" fmla="*/ 58 h 13928"/>
                <a:gd name="connsiteX6" fmla="*/ 196770 w 196826"/>
                <a:gd name="connsiteY6" fmla="*/ 6074 h 13928"/>
                <a:gd name="connsiteX7" fmla="*/ 190830 w 196826"/>
                <a:gd name="connsiteY7" fmla="*/ 13871 h 13928"/>
                <a:gd name="connsiteX8" fmla="*/ 189074 w 196826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826" h="13928">
                  <a:moveTo>
                    <a:pt x="189074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89074" y="58"/>
                  </a:lnTo>
                  <a:cubicBezTo>
                    <a:pt x="192839" y="-434"/>
                    <a:pt x="196285" y="2260"/>
                    <a:pt x="196770" y="6074"/>
                  </a:cubicBezTo>
                  <a:cubicBezTo>
                    <a:pt x="197255" y="9889"/>
                    <a:pt x="194596" y="13379"/>
                    <a:pt x="190830" y="13871"/>
                  </a:cubicBezTo>
                  <a:cubicBezTo>
                    <a:pt x="190247" y="13947"/>
                    <a:pt x="189657" y="13947"/>
                    <a:pt x="189074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396416B-8E17-7448-8F7E-4BB558807FD7}"/>
                </a:ext>
              </a:extLst>
            </p:cNvPr>
            <p:cNvSpPr/>
            <p:nvPr/>
          </p:nvSpPr>
          <p:spPr>
            <a:xfrm>
              <a:off x="6719251" y="2543616"/>
              <a:ext cx="216885" cy="13928"/>
            </a:xfrm>
            <a:custGeom>
              <a:avLst/>
              <a:gdLst>
                <a:gd name="connsiteX0" fmla="*/ 209133 w 216885"/>
                <a:gd name="connsiteY0" fmla="*/ 13871 h 13928"/>
                <a:gd name="connsiteX1" fmla="*/ 7753 w 216885"/>
                <a:gd name="connsiteY1" fmla="*/ 13871 h 13928"/>
                <a:gd name="connsiteX2" fmla="*/ 57 w 216885"/>
                <a:gd name="connsiteY2" fmla="*/ 7854 h 13928"/>
                <a:gd name="connsiteX3" fmla="*/ 5997 w 216885"/>
                <a:gd name="connsiteY3" fmla="*/ 58 h 13928"/>
                <a:gd name="connsiteX4" fmla="*/ 7753 w 216885"/>
                <a:gd name="connsiteY4" fmla="*/ 58 h 13928"/>
                <a:gd name="connsiteX5" fmla="*/ 209133 w 216885"/>
                <a:gd name="connsiteY5" fmla="*/ 58 h 13928"/>
                <a:gd name="connsiteX6" fmla="*/ 216829 w 216885"/>
                <a:gd name="connsiteY6" fmla="*/ 6074 h 13928"/>
                <a:gd name="connsiteX7" fmla="*/ 210889 w 216885"/>
                <a:gd name="connsiteY7" fmla="*/ 13871 h 13928"/>
                <a:gd name="connsiteX8" fmla="*/ 209133 w 216885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885" h="13928">
                  <a:moveTo>
                    <a:pt x="209133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209133" y="58"/>
                  </a:lnTo>
                  <a:cubicBezTo>
                    <a:pt x="212898" y="-434"/>
                    <a:pt x="216344" y="2260"/>
                    <a:pt x="216829" y="6074"/>
                  </a:cubicBezTo>
                  <a:cubicBezTo>
                    <a:pt x="217314" y="9889"/>
                    <a:pt x="214655" y="13379"/>
                    <a:pt x="210889" y="13871"/>
                  </a:cubicBezTo>
                  <a:cubicBezTo>
                    <a:pt x="210306" y="13947"/>
                    <a:pt x="209716" y="13947"/>
                    <a:pt x="209133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4ED10B0B-A1F8-1143-BDF1-E8DC315C536F}"/>
                </a:ext>
              </a:extLst>
            </p:cNvPr>
            <p:cNvSpPr/>
            <p:nvPr/>
          </p:nvSpPr>
          <p:spPr>
            <a:xfrm>
              <a:off x="6719251" y="2579917"/>
              <a:ext cx="177669" cy="13928"/>
            </a:xfrm>
            <a:custGeom>
              <a:avLst/>
              <a:gdLst>
                <a:gd name="connsiteX0" fmla="*/ 169916 w 177669"/>
                <a:gd name="connsiteY0" fmla="*/ 13871 h 13928"/>
                <a:gd name="connsiteX1" fmla="*/ 7753 w 177669"/>
                <a:gd name="connsiteY1" fmla="*/ 13871 h 13928"/>
                <a:gd name="connsiteX2" fmla="*/ 57 w 177669"/>
                <a:gd name="connsiteY2" fmla="*/ 7854 h 13928"/>
                <a:gd name="connsiteX3" fmla="*/ 5997 w 177669"/>
                <a:gd name="connsiteY3" fmla="*/ 58 h 13928"/>
                <a:gd name="connsiteX4" fmla="*/ 7753 w 177669"/>
                <a:gd name="connsiteY4" fmla="*/ 58 h 13928"/>
                <a:gd name="connsiteX5" fmla="*/ 169916 w 177669"/>
                <a:gd name="connsiteY5" fmla="*/ 58 h 13928"/>
                <a:gd name="connsiteX6" fmla="*/ 177612 w 177669"/>
                <a:gd name="connsiteY6" fmla="*/ 6074 h 13928"/>
                <a:gd name="connsiteX7" fmla="*/ 171673 w 177669"/>
                <a:gd name="connsiteY7" fmla="*/ 13871 h 13928"/>
                <a:gd name="connsiteX8" fmla="*/ 169916 w 177669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669" h="13928">
                  <a:moveTo>
                    <a:pt x="169916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9916" y="58"/>
                  </a:lnTo>
                  <a:cubicBezTo>
                    <a:pt x="173681" y="-434"/>
                    <a:pt x="177127" y="2260"/>
                    <a:pt x="177612" y="6074"/>
                  </a:cubicBezTo>
                  <a:cubicBezTo>
                    <a:pt x="178097" y="9889"/>
                    <a:pt x="175438" y="13379"/>
                    <a:pt x="171673" y="13871"/>
                  </a:cubicBezTo>
                  <a:cubicBezTo>
                    <a:pt x="171090" y="13947"/>
                    <a:pt x="170499" y="13947"/>
                    <a:pt x="169916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BDCF89D-0977-4646-938F-CE1B929A76F0}"/>
                </a:ext>
              </a:extLst>
            </p:cNvPr>
            <p:cNvSpPr/>
            <p:nvPr/>
          </p:nvSpPr>
          <p:spPr>
            <a:xfrm>
              <a:off x="6719251" y="2616675"/>
              <a:ext cx="173274" cy="13928"/>
            </a:xfrm>
            <a:custGeom>
              <a:avLst/>
              <a:gdLst>
                <a:gd name="connsiteX0" fmla="*/ 166310 w 173274"/>
                <a:gd name="connsiteY0" fmla="*/ 13871 h 13928"/>
                <a:gd name="connsiteX1" fmla="*/ 7753 w 173274"/>
                <a:gd name="connsiteY1" fmla="*/ 13871 h 13928"/>
                <a:gd name="connsiteX2" fmla="*/ 57 w 173274"/>
                <a:gd name="connsiteY2" fmla="*/ 7854 h 13928"/>
                <a:gd name="connsiteX3" fmla="*/ 5997 w 173274"/>
                <a:gd name="connsiteY3" fmla="*/ 58 h 13928"/>
                <a:gd name="connsiteX4" fmla="*/ 7753 w 173274"/>
                <a:gd name="connsiteY4" fmla="*/ 58 h 13928"/>
                <a:gd name="connsiteX5" fmla="*/ 165521 w 173274"/>
                <a:gd name="connsiteY5" fmla="*/ 58 h 13928"/>
                <a:gd name="connsiteX6" fmla="*/ 173217 w 173274"/>
                <a:gd name="connsiteY6" fmla="*/ 6074 h 13928"/>
                <a:gd name="connsiteX7" fmla="*/ 167278 w 173274"/>
                <a:gd name="connsiteY7" fmla="*/ 13871 h 13928"/>
                <a:gd name="connsiteX8" fmla="*/ 165521 w 173274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74" h="13928">
                  <a:moveTo>
                    <a:pt x="166310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5521" y="58"/>
                  </a:lnTo>
                  <a:cubicBezTo>
                    <a:pt x="169287" y="-434"/>
                    <a:pt x="172732" y="2260"/>
                    <a:pt x="173217" y="6074"/>
                  </a:cubicBezTo>
                  <a:cubicBezTo>
                    <a:pt x="173702" y="9889"/>
                    <a:pt x="171043" y="13379"/>
                    <a:pt x="167278" y="13871"/>
                  </a:cubicBezTo>
                  <a:cubicBezTo>
                    <a:pt x="166695" y="13947"/>
                    <a:pt x="166104" y="13947"/>
                    <a:pt x="165521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1578C140-B1C1-3141-90C8-2623D36C4AD1}"/>
                </a:ext>
              </a:extLst>
            </p:cNvPr>
            <p:cNvSpPr/>
            <p:nvPr/>
          </p:nvSpPr>
          <p:spPr>
            <a:xfrm>
              <a:off x="6681927" y="2302349"/>
              <a:ext cx="271925" cy="374544"/>
            </a:xfrm>
            <a:custGeom>
              <a:avLst/>
              <a:gdLst>
                <a:gd name="connsiteX0" fmla="*/ 242174 w 271925"/>
                <a:gd name="connsiteY0" fmla="*/ 374543 h 374544"/>
                <a:gd name="connsiteX1" fmla="*/ 6874 w 271925"/>
                <a:gd name="connsiteY1" fmla="*/ 374543 h 374544"/>
                <a:gd name="connsiteX2" fmla="*/ 1 w 271925"/>
                <a:gd name="connsiteY2" fmla="*/ 367809 h 374544"/>
                <a:gd name="connsiteX3" fmla="*/ 0 w 271925"/>
                <a:gd name="connsiteY3" fmla="*/ 367694 h 374544"/>
                <a:gd name="connsiteX4" fmla="*/ 0 w 271925"/>
                <a:gd name="connsiteY4" fmla="*/ 6850 h 374544"/>
                <a:gd name="connsiteX5" fmla="*/ 6761 w 271925"/>
                <a:gd name="connsiteY5" fmla="*/ 0 h 374544"/>
                <a:gd name="connsiteX6" fmla="*/ 6874 w 271925"/>
                <a:gd name="connsiteY6" fmla="*/ 1 h 374544"/>
                <a:gd name="connsiteX7" fmla="*/ 265163 w 271925"/>
                <a:gd name="connsiteY7" fmla="*/ 1 h 374544"/>
                <a:gd name="connsiteX8" fmla="*/ 271924 w 271925"/>
                <a:gd name="connsiteY8" fmla="*/ 6850 h 374544"/>
                <a:gd name="connsiteX9" fmla="*/ 271924 w 271925"/>
                <a:gd name="connsiteY9" fmla="*/ 245320 h 374544"/>
                <a:gd name="connsiteX10" fmla="*/ 265276 w 271925"/>
                <a:gd name="connsiteY10" fmla="*/ 252282 h 374544"/>
                <a:gd name="connsiteX11" fmla="*/ 265163 w 271925"/>
                <a:gd name="connsiteY11" fmla="*/ 252283 h 374544"/>
                <a:gd name="connsiteX12" fmla="*/ 209278 w 271925"/>
                <a:gd name="connsiteY12" fmla="*/ 308457 h 374544"/>
                <a:gd name="connsiteX13" fmla="*/ 244653 w 271925"/>
                <a:gd name="connsiteY13" fmla="*/ 361187 h 374544"/>
                <a:gd name="connsiteX14" fmla="*/ 248822 w 271925"/>
                <a:gd name="connsiteY14" fmla="*/ 368949 h 374544"/>
                <a:gd name="connsiteX15" fmla="*/ 242174 w 271925"/>
                <a:gd name="connsiteY15" fmla="*/ 374543 h 374544"/>
                <a:gd name="connsiteX16" fmla="*/ 13636 w 271925"/>
                <a:gd name="connsiteY16" fmla="*/ 360730 h 374544"/>
                <a:gd name="connsiteX17" fmla="*/ 218396 w 271925"/>
                <a:gd name="connsiteY17" fmla="*/ 360730 h 374544"/>
                <a:gd name="connsiteX18" fmla="*/ 213905 w 271925"/>
                <a:gd name="connsiteY18" fmla="*/ 261388 h 374544"/>
                <a:gd name="connsiteX19" fmla="*/ 258289 w 271925"/>
                <a:gd name="connsiteY19" fmla="*/ 238813 h 374544"/>
                <a:gd name="connsiteX20" fmla="*/ 258289 w 271925"/>
                <a:gd name="connsiteY20" fmla="*/ 13814 h 374544"/>
                <a:gd name="connsiteX21" fmla="*/ 13636 w 271925"/>
                <a:gd name="connsiteY21" fmla="*/ 13814 h 37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1925" h="374544">
                  <a:moveTo>
                    <a:pt x="242174" y="374543"/>
                  </a:moveTo>
                  <a:lnTo>
                    <a:pt x="6874" y="374543"/>
                  </a:lnTo>
                  <a:cubicBezTo>
                    <a:pt x="3140" y="374606"/>
                    <a:pt x="63" y="371591"/>
                    <a:pt x="1" y="367809"/>
                  </a:cubicBezTo>
                  <a:cubicBezTo>
                    <a:pt x="0" y="367771"/>
                    <a:pt x="0" y="367732"/>
                    <a:pt x="0" y="367694"/>
                  </a:cubicBezTo>
                  <a:lnTo>
                    <a:pt x="0" y="6850"/>
                  </a:lnTo>
                  <a:cubicBezTo>
                    <a:pt x="-1" y="3067"/>
                    <a:pt x="3026" y="1"/>
                    <a:pt x="6761" y="0"/>
                  </a:cubicBezTo>
                  <a:cubicBezTo>
                    <a:pt x="6798" y="0"/>
                    <a:pt x="6836" y="0"/>
                    <a:pt x="6874" y="1"/>
                  </a:cubicBezTo>
                  <a:lnTo>
                    <a:pt x="265163" y="1"/>
                  </a:lnTo>
                  <a:cubicBezTo>
                    <a:pt x="268897" y="1"/>
                    <a:pt x="271924" y="3067"/>
                    <a:pt x="271924" y="6850"/>
                  </a:cubicBezTo>
                  <a:lnTo>
                    <a:pt x="271924" y="245320"/>
                  </a:lnTo>
                  <a:cubicBezTo>
                    <a:pt x="271986" y="249102"/>
                    <a:pt x="269010" y="252219"/>
                    <a:pt x="265276" y="252282"/>
                  </a:cubicBezTo>
                  <a:cubicBezTo>
                    <a:pt x="265238" y="252283"/>
                    <a:pt x="265201" y="252283"/>
                    <a:pt x="265163" y="252283"/>
                  </a:cubicBezTo>
                  <a:cubicBezTo>
                    <a:pt x="234418" y="252163"/>
                    <a:pt x="209397" y="277313"/>
                    <a:pt x="209278" y="308457"/>
                  </a:cubicBezTo>
                  <a:cubicBezTo>
                    <a:pt x="209190" y="331747"/>
                    <a:pt x="223244" y="352696"/>
                    <a:pt x="244653" y="361187"/>
                  </a:cubicBezTo>
                  <a:cubicBezTo>
                    <a:pt x="247725" y="362399"/>
                    <a:pt x="249487" y="365678"/>
                    <a:pt x="248822" y="368949"/>
                  </a:cubicBezTo>
                  <a:cubicBezTo>
                    <a:pt x="248268" y="372218"/>
                    <a:pt x="245447" y="374591"/>
                    <a:pt x="242174" y="374543"/>
                  </a:cubicBezTo>
                  <a:close/>
                  <a:moveTo>
                    <a:pt x="13636" y="360730"/>
                  </a:moveTo>
                  <a:lnTo>
                    <a:pt x="218396" y="360730"/>
                  </a:lnTo>
                  <a:cubicBezTo>
                    <a:pt x="190075" y="334554"/>
                    <a:pt x="188064" y="290077"/>
                    <a:pt x="213905" y="261388"/>
                  </a:cubicBezTo>
                  <a:cubicBezTo>
                    <a:pt x="225445" y="248576"/>
                    <a:pt x="241252" y="240536"/>
                    <a:pt x="258289" y="238813"/>
                  </a:cubicBezTo>
                  <a:lnTo>
                    <a:pt x="258289" y="13814"/>
                  </a:lnTo>
                  <a:lnTo>
                    <a:pt x="13636" y="13814"/>
                  </a:ln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822DE8F5-F975-CD4E-B344-FE28C09FCA54}"/>
                </a:ext>
              </a:extLst>
            </p:cNvPr>
            <p:cNvSpPr/>
            <p:nvPr/>
          </p:nvSpPr>
          <p:spPr>
            <a:xfrm>
              <a:off x="6877560" y="2540706"/>
              <a:ext cx="138835" cy="140638"/>
            </a:xfrm>
            <a:custGeom>
              <a:avLst/>
              <a:gdLst>
                <a:gd name="connsiteX0" fmla="*/ 69531 w 138835"/>
                <a:gd name="connsiteY0" fmla="*/ 140639 h 140638"/>
                <a:gd name="connsiteX1" fmla="*/ 0 w 138835"/>
                <a:gd name="connsiteY1" fmla="*/ 70434 h 140638"/>
                <a:gd name="connsiteX2" fmla="*/ 69305 w 138835"/>
                <a:gd name="connsiteY2" fmla="*/ 0 h 140638"/>
                <a:gd name="connsiteX3" fmla="*/ 138836 w 138835"/>
                <a:gd name="connsiteY3" fmla="*/ 70205 h 140638"/>
                <a:gd name="connsiteX4" fmla="*/ 138836 w 138835"/>
                <a:gd name="connsiteY4" fmla="*/ 70319 h 140638"/>
                <a:gd name="connsiteX5" fmla="*/ 69531 w 138835"/>
                <a:gd name="connsiteY5" fmla="*/ 140639 h 140638"/>
                <a:gd name="connsiteX6" fmla="*/ 69531 w 138835"/>
                <a:gd name="connsiteY6" fmla="*/ 13927 h 140638"/>
                <a:gd name="connsiteX7" fmla="*/ 13636 w 138835"/>
                <a:gd name="connsiteY7" fmla="*/ 70319 h 140638"/>
                <a:gd name="connsiteX8" fmla="*/ 69305 w 138835"/>
                <a:gd name="connsiteY8" fmla="*/ 126940 h 140638"/>
                <a:gd name="connsiteX9" fmla="*/ 125200 w 138835"/>
                <a:gd name="connsiteY9" fmla="*/ 70547 h 140638"/>
                <a:gd name="connsiteX10" fmla="*/ 125200 w 138835"/>
                <a:gd name="connsiteY10" fmla="*/ 70319 h 140638"/>
                <a:gd name="connsiteX11" fmla="*/ 69531 w 138835"/>
                <a:gd name="connsiteY11" fmla="*/ 13927 h 14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35" h="140638">
                  <a:moveTo>
                    <a:pt x="69531" y="140639"/>
                  </a:moveTo>
                  <a:cubicBezTo>
                    <a:pt x="31192" y="140702"/>
                    <a:pt x="62" y="109270"/>
                    <a:pt x="0" y="70434"/>
                  </a:cubicBezTo>
                  <a:cubicBezTo>
                    <a:pt x="-62" y="31597"/>
                    <a:pt x="30967" y="63"/>
                    <a:pt x="69305" y="0"/>
                  </a:cubicBezTo>
                  <a:cubicBezTo>
                    <a:pt x="107644" y="-63"/>
                    <a:pt x="138773" y="31369"/>
                    <a:pt x="138836" y="70205"/>
                  </a:cubicBezTo>
                  <a:cubicBezTo>
                    <a:pt x="138836" y="70243"/>
                    <a:pt x="138836" y="70281"/>
                    <a:pt x="138836" y="70319"/>
                  </a:cubicBezTo>
                  <a:cubicBezTo>
                    <a:pt x="138836" y="109111"/>
                    <a:pt x="107825" y="140576"/>
                    <a:pt x="69531" y="140639"/>
                  </a:cubicBezTo>
                  <a:close/>
                  <a:moveTo>
                    <a:pt x="69531" y="13927"/>
                  </a:moveTo>
                  <a:cubicBezTo>
                    <a:pt x="38723" y="13864"/>
                    <a:pt x="13698" y="39112"/>
                    <a:pt x="13636" y="70319"/>
                  </a:cubicBezTo>
                  <a:cubicBezTo>
                    <a:pt x="13574" y="101527"/>
                    <a:pt x="38498" y="126877"/>
                    <a:pt x="69305" y="126940"/>
                  </a:cubicBezTo>
                  <a:cubicBezTo>
                    <a:pt x="100113" y="127003"/>
                    <a:pt x="125138" y="101755"/>
                    <a:pt x="125200" y="70547"/>
                  </a:cubicBezTo>
                  <a:cubicBezTo>
                    <a:pt x="125200" y="70471"/>
                    <a:pt x="125200" y="70395"/>
                    <a:pt x="125200" y="70319"/>
                  </a:cubicBezTo>
                  <a:cubicBezTo>
                    <a:pt x="124835" y="39329"/>
                    <a:pt x="100124" y="14297"/>
                    <a:pt x="69531" y="13927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93558C01-7591-AC40-86AE-D770BA945837}"/>
                </a:ext>
              </a:extLst>
            </p:cNvPr>
            <p:cNvSpPr/>
            <p:nvPr/>
          </p:nvSpPr>
          <p:spPr>
            <a:xfrm>
              <a:off x="6909607" y="2584518"/>
              <a:ext cx="73341" cy="59843"/>
            </a:xfrm>
            <a:custGeom>
              <a:avLst/>
              <a:gdLst>
                <a:gd name="connsiteX0" fmla="*/ 31510 w 73341"/>
                <a:gd name="connsiteY0" fmla="*/ 59841 h 59843"/>
                <a:gd name="connsiteX1" fmla="*/ 25988 w 73341"/>
                <a:gd name="connsiteY1" fmla="*/ 56987 h 59843"/>
                <a:gd name="connsiteX2" fmla="*/ 1309 w 73341"/>
                <a:gd name="connsiteY2" fmla="*/ 23197 h 59843"/>
                <a:gd name="connsiteX3" fmla="*/ 2887 w 73341"/>
                <a:gd name="connsiteY3" fmla="*/ 13380 h 59843"/>
                <a:gd name="connsiteX4" fmla="*/ 12578 w 73341"/>
                <a:gd name="connsiteY4" fmla="*/ 14978 h 59843"/>
                <a:gd name="connsiteX5" fmla="*/ 31510 w 73341"/>
                <a:gd name="connsiteY5" fmla="*/ 41347 h 59843"/>
                <a:gd name="connsiteX6" fmla="*/ 60697 w 73341"/>
                <a:gd name="connsiteY6" fmla="*/ 2877 h 59843"/>
                <a:gd name="connsiteX7" fmla="*/ 70502 w 73341"/>
                <a:gd name="connsiteY7" fmla="*/ 1393 h 59843"/>
                <a:gd name="connsiteX8" fmla="*/ 71967 w 73341"/>
                <a:gd name="connsiteY8" fmla="*/ 11325 h 59843"/>
                <a:gd name="connsiteX9" fmla="*/ 37258 w 73341"/>
                <a:gd name="connsiteY9" fmla="*/ 56987 h 59843"/>
                <a:gd name="connsiteX10" fmla="*/ 31510 w 73341"/>
                <a:gd name="connsiteY10" fmla="*/ 59841 h 5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41" h="59843">
                  <a:moveTo>
                    <a:pt x="31510" y="59841"/>
                  </a:moveTo>
                  <a:cubicBezTo>
                    <a:pt x="29313" y="59890"/>
                    <a:pt x="27238" y="58818"/>
                    <a:pt x="25988" y="56987"/>
                  </a:cubicBezTo>
                  <a:lnTo>
                    <a:pt x="1309" y="23197"/>
                  </a:lnTo>
                  <a:cubicBezTo>
                    <a:pt x="-931" y="20045"/>
                    <a:pt x="-225" y="15649"/>
                    <a:pt x="2887" y="13380"/>
                  </a:cubicBezTo>
                  <a:cubicBezTo>
                    <a:pt x="5999" y="11110"/>
                    <a:pt x="10338" y="11825"/>
                    <a:pt x="12578" y="14978"/>
                  </a:cubicBezTo>
                  <a:lnTo>
                    <a:pt x="31510" y="41347"/>
                  </a:lnTo>
                  <a:lnTo>
                    <a:pt x="60697" y="2877"/>
                  </a:lnTo>
                  <a:cubicBezTo>
                    <a:pt x="63000" y="-275"/>
                    <a:pt x="67390" y="-939"/>
                    <a:pt x="70502" y="1393"/>
                  </a:cubicBezTo>
                  <a:cubicBezTo>
                    <a:pt x="73613" y="3726"/>
                    <a:pt x="74269" y="8172"/>
                    <a:pt x="71967" y="11325"/>
                  </a:cubicBezTo>
                  <a:lnTo>
                    <a:pt x="37258" y="56987"/>
                  </a:lnTo>
                  <a:cubicBezTo>
                    <a:pt x="35923" y="58839"/>
                    <a:pt x="33773" y="59906"/>
                    <a:pt x="31510" y="5984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77A91F3C-F834-2745-A531-9F507FB86F65}"/>
                </a:ext>
              </a:extLst>
            </p:cNvPr>
            <p:cNvSpPr/>
            <p:nvPr/>
          </p:nvSpPr>
          <p:spPr>
            <a:xfrm>
              <a:off x="6710437" y="2276666"/>
              <a:ext cx="271925" cy="285387"/>
            </a:xfrm>
            <a:custGeom>
              <a:avLst/>
              <a:gdLst>
                <a:gd name="connsiteX0" fmla="*/ 265051 w 271925"/>
                <a:gd name="connsiteY0" fmla="*/ 285387 h 285387"/>
                <a:gd name="connsiteX1" fmla="*/ 262008 w 271925"/>
                <a:gd name="connsiteY1" fmla="*/ 284588 h 285387"/>
                <a:gd name="connsiteX2" fmla="*/ 236653 w 271925"/>
                <a:gd name="connsiteY2" fmla="*/ 278424 h 285387"/>
                <a:gd name="connsiteX3" fmla="*/ 229779 w 271925"/>
                <a:gd name="connsiteY3" fmla="*/ 271460 h 285387"/>
                <a:gd name="connsiteX4" fmla="*/ 229779 w 271925"/>
                <a:gd name="connsiteY4" fmla="*/ 39498 h 285387"/>
                <a:gd name="connsiteX5" fmla="*/ 6762 w 271925"/>
                <a:gd name="connsiteY5" fmla="*/ 39498 h 285387"/>
                <a:gd name="connsiteX6" fmla="*/ 0 w 271925"/>
                <a:gd name="connsiteY6" fmla="*/ 32649 h 285387"/>
                <a:gd name="connsiteX7" fmla="*/ 1 w 271925"/>
                <a:gd name="connsiteY7" fmla="*/ 32534 h 285387"/>
                <a:gd name="connsiteX8" fmla="*/ 1 w 271925"/>
                <a:gd name="connsiteY8" fmla="*/ 6963 h 285387"/>
                <a:gd name="connsiteX9" fmla="*/ 6649 w 271925"/>
                <a:gd name="connsiteY9" fmla="*/ 1 h 285387"/>
                <a:gd name="connsiteX10" fmla="*/ 6762 w 271925"/>
                <a:gd name="connsiteY10" fmla="*/ 0 h 285387"/>
                <a:gd name="connsiteX11" fmla="*/ 265051 w 271925"/>
                <a:gd name="connsiteY11" fmla="*/ 0 h 285387"/>
                <a:gd name="connsiteX12" fmla="*/ 271925 w 271925"/>
                <a:gd name="connsiteY12" fmla="*/ 6963 h 285387"/>
                <a:gd name="connsiteX13" fmla="*/ 271925 w 271925"/>
                <a:gd name="connsiteY13" fmla="*/ 277967 h 285387"/>
                <a:gd name="connsiteX14" fmla="*/ 268657 w 271925"/>
                <a:gd name="connsiteY14" fmla="*/ 283903 h 285387"/>
                <a:gd name="connsiteX15" fmla="*/ 265051 w 271925"/>
                <a:gd name="connsiteY15" fmla="*/ 285387 h 285387"/>
                <a:gd name="connsiteX16" fmla="*/ 243414 w 271925"/>
                <a:gd name="connsiteY16" fmla="*/ 264953 h 285387"/>
                <a:gd name="connsiteX17" fmla="*/ 258289 w 271925"/>
                <a:gd name="connsiteY17" fmla="*/ 268036 h 285387"/>
                <a:gd name="connsiteX18" fmla="*/ 258290 w 271925"/>
                <a:gd name="connsiteY18" fmla="*/ 13813 h 285387"/>
                <a:gd name="connsiteX19" fmla="*/ 13637 w 271925"/>
                <a:gd name="connsiteY19" fmla="*/ 13813 h 285387"/>
                <a:gd name="connsiteX20" fmla="*/ 13637 w 271925"/>
                <a:gd name="connsiteY20" fmla="*/ 25228 h 285387"/>
                <a:gd name="connsiteX21" fmla="*/ 236653 w 271925"/>
                <a:gd name="connsiteY21" fmla="*/ 25228 h 285387"/>
                <a:gd name="connsiteX22" fmla="*/ 243414 w 271925"/>
                <a:gd name="connsiteY22" fmla="*/ 32078 h 28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1925" h="285387">
                  <a:moveTo>
                    <a:pt x="265051" y="285387"/>
                  </a:moveTo>
                  <a:cubicBezTo>
                    <a:pt x="263985" y="285395"/>
                    <a:pt x="262936" y="285120"/>
                    <a:pt x="262008" y="284588"/>
                  </a:cubicBezTo>
                  <a:cubicBezTo>
                    <a:pt x="254157" y="280529"/>
                    <a:pt x="245467" y="278416"/>
                    <a:pt x="236653" y="278424"/>
                  </a:cubicBezTo>
                  <a:cubicBezTo>
                    <a:pt x="232856" y="278424"/>
                    <a:pt x="229779" y="275306"/>
                    <a:pt x="229779" y="271460"/>
                  </a:cubicBezTo>
                  <a:lnTo>
                    <a:pt x="229779" y="39498"/>
                  </a:lnTo>
                  <a:lnTo>
                    <a:pt x="6762" y="39498"/>
                  </a:lnTo>
                  <a:cubicBezTo>
                    <a:pt x="3028" y="39498"/>
                    <a:pt x="1" y="36432"/>
                    <a:pt x="0" y="32649"/>
                  </a:cubicBezTo>
                  <a:cubicBezTo>
                    <a:pt x="0" y="32611"/>
                    <a:pt x="0" y="32573"/>
                    <a:pt x="1" y="32534"/>
                  </a:cubicBezTo>
                  <a:lnTo>
                    <a:pt x="1" y="6963"/>
                  </a:lnTo>
                  <a:cubicBezTo>
                    <a:pt x="-61" y="3181"/>
                    <a:pt x="2915" y="64"/>
                    <a:pt x="6649" y="1"/>
                  </a:cubicBezTo>
                  <a:cubicBezTo>
                    <a:pt x="6687" y="0"/>
                    <a:pt x="6725" y="0"/>
                    <a:pt x="6762" y="0"/>
                  </a:cubicBezTo>
                  <a:lnTo>
                    <a:pt x="265051" y="0"/>
                  </a:lnTo>
                  <a:cubicBezTo>
                    <a:pt x="268847" y="0"/>
                    <a:pt x="271925" y="3118"/>
                    <a:pt x="271925" y="6963"/>
                  </a:cubicBezTo>
                  <a:lnTo>
                    <a:pt x="271925" y="277967"/>
                  </a:lnTo>
                  <a:cubicBezTo>
                    <a:pt x="271950" y="280392"/>
                    <a:pt x="270707" y="282650"/>
                    <a:pt x="268657" y="283903"/>
                  </a:cubicBezTo>
                  <a:cubicBezTo>
                    <a:pt x="267618" y="284734"/>
                    <a:pt x="266368" y="285249"/>
                    <a:pt x="265051" y="285387"/>
                  </a:cubicBezTo>
                  <a:close/>
                  <a:moveTo>
                    <a:pt x="243414" y="264953"/>
                  </a:moveTo>
                  <a:cubicBezTo>
                    <a:pt x="248471" y="265412"/>
                    <a:pt x="253461" y="266446"/>
                    <a:pt x="258289" y="268036"/>
                  </a:cubicBezTo>
                  <a:lnTo>
                    <a:pt x="258290" y="13813"/>
                  </a:lnTo>
                  <a:lnTo>
                    <a:pt x="13637" y="13813"/>
                  </a:lnTo>
                  <a:lnTo>
                    <a:pt x="13637" y="25228"/>
                  </a:lnTo>
                  <a:lnTo>
                    <a:pt x="236653" y="25228"/>
                  </a:lnTo>
                  <a:cubicBezTo>
                    <a:pt x="240387" y="25228"/>
                    <a:pt x="243414" y="28295"/>
                    <a:pt x="243414" y="3207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6" name="Graphic 62">
            <a:extLst>
              <a:ext uri="{FF2B5EF4-FFF2-40B4-BE49-F238E27FC236}">
                <a16:creationId xmlns:a16="http://schemas.microsoft.com/office/drawing/2014/main" id="{45E84C7D-7692-5149-B8CA-1D877E64A525}"/>
              </a:ext>
            </a:extLst>
          </p:cNvPr>
          <p:cNvGrpSpPr>
            <a:grpSpLocks noChangeAspect="1"/>
          </p:cNvGrpSpPr>
          <p:nvPr/>
        </p:nvGrpSpPr>
        <p:grpSpPr>
          <a:xfrm>
            <a:off x="5142030" y="5146281"/>
            <a:ext cx="462485" cy="340579"/>
            <a:chOff x="6643510" y="2322767"/>
            <a:chExt cx="420441" cy="309617"/>
          </a:xfrm>
          <a:solidFill>
            <a:srgbClr val="FFFFFF"/>
          </a:solidFill>
        </p:grpSpPr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DECC4EA1-6307-6047-A47D-6A99DFEC6A4C}"/>
                </a:ext>
              </a:extLst>
            </p:cNvPr>
            <p:cNvSpPr/>
            <p:nvPr/>
          </p:nvSpPr>
          <p:spPr>
            <a:xfrm>
              <a:off x="6643510" y="2575923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85A4F37-6C6D-E147-AF70-A8239D47E314}"/>
                </a:ext>
              </a:extLst>
            </p:cNvPr>
            <p:cNvSpPr/>
            <p:nvPr/>
          </p:nvSpPr>
          <p:spPr>
            <a:xfrm>
              <a:off x="6654229" y="2322767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704CD28-FC02-424A-8B71-99F20C605191}"/>
                </a:ext>
              </a:extLst>
            </p:cNvPr>
            <p:cNvSpPr/>
            <p:nvPr/>
          </p:nvSpPr>
          <p:spPr>
            <a:xfrm>
              <a:off x="6683042" y="2351793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0FFEB33-B0CA-814E-ACF3-AE3880B22159}"/>
                </a:ext>
              </a:extLst>
            </p:cNvPr>
            <p:cNvSpPr/>
            <p:nvPr/>
          </p:nvSpPr>
          <p:spPr>
            <a:xfrm>
              <a:off x="6746086" y="2386511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12C1AA08-EDA0-0042-9039-3E90344D148A}"/>
                </a:ext>
              </a:extLst>
            </p:cNvPr>
            <p:cNvSpPr/>
            <p:nvPr/>
          </p:nvSpPr>
          <p:spPr>
            <a:xfrm>
              <a:off x="6721651" y="2441335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7BB2B41A-0F14-8040-8CFA-9032A815075A}"/>
                </a:ext>
              </a:extLst>
            </p:cNvPr>
            <p:cNvSpPr/>
            <p:nvPr/>
          </p:nvSpPr>
          <p:spPr>
            <a:xfrm>
              <a:off x="6766946" y="2471290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78E5D0A2-E7CA-A54C-85DC-086EDE047DC1}"/>
                </a:ext>
              </a:extLst>
            </p:cNvPr>
            <p:cNvSpPr/>
            <p:nvPr/>
          </p:nvSpPr>
          <p:spPr>
            <a:xfrm>
              <a:off x="6851541" y="2383893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503F162-24EA-4C4E-9CC3-7FC150072016}"/>
                </a:ext>
              </a:extLst>
            </p:cNvPr>
            <p:cNvSpPr/>
            <p:nvPr/>
          </p:nvSpPr>
          <p:spPr>
            <a:xfrm>
              <a:off x="6886463" y="2414057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2288ED72-EC21-924D-AC37-09DD53820426}"/>
                </a:ext>
              </a:extLst>
            </p:cNvPr>
            <p:cNvSpPr/>
            <p:nvPr/>
          </p:nvSpPr>
          <p:spPr>
            <a:xfrm>
              <a:off x="6914469" y="2414057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AB6DB82D-186D-F645-A50D-456948ED4BF7}"/>
                </a:ext>
              </a:extLst>
            </p:cNvPr>
            <p:cNvSpPr/>
            <p:nvPr/>
          </p:nvSpPr>
          <p:spPr>
            <a:xfrm>
              <a:off x="6943552" y="2414058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7" name="Graphic 64">
            <a:extLst>
              <a:ext uri="{FF2B5EF4-FFF2-40B4-BE49-F238E27FC236}">
                <a16:creationId xmlns:a16="http://schemas.microsoft.com/office/drawing/2014/main" id="{E34D938D-6ED5-D247-82F9-C35EE52CDCDC}"/>
              </a:ext>
            </a:extLst>
          </p:cNvPr>
          <p:cNvGrpSpPr>
            <a:grpSpLocks noChangeAspect="1"/>
          </p:cNvGrpSpPr>
          <p:nvPr/>
        </p:nvGrpSpPr>
        <p:grpSpPr>
          <a:xfrm>
            <a:off x="7552413" y="3580483"/>
            <a:ext cx="355180" cy="451590"/>
            <a:chOff x="6689611" y="2268982"/>
            <a:chExt cx="322891" cy="410536"/>
          </a:xfrm>
          <a:solidFill>
            <a:srgbClr val="FFFFFF"/>
          </a:solidFill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405508A-3E9D-F642-BE37-F970DCD48F23}"/>
                </a:ext>
              </a:extLst>
            </p:cNvPr>
            <p:cNvSpPr/>
            <p:nvPr/>
          </p:nvSpPr>
          <p:spPr>
            <a:xfrm>
              <a:off x="6689611" y="2268982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723FC1D5-EC7E-2C4B-A6B9-8075E5E284FE}"/>
                </a:ext>
              </a:extLst>
            </p:cNvPr>
            <p:cNvSpPr/>
            <p:nvPr/>
          </p:nvSpPr>
          <p:spPr>
            <a:xfrm>
              <a:off x="6760583" y="2343442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AC15F9C-D7EC-8D41-AA77-84CB06AC69FD}"/>
                </a:ext>
              </a:extLst>
            </p:cNvPr>
            <p:cNvSpPr/>
            <p:nvPr/>
          </p:nvSpPr>
          <p:spPr>
            <a:xfrm>
              <a:off x="6729580" y="2411565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09E43BE-6777-A640-90A4-E64BE0BEFD33}"/>
                </a:ext>
              </a:extLst>
            </p:cNvPr>
            <p:cNvSpPr/>
            <p:nvPr/>
          </p:nvSpPr>
          <p:spPr>
            <a:xfrm>
              <a:off x="6729580" y="2457261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65F6DD1C-CF5D-214E-A4DF-2C2A584B92BD}"/>
                </a:ext>
              </a:extLst>
            </p:cNvPr>
            <p:cNvSpPr/>
            <p:nvPr/>
          </p:nvSpPr>
          <p:spPr>
            <a:xfrm>
              <a:off x="6728796" y="2503686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63B4540-E169-3F4B-ADBE-8B9F2F0CC663}"/>
                </a:ext>
              </a:extLst>
            </p:cNvPr>
            <p:cNvSpPr/>
            <p:nvPr/>
          </p:nvSpPr>
          <p:spPr>
            <a:xfrm>
              <a:off x="6728452" y="2549326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DD0E5B8-DF6E-F342-8A19-0FB848A22278}"/>
                </a:ext>
              </a:extLst>
            </p:cNvPr>
            <p:cNvSpPr/>
            <p:nvPr/>
          </p:nvSpPr>
          <p:spPr>
            <a:xfrm>
              <a:off x="6841768" y="2618234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329E2DB-92B0-1747-B584-56FB538B4BA9}"/>
                </a:ext>
              </a:extLst>
            </p:cNvPr>
            <p:cNvSpPr/>
            <p:nvPr/>
          </p:nvSpPr>
          <p:spPr>
            <a:xfrm>
              <a:off x="6902052" y="2326472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C308771C-30A5-0B43-9BF6-A0236586C656}"/>
                </a:ext>
              </a:extLst>
            </p:cNvPr>
            <p:cNvSpPr/>
            <p:nvPr/>
          </p:nvSpPr>
          <p:spPr>
            <a:xfrm>
              <a:off x="6902187" y="2570884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1BB079E5-767E-D04E-8FE7-425C9307A43C}"/>
                </a:ext>
              </a:extLst>
            </p:cNvPr>
            <p:cNvSpPr/>
            <p:nvPr/>
          </p:nvSpPr>
          <p:spPr>
            <a:xfrm>
              <a:off x="6949659" y="2303790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3E40F336-871E-C946-9561-D462BDDA77DF}"/>
                </a:ext>
              </a:extLst>
            </p:cNvPr>
            <p:cNvSpPr/>
            <p:nvPr/>
          </p:nvSpPr>
          <p:spPr>
            <a:xfrm>
              <a:off x="6939677" y="2356401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2FD1E5A6-DF7A-4F4A-AE91-1D3CC9424485}"/>
                </a:ext>
              </a:extLst>
            </p:cNvPr>
            <p:cNvSpPr/>
            <p:nvPr/>
          </p:nvSpPr>
          <p:spPr>
            <a:xfrm>
              <a:off x="6935964" y="2378849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0" name="Graphic 66">
            <a:extLst>
              <a:ext uri="{FF2B5EF4-FFF2-40B4-BE49-F238E27FC236}">
                <a16:creationId xmlns:a16="http://schemas.microsoft.com/office/drawing/2014/main" id="{729F5C87-6CE7-1A44-9C4D-7B76DD20A7F4}"/>
              </a:ext>
            </a:extLst>
          </p:cNvPr>
          <p:cNvGrpSpPr>
            <a:grpSpLocks noChangeAspect="1"/>
          </p:cNvGrpSpPr>
          <p:nvPr/>
        </p:nvGrpSpPr>
        <p:grpSpPr>
          <a:xfrm>
            <a:off x="5139454" y="2291945"/>
            <a:ext cx="359921" cy="459466"/>
            <a:chOff x="6689612" y="2268961"/>
            <a:chExt cx="327201" cy="417696"/>
          </a:xfrm>
          <a:solidFill>
            <a:srgbClr val="FFFFFF"/>
          </a:solidFill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38C8047-3A43-AD46-B86E-477C1C384471}"/>
                </a:ext>
              </a:extLst>
            </p:cNvPr>
            <p:cNvSpPr/>
            <p:nvPr/>
          </p:nvSpPr>
          <p:spPr>
            <a:xfrm>
              <a:off x="6931433" y="2564050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6C4CF9A4-6F82-354E-8288-1897FB33E51D}"/>
                </a:ext>
              </a:extLst>
            </p:cNvPr>
            <p:cNvSpPr/>
            <p:nvPr/>
          </p:nvSpPr>
          <p:spPr>
            <a:xfrm>
              <a:off x="6755075" y="2268961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B9F6A3EE-E528-8642-80B4-59F3DF0C1AC7}"/>
                </a:ext>
              </a:extLst>
            </p:cNvPr>
            <p:cNvSpPr/>
            <p:nvPr/>
          </p:nvSpPr>
          <p:spPr>
            <a:xfrm>
              <a:off x="6754176" y="2338076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9EACDD2-3547-0343-B72E-A9FBA89EE027}"/>
                </a:ext>
              </a:extLst>
            </p:cNvPr>
            <p:cNvSpPr/>
            <p:nvPr/>
          </p:nvSpPr>
          <p:spPr>
            <a:xfrm>
              <a:off x="6765240" y="2432813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F712A3B1-36E2-9244-92A5-445E2DEDFF8F}"/>
                </a:ext>
              </a:extLst>
            </p:cNvPr>
            <p:cNvSpPr/>
            <p:nvPr/>
          </p:nvSpPr>
          <p:spPr>
            <a:xfrm>
              <a:off x="6766139" y="2468485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BF8A0AA-59DE-C74F-972A-41FA4113FA34}"/>
                </a:ext>
              </a:extLst>
            </p:cNvPr>
            <p:cNvSpPr/>
            <p:nvPr/>
          </p:nvSpPr>
          <p:spPr>
            <a:xfrm>
              <a:off x="6765240" y="2504155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4A244592-9E5C-6843-8030-0F1E7A169C40}"/>
                </a:ext>
              </a:extLst>
            </p:cNvPr>
            <p:cNvSpPr/>
            <p:nvPr/>
          </p:nvSpPr>
          <p:spPr>
            <a:xfrm>
              <a:off x="6765240" y="2539884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676348D6-9CE5-FD44-9196-FF0A278CDDEE}"/>
                </a:ext>
              </a:extLst>
            </p:cNvPr>
            <p:cNvSpPr/>
            <p:nvPr/>
          </p:nvSpPr>
          <p:spPr>
            <a:xfrm>
              <a:off x="6765240" y="2575612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4E96261-C16E-F543-8391-D9DA3105CB80}"/>
                </a:ext>
              </a:extLst>
            </p:cNvPr>
            <p:cNvSpPr/>
            <p:nvPr/>
          </p:nvSpPr>
          <p:spPr>
            <a:xfrm>
              <a:off x="6943836" y="2576783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3F727542-6531-554D-9954-3393F5CD2F0D}"/>
                </a:ext>
              </a:extLst>
            </p:cNvPr>
            <p:cNvSpPr/>
            <p:nvPr/>
          </p:nvSpPr>
          <p:spPr>
            <a:xfrm>
              <a:off x="6720730" y="2355536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64B4F70-FBD8-5144-8293-40C68263CF51}"/>
                </a:ext>
              </a:extLst>
            </p:cNvPr>
            <p:cNvSpPr/>
            <p:nvPr/>
          </p:nvSpPr>
          <p:spPr>
            <a:xfrm>
              <a:off x="6689612" y="2319578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5B91BDEE-B867-FF4D-8F97-DF1C685D41E2}"/>
                </a:ext>
              </a:extLst>
            </p:cNvPr>
            <p:cNvSpPr/>
            <p:nvPr/>
          </p:nvSpPr>
          <p:spPr>
            <a:xfrm>
              <a:off x="6979644" y="2476921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FD937DF4-6852-784F-AB9B-8D0DC7AAFCFB}"/>
                </a:ext>
              </a:extLst>
            </p:cNvPr>
            <p:cNvSpPr/>
            <p:nvPr/>
          </p:nvSpPr>
          <p:spPr>
            <a:xfrm>
              <a:off x="6979702" y="2429044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3644C49F-8BE8-5342-A2E0-29A350A7029E}"/>
                </a:ext>
              </a:extLst>
            </p:cNvPr>
            <p:cNvSpPr/>
            <p:nvPr/>
          </p:nvSpPr>
          <p:spPr>
            <a:xfrm>
              <a:off x="6979701" y="2383288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5" name="Graphic 68">
            <a:extLst>
              <a:ext uri="{FF2B5EF4-FFF2-40B4-BE49-F238E27FC236}">
                <a16:creationId xmlns:a16="http://schemas.microsoft.com/office/drawing/2014/main" id="{15A3940E-A337-CA47-88B5-3C0E8EFA4C70}"/>
              </a:ext>
            </a:extLst>
          </p:cNvPr>
          <p:cNvGrpSpPr>
            <a:grpSpLocks noChangeAspect="1"/>
          </p:cNvGrpSpPr>
          <p:nvPr/>
        </p:nvGrpSpPr>
        <p:grpSpPr>
          <a:xfrm>
            <a:off x="6648212" y="2248086"/>
            <a:ext cx="403659" cy="459696"/>
            <a:chOff x="6666560" y="2268982"/>
            <a:chExt cx="366963" cy="417905"/>
          </a:xfrm>
          <a:solidFill>
            <a:srgbClr val="FFFFFF"/>
          </a:solidFill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03F0F1C1-AE86-4E43-9ECA-73DB401B4FCD}"/>
                </a:ext>
              </a:extLst>
            </p:cNvPr>
            <p:cNvSpPr/>
            <p:nvPr/>
          </p:nvSpPr>
          <p:spPr>
            <a:xfrm>
              <a:off x="6701367" y="2358534"/>
              <a:ext cx="87591" cy="87591"/>
            </a:xfrm>
            <a:custGeom>
              <a:avLst/>
              <a:gdLst>
                <a:gd name="connsiteX0" fmla="*/ 43911 w 87591"/>
                <a:gd name="connsiteY0" fmla="*/ 87592 h 87591"/>
                <a:gd name="connsiteX1" fmla="*/ 0 w 87591"/>
                <a:gd name="connsiteY1" fmla="*/ 43911 h 87591"/>
                <a:gd name="connsiteX2" fmla="*/ 43681 w 87591"/>
                <a:gd name="connsiteY2" fmla="*/ 0 h 87591"/>
                <a:gd name="connsiteX3" fmla="*/ 87592 w 87591"/>
                <a:gd name="connsiteY3" fmla="*/ 43681 h 87591"/>
                <a:gd name="connsiteX4" fmla="*/ 87592 w 87591"/>
                <a:gd name="connsiteY4" fmla="*/ 43796 h 87591"/>
                <a:gd name="connsiteX5" fmla="*/ 43911 w 87591"/>
                <a:gd name="connsiteY5" fmla="*/ 87592 h 87591"/>
                <a:gd name="connsiteX6" fmla="*/ 43911 w 87591"/>
                <a:gd name="connsiteY6" fmla="*/ 14176 h 87591"/>
                <a:gd name="connsiteX7" fmla="*/ 13946 w 87591"/>
                <a:gd name="connsiteY7" fmla="*/ 43911 h 87591"/>
                <a:gd name="connsiteX8" fmla="*/ 43681 w 87591"/>
                <a:gd name="connsiteY8" fmla="*/ 73876 h 87591"/>
                <a:gd name="connsiteX9" fmla="*/ 73646 w 87591"/>
                <a:gd name="connsiteY9" fmla="*/ 44141 h 87591"/>
                <a:gd name="connsiteX10" fmla="*/ 73646 w 87591"/>
                <a:gd name="connsiteY10" fmla="*/ 43911 h 87591"/>
                <a:gd name="connsiteX11" fmla="*/ 43911 w 87591"/>
                <a:gd name="connsiteY11" fmla="*/ 14176 h 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91" h="87591">
                  <a:moveTo>
                    <a:pt x="43911" y="87592"/>
                  </a:moveTo>
                  <a:cubicBezTo>
                    <a:pt x="19723" y="87655"/>
                    <a:pt x="64" y="68099"/>
                    <a:pt x="0" y="43911"/>
                  </a:cubicBezTo>
                  <a:cubicBezTo>
                    <a:pt x="-63" y="19723"/>
                    <a:pt x="19493" y="64"/>
                    <a:pt x="43681" y="0"/>
                  </a:cubicBezTo>
                  <a:cubicBezTo>
                    <a:pt x="67868" y="-63"/>
                    <a:pt x="87528" y="19493"/>
                    <a:pt x="87592" y="43681"/>
                  </a:cubicBezTo>
                  <a:cubicBezTo>
                    <a:pt x="87592" y="43719"/>
                    <a:pt x="87592" y="43757"/>
                    <a:pt x="87592" y="43796"/>
                  </a:cubicBezTo>
                  <a:cubicBezTo>
                    <a:pt x="87592" y="67939"/>
                    <a:pt x="68054" y="87528"/>
                    <a:pt x="43911" y="87592"/>
                  </a:cubicBezTo>
                  <a:close/>
                  <a:moveTo>
                    <a:pt x="43911" y="14176"/>
                  </a:moveTo>
                  <a:cubicBezTo>
                    <a:pt x="27425" y="14112"/>
                    <a:pt x="14010" y="27425"/>
                    <a:pt x="13946" y="43911"/>
                  </a:cubicBezTo>
                  <a:cubicBezTo>
                    <a:pt x="13882" y="60397"/>
                    <a:pt x="27195" y="73813"/>
                    <a:pt x="43681" y="73876"/>
                  </a:cubicBezTo>
                  <a:cubicBezTo>
                    <a:pt x="60167" y="73940"/>
                    <a:pt x="73583" y="60627"/>
                    <a:pt x="73646" y="44141"/>
                  </a:cubicBezTo>
                  <a:cubicBezTo>
                    <a:pt x="73647" y="44064"/>
                    <a:pt x="73647" y="43988"/>
                    <a:pt x="73646" y="43911"/>
                  </a:cubicBezTo>
                  <a:cubicBezTo>
                    <a:pt x="73583" y="27515"/>
                    <a:pt x="60307" y="14239"/>
                    <a:pt x="43911" y="14176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1DAF163D-AAE1-5442-96BE-D7A78EC1209B}"/>
                </a:ext>
              </a:extLst>
            </p:cNvPr>
            <p:cNvSpPr/>
            <p:nvPr/>
          </p:nvSpPr>
          <p:spPr>
            <a:xfrm>
              <a:off x="6815096" y="2432122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26D8690-C295-D244-BC0B-D437169583E6}"/>
                </a:ext>
              </a:extLst>
            </p:cNvPr>
            <p:cNvSpPr/>
            <p:nvPr/>
          </p:nvSpPr>
          <p:spPr>
            <a:xfrm>
              <a:off x="6703695" y="2476379"/>
              <a:ext cx="160385" cy="14062"/>
            </a:xfrm>
            <a:custGeom>
              <a:avLst/>
              <a:gdLst>
                <a:gd name="connsiteX0" fmla="*/ 152456 w 160385"/>
                <a:gd name="connsiteY0" fmla="*/ 14004 h 14062"/>
                <a:gd name="connsiteX1" fmla="*/ 7929 w 160385"/>
                <a:gd name="connsiteY1" fmla="*/ 14004 h 14062"/>
                <a:gd name="connsiteX2" fmla="*/ 58 w 160385"/>
                <a:gd name="connsiteY2" fmla="*/ 7929 h 14062"/>
                <a:gd name="connsiteX3" fmla="*/ 6133 w 160385"/>
                <a:gd name="connsiteY3" fmla="*/ 58 h 14062"/>
                <a:gd name="connsiteX4" fmla="*/ 7929 w 160385"/>
                <a:gd name="connsiteY4" fmla="*/ 58 h 14062"/>
                <a:gd name="connsiteX5" fmla="*/ 152456 w 160385"/>
                <a:gd name="connsiteY5" fmla="*/ 58 h 14062"/>
                <a:gd name="connsiteX6" fmla="*/ 160327 w 160385"/>
                <a:gd name="connsiteY6" fmla="*/ 6133 h 14062"/>
                <a:gd name="connsiteX7" fmla="*/ 154253 w 160385"/>
                <a:gd name="connsiteY7" fmla="*/ 14004 h 14062"/>
                <a:gd name="connsiteX8" fmla="*/ 152456 w 16038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385" h="14062">
                  <a:moveTo>
                    <a:pt x="152456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52456" y="58"/>
                  </a:lnTo>
                  <a:cubicBezTo>
                    <a:pt x="156307" y="-438"/>
                    <a:pt x="159831" y="2282"/>
                    <a:pt x="160327" y="6133"/>
                  </a:cubicBezTo>
                  <a:cubicBezTo>
                    <a:pt x="160823" y="9984"/>
                    <a:pt x="158104" y="13508"/>
                    <a:pt x="154253" y="14004"/>
                  </a:cubicBezTo>
                  <a:cubicBezTo>
                    <a:pt x="153656" y="14081"/>
                    <a:pt x="153053" y="14081"/>
                    <a:pt x="152456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F96929D0-433A-0944-BD16-9E1CDA47447C}"/>
                </a:ext>
              </a:extLst>
            </p:cNvPr>
            <p:cNvSpPr/>
            <p:nvPr/>
          </p:nvSpPr>
          <p:spPr>
            <a:xfrm>
              <a:off x="6703695" y="2518100"/>
              <a:ext cx="121776" cy="14062"/>
            </a:xfrm>
            <a:custGeom>
              <a:avLst/>
              <a:gdLst>
                <a:gd name="connsiteX0" fmla="*/ 113847 w 121776"/>
                <a:gd name="connsiteY0" fmla="*/ 14004 h 14062"/>
                <a:gd name="connsiteX1" fmla="*/ 7929 w 121776"/>
                <a:gd name="connsiteY1" fmla="*/ 14004 h 14062"/>
                <a:gd name="connsiteX2" fmla="*/ 58 w 121776"/>
                <a:gd name="connsiteY2" fmla="*/ 7929 h 14062"/>
                <a:gd name="connsiteX3" fmla="*/ 6133 w 121776"/>
                <a:gd name="connsiteY3" fmla="*/ 58 h 14062"/>
                <a:gd name="connsiteX4" fmla="*/ 7929 w 121776"/>
                <a:gd name="connsiteY4" fmla="*/ 58 h 14062"/>
                <a:gd name="connsiteX5" fmla="*/ 113847 w 121776"/>
                <a:gd name="connsiteY5" fmla="*/ 58 h 14062"/>
                <a:gd name="connsiteX6" fmla="*/ 121718 w 121776"/>
                <a:gd name="connsiteY6" fmla="*/ 6133 h 14062"/>
                <a:gd name="connsiteX7" fmla="*/ 115643 w 121776"/>
                <a:gd name="connsiteY7" fmla="*/ 14004 h 14062"/>
                <a:gd name="connsiteX8" fmla="*/ 113847 w 121776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776" h="14062">
                  <a:moveTo>
                    <a:pt x="113847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13847" y="58"/>
                  </a:lnTo>
                  <a:cubicBezTo>
                    <a:pt x="117697" y="-438"/>
                    <a:pt x="121222" y="2282"/>
                    <a:pt x="121718" y="6133"/>
                  </a:cubicBezTo>
                  <a:cubicBezTo>
                    <a:pt x="122214" y="9984"/>
                    <a:pt x="119494" y="13508"/>
                    <a:pt x="115643" y="14004"/>
                  </a:cubicBezTo>
                  <a:cubicBezTo>
                    <a:pt x="115047" y="14081"/>
                    <a:pt x="114443" y="14081"/>
                    <a:pt x="113847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D178F2BD-5AFA-3244-B2E4-0AE5D619F32D}"/>
                </a:ext>
              </a:extLst>
            </p:cNvPr>
            <p:cNvSpPr/>
            <p:nvPr/>
          </p:nvSpPr>
          <p:spPr>
            <a:xfrm>
              <a:off x="6703695" y="2559937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6CC06D8-64A0-4F4E-8D95-E90D1B72B130}"/>
                </a:ext>
              </a:extLst>
            </p:cNvPr>
            <p:cNvSpPr/>
            <p:nvPr/>
          </p:nvSpPr>
          <p:spPr>
            <a:xfrm>
              <a:off x="6703695" y="2601658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C1586532-1217-DA47-A514-533C52375F72}"/>
                </a:ext>
              </a:extLst>
            </p:cNvPr>
            <p:cNvSpPr/>
            <p:nvPr/>
          </p:nvSpPr>
          <p:spPr>
            <a:xfrm>
              <a:off x="6815096" y="2398468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0F0DEBCD-BFF8-1246-8641-A66072216625}"/>
                </a:ext>
              </a:extLst>
            </p:cNvPr>
            <p:cNvSpPr/>
            <p:nvPr/>
          </p:nvSpPr>
          <p:spPr>
            <a:xfrm>
              <a:off x="6815096" y="2364814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93383C47-1502-FA4B-81D1-783B579F61F4}"/>
                </a:ext>
              </a:extLst>
            </p:cNvPr>
            <p:cNvSpPr/>
            <p:nvPr/>
          </p:nvSpPr>
          <p:spPr>
            <a:xfrm>
              <a:off x="6825033" y="2476437"/>
              <a:ext cx="208491" cy="208491"/>
            </a:xfrm>
            <a:custGeom>
              <a:avLst/>
              <a:gdLst>
                <a:gd name="connsiteX0" fmla="*/ 126432 w 208491"/>
                <a:gd name="connsiteY0" fmla="*/ 208492 h 208491"/>
                <a:gd name="connsiteX1" fmla="*/ 82060 w 208491"/>
                <a:gd name="connsiteY1" fmla="*/ 208492 h 208491"/>
                <a:gd name="connsiteX2" fmla="*/ 75029 w 208491"/>
                <a:gd name="connsiteY2" fmla="*/ 201461 h 208491"/>
                <a:gd name="connsiteX3" fmla="*/ 75029 w 208491"/>
                <a:gd name="connsiteY3" fmla="*/ 180601 h 208491"/>
                <a:gd name="connsiteX4" fmla="*/ 70880 w 208491"/>
                <a:gd name="connsiteY4" fmla="*/ 178757 h 208491"/>
                <a:gd name="connsiteX5" fmla="*/ 56128 w 208491"/>
                <a:gd name="connsiteY5" fmla="*/ 193624 h 208491"/>
                <a:gd name="connsiteX6" fmla="*/ 46216 w 208491"/>
                <a:gd name="connsiteY6" fmla="*/ 193624 h 208491"/>
                <a:gd name="connsiteX7" fmla="*/ 14407 w 208491"/>
                <a:gd name="connsiteY7" fmla="*/ 162276 h 208491"/>
                <a:gd name="connsiteX8" fmla="*/ 12332 w 208491"/>
                <a:gd name="connsiteY8" fmla="*/ 157320 h 208491"/>
                <a:gd name="connsiteX9" fmla="*/ 14407 w 208491"/>
                <a:gd name="connsiteY9" fmla="*/ 152364 h 208491"/>
                <a:gd name="connsiteX10" fmla="*/ 29159 w 208491"/>
                <a:gd name="connsiteY10" fmla="*/ 137611 h 208491"/>
                <a:gd name="connsiteX11" fmla="*/ 27430 w 208491"/>
                <a:gd name="connsiteY11" fmla="*/ 133347 h 208491"/>
                <a:gd name="connsiteX12" fmla="*/ 7030 w 208491"/>
                <a:gd name="connsiteY12" fmla="*/ 133347 h 208491"/>
                <a:gd name="connsiteX13" fmla="*/ 1 w 208491"/>
                <a:gd name="connsiteY13" fmla="*/ 126548 h 208491"/>
                <a:gd name="connsiteX14" fmla="*/ 0 w 208491"/>
                <a:gd name="connsiteY14" fmla="*/ 126432 h 208491"/>
                <a:gd name="connsiteX15" fmla="*/ 0 w 208491"/>
                <a:gd name="connsiteY15" fmla="*/ 82060 h 208491"/>
                <a:gd name="connsiteX16" fmla="*/ 7030 w 208491"/>
                <a:gd name="connsiteY16" fmla="*/ 75029 h 208491"/>
                <a:gd name="connsiteX17" fmla="*/ 27891 w 208491"/>
                <a:gd name="connsiteY17" fmla="*/ 75029 h 208491"/>
                <a:gd name="connsiteX18" fmla="*/ 29620 w 208491"/>
                <a:gd name="connsiteY18" fmla="*/ 70880 h 208491"/>
                <a:gd name="connsiteX19" fmla="*/ 14407 w 208491"/>
                <a:gd name="connsiteY19" fmla="*/ 56013 h 208491"/>
                <a:gd name="connsiteX20" fmla="*/ 14107 w 208491"/>
                <a:gd name="connsiteY20" fmla="*/ 46401 h 208491"/>
                <a:gd name="connsiteX21" fmla="*/ 14407 w 208491"/>
                <a:gd name="connsiteY21" fmla="*/ 46101 h 208491"/>
                <a:gd name="connsiteX22" fmla="*/ 45755 w 208491"/>
                <a:gd name="connsiteY22" fmla="*/ 14752 h 208491"/>
                <a:gd name="connsiteX23" fmla="*/ 50711 w 208491"/>
                <a:gd name="connsiteY23" fmla="*/ 12678 h 208491"/>
                <a:gd name="connsiteX24" fmla="*/ 55667 w 208491"/>
                <a:gd name="connsiteY24" fmla="*/ 14752 h 208491"/>
                <a:gd name="connsiteX25" fmla="*/ 70419 w 208491"/>
                <a:gd name="connsiteY25" fmla="*/ 29505 h 208491"/>
                <a:gd name="connsiteX26" fmla="*/ 74568 w 208491"/>
                <a:gd name="connsiteY26" fmla="*/ 27776 h 208491"/>
                <a:gd name="connsiteX27" fmla="*/ 74568 w 208491"/>
                <a:gd name="connsiteY27" fmla="*/ 6915 h 208491"/>
                <a:gd name="connsiteX28" fmla="*/ 81599 w 208491"/>
                <a:gd name="connsiteY28" fmla="*/ 0 h 208491"/>
                <a:gd name="connsiteX29" fmla="*/ 125971 w 208491"/>
                <a:gd name="connsiteY29" fmla="*/ 0 h 208491"/>
                <a:gd name="connsiteX30" fmla="*/ 132886 w 208491"/>
                <a:gd name="connsiteY30" fmla="*/ 6915 h 208491"/>
                <a:gd name="connsiteX31" fmla="*/ 132886 w 208491"/>
                <a:gd name="connsiteY31" fmla="*/ 27891 h 208491"/>
                <a:gd name="connsiteX32" fmla="*/ 137151 w 208491"/>
                <a:gd name="connsiteY32" fmla="*/ 29620 h 208491"/>
                <a:gd name="connsiteX33" fmla="*/ 152710 w 208491"/>
                <a:gd name="connsiteY33" fmla="*/ 14868 h 208491"/>
                <a:gd name="connsiteX34" fmla="*/ 162488 w 208491"/>
                <a:gd name="connsiteY34" fmla="*/ 14734 h 208491"/>
                <a:gd name="connsiteX35" fmla="*/ 162621 w 208491"/>
                <a:gd name="connsiteY35" fmla="*/ 14868 h 208491"/>
                <a:gd name="connsiteX36" fmla="*/ 193624 w 208491"/>
                <a:gd name="connsiteY36" fmla="*/ 46101 h 208491"/>
                <a:gd name="connsiteX37" fmla="*/ 193806 w 208491"/>
                <a:gd name="connsiteY37" fmla="*/ 55716 h 208491"/>
                <a:gd name="connsiteX38" fmla="*/ 193624 w 208491"/>
                <a:gd name="connsiteY38" fmla="*/ 55897 h 208491"/>
                <a:gd name="connsiteX39" fmla="*/ 178872 w 208491"/>
                <a:gd name="connsiteY39" fmla="*/ 70765 h 208491"/>
                <a:gd name="connsiteX40" fmla="*/ 180601 w 208491"/>
                <a:gd name="connsiteY40" fmla="*/ 74914 h 208491"/>
                <a:gd name="connsiteX41" fmla="*/ 201461 w 208491"/>
                <a:gd name="connsiteY41" fmla="*/ 74914 h 208491"/>
                <a:gd name="connsiteX42" fmla="*/ 208492 w 208491"/>
                <a:gd name="connsiteY42" fmla="*/ 81945 h 208491"/>
                <a:gd name="connsiteX43" fmla="*/ 208492 w 208491"/>
                <a:gd name="connsiteY43" fmla="*/ 126778 h 208491"/>
                <a:gd name="connsiteX44" fmla="*/ 201578 w 208491"/>
                <a:gd name="connsiteY44" fmla="*/ 133694 h 208491"/>
                <a:gd name="connsiteX45" fmla="*/ 201461 w 208491"/>
                <a:gd name="connsiteY45" fmla="*/ 133693 h 208491"/>
                <a:gd name="connsiteX46" fmla="*/ 180601 w 208491"/>
                <a:gd name="connsiteY46" fmla="*/ 133693 h 208491"/>
                <a:gd name="connsiteX47" fmla="*/ 178872 w 208491"/>
                <a:gd name="connsiteY47" fmla="*/ 137957 h 208491"/>
                <a:gd name="connsiteX48" fmla="*/ 193624 w 208491"/>
                <a:gd name="connsiteY48" fmla="*/ 152710 h 208491"/>
                <a:gd name="connsiteX49" fmla="*/ 193757 w 208491"/>
                <a:gd name="connsiteY49" fmla="*/ 162488 h 208491"/>
                <a:gd name="connsiteX50" fmla="*/ 193624 w 208491"/>
                <a:gd name="connsiteY50" fmla="*/ 162621 h 208491"/>
                <a:gd name="connsiteX51" fmla="*/ 162276 w 208491"/>
                <a:gd name="connsiteY51" fmla="*/ 193624 h 208491"/>
                <a:gd name="connsiteX52" fmla="*/ 152364 w 208491"/>
                <a:gd name="connsiteY52" fmla="*/ 193624 h 208491"/>
                <a:gd name="connsiteX53" fmla="*/ 137611 w 208491"/>
                <a:gd name="connsiteY53" fmla="*/ 178757 h 208491"/>
                <a:gd name="connsiteX54" fmla="*/ 133347 w 208491"/>
                <a:gd name="connsiteY54" fmla="*/ 180601 h 208491"/>
                <a:gd name="connsiteX55" fmla="*/ 133347 w 208491"/>
                <a:gd name="connsiteY55" fmla="*/ 201461 h 208491"/>
                <a:gd name="connsiteX56" fmla="*/ 126432 w 208491"/>
                <a:gd name="connsiteY56" fmla="*/ 208492 h 208491"/>
                <a:gd name="connsiteX57" fmla="*/ 89090 w 208491"/>
                <a:gd name="connsiteY57" fmla="*/ 194431 h 208491"/>
                <a:gd name="connsiteX58" fmla="*/ 119402 w 208491"/>
                <a:gd name="connsiteY58" fmla="*/ 194431 h 208491"/>
                <a:gd name="connsiteX59" fmla="*/ 119402 w 208491"/>
                <a:gd name="connsiteY59" fmla="*/ 175645 h 208491"/>
                <a:gd name="connsiteX60" fmla="*/ 124357 w 208491"/>
                <a:gd name="connsiteY60" fmla="*/ 168960 h 208491"/>
                <a:gd name="connsiteX61" fmla="*/ 135883 w 208491"/>
                <a:gd name="connsiteY61" fmla="*/ 164120 h 208491"/>
                <a:gd name="connsiteX62" fmla="*/ 144066 w 208491"/>
                <a:gd name="connsiteY62" fmla="*/ 165387 h 208491"/>
                <a:gd name="connsiteX63" fmla="*/ 157435 w 208491"/>
                <a:gd name="connsiteY63" fmla="*/ 178757 h 208491"/>
                <a:gd name="connsiteX64" fmla="*/ 178872 w 208491"/>
                <a:gd name="connsiteY64" fmla="*/ 157320 h 208491"/>
                <a:gd name="connsiteX65" fmla="*/ 165387 w 208491"/>
                <a:gd name="connsiteY65" fmla="*/ 143950 h 208491"/>
                <a:gd name="connsiteX66" fmla="*/ 164235 w 208491"/>
                <a:gd name="connsiteY66" fmla="*/ 135767 h 208491"/>
                <a:gd name="connsiteX67" fmla="*/ 168960 w 208491"/>
                <a:gd name="connsiteY67" fmla="*/ 124242 h 208491"/>
                <a:gd name="connsiteX68" fmla="*/ 175645 w 208491"/>
                <a:gd name="connsiteY68" fmla="*/ 119286 h 208491"/>
                <a:gd name="connsiteX69" fmla="*/ 194546 w 208491"/>
                <a:gd name="connsiteY69" fmla="*/ 119286 h 208491"/>
                <a:gd name="connsiteX70" fmla="*/ 194546 w 208491"/>
                <a:gd name="connsiteY70" fmla="*/ 88975 h 208491"/>
                <a:gd name="connsiteX71" fmla="*/ 175760 w 208491"/>
                <a:gd name="connsiteY71" fmla="*/ 88975 h 208491"/>
                <a:gd name="connsiteX72" fmla="*/ 169075 w 208491"/>
                <a:gd name="connsiteY72" fmla="*/ 84134 h 208491"/>
                <a:gd name="connsiteX73" fmla="*/ 164350 w 208491"/>
                <a:gd name="connsiteY73" fmla="*/ 72609 h 208491"/>
                <a:gd name="connsiteX74" fmla="*/ 165503 w 208491"/>
                <a:gd name="connsiteY74" fmla="*/ 64426 h 208491"/>
                <a:gd name="connsiteX75" fmla="*/ 178872 w 208491"/>
                <a:gd name="connsiteY75" fmla="*/ 51057 h 208491"/>
                <a:gd name="connsiteX76" fmla="*/ 157320 w 208491"/>
                <a:gd name="connsiteY76" fmla="*/ 29620 h 208491"/>
                <a:gd name="connsiteX77" fmla="*/ 143950 w 208491"/>
                <a:gd name="connsiteY77" fmla="*/ 42989 h 208491"/>
                <a:gd name="connsiteX78" fmla="*/ 135767 w 208491"/>
                <a:gd name="connsiteY78" fmla="*/ 44257 h 208491"/>
                <a:gd name="connsiteX79" fmla="*/ 124242 w 208491"/>
                <a:gd name="connsiteY79" fmla="*/ 39532 h 208491"/>
                <a:gd name="connsiteX80" fmla="*/ 119286 w 208491"/>
                <a:gd name="connsiteY80" fmla="*/ 32847 h 208491"/>
                <a:gd name="connsiteX81" fmla="*/ 119286 w 208491"/>
                <a:gd name="connsiteY81" fmla="*/ 13946 h 208491"/>
                <a:gd name="connsiteX82" fmla="*/ 89090 w 208491"/>
                <a:gd name="connsiteY82" fmla="*/ 13946 h 208491"/>
                <a:gd name="connsiteX83" fmla="*/ 89090 w 208491"/>
                <a:gd name="connsiteY83" fmla="*/ 32847 h 208491"/>
                <a:gd name="connsiteX84" fmla="*/ 84134 w 208491"/>
                <a:gd name="connsiteY84" fmla="*/ 39532 h 208491"/>
                <a:gd name="connsiteX85" fmla="*/ 72609 w 208491"/>
                <a:gd name="connsiteY85" fmla="*/ 44257 h 208491"/>
                <a:gd name="connsiteX86" fmla="*/ 64426 w 208491"/>
                <a:gd name="connsiteY86" fmla="*/ 42989 h 208491"/>
                <a:gd name="connsiteX87" fmla="*/ 51057 w 208491"/>
                <a:gd name="connsiteY87" fmla="*/ 29620 h 208491"/>
                <a:gd name="connsiteX88" fmla="*/ 29505 w 208491"/>
                <a:gd name="connsiteY88" fmla="*/ 51172 h 208491"/>
                <a:gd name="connsiteX89" fmla="*/ 42874 w 208491"/>
                <a:gd name="connsiteY89" fmla="*/ 64541 h 208491"/>
                <a:gd name="connsiteX90" fmla="*/ 44142 w 208491"/>
                <a:gd name="connsiteY90" fmla="*/ 72724 h 208491"/>
                <a:gd name="connsiteX91" fmla="*/ 39416 w 208491"/>
                <a:gd name="connsiteY91" fmla="*/ 84250 h 208491"/>
                <a:gd name="connsiteX92" fmla="*/ 32732 w 208491"/>
                <a:gd name="connsiteY92" fmla="*/ 89090 h 208491"/>
                <a:gd name="connsiteX93" fmla="*/ 14407 w 208491"/>
                <a:gd name="connsiteY93" fmla="*/ 89090 h 208491"/>
                <a:gd name="connsiteX94" fmla="*/ 14407 w 208491"/>
                <a:gd name="connsiteY94" fmla="*/ 119517 h 208491"/>
                <a:gd name="connsiteX95" fmla="*/ 32847 w 208491"/>
                <a:gd name="connsiteY95" fmla="*/ 119517 h 208491"/>
                <a:gd name="connsiteX96" fmla="*/ 39532 w 208491"/>
                <a:gd name="connsiteY96" fmla="*/ 124473 h 208491"/>
                <a:gd name="connsiteX97" fmla="*/ 44257 w 208491"/>
                <a:gd name="connsiteY97" fmla="*/ 135998 h 208491"/>
                <a:gd name="connsiteX98" fmla="*/ 42989 w 208491"/>
                <a:gd name="connsiteY98" fmla="*/ 144181 h 208491"/>
                <a:gd name="connsiteX99" fmla="*/ 29620 w 208491"/>
                <a:gd name="connsiteY99" fmla="*/ 157550 h 208491"/>
                <a:gd name="connsiteX100" fmla="*/ 51172 w 208491"/>
                <a:gd name="connsiteY100" fmla="*/ 178987 h 208491"/>
                <a:gd name="connsiteX101" fmla="*/ 64541 w 208491"/>
                <a:gd name="connsiteY101" fmla="*/ 165618 h 208491"/>
                <a:gd name="connsiteX102" fmla="*/ 72724 w 208491"/>
                <a:gd name="connsiteY102" fmla="*/ 164350 h 208491"/>
                <a:gd name="connsiteX103" fmla="*/ 84250 w 208491"/>
                <a:gd name="connsiteY103" fmla="*/ 169191 h 208491"/>
                <a:gd name="connsiteX104" fmla="*/ 89205 w 208491"/>
                <a:gd name="connsiteY104" fmla="*/ 175875 h 20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08491" h="208491">
                  <a:moveTo>
                    <a:pt x="126432" y="208492"/>
                  </a:moveTo>
                  <a:lnTo>
                    <a:pt x="82060" y="208492"/>
                  </a:lnTo>
                  <a:cubicBezTo>
                    <a:pt x="78203" y="208430"/>
                    <a:pt x="75091" y="205318"/>
                    <a:pt x="75029" y="201461"/>
                  </a:cubicBezTo>
                  <a:lnTo>
                    <a:pt x="75029" y="180601"/>
                  </a:lnTo>
                  <a:lnTo>
                    <a:pt x="70880" y="178757"/>
                  </a:lnTo>
                  <a:lnTo>
                    <a:pt x="56128" y="193624"/>
                  </a:lnTo>
                  <a:cubicBezTo>
                    <a:pt x="53361" y="196288"/>
                    <a:pt x="48983" y="196288"/>
                    <a:pt x="46216" y="193624"/>
                  </a:cubicBezTo>
                  <a:lnTo>
                    <a:pt x="14407" y="162276"/>
                  </a:lnTo>
                  <a:cubicBezTo>
                    <a:pt x="13117" y="160943"/>
                    <a:pt x="12376" y="159174"/>
                    <a:pt x="12332" y="157320"/>
                  </a:cubicBezTo>
                  <a:cubicBezTo>
                    <a:pt x="12353" y="155461"/>
                    <a:pt x="13097" y="153683"/>
                    <a:pt x="14407" y="152364"/>
                  </a:cubicBezTo>
                  <a:lnTo>
                    <a:pt x="29159" y="137611"/>
                  </a:lnTo>
                  <a:lnTo>
                    <a:pt x="27430" y="133347"/>
                  </a:lnTo>
                  <a:lnTo>
                    <a:pt x="7030" y="133347"/>
                  </a:lnTo>
                  <a:cubicBezTo>
                    <a:pt x="3212" y="133411"/>
                    <a:pt x="65" y="130367"/>
                    <a:pt x="1" y="126548"/>
                  </a:cubicBezTo>
                  <a:cubicBezTo>
                    <a:pt x="0" y="126509"/>
                    <a:pt x="0" y="126471"/>
                    <a:pt x="0" y="126432"/>
                  </a:cubicBezTo>
                  <a:lnTo>
                    <a:pt x="0" y="82060"/>
                  </a:lnTo>
                  <a:cubicBezTo>
                    <a:pt x="0" y="78177"/>
                    <a:pt x="3148" y="75029"/>
                    <a:pt x="7030" y="75029"/>
                  </a:cubicBezTo>
                  <a:lnTo>
                    <a:pt x="27891" y="75029"/>
                  </a:lnTo>
                  <a:lnTo>
                    <a:pt x="29620" y="70880"/>
                  </a:lnTo>
                  <a:lnTo>
                    <a:pt x="14407" y="56013"/>
                  </a:lnTo>
                  <a:cubicBezTo>
                    <a:pt x="11670" y="53441"/>
                    <a:pt x="11535" y="49138"/>
                    <a:pt x="14107" y="46401"/>
                  </a:cubicBezTo>
                  <a:cubicBezTo>
                    <a:pt x="14203" y="46298"/>
                    <a:pt x="14304" y="46198"/>
                    <a:pt x="14407" y="46101"/>
                  </a:cubicBezTo>
                  <a:lnTo>
                    <a:pt x="45755" y="14752"/>
                  </a:lnTo>
                  <a:cubicBezTo>
                    <a:pt x="47044" y="13398"/>
                    <a:pt x="48842" y="12646"/>
                    <a:pt x="50711" y="12678"/>
                  </a:cubicBezTo>
                  <a:cubicBezTo>
                    <a:pt x="52575" y="12673"/>
                    <a:pt x="54362" y="13421"/>
                    <a:pt x="55667" y="14752"/>
                  </a:cubicBezTo>
                  <a:lnTo>
                    <a:pt x="70419" y="29505"/>
                  </a:lnTo>
                  <a:cubicBezTo>
                    <a:pt x="71760" y="28831"/>
                    <a:pt x="73146" y="28253"/>
                    <a:pt x="74568" y="27776"/>
                  </a:cubicBezTo>
                  <a:lnTo>
                    <a:pt x="74568" y="6915"/>
                  </a:lnTo>
                  <a:cubicBezTo>
                    <a:pt x="74631" y="3077"/>
                    <a:pt x="77761" y="-1"/>
                    <a:pt x="81599" y="0"/>
                  </a:cubicBezTo>
                  <a:lnTo>
                    <a:pt x="125971" y="0"/>
                  </a:lnTo>
                  <a:cubicBezTo>
                    <a:pt x="129790" y="0"/>
                    <a:pt x="132886" y="3096"/>
                    <a:pt x="132886" y="6915"/>
                  </a:cubicBezTo>
                  <a:lnTo>
                    <a:pt x="132886" y="27891"/>
                  </a:lnTo>
                  <a:cubicBezTo>
                    <a:pt x="134353" y="28347"/>
                    <a:pt x="135780" y="28926"/>
                    <a:pt x="137151" y="29620"/>
                  </a:cubicBezTo>
                  <a:lnTo>
                    <a:pt x="152710" y="14868"/>
                  </a:lnTo>
                  <a:cubicBezTo>
                    <a:pt x="155373" y="12131"/>
                    <a:pt x="159751" y="12071"/>
                    <a:pt x="162488" y="14734"/>
                  </a:cubicBezTo>
                  <a:cubicBezTo>
                    <a:pt x="162533" y="14778"/>
                    <a:pt x="162578" y="14823"/>
                    <a:pt x="162621" y="14868"/>
                  </a:cubicBezTo>
                  <a:lnTo>
                    <a:pt x="193624" y="46101"/>
                  </a:lnTo>
                  <a:cubicBezTo>
                    <a:pt x="196329" y="48706"/>
                    <a:pt x="196411" y="53011"/>
                    <a:pt x="193806" y="55716"/>
                  </a:cubicBezTo>
                  <a:cubicBezTo>
                    <a:pt x="193746" y="55777"/>
                    <a:pt x="193686" y="55838"/>
                    <a:pt x="193624" y="55897"/>
                  </a:cubicBezTo>
                  <a:lnTo>
                    <a:pt x="178872" y="70765"/>
                  </a:lnTo>
                  <a:lnTo>
                    <a:pt x="180601" y="74914"/>
                  </a:lnTo>
                  <a:lnTo>
                    <a:pt x="201461" y="74914"/>
                  </a:lnTo>
                  <a:cubicBezTo>
                    <a:pt x="205344" y="74914"/>
                    <a:pt x="208492" y="78062"/>
                    <a:pt x="208492" y="81945"/>
                  </a:cubicBezTo>
                  <a:lnTo>
                    <a:pt x="208492" y="126778"/>
                  </a:lnTo>
                  <a:cubicBezTo>
                    <a:pt x="208492" y="130597"/>
                    <a:pt x="205397" y="133693"/>
                    <a:pt x="201578" y="133694"/>
                  </a:cubicBezTo>
                  <a:cubicBezTo>
                    <a:pt x="201539" y="133694"/>
                    <a:pt x="201500" y="133694"/>
                    <a:pt x="201461" y="133693"/>
                  </a:cubicBezTo>
                  <a:lnTo>
                    <a:pt x="180601" y="133693"/>
                  </a:lnTo>
                  <a:lnTo>
                    <a:pt x="178872" y="137957"/>
                  </a:lnTo>
                  <a:lnTo>
                    <a:pt x="193624" y="152710"/>
                  </a:lnTo>
                  <a:cubicBezTo>
                    <a:pt x="196361" y="155373"/>
                    <a:pt x="196421" y="159751"/>
                    <a:pt x="193757" y="162488"/>
                  </a:cubicBezTo>
                  <a:cubicBezTo>
                    <a:pt x="193714" y="162533"/>
                    <a:pt x="193669" y="162578"/>
                    <a:pt x="193624" y="162621"/>
                  </a:cubicBezTo>
                  <a:lnTo>
                    <a:pt x="162276" y="193624"/>
                  </a:lnTo>
                  <a:cubicBezTo>
                    <a:pt x="159509" y="196288"/>
                    <a:pt x="155131" y="196288"/>
                    <a:pt x="152364" y="193624"/>
                  </a:cubicBezTo>
                  <a:lnTo>
                    <a:pt x="137611" y="178757"/>
                  </a:lnTo>
                  <a:lnTo>
                    <a:pt x="133347" y="180601"/>
                  </a:lnTo>
                  <a:lnTo>
                    <a:pt x="133347" y="201461"/>
                  </a:lnTo>
                  <a:cubicBezTo>
                    <a:pt x="133348" y="205300"/>
                    <a:pt x="130270" y="208429"/>
                    <a:pt x="126432" y="208492"/>
                  </a:cubicBezTo>
                  <a:close/>
                  <a:moveTo>
                    <a:pt x="89090" y="194431"/>
                  </a:moveTo>
                  <a:lnTo>
                    <a:pt x="119402" y="194431"/>
                  </a:lnTo>
                  <a:lnTo>
                    <a:pt x="119402" y="175645"/>
                  </a:lnTo>
                  <a:cubicBezTo>
                    <a:pt x="119378" y="172561"/>
                    <a:pt x="121400" y="169834"/>
                    <a:pt x="124357" y="168960"/>
                  </a:cubicBezTo>
                  <a:cubicBezTo>
                    <a:pt x="128356" y="167749"/>
                    <a:pt x="132218" y="166127"/>
                    <a:pt x="135883" y="164120"/>
                  </a:cubicBezTo>
                  <a:cubicBezTo>
                    <a:pt x="138596" y="162721"/>
                    <a:pt x="141903" y="163233"/>
                    <a:pt x="144066" y="165387"/>
                  </a:cubicBezTo>
                  <a:lnTo>
                    <a:pt x="157435" y="178757"/>
                  </a:lnTo>
                  <a:lnTo>
                    <a:pt x="178872" y="157320"/>
                  </a:lnTo>
                  <a:lnTo>
                    <a:pt x="165387" y="143950"/>
                  </a:lnTo>
                  <a:cubicBezTo>
                    <a:pt x="163271" y="141760"/>
                    <a:pt x="162806" y="138457"/>
                    <a:pt x="164235" y="135767"/>
                  </a:cubicBezTo>
                  <a:cubicBezTo>
                    <a:pt x="166157" y="132078"/>
                    <a:pt x="167739" y="128220"/>
                    <a:pt x="168960" y="124242"/>
                  </a:cubicBezTo>
                  <a:cubicBezTo>
                    <a:pt x="169834" y="121284"/>
                    <a:pt x="172561" y="119263"/>
                    <a:pt x="175645" y="119286"/>
                  </a:cubicBezTo>
                  <a:lnTo>
                    <a:pt x="194546" y="119286"/>
                  </a:lnTo>
                  <a:lnTo>
                    <a:pt x="194546" y="88975"/>
                  </a:lnTo>
                  <a:lnTo>
                    <a:pt x="175760" y="88975"/>
                  </a:lnTo>
                  <a:cubicBezTo>
                    <a:pt x="172708" y="89014"/>
                    <a:pt x="169991" y="87046"/>
                    <a:pt x="169075" y="84134"/>
                  </a:cubicBezTo>
                  <a:cubicBezTo>
                    <a:pt x="167876" y="80149"/>
                    <a:pt x="166293" y="76289"/>
                    <a:pt x="164350" y="72609"/>
                  </a:cubicBezTo>
                  <a:cubicBezTo>
                    <a:pt x="162883" y="69927"/>
                    <a:pt x="163352" y="66599"/>
                    <a:pt x="165503" y="64426"/>
                  </a:cubicBezTo>
                  <a:lnTo>
                    <a:pt x="178872" y="51057"/>
                  </a:lnTo>
                  <a:lnTo>
                    <a:pt x="157320" y="29620"/>
                  </a:lnTo>
                  <a:lnTo>
                    <a:pt x="143950" y="42989"/>
                  </a:lnTo>
                  <a:cubicBezTo>
                    <a:pt x="141787" y="45144"/>
                    <a:pt x="138481" y="45656"/>
                    <a:pt x="135767" y="44257"/>
                  </a:cubicBezTo>
                  <a:cubicBezTo>
                    <a:pt x="132078" y="42334"/>
                    <a:pt x="128220" y="40753"/>
                    <a:pt x="124242" y="39532"/>
                  </a:cubicBezTo>
                  <a:cubicBezTo>
                    <a:pt x="121307" y="38625"/>
                    <a:pt x="119301" y="35919"/>
                    <a:pt x="119286" y="32847"/>
                  </a:cubicBezTo>
                  <a:lnTo>
                    <a:pt x="119286" y="13946"/>
                  </a:lnTo>
                  <a:lnTo>
                    <a:pt x="89090" y="13946"/>
                  </a:lnTo>
                  <a:lnTo>
                    <a:pt x="89090" y="32847"/>
                  </a:lnTo>
                  <a:cubicBezTo>
                    <a:pt x="89040" y="35906"/>
                    <a:pt x="87047" y="38594"/>
                    <a:pt x="84134" y="39532"/>
                  </a:cubicBezTo>
                  <a:cubicBezTo>
                    <a:pt x="80157" y="40753"/>
                    <a:pt x="76299" y="42334"/>
                    <a:pt x="72609" y="44257"/>
                  </a:cubicBezTo>
                  <a:cubicBezTo>
                    <a:pt x="69895" y="45656"/>
                    <a:pt x="66589" y="45144"/>
                    <a:pt x="64426" y="42989"/>
                  </a:cubicBezTo>
                  <a:lnTo>
                    <a:pt x="51057" y="29620"/>
                  </a:lnTo>
                  <a:lnTo>
                    <a:pt x="29505" y="51172"/>
                  </a:lnTo>
                  <a:lnTo>
                    <a:pt x="42874" y="64541"/>
                  </a:lnTo>
                  <a:cubicBezTo>
                    <a:pt x="45100" y="66668"/>
                    <a:pt x="45620" y="70024"/>
                    <a:pt x="44142" y="72724"/>
                  </a:cubicBezTo>
                  <a:cubicBezTo>
                    <a:pt x="42199" y="76405"/>
                    <a:pt x="40616" y="80264"/>
                    <a:pt x="39416" y="84250"/>
                  </a:cubicBezTo>
                  <a:cubicBezTo>
                    <a:pt x="38469" y="87139"/>
                    <a:pt x="35772" y="89092"/>
                    <a:pt x="32732" y="89090"/>
                  </a:cubicBezTo>
                  <a:lnTo>
                    <a:pt x="14407" y="89090"/>
                  </a:lnTo>
                  <a:lnTo>
                    <a:pt x="14407" y="119517"/>
                  </a:lnTo>
                  <a:lnTo>
                    <a:pt x="32847" y="119517"/>
                  </a:lnTo>
                  <a:cubicBezTo>
                    <a:pt x="35919" y="119531"/>
                    <a:pt x="38625" y="121538"/>
                    <a:pt x="39532" y="124473"/>
                  </a:cubicBezTo>
                  <a:cubicBezTo>
                    <a:pt x="40753" y="128450"/>
                    <a:pt x="42334" y="132308"/>
                    <a:pt x="44257" y="135998"/>
                  </a:cubicBezTo>
                  <a:cubicBezTo>
                    <a:pt x="45735" y="138698"/>
                    <a:pt x="45215" y="142055"/>
                    <a:pt x="42989" y="144181"/>
                  </a:cubicBezTo>
                  <a:lnTo>
                    <a:pt x="29620" y="157550"/>
                  </a:lnTo>
                  <a:lnTo>
                    <a:pt x="51172" y="178987"/>
                  </a:lnTo>
                  <a:lnTo>
                    <a:pt x="64541" y="165618"/>
                  </a:lnTo>
                  <a:cubicBezTo>
                    <a:pt x="66704" y="163463"/>
                    <a:pt x="70011" y="162951"/>
                    <a:pt x="72724" y="164350"/>
                  </a:cubicBezTo>
                  <a:cubicBezTo>
                    <a:pt x="76389" y="166357"/>
                    <a:pt x="80251" y="167979"/>
                    <a:pt x="84250" y="169191"/>
                  </a:cubicBezTo>
                  <a:cubicBezTo>
                    <a:pt x="87184" y="170097"/>
                    <a:pt x="89191" y="172804"/>
                    <a:pt x="89205" y="17587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9D588670-84A0-8E43-8794-1F4C26A958B2}"/>
                </a:ext>
              </a:extLst>
            </p:cNvPr>
            <p:cNvSpPr/>
            <p:nvPr/>
          </p:nvSpPr>
          <p:spPr>
            <a:xfrm>
              <a:off x="6873441" y="2524728"/>
              <a:ext cx="111794" cy="111794"/>
            </a:xfrm>
            <a:custGeom>
              <a:avLst/>
              <a:gdLst>
                <a:gd name="connsiteX0" fmla="*/ 55780 w 111794"/>
                <a:gd name="connsiteY0" fmla="*/ 111795 h 111794"/>
                <a:gd name="connsiteX1" fmla="*/ 0 w 111794"/>
                <a:gd name="connsiteY1" fmla="*/ 55780 h 111794"/>
                <a:gd name="connsiteX2" fmla="*/ 56015 w 111794"/>
                <a:gd name="connsiteY2" fmla="*/ 0 h 111794"/>
                <a:gd name="connsiteX3" fmla="*/ 111793 w 111794"/>
                <a:gd name="connsiteY3" fmla="*/ 55436 h 111794"/>
                <a:gd name="connsiteX4" fmla="*/ 56359 w 111794"/>
                <a:gd name="connsiteY4" fmla="*/ 111793 h 111794"/>
                <a:gd name="connsiteX5" fmla="*/ 55780 w 111794"/>
                <a:gd name="connsiteY5" fmla="*/ 111795 h 111794"/>
                <a:gd name="connsiteX6" fmla="*/ 55780 w 111794"/>
                <a:gd name="connsiteY6" fmla="*/ 13945 h 111794"/>
                <a:gd name="connsiteX7" fmla="*/ 13831 w 111794"/>
                <a:gd name="connsiteY7" fmla="*/ 55900 h 111794"/>
                <a:gd name="connsiteX8" fmla="*/ 55785 w 111794"/>
                <a:gd name="connsiteY8" fmla="*/ 97849 h 111794"/>
                <a:gd name="connsiteX9" fmla="*/ 97735 w 111794"/>
                <a:gd name="connsiteY9" fmla="*/ 55895 h 111794"/>
                <a:gd name="connsiteX10" fmla="*/ 97732 w 111794"/>
                <a:gd name="connsiteY10" fmla="*/ 55436 h 111794"/>
                <a:gd name="connsiteX11" fmla="*/ 55780 w 111794"/>
                <a:gd name="connsiteY11" fmla="*/ 13945 h 1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794" h="111794">
                  <a:moveTo>
                    <a:pt x="55780" y="111795"/>
                  </a:moveTo>
                  <a:cubicBezTo>
                    <a:pt x="24909" y="111730"/>
                    <a:pt x="-65" y="86652"/>
                    <a:pt x="0" y="55780"/>
                  </a:cubicBezTo>
                  <a:cubicBezTo>
                    <a:pt x="65" y="24909"/>
                    <a:pt x="25143" y="-65"/>
                    <a:pt x="56015" y="0"/>
                  </a:cubicBezTo>
                  <a:cubicBezTo>
                    <a:pt x="86660" y="64"/>
                    <a:pt x="111540" y="24792"/>
                    <a:pt x="111793" y="55436"/>
                  </a:cubicBezTo>
                  <a:cubicBezTo>
                    <a:pt x="112048" y="86307"/>
                    <a:pt x="87229" y="111538"/>
                    <a:pt x="56359" y="111793"/>
                  </a:cubicBezTo>
                  <a:cubicBezTo>
                    <a:pt x="56166" y="111795"/>
                    <a:pt x="55973" y="111795"/>
                    <a:pt x="55780" y="111795"/>
                  </a:cubicBezTo>
                  <a:close/>
                  <a:moveTo>
                    <a:pt x="55780" y="13945"/>
                  </a:moveTo>
                  <a:cubicBezTo>
                    <a:pt x="32611" y="13947"/>
                    <a:pt x="13830" y="32730"/>
                    <a:pt x="13831" y="55900"/>
                  </a:cubicBezTo>
                  <a:cubicBezTo>
                    <a:pt x="13832" y="79069"/>
                    <a:pt x="32616" y="97851"/>
                    <a:pt x="55785" y="97849"/>
                  </a:cubicBezTo>
                  <a:cubicBezTo>
                    <a:pt x="78955" y="97848"/>
                    <a:pt x="97736" y="79064"/>
                    <a:pt x="97735" y="55895"/>
                  </a:cubicBezTo>
                  <a:cubicBezTo>
                    <a:pt x="97735" y="55742"/>
                    <a:pt x="97734" y="55589"/>
                    <a:pt x="97732" y="55436"/>
                  </a:cubicBezTo>
                  <a:cubicBezTo>
                    <a:pt x="97418" y="32473"/>
                    <a:pt x="78745" y="14006"/>
                    <a:pt x="55780" y="1394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D2E6919C-4A4E-DD44-AF47-884068AFDF14}"/>
                </a:ext>
              </a:extLst>
            </p:cNvPr>
            <p:cNvSpPr/>
            <p:nvPr/>
          </p:nvSpPr>
          <p:spPr>
            <a:xfrm>
              <a:off x="6720843" y="2268982"/>
              <a:ext cx="264506" cy="203882"/>
            </a:xfrm>
            <a:custGeom>
              <a:avLst/>
              <a:gdLst>
                <a:gd name="connsiteX0" fmla="*/ 257590 w 264506"/>
                <a:gd name="connsiteY0" fmla="*/ 203882 h 203882"/>
                <a:gd name="connsiteX1" fmla="*/ 250561 w 264506"/>
                <a:gd name="connsiteY1" fmla="*/ 197083 h 203882"/>
                <a:gd name="connsiteX2" fmla="*/ 250560 w 264506"/>
                <a:gd name="connsiteY2" fmla="*/ 196967 h 203882"/>
                <a:gd name="connsiteX3" fmla="*/ 250560 w 264506"/>
                <a:gd name="connsiteY3" fmla="*/ 13946 h 203882"/>
                <a:gd name="connsiteX4" fmla="*/ 13947 w 264506"/>
                <a:gd name="connsiteY4" fmla="*/ 13946 h 203882"/>
                <a:gd name="connsiteX5" fmla="*/ 13947 w 264506"/>
                <a:gd name="connsiteY5" fmla="*/ 27084 h 203882"/>
                <a:gd name="connsiteX6" fmla="*/ 230391 w 264506"/>
                <a:gd name="connsiteY6" fmla="*/ 27084 h 203882"/>
                <a:gd name="connsiteX7" fmla="*/ 237421 w 264506"/>
                <a:gd name="connsiteY7" fmla="*/ 34115 h 203882"/>
                <a:gd name="connsiteX8" fmla="*/ 237421 w 264506"/>
                <a:gd name="connsiteY8" fmla="*/ 184404 h 203882"/>
                <a:gd name="connsiteX9" fmla="*/ 229550 w 264506"/>
                <a:gd name="connsiteY9" fmla="*/ 190478 h 203882"/>
                <a:gd name="connsiteX10" fmla="*/ 223476 w 264506"/>
                <a:gd name="connsiteY10" fmla="*/ 184404 h 203882"/>
                <a:gd name="connsiteX11" fmla="*/ 223476 w 264506"/>
                <a:gd name="connsiteY11" fmla="*/ 41030 h 203882"/>
                <a:gd name="connsiteX12" fmla="*/ 6916 w 264506"/>
                <a:gd name="connsiteY12" fmla="*/ 41030 h 203882"/>
                <a:gd name="connsiteX13" fmla="*/ 1 w 264506"/>
                <a:gd name="connsiteY13" fmla="*/ 34115 h 203882"/>
                <a:gd name="connsiteX14" fmla="*/ 1 w 264506"/>
                <a:gd name="connsiteY14" fmla="*/ 7030 h 203882"/>
                <a:gd name="connsiteX15" fmla="*/ 6800 w 264506"/>
                <a:gd name="connsiteY15" fmla="*/ 1 h 203882"/>
                <a:gd name="connsiteX16" fmla="*/ 6916 w 264506"/>
                <a:gd name="connsiteY16" fmla="*/ 0 h 203882"/>
                <a:gd name="connsiteX17" fmla="*/ 257590 w 264506"/>
                <a:gd name="connsiteY17" fmla="*/ 0 h 203882"/>
                <a:gd name="connsiteX18" fmla="*/ 264506 w 264506"/>
                <a:gd name="connsiteY18" fmla="*/ 6914 h 203882"/>
                <a:gd name="connsiteX19" fmla="*/ 264505 w 264506"/>
                <a:gd name="connsiteY19" fmla="*/ 7030 h 203882"/>
                <a:gd name="connsiteX20" fmla="*/ 264505 w 264506"/>
                <a:gd name="connsiteY20" fmla="*/ 196967 h 203882"/>
                <a:gd name="connsiteX21" fmla="*/ 257590 w 264506"/>
                <a:gd name="connsiteY21" fmla="*/ 203882 h 20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4506" h="203882">
                  <a:moveTo>
                    <a:pt x="257590" y="203882"/>
                  </a:moveTo>
                  <a:cubicBezTo>
                    <a:pt x="253772" y="203945"/>
                    <a:pt x="250625" y="200901"/>
                    <a:pt x="250561" y="197083"/>
                  </a:cubicBezTo>
                  <a:cubicBezTo>
                    <a:pt x="250560" y="197044"/>
                    <a:pt x="250560" y="197005"/>
                    <a:pt x="250560" y="196967"/>
                  </a:cubicBezTo>
                  <a:lnTo>
                    <a:pt x="250560" y="13946"/>
                  </a:lnTo>
                  <a:lnTo>
                    <a:pt x="13947" y="13946"/>
                  </a:lnTo>
                  <a:lnTo>
                    <a:pt x="13947" y="27084"/>
                  </a:lnTo>
                  <a:lnTo>
                    <a:pt x="230391" y="27084"/>
                  </a:lnTo>
                  <a:cubicBezTo>
                    <a:pt x="234274" y="27084"/>
                    <a:pt x="237421" y="30232"/>
                    <a:pt x="237421" y="34115"/>
                  </a:cubicBezTo>
                  <a:lnTo>
                    <a:pt x="237421" y="184404"/>
                  </a:lnTo>
                  <a:cubicBezTo>
                    <a:pt x="236925" y="188255"/>
                    <a:pt x="233401" y="190975"/>
                    <a:pt x="229550" y="190478"/>
                  </a:cubicBezTo>
                  <a:cubicBezTo>
                    <a:pt x="226380" y="190070"/>
                    <a:pt x="223884" y="187574"/>
                    <a:pt x="223476" y="184404"/>
                  </a:cubicBezTo>
                  <a:lnTo>
                    <a:pt x="223476" y="41030"/>
                  </a:lnTo>
                  <a:lnTo>
                    <a:pt x="6916" y="41030"/>
                  </a:lnTo>
                  <a:cubicBezTo>
                    <a:pt x="3097" y="41030"/>
                    <a:pt x="1" y="37934"/>
                    <a:pt x="1" y="34115"/>
                  </a:cubicBezTo>
                  <a:lnTo>
                    <a:pt x="1" y="7030"/>
                  </a:lnTo>
                  <a:cubicBezTo>
                    <a:pt x="-63" y="3212"/>
                    <a:pt x="2981" y="65"/>
                    <a:pt x="6800" y="1"/>
                  </a:cubicBezTo>
                  <a:cubicBezTo>
                    <a:pt x="6839" y="0"/>
                    <a:pt x="6877" y="0"/>
                    <a:pt x="6916" y="0"/>
                  </a:cubicBezTo>
                  <a:lnTo>
                    <a:pt x="257590" y="0"/>
                  </a:lnTo>
                  <a:cubicBezTo>
                    <a:pt x="261409" y="-1"/>
                    <a:pt x="264506" y="3095"/>
                    <a:pt x="264506" y="6914"/>
                  </a:cubicBezTo>
                  <a:cubicBezTo>
                    <a:pt x="264506" y="6953"/>
                    <a:pt x="264506" y="6992"/>
                    <a:pt x="264505" y="7030"/>
                  </a:cubicBezTo>
                  <a:lnTo>
                    <a:pt x="264505" y="196967"/>
                  </a:lnTo>
                  <a:cubicBezTo>
                    <a:pt x="264505" y="200786"/>
                    <a:pt x="261409" y="203882"/>
                    <a:pt x="257590" y="203882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6273A3B2-4782-174E-A2F5-903AEAB25C31}"/>
                </a:ext>
              </a:extLst>
            </p:cNvPr>
            <p:cNvSpPr/>
            <p:nvPr/>
          </p:nvSpPr>
          <p:spPr>
            <a:xfrm>
              <a:off x="6694090" y="2296067"/>
              <a:ext cx="264174" cy="164351"/>
            </a:xfrm>
            <a:custGeom>
              <a:avLst/>
              <a:gdLst>
                <a:gd name="connsiteX0" fmla="*/ 230059 w 264174"/>
                <a:gd name="connsiteY0" fmla="*/ 164350 h 164351"/>
                <a:gd name="connsiteX1" fmla="*/ 223030 w 264174"/>
                <a:gd name="connsiteY1" fmla="*/ 157551 h 164351"/>
                <a:gd name="connsiteX2" fmla="*/ 223029 w 264174"/>
                <a:gd name="connsiteY2" fmla="*/ 157435 h 164351"/>
                <a:gd name="connsiteX3" fmla="*/ 223029 w 264174"/>
                <a:gd name="connsiteY3" fmla="*/ 41145 h 164351"/>
                <a:gd name="connsiteX4" fmla="*/ 7046 w 264174"/>
                <a:gd name="connsiteY4" fmla="*/ 41145 h 164351"/>
                <a:gd name="connsiteX5" fmla="*/ 15 w 264174"/>
                <a:gd name="connsiteY5" fmla="*/ 34115 h 164351"/>
                <a:gd name="connsiteX6" fmla="*/ 15 w 264174"/>
                <a:gd name="connsiteY6" fmla="*/ 7491 h 164351"/>
                <a:gd name="connsiteX7" fmla="*/ 6570 w 264174"/>
                <a:gd name="connsiteY7" fmla="*/ 15 h 164351"/>
                <a:gd name="connsiteX8" fmla="*/ 7046 w 264174"/>
                <a:gd name="connsiteY8" fmla="*/ 0 h 164351"/>
                <a:gd name="connsiteX9" fmla="*/ 257144 w 264174"/>
                <a:gd name="connsiteY9" fmla="*/ 0 h 164351"/>
                <a:gd name="connsiteX10" fmla="*/ 264174 w 264174"/>
                <a:gd name="connsiteY10" fmla="*/ 7030 h 164351"/>
                <a:gd name="connsiteX11" fmla="*/ 264174 w 264174"/>
                <a:gd name="connsiteY11" fmla="*/ 153055 h 164351"/>
                <a:gd name="connsiteX12" fmla="*/ 256303 w 264174"/>
                <a:gd name="connsiteY12" fmla="*/ 159130 h 164351"/>
                <a:gd name="connsiteX13" fmla="*/ 250229 w 264174"/>
                <a:gd name="connsiteY13" fmla="*/ 153055 h 164351"/>
                <a:gd name="connsiteX14" fmla="*/ 250229 w 264174"/>
                <a:gd name="connsiteY14" fmla="*/ 13946 h 164351"/>
                <a:gd name="connsiteX15" fmla="*/ 13500 w 264174"/>
                <a:gd name="connsiteY15" fmla="*/ 13946 h 164351"/>
                <a:gd name="connsiteX16" fmla="*/ 13500 w 264174"/>
                <a:gd name="connsiteY16" fmla="*/ 27200 h 164351"/>
                <a:gd name="connsiteX17" fmla="*/ 230059 w 264174"/>
                <a:gd name="connsiteY17" fmla="*/ 27200 h 164351"/>
                <a:gd name="connsiteX18" fmla="*/ 237090 w 264174"/>
                <a:gd name="connsiteY18" fmla="*/ 34115 h 164351"/>
                <a:gd name="connsiteX19" fmla="*/ 237090 w 264174"/>
                <a:gd name="connsiteY19" fmla="*/ 157320 h 164351"/>
                <a:gd name="connsiteX20" fmla="*/ 230059 w 264174"/>
                <a:gd name="connsiteY20" fmla="*/ 164350 h 1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4174" h="164351">
                  <a:moveTo>
                    <a:pt x="230059" y="164350"/>
                  </a:moveTo>
                  <a:cubicBezTo>
                    <a:pt x="226241" y="164414"/>
                    <a:pt x="223094" y="161370"/>
                    <a:pt x="223030" y="157551"/>
                  </a:cubicBezTo>
                  <a:cubicBezTo>
                    <a:pt x="223029" y="157512"/>
                    <a:pt x="223029" y="157474"/>
                    <a:pt x="223029" y="157435"/>
                  </a:cubicBezTo>
                  <a:lnTo>
                    <a:pt x="223029" y="41145"/>
                  </a:lnTo>
                  <a:lnTo>
                    <a:pt x="7046" y="41145"/>
                  </a:lnTo>
                  <a:cubicBezTo>
                    <a:pt x="3163" y="41145"/>
                    <a:pt x="15" y="37998"/>
                    <a:pt x="15" y="34115"/>
                  </a:cubicBezTo>
                  <a:lnTo>
                    <a:pt x="15" y="7491"/>
                  </a:lnTo>
                  <a:cubicBezTo>
                    <a:pt x="-239" y="3617"/>
                    <a:pt x="2695" y="270"/>
                    <a:pt x="6570" y="15"/>
                  </a:cubicBezTo>
                  <a:cubicBezTo>
                    <a:pt x="6728" y="5"/>
                    <a:pt x="6887" y="0"/>
                    <a:pt x="7046" y="0"/>
                  </a:cubicBezTo>
                  <a:lnTo>
                    <a:pt x="257144" y="0"/>
                  </a:lnTo>
                  <a:cubicBezTo>
                    <a:pt x="261027" y="0"/>
                    <a:pt x="264174" y="3148"/>
                    <a:pt x="264174" y="7030"/>
                  </a:cubicBezTo>
                  <a:lnTo>
                    <a:pt x="264174" y="153055"/>
                  </a:lnTo>
                  <a:cubicBezTo>
                    <a:pt x="263678" y="156906"/>
                    <a:pt x="260154" y="159626"/>
                    <a:pt x="256303" y="159130"/>
                  </a:cubicBezTo>
                  <a:cubicBezTo>
                    <a:pt x="253133" y="158721"/>
                    <a:pt x="250637" y="156226"/>
                    <a:pt x="250229" y="153055"/>
                  </a:cubicBezTo>
                  <a:lnTo>
                    <a:pt x="250229" y="13946"/>
                  </a:lnTo>
                  <a:lnTo>
                    <a:pt x="13500" y="13946"/>
                  </a:lnTo>
                  <a:lnTo>
                    <a:pt x="13500" y="27200"/>
                  </a:lnTo>
                  <a:lnTo>
                    <a:pt x="230059" y="27200"/>
                  </a:lnTo>
                  <a:cubicBezTo>
                    <a:pt x="233898" y="27199"/>
                    <a:pt x="237027" y="30277"/>
                    <a:pt x="237090" y="34115"/>
                  </a:cubicBezTo>
                  <a:lnTo>
                    <a:pt x="237090" y="157320"/>
                  </a:lnTo>
                  <a:cubicBezTo>
                    <a:pt x="237090" y="161202"/>
                    <a:pt x="233942" y="164350"/>
                    <a:pt x="230059" y="164350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BE1839EC-E92F-6A40-A452-885B3CFD29EF}"/>
                </a:ext>
              </a:extLst>
            </p:cNvPr>
            <p:cNvSpPr/>
            <p:nvPr/>
          </p:nvSpPr>
          <p:spPr>
            <a:xfrm>
              <a:off x="6666560" y="2323265"/>
              <a:ext cx="264619" cy="363622"/>
            </a:xfrm>
            <a:custGeom>
              <a:avLst/>
              <a:gdLst>
                <a:gd name="connsiteX0" fmla="*/ 194661 w 264619"/>
                <a:gd name="connsiteY0" fmla="*/ 363623 h 363622"/>
                <a:gd name="connsiteX1" fmla="*/ 7030 w 264619"/>
                <a:gd name="connsiteY1" fmla="*/ 363623 h 363622"/>
                <a:gd name="connsiteX2" fmla="*/ 0 w 264619"/>
                <a:gd name="connsiteY2" fmla="*/ 356592 h 363622"/>
                <a:gd name="connsiteX3" fmla="*/ 0 w 264619"/>
                <a:gd name="connsiteY3" fmla="*/ 6916 h 363622"/>
                <a:gd name="connsiteX4" fmla="*/ 6914 w 264619"/>
                <a:gd name="connsiteY4" fmla="*/ 0 h 363622"/>
                <a:gd name="connsiteX5" fmla="*/ 7030 w 264619"/>
                <a:gd name="connsiteY5" fmla="*/ 1 h 363622"/>
                <a:gd name="connsiteX6" fmla="*/ 257589 w 264619"/>
                <a:gd name="connsiteY6" fmla="*/ 1 h 363622"/>
                <a:gd name="connsiteX7" fmla="*/ 264620 w 264619"/>
                <a:gd name="connsiteY7" fmla="*/ 6916 h 363622"/>
                <a:gd name="connsiteX8" fmla="*/ 264620 w 264619"/>
                <a:gd name="connsiteY8" fmla="*/ 130121 h 363622"/>
                <a:gd name="connsiteX9" fmla="*/ 257589 w 264619"/>
                <a:gd name="connsiteY9" fmla="*/ 137036 h 363622"/>
                <a:gd name="connsiteX10" fmla="*/ 250560 w 264619"/>
                <a:gd name="connsiteY10" fmla="*/ 130237 h 363622"/>
                <a:gd name="connsiteX11" fmla="*/ 250559 w 264619"/>
                <a:gd name="connsiteY11" fmla="*/ 130121 h 363622"/>
                <a:gd name="connsiteX12" fmla="*/ 250559 w 264619"/>
                <a:gd name="connsiteY12" fmla="*/ 13947 h 363622"/>
                <a:gd name="connsiteX13" fmla="*/ 13946 w 264619"/>
                <a:gd name="connsiteY13" fmla="*/ 13947 h 363622"/>
                <a:gd name="connsiteX14" fmla="*/ 13946 w 264619"/>
                <a:gd name="connsiteY14" fmla="*/ 349677 h 363622"/>
                <a:gd name="connsiteX15" fmla="*/ 194661 w 264619"/>
                <a:gd name="connsiteY15" fmla="*/ 349677 h 363622"/>
                <a:gd name="connsiteX16" fmla="*/ 200736 w 264619"/>
                <a:gd name="connsiteY16" fmla="*/ 357548 h 363622"/>
                <a:gd name="connsiteX17" fmla="*/ 194661 w 264619"/>
                <a:gd name="connsiteY17" fmla="*/ 363623 h 36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4619" h="363622">
                  <a:moveTo>
                    <a:pt x="194661" y="363623"/>
                  </a:moveTo>
                  <a:lnTo>
                    <a:pt x="7030" y="363623"/>
                  </a:lnTo>
                  <a:cubicBezTo>
                    <a:pt x="3148" y="363623"/>
                    <a:pt x="0" y="360475"/>
                    <a:pt x="0" y="356592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257589" y="1"/>
                  </a:lnTo>
                  <a:cubicBezTo>
                    <a:pt x="261428" y="0"/>
                    <a:pt x="264557" y="3078"/>
                    <a:pt x="264620" y="6916"/>
                  </a:cubicBezTo>
                  <a:lnTo>
                    <a:pt x="264620" y="130121"/>
                  </a:lnTo>
                  <a:cubicBezTo>
                    <a:pt x="264557" y="133959"/>
                    <a:pt x="261428" y="137037"/>
                    <a:pt x="257589" y="137036"/>
                  </a:cubicBezTo>
                  <a:cubicBezTo>
                    <a:pt x="253771" y="137100"/>
                    <a:pt x="250624" y="134056"/>
                    <a:pt x="250560" y="130237"/>
                  </a:cubicBezTo>
                  <a:cubicBezTo>
                    <a:pt x="250559" y="130199"/>
                    <a:pt x="250559" y="130160"/>
                    <a:pt x="250559" y="130121"/>
                  </a:cubicBezTo>
                  <a:lnTo>
                    <a:pt x="250559" y="13947"/>
                  </a:lnTo>
                  <a:lnTo>
                    <a:pt x="13946" y="13947"/>
                  </a:lnTo>
                  <a:lnTo>
                    <a:pt x="13946" y="349677"/>
                  </a:lnTo>
                  <a:lnTo>
                    <a:pt x="194661" y="349677"/>
                  </a:lnTo>
                  <a:cubicBezTo>
                    <a:pt x="198512" y="350173"/>
                    <a:pt x="201232" y="353697"/>
                    <a:pt x="200736" y="357548"/>
                  </a:cubicBezTo>
                  <a:cubicBezTo>
                    <a:pt x="200328" y="360718"/>
                    <a:pt x="197832" y="363214"/>
                    <a:pt x="194661" y="363623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9" name="Graphic 70">
            <a:extLst>
              <a:ext uri="{FF2B5EF4-FFF2-40B4-BE49-F238E27FC236}">
                <a16:creationId xmlns:a16="http://schemas.microsoft.com/office/drawing/2014/main" id="{ED9C2D44-3788-A944-BD6E-361EDAAF4DC3}"/>
              </a:ext>
            </a:extLst>
          </p:cNvPr>
          <p:cNvGrpSpPr>
            <a:grpSpLocks noChangeAspect="1"/>
          </p:cNvGrpSpPr>
          <p:nvPr/>
        </p:nvGrpSpPr>
        <p:grpSpPr>
          <a:xfrm>
            <a:off x="6853401" y="5058667"/>
            <a:ext cx="453387" cy="450786"/>
            <a:chOff x="6645745" y="2270587"/>
            <a:chExt cx="412170" cy="409805"/>
          </a:xfrm>
          <a:solidFill>
            <a:srgbClr val="FFFFFF"/>
          </a:solidFill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AB14D3E-2FF4-734A-B800-F8D9E0294FA5}"/>
                </a:ext>
              </a:extLst>
            </p:cNvPr>
            <p:cNvSpPr/>
            <p:nvPr/>
          </p:nvSpPr>
          <p:spPr>
            <a:xfrm>
              <a:off x="6726990" y="2270587"/>
              <a:ext cx="330925" cy="409395"/>
            </a:xfrm>
            <a:custGeom>
              <a:avLst/>
              <a:gdLst>
                <a:gd name="connsiteX0" fmla="*/ 112450 w 330925"/>
                <a:gd name="connsiteY0" fmla="*/ 409379 h 409395"/>
                <a:gd name="connsiteX1" fmla="*/ 105420 w 330925"/>
                <a:gd name="connsiteY1" fmla="*/ 402539 h 409395"/>
                <a:gd name="connsiteX2" fmla="*/ 105420 w 330925"/>
                <a:gd name="connsiteY2" fmla="*/ 358918 h 409395"/>
                <a:gd name="connsiteX3" fmla="*/ 87786 w 330925"/>
                <a:gd name="connsiteY3" fmla="*/ 339406 h 409395"/>
                <a:gd name="connsiteX4" fmla="*/ 67847 w 330925"/>
                <a:gd name="connsiteY4" fmla="*/ 336939 h 409395"/>
                <a:gd name="connsiteX5" fmla="*/ 37997 w 330925"/>
                <a:gd name="connsiteY5" fmla="*/ 303970 h 409395"/>
                <a:gd name="connsiteX6" fmla="*/ 37997 w 330925"/>
                <a:gd name="connsiteY6" fmla="*/ 256872 h 409395"/>
                <a:gd name="connsiteX7" fmla="*/ 13333 w 330925"/>
                <a:gd name="connsiteY7" fmla="*/ 256872 h 409395"/>
                <a:gd name="connsiteX8" fmla="*/ 5 w 330925"/>
                <a:gd name="connsiteY8" fmla="*/ 243161 h 409395"/>
                <a:gd name="connsiteX9" fmla="*/ 1808 w 330925"/>
                <a:gd name="connsiteY9" fmla="*/ 236912 h 409395"/>
                <a:gd name="connsiteX10" fmla="*/ 23821 w 330925"/>
                <a:gd name="connsiteY10" fmla="*/ 199009 h 409395"/>
                <a:gd name="connsiteX11" fmla="*/ 43298 w 330925"/>
                <a:gd name="connsiteY11" fmla="*/ 130045 h 409395"/>
                <a:gd name="connsiteX12" fmla="*/ 93894 w 330925"/>
                <a:gd name="connsiteY12" fmla="*/ 27887 h 409395"/>
                <a:gd name="connsiteX13" fmla="*/ 302272 w 330925"/>
                <a:gd name="connsiteY13" fmla="*/ 59599 h 409395"/>
                <a:gd name="connsiteX14" fmla="*/ 287057 w 330925"/>
                <a:gd name="connsiteY14" fmla="*/ 247901 h 409395"/>
                <a:gd name="connsiteX15" fmla="*/ 264814 w 330925"/>
                <a:gd name="connsiteY15" fmla="*/ 298251 h 409395"/>
                <a:gd name="connsiteX16" fmla="*/ 264814 w 330925"/>
                <a:gd name="connsiteY16" fmla="*/ 303073 h 409395"/>
                <a:gd name="connsiteX17" fmla="*/ 256943 w 330925"/>
                <a:gd name="connsiteY17" fmla="*/ 308983 h 409395"/>
                <a:gd name="connsiteX18" fmla="*/ 250868 w 330925"/>
                <a:gd name="connsiteY18" fmla="*/ 303073 h 409395"/>
                <a:gd name="connsiteX19" fmla="*/ 250868 w 330925"/>
                <a:gd name="connsiteY19" fmla="*/ 298251 h 409395"/>
                <a:gd name="connsiteX20" fmla="*/ 277492 w 330925"/>
                <a:gd name="connsiteY20" fmla="*/ 238145 h 409395"/>
                <a:gd name="connsiteX21" fmla="*/ 280679 w 330925"/>
                <a:gd name="connsiteY21" fmla="*/ 52149 h 409395"/>
                <a:gd name="connsiteX22" fmla="*/ 101847 w 330925"/>
                <a:gd name="connsiteY22" fmla="*/ 38765 h 409395"/>
                <a:gd name="connsiteX23" fmla="*/ 56668 w 330925"/>
                <a:gd name="connsiteY23" fmla="*/ 130045 h 409395"/>
                <a:gd name="connsiteX24" fmla="*/ 36153 w 330925"/>
                <a:gd name="connsiteY24" fmla="*/ 205962 h 409395"/>
                <a:gd name="connsiteX25" fmla="*/ 14024 w 330925"/>
                <a:gd name="connsiteY25" fmla="*/ 243864 h 409395"/>
                <a:gd name="connsiteX26" fmla="*/ 38688 w 330925"/>
                <a:gd name="connsiteY26" fmla="*/ 243864 h 409395"/>
                <a:gd name="connsiteX27" fmla="*/ 52403 w 330925"/>
                <a:gd name="connsiteY27" fmla="*/ 257209 h 409395"/>
                <a:gd name="connsiteX28" fmla="*/ 52403 w 330925"/>
                <a:gd name="connsiteY28" fmla="*/ 304307 h 409395"/>
                <a:gd name="connsiteX29" fmla="*/ 70037 w 330925"/>
                <a:gd name="connsiteY29" fmla="*/ 323594 h 409395"/>
                <a:gd name="connsiteX30" fmla="*/ 90091 w 330925"/>
                <a:gd name="connsiteY30" fmla="*/ 326061 h 409395"/>
                <a:gd name="connsiteX31" fmla="*/ 119941 w 330925"/>
                <a:gd name="connsiteY31" fmla="*/ 359030 h 409395"/>
                <a:gd name="connsiteX32" fmla="*/ 119941 w 330925"/>
                <a:gd name="connsiteY32" fmla="*/ 402091 h 409395"/>
                <a:gd name="connsiteX33" fmla="*/ 113404 w 330925"/>
                <a:gd name="connsiteY33" fmla="*/ 409379 h 409395"/>
                <a:gd name="connsiteX34" fmla="*/ 112450 w 330925"/>
                <a:gd name="connsiteY34" fmla="*/ 409379 h 40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0925" h="409395">
                  <a:moveTo>
                    <a:pt x="112450" y="409379"/>
                  </a:moveTo>
                  <a:cubicBezTo>
                    <a:pt x="108567" y="409379"/>
                    <a:pt x="105420" y="406317"/>
                    <a:pt x="105420" y="402539"/>
                  </a:cubicBezTo>
                  <a:lnTo>
                    <a:pt x="105420" y="358918"/>
                  </a:lnTo>
                  <a:cubicBezTo>
                    <a:pt x="105442" y="349017"/>
                    <a:pt x="97881" y="340650"/>
                    <a:pt x="87786" y="339406"/>
                  </a:cubicBezTo>
                  <a:lnTo>
                    <a:pt x="67847" y="336939"/>
                  </a:lnTo>
                  <a:cubicBezTo>
                    <a:pt x="50877" y="334662"/>
                    <a:pt x="38179" y="320637"/>
                    <a:pt x="37997" y="303970"/>
                  </a:cubicBezTo>
                  <a:lnTo>
                    <a:pt x="37997" y="256872"/>
                  </a:lnTo>
                  <a:lnTo>
                    <a:pt x="13333" y="256872"/>
                  </a:lnTo>
                  <a:cubicBezTo>
                    <a:pt x="5761" y="256667"/>
                    <a:pt x="-206" y="250528"/>
                    <a:pt x="5" y="243161"/>
                  </a:cubicBezTo>
                  <a:cubicBezTo>
                    <a:pt x="68" y="240966"/>
                    <a:pt x="687" y="238819"/>
                    <a:pt x="1808" y="236912"/>
                  </a:cubicBezTo>
                  <a:lnTo>
                    <a:pt x="23821" y="199009"/>
                  </a:lnTo>
                  <a:cubicBezTo>
                    <a:pt x="36358" y="178057"/>
                    <a:pt x="43071" y="154289"/>
                    <a:pt x="43298" y="130045"/>
                  </a:cubicBezTo>
                  <a:cubicBezTo>
                    <a:pt x="42957" y="90198"/>
                    <a:pt x="61650" y="52456"/>
                    <a:pt x="93894" y="27887"/>
                  </a:cubicBezTo>
                  <a:cubicBezTo>
                    <a:pt x="160436" y="-19342"/>
                    <a:pt x="253730" y="-5145"/>
                    <a:pt x="302272" y="59599"/>
                  </a:cubicBezTo>
                  <a:cubicBezTo>
                    <a:pt x="345628" y="117426"/>
                    <a:pt x="339169" y="197376"/>
                    <a:pt x="287057" y="247901"/>
                  </a:cubicBezTo>
                  <a:cubicBezTo>
                    <a:pt x="272825" y="260982"/>
                    <a:pt x="264776" y="279202"/>
                    <a:pt x="264814" y="298251"/>
                  </a:cubicBezTo>
                  <a:lnTo>
                    <a:pt x="264814" y="303073"/>
                  </a:lnTo>
                  <a:cubicBezTo>
                    <a:pt x="264318" y="306820"/>
                    <a:pt x="260794" y="309466"/>
                    <a:pt x="256943" y="308983"/>
                  </a:cubicBezTo>
                  <a:cubicBezTo>
                    <a:pt x="253772" y="308586"/>
                    <a:pt x="251277" y="306158"/>
                    <a:pt x="250868" y="303073"/>
                  </a:cubicBezTo>
                  <a:lnTo>
                    <a:pt x="250868" y="298251"/>
                  </a:lnTo>
                  <a:cubicBezTo>
                    <a:pt x="251038" y="275540"/>
                    <a:pt x="260640" y="253861"/>
                    <a:pt x="277492" y="238145"/>
                  </a:cubicBezTo>
                  <a:cubicBezTo>
                    <a:pt x="331160" y="187640"/>
                    <a:pt x="332587" y="104367"/>
                    <a:pt x="280679" y="52149"/>
                  </a:cubicBezTo>
                  <a:cubicBezTo>
                    <a:pt x="233130" y="4317"/>
                    <a:pt x="156355" y="-1430"/>
                    <a:pt x="101847" y="38765"/>
                  </a:cubicBezTo>
                  <a:cubicBezTo>
                    <a:pt x="73046" y="60722"/>
                    <a:pt x="56354" y="94446"/>
                    <a:pt x="56668" y="130045"/>
                  </a:cubicBezTo>
                  <a:cubicBezTo>
                    <a:pt x="56634" y="156643"/>
                    <a:pt x="49569" y="182787"/>
                    <a:pt x="36153" y="205962"/>
                  </a:cubicBezTo>
                  <a:lnTo>
                    <a:pt x="14024" y="243864"/>
                  </a:lnTo>
                  <a:lnTo>
                    <a:pt x="38688" y="243864"/>
                  </a:lnTo>
                  <a:cubicBezTo>
                    <a:pt x="46263" y="243864"/>
                    <a:pt x="52403" y="249839"/>
                    <a:pt x="52403" y="257209"/>
                  </a:cubicBezTo>
                  <a:lnTo>
                    <a:pt x="52403" y="304307"/>
                  </a:lnTo>
                  <a:cubicBezTo>
                    <a:pt x="52595" y="314085"/>
                    <a:pt x="60078" y="322270"/>
                    <a:pt x="70037" y="323594"/>
                  </a:cubicBezTo>
                  <a:lnTo>
                    <a:pt x="90091" y="326061"/>
                  </a:lnTo>
                  <a:cubicBezTo>
                    <a:pt x="107061" y="328338"/>
                    <a:pt x="119759" y="342363"/>
                    <a:pt x="119941" y="359030"/>
                  </a:cubicBezTo>
                  <a:lnTo>
                    <a:pt x="119941" y="402091"/>
                  </a:lnTo>
                  <a:cubicBezTo>
                    <a:pt x="120205" y="405860"/>
                    <a:pt x="117278" y="409123"/>
                    <a:pt x="113404" y="409379"/>
                  </a:cubicBezTo>
                  <a:cubicBezTo>
                    <a:pt x="113087" y="409401"/>
                    <a:pt x="112768" y="409401"/>
                    <a:pt x="112450" y="40937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79FDE1BA-7F84-4049-89D2-21BE2FBBE1FC}"/>
                </a:ext>
              </a:extLst>
            </p:cNvPr>
            <p:cNvSpPr/>
            <p:nvPr/>
          </p:nvSpPr>
          <p:spPr>
            <a:xfrm>
              <a:off x="6977915" y="2648478"/>
              <a:ext cx="14061" cy="31489"/>
            </a:xfrm>
            <a:custGeom>
              <a:avLst/>
              <a:gdLst>
                <a:gd name="connsiteX0" fmla="*/ 7089 w 14061"/>
                <a:gd name="connsiteY0" fmla="*/ 31488 h 31489"/>
                <a:gd name="connsiteX1" fmla="*/ 59 w 14061"/>
                <a:gd name="connsiteY1" fmla="*/ 24873 h 31489"/>
                <a:gd name="connsiteX2" fmla="*/ 58 w 14061"/>
                <a:gd name="connsiteY2" fmla="*/ 24760 h 31489"/>
                <a:gd name="connsiteX3" fmla="*/ 58 w 14061"/>
                <a:gd name="connsiteY3" fmla="*/ 7715 h 31489"/>
                <a:gd name="connsiteX4" fmla="*/ 6133 w 14061"/>
                <a:gd name="connsiteY4" fmla="*/ 57 h 31489"/>
                <a:gd name="connsiteX5" fmla="*/ 14004 w 14061"/>
                <a:gd name="connsiteY5" fmla="*/ 5967 h 31489"/>
                <a:gd name="connsiteX6" fmla="*/ 14004 w 14061"/>
                <a:gd name="connsiteY6" fmla="*/ 7715 h 31489"/>
                <a:gd name="connsiteX7" fmla="*/ 14004 w 14061"/>
                <a:gd name="connsiteY7" fmla="*/ 24199 h 31489"/>
                <a:gd name="connsiteX8" fmla="*/ 7205 w 14061"/>
                <a:gd name="connsiteY8" fmla="*/ 31039 h 31489"/>
                <a:gd name="connsiteX9" fmla="*/ 7089 w 14061"/>
                <a:gd name="connsiteY9" fmla="*/ 31040 h 3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1" h="31489">
                  <a:moveTo>
                    <a:pt x="7089" y="31488"/>
                  </a:moveTo>
                  <a:cubicBezTo>
                    <a:pt x="3270" y="31550"/>
                    <a:pt x="123" y="28589"/>
                    <a:pt x="59" y="24873"/>
                  </a:cubicBezTo>
                  <a:cubicBezTo>
                    <a:pt x="59" y="24835"/>
                    <a:pt x="58" y="24798"/>
                    <a:pt x="58" y="24760"/>
                  </a:cubicBezTo>
                  <a:lnTo>
                    <a:pt x="58" y="7715"/>
                  </a:lnTo>
                  <a:cubicBezTo>
                    <a:pt x="-438" y="3968"/>
                    <a:pt x="2282" y="540"/>
                    <a:pt x="6133" y="57"/>
                  </a:cubicBezTo>
                  <a:cubicBezTo>
                    <a:pt x="9984" y="-426"/>
                    <a:pt x="13508" y="2220"/>
                    <a:pt x="14004" y="5967"/>
                  </a:cubicBezTo>
                  <a:cubicBezTo>
                    <a:pt x="14081" y="6547"/>
                    <a:pt x="14081" y="7135"/>
                    <a:pt x="14004" y="7715"/>
                  </a:cubicBezTo>
                  <a:lnTo>
                    <a:pt x="14004" y="24199"/>
                  </a:lnTo>
                  <a:cubicBezTo>
                    <a:pt x="14068" y="27915"/>
                    <a:pt x="11024" y="30977"/>
                    <a:pt x="7205" y="31039"/>
                  </a:cubicBezTo>
                  <a:cubicBezTo>
                    <a:pt x="7166" y="31039"/>
                    <a:pt x="7128" y="31040"/>
                    <a:pt x="7089" y="3104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DCF37A68-27A4-0941-A5BB-33D852DCBDBF}"/>
                </a:ext>
              </a:extLst>
            </p:cNvPr>
            <p:cNvSpPr/>
            <p:nvPr/>
          </p:nvSpPr>
          <p:spPr>
            <a:xfrm>
              <a:off x="6977858" y="2606493"/>
              <a:ext cx="13945" cy="34674"/>
            </a:xfrm>
            <a:custGeom>
              <a:avLst/>
              <a:gdLst>
                <a:gd name="connsiteX0" fmla="*/ 7030 w 13945"/>
                <a:gd name="connsiteY0" fmla="*/ 34674 h 34674"/>
                <a:gd name="connsiteX1" fmla="*/ 0 w 13945"/>
                <a:gd name="connsiteY1" fmla="*/ 27834 h 34674"/>
                <a:gd name="connsiteX2" fmla="*/ 0 w 13945"/>
                <a:gd name="connsiteY2" fmla="*/ 5967 h 34674"/>
                <a:gd name="connsiteX3" fmla="*/ 7871 w 13945"/>
                <a:gd name="connsiteY3" fmla="*/ 57 h 34674"/>
                <a:gd name="connsiteX4" fmla="*/ 13946 w 13945"/>
                <a:gd name="connsiteY4" fmla="*/ 5967 h 34674"/>
                <a:gd name="connsiteX5" fmla="*/ 13946 w 13945"/>
                <a:gd name="connsiteY5" fmla="*/ 27834 h 34674"/>
                <a:gd name="connsiteX6" fmla="*/ 6915 w 13945"/>
                <a:gd name="connsiteY6" fmla="*/ 34674 h 3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45" h="34674">
                  <a:moveTo>
                    <a:pt x="7030" y="34674"/>
                  </a:moveTo>
                  <a:cubicBezTo>
                    <a:pt x="3173" y="34614"/>
                    <a:pt x="62" y="31587"/>
                    <a:pt x="0" y="27834"/>
                  </a:cubicBezTo>
                  <a:lnTo>
                    <a:pt x="0" y="5967"/>
                  </a:lnTo>
                  <a:cubicBezTo>
                    <a:pt x="496" y="2220"/>
                    <a:pt x="4020" y="-426"/>
                    <a:pt x="7871" y="57"/>
                  </a:cubicBezTo>
                  <a:cubicBezTo>
                    <a:pt x="11041" y="454"/>
                    <a:pt x="13537" y="2882"/>
                    <a:pt x="13946" y="5967"/>
                  </a:cubicBezTo>
                  <a:lnTo>
                    <a:pt x="13946" y="27834"/>
                  </a:lnTo>
                  <a:cubicBezTo>
                    <a:pt x="13946" y="31612"/>
                    <a:pt x="10798" y="34674"/>
                    <a:pt x="6915" y="34674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9865589A-A00D-3E42-B1F1-A67C6D15CE9F}"/>
                </a:ext>
              </a:extLst>
            </p:cNvPr>
            <p:cNvSpPr/>
            <p:nvPr/>
          </p:nvSpPr>
          <p:spPr>
            <a:xfrm>
              <a:off x="6977800" y="2565945"/>
              <a:ext cx="14061" cy="31488"/>
            </a:xfrm>
            <a:custGeom>
              <a:avLst/>
              <a:gdLst>
                <a:gd name="connsiteX0" fmla="*/ 6974 w 14061"/>
                <a:gd name="connsiteY0" fmla="*/ 31488 h 31488"/>
                <a:gd name="connsiteX1" fmla="*/ 57 w 14061"/>
                <a:gd name="connsiteY1" fmla="*/ 24761 h 31488"/>
                <a:gd name="connsiteX2" fmla="*/ 58 w 14061"/>
                <a:gd name="connsiteY2" fmla="*/ 24648 h 31488"/>
                <a:gd name="connsiteX3" fmla="*/ 58 w 14061"/>
                <a:gd name="connsiteY3" fmla="*/ 7715 h 31488"/>
                <a:gd name="connsiteX4" fmla="*/ 6133 w 14061"/>
                <a:gd name="connsiteY4" fmla="*/ 57 h 31488"/>
                <a:gd name="connsiteX5" fmla="*/ 14004 w 14061"/>
                <a:gd name="connsiteY5" fmla="*/ 5967 h 31488"/>
                <a:gd name="connsiteX6" fmla="*/ 14004 w 14061"/>
                <a:gd name="connsiteY6" fmla="*/ 7715 h 31488"/>
                <a:gd name="connsiteX7" fmla="*/ 14004 w 14061"/>
                <a:gd name="connsiteY7" fmla="*/ 24648 h 31488"/>
                <a:gd name="connsiteX8" fmla="*/ 7205 w 14061"/>
                <a:gd name="connsiteY8" fmla="*/ 31487 h 31488"/>
                <a:gd name="connsiteX9" fmla="*/ 7089 w 14061"/>
                <a:gd name="connsiteY9" fmla="*/ 31488 h 3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61" h="31488">
                  <a:moveTo>
                    <a:pt x="6974" y="31488"/>
                  </a:moveTo>
                  <a:cubicBezTo>
                    <a:pt x="3154" y="31489"/>
                    <a:pt x="58" y="28477"/>
                    <a:pt x="57" y="24761"/>
                  </a:cubicBezTo>
                  <a:cubicBezTo>
                    <a:pt x="57" y="24723"/>
                    <a:pt x="58" y="24686"/>
                    <a:pt x="58" y="24648"/>
                  </a:cubicBezTo>
                  <a:lnTo>
                    <a:pt x="58" y="7715"/>
                  </a:lnTo>
                  <a:cubicBezTo>
                    <a:pt x="-438" y="3968"/>
                    <a:pt x="2282" y="540"/>
                    <a:pt x="6133" y="57"/>
                  </a:cubicBezTo>
                  <a:cubicBezTo>
                    <a:pt x="9984" y="-426"/>
                    <a:pt x="13508" y="2220"/>
                    <a:pt x="14004" y="5967"/>
                  </a:cubicBezTo>
                  <a:cubicBezTo>
                    <a:pt x="14081" y="6547"/>
                    <a:pt x="14081" y="7135"/>
                    <a:pt x="14004" y="7715"/>
                  </a:cubicBezTo>
                  <a:lnTo>
                    <a:pt x="14004" y="24648"/>
                  </a:lnTo>
                  <a:cubicBezTo>
                    <a:pt x="14068" y="28363"/>
                    <a:pt x="11024" y="31425"/>
                    <a:pt x="7205" y="31487"/>
                  </a:cubicBezTo>
                  <a:cubicBezTo>
                    <a:pt x="7166" y="31488"/>
                    <a:pt x="7128" y="31488"/>
                    <a:pt x="7089" y="3148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3AE62185-DF70-0041-A096-AAB425C7359D}"/>
                </a:ext>
              </a:extLst>
            </p:cNvPr>
            <p:cNvSpPr/>
            <p:nvPr/>
          </p:nvSpPr>
          <p:spPr>
            <a:xfrm>
              <a:off x="6645745" y="2270596"/>
              <a:ext cx="330349" cy="409797"/>
            </a:xfrm>
            <a:custGeom>
              <a:avLst/>
              <a:gdLst>
                <a:gd name="connsiteX0" fmla="*/ 72449 w 330349"/>
                <a:gd name="connsiteY0" fmla="*/ 409371 h 409797"/>
                <a:gd name="connsiteX1" fmla="*/ 65403 w 330349"/>
                <a:gd name="connsiteY1" fmla="*/ 402546 h 409797"/>
                <a:gd name="connsiteX2" fmla="*/ 65419 w 330349"/>
                <a:gd name="connsiteY2" fmla="*/ 402082 h 409797"/>
                <a:gd name="connsiteX3" fmla="*/ 65419 w 330349"/>
                <a:gd name="connsiteY3" fmla="*/ 297682 h 409797"/>
                <a:gd name="connsiteX4" fmla="*/ 43866 w 330349"/>
                <a:gd name="connsiteY4" fmla="*/ 247893 h 409797"/>
                <a:gd name="connsiteX5" fmla="*/ 43496 w 330349"/>
                <a:gd name="connsiteY5" fmla="*/ 42683 h 409797"/>
                <a:gd name="connsiteX6" fmla="*/ 237029 w 330349"/>
                <a:gd name="connsiteY6" fmla="*/ 27879 h 409797"/>
                <a:gd name="connsiteX7" fmla="*/ 287741 w 330349"/>
                <a:gd name="connsiteY7" fmla="*/ 130036 h 409797"/>
                <a:gd name="connsiteX8" fmla="*/ 306527 w 330349"/>
                <a:gd name="connsiteY8" fmla="*/ 199225 h 409797"/>
                <a:gd name="connsiteX9" fmla="*/ 328540 w 330349"/>
                <a:gd name="connsiteY9" fmla="*/ 237128 h 409797"/>
                <a:gd name="connsiteX10" fmla="*/ 323438 w 330349"/>
                <a:gd name="connsiteY10" fmla="*/ 255335 h 409797"/>
                <a:gd name="connsiteX11" fmla="*/ 317015 w 330349"/>
                <a:gd name="connsiteY11" fmla="*/ 257088 h 409797"/>
                <a:gd name="connsiteX12" fmla="*/ 291774 w 330349"/>
                <a:gd name="connsiteY12" fmla="*/ 257088 h 409797"/>
                <a:gd name="connsiteX13" fmla="*/ 291774 w 330349"/>
                <a:gd name="connsiteY13" fmla="*/ 303962 h 409797"/>
                <a:gd name="connsiteX14" fmla="*/ 261924 w 330349"/>
                <a:gd name="connsiteY14" fmla="*/ 336930 h 409797"/>
                <a:gd name="connsiteX15" fmla="*/ 241870 w 330349"/>
                <a:gd name="connsiteY15" fmla="*/ 339397 h 409797"/>
                <a:gd name="connsiteX16" fmla="*/ 224236 w 330349"/>
                <a:gd name="connsiteY16" fmla="*/ 358909 h 409797"/>
                <a:gd name="connsiteX17" fmla="*/ 224236 w 330349"/>
                <a:gd name="connsiteY17" fmla="*/ 402082 h 409797"/>
                <a:gd name="connsiteX18" fmla="*/ 218162 w 330349"/>
                <a:gd name="connsiteY18" fmla="*/ 409741 h 409797"/>
                <a:gd name="connsiteX19" fmla="*/ 210291 w 330349"/>
                <a:gd name="connsiteY19" fmla="*/ 403830 h 409797"/>
                <a:gd name="connsiteX20" fmla="*/ 210291 w 330349"/>
                <a:gd name="connsiteY20" fmla="*/ 402082 h 409797"/>
                <a:gd name="connsiteX21" fmla="*/ 210291 w 330349"/>
                <a:gd name="connsiteY21" fmla="*/ 358909 h 409797"/>
                <a:gd name="connsiteX22" fmla="*/ 240141 w 330349"/>
                <a:gd name="connsiteY22" fmla="*/ 325941 h 409797"/>
                <a:gd name="connsiteX23" fmla="*/ 260310 w 330349"/>
                <a:gd name="connsiteY23" fmla="*/ 323586 h 409797"/>
                <a:gd name="connsiteX24" fmla="*/ 278059 w 330349"/>
                <a:gd name="connsiteY24" fmla="*/ 304074 h 409797"/>
                <a:gd name="connsiteX25" fmla="*/ 278059 w 330349"/>
                <a:gd name="connsiteY25" fmla="*/ 256976 h 409797"/>
                <a:gd name="connsiteX26" fmla="*/ 291774 w 330349"/>
                <a:gd name="connsiteY26" fmla="*/ 243632 h 409797"/>
                <a:gd name="connsiteX27" fmla="*/ 316554 w 330349"/>
                <a:gd name="connsiteY27" fmla="*/ 243632 h 409797"/>
                <a:gd name="connsiteX28" fmla="*/ 294310 w 330349"/>
                <a:gd name="connsiteY28" fmla="*/ 206066 h 409797"/>
                <a:gd name="connsiteX29" fmla="*/ 273680 w 330349"/>
                <a:gd name="connsiteY29" fmla="*/ 130149 h 409797"/>
                <a:gd name="connsiteX30" fmla="*/ 228270 w 330349"/>
                <a:gd name="connsiteY30" fmla="*/ 38757 h 409797"/>
                <a:gd name="connsiteX31" fmla="*/ 39239 w 330349"/>
                <a:gd name="connsiteY31" fmla="*/ 66626 h 409797"/>
                <a:gd name="connsiteX32" fmla="*/ 52971 w 330349"/>
                <a:gd name="connsiteY32" fmla="*/ 238137 h 409797"/>
                <a:gd name="connsiteX33" fmla="*/ 79595 w 330349"/>
                <a:gd name="connsiteY33" fmla="*/ 298243 h 409797"/>
                <a:gd name="connsiteX34" fmla="*/ 79595 w 330349"/>
                <a:gd name="connsiteY34" fmla="*/ 402643 h 409797"/>
                <a:gd name="connsiteX35" fmla="*/ 72451 w 330349"/>
                <a:gd name="connsiteY35" fmla="*/ 409371 h 409797"/>
                <a:gd name="connsiteX36" fmla="*/ 72449 w 330349"/>
                <a:gd name="connsiteY36" fmla="*/ 409371 h 40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30349" h="409797">
                  <a:moveTo>
                    <a:pt x="72449" y="409371"/>
                  </a:moveTo>
                  <a:cubicBezTo>
                    <a:pt x="68566" y="409379"/>
                    <a:pt x="65412" y="406323"/>
                    <a:pt x="65403" y="402546"/>
                  </a:cubicBezTo>
                  <a:cubicBezTo>
                    <a:pt x="65403" y="402391"/>
                    <a:pt x="65408" y="402236"/>
                    <a:pt x="65419" y="402082"/>
                  </a:cubicBezTo>
                  <a:lnTo>
                    <a:pt x="65419" y="297682"/>
                  </a:lnTo>
                  <a:cubicBezTo>
                    <a:pt x="65413" y="278940"/>
                    <a:pt x="57644" y="260991"/>
                    <a:pt x="43866" y="247893"/>
                  </a:cubicBezTo>
                  <a:cubicBezTo>
                    <a:pt x="-14477" y="191325"/>
                    <a:pt x="-14643" y="99449"/>
                    <a:pt x="43496" y="42683"/>
                  </a:cubicBezTo>
                  <a:cubicBezTo>
                    <a:pt x="95425" y="-8020"/>
                    <a:pt x="177596" y="-14305"/>
                    <a:pt x="237029" y="27879"/>
                  </a:cubicBezTo>
                  <a:cubicBezTo>
                    <a:pt x="269303" y="52436"/>
                    <a:pt x="288036" y="90175"/>
                    <a:pt x="287741" y="130036"/>
                  </a:cubicBezTo>
                  <a:cubicBezTo>
                    <a:pt x="287718" y="154296"/>
                    <a:pt x="294193" y="178142"/>
                    <a:pt x="306527" y="199225"/>
                  </a:cubicBezTo>
                  <a:lnTo>
                    <a:pt x="328540" y="237128"/>
                  </a:lnTo>
                  <a:cubicBezTo>
                    <a:pt x="332298" y="243527"/>
                    <a:pt x="330014" y="251678"/>
                    <a:pt x="323438" y="255335"/>
                  </a:cubicBezTo>
                  <a:cubicBezTo>
                    <a:pt x="321478" y="256425"/>
                    <a:pt x="319271" y="257027"/>
                    <a:pt x="317015" y="257088"/>
                  </a:cubicBezTo>
                  <a:lnTo>
                    <a:pt x="291774" y="257088"/>
                  </a:lnTo>
                  <a:lnTo>
                    <a:pt x="291774" y="303962"/>
                  </a:lnTo>
                  <a:cubicBezTo>
                    <a:pt x="291592" y="320629"/>
                    <a:pt x="278894" y="334653"/>
                    <a:pt x="261924" y="336930"/>
                  </a:cubicBezTo>
                  <a:lnTo>
                    <a:pt x="241870" y="339397"/>
                  </a:lnTo>
                  <a:cubicBezTo>
                    <a:pt x="231801" y="340689"/>
                    <a:pt x="224265" y="349027"/>
                    <a:pt x="224236" y="358909"/>
                  </a:cubicBezTo>
                  <a:lnTo>
                    <a:pt x="224236" y="402082"/>
                  </a:lnTo>
                  <a:cubicBezTo>
                    <a:pt x="224733" y="405829"/>
                    <a:pt x="222013" y="409258"/>
                    <a:pt x="218162" y="409741"/>
                  </a:cubicBezTo>
                  <a:cubicBezTo>
                    <a:pt x="214311" y="410223"/>
                    <a:pt x="210787" y="407577"/>
                    <a:pt x="210291" y="403830"/>
                  </a:cubicBezTo>
                  <a:cubicBezTo>
                    <a:pt x="210214" y="403250"/>
                    <a:pt x="210214" y="402663"/>
                    <a:pt x="210291" y="402082"/>
                  </a:cubicBezTo>
                  <a:lnTo>
                    <a:pt x="210291" y="358909"/>
                  </a:lnTo>
                  <a:cubicBezTo>
                    <a:pt x="210473" y="342242"/>
                    <a:pt x="223171" y="328218"/>
                    <a:pt x="240141" y="325941"/>
                  </a:cubicBezTo>
                  <a:lnTo>
                    <a:pt x="260310" y="323586"/>
                  </a:lnTo>
                  <a:cubicBezTo>
                    <a:pt x="270401" y="322300"/>
                    <a:pt x="277973" y="313975"/>
                    <a:pt x="278059" y="304074"/>
                  </a:cubicBezTo>
                  <a:lnTo>
                    <a:pt x="278059" y="256976"/>
                  </a:lnTo>
                  <a:cubicBezTo>
                    <a:pt x="278059" y="249606"/>
                    <a:pt x="284200" y="243632"/>
                    <a:pt x="291774" y="243632"/>
                  </a:cubicBezTo>
                  <a:lnTo>
                    <a:pt x="316554" y="243632"/>
                  </a:lnTo>
                  <a:lnTo>
                    <a:pt x="294310" y="206066"/>
                  </a:lnTo>
                  <a:cubicBezTo>
                    <a:pt x="280805" y="182920"/>
                    <a:pt x="273697" y="156764"/>
                    <a:pt x="273680" y="130149"/>
                  </a:cubicBezTo>
                  <a:cubicBezTo>
                    <a:pt x="274027" y="94460"/>
                    <a:pt x="257233" y="60659"/>
                    <a:pt x="228270" y="38757"/>
                  </a:cubicBezTo>
                  <a:cubicBezTo>
                    <a:pt x="168161" y="-4336"/>
                    <a:pt x="83529" y="8142"/>
                    <a:pt x="39239" y="66626"/>
                  </a:cubicBezTo>
                  <a:cubicBezTo>
                    <a:pt x="-566" y="119190"/>
                    <a:pt x="5280" y="192206"/>
                    <a:pt x="52971" y="238137"/>
                  </a:cubicBezTo>
                  <a:cubicBezTo>
                    <a:pt x="69823" y="253853"/>
                    <a:pt x="79425" y="275532"/>
                    <a:pt x="79595" y="298243"/>
                  </a:cubicBezTo>
                  <a:lnTo>
                    <a:pt x="79595" y="402643"/>
                  </a:lnTo>
                  <a:cubicBezTo>
                    <a:pt x="79531" y="406420"/>
                    <a:pt x="76333" y="409433"/>
                    <a:pt x="72451" y="409371"/>
                  </a:cubicBezTo>
                  <a:cubicBezTo>
                    <a:pt x="72450" y="409371"/>
                    <a:pt x="72450" y="409371"/>
                    <a:pt x="72449" y="40937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7F2384A6-6AB3-894F-8162-8C154A357318}"/>
                </a:ext>
              </a:extLst>
            </p:cNvPr>
            <p:cNvSpPr/>
            <p:nvPr/>
          </p:nvSpPr>
          <p:spPr>
            <a:xfrm>
              <a:off x="6666814" y="2666341"/>
              <a:ext cx="369568" cy="13682"/>
            </a:xfrm>
            <a:custGeom>
              <a:avLst/>
              <a:gdLst>
                <a:gd name="connsiteX0" fmla="*/ 361639 w 369568"/>
                <a:gd name="connsiteY0" fmla="*/ 13625 h 13682"/>
                <a:gd name="connsiteX1" fmla="*/ 7929 w 369568"/>
                <a:gd name="connsiteY1" fmla="*/ 13625 h 13682"/>
                <a:gd name="connsiteX2" fmla="*/ 58 w 369568"/>
                <a:gd name="connsiteY2" fmla="*/ 7715 h 13682"/>
                <a:gd name="connsiteX3" fmla="*/ 6133 w 369568"/>
                <a:gd name="connsiteY3" fmla="*/ 57 h 13682"/>
                <a:gd name="connsiteX4" fmla="*/ 7929 w 369568"/>
                <a:gd name="connsiteY4" fmla="*/ 57 h 13682"/>
                <a:gd name="connsiteX5" fmla="*/ 361639 w 369568"/>
                <a:gd name="connsiteY5" fmla="*/ 57 h 13682"/>
                <a:gd name="connsiteX6" fmla="*/ 369511 w 369568"/>
                <a:gd name="connsiteY6" fmla="*/ 5967 h 13682"/>
                <a:gd name="connsiteX7" fmla="*/ 363436 w 369568"/>
                <a:gd name="connsiteY7" fmla="*/ 13625 h 13682"/>
                <a:gd name="connsiteX8" fmla="*/ 361639 w 369568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568" h="13682">
                  <a:moveTo>
                    <a:pt x="361639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361639" y="57"/>
                  </a:lnTo>
                  <a:cubicBezTo>
                    <a:pt x="365490" y="-426"/>
                    <a:pt x="369014" y="2220"/>
                    <a:pt x="369511" y="5967"/>
                  </a:cubicBezTo>
                  <a:cubicBezTo>
                    <a:pt x="370007" y="9714"/>
                    <a:pt x="367287" y="13143"/>
                    <a:pt x="363436" y="13625"/>
                  </a:cubicBezTo>
                  <a:cubicBezTo>
                    <a:pt x="362840" y="13700"/>
                    <a:pt x="362236" y="13700"/>
                    <a:pt x="361639" y="1362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EF19E158-999B-8949-9B27-788345D4BA6E}"/>
              </a:ext>
            </a:extLst>
          </p:cNvPr>
          <p:cNvGrpSpPr/>
          <p:nvPr/>
        </p:nvGrpSpPr>
        <p:grpSpPr>
          <a:xfrm>
            <a:off x="5523256" y="3354751"/>
            <a:ext cx="1338870" cy="1110142"/>
            <a:chOff x="5398240" y="3846311"/>
            <a:chExt cx="1338870" cy="1110142"/>
          </a:xfrm>
        </p:grpSpPr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AD868A9A-9831-1B4F-B3A1-3C8C08844E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40117" y="3846311"/>
              <a:ext cx="455117" cy="40304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48" name="Title 1">
              <a:extLst>
                <a:ext uri="{FF2B5EF4-FFF2-40B4-BE49-F238E27FC236}">
                  <a16:creationId xmlns:a16="http://schemas.microsoft.com/office/drawing/2014/main" id="{45B6D19B-BC78-5E44-9596-C9F26306886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31982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AA443151-097D-E147-8E4A-B40F11615EC0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DEF903D-D62B-6241-8094-05E8A3F0C2B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C3E8FA-D521-0742-ADA9-6581F446C657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32ED09D1-70F9-DE4F-A638-872EECDCC460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865A3EBA-DD8B-F847-8BB6-065716E88600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4A33EE27-974B-694B-829D-9D157EC92EF1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AC4A99B8-0605-9541-BFC7-09F78F2DF0B9}"/>
              </a:ext>
            </a:extLst>
          </p:cNvPr>
          <p:cNvCxnSpPr/>
          <p:nvPr/>
        </p:nvCxnSpPr>
        <p:spPr>
          <a:xfrm flipV="1">
            <a:off x="6280504" y="2047156"/>
            <a:ext cx="692707" cy="1201985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D6076D21-D37B-744F-93D4-A9D38A0F46AC}"/>
              </a:ext>
            </a:extLst>
          </p:cNvPr>
          <p:cNvCxnSpPr/>
          <p:nvPr/>
        </p:nvCxnSpPr>
        <p:spPr>
          <a:xfrm>
            <a:off x="6682038" y="3659766"/>
            <a:ext cx="1272968" cy="0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8EB71135-4015-1246-BBA1-6F97AF6B11B7}"/>
              </a:ext>
            </a:extLst>
          </p:cNvPr>
          <p:cNvCxnSpPr/>
          <p:nvPr/>
        </p:nvCxnSpPr>
        <p:spPr>
          <a:xfrm>
            <a:off x="6537909" y="4222952"/>
            <a:ext cx="637693" cy="983895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54273128-40E0-A244-9630-BBD94F78AE15}"/>
              </a:ext>
            </a:extLst>
          </p:cNvPr>
          <p:cNvCxnSpPr/>
          <p:nvPr/>
        </p:nvCxnSpPr>
        <p:spPr>
          <a:xfrm flipH="1">
            <a:off x="5364781" y="4359977"/>
            <a:ext cx="642510" cy="1095302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3CB146FB-3306-264B-A3DC-19605CA3C648}"/>
              </a:ext>
            </a:extLst>
          </p:cNvPr>
          <p:cNvCxnSpPr/>
          <p:nvPr/>
        </p:nvCxnSpPr>
        <p:spPr>
          <a:xfrm flipH="1">
            <a:off x="4236995" y="3924410"/>
            <a:ext cx="1381310" cy="0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7E3AD9C-C1D2-6147-9EF9-3CFC4BF5E7AF}"/>
              </a:ext>
            </a:extLst>
          </p:cNvPr>
          <p:cNvCxnSpPr/>
          <p:nvPr/>
        </p:nvCxnSpPr>
        <p:spPr>
          <a:xfrm flipH="1" flipV="1">
            <a:off x="5070578" y="2311810"/>
            <a:ext cx="635276" cy="1049413"/>
          </a:xfrm>
          <a:prstGeom prst="line">
            <a:avLst/>
          </a:prstGeom>
          <a:ln w="19050" cap="rnd">
            <a:solidFill>
              <a:schemeClr val="accent6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Hexagon 90">
            <a:extLst>
              <a:ext uri="{FF2B5EF4-FFF2-40B4-BE49-F238E27FC236}">
                <a16:creationId xmlns:a16="http://schemas.microsoft.com/office/drawing/2014/main" id="{C04FC0BC-E140-D74E-9986-A96A6E12CDB8}"/>
              </a:ext>
            </a:extLst>
          </p:cNvPr>
          <p:cNvSpPr/>
          <p:nvPr/>
        </p:nvSpPr>
        <p:spPr>
          <a:xfrm>
            <a:off x="4669544" y="3899172"/>
            <a:ext cx="1270550" cy="1095301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Hexagon 91">
            <a:extLst>
              <a:ext uri="{FF2B5EF4-FFF2-40B4-BE49-F238E27FC236}">
                <a16:creationId xmlns:a16="http://schemas.microsoft.com/office/drawing/2014/main" id="{D7A0865B-FB32-5349-92CC-C4567FFFC38B}"/>
              </a:ext>
            </a:extLst>
          </p:cNvPr>
          <p:cNvSpPr/>
          <p:nvPr/>
        </p:nvSpPr>
        <p:spPr>
          <a:xfrm>
            <a:off x="5672418" y="4352210"/>
            <a:ext cx="1270550" cy="1095301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Hexagon 92">
            <a:extLst>
              <a:ext uri="{FF2B5EF4-FFF2-40B4-BE49-F238E27FC236}">
                <a16:creationId xmlns:a16="http://schemas.microsoft.com/office/drawing/2014/main" id="{DB97066E-3BBC-A444-B04E-B0F7CBC66EB4}"/>
              </a:ext>
            </a:extLst>
          </p:cNvPr>
          <p:cNvSpPr/>
          <p:nvPr/>
        </p:nvSpPr>
        <p:spPr>
          <a:xfrm>
            <a:off x="6524790" y="3675302"/>
            <a:ext cx="1270550" cy="1095301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Hexagon 93">
            <a:extLst>
              <a:ext uri="{FF2B5EF4-FFF2-40B4-BE49-F238E27FC236}">
                <a16:creationId xmlns:a16="http://schemas.microsoft.com/office/drawing/2014/main" id="{B1E55682-2BB0-A747-BC6C-D4F6C183A9FD}"/>
              </a:ext>
            </a:extLst>
          </p:cNvPr>
          <p:cNvSpPr/>
          <p:nvPr/>
        </p:nvSpPr>
        <p:spPr>
          <a:xfrm>
            <a:off x="6365124" y="2580001"/>
            <a:ext cx="1270550" cy="1095301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Hexagon 94">
            <a:extLst>
              <a:ext uri="{FF2B5EF4-FFF2-40B4-BE49-F238E27FC236}">
                <a16:creationId xmlns:a16="http://schemas.microsoft.com/office/drawing/2014/main" id="{369DBAE7-4167-024E-A589-198BA7B1E598}"/>
              </a:ext>
            </a:extLst>
          </p:cNvPr>
          <p:cNvSpPr/>
          <p:nvPr/>
        </p:nvSpPr>
        <p:spPr>
          <a:xfrm>
            <a:off x="4462493" y="2813573"/>
            <a:ext cx="1270550" cy="1095301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Hexagon 95">
            <a:extLst>
              <a:ext uri="{FF2B5EF4-FFF2-40B4-BE49-F238E27FC236}">
                <a16:creationId xmlns:a16="http://schemas.microsoft.com/office/drawing/2014/main" id="{7B512B25-4011-4E44-8A4C-4335BF435FA6}"/>
              </a:ext>
            </a:extLst>
          </p:cNvPr>
          <p:cNvSpPr/>
          <p:nvPr/>
        </p:nvSpPr>
        <p:spPr>
          <a:xfrm>
            <a:off x="5349245" y="2161608"/>
            <a:ext cx="1270550" cy="1095301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3" name="Hexagon 102">
            <a:extLst>
              <a:ext uri="{FF2B5EF4-FFF2-40B4-BE49-F238E27FC236}">
                <a16:creationId xmlns:a16="http://schemas.microsoft.com/office/drawing/2014/main" id="{B1B553DF-D1AD-BC4C-903D-14B278E04D3A}"/>
              </a:ext>
            </a:extLst>
          </p:cNvPr>
          <p:cNvSpPr>
            <a:spLocks noChangeAspect="1"/>
          </p:cNvSpPr>
          <p:nvPr/>
        </p:nvSpPr>
        <p:spPr>
          <a:xfrm>
            <a:off x="4727296" y="3948959"/>
            <a:ext cx="1155045" cy="995728"/>
          </a:xfrm>
          <a:prstGeom prst="hexagon">
            <a:avLst>
              <a:gd name="adj" fmla="val 28704"/>
              <a:gd name="vf" fmla="val 11547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Hexagon 103">
            <a:extLst>
              <a:ext uri="{FF2B5EF4-FFF2-40B4-BE49-F238E27FC236}">
                <a16:creationId xmlns:a16="http://schemas.microsoft.com/office/drawing/2014/main" id="{FD8BCCF0-5054-1D46-BFBC-39949E6AB679}"/>
              </a:ext>
            </a:extLst>
          </p:cNvPr>
          <p:cNvSpPr>
            <a:spLocks noChangeAspect="1"/>
          </p:cNvSpPr>
          <p:nvPr/>
        </p:nvSpPr>
        <p:spPr>
          <a:xfrm>
            <a:off x="5730170" y="4401997"/>
            <a:ext cx="1155045" cy="995728"/>
          </a:xfrm>
          <a:prstGeom prst="hexagon">
            <a:avLst>
              <a:gd name="adj" fmla="val 28704"/>
              <a:gd name="vf" fmla="val 11547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Hexagon 104">
            <a:extLst>
              <a:ext uri="{FF2B5EF4-FFF2-40B4-BE49-F238E27FC236}">
                <a16:creationId xmlns:a16="http://schemas.microsoft.com/office/drawing/2014/main" id="{22A12663-68D3-634D-BC35-4466BA29E0A7}"/>
              </a:ext>
            </a:extLst>
          </p:cNvPr>
          <p:cNvSpPr>
            <a:spLocks noChangeAspect="1"/>
          </p:cNvSpPr>
          <p:nvPr/>
        </p:nvSpPr>
        <p:spPr>
          <a:xfrm>
            <a:off x="6582543" y="3725089"/>
            <a:ext cx="1155045" cy="995728"/>
          </a:xfrm>
          <a:prstGeom prst="hexagon">
            <a:avLst>
              <a:gd name="adj" fmla="val 28704"/>
              <a:gd name="vf" fmla="val 11547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6" name="Hexagon 105">
            <a:extLst>
              <a:ext uri="{FF2B5EF4-FFF2-40B4-BE49-F238E27FC236}">
                <a16:creationId xmlns:a16="http://schemas.microsoft.com/office/drawing/2014/main" id="{3F2ABE17-75A7-DC4F-9756-4399FB9DC48F}"/>
              </a:ext>
            </a:extLst>
          </p:cNvPr>
          <p:cNvSpPr>
            <a:spLocks noChangeAspect="1"/>
          </p:cNvSpPr>
          <p:nvPr/>
        </p:nvSpPr>
        <p:spPr>
          <a:xfrm>
            <a:off x="6422877" y="2629789"/>
            <a:ext cx="1155045" cy="995728"/>
          </a:xfrm>
          <a:prstGeom prst="hexagon">
            <a:avLst>
              <a:gd name="adj" fmla="val 28704"/>
              <a:gd name="vf" fmla="val 11547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Hexagon 106">
            <a:extLst>
              <a:ext uri="{FF2B5EF4-FFF2-40B4-BE49-F238E27FC236}">
                <a16:creationId xmlns:a16="http://schemas.microsoft.com/office/drawing/2014/main" id="{D0A8DA6F-1117-FF40-BCC0-588B6AAACEA0}"/>
              </a:ext>
            </a:extLst>
          </p:cNvPr>
          <p:cNvSpPr>
            <a:spLocks noChangeAspect="1"/>
          </p:cNvSpPr>
          <p:nvPr/>
        </p:nvSpPr>
        <p:spPr>
          <a:xfrm>
            <a:off x="4520245" y="2863360"/>
            <a:ext cx="1155045" cy="995728"/>
          </a:xfrm>
          <a:prstGeom prst="hexagon">
            <a:avLst>
              <a:gd name="adj" fmla="val 28704"/>
              <a:gd name="vf" fmla="val 11547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Hexagon 107">
            <a:extLst>
              <a:ext uri="{FF2B5EF4-FFF2-40B4-BE49-F238E27FC236}">
                <a16:creationId xmlns:a16="http://schemas.microsoft.com/office/drawing/2014/main" id="{19616AD5-55E3-2646-8E8C-50AFCEEEF29B}"/>
              </a:ext>
            </a:extLst>
          </p:cNvPr>
          <p:cNvSpPr>
            <a:spLocks noChangeAspect="1"/>
          </p:cNvSpPr>
          <p:nvPr/>
        </p:nvSpPr>
        <p:spPr>
          <a:xfrm>
            <a:off x="5406997" y="2211395"/>
            <a:ext cx="1155045" cy="995728"/>
          </a:xfrm>
          <a:prstGeom prst="hexagon">
            <a:avLst>
              <a:gd name="adj" fmla="val 28704"/>
              <a:gd name="vf" fmla="val 11547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Hexagon 110">
            <a:extLst>
              <a:ext uri="{FF2B5EF4-FFF2-40B4-BE49-F238E27FC236}">
                <a16:creationId xmlns:a16="http://schemas.microsoft.com/office/drawing/2014/main" id="{EB164264-00BF-434C-9B82-94E6CAC68F14}"/>
              </a:ext>
            </a:extLst>
          </p:cNvPr>
          <p:cNvSpPr>
            <a:spLocks noChangeAspect="1"/>
          </p:cNvSpPr>
          <p:nvPr/>
        </p:nvSpPr>
        <p:spPr>
          <a:xfrm>
            <a:off x="4779798" y="3994220"/>
            <a:ext cx="1050041" cy="905206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" name="Hexagon 111">
            <a:extLst>
              <a:ext uri="{FF2B5EF4-FFF2-40B4-BE49-F238E27FC236}">
                <a16:creationId xmlns:a16="http://schemas.microsoft.com/office/drawing/2014/main" id="{DB4B1045-C703-494D-AF55-9DACB9A322E3}"/>
              </a:ext>
            </a:extLst>
          </p:cNvPr>
          <p:cNvSpPr>
            <a:spLocks noChangeAspect="1"/>
          </p:cNvSpPr>
          <p:nvPr/>
        </p:nvSpPr>
        <p:spPr>
          <a:xfrm>
            <a:off x="5782672" y="4447258"/>
            <a:ext cx="1050041" cy="905206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Hexagon 112">
            <a:extLst>
              <a:ext uri="{FF2B5EF4-FFF2-40B4-BE49-F238E27FC236}">
                <a16:creationId xmlns:a16="http://schemas.microsoft.com/office/drawing/2014/main" id="{D1836EAA-D687-C64E-9A72-026F9B5519ED}"/>
              </a:ext>
            </a:extLst>
          </p:cNvPr>
          <p:cNvSpPr>
            <a:spLocks noChangeAspect="1"/>
          </p:cNvSpPr>
          <p:nvPr/>
        </p:nvSpPr>
        <p:spPr>
          <a:xfrm>
            <a:off x="6635045" y="3770350"/>
            <a:ext cx="1050041" cy="905206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Hexagon 113">
            <a:extLst>
              <a:ext uri="{FF2B5EF4-FFF2-40B4-BE49-F238E27FC236}">
                <a16:creationId xmlns:a16="http://schemas.microsoft.com/office/drawing/2014/main" id="{19E66510-52C2-3148-A313-75C9E9FCCD0D}"/>
              </a:ext>
            </a:extLst>
          </p:cNvPr>
          <p:cNvSpPr>
            <a:spLocks noChangeAspect="1"/>
          </p:cNvSpPr>
          <p:nvPr/>
        </p:nvSpPr>
        <p:spPr>
          <a:xfrm>
            <a:off x="6475378" y="2675049"/>
            <a:ext cx="1050041" cy="905206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Hexagon 114">
            <a:extLst>
              <a:ext uri="{FF2B5EF4-FFF2-40B4-BE49-F238E27FC236}">
                <a16:creationId xmlns:a16="http://schemas.microsoft.com/office/drawing/2014/main" id="{D26AFBDE-ACAB-4147-83B8-DE7547EFB5A4}"/>
              </a:ext>
            </a:extLst>
          </p:cNvPr>
          <p:cNvSpPr>
            <a:spLocks noChangeAspect="1"/>
          </p:cNvSpPr>
          <p:nvPr/>
        </p:nvSpPr>
        <p:spPr>
          <a:xfrm>
            <a:off x="4572747" y="2908621"/>
            <a:ext cx="1050041" cy="905206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6" name="Hexagon 115">
            <a:extLst>
              <a:ext uri="{FF2B5EF4-FFF2-40B4-BE49-F238E27FC236}">
                <a16:creationId xmlns:a16="http://schemas.microsoft.com/office/drawing/2014/main" id="{32C26A98-3F44-BC4E-B0D0-CCAC94B76340}"/>
              </a:ext>
            </a:extLst>
          </p:cNvPr>
          <p:cNvSpPr>
            <a:spLocks noChangeAspect="1"/>
          </p:cNvSpPr>
          <p:nvPr/>
        </p:nvSpPr>
        <p:spPr>
          <a:xfrm>
            <a:off x="5459499" y="2256655"/>
            <a:ext cx="1050041" cy="905206"/>
          </a:xfrm>
          <a:prstGeom prst="hexagon">
            <a:avLst>
              <a:gd name="adj" fmla="val 28704"/>
              <a:gd name="vf" fmla="val 115470"/>
            </a:avLst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312B2979-98E9-F243-8CCB-3487FCF919F2}"/>
              </a:ext>
            </a:extLst>
          </p:cNvPr>
          <p:cNvGrpSpPr/>
          <p:nvPr/>
        </p:nvGrpSpPr>
        <p:grpSpPr>
          <a:xfrm flipH="1">
            <a:off x="1329963" y="1939272"/>
            <a:ext cx="2783072" cy="723275"/>
            <a:chOff x="7825488" y="1404017"/>
            <a:chExt cx="3368029" cy="723275"/>
          </a:xfrm>
        </p:grpSpPr>
        <p:sp>
          <p:nvSpPr>
            <p:cNvPr id="120" name="Inhaltsplatzhalter 4">
              <a:extLst>
                <a:ext uri="{FF2B5EF4-FFF2-40B4-BE49-F238E27FC236}">
                  <a16:creationId xmlns:a16="http://schemas.microsoft.com/office/drawing/2014/main" id="{09A94AA6-82FE-1646-93D2-11D8D364704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908CC55B-04D8-2F4C-B00A-24F23883233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44AC96E-6DAA-654C-8198-7E1AC6CC2AA2}"/>
              </a:ext>
            </a:extLst>
          </p:cNvPr>
          <p:cNvGrpSpPr/>
          <p:nvPr/>
        </p:nvGrpSpPr>
        <p:grpSpPr>
          <a:xfrm>
            <a:off x="8090037" y="1687205"/>
            <a:ext cx="2783072" cy="723275"/>
            <a:chOff x="7825488" y="1404017"/>
            <a:chExt cx="3368029" cy="723275"/>
          </a:xfrm>
        </p:grpSpPr>
        <p:sp>
          <p:nvSpPr>
            <p:cNvPr id="123" name="Inhaltsplatzhalter 4">
              <a:extLst>
                <a:ext uri="{FF2B5EF4-FFF2-40B4-BE49-F238E27FC236}">
                  <a16:creationId xmlns:a16="http://schemas.microsoft.com/office/drawing/2014/main" id="{5D6AEBCC-9F49-CF4F-A5A4-499DCD07FA4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9061CC3-387D-B448-BEE6-F31213839E1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5" name="Straight Connector 124">
            <a:extLst>
              <a:ext uri="{FF2B5EF4-FFF2-40B4-BE49-F238E27FC236}">
                <a16:creationId xmlns:a16="http://schemas.microsoft.com/office/drawing/2014/main" id="{A56226B4-2C60-DA42-ADFF-3C2AF2A6AE6A}"/>
              </a:ext>
            </a:extLst>
          </p:cNvPr>
          <p:cNvCxnSpPr>
            <a:cxnSpLocks/>
          </p:cNvCxnSpPr>
          <p:nvPr/>
        </p:nvCxnSpPr>
        <p:spPr>
          <a:xfrm flipV="1">
            <a:off x="6953783" y="2051496"/>
            <a:ext cx="892935" cy="1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5EFE6A69-E5E8-7C4D-BFF3-13F10B2975D5}"/>
              </a:ext>
            </a:extLst>
          </p:cNvPr>
          <p:cNvCxnSpPr>
            <a:cxnSpLocks/>
          </p:cNvCxnSpPr>
          <p:nvPr/>
        </p:nvCxnSpPr>
        <p:spPr>
          <a:xfrm flipH="1" flipV="1">
            <a:off x="4355285" y="2311809"/>
            <a:ext cx="681891" cy="1"/>
          </a:xfrm>
          <a:prstGeom prst="line">
            <a:avLst/>
          </a:prstGeom>
          <a:ln w="19050" cap="rnd">
            <a:solidFill>
              <a:schemeClr val="accent6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A47E7EDB-F464-4C42-BC6D-AEE59CCE5FB1}"/>
              </a:ext>
            </a:extLst>
          </p:cNvPr>
          <p:cNvGrpSpPr/>
          <p:nvPr/>
        </p:nvGrpSpPr>
        <p:grpSpPr>
          <a:xfrm flipH="1">
            <a:off x="1422027" y="5085873"/>
            <a:ext cx="2783072" cy="723275"/>
            <a:chOff x="7825488" y="1404017"/>
            <a:chExt cx="3368029" cy="723275"/>
          </a:xfrm>
        </p:grpSpPr>
        <p:sp>
          <p:nvSpPr>
            <p:cNvPr id="128" name="Inhaltsplatzhalter 4">
              <a:extLst>
                <a:ext uri="{FF2B5EF4-FFF2-40B4-BE49-F238E27FC236}">
                  <a16:creationId xmlns:a16="http://schemas.microsoft.com/office/drawing/2014/main" id="{6C906CEC-F75C-6647-BC85-FE1F979F9F2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DBFC56D4-5C4A-1A43-AB30-5E524FCC030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7C39027C-6261-2C4A-A759-6839051ABAC4}"/>
              </a:ext>
            </a:extLst>
          </p:cNvPr>
          <p:cNvGrpSpPr/>
          <p:nvPr/>
        </p:nvGrpSpPr>
        <p:grpSpPr>
          <a:xfrm>
            <a:off x="8342873" y="4844489"/>
            <a:ext cx="2783072" cy="723275"/>
            <a:chOff x="7825488" y="1404017"/>
            <a:chExt cx="3368029" cy="723275"/>
          </a:xfrm>
        </p:grpSpPr>
        <p:sp>
          <p:nvSpPr>
            <p:cNvPr id="131" name="Inhaltsplatzhalter 4">
              <a:extLst>
                <a:ext uri="{FF2B5EF4-FFF2-40B4-BE49-F238E27FC236}">
                  <a16:creationId xmlns:a16="http://schemas.microsoft.com/office/drawing/2014/main" id="{683B1BA4-A06B-664D-B1D9-22A87360B63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152D8157-5DC9-E841-BDA8-5B0E9867C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AC6F4757-7908-EE4A-83D5-C45CCC23D2D1}"/>
              </a:ext>
            </a:extLst>
          </p:cNvPr>
          <p:cNvGrpSpPr/>
          <p:nvPr/>
        </p:nvGrpSpPr>
        <p:grpSpPr>
          <a:xfrm>
            <a:off x="8203391" y="3288363"/>
            <a:ext cx="2783072" cy="723275"/>
            <a:chOff x="7825488" y="1404017"/>
            <a:chExt cx="3368029" cy="723275"/>
          </a:xfrm>
        </p:grpSpPr>
        <p:sp>
          <p:nvSpPr>
            <p:cNvPr id="134" name="Inhaltsplatzhalter 4">
              <a:extLst>
                <a:ext uri="{FF2B5EF4-FFF2-40B4-BE49-F238E27FC236}">
                  <a16:creationId xmlns:a16="http://schemas.microsoft.com/office/drawing/2014/main" id="{163DBD16-C9D6-D547-963F-803A2ED1970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E138D62D-E714-E74C-8758-460257C7609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7FA4B84E-FB71-8F4C-872B-7A404348C4A8}"/>
              </a:ext>
            </a:extLst>
          </p:cNvPr>
          <p:cNvGrpSpPr/>
          <p:nvPr/>
        </p:nvGrpSpPr>
        <p:grpSpPr>
          <a:xfrm flipH="1">
            <a:off x="1216981" y="3559370"/>
            <a:ext cx="2783072" cy="723275"/>
            <a:chOff x="7825488" y="1404017"/>
            <a:chExt cx="3368029" cy="723275"/>
          </a:xfrm>
        </p:grpSpPr>
        <p:sp>
          <p:nvSpPr>
            <p:cNvPr id="137" name="Inhaltsplatzhalter 4">
              <a:extLst>
                <a:ext uri="{FF2B5EF4-FFF2-40B4-BE49-F238E27FC236}">
                  <a16:creationId xmlns:a16="http://schemas.microsoft.com/office/drawing/2014/main" id="{03EEFCFE-3EDD-8E4D-8364-C72138D6B06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37613466-CF1E-F04E-990C-3A9B6CAA693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FCEA6B0B-CA51-1843-AAFF-4FA4C82D1F42}"/>
              </a:ext>
            </a:extLst>
          </p:cNvPr>
          <p:cNvCxnSpPr>
            <a:cxnSpLocks/>
          </p:cNvCxnSpPr>
          <p:nvPr/>
        </p:nvCxnSpPr>
        <p:spPr>
          <a:xfrm flipV="1">
            <a:off x="7191469" y="5206127"/>
            <a:ext cx="892935" cy="1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CB5F3449-7848-124F-A3F7-764F86987A07}"/>
              </a:ext>
            </a:extLst>
          </p:cNvPr>
          <p:cNvCxnSpPr>
            <a:cxnSpLocks/>
          </p:cNvCxnSpPr>
          <p:nvPr/>
        </p:nvCxnSpPr>
        <p:spPr>
          <a:xfrm flipH="1" flipV="1">
            <a:off x="4465179" y="5455280"/>
            <a:ext cx="894594" cy="1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" name="Graphic 143">
            <a:extLst>
              <a:ext uri="{FF2B5EF4-FFF2-40B4-BE49-F238E27FC236}">
                <a16:creationId xmlns:a16="http://schemas.microsoft.com/office/drawing/2014/main" id="{FE51D329-4B3C-544C-9DD7-E82A73EF1E79}"/>
              </a:ext>
            </a:extLst>
          </p:cNvPr>
          <p:cNvGrpSpPr>
            <a:grpSpLocks noChangeAspect="1"/>
          </p:cNvGrpSpPr>
          <p:nvPr/>
        </p:nvGrpSpPr>
        <p:grpSpPr>
          <a:xfrm>
            <a:off x="5078531" y="4270865"/>
            <a:ext cx="452575" cy="351917"/>
            <a:chOff x="5773088" y="2511604"/>
            <a:chExt cx="452575" cy="351917"/>
          </a:xfrm>
          <a:solidFill>
            <a:srgbClr val="FFFFFF"/>
          </a:solidFill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BD416FBF-F75F-464D-B938-04743B3E3EC7}"/>
                </a:ext>
              </a:extLst>
            </p:cNvPr>
            <p:cNvSpPr/>
            <p:nvPr/>
          </p:nvSpPr>
          <p:spPr>
            <a:xfrm>
              <a:off x="5918643" y="2592760"/>
              <a:ext cx="157766" cy="270762"/>
            </a:xfrm>
            <a:custGeom>
              <a:avLst/>
              <a:gdLst>
                <a:gd name="connsiteX0" fmla="*/ 37869 w 157766"/>
                <a:gd name="connsiteY0" fmla="*/ 270763 h 270762"/>
                <a:gd name="connsiteX1" fmla="*/ 32688 w 157766"/>
                <a:gd name="connsiteY1" fmla="*/ 268559 h 270762"/>
                <a:gd name="connsiteX2" fmla="*/ 30468 w 157766"/>
                <a:gd name="connsiteY2" fmla="*/ 263296 h 270762"/>
                <a:gd name="connsiteX3" fmla="*/ 30468 w 157766"/>
                <a:gd name="connsiteY3" fmla="*/ 143215 h 270762"/>
                <a:gd name="connsiteX4" fmla="*/ 7525 w 157766"/>
                <a:gd name="connsiteY4" fmla="*/ 143215 h 270762"/>
                <a:gd name="connsiteX5" fmla="*/ 2220 w 157766"/>
                <a:gd name="connsiteY5" fmla="*/ 141012 h 270762"/>
                <a:gd name="connsiteX6" fmla="*/ 0 w 157766"/>
                <a:gd name="connsiteY6" fmla="*/ 135871 h 270762"/>
                <a:gd name="connsiteX7" fmla="*/ 0 w 157766"/>
                <a:gd name="connsiteY7" fmla="*/ 45902 h 270762"/>
                <a:gd name="connsiteX8" fmla="*/ 46010 w 157766"/>
                <a:gd name="connsiteY8" fmla="*/ 0 h 270762"/>
                <a:gd name="connsiteX9" fmla="*/ 111386 w 157766"/>
                <a:gd name="connsiteY9" fmla="*/ 0 h 270762"/>
                <a:gd name="connsiteX10" fmla="*/ 157767 w 157766"/>
                <a:gd name="connsiteY10" fmla="*/ 45780 h 270762"/>
                <a:gd name="connsiteX11" fmla="*/ 157767 w 157766"/>
                <a:gd name="connsiteY11" fmla="*/ 135626 h 270762"/>
                <a:gd name="connsiteX12" fmla="*/ 155546 w 157766"/>
                <a:gd name="connsiteY12" fmla="*/ 140890 h 270762"/>
                <a:gd name="connsiteX13" fmla="*/ 150242 w 157766"/>
                <a:gd name="connsiteY13" fmla="*/ 143093 h 270762"/>
                <a:gd name="connsiteX14" fmla="*/ 127792 w 157766"/>
                <a:gd name="connsiteY14" fmla="*/ 143093 h 270762"/>
                <a:gd name="connsiteX15" fmla="*/ 127792 w 157766"/>
                <a:gd name="connsiteY15" fmla="*/ 263173 h 270762"/>
                <a:gd name="connsiteX16" fmla="*/ 120766 w 157766"/>
                <a:gd name="connsiteY16" fmla="*/ 270637 h 270762"/>
                <a:gd name="connsiteX17" fmla="*/ 120391 w 157766"/>
                <a:gd name="connsiteY17" fmla="*/ 270640 h 270762"/>
                <a:gd name="connsiteX18" fmla="*/ 37746 w 157766"/>
                <a:gd name="connsiteY18" fmla="*/ 270640 h 270762"/>
                <a:gd name="connsiteX19" fmla="*/ 37869 w 157766"/>
                <a:gd name="connsiteY19" fmla="*/ 128282 h 270762"/>
                <a:gd name="connsiteX20" fmla="*/ 43173 w 157766"/>
                <a:gd name="connsiteY20" fmla="*/ 130485 h 270762"/>
                <a:gd name="connsiteX21" fmla="*/ 45270 w 157766"/>
                <a:gd name="connsiteY21" fmla="*/ 135749 h 270762"/>
                <a:gd name="connsiteX22" fmla="*/ 45270 w 157766"/>
                <a:gd name="connsiteY22" fmla="*/ 255829 h 270762"/>
                <a:gd name="connsiteX23" fmla="*/ 113483 w 157766"/>
                <a:gd name="connsiteY23" fmla="*/ 255829 h 270762"/>
                <a:gd name="connsiteX24" fmla="*/ 113483 w 157766"/>
                <a:gd name="connsiteY24" fmla="*/ 135626 h 270762"/>
                <a:gd name="connsiteX25" fmla="*/ 115580 w 157766"/>
                <a:gd name="connsiteY25" fmla="*/ 130363 h 270762"/>
                <a:gd name="connsiteX26" fmla="*/ 120884 w 157766"/>
                <a:gd name="connsiteY26" fmla="*/ 128159 h 270762"/>
                <a:gd name="connsiteX27" fmla="*/ 143458 w 157766"/>
                <a:gd name="connsiteY27" fmla="*/ 128159 h 270762"/>
                <a:gd name="connsiteX28" fmla="*/ 143458 w 157766"/>
                <a:gd name="connsiteY28" fmla="*/ 45535 h 270762"/>
                <a:gd name="connsiteX29" fmla="*/ 134206 w 157766"/>
                <a:gd name="connsiteY29" fmla="*/ 23624 h 270762"/>
                <a:gd name="connsiteX30" fmla="*/ 112127 w 157766"/>
                <a:gd name="connsiteY30" fmla="*/ 14689 h 270762"/>
                <a:gd name="connsiteX31" fmla="*/ 45887 w 157766"/>
                <a:gd name="connsiteY31" fmla="*/ 14689 h 270762"/>
                <a:gd name="connsiteX32" fmla="*/ 14802 w 157766"/>
                <a:gd name="connsiteY32" fmla="*/ 45779 h 270762"/>
                <a:gd name="connsiteX33" fmla="*/ 14802 w 157766"/>
                <a:gd name="connsiteY33" fmla="*/ 45902 h 270762"/>
                <a:gd name="connsiteX34" fmla="*/ 14802 w 157766"/>
                <a:gd name="connsiteY34" fmla="*/ 128404 h 270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57766" h="270762">
                  <a:moveTo>
                    <a:pt x="37869" y="270763"/>
                  </a:moveTo>
                  <a:cubicBezTo>
                    <a:pt x="35917" y="270735"/>
                    <a:pt x="34055" y="269943"/>
                    <a:pt x="32688" y="268559"/>
                  </a:cubicBezTo>
                  <a:cubicBezTo>
                    <a:pt x="31239" y="267190"/>
                    <a:pt x="30434" y="265281"/>
                    <a:pt x="30468" y="263296"/>
                  </a:cubicBezTo>
                  <a:lnTo>
                    <a:pt x="30468" y="143215"/>
                  </a:lnTo>
                  <a:lnTo>
                    <a:pt x="7525" y="143215"/>
                  </a:lnTo>
                  <a:cubicBezTo>
                    <a:pt x="5509" y="143333"/>
                    <a:pt x="3551" y="142520"/>
                    <a:pt x="2220" y="141012"/>
                  </a:cubicBezTo>
                  <a:cubicBezTo>
                    <a:pt x="826" y="139656"/>
                    <a:pt x="28" y="137808"/>
                    <a:pt x="0" y="135871"/>
                  </a:cubicBezTo>
                  <a:lnTo>
                    <a:pt x="0" y="45902"/>
                  </a:lnTo>
                  <a:cubicBezTo>
                    <a:pt x="-68" y="20619"/>
                    <a:pt x="20531" y="68"/>
                    <a:pt x="46010" y="0"/>
                  </a:cubicBezTo>
                  <a:lnTo>
                    <a:pt x="111386" y="0"/>
                  </a:lnTo>
                  <a:cubicBezTo>
                    <a:pt x="136905" y="0"/>
                    <a:pt x="157631" y="20457"/>
                    <a:pt x="157767" y="45780"/>
                  </a:cubicBezTo>
                  <a:lnTo>
                    <a:pt x="157767" y="135626"/>
                  </a:lnTo>
                  <a:cubicBezTo>
                    <a:pt x="157745" y="137600"/>
                    <a:pt x="156948" y="139488"/>
                    <a:pt x="155546" y="140890"/>
                  </a:cubicBezTo>
                  <a:cubicBezTo>
                    <a:pt x="154166" y="142328"/>
                    <a:pt x="152243" y="143127"/>
                    <a:pt x="150242" y="143093"/>
                  </a:cubicBezTo>
                  <a:lnTo>
                    <a:pt x="127792" y="143093"/>
                  </a:lnTo>
                  <a:lnTo>
                    <a:pt x="127792" y="263173"/>
                  </a:lnTo>
                  <a:cubicBezTo>
                    <a:pt x="127929" y="267160"/>
                    <a:pt x="124784" y="270501"/>
                    <a:pt x="120766" y="270637"/>
                  </a:cubicBezTo>
                  <a:cubicBezTo>
                    <a:pt x="120641" y="270641"/>
                    <a:pt x="120516" y="270642"/>
                    <a:pt x="120391" y="270640"/>
                  </a:cubicBezTo>
                  <a:lnTo>
                    <a:pt x="37746" y="270640"/>
                  </a:lnTo>
                  <a:close/>
                  <a:moveTo>
                    <a:pt x="37869" y="128282"/>
                  </a:moveTo>
                  <a:cubicBezTo>
                    <a:pt x="39853" y="128328"/>
                    <a:pt x="41747" y="129115"/>
                    <a:pt x="43173" y="130485"/>
                  </a:cubicBezTo>
                  <a:cubicBezTo>
                    <a:pt x="44541" y="131898"/>
                    <a:pt x="45294" y="133789"/>
                    <a:pt x="45270" y="135749"/>
                  </a:cubicBezTo>
                  <a:lnTo>
                    <a:pt x="45270" y="255829"/>
                  </a:lnTo>
                  <a:lnTo>
                    <a:pt x="113483" y="255829"/>
                  </a:lnTo>
                  <a:lnTo>
                    <a:pt x="113483" y="135626"/>
                  </a:lnTo>
                  <a:cubicBezTo>
                    <a:pt x="113485" y="133671"/>
                    <a:pt x="114234" y="131790"/>
                    <a:pt x="115580" y="130363"/>
                  </a:cubicBezTo>
                  <a:cubicBezTo>
                    <a:pt x="117037" y="129040"/>
                    <a:pt x="118912" y="128261"/>
                    <a:pt x="120884" y="128159"/>
                  </a:cubicBezTo>
                  <a:lnTo>
                    <a:pt x="143458" y="128159"/>
                  </a:lnTo>
                  <a:lnTo>
                    <a:pt x="143458" y="45535"/>
                  </a:lnTo>
                  <a:cubicBezTo>
                    <a:pt x="143378" y="37312"/>
                    <a:pt x="140058" y="29447"/>
                    <a:pt x="134206" y="23624"/>
                  </a:cubicBezTo>
                  <a:cubicBezTo>
                    <a:pt x="128329" y="17863"/>
                    <a:pt x="120388" y="14650"/>
                    <a:pt x="112127" y="14689"/>
                  </a:cubicBezTo>
                  <a:lnTo>
                    <a:pt x="45887" y="14689"/>
                  </a:lnTo>
                  <a:cubicBezTo>
                    <a:pt x="28651" y="14756"/>
                    <a:pt x="14734" y="28675"/>
                    <a:pt x="14802" y="45779"/>
                  </a:cubicBezTo>
                  <a:cubicBezTo>
                    <a:pt x="14802" y="45820"/>
                    <a:pt x="14802" y="45861"/>
                    <a:pt x="14802" y="45902"/>
                  </a:cubicBezTo>
                  <a:lnTo>
                    <a:pt x="14802" y="128404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FF5AE64B-EC13-CF4D-9AA3-75A8F7672F90}"/>
                </a:ext>
              </a:extLst>
            </p:cNvPr>
            <p:cNvSpPr/>
            <p:nvPr/>
          </p:nvSpPr>
          <p:spPr>
            <a:xfrm>
              <a:off x="5990371" y="2740161"/>
              <a:ext cx="15049" cy="123361"/>
            </a:xfrm>
            <a:custGeom>
              <a:avLst/>
              <a:gdLst>
                <a:gd name="connsiteX0" fmla="*/ 7587 w 15049"/>
                <a:gd name="connsiteY0" fmla="*/ 123239 h 123361"/>
                <a:gd name="connsiteX1" fmla="*/ 62 w 15049"/>
                <a:gd name="connsiteY1" fmla="*/ 115772 h 123361"/>
                <a:gd name="connsiteX2" fmla="*/ 63 w 15049"/>
                <a:gd name="connsiteY2" fmla="*/ 8422 h 123361"/>
                <a:gd name="connsiteX3" fmla="*/ 6564 w 15049"/>
                <a:gd name="connsiteY3" fmla="*/ 62 h 123361"/>
                <a:gd name="connsiteX4" fmla="*/ 14988 w 15049"/>
                <a:gd name="connsiteY4" fmla="*/ 6514 h 123361"/>
                <a:gd name="connsiteX5" fmla="*/ 14988 w 15049"/>
                <a:gd name="connsiteY5" fmla="*/ 8422 h 123361"/>
                <a:gd name="connsiteX6" fmla="*/ 14988 w 15049"/>
                <a:gd name="connsiteY6" fmla="*/ 115894 h 123361"/>
                <a:gd name="connsiteX7" fmla="*/ 7587 w 15049"/>
                <a:gd name="connsiteY7" fmla="*/ 123361 h 12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9" h="123361">
                  <a:moveTo>
                    <a:pt x="7587" y="123239"/>
                  </a:moveTo>
                  <a:cubicBezTo>
                    <a:pt x="3431" y="123239"/>
                    <a:pt x="62" y="119896"/>
                    <a:pt x="62" y="115772"/>
                  </a:cubicBezTo>
                  <a:lnTo>
                    <a:pt x="63" y="8422"/>
                  </a:lnTo>
                  <a:cubicBezTo>
                    <a:pt x="-468" y="4332"/>
                    <a:pt x="2442" y="589"/>
                    <a:pt x="6564" y="62"/>
                  </a:cubicBezTo>
                  <a:cubicBezTo>
                    <a:pt x="10685" y="-465"/>
                    <a:pt x="14457" y="2424"/>
                    <a:pt x="14988" y="6514"/>
                  </a:cubicBezTo>
                  <a:cubicBezTo>
                    <a:pt x="15070" y="7147"/>
                    <a:pt x="15070" y="7788"/>
                    <a:pt x="14988" y="8422"/>
                  </a:cubicBezTo>
                  <a:lnTo>
                    <a:pt x="14988" y="115894"/>
                  </a:lnTo>
                  <a:cubicBezTo>
                    <a:pt x="14989" y="119971"/>
                    <a:pt x="11694" y="123294"/>
                    <a:pt x="7587" y="12336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B463B6D7-16D7-C142-B9B4-16B2F4B2B924}"/>
                </a:ext>
              </a:extLst>
            </p:cNvPr>
            <p:cNvSpPr/>
            <p:nvPr/>
          </p:nvSpPr>
          <p:spPr>
            <a:xfrm>
              <a:off x="5948678" y="2639911"/>
              <a:ext cx="15049" cy="95943"/>
            </a:xfrm>
            <a:custGeom>
              <a:avLst/>
              <a:gdLst>
                <a:gd name="connsiteX0" fmla="*/ 7587 w 15049"/>
                <a:gd name="connsiteY0" fmla="*/ 95942 h 95943"/>
                <a:gd name="connsiteX1" fmla="*/ 64 w 15049"/>
                <a:gd name="connsiteY1" fmla="*/ 88721 h 95943"/>
                <a:gd name="connsiteX2" fmla="*/ 63 w 15049"/>
                <a:gd name="connsiteY2" fmla="*/ 88598 h 95943"/>
                <a:gd name="connsiteX3" fmla="*/ 63 w 15049"/>
                <a:gd name="connsiteY3" fmla="*/ 8422 h 95943"/>
                <a:gd name="connsiteX4" fmla="*/ 6564 w 15049"/>
                <a:gd name="connsiteY4" fmla="*/ 62 h 95943"/>
                <a:gd name="connsiteX5" fmla="*/ 14988 w 15049"/>
                <a:gd name="connsiteY5" fmla="*/ 6514 h 95943"/>
                <a:gd name="connsiteX6" fmla="*/ 14988 w 15049"/>
                <a:gd name="connsiteY6" fmla="*/ 8422 h 95943"/>
                <a:gd name="connsiteX7" fmla="*/ 14988 w 15049"/>
                <a:gd name="connsiteY7" fmla="*/ 88598 h 95943"/>
                <a:gd name="connsiteX8" fmla="*/ 7587 w 15049"/>
                <a:gd name="connsiteY8" fmla="*/ 95942 h 9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49" h="95943">
                  <a:moveTo>
                    <a:pt x="7587" y="95942"/>
                  </a:moveTo>
                  <a:cubicBezTo>
                    <a:pt x="3500" y="96010"/>
                    <a:pt x="132" y="92777"/>
                    <a:pt x="64" y="88721"/>
                  </a:cubicBezTo>
                  <a:cubicBezTo>
                    <a:pt x="63" y="88680"/>
                    <a:pt x="63" y="88639"/>
                    <a:pt x="63" y="88598"/>
                  </a:cubicBezTo>
                  <a:lnTo>
                    <a:pt x="63" y="8422"/>
                  </a:lnTo>
                  <a:cubicBezTo>
                    <a:pt x="-468" y="4332"/>
                    <a:pt x="2442" y="589"/>
                    <a:pt x="6564" y="62"/>
                  </a:cubicBezTo>
                  <a:cubicBezTo>
                    <a:pt x="10685" y="-465"/>
                    <a:pt x="14457" y="2424"/>
                    <a:pt x="14988" y="6514"/>
                  </a:cubicBezTo>
                  <a:cubicBezTo>
                    <a:pt x="15070" y="7147"/>
                    <a:pt x="15070" y="7788"/>
                    <a:pt x="14988" y="8422"/>
                  </a:cubicBezTo>
                  <a:lnTo>
                    <a:pt x="14988" y="88598"/>
                  </a:lnTo>
                  <a:cubicBezTo>
                    <a:pt x="14988" y="92654"/>
                    <a:pt x="11674" y="95942"/>
                    <a:pt x="7587" y="9594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D77EB112-FBF2-AF4F-ACC3-DE9F30A99952}"/>
                </a:ext>
              </a:extLst>
            </p:cNvPr>
            <p:cNvSpPr/>
            <p:nvPr/>
          </p:nvSpPr>
          <p:spPr>
            <a:xfrm>
              <a:off x="6031509" y="2641574"/>
              <a:ext cx="14926" cy="94156"/>
            </a:xfrm>
            <a:custGeom>
              <a:avLst/>
              <a:gdLst>
                <a:gd name="connsiteX0" fmla="*/ 7402 w 14926"/>
                <a:gd name="connsiteY0" fmla="*/ 94156 h 94156"/>
                <a:gd name="connsiteX1" fmla="*/ 0 w 14926"/>
                <a:gd name="connsiteY1" fmla="*/ 86813 h 94156"/>
                <a:gd name="connsiteX2" fmla="*/ 1 w 14926"/>
                <a:gd name="connsiteY2" fmla="*/ 86690 h 94156"/>
                <a:gd name="connsiteX3" fmla="*/ 1 w 14926"/>
                <a:gd name="connsiteY3" fmla="*/ 6514 h 94156"/>
                <a:gd name="connsiteX4" fmla="*/ 8425 w 14926"/>
                <a:gd name="connsiteY4" fmla="*/ 62 h 94156"/>
                <a:gd name="connsiteX5" fmla="*/ 14927 w 14926"/>
                <a:gd name="connsiteY5" fmla="*/ 6514 h 94156"/>
                <a:gd name="connsiteX6" fmla="*/ 14927 w 14926"/>
                <a:gd name="connsiteY6" fmla="*/ 86690 h 94156"/>
                <a:gd name="connsiteX7" fmla="*/ 7402 w 14926"/>
                <a:gd name="connsiteY7" fmla="*/ 94156 h 94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26" h="94156">
                  <a:moveTo>
                    <a:pt x="7402" y="94156"/>
                  </a:moveTo>
                  <a:cubicBezTo>
                    <a:pt x="3315" y="94157"/>
                    <a:pt x="1" y="90869"/>
                    <a:pt x="0" y="86813"/>
                  </a:cubicBezTo>
                  <a:cubicBezTo>
                    <a:pt x="0" y="86772"/>
                    <a:pt x="0" y="86731"/>
                    <a:pt x="1" y="86690"/>
                  </a:cubicBezTo>
                  <a:lnTo>
                    <a:pt x="1" y="6514"/>
                  </a:lnTo>
                  <a:cubicBezTo>
                    <a:pt x="532" y="2424"/>
                    <a:pt x="4304" y="-465"/>
                    <a:pt x="8425" y="62"/>
                  </a:cubicBezTo>
                  <a:cubicBezTo>
                    <a:pt x="11818" y="496"/>
                    <a:pt x="14489" y="3146"/>
                    <a:pt x="14927" y="6514"/>
                  </a:cubicBezTo>
                  <a:lnTo>
                    <a:pt x="14927" y="86690"/>
                  </a:lnTo>
                  <a:cubicBezTo>
                    <a:pt x="14927" y="90813"/>
                    <a:pt x="11558" y="94156"/>
                    <a:pt x="7402" y="941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F717D862-64BA-8744-9207-EEBCD49D1FE1}"/>
                </a:ext>
              </a:extLst>
            </p:cNvPr>
            <p:cNvSpPr/>
            <p:nvPr/>
          </p:nvSpPr>
          <p:spPr>
            <a:xfrm>
              <a:off x="6030424" y="2699926"/>
              <a:ext cx="47194" cy="14935"/>
            </a:xfrm>
            <a:custGeom>
              <a:avLst/>
              <a:gdLst>
                <a:gd name="connsiteX0" fmla="*/ 8487 w 47194"/>
                <a:gd name="connsiteY0" fmla="*/ 14873 h 14935"/>
                <a:gd name="connsiteX1" fmla="*/ 63 w 47194"/>
                <a:gd name="connsiteY1" fmla="*/ 8422 h 14935"/>
                <a:gd name="connsiteX2" fmla="*/ 6564 w 47194"/>
                <a:gd name="connsiteY2" fmla="*/ 62 h 14935"/>
                <a:gd name="connsiteX3" fmla="*/ 8487 w 47194"/>
                <a:gd name="connsiteY3" fmla="*/ 62 h 14935"/>
                <a:gd name="connsiteX4" fmla="*/ 38708 w 47194"/>
                <a:gd name="connsiteY4" fmla="*/ 62 h 14935"/>
                <a:gd name="connsiteX5" fmla="*/ 47132 w 47194"/>
                <a:gd name="connsiteY5" fmla="*/ 6514 h 14935"/>
                <a:gd name="connsiteX6" fmla="*/ 40631 w 47194"/>
                <a:gd name="connsiteY6" fmla="*/ 14873 h 14935"/>
                <a:gd name="connsiteX7" fmla="*/ 38708 w 47194"/>
                <a:gd name="connsiteY7" fmla="*/ 14873 h 14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94" h="14935">
                  <a:moveTo>
                    <a:pt x="8487" y="14873"/>
                  </a:moveTo>
                  <a:cubicBezTo>
                    <a:pt x="4365" y="15400"/>
                    <a:pt x="593" y="12512"/>
                    <a:pt x="63" y="8422"/>
                  </a:cubicBezTo>
                  <a:cubicBezTo>
                    <a:pt x="-468" y="4332"/>
                    <a:pt x="2442" y="589"/>
                    <a:pt x="6564" y="62"/>
                  </a:cubicBezTo>
                  <a:cubicBezTo>
                    <a:pt x="7202" y="-20"/>
                    <a:pt x="7848" y="-20"/>
                    <a:pt x="8487" y="62"/>
                  </a:cubicBezTo>
                  <a:lnTo>
                    <a:pt x="38708" y="62"/>
                  </a:lnTo>
                  <a:cubicBezTo>
                    <a:pt x="42829" y="-465"/>
                    <a:pt x="46601" y="2424"/>
                    <a:pt x="47132" y="6514"/>
                  </a:cubicBezTo>
                  <a:cubicBezTo>
                    <a:pt x="47663" y="10604"/>
                    <a:pt x="44752" y="14346"/>
                    <a:pt x="40631" y="14873"/>
                  </a:cubicBezTo>
                  <a:cubicBezTo>
                    <a:pt x="39992" y="14955"/>
                    <a:pt x="39346" y="14955"/>
                    <a:pt x="38708" y="1487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6265B5C-1421-0946-88D7-43FF2F58D448}"/>
                </a:ext>
              </a:extLst>
            </p:cNvPr>
            <p:cNvSpPr/>
            <p:nvPr/>
          </p:nvSpPr>
          <p:spPr>
            <a:xfrm>
              <a:off x="5919604" y="2700170"/>
              <a:ext cx="45148" cy="14934"/>
            </a:xfrm>
            <a:custGeom>
              <a:avLst/>
              <a:gdLst>
                <a:gd name="connsiteX0" fmla="*/ 6564 w 45148"/>
                <a:gd name="connsiteY0" fmla="*/ 14873 h 14934"/>
                <a:gd name="connsiteX1" fmla="*/ 63 w 45148"/>
                <a:gd name="connsiteY1" fmla="*/ 6514 h 14934"/>
                <a:gd name="connsiteX2" fmla="*/ 6564 w 45148"/>
                <a:gd name="connsiteY2" fmla="*/ 62 h 14934"/>
                <a:gd name="connsiteX3" fmla="*/ 36662 w 45148"/>
                <a:gd name="connsiteY3" fmla="*/ 62 h 14934"/>
                <a:gd name="connsiteX4" fmla="*/ 45086 w 45148"/>
                <a:gd name="connsiteY4" fmla="*/ 6514 h 14934"/>
                <a:gd name="connsiteX5" fmla="*/ 38584 w 45148"/>
                <a:gd name="connsiteY5" fmla="*/ 14873 h 14934"/>
                <a:gd name="connsiteX6" fmla="*/ 36662 w 45148"/>
                <a:gd name="connsiteY6" fmla="*/ 14873 h 14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48" h="14934">
                  <a:moveTo>
                    <a:pt x="6564" y="14873"/>
                  </a:moveTo>
                  <a:cubicBezTo>
                    <a:pt x="2442" y="14346"/>
                    <a:pt x="-468" y="10604"/>
                    <a:pt x="63" y="6514"/>
                  </a:cubicBezTo>
                  <a:cubicBezTo>
                    <a:pt x="500" y="3146"/>
                    <a:pt x="3171" y="496"/>
                    <a:pt x="6564" y="62"/>
                  </a:cubicBezTo>
                  <a:lnTo>
                    <a:pt x="36662" y="62"/>
                  </a:lnTo>
                  <a:cubicBezTo>
                    <a:pt x="40783" y="-465"/>
                    <a:pt x="44555" y="2424"/>
                    <a:pt x="45086" y="6514"/>
                  </a:cubicBezTo>
                  <a:cubicBezTo>
                    <a:pt x="45617" y="10604"/>
                    <a:pt x="42706" y="14346"/>
                    <a:pt x="38584" y="14873"/>
                  </a:cubicBezTo>
                  <a:cubicBezTo>
                    <a:pt x="37946" y="14955"/>
                    <a:pt x="37300" y="14955"/>
                    <a:pt x="36662" y="1487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A3D2240-CF7D-9445-BA24-E1F10B6DCEF8}"/>
                </a:ext>
              </a:extLst>
            </p:cNvPr>
            <p:cNvSpPr/>
            <p:nvPr/>
          </p:nvSpPr>
          <p:spPr>
            <a:xfrm>
              <a:off x="5963543" y="2511604"/>
              <a:ext cx="71053" cy="76626"/>
            </a:xfrm>
            <a:custGeom>
              <a:avLst/>
              <a:gdLst>
                <a:gd name="connsiteX0" fmla="*/ 34538 w 71053"/>
                <a:gd name="connsiteY0" fmla="*/ 76626 h 76626"/>
                <a:gd name="connsiteX1" fmla="*/ 6908 w 71053"/>
                <a:gd name="connsiteY1" fmla="*/ 56919 h 76626"/>
                <a:gd name="connsiteX2" fmla="*/ 0 w 71053"/>
                <a:gd name="connsiteY2" fmla="*/ 28276 h 76626"/>
                <a:gd name="connsiteX3" fmla="*/ 0 w 71053"/>
                <a:gd name="connsiteY3" fmla="*/ 19463 h 76626"/>
                <a:gd name="connsiteX4" fmla="*/ 1110 w 71053"/>
                <a:gd name="connsiteY4" fmla="*/ 15546 h 76626"/>
                <a:gd name="connsiteX5" fmla="*/ 35155 w 71053"/>
                <a:gd name="connsiteY5" fmla="*/ 0 h 76626"/>
                <a:gd name="connsiteX6" fmla="*/ 58715 w 71053"/>
                <a:gd name="connsiteY6" fmla="*/ 5998 h 76626"/>
                <a:gd name="connsiteX7" fmla="*/ 71050 w 71053"/>
                <a:gd name="connsiteY7" fmla="*/ 20075 h 76626"/>
                <a:gd name="connsiteX8" fmla="*/ 71050 w 71053"/>
                <a:gd name="connsiteY8" fmla="*/ 28153 h 76626"/>
                <a:gd name="connsiteX9" fmla="*/ 64266 w 71053"/>
                <a:gd name="connsiteY9" fmla="*/ 56674 h 76626"/>
                <a:gd name="connsiteX10" fmla="*/ 35279 w 71053"/>
                <a:gd name="connsiteY10" fmla="*/ 76626 h 76626"/>
                <a:gd name="connsiteX11" fmla="*/ 14802 w 71053"/>
                <a:gd name="connsiteY11" fmla="*/ 22278 h 76626"/>
                <a:gd name="connsiteX12" fmla="*/ 14802 w 71053"/>
                <a:gd name="connsiteY12" fmla="*/ 28276 h 76626"/>
                <a:gd name="connsiteX13" fmla="*/ 19860 w 71053"/>
                <a:gd name="connsiteY13" fmla="*/ 49942 h 76626"/>
                <a:gd name="connsiteX14" fmla="*/ 35155 w 71053"/>
                <a:gd name="connsiteY14" fmla="*/ 62182 h 76626"/>
                <a:gd name="connsiteX15" fmla="*/ 50821 w 71053"/>
                <a:gd name="connsiteY15" fmla="*/ 49942 h 76626"/>
                <a:gd name="connsiteX16" fmla="*/ 56248 w 71053"/>
                <a:gd name="connsiteY16" fmla="*/ 28153 h 76626"/>
                <a:gd name="connsiteX17" fmla="*/ 56248 w 71053"/>
                <a:gd name="connsiteY17" fmla="*/ 21911 h 76626"/>
                <a:gd name="connsiteX18" fmla="*/ 35525 w 71053"/>
                <a:gd name="connsiteY18" fmla="*/ 14811 h 76626"/>
                <a:gd name="connsiteX19" fmla="*/ 14802 w 71053"/>
                <a:gd name="connsiteY19" fmla="*/ 22278 h 76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053" h="76626">
                  <a:moveTo>
                    <a:pt x="34538" y="76626"/>
                  </a:moveTo>
                  <a:cubicBezTo>
                    <a:pt x="22255" y="75934"/>
                    <a:pt x="11484" y="68252"/>
                    <a:pt x="6908" y="56919"/>
                  </a:cubicBezTo>
                  <a:cubicBezTo>
                    <a:pt x="2372" y="48042"/>
                    <a:pt x="5" y="38229"/>
                    <a:pt x="0" y="28276"/>
                  </a:cubicBezTo>
                  <a:lnTo>
                    <a:pt x="0" y="19463"/>
                  </a:lnTo>
                  <a:cubicBezTo>
                    <a:pt x="4" y="18081"/>
                    <a:pt x="388" y="16727"/>
                    <a:pt x="1110" y="15546"/>
                  </a:cubicBezTo>
                  <a:cubicBezTo>
                    <a:pt x="9653" y="5714"/>
                    <a:pt x="22073" y="42"/>
                    <a:pt x="35155" y="0"/>
                  </a:cubicBezTo>
                  <a:cubicBezTo>
                    <a:pt x="43382" y="77"/>
                    <a:pt x="51467" y="2136"/>
                    <a:pt x="58715" y="5998"/>
                  </a:cubicBezTo>
                  <a:cubicBezTo>
                    <a:pt x="64266" y="8936"/>
                    <a:pt x="71050" y="13832"/>
                    <a:pt x="71050" y="20075"/>
                  </a:cubicBezTo>
                  <a:lnTo>
                    <a:pt x="71050" y="28153"/>
                  </a:lnTo>
                  <a:cubicBezTo>
                    <a:pt x="71150" y="38065"/>
                    <a:pt x="68822" y="47853"/>
                    <a:pt x="64266" y="56674"/>
                  </a:cubicBezTo>
                  <a:cubicBezTo>
                    <a:pt x="59740" y="68671"/>
                    <a:pt x="48188" y="76623"/>
                    <a:pt x="35279" y="76626"/>
                  </a:cubicBezTo>
                  <a:close/>
                  <a:moveTo>
                    <a:pt x="14802" y="22278"/>
                  </a:moveTo>
                  <a:lnTo>
                    <a:pt x="14802" y="28276"/>
                  </a:lnTo>
                  <a:cubicBezTo>
                    <a:pt x="14693" y="35798"/>
                    <a:pt x="16428" y="43233"/>
                    <a:pt x="19860" y="49942"/>
                  </a:cubicBezTo>
                  <a:cubicBezTo>
                    <a:pt x="24177" y="57898"/>
                    <a:pt x="29234" y="62182"/>
                    <a:pt x="35155" y="62182"/>
                  </a:cubicBezTo>
                  <a:cubicBezTo>
                    <a:pt x="41076" y="62182"/>
                    <a:pt x="46503" y="58388"/>
                    <a:pt x="50821" y="49942"/>
                  </a:cubicBezTo>
                  <a:cubicBezTo>
                    <a:pt x="54400" y="43229"/>
                    <a:pt x="56263" y="35748"/>
                    <a:pt x="56248" y="28153"/>
                  </a:cubicBezTo>
                  <a:lnTo>
                    <a:pt x="56248" y="21911"/>
                  </a:lnTo>
                  <a:cubicBezTo>
                    <a:pt x="50341" y="17300"/>
                    <a:pt x="43041" y="14799"/>
                    <a:pt x="35525" y="14811"/>
                  </a:cubicBezTo>
                  <a:cubicBezTo>
                    <a:pt x="27983" y="14996"/>
                    <a:pt x="20707" y="17617"/>
                    <a:pt x="14802" y="2227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1297614B-5341-6345-9FFE-46448CEDFB18}"/>
                </a:ext>
              </a:extLst>
            </p:cNvPr>
            <p:cNvSpPr/>
            <p:nvPr/>
          </p:nvSpPr>
          <p:spPr>
            <a:xfrm>
              <a:off x="6105176" y="2761925"/>
              <a:ext cx="67077" cy="66589"/>
            </a:xfrm>
            <a:custGeom>
              <a:avLst/>
              <a:gdLst>
                <a:gd name="connsiteX0" fmla="*/ 33526 w 67077"/>
                <a:gd name="connsiteY0" fmla="*/ 66589 h 66589"/>
                <a:gd name="connsiteX1" fmla="*/ 0 w 67077"/>
                <a:gd name="connsiteY1" fmla="*/ 33269 h 66589"/>
                <a:gd name="connsiteX2" fmla="*/ 5402 w 67077"/>
                <a:gd name="connsiteY2" fmla="*/ 15178 h 66589"/>
                <a:gd name="connsiteX3" fmla="*/ 15524 w 67077"/>
                <a:gd name="connsiteY3" fmla="*/ 12535 h 66589"/>
                <a:gd name="connsiteX4" fmla="*/ 18187 w 67077"/>
                <a:gd name="connsiteY4" fmla="*/ 22580 h 66589"/>
                <a:gd name="connsiteX5" fmla="*/ 17737 w 67077"/>
                <a:gd name="connsiteY5" fmla="*/ 23257 h 66589"/>
                <a:gd name="connsiteX6" fmla="*/ 14776 w 67077"/>
                <a:gd name="connsiteY6" fmla="*/ 33295 h 66589"/>
                <a:gd name="connsiteX7" fmla="*/ 33402 w 67077"/>
                <a:gd name="connsiteY7" fmla="*/ 51778 h 66589"/>
                <a:gd name="connsiteX8" fmla="*/ 46601 w 67077"/>
                <a:gd name="connsiteY8" fmla="*/ 46270 h 66589"/>
                <a:gd name="connsiteX9" fmla="*/ 52028 w 67077"/>
                <a:gd name="connsiteY9" fmla="*/ 33172 h 66589"/>
                <a:gd name="connsiteX10" fmla="*/ 46601 w 67077"/>
                <a:gd name="connsiteY10" fmla="*/ 20197 h 66589"/>
                <a:gd name="connsiteX11" fmla="*/ 33526 w 67077"/>
                <a:gd name="connsiteY11" fmla="*/ 14811 h 66589"/>
                <a:gd name="connsiteX12" fmla="*/ 28715 w 67077"/>
                <a:gd name="connsiteY12" fmla="*/ 15423 h 66589"/>
                <a:gd name="connsiteX13" fmla="*/ 19242 w 67077"/>
                <a:gd name="connsiteY13" fmla="*/ 10614 h 66589"/>
                <a:gd name="connsiteX14" fmla="*/ 24088 w 67077"/>
                <a:gd name="connsiteY14" fmla="*/ 1213 h 66589"/>
                <a:gd name="connsiteX15" fmla="*/ 25014 w 67077"/>
                <a:gd name="connsiteY15" fmla="*/ 979 h 66589"/>
                <a:gd name="connsiteX16" fmla="*/ 33402 w 67077"/>
                <a:gd name="connsiteY16" fmla="*/ 0 h 66589"/>
                <a:gd name="connsiteX17" fmla="*/ 67077 w 67077"/>
                <a:gd name="connsiteY17" fmla="*/ 33172 h 66589"/>
                <a:gd name="connsiteX18" fmla="*/ 33526 w 67077"/>
                <a:gd name="connsiteY18" fmla="*/ 66589 h 6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7077" h="66589">
                  <a:moveTo>
                    <a:pt x="33526" y="66589"/>
                  </a:moveTo>
                  <a:cubicBezTo>
                    <a:pt x="14996" y="66575"/>
                    <a:pt x="-14" y="51657"/>
                    <a:pt x="0" y="33269"/>
                  </a:cubicBezTo>
                  <a:cubicBezTo>
                    <a:pt x="5" y="26848"/>
                    <a:pt x="1881" y="20566"/>
                    <a:pt x="5402" y="15178"/>
                  </a:cubicBezTo>
                  <a:cubicBezTo>
                    <a:pt x="7461" y="11675"/>
                    <a:pt x="11993" y="10491"/>
                    <a:pt x="15524" y="12535"/>
                  </a:cubicBezTo>
                  <a:cubicBezTo>
                    <a:pt x="19054" y="14579"/>
                    <a:pt x="20247" y="19076"/>
                    <a:pt x="18187" y="22580"/>
                  </a:cubicBezTo>
                  <a:cubicBezTo>
                    <a:pt x="18050" y="22814"/>
                    <a:pt x="17899" y="23040"/>
                    <a:pt x="17737" y="23257"/>
                  </a:cubicBezTo>
                  <a:cubicBezTo>
                    <a:pt x="15834" y="26267"/>
                    <a:pt x="14809" y="29741"/>
                    <a:pt x="14776" y="33295"/>
                  </a:cubicBezTo>
                  <a:cubicBezTo>
                    <a:pt x="14843" y="43475"/>
                    <a:pt x="23143" y="51711"/>
                    <a:pt x="33402" y="51778"/>
                  </a:cubicBezTo>
                  <a:cubicBezTo>
                    <a:pt x="38377" y="51816"/>
                    <a:pt x="43149" y="49825"/>
                    <a:pt x="46601" y="46270"/>
                  </a:cubicBezTo>
                  <a:cubicBezTo>
                    <a:pt x="50188" y="42857"/>
                    <a:pt x="52159" y="38102"/>
                    <a:pt x="52028" y="33172"/>
                  </a:cubicBezTo>
                  <a:cubicBezTo>
                    <a:pt x="52024" y="28304"/>
                    <a:pt x="50072" y="23637"/>
                    <a:pt x="46601" y="20197"/>
                  </a:cubicBezTo>
                  <a:cubicBezTo>
                    <a:pt x="43158" y="16718"/>
                    <a:pt x="38439" y="14774"/>
                    <a:pt x="33526" y="14811"/>
                  </a:cubicBezTo>
                  <a:cubicBezTo>
                    <a:pt x="31900" y="14774"/>
                    <a:pt x="30278" y="14980"/>
                    <a:pt x="28715" y="15423"/>
                  </a:cubicBezTo>
                  <a:cubicBezTo>
                    <a:pt x="24761" y="16691"/>
                    <a:pt x="20519" y="14538"/>
                    <a:pt x="19242" y="10614"/>
                  </a:cubicBezTo>
                  <a:cubicBezTo>
                    <a:pt x="17964" y="6690"/>
                    <a:pt x="20134" y="2481"/>
                    <a:pt x="24088" y="1213"/>
                  </a:cubicBezTo>
                  <a:cubicBezTo>
                    <a:pt x="24392" y="1116"/>
                    <a:pt x="24701" y="1038"/>
                    <a:pt x="25014" y="979"/>
                  </a:cubicBezTo>
                  <a:cubicBezTo>
                    <a:pt x="27765" y="344"/>
                    <a:pt x="30578" y="16"/>
                    <a:pt x="33402" y="0"/>
                  </a:cubicBezTo>
                  <a:cubicBezTo>
                    <a:pt x="51905" y="0"/>
                    <a:pt x="66942" y="14812"/>
                    <a:pt x="67077" y="33172"/>
                  </a:cubicBezTo>
                  <a:cubicBezTo>
                    <a:pt x="67077" y="51580"/>
                    <a:pt x="52076" y="66522"/>
                    <a:pt x="33526" y="6658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8FAE2C17-D8D0-D041-8DF9-3F790953E94F}"/>
                </a:ext>
              </a:extLst>
            </p:cNvPr>
            <p:cNvSpPr/>
            <p:nvPr/>
          </p:nvSpPr>
          <p:spPr>
            <a:xfrm>
              <a:off x="6144746" y="2667183"/>
              <a:ext cx="80918" cy="80298"/>
            </a:xfrm>
            <a:custGeom>
              <a:avLst/>
              <a:gdLst>
                <a:gd name="connsiteX0" fmla="*/ 40459 w 80918"/>
                <a:gd name="connsiteY0" fmla="*/ 79931 h 80298"/>
                <a:gd name="connsiteX1" fmla="*/ 24794 w 80918"/>
                <a:gd name="connsiteY1" fmla="*/ 76993 h 80298"/>
                <a:gd name="connsiteX2" fmla="*/ 20672 w 80918"/>
                <a:gd name="connsiteY2" fmla="*/ 67446 h 80298"/>
                <a:gd name="connsiteX3" fmla="*/ 20723 w 80918"/>
                <a:gd name="connsiteY3" fmla="*/ 67323 h 80298"/>
                <a:gd name="connsiteX4" fmla="*/ 30547 w 80918"/>
                <a:gd name="connsiteY4" fmla="*/ 63266 h 80298"/>
                <a:gd name="connsiteX5" fmla="*/ 30591 w 80918"/>
                <a:gd name="connsiteY5" fmla="*/ 63284 h 80298"/>
                <a:gd name="connsiteX6" fmla="*/ 40459 w 80918"/>
                <a:gd name="connsiteY6" fmla="*/ 65242 h 80298"/>
                <a:gd name="connsiteX7" fmla="*/ 66025 w 80918"/>
                <a:gd name="connsiteY7" fmla="*/ 39936 h 80298"/>
                <a:gd name="connsiteX8" fmla="*/ 58469 w 80918"/>
                <a:gd name="connsiteY8" fmla="*/ 21911 h 80298"/>
                <a:gd name="connsiteX9" fmla="*/ 40336 w 80918"/>
                <a:gd name="connsiteY9" fmla="*/ 14566 h 80298"/>
                <a:gd name="connsiteX10" fmla="*/ 14921 w 80918"/>
                <a:gd name="connsiteY10" fmla="*/ 39777 h 80298"/>
                <a:gd name="connsiteX11" fmla="*/ 14926 w 80918"/>
                <a:gd name="connsiteY11" fmla="*/ 40271 h 80298"/>
                <a:gd name="connsiteX12" fmla="*/ 16529 w 80918"/>
                <a:gd name="connsiteY12" fmla="*/ 49207 h 80298"/>
                <a:gd name="connsiteX13" fmla="*/ 11205 w 80918"/>
                <a:gd name="connsiteY13" fmla="*/ 58350 h 80298"/>
                <a:gd name="connsiteX14" fmla="*/ 2591 w 80918"/>
                <a:gd name="connsiteY14" fmla="*/ 54593 h 80298"/>
                <a:gd name="connsiteX15" fmla="*/ 0 w 80918"/>
                <a:gd name="connsiteY15" fmla="*/ 40271 h 80298"/>
                <a:gd name="connsiteX16" fmla="*/ 40336 w 80918"/>
                <a:gd name="connsiteY16" fmla="*/ 0 h 80298"/>
                <a:gd name="connsiteX17" fmla="*/ 80918 w 80918"/>
                <a:gd name="connsiteY17" fmla="*/ 40027 h 80298"/>
                <a:gd name="connsiteX18" fmla="*/ 40583 w 80918"/>
                <a:gd name="connsiteY18" fmla="*/ 80298 h 80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0918" h="80298">
                  <a:moveTo>
                    <a:pt x="40459" y="79931"/>
                  </a:moveTo>
                  <a:cubicBezTo>
                    <a:pt x="35091" y="80009"/>
                    <a:pt x="29763" y="79010"/>
                    <a:pt x="24794" y="76993"/>
                  </a:cubicBezTo>
                  <a:cubicBezTo>
                    <a:pt x="20999" y="75486"/>
                    <a:pt x="19154" y="71212"/>
                    <a:pt x="20672" y="67446"/>
                  </a:cubicBezTo>
                  <a:cubicBezTo>
                    <a:pt x="20689" y="67405"/>
                    <a:pt x="20706" y="67364"/>
                    <a:pt x="20723" y="67323"/>
                  </a:cubicBezTo>
                  <a:cubicBezTo>
                    <a:pt x="22307" y="63511"/>
                    <a:pt x="26706" y="61694"/>
                    <a:pt x="30547" y="63266"/>
                  </a:cubicBezTo>
                  <a:cubicBezTo>
                    <a:pt x="30562" y="63272"/>
                    <a:pt x="30577" y="63278"/>
                    <a:pt x="30591" y="63284"/>
                  </a:cubicBezTo>
                  <a:cubicBezTo>
                    <a:pt x="33710" y="64603"/>
                    <a:pt x="37069" y="65269"/>
                    <a:pt x="40459" y="65242"/>
                  </a:cubicBezTo>
                  <a:cubicBezTo>
                    <a:pt x="54561" y="65260"/>
                    <a:pt x="66008" y="53930"/>
                    <a:pt x="66025" y="39936"/>
                  </a:cubicBezTo>
                  <a:cubicBezTo>
                    <a:pt x="66034" y="33167"/>
                    <a:pt x="63313" y="26676"/>
                    <a:pt x="58469" y="21911"/>
                  </a:cubicBezTo>
                  <a:cubicBezTo>
                    <a:pt x="53705" y="17085"/>
                    <a:pt x="47143" y="14427"/>
                    <a:pt x="40336" y="14566"/>
                  </a:cubicBezTo>
                  <a:cubicBezTo>
                    <a:pt x="26302" y="14564"/>
                    <a:pt x="14924" y="25851"/>
                    <a:pt x="14921" y="39777"/>
                  </a:cubicBezTo>
                  <a:cubicBezTo>
                    <a:pt x="14921" y="39942"/>
                    <a:pt x="14922" y="40107"/>
                    <a:pt x="14926" y="40271"/>
                  </a:cubicBezTo>
                  <a:cubicBezTo>
                    <a:pt x="14894" y="43323"/>
                    <a:pt x="15438" y="46354"/>
                    <a:pt x="16529" y="49207"/>
                  </a:cubicBezTo>
                  <a:cubicBezTo>
                    <a:pt x="17603" y="53191"/>
                    <a:pt x="15220" y="57284"/>
                    <a:pt x="11205" y="58350"/>
                  </a:cubicBezTo>
                  <a:cubicBezTo>
                    <a:pt x="7801" y="59254"/>
                    <a:pt x="4221" y="57693"/>
                    <a:pt x="2591" y="54593"/>
                  </a:cubicBezTo>
                  <a:cubicBezTo>
                    <a:pt x="876" y="50010"/>
                    <a:pt x="-1" y="45160"/>
                    <a:pt x="0" y="40271"/>
                  </a:cubicBezTo>
                  <a:cubicBezTo>
                    <a:pt x="-68" y="18098"/>
                    <a:pt x="17991" y="68"/>
                    <a:pt x="40336" y="0"/>
                  </a:cubicBezTo>
                  <a:cubicBezTo>
                    <a:pt x="62681" y="-67"/>
                    <a:pt x="80850" y="17853"/>
                    <a:pt x="80918" y="40027"/>
                  </a:cubicBezTo>
                  <a:cubicBezTo>
                    <a:pt x="80986" y="62201"/>
                    <a:pt x="62928" y="80231"/>
                    <a:pt x="40583" y="8029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DADAEB32-2033-2F44-AE21-394DE85545F5}"/>
                </a:ext>
              </a:extLst>
            </p:cNvPr>
            <p:cNvSpPr/>
            <p:nvPr/>
          </p:nvSpPr>
          <p:spPr>
            <a:xfrm>
              <a:off x="6088127" y="2599736"/>
              <a:ext cx="59204" cy="58755"/>
            </a:xfrm>
            <a:custGeom>
              <a:avLst/>
              <a:gdLst>
                <a:gd name="connsiteX0" fmla="*/ 29605 w 59204"/>
                <a:gd name="connsiteY0" fmla="*/ 58756 h 58755"/>
                <a:gd name="connsiteX1" fmla="*/ 8758 w 59204"/>
                <a:gd name="connsiteY1" fmla="*/ 50187 h 58755"/>
                <a:gd name="connsiteX2" fmla="*/ 1 w 59204"/>
                <a:gd name="connsiteY2" fmla="*/ 29501 h 58755"/>
                <a:gd name="connsiteX3" fmla="*/ 8635 w 59204"/>
                <a:gd name="connsiteY3" fmla="*/ 8692 h 58755"/>
                <a:gd name="connsiteX4" fmla="*/ 29605 w 59204"/>
                <a:gd name="connsiteY4" fmla="*/ 1 h 58755"/>
                <a:gd name="connsiteX5" fmla="*/ 50575 w 59204"/>
                <a:gd name="connsiteY5" fmla="*/ 8569 h 58755"/>
                <a:gd name="connsiteX6" fmla="*/ 57236 w 59204"/>
                <a:gd name="connsiteY6" fmla="*/ 39905 h 58755"/>
                <a:gd name="connsiteX7" fmla="*/ 47429 w 59204"/>
                <a:gd name="connsiteY7" fmla="*/ 44006 h 58755"/>
                <a:gd name="connsiteX8" fmla="*/ 43297 w 59204"/>
                <a:gd name="connsiteY8" fmla="*/ 34274 h 58755"/>
                <a:gd name="connsiteX9" fmla="*/ 44284 w 59204"/>
                <a:gd name="connsiteY9" fmla="*/ 29011 h 58755"/>
                <a:gd name="connsiteX10" fmla="*/ 29605 w 59204"/>
                <a:gd name="connsiteY10" fmla="*/ 14445 h 58755"/>
                <a:gd name="connsiteX11" fmla="*/ 15318 w 59204"/>
                <a:gd name="connsiteY11" fmla="*/ 29390 h 58755"/>
                <a:gd name="connsiteX12" fmla="*/ 19243 w 59204"/>
                <a:gd name="connsiteY12" fmla="*/ 38926 h 58755"/>
                <a:gd name="connsiteX13" fmla="*/ 29605 w 59204"/>
                <a:gd name="connsiteY13" fmla="*/ 43210 h 58755"/>
                <a:gd name="connsiteX14" fmla="*/ 35279 w 59204"/>
                <a:gd name="connsiteY14" fmla="*/ 42108 h 58755"/>
                <a:gd name="connsiteX15" fmla="*/ 45147 w 59204"/>
                <a:gd name="connsiteY15" fmla="*/ 46025 h 58755"/>
                <a:gd name="connsiteX16" fmla="*/ 41261 w 59204"/>
                <a:gd name="connsiteY16" fmla="*/ 55670 h 58755"/>
                <a:gd name="connsiteX17" fmla="*/ 41200 w 59204"/>
                <a:gd name="connsiteY17" fmla="*/ 55696 h 58755"/>
                <a:gd name="connsiteX18" fmla="*/ 30345 w 59204"/>
                <a:gd name="connsiteY18" fmla="*/ 58756 h 58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204" h="58755">
                  <a:moveTo>
                    <a:pt x="29605" y="58756"/>
                  </a:moveTo>
                  <a:cubicBezTo>
                    <a:pt x="21783" y="58769"/>
                    <a:pt x="14280" y="55685"/>
                    <a:pt x="8758" y="50187"/>
                  </a:cubicBezTo>
                  <a:cubicBezTo>
                    <a:pt x="3126" y="44761"/>
                    <a:pt x="-37" y="37291"/>
                    <a:pt x="1" y="29501"/>
                  </a:cubicBezTo>
                  <a:cubicBezTo>
                    <a:pt x="-46" y="21697"/>
                    <a:pt x="3064" y="14200"/>
                    <a:pt x="8635" y="8692"/>
                  </a:cubicBezTo>
                  <a:cubicBezTo>
                    <a:pt x="14142" y="3083"/>
                    <a:pt x="21714" y="-55"/>
                    <a:pt x="29605" y="1"/>
                  </a:cubicBezTo>
                  <a:cubicBezTo>
                    <a:pt x="37458" y="8"/>
                    <a:pt x="44993" y="3087"/>
                    <a:pt x="50575" y="8569"/>
                  </a:cubicBezTo>
                  <a:cubicBezTo>
                    <a:pt x="58813" y="16805"/>
                    <a:pt x="61419" y="29069"/>
                    <a:pt x="57236" y="39905"/>
                  </a:cubicBezTo>
                  <a:cubicBezTo>
                    <a:pt x="55669" y="43725"/>
                    <a:pt x="51278" y="45561"/>
                    <a:pt x="47429" y="44006"/>
                  </a:cubicBezTo>
                  <a:cubicBezTo>
                    <a:pt x="43580" y="42451"/>
                    <a:pt x="41730" y="38094"/>
                    <a:pt x="43297" y="34274"/>
                  </a:cubicBezTo>
                  <a:cubicBezTo>
                    <a:pt x="43991" y="32607"/>
                    <a:pt x="44327" y="30815"/>
                    <a:pt x="44284" y="29011"/>
                  </a:cubicBezTo>
                  <a:cubicBezTo>
                    <a:pt x="44217" y="20994"/>
                    <a:pt x="37684" y="14511"/>
                    <a:pt x="29605" y="14445"/>
                  </a:cubicBezTo>
                  <a:cubicBezTo>
                    <a:pt x="21501" y="14657"/>
                    <a:pt x="15105" y="21348"/>
                    <a:pt x="15318" y="29390"/>
                  </a:cubicBezTo>
                  <a:cubicBezTo>
                    <a:pt x="15413" y="32937"/>
                    <a:pt x="16808" y="36328"/>
                    <a:pt x="19243" y="38926"/>
                  </a:cubicBezTo>
                  <a:cubicBezTo>
                    <a:pt x="21965" y="41695"/>
                    <a:pt x="25707" y="43242"/>
                    <a:pt x="29605" y="43210"/>
                  </a:cubicBezTo>
                  <a:cubicBezTo>
                    <a:pt x="31553" y="43237"/>
                    <a:pt x="33485" y="42862"/>
                    <a:pt x="35279" y="42108"/>
                  </a:cubicBezTo>
                  <a:cubicBezTo>
                    <a:pt x="39094" y="40491"/>
                    <a:pt x="43508" y="42244"/>
                    <a:pt x="45147" y="46025"/>
                  </a:cubicBezTo>
                  <a:cubicBezTo>
                    <a:pt x="46758" y="49753"/>
                    <a:pt x="45018" y="54071"/>
                    <a:pt x="41261" y="55670"/>
                  </a:cubicBezTo>
                  <a:cubicBezTo>
                    <a:pt x="41241" y="55678"/>
                    <a:pt x="41220" y="55687"/>
                    <a:pt x="41200" y="55696"/>
                  </a:cubicBezTo>
                  <a:cubicBezTo>
                    <a:pt x="37823" y="57424"/>
                    <a:pt x="34133" y="58464"/>
                    <a:pt x="30345" y="587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6C8E82A4-6684-8043-9472-E8332A1DA1B1}"/>
                </a:ext>
              </a:extLst>
            </p:cNvPr>
            <p:cNvSpPr/>
            <p:nvPr/>
          </p:nvSpPr>
          <p:spPr>
            <a:xfrm>
              <a:off x="6131368" y="2517908"/>
              <a:ext cx="65760" cy="65058"/>
            </a:xfrm>
            <a:custGeom>
              <a:avLst/>
              <a:gdLst>
                <a:gd name="connsiteX0" fmla="*/ 32868 w 65760"/>
                <a:gd name="connsiteY0" fmla="*/ 64080 h 65058"/>
                <a:gd name="connsiteX1" fmla="*/ 0 w 65760"/>
                <a:gd name="connsiteY1" fmla="*/ 31575 h 65058"/>
                <a:gd name="connsiteX2" fmla="*/ 12515 w 65760"/>
                <a:gd name="connsiteY2" fmla="*/ 5937 h 65058"/>
                <a:gd name="connsiteX3" fmla="*/ 23308 w 65760"/>
                <a:gd name="connsiteY3" fmla="*/ 7467 h 65058"/>
                <a:gd name="connsiteX4" fmla="*/ 21766 w 65760"/>
                <a:gd name="connsiteY4" fmla="*/ 18177 h 65058"/>
                <a:gd name="connsiteX5" fmla="*/ 14982 w 65760"/>
                <a:gd name="connsiteY5" fmla="*/ 32132 h 65058"/>
                <a:gd name="connsiteX6" fmla="*/ 32868 w 65760"/>
                <a:gd name="connsiteY6" fmla="*/ 49758 h 65058"/>
                <a:gd name="connsiteX7" fmla="*/ 45203 w 65760"/>
                <a:gd name="connsiteY7" fmla="*/ 44495 h 65058"/>
                <a:gd name="connsiteX8" fmla="*/ 50384 w 65760"/>
                <a:gd name="connsiteY8" fmla="*/ 32254 h 65058"/>
                <a:gd name="connsiteX9" fmla="*/ 45203 w 65760"/>
                <a:gd name="connsiteY9" fmla="*/ 20013 h 65058"/>
                <a:gd name="connsiteX10" fmla="*/ 32868 w 65760"/>
                <a:gd name="connsiteY10" fmla="*/ 14872 h 65058"/>
                <a:gd name="connsiteX11" fmla="*/ 24443 w 65760"/>
                <a:gd name="connsiteY11" fmla="*/ 8421 h 65058"/>
                <a:gd name="connsiteX12" fmla="*/ 30945 w 65760"/>
                <a:gd name="connsiteY12" fmla="*/ 61 h 65058"/>
                <a:gd name="connsiteX13" fmla="*/ 32868 w 65760"/>
                <a:gd name="connsiteY13" fmla="*/ 61 h 65058"/>
                <a:gd name="connsiteX14" fmla="*/ 56058 w 65760"/>
                <a:gd name="connsiteY14" fmla="*/ 9486 h 65058"/>
                <a:gd name="connsiteX15" fmla="*/ 56385 w 65760"/>
                <a:gd name="connsiteY15" fmla="*/ 55186 h 65058"/>
                <a:gd name="connsiteX16" fmla="*/ 56058 w 65760"/>
                <a:gd name="connsiteY16" fmla="*/ 55511 h 65058"/>
                <a:gd name="connsiteX17" fmla="*/ 32991 w 65760"/>
                <a:gd name="connsiteY17" fmla="*/ 65059 h 6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60" h="65058">
                  <a:moveTo>
                    <a:pt x="32868" y="64080"/>
                  </a:moveTo>
                  <a:cubicBezTo>
                    <a:pt x="14746" y="64110"/>
                    <a:pt x="31" y="49558"/>
                    <a:pt x="0" y="31575"/>
                  </a:cubicBezTo>
                  <a:cubicBezTo>
                    <a:pt x="-17" y="21576"/>
                    <a:pt x="4597" y="12122"/>
                    <a:pt x="12515" y="5937"/>
                  </a:cubicBezTo>
                  <a:cubicBezTo>
                    <a:pt x="15921" y="3402"/>
                    <a:pt x="20753" y="4087"/>
                    <a:pt x="23308" y="7467"/>
                  </a:cubicBezTo>
                  <a:cubicBezTo>
                    <a:pt x="25863" y="10847"/>
                    <a:pt x="25172" y="15642"/>
                    <a:pt x="21766" y="18177"/>
                  </a:cubicBezTo>
                  <a:cubicBezTo>
                    <a:pt x="17470" y="21552"/>
                    <a:pt x="14970" y="26695"/>
                    <a:pt x="14982" y="32132"/>
                  </a:cubicBezTo>
                  <a:cubicBezTo>
                    <a:pt x="15050" y="41886"/>
                    <a:pt x="23038" y="49758"/>
                    <a:pt x="32868" y="49758"/>
                  </a:cubicBezTo>
                  <a:cubicBezTo>
                    <a:pt x="37527" y="49727"/>
                    <a:pt x="41975" y="47828"/>
                    <a:pt x="45203" y="44495"/>
                  </a:cubicBezTo>
                  <a:cubicBezTo>
                    <a:pt x="48578" y="41313"/>
                    <a:pt x="50457" y="36874"/>
                    <a:pt x="50384" y="32254"/>
                  </a:cubicBezTo>
                  <a:cubicBezTo>
                    <a:pt x="50343" y="27657"/>
                    <a:pt x="48483" y="23260"/>
                    <a:pt x="45203" y="20013"/>
                  </a:cubicBezTo>
                  <a:cubicBezTo>
                    <a:pt x="41916" y="16781"/>
                    <a:pt x="37495" y="14938"/>
                    <a:pt x="32868" y="14872"/>
                  </a:cubicBezTo>
                  <a:cubicBezTo>
                    <a:pt x="28746" y="15399"/>
                    <a:pt x="24974" y="12511"/>
                    <a:pt x="24443" y="8421"/>
                  </a:cubicBezTo>
                  <a:cubicBezTo>
                    <a:pt x="23913" y="4331"/>
                    <a:pt x="26823" y="588"/>
                    <a:pt x="30945" y="61"/>
                  </a:cubicBezTo>
                  <a:cubicBezTo>
                    <a:pt x="31583" y="-20"/>
                    <a:pt x="32229" y="-20"/>
                    <a:pt x="32868" y="61"/>
                  </a:cubicBezTo>
                  <a:cubicBezTo>
                    <a:pt x="41561" y="-20"/>
                    <a:pt x="49920" y="3378"/>
                    <a:pt x="56058" y="9486"/>
                  </a:cubicBezTo>
                  <a:cubicBezTo>
                    <a:pt x="68865" y="22016"/>
                    <a:pt x="69012" y="42477"/>
                    <a:pt x="56385" y="55186"/>
                  </a:cubicBezTo>
                  <a:cubicBezTo>
                    <a:pt x="56277" y="55295"/>
                    <a:pt x="56168" y="55404"/>
                    <a:pt x="56058" y="55511"/>
                  </a:cubicBezTo>
                  <a:cubicBezTo>
                    <a:pt x="49962" y="61623"/>
                    <a:pt x="41656" y="65061"/>
                    <a:pt x="32991" y="6505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B7FCF67-17A7-BC4F-A29F-0359C2790F3E}"/>
                </a:ext>
              </a:extLst>
            </p:cNvPr>
            <p:cNvSpPr/>
            <p:nvPr/>
          </p:nvSpPr>
          <p:spPr>
            <a:xfrm>
              <a:off x="6060645" y="2542206"/>
              <a:ext cx="86074" cy="40088"/>
            </a:xfrm>
            <a:custGeom>
              <a:avLst/>
              <a:gdLst>
                <a:gd name="connsiteX0" fmla="*/ 8487 w 86074"/>
                <a:gd name="connsiteY0" fmla="*/ 40027 h 40088"/>
                <a:gd name="connsiteX1" fmla="*/ 63 w 86074"/>
                <a:gd name="connsiteY1" fmla="*/ 33575 h 40088"/>
                <a:gd name="connsiteX2" fmla="*/ 6564 w 86074"/>
                <a:gd name="connsiteY2" fmla="*/ 25216 h 40088"/>
                <a:gd name="connsiteX3" fmla="*/ 8487 w 86074"/>
                <a:gd name="connsiteY3" fmla="*/ 25216 h 40088"/>
                <a:gd name="connsiteX4" fmla="*/ 33157 w 86074"/>
                <a:gd name="connsiteY4" fmla="*/ 25216 h 40088"/>
                <a:gd name="connsiteX5" fmla="*/ 33157 w 86074"/>
                <a:gd name="connsiteY5" fmla="*/ 7467 h 40088"/>
                <a:gd name="connsiteX6" fmla="*/ 40681 w 86074"/>
                <a:gd name="connsiteY6" fmla="*/ 0 h 40088"/>
                <a:gd name="connsiteX7" fmla="*/ 78550 w 86074"/>
                <a:gd name="connsiteY7" fmla="*/ 0 h 40088"/>
                <a:gd name="connsiteX8" fmla="*/ 86075 w 86074"/>
                <a:gd name="connsiteY8" fmla="*/ 7467 h 40088"/>
                <a:gd name="connsiteX9" fmla="*/ 78674 w 86074"/>
                <a:gd name="connsiteY9" fmla="*/ 14934 h 40088"/>
                <a:gd name="connsiteX10" fmla="*/ 47836 w 86074"/>
                <a:gd name="connsiteY10" fmla="*/ 14934 h 40088"/>
                <a:gd name="connsiteX11" fmla="*/ 47836 w 86074"/>
                <a:gd name="connsiteY11" fmla="*/ 32560 h 40088"/>
                <a:gd name="connsiteX12" fmla="*/ 45615 w 86074"/>
                <a:gd name="connsiteY12" fmla="*/ 37824 h 40088"/>
                <a:gd name="connsiteX13" fmla="*/ 40435 w 86074"/>
                <a:gd name="connsiteY13" fmla="*/ 40027 h 4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074" h="40088">
                  <a:moveTo>
                    <a:pt x="8487" y="40027"/>
                  </a:moveTo>
                  <a:cubicBezTo>
                    <a:pt x="4365" y="40554"/>
                    <a:pt x="593" y="37665"/>
                    <a:pt x="63" y="33575"/>
                  </a:cubicBezTo>
                  <a:cubicBezTo>
                    <a:pt x="-468" y="29485"/>
                    <a:pt x="2442" y="25743"/>
                    <a:pt x="6564" y="25216"/>
                  </a:cubicBezTo>
                  <a:cubicBezTo>
                    <a:pt x="7202" y="25134"/>
                    <a:pt x="7848" y="25134"/>
                    <a:pt x="8487" y="25216"/>
                  </a:cubicBezTo>
                  <a:lnTo>
                    <a:pt x="33157" y="25216"/>
                  </a:lnTo>
                  <a:lnTo>
                    <a:pt x="33157" y="7467"/>
                  </a:lnTo>
                  <a:cubicBezTo>
                    <a:pt x="33157" y="3343"/>
                    <a:pt x="36526" y="0"/>
                    <a:pt x="40681" y="0"/>
                  </a:cubicBezTo>
                  <a:lnTo>
                    <a:pt x="78550" y="0"/>
                  </a:lnTo>
                  <a:cubicBezTo>
                    <a:pt x="82706" y="0"/>
                    <a:pt x="86075" y="3343"/>
                    <a:pt x="86075" y="7467"/>
                  </a:cubicBezTo>
                  <a:cubicBezTo>
                    <a:pt x="86011" y="11517"/>
                    <a:pt x="82753" y="14803"/>
                    <a:pt x="78674" y="14934"/>
                  </a:cubicBezTo>
                  <a:lnTo>
                    <a:pt x="47836" y="14934"/>
                  </a:lnTo>
                  <a:lnTo>
                    <a:pt x="47836" y="32560"/>
                  </a:lnTo>
                  <a:cubicBezTo>
                    <a:pt x="47841" y="34540"/>
                    <a:pt x="47040" y="36438"/>
                    <a:pt x="45615" y="37824"/>
                  </a:cubicBezTo>
                  <a:cubicBezTo>
                    <a:pt x="44221" y="39166"/>
                    <a:pt x="42376" y="39950"/>
                    <a:pt x="40435" y="4002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33B997D2-978C-024E-9B8F-EAC36513F420}"/>
                </a:ext>
              </a:extLst>
            </p:cNvPr>
            <p:cNvSpPr/>
            <p:nvPr/>
          </p:nvSpPr>
          <p:spPr>
            <a:xfrm>
              <a:off x="6062963" y="2621770"/>
              <a:ext cx="39623" cy="14811"/>
            </a:xfrm>
            <a:custGeom>
              <a:avLst/>
              <a:gdLst>
                <a:gd name="connsiteX0" fmla="*/ 6169 w 39623"/>
                <a:gd name="connsiteY0" fmla="*/ 14689 h 14811"/>
                <a:gd name="connsiteX1" fmla="*/ 125 w 39623"/>
                <a:gd name="connsiteY1" fmla="*/ 5998 h 14811"/>
                <a:gd name="connsiteX2" fmla="*/ 6169 w 39623"/>
                <a:gd name="connsiteY2" fmla="*/ 0 h 14811"/>
                <a:gd name="connsiteX3" fmla="*/ 33059 w 39623"/>
                <a:gd name="connsiteY3" fmla="*/ 0 h 14811"/>
                <a:gd name="connsiteX4" fmla="*/ 39561 w 39623"/>
                <a:gd name="connsiteY4" fmla="*/ 8360 h 14811"/>
                <a:gd name="connsiteX5" fmla="*/ 33059 w 39623"/>
                <a:gd name="connsiteY5" fmla="*/ 14811 h 14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23" h="14811">
                  <a:moveTo>
                    <a:pt x="6169" y="14689"/>
                  </a:moveTo>
                  <a:cubicBezTo>
                    <a:pt x="2081" y="13945"/>
                    <a:pt x="-625" y="10054"/>
                    <a:pt x="125" y="5998"/>
                  </a:cubicBezTo>
                  <a:cubicBezTo>
                    <a:pt x="688" y="2947"/>
                    <a:pt x="3094" y="559"/>
                    <a:pt x="6169" y="0"/>
                  </a:cubicBezTo>
                  <a:lnTo>
                    <a:pt x="33059" y="0"/>
                  </a:lnTo>
                  <a:cubicBezTo>
                    <a:pt x="37181" y="527"/>
                    <a:pt x="40092" y="4270"/>
                    <a:pt x="39561" y="8360"/>
                  </a:cubicBezTo>
                  <a:cubicBezTo>
                    <a:pt x="39124" y="11727"/>
                    <a:pt x="36453" y="14377"/>
                    <a:pt x="33059" y="1481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7A4927F-8A6F-2644-8637-7C65EBEF62B2}"/>
                </a:ext>
              </a:extLst>
            </p:cNvPr>
            <p:cNvSpPr/>
            <p:nvPr/>
          </p:nvSpPr>
          <p:spPr>
            <a:xfrm>
              <a:off x="6084427" y="2699926"/>
              <a:ext cx="76329" cy="35438"/>
            </a:xfrm>
            <a:custGeom>
              <a:avLst/>
              <a:gdLst>
                <a:gd name="connsiteX0" fmla="*/ 7524 w 76329"/>
                <a:gd name="connsiteY0" fmla="*/ 35315 h 35438"/>
                <a:gd name="connsiteX1" fmla="*/ 0 w 76329"/>
                <a:gd name="connsiteY1" fmla="*/ 27848 h 35438"/>
                <a:gd name="connsiteX2" fmla="*/ 7524 w 76329"/>
                <a:gd name="connsiteY2" fmla="*/ 20381 h 35438"/>
                <a:gd name="connsiteX3" fmla="*/ 20600 w 76329"/>
                <a:gd name="connsiteY3" fmla="*/ 20381 h 35438"/>
                <a:gd name="connsiteX4" fmla="*/ 20600 w 76329"/>
                <a:gd name="connsiteY4" fmla="*/ 7529 h 35438"/>
                <a:gd name="connsiteX5" fmla="*/ 28124 w 76329"/>
                <a:gd name="connsiteY5" fmla="*/ 62 h 35438"/>
                <a:gd name="connsiteX6" fmla="*/ 67843 w 76329"/>
                <a:gd name="connsiteY6" fmla="*/ 62 h 35438"/>
                <a:gd name="connsiteX7" fmla="*/ 76267 w 76329"/>
                <a:gd name="connsiteY7" fmla="*/ 6514 h 35438"/>
                <a:gd name="connsiteX8" fmla="*/ 69766 w 76329"/>
                <a:gd name="connsiteY8" fmla="*/ 14873 h 35438"/>
                <a:gd name="connsiteX9" fmla="*/ 67843 w 76329"/>
                <a:gd name="connsiteY9" fmla="*/ 14873 h 35438"/>
                <a:gd name="connsiteX10" fmla="*/ 35525 w 76329"/>
                <a:gd name="connsiteY10" fmla="*/ 14873 h 35438"/>
                <a:gd name="connsiteX11" fmla="*/ 35525 w 76329"/>
                <a:gd name="connsiteY11" fmla="*/ 27971 h 35438"/>
                <a:gd name="connsiteX12" fmla="*/ 33305 w 76329"/>
                <a:gd name="connsiteY12" fmla="*/ 33234 h 35438"/>
                <a:gd name="connsiteX13" fmla="*/ 28124 w 76329"/>
                <a:gd name="connsiteY13" fmla="*/ 35437 h 3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329" h="35438">
                  <a:moveTo>
                    <a:pt x="7524" y="35315"/>
                  </a:moveTo>
                  <a:cubicBezTo>
                    <a:pt x="3369" y="35315"/>
                    <a:pt x="0" y="31972"/>
                    <a:pt x="0" y="27848"/>
                  </a:cubicBezTo>
                  <a:cubicBezTo>
                    <a:pt x="0" y="23724"/>
                    <a:pt x="3369" y="20381"/>
                    <a:pt x="7524" y="20381"/>
                  </a:cubicBezTo>
                  <a:lnTo>
                    <a:pt x="20600" y="20381"/>
                  </a:lnTo>
                  <a:lnTo>
                    <a:pt x="20600" y="7529"/>
                  </a:lnTo>
                  <a:cubicBezTo>
                    <a:pt x="20600" y="3405"/>
                    <a:pt x="23968" y="62"/>
                    <a:pt x="28124" y="62"/>
                  </a:cubicBezTo>
                  <a:lnTo>
                    <a:pt x="67843" y="62"/>
                  </a:lnTo>
                  <a:cubicBezTo>
                    <a:pt x="71965" y="-465"/>
                    <a:pt x="75736" y="2424"/>
                    <a:pt x="76267" y="6514"/>
                  </a:cubicBezTo>
                  <a:cubicBezTo>
                    <a:pt x="76798" y="10604"/>
                    <a:pt x="73888" y="14346"/>
                    <a:pt x="69766" y="14873"/>
                  </a:cubicBezTo>
                  <a:cubicBezTo>
                    <a:pt x="69128" y="14955"/>
                    <a:pt x="68482" y="14955"/>
                    <a:pt x="67843" y="14873"/>
                  </a:cubicBezTo>
                  <a:lnTo>
                    <a:pt x="35525" y="14873"/>
                  </a:lnTo>
                  <a:lnTo>
                    <a:pt x="35525" y="27971"/>
                  </a:lnTo>
                  <a:cubicBezTo>
                    <a:pt x="35559" y="29956"/>
                    <a:pt x="34754" y="31865"/>
                    <a:pt x="33305" y="33234"/>
                  </a:cubicBezTo>
                  <a:cubicBezTo>
                    <a:pt x="31972" y="34666"/>
                    <a:pt x="30088" y="35467"/>
                    <a:pt x="28124" y="3543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217F34E6-310B-0F45-B451-59E80D45470D}"/>
                </a:ext>
              </a:extLst>
            </p:cNvPr>
            <p:cNvSpPr/>
            <p:nvPr/>
          </p:nvSpPr>
          <p:spPr>
            <a:xfrm>
              <a:off x="6052381" y="2787937"/>
              <a:ext cx="66858" cy="14934"/>
            </a:xfrm>
            <a:custGeom>
              <a:avLst/>
              <a:gdLst>
                <a:gd name="connsiteX0" fmla="*/ 8487 w 66858"/>
                <a:gd name="connsiteY0" fmla="*/ 14872 h 14934"/>
                <a:gd name="connsiteX1" fmla="*/ 63 w 66858"/>
                <a:gd name="connsiteY1" fmla="*/ 8421 h 14934"/>
                <a:gd name="connsiteX2" fmla="*/ 6564 w 66858"/>
                <a:gd name="connsiteY2" fmla="*/ 61 h 14934"/>
                <a:gd name="connsiteX3" fmla="*/ 8487 w 66858"/>
                <a:gd name="connsiteY3" fmla="*/ 61 h 14934"/>
                <a:gd name="connsiteX4" fmla="*/ 60294 w 66858"/>
                <a:gd name="connsiteY4" fmla="*/ 61 h 14934"/>
                <a:gd name="connsiteX5" fmla="*/ 66796 w 66858"/>
                <a:gd name="connsiteY5" fmla="*/ 8421 h 14934"/>
                <a:gd name="connsiteX6" fmla="*/ 60294 w 66858"/>
                <a:gd name="connsiteY6" fmla="*/ 14872 h 14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858" h="14934">
                  <a:moveTo>
                    <a:pt x="8487" y="14872"/>
                  </a:moveTo>
                  <a:cubicBezTo>
                    <a:pt x="4365" y="15399"/>
                    <a:pt x="593" y="12511"/>
                    <a:pt x="63" y="8421"/>
                  </a:cubicBezTo>
                  <a:cubicBezTo>
                    <a:pt x="-468" y="4331"/>
                    <a:pt x="2442" y="588"/>
                    <a:pt x="6564" y="61"/>
                  </a:cubicBezTo>
                  <a:cubicBezTo>
                    <a:pt x="7202" y="-20"/>
                    <a:pt x="7848" y="-20"/>
                    <a:pt x="8487" y="61"/>
                  </a:cubicBezTo>
                  <a:lnTo>
                    <a:pt x="60294" y="61"/>
                  </a:lnTo>
                  <a:cubicBezTo>
                    <a:pt x="64416" y="588"/>
                    <a:pt x="67327" y="4331"/>
                    <a:pt x="66796" y="8421"/>
                  </a:cubicBezTo>
                  <a:cubicBezTo>
                    <a:pt x="66358" y="11788"/>
                    <a:pt x="63687" y="14439"/>
                    <a:pt x="60294" y="1487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C68456BD-A7FA-6B41-B0D8-F92F2F3A20BD}"/>
                </a:ext>
              </a:extLst>
            </p:cNvPr>
            <p:cNvSpPr/>
            <p:nvPr/>
          </p:nvSpPr>
          <p:spPr>
            <a:xfrm>
              <a:off x="5826870" y="2763146"/>
              <a:ext cx="66860" cy="66714"/>
            </a:xfrm>
            <a:custGeom>
              <a:avLst/>
              <a:gdLst>
                <a:gd name="connsiteX0" fmla="*/ 33552 w 66860"/>
                <a:gd name="connsiteY0" fmla="*/ 66714 h 66714"/>
                <a:gd name="connsiteX1" fmla="*/ 0 w 66860"/>
                <a:gd name="connsiteY1" fmla="*/ 33420 h 66714"/>
                <a:gd name="connsiteX2" fmla="*/ 9745 w 66860"/>
                <a:gd name="connsiteY2" fmla="*/ 9918 h 66714"/>
                <a:gd name="connsiteX3" fmla="*/ 33552 w 66860"/>
                <a:gd name="connsiteY3" fmla="*/ 3 h 66714"/>
                <a:gd name="connsiteX4" fmla="*/ 41940 w 66860"/>
                <a:gd name="connsiteY4" fmla="*/ 1105 h 66714"/>
                <a:gd name="connsiteX5" fmla="*/ 47300 w 66860"/>
                <a:gd name="connsiteY5" fmla="*/ 9823 h 66714"/>
                <a:gd name="connsiteX6" fmla="*/ 47244 w 66860"/>
                <a:gd name="connsiteY6" fmla="*/ 10040 h 66714"/>
                <a:gd name="connsiteX7" fmla="*/ 38304 w 66860"/>
                <a:gd name="connsiteY7" fmla="*/ 15442 h 66714"/>
                <a:gd name="connsiteX8" fmla="*/ 38239 w 66860"/>
                <a:gd name="connsiteY8" fmla="*/ 15426 h 66714"/>
                <a:gd name="connsiteX9" fmla="*/ 33552 w 66860"/>
                <a:gd name="connsiteY9" fmla="*/ 15426 h 66714"/>
                <a:gd name="connsiteX10" fmla="*/ 20230 w 66860"/>
                <a:gd name="connsiteY10" fmla="*/ 19710 h 66714"/>
                <a:gd name="connsiteX11" fmla="*/ 20174 w 66860"/>
                <a:gd name="connsiteY11" fmla="*/ 45850 h 66714"/>
                <a:gd name="connsiteX12" fmla="*/ 20230 w 66860"/>
                <a:gd name="connsiteY12" fmla="*/ 45905 h 66714"/>
                <a:gd name="connsiteX13" fmla="*/ 33305 w 66860"/>
                <a:gd name="connsiteY13" fmla="*/ 51291 h 66714"/>
                <a:gd name="connsiteX14" fmla="*/ 46627 w 66860"/>
                <a:gd name="connsiteY14" fmla="*/ 45783 h 66714"/>
                <a:gd name="connsiteX15" fmla="*/ 48971 w 66860"/>
                <a:gd name="connsiteY15" fmla="*/ 22648 h 66714"/>
                <a:gd name="connsiteX16" fmla="*/ 50501 w 66860"/>
                <a:gd name="connsiteY16" fmla="*/ 12373 h 66714"/>
                <a:gd name="connsiteX17" fmla="*/ 60855 w 66860"/>
                <a:gd name="connsiteY17" fmla="*/ 13892 h 66714"/>
                <a:gd name="connsiteX18" fmla="*/ 61306 w 66860"/>
                <a:gd name="connsiteY18" fmla="*/ 14569 h 66714"/>
                <a:gd name="connsiteX19" fmla="*/ 66857 w 66860"/>
                <a:gd name="connsiteY19" fmla="*/ 32685 h 66714"/>
                <a:gd name="connsiteX20" fmla="*/ 33675 w 66860"/>
                <a:gd name="connsiteY20" fmla="*/ 66714 h 6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860" h="66714">
                  <a:moveTo>
                    <a:pt x="33552" y="66714"/>
                  </a:moveTo>
                  <a:cubicBezTo>
                    <a:pt x="15078" y="66581"/>
                    <a:pt x="134" y="51752"/>
                    <a:pt x="0" y="33420"/>
                  </a:cubicBezTo>
                  <a:cubicBezTo>
                    <a:pt x="-24" y="24613"/>
                    <a:pt x="3481" y="16158"/>
                    <a:pt x="9745" y="9918"/>
                  </a:cubicBezTo>
                  <a:cubicBezTo>
                    <a:pt x="16053" y="3628"/>
                    <a:pt x="24609" y="65"/>
                    <a:pt x="33552" y="3"/>
                  </a:cubicBezTo>
                  <a:cubicBezTo>
                    <a:pt x="36387" y="-37"/>
                    <a:pt x="39213" y="334"/>
                    <a:pt x="41940" y="1105"/>
                  </a:cubicBezTo>
                  <a:cubicBezTo>
                    <a:pt x="45846" y="2043"/>
                    <a:pt x="48246" y="5947"/>
                    <a:pt x="47300" y="9823"/>
                  </a:cubicBezTo>
                  <a:cubicBezTo>
                    <a:pt x="47283" y="9896"/>
                    <a:pt x="47264" y="9968"/>
                    <a:pt x="47244" y="10040"/>
                  </a:cubicBezTo>
                  <a:cubicBezTo>
                    <a:pt x="46278" y="13982"/>
                    <a:pt x="42276" y="16400"/>
                    <a:pt x="38304" y="15442"/>
                  </a:cubicBezTo>
                  <a:cubicBezTo>
                    <a:pt x="38282" y="15437"/>
                    <a:pt x="38261" y="15432"/>
                    <a:pt x="38239" y="15426"/>
                  </a:cubicBezTo>
                  <a:cubicBezTo>
                    <a:pt x="36694" y="15099"/>
                    <a:pt x="35097" y="15099"/>
                    <a:pt x="33552" y="15426"/>
                  </a:cubicBezTo>
                  <a:cubicBezTo>
                    <a:pt x="28717" y="15067"/>
                    <a:pt x="23933" y="16605"/>
                    <a:pt x="20230" y="19710"/>
                  </a:cubicBezTo>
                  <a:cubicBezTo>
                    <a:pt x="12940" y="26913"/>
                    <a:pt x="12915" y="38616"/>
                    <a:pt x="20174" y="45850"/>
                  </a:cubicBezTo>
                  <a:cubicBezTo>
                    <a:pt x="20192" y="45868"/>
                    <a:pt x="20211" y="45887"/>
                    <a:pt x="20230" y="45905"/>
                  </a:cubicBezTo>
                  <a:cubicBezTo>
                    <a:pt x="23696" y="49350"/>
                    <a:pt x="28399" y="51287"/>
                    <a:pt x="33305" y="51291"/>
                  </a:cubicBezTo>
                  <a:cubicBezTo>
                    <a:pt x="38298" y="51240"/>
                    <a:pt x="43075" y="49265"/>
                    <a:pt x="46627" y="45783"/>
                  </a:cubicBezTo>
                  <a:cubicBezTo>
                    <a:pt x="52679" y="39525"/>
                    <a:pt x="53646" y="29976"/>
                    <a:pt x="48971" y="22648"/>
                  </a:cubicBezTo>
                  <a:cubicBezTo>
                    <a:pt x="46534" y="19391"/>
                    <a:pt x="47219" y="14791"/>
                    <a:pt x="50501" y="12373"/>
                  </a:cubicBezTo>
                  <a:cubicBezTo>
                    <a:pt x="53783" y="9955"/>
                    <a:pt x="58418" y="10635"/>
                    <a:pt x="60855" y="13892"/>
                  </a:cubicBezTo>
                  <a:cubicBezTo>
                    <a:pt x="61018" y="14109"/>
                    <a:pt x="61168" y="14335"/>
                    <a:pt x="61306" y="14569"/>
                  </a:cubicBezTo>
                  <a:cubicBezTo>
                    <a:pt x="64910" y="19935"/>
                    <a:pt x="66841" y="26237"/>
                    <a:pt x="66857" y="32685"/>
                  </a:cubicBezTo>
                  <a:cubicBezTo>
                    <a:pt x="67131" y="51162"/>
                    <a:pt x="52294" y="66379"/>
                    <a:pt x="33675" y="667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A8E93155-476F-F44B-878B-DF4B24283D5A}"/>
                </a:ext>
              </a:extLst>
            </p:cNvPr>
            <p:cNvSpPr/>
            <p:nvPr/>
          </p:nvSpPr>
          <p:spPr>
            <a:xfrm>
              <a:off x="5773088" y="2667795"/>
              <a:ext cx="81411" cy="80910"/>
            </a:xfrm>
            <a:custGeom>
              <a:avLst/>
              <a:gdLst>
                <a:gd name="connsiteX0" fmla="*/ 40459 w 81411"/>
                <a:gd name="connsiteY0" fmla="*/ 80298 h 80910"/>
                <a:gd name="connsiteX1" fmla="*/ 0 w 81411"/>
                <a:gd name="connsiteY1" fmla="*/ 40149 h 80910"/>
                <a:gd name="connsiteX2" fmla="*/ 40459 w 81411"/>
                <a:gd name="connsiteY2" fmla="*/ 0 h 80910"/>
                <a:gd name="connsiteX3" fmla="*/ 69077 w 81411"/>
                <a:gd name="connsiteY3" fmla="*/ 12241 h 80910"/>
                <a:gd name="connsiteX4" fmla="*/ 81412 w 81411"/>
                <a:gd name="connsiteY4" fmla="*/ 40639 h 80910"/>
                <a:gd name="connsiteX5" fmla="*/ 78822 w 81411"/>
                <a:gd name="connsiteY5" fmla="*/ 54960 h 80910"/>
                <a:gd name="connsiteX6" fmla="*/ 68914 w 81411"/>
                <a:gd name="connsiteY6" fmla="*/ 58813 h 80910"/>
                <a:gd name="connsiteX7" fmla="*/ 64759 w 81411"/>
                <a:gd name="connsiteY7" fmla="*/ 49697 h 80910"/>
                <a:gd name="connsiteX8" fmla="*/ 65993 w 81411"/>
                <a:gd name="connsiteY8" fmla="*/ 39660 h 80910"/>
                <a:gd name="connsiteX9" fmla="*/ 58469 w 81411"/>
                <a:gd name="connsiteY9" fmla="*/ 21788 h 80910"/>
                <a:gd name="connsiteX10" fmla="*/ 40459 w 81411"/>
                <a:gd name="connsiteY10" fmla="*/ 15178 h 80910"/>
                <a:gd name="connsiteX11" fmla="*/ 14893 w 81411"/>
                <a:gd name="connsiteY11" fmla="*/ 40485 h 80910"/>
                <a:gd name="connsiteX12" fmla="*/ 22450 w 81411"/>
                <a:gd name="connsiteY12" fmla="*/ 58510 h 80910"/>
                <a:gd name="connsiteX13" fmla="*/ 40459 w 81411"/>
                <a:gd name="connsiteY13" fmla="*/ 65855 h 80910"/>
                <a:gd name="connsiteX14" fmla="*/ 50451 w 81411"/>
                <a:gd name="connsiteY14" fmla="*/ 64141 h 80910"/>
                <a:gd name="connsiteX15" fmla="*/ 60257 w 81411"/>
                <a:gd name="connsiteY15" fmla="*/ 67997 h 80910"/>
                <a:gd name="connsiteX16" fmla="*/ 56372 w 81411"/>
                <a:gd name="connsiteY16" fmla="*/ 77728 h 80910"/>
                <a:gd name="connsiteX17" fmla="*/ 40583 w 81411"/>
                <a:gd name="connsiteY17" fmla="*/ 80911 h 8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411" h="80910">
                  <a:moveTo>
                    <a:pt x="40459" y="80298"/>
                  </a:moveTo>
                  <a:cubicBezTo>
                    <a:pt x="18114" y="80298"/>
                    <a:pt x="0" y="62323"/>
                    <a:pt x="0" y="40149"/>
                  </a:cubicBezTo>
                  <a:cubicBezTo>
                    <a:pt x="0" y="17975"/>
                    <a:pt x="18114" y="0"/>
                    <a:pt x="40459" y="0"/>
                  </a:cubicBezTo>
                  <a:cubicBezTo>
                    <a:pt x="51275" y="70"/>
                    <a:pt x="61600" y="4486"/>
                    <a:pt x="69077" y="12241"/>
                  </a:cubicBezTo>
                  <a:cubicBezTo>
                    <a:pt x="76822" y="19708"/>
                    <a:pt x="81259" y="29924"/>
                    <a:pt x="81412" y="40639"/>
                  </a:cubicBezTo>
                  <a:cubicBezTo>
                    <a:pt x="81413" y="45528"/>
                    <a:pt x="80536" y="50377"/>
                    <a:pt x="78822" y="54960"/>
                  </a:cubicBezTo>
                  <a:cubicBezTo>
                    <a:pt x="77158" y="58739"/>
                    <a:pt x="72722" y="60464"/>
                    <a:pt x="68914" y="58813"/>
                  </a:cubicBezTo>
                  <a:cubicBezTo>
                    <a:pt x="65379" y="57281"/>
                    <a:pt x="63585" y="53343"/>
                    <a:pt x="64759" y="49697"/>
                  </a:cubicBezTo>
                  <a:cubicBezTo>
                    <a:pt x="65924" y="46485"/>
                    <a:pt x="66345" y="43055"/>
                    <a:pt x="65993" y="39660"/>
                  </a:cubicBezTo>
                  <a:cubicBezTo>
                    <a:pt x="66067" y="32929"/>
                    <a:pt x="63346" y="26466"/>
                    <a:pt x="58469" y="21788"/>
                  </a:cubicBezTo>
                  <a:cubicBezTo>
                    <a:pt x="53611" y="17262"/>
                    <a:pt x="47116" y="14878"/>
                    <a:pt x="40459" y="15178"/>
                  </a:cubicBezTo>
                  <a:cubicBezTo>
                    <a:pt x="26357" y="15161"/>
                    <a:pt x="14911" y="26491"/>
                    <a:pt x="14893" y="40485"/>
                  </a:cubicBezTo>
                  <a:cubicBezTo>
                    <a:pt x="14885" y="47254"/>
                    <a:pt x="17606" y="53744"/>
                    <a:pt x="22450" y="58510"/>
                  </a:cubicBezTo>
                  <a:cubicBezTo>
                    <a:pt x="27184" y="63305"/>
                    <a:pt x="33695" y="65960"/>
                    <a:pt x="40459" y="65855"/>
                  </a:cubicBezTo>
                  <a:cubicBezTo>
                    <a:pt x="43868" y="65908"/>
                    <a:pt x="47258" y="65327"/>
                    <a:pt x="50451" y="64141"/>
                  </a:cubicBezTo>
                  <a:cubicBezTo>
                    <a:pt x="54232" y="62518"/>
                    <a:pt x="58622" y="64245"/>
                    <a:pt x="60257" y="67997"/>
                  </a:cubicBezTo>
                  <a:cubicBezTo>
                    <a:pt x="61892" y="71749"/>
                    <a:pt x="60153" y="76105"/>
                    <a:pt x="56372" y="77728"/>
                  </a:cubicBezTo>
                  <a:cubicBezTo>
                    <a:pt x="51376" y="79825"/>
                    <a:pt x="46007" y="80907"/>
                    <a:pt x="40583" y="8091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F2596FB3-CE52-F446-9891-B92445E52B75}"/>
                </a:ext>
              </a:extLst>
            </p:cNvPr>
            <p:cNvSpPr/>
            <p:nvPr/>
          </p:nvSpPr>
          <p:spPr>
            <a:xfrm>
              <a:off x="5851046" y="2599787"/>
              <a:ext cx="59209" cy="58705"/>
            </a:xfrm>
            <a:custGeom>
              <a:avLst/>
              <a:gdLst>
                <a:gd name="connsiteX0" fmla="*/ 29605 w 59209"/>
                <a:gd name="connsiteY0" fmla="*/ 58705 h 58705"/>
                <a:gd name="connsiteX1" fmla="*/ 18133 w 59209"/>
                <a:gd name="connsiteY1" fmla="*/ 56502 h 58705"/>
                <a:gd name="connsiteX2" fmla="*/ 14186 w 59209"/>
                <a:gd name="connsiteY2" fmla="*/ 46709 h 58705"/>
                <a:gd name="connsiteX3" fmla="*/ 23869 w 59209"/>
                <a:gd name="connsiteY3" fmla="*/ 42766 h 58705"/>
                <a:gd name="connsiteX4" fmla="*/ 23930 w 59209"/>
                <a:gd name="connsiteY4" fmla="*/ 42792 h 58705"/>
                <a:gd name="connsiteX5" fmla="*/ 39966 w 59209"/>
                <a:gd name="connsiteY5" fmla="*/ 39610 h 58705"/>
                <a:gd name="connsiteX6" fmla="*/ 44283 w 59209"/>
                <a:gd name="connsiteY6" fmla="*/ 29328 h 58705"/>
                <a:gd name="connsiteX7" fmla="*/ 29605 w 59209"/>
                <a:gd name="connsiteY7" fmla="*/ 14761 h 58705"/>
                <a:gd name="connsiteX8" fmla="*/ 14926 w 59209"/>
                <a:gd name="connsiteY8" fmla="*/ 29328 h 58705"/>
                <a:gd name="connsiteX9" fmla="*/ 15913 w 59209"/>
                <a:gd name="connsiteY9" fmla="*/ 34591 h 58705"/>
                <a:gd name="connsiteX10" fmla="*/ 11618 w 59209"/>
                <a:gd name="connsiteY10" fmla="*/ 44252 h 58705"/>
                <a:gd name="connsiteX11" fmla="*/ 11595 w 59209"/>
                <a:gd name="connsiteY11" fmla="*/ 44261 h 58705"/>
                <a:gd name="connsiteX12" fmla="*/ 1974 w 59209"/>
                <a:gd name="connsiteY12" fmla="*/ 39977 h 58705"/>
                <a:gd name="connsiteX13" fmla="*/ 0 w 59209"/>
                <a:gd name="connsiteY13" fmla="*/ 29450 h 58705"/>
                <a:gd name="connsiteX14" fmla="*/ 29531 w 59209"/>
                <a:gd name="connsiteY14" fmla="*/ 0 h 58705"/>
                <a:gd name="connsiteX15" fmla="*/ 50451 w 59209"/>
                <a:gd name="connsiteY15" fmla="*/ 8519 h 58705"/>
                <a:gd name="connsiteX16" fmla="*/ 59209 w 59209"/>
                <a:gd name="connsiteY16" fmla="*/ 29205 h 58705"/>
                <a:gd name="connsiteX17" fmla="*/ 50574 w 59209"/>
                <a:gd name="connsiteY17" fmla="*/ 50014 h 58705"/>
                <a:gd name="connsiteX18" fmla="*/ 29605 w 59209"/>
                <a:gd name="connsiteY18" fmla="*/ 58705 h 58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209" h="58705">
                  <a:moveTo>
                    <a:pt x="29605" y="58705"/>
                  </a:moveTo>
                  <a:cubicBezTo>
                    <a:pt x="25674" y="58709"/>
                    <a:pt x="21779" y="57961"/>
                    <a:pt x="18133" y="56502"/>
                  </a:cubicBezTo>
                  <a:cubicBezTo>
                    <a:pt x="14322" y="54876"/>
                    <a:pt x="12556" y="50495"/>
                    <a:pt x="14186" y="46709"/>
                  </a:cubicBezTo>
                  <a:cubicBezTo>
                    <a:pt x="15762" y="42967"/>
                    <a:pt x="20098" y="41202"/>
                    <a:pt x="23869" y="42766"/>
                  </a:cubicBezTo>
                  <a:cubicBezTo>
                    <a:pt x="23889" y="42775"/>
                    <a:pt x="23910" y="42784"/>
                    <a:pt x="23930" y="42792"/>
                  </a:cubicBezTo>
                  <a:cubicBezTo>
                    <a:pt x="29435" y="45024"/>
                    <a:pt x="35750" y="43770"/>
                    <a:pt x="39966" y="39610"/>
                  </a:cubicBezTo>
                  <a:cubicBezTo>
                    <a:pt x="42688" y="36863"/>
                    <a:pt x="44234" y="33179"/>
                    <a:pt x="44283" y="29328"/>
                  </a:cubicBezTo>
                  <a:cubicBezTo>
                    <a:pt x="44283" y="21283"/>
                    <a:pt x="37711" y="14761"/>
                    <a:pt x="29605" y="14761"/>
                  </a:cubicBezTo>
                  <a:cubicBezTo>
                    <a:pt x="21498" y="14761"/>
                    <a:pt x="14926" y="21283"/>
                    <a:pt x="14926" y="29328"/>
                  </a:cubicBezTo>
                  <a:cubicBezTo>
                    <a:pt x="14943" y="31126"/>
                    <a:pt x="15277" y="32907"/>
                    <a:pt x="15913" y="34591"/>
                  </a:cubicBezTo>
                  <a:cubicBezTo>
                    <a:pt x="17415" y="38436"/>
                    <a:pt x="15492" y="42761"/>
                    <a:pt x="11618" y="44252"/>
                  </a:cubicBezTo>
                  <a:cubicBezTo>
                    <a:pt x="11610" y="44255"/>
                    <a:pt x="11603" y="44258"/>
                    <a:pt x="11595" y="44261"/>
                  </a:cubicBezTo>
                  <a:cubicBezTo>
                    <a:pt x="7747" y="45675"/>
                    <a:pt x="3467" y="43769"/>
                    <a:pt x="1974" y="39977"/>
                  </a:cubicBezTo>
                  <a:cubicBezTo>
                    <a:pt x="655" y="36622"/>
                    <a:pt x="-15" y="33051"/>
                    <a:pt x="0" y="29450"/>
                  </a:cubicBezTo>
                  <a:cubicBezTo>
                    <a:pt x="-40" y="13225"/>
                    <a:pt x="13181" y="40"/>
                    <a:pt x="29531" y="0"/>
                  </a:cubicBezTo>
                  <a:cubicBezTo>
                    <a:pt x="37366" y="-19"/>
                    <a:pt x="44888" y="3044"/>
                    <a:pt x="50451" y="8519"/>
                  </a:cubicBezTo>
                  <a:cubicBezTo>
                    <a:pt x="56084" y="13945"/>
                    <a:pt x="59246" y="21415"/>
                    <a:pt x="59209" y="29205"/>
                  </a:cubicBezTo>
                  <a:cubicBezTo>
                    <a:pt x="59228" y="37004"/>
                    <a:pt x="56122" y="44490"/>
                    <a:pt x="50574" y="50014"/>
                  </a:cubicBezTo>
                  <a:cubicBezTo>
                    <a:pt x="45052" y="55599"/>
                    <a:pt x="37490" y="58733"/>
                    <a:pt x="29605" y="5870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64051E29-D956-AA4E-AE61-919C9772C3BE}"/>
                </a:ext>
              </a:extLst>
            </p:cNvPr>
            <p:cNvSpPr/>
            <p:nvPr/>
          </p:nvSpPr>
          <p:spPr>
            <a:xfrm>
              <a:off x="5800616" y="2517842"/>
              <a:ext cx="65726" cy="65005"/>
            </a:xfrm>
            <a:custGeom>
              <a:avLst/>
              <a:gdLst>
                <a:gd name="connsiteX0" fmla="*/ 33162 w 65726"/>
                <a:gd name="connsiteY0" fmla="*/ 65003 h 65005"/>
                <a:gd name="connsiteX1" fmla="*/ 2 w 65726"/>
                <a:gd name="connsiteY1" fmla="*/ 32793 h 65005"/>
                <a:gd name="connsiteX2" fmla="*/ 9478 w 65726"/>
                <a:gd name="connsiteY2" fmla="*/ 9553 h 65005"/>
                <a:gd name="connsiteX3" fmla="*/ 33038 w 65726"/>
                <a:gd name="connsiteY3" fmla="*/ 6 h 65005"/>
                <a:gd name="connsiteX4" fmla="*/ 40562 w 65726"/>
                <a:gd name="connsiteY4" fmla="*/ 7226 h 65005"/>
                <a:gd name="connsiteX5" fmla="*/ 40563 w 65726"/>
                <a:gd name="connsiteY5" fmla="*/ 7350 h 65005"/>
                <a:gd name="connsiteX6" fmla="*/ 33038 w 65726"/>
                <a:gd name="connsiteY6" fmla="*/ 14817 h 65005"/>
                <a:gd name="connsiteX7" fmla="*/ 16698 w 65726"/>
                <a:gd name="connsiteY7" fmla="*/ 33977 h 65005"/>
                <a:gd name="connsiteX8" fmla="*/ 33038 w 65726"/>
                <a:gd name="connsiteY8" fmla="*/ 50192 h 65005"/>
                <a:gd name="connsiteX9" fmla="*/ 51296 w 65726"/>
                <a:gd name="connsiteY9" fmla="*/ 32820 h 65005"/>
                <a:gd name="connsiteX10" fmla="*/ 44140 w 65726"/>
                <a:gd name="connsiteY10" fmla="*/ 18244 h 65005"/>
                <a:gd name="connsiteX11" fmla="*/ 42671 w 65726"/>
                <a:gd name="connsiteY11" fmla="*/ 8135 h 65005"/>
                <a:gd name="connsiteX12" fmla="*/ 42907 w 65726"/>
                <a:gd name="connsiteY12" fmla="*/ 7840 h 65005"/>
                <a:gd name="connsiteX13" fmla="*/ 53291 w 65726"/>
                <a:gd name="connsiteY13" fmla="*/ 6536 h 65005"/>
                <a:gd name="connsiteX14" fmla="*/ 53391 w 65726"/>
                <a:gd name="connsiteY14" fmla="*/ 6615 h 65005"/>
                <a:gd name="connsiteX15" fmla="*/ 65727 w 65726"/>
                <a:gd name="connsiteY15" fmla="*/ 32198 h 65005"/>
                <a:gd name="connsiteX16" fmla="*/ 33162 w 65726"/>
                <a:gd name="connsiteY16" fmla="*/ 65003 h 6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726" h="65005">
                  <a:moveTo>
                    <a:pt x="33162" y="65003"/>
                  </a:moveTo>
                  <a:cubicBezTo>
                    <a:pt x="15042" y="65195"/>
                    <a:pt x="195" y="50774"/>
                    <a:pt x="2" y="32793"/>
                  </a:cubicBezTo>
                  <a:cubicBezTo>
                    <a:pt x="-92" y="24102"/>
                    <a:pt x="3320" y="15734"/>
                    <a:pt x="9478" y="9553"/>
                  </a:cubicBezTo>
                  <a:cubicBezTo>
                    <a:pt x="15677" y="3295"/>
                    <a:pt x="24197" y="-158"/>
                    <a:pt x="33038" y="6"/>
                  </a:cubicBezTo>
                  <a:cubicBezTo>
                    <a:pt x="37125" y="-62"/>
                    <a:pt x="40494" y="3171"/>
                    <a:pt x="40562" y="7226"/>
                  </a:cubicBezTo>
                  <a:cubicBezTo>
                    <a:pt x="40563" y="7268"/>
                    <a:pt x="40563" y="7309"/>
                    <a:pt x="40563" y="7350"/>
                  </a:cubicBezTo>
                  <a:cubicBezTo>
                    <a:pt x="40563" y="11474"/>
                    <a:pt x="37194" y="14817"/>
                    <a:pt x="33038" y="14817"/>
                  </a:cubicBezTo>
                  <a:cubicBezTo>
                    <a:pt x="23194" y="15630"/>
                    <a:pt x="15879" y="24208"/>
                    <a:pt x="16698" y="33977"/>
                  </a:cubicBezTo>
                  <a:cubicBezTo>
                    <a:pt x="17423" y="42617"/>
                    <a:pt x="24332" y="49473"/>
                    <a:pt x="33038" y="50192"/>
                  </a:cubicBezTo>
                  <a:cubicBezTo>
                    <a:pt x="42914" y="50398"/>
                    <a:pt x="51089" y="42620"/>
                    <a:pt x="51296" y="32820"/>
                  </a:cubicBezTo>
                  <a:cubicBezTo>
                    <a:pt x="51417" y="27101"/>
                    <a:pt x="48753" y="21674"/>
                    <a:pt x="44140" y="18244"/>
                  </a:cubicBezTo>
                  <a:cubicBezTo>
                    <a:pt x="40921" y="15855"/>
                    <a:pt x="40264" y="11329"/>
                    <a:pt x="42671" y="8135"/>
                  </a:cubicBezTo>
                  <a:cubicBezTo>
                    <a:pt x="42747" y="8035"/>
                    <a:pt x="42826" y="7936"/>
                    <a:pt x="42907" y="7840"/>
                  </a:cubicBezTo>
                  <a:cubicBezTo>
                    <a:pt x="45411" y="4634"/>
                    <a:pt x="50061" y="4051"/>
                    <a:pt x="53291" y="6536"/>
                  </a:cubicBezTo>
                  <a:cubicBezTo>
                    <a:pt x="53324" y="6563"/>
                    <a:pt x="53358" y="6589"/>
                    <a:pt x="53391" y="6615"/>
                  </a:cubicBezTo>
                  <a:cubicBezTo>
                    <a:pt x="61169" y="12870"/>
                    <a:pt x="65698" y="22264"/>
                    <a:pt x="65727" y="32198"/>
                  </a:cubicBezTo>
                  <a:cubicBezTo>
                    <a:pt x="65796" y="50154"/>
                    <a:pt x="51255" y="64802"/>
                    <a:pt x="33162" y="6500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0BC65754-5E51-5B45-B3C1-0AA400B872BC}"/>
                </a:ext>
              </a:extLst>
            </p:cNvPr>
            <p:cNvSpPr/>
            <p:nvPr/>
          </p:nvSpPr>
          <p:spPr>
            <a:xfrm>
              <a:off x="5850948" y="2542757"/>
              <a:ext cx="85114" cy="39965"/>
            </a:xfrm>
            <a:custGeom>
              <a:avLst/>
              <a:gdLst>
                <a:gd name="connsiteX0" fmla="*/ 46109 w 85114"/>
                <a:gd name="connsiteY0" fmla="*/ 39966 h 39965"/>
                <a:gd name="connsiteX1" fmla="*/ 38707 w 85114"/>
                <a:gd name="connsiteY1" fmla="*/ 32622 h 39965"/>
                <a:gd name="connsiteX2" fmla="*/ 38708 w 85114"/>
                <a:gd name="connsiteY2" fmla="*/ 32499 h 39965"/>
                <a:gd name="connsiteX3" fmla="*/ 38708 w 85114"/>
                <a:gd name="connsiteY3" fmla="*/ 14872 h 39965"/>
                <a:gd name="connsiteX4" fmla="*/ 8487 w 85114"/>
                <a:gd name="connsiteY4" fmla="*/ 14872 h 39965"/>
                <a:gd name="connsiteX5" fmla="*/ 63 w 85114"/>
                <a:gd name="connsiteY5" fmla="*/ 8421 h 39965"/>
                <a:gd name="connsiteX6" fmla="*/ 6564 w 85114"/>
                <a:gd name="connsiteY6" fmla="*/ 61 h 39965"/>
                <a:gd name="connsiteX7" fmla="*/ 8487 w 85114"/>
                <a:gd name="connsiteY7" fmla="*/ 61 h 39965"/>
                <a:gd name="connsiteX8" fmla="*/ 46479 w 85114"/>
                <a:gd name="connsiteY8" fmla="*/ 61 h 39965"/>
                <a:gd name="connsiteX9" fmla="*/ 53881 w 85114"/>
                <a:gd name="connsiteY9" fmla="*/ 7405 h 39965"/>
                <a:gd name="connsiteX10" fmla="*/ 53880 w 85114"/>
                <a:gd name="connsiteY10" fmla="*/ 7528 h 39965"/>
                <a:gd name="connsiteX11" fmla="*/ 53880 w 85114"/>
                <a:gd name="connsiteY11" fmla="*/ 25032 h 39965"/>
                <a:gd name="connsiteX12" fmla="*/ 78550 w 85114"/>
                <a:gd name="connsiteY12" fmla="*/ 25032 h 39965"/>
                <a:gd name="connsiteX13" fmla="*/ 85052 w 85114"/>
                <a:gd name="connsiteY13" fmla="*/ 33392 h 39965"/>
                <a:gd name="connsiteX14" fmla="*/ 78550 w 85114"/>
                <a:gd name="connsiteY14" fmla="*/ 39843 h 39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114" h="39965">
                  <a:moveTo>
                    <a:pt x="46109" y="39966"/>
                  </a:moveTo>
                  <a:cubicBezTo>
                    <a:pt x="42021" y="39966"/>
                    <a:pt x="38707" y="36678"/>
                    <a:pt x="38707" y="32622"/>
                  </a:cubicBezTo>
                  <a:cubicBezTo>
                    <a:pt x="38707" y="32581"/>
                    <a:pt x="38707" y="32540"/>
                    <a:pt x="38708" y="32499"/>
                  </a:cubicBezTo>
                  <a:lnTo>
                    <a:pt x="38708" y="14872"/>
                  </a:lnTo>
                  <a:lnTo>
                    <a:pt x="8487" y="14872"/>
                  </a:lnTo>
                  <a:cubicBezTo>
                    <a:pt x="4365" y="15399"/>
                    <a:pt x="593" y="12511"/>
                    <a:pt x="63" y="8421"/>
                  </a:cubicBezTo>
                  <a:cubicBezTo>
                    <a:pt x="-468" y="4331"/>
                    <a:pt x="2442" y="588"/>
                    <a:pt x="6564" y="61"/>
                  </a:cubicBezTo>
                  <a:cubicBezTo>
                    <a:pt x="7202" y="-20"/>
                    <a:pt x="7848" y="-20"/>
                    <a:pt x="8487" y="61"/>
                  </a:cubicBezTo>
                  <a:lnTo>
                    <a:pt x="46479" y="61"/>
                  </a:lnTo>
                  <a:cubicBezTo>
                    <a:pt x="50566" y="61"/>
                    <a:pt x="53880" y="3348"/>
                    <a:pt x="53881" y="7405"/>
                  </a:cubicBezTo>
                  <a:cubicBezTo>
                    <a:pt x="53881" y="7446"/>
                    <a:pt x="53881" y="7487"/>
                    <a:pt x="53880" y="7528"/>
                  </a:cubicBezTo>
                  <a:lnTo>
                    <a:pt x="53880" y="25032"/>
                  </a:lnTo>
                  <a:lnTo>
                    <a:pt x="78550" y="25032"/>
                  </a:lnTo>
                  <a:cubicBezTo>
                    <a:pt x="82672" y="25559"/>
                    <a:pt x="85583" y="29302"/>
                    <a:pt x="85052" y="33392"/>
                  </a:cubicBezTo>
                  <a:cubicBezTo>
                    <a:pt x="84614" y="36759"/>
                    <a:pt x="81943" y="39409"/>
                    <a:pt x="78550" y="3984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A509E39C-6F4A-9B4D-B62B-8AFE2449B928}"/>
                </a:ext>
              </a:extLst>
            </p:cNvPr>
            <p:cNvSpPr/>
            <p:nvPr/>
          </p:nvSpPr>
          <p:spPr>
            <a:xfrm>
              <a:off x="5896167" y="2622015"/>
              <a:ext cx="40978" cy="14812"/>
            </a:xfrm>
            <a:custGeom>
              <a:avLst/>
              <a:gdLst>
                <a:gd name="connsiteX0" fmla="*/ 6564 w 40978"/>
                <a:gd name="connsiteY0" fmla="*/ 14811 h 14812"/>
                <a:gd name="connsiteX1" fmla="*/ 63 w 40978"/>
                <a:gd name="connsiteY1" fmla="*/ 6452 h 14812"/>
                <a:gd name="connsiteX2" fmla="*/ 6564 w 40978"/>
                <a:gd name="connsiteY2" fmla="*/ 0 h 14812"/>
                <a:gd name="connsiteX3" fmla="*/ 33454 w 40978"/>
                <a:gd name="connsiteY3" fmla="*/ 0 h 14812"/>
                <a:gd name="connsiteX4" fmla="*/ 40979 w 40978"/>
                <a:gd name="connsiteY4" fmla="*/ 7467 h 14812"/>
                <a:gd name="connsiteX5" fmla="*/ 33579 w 40978"/>
                <a:gd name="connsiteY5" fmla="*/ 14812 h 14812"/>
                <a:gd name="connsiteX6" fmla="*/ 33454 w 40978"/>
                <a:gd name="connsiteY6" fmla="*/ 14811 h 1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78" h="14812">
                  <a:moveTo>
                    <a:pt x="6564" y="14811"/>
                  </a:moveTo>
                  <a:cubicBezTo>
                    <a:pt x="2442" y="14284"/>
                    <a:pt x="-468" y="10541"/>
                    <a:pt x="63" y="6452"/>
                  </a:cubicBezTo>
                  <a:cubicBezTo>
                    <a:pt x="500" y="3084"/>
                    <a:pt x="3171" y="434"/>
                    <a:pt x="6564" y="0"/>
                  </a:cubicBezTo>
                  <a:lnTo>
                    <a:pt x="33454" y="0"/>
                  </a:lnTo>
                  <a:cubicBezTo>
                    <a:pt x="37582" y="66"/>
                    <a:pt x="40913" y="3370"/>
                    <a:pt x="40979" y="7467"/>
                  </a:cubicBezTo>
                  <a:cubicBezTo>
                    <a:pt x="40979" y="11523"/>
                    <a:pt x="37666" y="14812"/>
                    <a:pt x="33579" y="14812"/>
                  </a:cubicBezTo>
                  <a:cubicBezTo>
                    <a:pt x="33537" y="14812"/>
                    <a:pt x="33496" y="14812"/>
                    <a:pt x="33454" y="1481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09A04D68-48A0-3A47-A2B1-BF8A294C74AC}"/>
                </a:ext>
              </a:extLst>
            </p:cNvPr>
            <p:cNvSpPr/>
            <p:nvPr/>
          </p:nvSpPr>
          <p:spPr>
            <a:xfrm>
              <a:off x="5839080" y="2700109"/>
              <a:ext cx="74408" cy="35621"/>
            </a:xfrm>
            <a:custGeom>
              <a:avLst/>
              <a:gdLst>
                <a:gd name="connsiteX0" fmla="*/ 47368 w 74408"/>
                <a:gd name="connsiteY0" fmla="*/ 35621 h 35621"/>
                <a:gd name="connsiteX1" fmla="*/ 42064 w 74408"/>
                <a:gd name="connsiteY1" fmla="*/ 33418 h 35621"/>
                <a:gd name="connsiteX2" fmla="*/ 39844 w 74408"/>
                <a:gd name="connsiteY2" fmla="*/ 28154 h 35621"/>
                <a:gd name="connsiteX3" fmla="*/ 39844 w 74408"/>
                <a:gd name="connsiteY3" fmla="*/ 15057 h 35621"/>
                <a:gd name="connsiteX4" fmla="*/ 8019 w 74408"/>
                <a:gd name="connsiteY4" fmla="*/ 15057 h 35621"/>
                <a:gd name="connsiteX5" fmla="*/ 9 w 74408"/>
                <a:gd name="connsiteY5" fmla="*/ 7845 h 35621"/>
                <a:gd name="connsiteX6" fmla="*/ 1 w 74408"/>
                <a:gd name="connsiteY6" fmla="*/ 7345 h 35621"/>
                <a:gd name="connsiteX7" fmla="*/ 7401 w 74408"/>
                <a:gd name="connsiteY7" fmla="*/ 0 h 35621"/>
                <a:gd name="connsiteX8" fmla="*/ 7526 w 74408"/>
                <a:gd name="connsiteY8" fmla="*/ 1 h 35621"/>
                <a:gd name="connsiteX9" fmla="*/ 47245 w 74408"/>
                <a:gd name="connsiteY9" fmla="*/ 1 h 35621"/>
                <a:gd name="connsiteX10" fmla="*/ 52549 w 74408"/>
                <a:gd name="connsiteY10" fmla="*/ 2082 h 35621"/>
                <a:gd name="connsiteX11" fmla="*/ 54769 w 74408"/>
                <a:gd name="connsiteY11" fmla="*/ 7345 h 35621"/>
                <a:gd name="connsiteX12" fmla="*/ 54769 w 74408"/>
                <a:gd name="connsiteY12" fmla="*/ 20443 h 35621"/>
                <a:gd name="connsiteX13" fmla="*/ 67844 w 74408"/>
                <a:gd name="connsiteY13" fmla="*/ 20443 h 35621"/>
                <a:gd name="connsiteX14" fmla="*/ 74346 w 74408"/>
                <a:gd name="connsiteY14" fmla="*/ 28802 h 35621"/>
                <a:gd name="connsiteX15" fmla="*/ 67844 w 74408"/>
                <a:gd name="connsiteY15" fmla="*/ 35254 h 35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408" h="35621">
                  <a:moveTo>
                    <a:pt x="47368" y="35621"/>
                  </a:moveTo>
                  <a:cubicBezTo>
                    <a:pt x="45379" y="35599"/>
                    <a:pt x="43476" y="34809"/>
                    <a:pt x="42064" y="33418"/>
                  </a:cubicBezTo>
                  <a:cubicBezTo>
                    <a:pt x="40615" y="32049"/>
                    <a:pt x="39809" y="30140"/>
                    <a:pt x="39844" y="28154"/>
                  </a:cubicBezTo>
                  <a:lnTo>
                    <a:pt x="39844" y="15057"/>
                  </a:lnTo>
                  <a:lnTo>
                    <a:pt x="8019" y="15057"/>
                  </a:lnTo>
                  <a:cubicBezTo>
                    <a:pt x="3800" y="15260"/>
                    <a:pt x="214" y="12032"/>
                    <a:pt x="9" y="7845"/>
                  </a:cubicBezTo>
                  <a:cubicBezTo>
                    <a:pt x="1" y="7679"/>
                    <a:pt x="-2" y="7512"/>
                    <a:pt x="1" y="7345"/>
                  </a:cubicBezTo>
                  <a:cubicBezTo>
                    <a:pt x="1" y="3289"/>
                    <a:pt x="3314" y="1"/>
                    <a:pt x="7401" y="0"/>
                  </a:cubicBezTo>
                  <a:cubicBezTo>
                    <a:pt x="7443" y="0"/>
                    <a:pt x="7484" y="0"/>
                    <a:pt x="7526" y="1"/>
                  </a:cubicBezTo>
                  <a:lnTo>
                    <a:pt x="47245" y="1"/>
                  </a:lnTo>
                  <a:cubicBezTo>
                    <a:pt x="49195" y="97"/>
                    <a:pt x="51059" y="828"/>
                    <a:pt x="52549" y="2082"/>
                  </a:cubicBezTo>
                  <a:cubicBezTo>
                    <a:pt x="53929" y="3497"/>
                    <a:pt x="54722" y="5376"/>
                    <a:pt x="54769" y="7345"/>
                  </a:cubicBezTo>
                  <a:lnTo>
                    <a:pt x="54769" y="20443"/>
                  </a:lnTo>
                  <a:lnTo>
                    <a:pt x="67844" y="20443"/>
                  </a:lnTo>
                  <a:cubicBezTo>
                    <a:pt x="71966" y="20970"/>
                    <a:pt x="74877" y="24713"/>
                    <a:pt x="74346" y="28802"/>
                  </a:cubicBezTo>
                  <a:cubicBezTo>
                    <a:pt x="73909" y="32170"/>
                    <a:pt x="71237" y="34820"/>
                    <a:pt x="67844" y="3525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141188EB-0655-BA43-9B83-3CEA4BABF973}"/>
                </a:ext>
              </a:extLst>
            </p:cNvPr>
            <p:cNvSpPr/>
            <p:nvPr/>
          </p:nvSpPr>
          <p:spPr>
            <a:xfrm>
              <a:off x="5879047" y="2788365"/>
              <a:ext cx="66856" cy="14933"/>
            </a:xfrm>
            <a:custGeom>
              <a:avLst/>
              <a:gdLst>
                <a:gd name="connsiteX0" fmla="*/ 7524 w 66856"/>
                <a:gd name="connsiteY0" fmla="*/ 14934 h 14933"/>
                <a:gd name="connsiteX1" fmla="*/ 0 w 66856"/>
                <a:gd name="connsiteY1" fmla="*/ 7467 h 14933"/>
                <a:gd name="connsiteX2" fmla="*/ 7524 w 66856"/>
                <a:gd name="connsiteY2" fmla="*/ 0 h 14933"/>
                <a:gd name="connsiteX3" fmla="*/ 59332 w 66856"/>
                <a:gd name="connsiteY3" fmla="*/ 0 h 14933"/>
                <a:gd name="connsiteX4" fmla="*/ 66856 w 66856"/>
                <a:gd name="connsiteY4" fmla="*/ 7467 h 14933"/>
                <a:gd name="connsiteX5" fmla="*/ 59332 w 66856"/>
                <a:gd name="connsiteY5" fmla="*/ 14934 h 1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856" h="14933">
                  <a:moveTo>
                    <a:pt x="7524" y="14934"/>
                  </a:moveTo>
                  <a:cubicBezTo>
                    <a:pt x="3396" y="14868"/>
                    <a:pt x="66" y="11563"/>
                    <a:pt x="0" y="7467"/>
                  </a:cubicBezTo>
                  <a:cubicBezTo>
                    <a:pt x="0" y="3343"/>
                    <a:pt x="3369" y="0"/>
                    <a:pt x="7524" y="0"/>
                  </a:cubicBezTo>
                  <a:lnTo>
                    <a:pt x="59332" y="0"/>
                  </a:lnTo>
                  <a:cubicBezTo>
                    <a:pt x="63488" y="0"/>
                    <a:pt x="66856" y="3343"/>
                    <a:pt x="66856" y="7467"/>
                  </a:cubicBezTo>
                  <a:cubicBezTo>
                    <a:pt x="66790" y="11563"/>
                    <a:pt x="63460" y="14868"/>
                    <a:pt x="59332" y="1493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2BEE532D-1063-464F-8437-3DEC7B5FA524}"/>
                </a:ext>
              </a:extLst>
            </p:cNvPr>
            <p:cNvSpPr/>
            <p:nvPr/>
          </p:nvSpPr>
          <p:spPr>
            <a:xfrm>
              <a:off x="5907541" y="2848711"/>
              <a:ext cx="184533" cy="14811"/>
            </a:xfrm>
            <a:custGeom>
              <a:avLst/>
              <a:gdLst>
                <a:gd name="connsiteX0" fmla="*/ 7401 w 184533"/>
                <a:gd name="connsiteY0" fmla="*/ 14811 h 14811"/>
                <a:gd name="connsiteX1" fmla="*/ 0 w 184533"/>
                <a:gd name="connsiteY1" fmla="*/ 7467 h 14811"/>
                <a:gd name="connsiteX2" fmla="*/ 7401 w 184533"/>
                <a:gd name="connsiteY2" fmla="*/ 0 h 14811"/>
                <a:gd name="connsiteX3" fmla="*/ 177009 w 184533"/>
                <a:gd name="connsiteY3" fmla="*/ 0 h 14811"/>
                <a:gd name="connsiteX4" fmla="*/ 184534 w 184533"/>
                <a:gd name="connsiteY4" fmla="*/ 7344 h 14811"/>
                <a:gd name="connsiteX5" fmla="*/ 177009 w 184533"/>
                <a:gd name="connsiteY5" fmla="*/ 14811 h 14811"/>
                <a:gd name="connsiteX6" fmla="*/ 7524 w 184533"/>
                <a:gd name="connsiteY6" fmla="*/ 14811 h 14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33" h="14811">
                  <a:moveTo>
                    <a:pt x="7401" y="14811"/>
                  </a:moveTo>
                  <a:cubicBezTo>
                    <a:pt x="3314" y="14811"/>
                    <a:pt x="0" y="11523"/>
                    <a:pt x="0" y="7467"/>
                  </a:cubicBezTo>
                  <a:cubicBezTo>
                    <a:pt x="-1" y="3390"/>
                    <a:pt x="3294" y="67"/>
                    <a:pt x="7401" y="0"/>
                  </a:cubicBezTo>
                  <a:lnTo>
                    <a:pt x="177009" y="0"/>
                  </a:lnTo>
                  <a:cubicBezTo>
                    <a:pt x="181091" y="63"/>
                    <a:pt x="184402" y="3296"/>
                    <a:pt x="184534" y="7344"/>
                  </a:cubicBezTo>
                  <a:cubicBezTo>
                    <a:pt x="184534" y="11468"/>
                    <a:pt x="181165" y="14811"/>
                    <a:pt x="177009" y="14811"/>
                  </a:cubicBezTo>
                  <a:lnTo>
                    <a:pt x="7524" y="1481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80" name="Graphic 145">
            <a:extLst>
              <a:ext uri="{FF2B5EF4-FFF2-40B4-BE49-F238E27FC236}">
                <a16:creationId xmlns:a16="http://schemas.microsoft.com/office/drawing/2014/main" id="{DBE19F6D-83F1-6645-BACC-53D36796F40F}"/>
              </a:ext>
            </a:extLst>
          </p:cNvPr>
          <p:cNvGrpSpPr>
            <a:grpSpLocks noChangeAspect="1"/>
          </p:cNvGrpSpPr>
          <p:nvPr/>
        </p:nvGrpSpPr>
        <p:grpSpPr>
          <a:xfrm>
            <a:off x="5804241" y="2480279"/>
            <a:ext cx="360557" cy="457959"/>
            <a:chOff x="5822811" y="2457624"/>
            <a:chExt cx="360557" cy="457959"/>
          </a:xfrm>
          <a:solidFill>
            <a:srgbClr val="FFFFFF"/>
          </a:solidFill>
        </p:grpSpPr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9FF57987-8D8F-DB45-BCFF-CA17ED6A1483}"/>
                </a:ext>
              </a:extLst>
            </p:cNvPr>
            <p:cNvSpPr/>
            <p:nvPr/>
          </p:nvSpPr>
          <p:spPr>
            <a:xfrm>
              <a:off x="5917677" y="2457624"/>
              <a:ext cx="168615" cy="240471"/>
            </a:xfrm>
            <a:custGeom>
              <a:avLst/>
              <a:gdLst>
                <a:gd name="connsiteX0" fmla="*/ 84372 w 168615"/>
                <a:gd name="connsiteY0" fmla="*/ 240471 h 240471"/>
                <a:gd name="connsiteX1" fmla="*/ 81202 w 168615"/>
                <a:gd name="connsiteY1" fmla="*/ 240471 h 240471"/>
                <a:gd name="connsiteX2" fmla="*/ 65 w 168615"/>
                <a:gd name="connsiteY2" fmla="*/ 154389 h 240471"/>
                <a:gd name="connsiteX3" fmla="*/ 65 w 168615"/>
                <a:gd name="connsiteY3" fmla="*/ 87577 h 240471"/>
                <a:gd name="connsiteX4" fmla="*/ 81040 w 168615"/>
                <a:gd name="connsiteY4" fmla="*/ 65 h 240471"/>
                <a:gd name="connsiteX5" fmla="*/ 168552 w 168615"/>
                <a:gd name="connsiteY5" fmla="*/ 81040 h 240471"/>
                <a:gd name="connsiteX6" fmla="*/ 168552 w 168615"/>
                <a:gd name="connsiteY6" fmla="*/ 87577 h 240471"/>
                <a:gd name="connsiteX7" fmla="*/ 168552 w 168615"/>
                <a:gd name="connsiteY7" fmla="*/ 156291 h 240471"/>
                <a:gd name="connsiteX8" fmla="*/ 84372 w 168615"/>
                <a:gd name="connsiteY8" fmla="*/ 240471 h 240471"/>
                <a:gd name="connsiteX9" fmla="*/ 84372 w 168615"/>
                <a:gd name="connsiteY9" fmla="*/ 18610 h 240471"/>
                <a:gd name="connsiteX10" fmla="*/ 15405 w 168615"/>
                <a:gd name="connsiteY10" fmla="*/ 87577 h 240471"/>
                <a:gd name="connsiteX11" fmla="*/ 15405 w 168615"/>
                <a:gd name="connsiteY11" fmla="*/ 154389 h 240471"/>
                <a:gd name="connsiteX12" fmla="*/ 81836 w 168615"/>
                <a:gd name="connsiteY12" fmla="*/ 225131 h 240471"/>
                <a:gd name="connsiteX13" fmla="*/ 153166 w 168615"/>
                <a:gd name="connsiteY13" fmla="*/ 158873 h 240471"/>
                <a:gd name="connsiteX14" fmla="*/ 153212 w 168615"/>
                <a:gd name="connsiteY14" fmla="*/ 156291 h 240471"/>
                <a:gd name="connsiteX15" fmla="*/ 153212 w 168615"/>
                <a:gd name="connsiteY15" fmla="*/ 87577 h 240471"/>
                <a:gd name="connsiteX16" fmla="*/ 84372 w 168615"/>
                <a:gd name="connsiteY16" fmla="*/ 18610 h 240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8615" h="240471">
                  <a:moveTo>
                    <a:pt x="84372" y="240471"/>
                  </a:moveTo>
                  <a:lnTo>
                    <a:pt x="81202" y="240471"/>
                  </a:lnTo>
                  <a:cubicBezTo>
                    <a:pt x="35573" y="237910"/>
                    <a:pt x="-75" y="200090"/>
                    <a:pt x="65" y="154389"/>
                  </a:cubicBezTo>
                  <a:lnTo>
                    <a:pt x="65" y="87577"/>
                  </a:lnTo>
                  <a:cubicBezTo>
                    <a:pt x="-1741" y="41051"/>
                    <a:pt x="34513" y="1870"/>
                    <a:pt x="81040" y="65"/>
                  </a:cubicBezTo>
                  <a:cubicBezTo>
                    <a:pt x="127566" y="-1741"/>
                    <a:pt x="166747" y="34513"/>
                    <a:pt x="168552" y="81040"/>
                  </a:cubicBezTo>
                  <a:cubicBezTo>
                    <a:pt x="168637" y="83218"/>
                    <a:pt x="168637" y="85399"/>
                    <a:pt x="168552" y="87577"/>
                  </a:cubicBezTo>
                  <a:lnTo>
                    <a:pt x="168552" y="156291"/>
                  </a:lnTo>
                  <a:cubicBezTo>
                    <a:pt x="168552" y="202782"/>
                    <a:pt x="130863" y="240471"/>
                    <a:pt x="84372" y="240471"/>
                  </a:cubicBezTo>
                  <a:close/>
                  <a:moveTo>
                    <a:pt x="84372" y="18610"/>
                  </a:moveTo>
                  <a:cubicBezTo>
                    <a:pt x="46311" y="18680"/>
                    <a:pt x="15474" y="49517"/>
                    <a:pt x="15405" y="87577"/>
                  </a:cubicBezTo>
                  <a:lnTo>
                    <a:pt x="15405" y="154389"/>
                  </a:lnTo>
                  <a:cubicBezTo>
                    <a:pt x="15143" y="191911"/>
                    <a:pt x="44372" y="223036"/>
                    <a:pt x="81836" y="225131"/>
                  </a:cubicBezTo>
                  <a:cubicBezTo>
                    <a:pt x="119830" y="226531"/>
                    <a:pt x="151765" y="196867"/>
                    <a:pt x="153166" y="158873"/>
                  </a:cubicBezTo>
                  <a:cubicBezTo>
                    <a:pt x="153197" y="158013"/>
                    <a:pt x="153213" y="157152"/>
                    <a:pt x="153212" y="156291"/>
                  </a:cubicBezTo>
                  <a:lnTo>
                    <a:pt x="153212" y="87577"/>
                  </a:lnTo>
                  <a:cubicBezTo>
                    <a:pt x="153212" y="49537"/>
                    <a:pt x="122412" y="18680"/>
                    <a:pt x="84372" y="18610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45491364-73E8-AF4F-8659-60315D49D870}"/>
                </a:ext>
              </a:extLst>
            </p:cNvPr>
            <p:cNvSpPr/>
            <p:nvPr/>
          </p:nvSpPr>
          <p:spPr>
            <a:xfrm>
              <a:off x="5921272" y="2509141"/>
              <a:ext cx="159968" cy="34918"/>
            </a:xfrm>
            <a:custGeom>
              <a:avLst/>
              <a:gdLst>
                <a:gd name="connsiteX0" fmla="*/ 101949 w 159968"/>
                <a:gd name="connsiteY0" fmla="*/ 34919 h 34918"/>
                <a:gd name="connsiteX1" fmla="*/ 70508 w 159968"/>
                <a:gd name="connsiteY1" fmla="*/ 27819 h 34918"/>
                <a:gd name="connsiteX2" fmla="*/ 11176 w 159968"/>
                <a:gd name="connsiteY2" fmla="*/ 19706 h 34918"/>
                <a:gd name="connsiteX3" fmla="*/ 907 w 159968"/>
                <a:gd name="connsiteY3" fmla="*/ 16156 h 34918"/>
                <a:gd name="connsiteX4" fmla="*/ 3950 w 159968"/>
                <a:gd name="connsiteY4" fmla="*/ 5887 h 34918"/>
                <a:gd name="connsiteX5" fmla="*/ 76594 w 159968"/>
                <a:gd name="connsiteY5" fmla="*/ 13747 h 34918"/>
                <a:gd name="connsiteX6" fmla="*/ 146575 w 159968"/>
                <a:gd name="connsiteY6" fmla="*/ 2464 h 34918"/>
                <a:gd name="connsiteX7" fmla="*/ 157505 w 159968"/>
                <a:gd name="connsiteY7" fmla="*/ 2073 h 34918"/>
                <a:gd name="connsiteX8" fmla="*/ 157895 w 159968"/>
                <a:gd name="connsiteY8" fmla="*/ 13003 h 34918"/>
                <a:gd name="connsiteX9" fmla="*/ 157097 w 159968"/>
                <a:gd name="connsiteY9" fmla="*/ 13747 h 34918"/>
                <a:gd name="connsiteX10" fmla="*/ 101949 w 159968"/>
                <a:gd name="connsiteY10" fmla="*/ 34919 h 3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9968" h="34918">
                  <a:moveTo>
                    <a:pt x="101949" y="34919"/>
                  </a:moveTo>
                  <a:cubicBezTo>
                    <a:pt x="91072" y="34915"/>
                    <a:pt x="80332" y="32490"/>
                    <a:pt x="70508" y="27819"/>
                  </a:cubicBezTo>
                  <a:cubicBezTo>
                    <a:pt x="32475" y="9944"/>
                    <a:pt x="11430" y="19579"/>
                    <a:pt x="11176" y="19706"/>
                  </a:cubicBezTo>
                  <a:cubicBezTo>
                    <a:pt x="7358" y="21531"/>
                    <a:pt x="2782" y="19949"/>
                    <a:pt x="907" y="16156"/>
                  </a:cubicBezTo>
                  <a:cubicBezTo>
                    <a:pt x="-1069" y="12478"/>
                    <a:pt x="289" y="7895"/>
                    <a:pt x="3950" y="5887"/>
                  </a:cubicBezTo>
                  <a:cubicBezTo>
                    <a:pt x="5091" y="5887"/>
                    <a:pt x="31461" y="-7552"/>
                    <a:pt x="76594" y="13747"/>
                  </a:cubicBezTo>
                  <a:cubicBezTo>
                    <a:pt x="114247" y="31369"/>
                    <a:pt x="146321" y="2464"/>
                    <a:pt x="146575" y="2464"/>
                  </a:cubicBezTo>
                  <a:cubicBezTo>
                    <a:pt x="149485" y="-662"/>
                    <a:pt x="154379" y="-837"/>
                    <a:pt x="157505" y="2073"/>
                  </a:cubicBezTo>
                  <a:cubicBezTo>
                    <a:pt x="160631" y="4984"/>
                    <a:pt x="160805" y="9877"/>
                    <a:pt x="157895" y="13003"/>
                  </a:cubicBezTo>
                  <a:cubicBezTo>
                    <a:pt x="157647" y="13270"/>
                    <a:pt x="157380" y="13518"/>
                    <a:pt x="157097" y="13747"/>
                  </a:cubicBezTo>
                  <a:cubicBezTo>
                    <a:pt x="141672" y="26895"/>
                    <a:pt x="122210" y="34366"/>
                    <a:pt x="101949" y="34919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A42061FB-429C-8044-808A-20979D10B996}"/>
                </a:ext>
              </a:extLst>
            </p:cNvPr>
            <p:cNvSpPr/>
            <p:nvPr/>
          </p:nvSpPr>
          <p:spPr>
            <a:xfrm>
              <a:off x="6070889" y="2535566"/>
              <a:ext cx="35625" cy="67666"/>
            </a:xfrm>
            <a:custGeom>
              <a:avLst/>
              <a:gdLst>
                <a:gd name="connsiteX0" fmla="*/ 9889 w 35625"/>
                <a:gd name="connsiteY0" fmla="*/ 67573 h 67666"/>
                <a:gd name="connsiteX1" fmla="*/ 6213 w 35625"/>
                <a:gd name="connsiteY1" fmla="*/ 67573 h 67666"/>
                <a:gd name="connsiteX2" fmla="*/ 1 w 35625"/>
                <a:gd name="connsiteY2" fmla="*/ 59966 h 67666"/>
                <a:gd name="connsiteX3" fmla="*/ 1 w 35625"/>
                <a:gd name="connsiteY3" fmla="*/ 7733 h 67666"/>
                <a:gd name="connsiteX4" fmla="*/ 6466 w 35625"/>
                <a:gd name="connsiteY4" fmla="*/ 0 h 67666"/>
                <a:gd name="connsiteX5" fmla="*/ 10270 w 35625"/>
                <a:gd name="connsiteY5" fmla="*/ 0 h 67666"/>
                <a:gd name="connsiteX6" fmla="*/ 35625 w 35625"/>
                <a:gd name="connsiteY6" fmla="*/ 33976 h 67666"/>
                <a:gd name="connsiteX7" fmla="*/ 9889 w 35625"/>
                <a:gd name="connsiteY7" fmla="*/ 67573 h 67666"/>
                <a:gd name="connsiteX8" fmla="*/ 15341 w 35625"/>
                <a:gd name="connsiteY8" fmla="*/ 18763 h 67666"/>
                <a:gd name="connsiteX9" fmla="*/ 15341 w 35625"/>
                <a:gd name="connsiteY9" fmla="*/ 48176 h 67666"/>
                <a:gd name="connsiteX10" fmla="*/ 19144 w 35625"/>
                <a:gd name="connsiteY10" fmla="*/ 33596 h 67666"/>
                <a:gd name="connsiteX11" fmla="*/ 15341 w 35625"/>
                <a:gd name="connsiteY11" fmla="*/ 18763 h 6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25" h="67666">
                  <a:moveTo>
                    <a:pt x="9889" y="67573"/>
                  </a:moveTo>
                  <a:cubicBezTo>
                    <a:pt x="8667" y="67697"/>
                    <a:pt x="7435" y="67697"/>
                    <a:pt x="6213" y="67573"/>
                  </a:cubicBezTo>
                  <a:cubicBezTo>
                    <a:pt x="2618" y="66802"/>
                    <a:pt x="38" y="63642"/>
                    <a:pt x="1" y="59966"/>
                  </a:cubicBezTo>
                  <a:lnTo>
                    <a:pt x="1" y="7733"/>
                  </a:lnTo>
                  <a:cubicBezTo>
                    <a:pt x="-51" y="3912"/>
                    <a:pt x="2696" y="626"/>
                    <a:pt x="6466" y="0"/>
                  </a:cubicBezTo>
                  <a:lnTo>
                    <a:pt x="10270" y="0"/>
                  </a:lnTo>
                  <a:cubicBezTo>
                    <a:pt x="24215" y="0"/>
                    <a:pt x="35625" y="14960"/>
                    <a:pt x="35625" y="33976"/>
                  </a:cubicBezTo>
                  <a:cubicBezTo>
                    <a:pt x="35625" y="52993"/>
                    <a:pt x="23835" y="67573"/>
                    <a:pt x="9889" y="67573"/>
                  </a:cubicBezTo>
                  <a:close/>
                  <a:moveTo>
                    <a:pt x="15341" y="18763"/>
                  </a:moveTo>
                  <a:lnTo>
                    <a:pt x="15341" y="48176"/>
                  </a:lnTo>
                  <a:cubicBezTo>
                    <a:pt x="18103" y="43833"/>
                    <a:pt x="19433" y="38734"/>
                    <a:pt x="19144" y="33596"/>
                  </a:cubicBezTo>
                  <a:cubicBezTo>
                    <a:pt x="19435" y="28378"/>
                    <a:pt x="18107" y="23197"/>
                    <a:pt x="15341" y="18763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57915747-6E99-4F42-8D61-C2D768DC1E68}"/>
                </a:ext>
              </a:extLst>
            </p:cNvPr>
            <p:cNvSpPr/>
            <p:nvPr/>
          </p:nvSpPr>
          <p:spPr>
            <a:xfrm>
              <a:off x="5897965" y="2535087"/>
              <a:ext cx="35245" cy="68051"/>
            </a:xfrm>
            <a:custGeom>
              <a:avLst/>
              <a:gdLst>
                <a:gd name="connsiteX0" fmla="*/ 25356 w 35245"/>
                <a:gd name="connsiteY0" fmla="*/ 68051 h 68051"/>
                <a:gd name="connsiteX1" fmla="*/ 0 w 35245"/>
                <a:gd name="connsiteY1" fmla="*/ 34075 h 68051"/>
                <a:gd name="connsiteX2" fmla="*/ 25356 w 35245"/>
                <a:gd name="connsiteY2" fmla="*/ 98 h 68051"/>
                <a:gd name="connsiteX3" fmla="*/ 29032 w 35245"/>
                <a:gd name="connsiteY3" fmla="*/ 98 h 68051"/>
                <a:gd name="connsiteX4" fmla="*/ 35244 w 35245"/>
                <a:gd name="connsiteY4" fmla="*/ 7832 h 68051"/>
                <a:gd name="connsiteX5" fmla="*/ 35244 w 35245"/>
                <a:gd name="connsiteY5" fmla="*/ 59684 h 68051"/>
                <a:gd name="connsiteX6" fmla="*/ 29032 w 35245"/>
                <a:gd name="connsiteY6" fmla="*/ 67291 h 68051"/>
                <a:gd name="connsiteX7" fmla="*/ 25356 w 35245"/>
                <a:gd name="connsiteY7" fmla="*/ 68051 h 68051"/>
                <a:gd name="connsiteX8" fmla="*/ 19777 w 35245"/>
                <a:gd name="connsiteY8" fmla="*/ 19242 h 68051"/>
                <a:gd name="connsiteX9" fmla="*/ 15594 w 35245"/>
                <a:gd name="connsiteY9" fmla="*/ 34075 h 68051"/>
                <a:gd name="connsiteX10" fmla="*/ 19777 w 35245"/>
                <a:gd name="connsiteY10" fmla="*/ 48908 h 6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245" h="68051">
                  <a:moveTo>
                    <a:pt x="25356" y="68051"/>
                  </a:moveTo>
                  <a:cubicBezTo>
                    <a:pt x="11283" y="68051"/>
                    <a:pt x="0" y="53091"/>
                    <a:pt x="0" y="34075"/>
                  </a:cubicBezTo>
                  <a:cubicBezTo>
                    <a:pt x="0" y="15058"/>
                    <a:pt x="11030" y="98"/>
                    <a:pt x="25356" y="98"/>
                  </a:cubicBezTo>
                  <a:cubicBezTo>
                    <a:pt x="26578" y="-33"/>
                    <a:pt x="27810" y="-33"/>
                    <a:pt x="29032" y="98"/>
                  </a:cubicBezTo>
                  <a:cubicBezTo>
                    <a:pt x="32701" y="834"/>
                    <a:pt x="35317" y="4090"/>
                    <a:pt x="35244" y="7832"/>
                  </a:cubicBezTo>
                  <a:lnTo>
                    <a:pt x="35244" y="59684"/>
                  </a:lnTo>
                  <a:cubicBezTo>
                    <a:pt x="35256" y="63378"/>
                    <a:pt x="32654" y="66564"/>
                    <a:pt x="29032" y="67291"/>
                  </a:cubicBezTo>
                  <a:cubicBezTo>
                    <a:pt x="27839" y="67680"/>
                    <a:pt x="26606" y="67935"/>
                    <a:pt x="25356" y="68051"/>
                  </a:cubicBezTo>
                  <a:close/>
                  <a:moveTo>
                    <a:pt x="19777" y="19242"/>
                  </a:moveTo>
                  <a:cubicBezTo>
                    <a:pt x="16878" y="23632"/>
                    <a:pt x="15415" y="28816"/>
                    <a:pt x="15594" y="34075"/>
                  </a:cubicBezTo>
                  <a:cubicBezTo>
                    <a:pt x="15480" y="39325"/>
                    <a:pt x="16937" y="44490"/>
                    <a:pt x="19777" y="48908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4A11B38B-69AF-1947-BE52-4A017DE69652}"/>
                </a:ext>
              </a:extLst>
            </p:cNvPr>
            <p:cNvSpPr/>
            <p:nvPr/>
          </p:nvSpPr>
          <p:spPr>
            <a:xfrm>
              <a:off x="5963002" y="2674141"/>
              <a:ext cx="81774" cy="71369"/>
            </a:xfrm>
            <a:custGeom>
              <a:avLst/>
              <a:gdLst>
                <a:gd name="connsiteX0" fmla="*/ 41076 w 81774"/>
                <a:gd name="connsiteY0" fmla="*/ 71369 h 71369"/>
                <a:gd name="connsiteX1" fmla="*/ 0 w 81774"/>
                <a:gd name="connsiteY1" fmla="*/ 47028 h 71369"/>
                <a:gd name="connsiteX2" fmla="*/ 0 w 81774"/>
                <a:gd name="connsiteY2" fmla="*/ 8994 h 71369"/>
                <a:gd name="connsiteX3" fmla="*/ 3550 w 81774"/>
                <a:gd name="connsiteY3" fmla="*/ 2529 h 71369"/>
                <a:gd name="connsiteX4" fmla="*/ 10903 w 81774"/>
                <a:gd name="connsiteY4" fmla="*/ 2529 h 71369"/>
                <a:gd name="connsiteX5" fmla="*/ 36258 w 81774"/>
                <a:gd name="connsiteY5" fmla="*/ 8614 h 71369"/>
                <a:gd name="connsiteX6" fmla="*/ 70615 w 81774"/>
                <a:gd name="connsiteY6" fmla="*/ 881 h 71369"/>
                <a:gd name="connsiteX7" fmla="*/ 80893 w 81774"/>
                <a:gd name="connsiteY7" fmla="*/ 4058 h 71369"/>
                <a:gd name="connsiteX8" fmla="*/ 81772 w 81774"/>
                <a:gd name="connsiteY8" fmla="*/ 7600 h 71369"/>
                <a:gd name="connsiteX9" fmla="*/ 81772 w 81774"/>
                <a:gd name="connsiteY9" fmla="*/ 47028 h 71369"/>
                <a:gd name="connsiteX10" fmla="*/ 41076 w 81774"/>
                <a:gd name="connsiteY10" fmla="*/ 71369 h 71369"/>
                <a:gd name="connsiteX11" fmla="*/ 15720 w 81774"/>
                <a:gd name="connsiteY11" fmla="*/ 20658 h 71369"/>
                <a:gd name="connsiteX12" fmla="*/ 15720 w 81774"/>
                <a:gd name="connsiteY12" fmla="*/ 47155 h 71369"/>
                <a:gd name="connsiteX13" fmla="*/ 41076 w 81774"/>
                <a:gd name="connsiteY13" fmla="*/ 56156 h 71369"/>
                <a:gd name="connsiteX14" fmla="*/ 66432 w 81774"/>
                <a:gd name="connsiteY14" fmla="*/ 47155 h 71369"/>
                <a:gd name="connsiteX15" fmla="*/ 66432 w 81774"/>
                <a:gd name="connsiteY15" fmla="*/ 19263 h 71369"/>
                <a:gd name="connsiteX16" fmla="*/ 35625 w 81774"/>
                <a:gd name="connsiteY16" fmla="*/ 23954 h 71369"/>
                <a:gd name="connsiteX17" fmla="*/ 15340 w 81774"/>
                <a:gd name="connsiteY17" fmla="*/ 20531 h 71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774" h="71369">
                  <a:moveTo>
                    <a:pt x="41076" y="71369"/>
                  </a:moveTo>
                  <a:cubicBezTo>
                    <a:pt x="17622" y="71369"/>
                    <a:pt x="0" y="60847"/>
                    <a:pt x="0" y="47028"/>
                  </a:cubicBezTo>
                  <a:lnTo>
                    <a:pt x="0" y="8994"/>
                  </a:lnTo>
                  <a:cubicBezTo>
                    <a:pt x="13" y="6377"/>
                    <a:pt x="1349" y="3944"/>
                    <a:pt x="3550" y="2529"/>
                  </a:cubicBezTo>
                  <a:cubicBezTo>
                    <a:pt x="5838" y="1265"/>
                    <a:pt x="8615" y="1265"/>
                    <a:pt x="10903" y="2529"/>
                  </a:cubicBezTo>
                  <a:cubicBezTo>
                    <a:pt x="18891" y="6151"/>
                    <a:pt x="27497" y="8216"/>
                    <a:pt x="36258" y="8614"/>
                  </a:cubicBezTo>
                  <a:cubicBezTo>
                    <a:pt x="48182" y="9001"/>
                    <a:pt x="60008" y="6340"/>
                    <a:pt x="70615" y="881"/>
                  </a:cubicBezTo>
                  <a:cubicBezTo>
                    <a:pt x="74331" y="-1080"/>
                    <a:pt x="78932" y="343"/>
                    <a:pt x="80893" y="4058"/>
                  </a:cubicBezTo>
                  <a:cubicBezTo>
                    <a:pt x="81469" y="5150"/>
                    <a:pt x="81770" y="6366"/>
                    <a:pt x="81772" y="7600"/>
                  </a:cubicBezTo>
                  <a:lnTo>
                    <a:pt x="81772" y="47028"/>
                  </a:lnTo>
                  <a:cubicBezTo>
                    <a:pt x="82025" y="60847"/>
                    <a:pt x="64403" y="71369"/>
                    <a:pt x="41076" y="71369"/>
                  </a:cubicBezTo>
                  <a:close/>
                  <a:moveTo>
                    <a:pt x="15720" y="20658"/>
                  </a:moveTo>
                  <a:lnTo>
                    <a:pt x="15720" y="47155"/>
                  </a:lnTo>
                  <a:cubicBezTo>
                    <a:pt x="15720" y="49437"/>
                    <a:pt x="24595" y="56156"/>
                    <a:pt x="41076" y="56156"/>
                  </a:cubicBezTo>
                  <a:cubicBezTo>
                    <a:pt x="57557" y="56156"/>
                    <a:pt x="66432" y="49437"/>
                    <a:pt x="66432" y="47155"/>
                  </a:cubicBezTo>
                  <a:lnTo>
                    <a:pt x="66432" y="19263"/>
                  </a:lnTo>
                  <a:cubicBezTo>
                    <a:pt x="56541" y="22719"/>
                    <a:pt x="46095" y="24310"/>
                    <a:pt x="35625" y="23954"/>
                  </a:cubicBezTo>
                  <a:cubicBezTo>
                    <a:pt x="28745" y="23680"/>
                    <a:pt x="21929" y="22530"/>
                    <a:pt x="15340" y="20531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6838CC09-59A0-E941-B214-1CB71E7A8E08}"/>
                </a:ext>
              </a:extLst>
            </p:cNvPr>
            <p:cNvSpPr/>
            <p:nvPr/>
          </p:nvSpPr>
          <p:spPr>
            <a:xfrm>
              <a:off x="5840466" y="2708849"/>
              <a:ext cx="327097" cy="206669"/>
            </a:xfrm>
            <a:custGeom>
              <a:avLst/>
              <a:gdLst>
                <a:gd name="connsiteX0" fmla="*/ 319422 w 327097"/>
                <a:gd name="connsiteY0" fmla="*/ 206669 h 206669"/>
                <a:gd name="connsiteX1" fmla="*/ 7675 w 327097"/>
                <a:gd name="connsiteY1" fmla="*/ 206669 h 206669"/>
                <a:gd name="connsiteX2" fmla="*/ 1717 w 327097"/>
                <a:gd name="connsiteY2" fmla="*/ 203753 h 206669"/>
                <a:gd name="connsiteX3" fmla="*/ 195 w 327097"/>
                <a:gd name="connsiteY3" fmla="*/ 197288 h 206669"/>
                <a:gd name="connsiteX4" fmla="*/ 30876 w 327097"/>
                <a:gd name="connsiteY4" fmla="*/ 60875 h 206669"/>
                <a:gd name="connsiteX5" fmla="*/ 77149 w 327097"/>
                <a:gd name="connsiteY5" fmla="*/ 12953 h 206669"/>
                <a:gd name="connsiteX6" fmla="*/ 127861 w 327097"/>
                <a:gd name="connsiteY6" fmla="*/ 275 h 206669"/>
                <a:gd name="connsiteX7" fmla="*/ 134580 w 327097"/>
                <a:gd name="connsiteY7" fmla="*/ 1669 h 206669"/>
                <a:gd name="connsiteX8" fmla="*/ 137496 w 327097"/>
                <a:gd name="connsiteY8" fmla="*/ 7628 h 206669"/>
                <a:gd name="connsiteX9" fmla="*/ 137496 w 327097"/>
                <a:gd name="connsiteY9" fmla="*/ 12953 h 206669"/>
                <a:gd name="connsiteX10" fmla="*/ 162851 w 327097"/>
                <a:gd name="connsiteY10" fmla="*/ 21954 h 206669"/>
                <a:gd name="connsiteX11" fmla="*/ 188207 w 327097"/>
                <a:gd name="connsiteY11" fmla="*/ 12953 h 206669"/>
                <a:gd name="connsiteX12" fmla="*/ 188207 w 327097"/>
                <a:gd name="connsiteY12" fmla="*/ 7628 h 206669"/>
                <a:gd name="connsiteX13" fmla="*/ 191250 w 327097"/>
                <a:gd name="connsiteY13" fmla="*/ 1669 h 206669"/>
                <a:gd name="connsiteX14" fmla="*/ 197842 w 327097"/>
                <a:gd name="connsiteY14" fmla="*/ 275 h 206669"/>
                <a:gd name="connsiteX15" fmla="*/ 248553 w 327097"/>
                <a:gd name="connsiteY15" fmla="*/ 12953 h 206669"/>
                <a:gd name="connsiteX16" fmla="*/ 294954 w 327097"/>
                <a:gd name="connsiteY16" fmla="*/ 60875 h 206669"/>
                <a:gd name="connsiteX17" fmla="*/ 326902 w 327097"/>
                <a:gd name="connsiteY17" fmla="*/ 197288 h 206669"/>
                <a:gd name="connsiteX18" fmla="*/ 325381 w 327097"/>
                <a:gd name="connsiteY18" fmla="*/ 203753 h 206669"/>
                <a:gd name="connsiteX19" fmla="*/ 319422 w 327097"/>
                <a:gd name="connsiteY19" fmla="*/ 206669 h 206669"/>
                <a:gd name="connsiteX20" fmla="*/ 17310 w 327097"/>
                <a:gd name="connsiteY20" fmla="*/ 191329 h 206669"/>
                <a:gd name="connsiteX21" fmla="*/ 309787 w 327097"/>
                <a:gd name="connsiteY21" fmla="*/ 191329 h 206669"/>
                <a:gd name="connsiteX22" fmla="*/ 281389 w 327097"/>
                <a:gd name="connsiteY22" fmla="*/ 64551 h 206669"/>
                <a:gd name="connsiteX23" fmla="*/ 246144 w 327097"/>
                <a:gd name="connsiteY23" fmla="*/ 28166 h 206669"/>
                <a:gd name="connsiteX24" fmla="*/ 203927 w 327097"/>
                <a:gd name="connsiteY24" fmla="*/ 17136 h 206669"/>
                <a:gd name="connsiteX25" fmla="*/ 163612 w 327097"/>
                <a:gd name="connsiteY25" fmla="*/ 37040 h 206669"/>
                <a:gd name="connsiteX26" fmla="*/ 122789 w 327097"/>
                <a:gd name="connsiteY26" fmla="*/ 16756 h 206669"/>
                <a:gd name="connsiteX27" fmla="*/ 80699 w 327097"/>
                <a:gd name="connsiteY27" fmla="*/ 27786 h 206669"/>
                <a:gd name="connsiteX28" fmla="*/ 45455 w 327097"/>
                <a:gd name="connsiteY28" fmla="*/ 64171 h 20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27097" h="206669">
                  <a:moveTo>
                    <a:pt x="319422" y="206669"/>
                  </a:moveTo>
                  <a:lnTo>
                    <a:pt x="7675" y="206669"/>
                  </a:lnTo>
                  <a:cubicBezTo>
                    <a:pt x="5352" y="206642"/>
                    <a:pt x="3164" y="205571"/>
                    <a:pt x="1717" y="203753"/>
                  </a:cubicBezTo>
                  <a:cubicBezTo>
                    <a:pt x="228" y="201954"/>
                    <a:pt x="-335" y="199562"/>
                    <a:pt x="195" y="197288"/>
                  </a:cubicBezTo>
                  <a:lnTo>
                    <a:pt x="30876" y="60875"/>
                  </a:lnTo>
                  <a:cubicBezTo>
                    <a:pt x="35987" y="37430"/>
                    <a:pt x="53898" y="18881"/>
                    <a:pt x="77149" y="12953"/>
                  </a:cubicBezTo>
                  <a:lnTo>
                    <a:pt x="127861" y="275"/>
                  </a:lnTo>
                  <a:cubicBezTo>
                    <a:pt x="130194" y="-376"/>
                    <a:pt x="132698" y="144"/>
                    <a:pt x="134580" y="1669"/>
                  </a:cubicBezTo>
                  <a:cubicBezTo>
                    <a:pt x="136443" y="3079"/>
                    <a:pt x="137526" y="5291"/>
                    <a:pt x="137496" y="7628"/>
                  </a:cubicBezTo>
                  <a:lnTo>
                    <a:pt x="137496" y="12953"/>
                  </a:lnTo>
                  <a:cubicBezTo>
                    <a:pt x="137496" y="15235"/>
                    <a:pt x="146370" y="21954"/>
                    <a:pt x="162851" y="21954"/>
                  </a:cubicBezTo>
                  <a:cubicBezTo>
                    <a:pt x="179332" y="21954"/>
                    <a:pt x="188207" y="15235"/>
                    <a:pt x="188207" y="12953"/>
                  </a:cubicBezTo>
                  <a:lnTo>
                    <a:pt x="188207" y="7628"/>
                  </a:lnTo>
                  <a:cubicBezTo>
                    <a:pt x="188227" y="5274"/>
                    <a:pt x="189354" y="3066"/>
                    <a:pt x="191250" y="1669"/>
                  </a:cubicBezTo>
                  <a:cubicBezTo>
                    <a:pt x="193083" y="146"/>
                    <a:pt x="195549" y="-376"/>
                    <a:pt x="197842" y="275"/>
                  </a:cubicBezTo>
                  <a:lnTo>
                    <a:pt x="248553" y="12953"/>
                  </a:lnTo>
                  <a:cubicBezTo>
                    <a:pt x="271854" y="18839"/>
                    <a:pt x="289822" y="37396"/>
                    <a:pt x="294954" y="60875"/>
                  </a:cubicBezTo>
                  <a:lnTo>
                    <a:pt x="326902" y="197288"/>
                  </a:lnTo>
                  <a:cubicBezTo>
                    <a:pt x="327432" y="199562"/>
                    <a:pt x="326869" y="201954"/>
                    <a:pt x="325381" y="203753"/>
                  </a:cubicBezTo>
                  <a:cubicBezTo>
                    <a:pt x="323933" y="205571"/>
                    <a:pt x="321745" y="206642"/>
                    <a:pt x="319422" y="206669"/>
                  </a:cubicBezTo>
                  <a:close/>
                  <a:moveTo>
                    <a:pt x="17310" y="191329"/>
                  </a:moveTo>
                  <a:lnTo>
                    <a:pt x="309787" y="191329"/>
                  </a:lnTo>
                  <a:lnTo>
                    <a:pt x="281389" y="64551"/>
                  </a:lnTo>
                  <a:cubicBezTo>
                    <a:pt x="277399" y="46770"/>
                    <a:pt x="263789" y="32720"/>
                    <a:pt x="246144" y="28166"/>
                  </a:cubicBezTo>
                  <a:lnTo>
                    <a:pt x="203927" y="17136"/>
                  </a:lnTo>
                  <a:cubicBezTo>
                    <a:pt x="200504" y="28800"/>
                    <a:pt x="184277" y="37040"/>
                    <a:pt x="163612" y="37040"/>
                  </a:cubicBezTo>
                  <a:cubicBezTo>
                    <a:pt x="142947" y="37040"/>
                    <a:pt x="126593" y="28420"/>
                    <a:pt x="122789" y="16756"/>
                  </a:cubicBezTo>
                  <a:lnTo>
                    <a:pt x="80699" y="27786"/>
                  </a:lnTo>
                  <a:cubicBezTo>
                    <a:pt x="63008" y="32260"/>
                    <a:pt x="49364" y="46346"/>
                    <a:pt x="45455" y="64171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3263CD6C-AC9C-8F43-8901-00C17F5FD313}"/>
                </a:ext>
              </a:extLst>
            </p:cNvPr>
            <p:cNvSpPr/>
            <p:nvPr/>
          </p:nvSpPr>
          <p:spPr>
            <a:xfrm>
              <a:off x="6064067" y="2824013"/>
              <a:ext cx="27947" cy="91505"/>
            </a:xfrm>
            <a:custGeom>
              <a:avLst/>
              <a:gdLst>
                <a:gd name="connsiteX0" fmla="*/ 20387 w 27947"/>
                <a:gd name="connsiteY0" fmla="*/ 91505 h 91505"/>
                <a:gd name="connsiteX1" fmla="*/ 12781 w 27947"/>
                <a:gd name="connsiteY1" fmla="*/ 85040 h 91505"/>
                <a:gd name="connsiteX2" fmla="*/ 103 w 27947"/>
                <a:gd name="connsiteY2" fmla="*/ 8973 h 91505"/>
                <a:gd name="connsiteX3" fmla="*/ 6442 w 27947"/>
                <a:gd name="connsiteY3" fmla="*/ 98 h 91505"/>
                <a:gd name="connsiteX4" fmla="*/ 15164 w 27947"/>
                <a:gd name="connsiteY4" fmla="*/ 6395 h 91505"/>
                <a:gd name="connsiteX5" fmla="*/ 15189 w 27947"/>
                <a:gd name="connsiteY5" fmla="*/ 6564 h 91505"/>
                <a:gd name="connsiteX6" fmla="*/ 27867 w 27947"/>
                <a:gd name="connsiteY6" fmla="*/ 82631 h 91505"/>
                <a:gd name="connsiteX7" fmla="*/ 21402 w 27947"/>
                <a:gd name="connsiteY7" fmla="*/ 91378 h 91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47" h="91505">
                  <a:moveTo>
                    <a:pt x="20387" y="91505"/>
                  </a:moveTo>
                  <a:cubicBezTo>
                    <a:pt x="16594" y="91548"/>
                    <a:pt x="13349" y="88790"/>
                    <a:pt x="12781" y="85040"/>
                  </a:cubicBezTo>
                  <a:lnTo>
                    <a:pt x="103" y="8973"/>
                  </a:lnTo>
                  <a:cubicBezTo>
                    <a:pt x="-585" y="4775"/>
                    <a:pt x="2248" y="810"/>
                    <a:pt x="6442" y="98"/>
                  </a:cubicBezTo>
                  <a:cubicBezTo>
                    <a:pt x="10589" y="-571"/>
                    <a:pt x="14494" y="2248"/>
                    <a:pt x="15164" y="6395"/>
                  </a:cubicBezTo>
                  <a:cubicBezTo>
                    <a:pt x="15173" y="6451"/>
                    <a:pt x="15182" y="6508"/>
                    <a:pt x="15189" y="6564"/>
                  </a:cubicBezTo>
                  <a:lnTo>
                    <a:pt x="27867" y="82631"/>
                  </a:lnTo>
                  <a:cubicBezTo>
                    <a:pt x="28473" y="86826"/>
                    <a:pt x="25590" y="90727"/>
                    <a:pt x="21402" y="91378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CA2E0A0E-616F-464B-A3D5-80EACC28199C}"/>
                </a:ext>
              </a:extLst>
            </p:cNvPr>
            <p:cNvSpPr/>
            <p:nvPr/>
          </p:nvSpPr>
          <p:spPr>
            <a:xfrm>
              <a:off x="5915972" y="2823481"/>
              <a:ext cx="28249" cy="92041"/>
            </a:xfrm>
            <a:custGeom>
              <a:avLst/>
              <a:gdLst>
                <a:gd name="connsiteX0" fmla="*/ 7728 w 28249"/>
                <a:gd name="connsiteY0" fmla="*/ 92038 h 92041"/>
                <a:gd name="connsiteX1" fmla="*/ 6460 w 28249"/>
                <a:gd name="connsiteY1" fmla="*/ 92038 h 92041"/>
                <a:gd name="connsiteX2" fmla="*/ 71 w 28249"/>
                <a:gd name="connsiteY2" fmla="*/ 83608 h 92041"/>
                <a:gd name="connsiteX3" fmla="*/ 121 w 28249"/>
                <a:gd name="connsiteY3" fmla="*/ 83290 h 92041"/>
                <a:gd name="connsiteX4" fmla="*/ 12799 w 28249"/>
                <a:gd name="connsiteY4" fmla="*/ 7224 h 92041"/>
                <a:gd name="connsiteX5" fmla="*/ 21026 w 28249"/>
                <a:gd name="connsiteY5" fmla="*/ 17 h 92041"/>
                <a:gd name="connsiteX6" fmla="*/ 28233 w 28249"/>
                <a:gd name="connsiteY6" fmla="*/ 8244 h 92041"/>
                <a:gd name="connsiteX7" fmla="*/ 28013 w 28249"/>
                <a:gd name="connsiteY7" fmla="*/ 9632 h 92041"/>
                <a:gd name="connsiteX8" fmla="*/ 15335 w 28249"/>
                <a:gd name="connsiteY8" fmla="*/ 85699 h 92041"/>
                <a:gd name="connsiteX9" fmla="*/ 7728 w 28249"/>
                <a:gd name="connsiteY9" fmla="*/ 92038 h 9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49" h="92041">
                  <a:moveTo>
                    <a:pt x="7728" y="92038"/>
                  </a:moveTo>
                  <a:lnTo>
                    <a:pt x="6460" y="92038"/>
                  </a:lnTo>
                  <a:cubicBezTo>
                    <a:pt x="2368" y="91475"/>
                    <a:pt x="-493" y="87700"/>
                    <a:pt x="71" y="83608"/>
                  </a:cubicBezTo>
                  <a:cubicBezTo>
                    <a:pt x="85" y="83502"/>
                    <a:pt x="102" y="83396"/>
                    <a:pt x="121" y="83290"/>
                  </a:cubicBezTo>
                  <a:lnTo>
                    <a:pt x="12799" y="7224"/>
                  </a:lnTo>
                  <a:cubicBezTo>
                    <a:pt x="13081" y="2962"/>
                    <a:pt x="16764" y="-265"/>
                    <a:pt x="21026" y="17"/>
                  </a:cubicBezTo>
                  <a:cubicBezTo>
                    <a:pt x="25288" y="299"/>
                    <a:pt x="28514" y="3982"/>
                    <a:pt x="28233" y="8244"/>
                  </a:cubicBezTo>
                  <a:cubicBezTo>
                    <a:pt x="28202" y="8712"/>
                    <a:pt x="28128" y="9177"/>
                    <a:pt x="28013" y="9632"/>
                  </a:cubicBezTo>
                  <a:lnTo>
                    <a:pt x="15335" y="85699"/>
                  </a:lnTo>
                  <a:cubicBezTo>
                    <a:pt x="14761" y="89428"/>
                    <a:pt x="11500" y="92146"/>
                    <a:pt x="7728" y="92038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2410B837-8677-974E-8912-95D02148F2BF}"/>
                </a:ext>
              </a:extLst>
            </p:cNvPr>
            <p:cNvSpPr/>
            <p:nvPr/>
          </p:nvSpPr>
          <p:spPr>
            <a:xfrm>
              <a:off x="5976756" y="2730169"/>
              <a:ext cx="54539" cy="165065"/>
            </a:xfrm>
            <a:custGeom>
              <a:avLst/>
              <a:gdLst>
                <a:gd name="connsiteX0" fmla="*/ 27322 w 54539"/>
                <a:gd name="connsiteY0" fmla="*/ 165065 h 165065"/>
                <a:gd name="connsiteX1" fmla="*/ 22124 w 54539"/>
                <a:gd name="connsiteY1" fmla="*/ 163163 h 165065"/>
                <a:gd name="connsiteX2" fmla="*/ 2600 w 54539"/>
                <a:gd name="connsiteY2" fmla="*/ 145541 h 165065"/>
                <a:gd name="connsiteX3" fmla="*/ 65 w 54539"/>
                <a:gd name="connsiteY3" fmla="*/ 138695 h 165065"/>
                <a:gd name="connsiteX4" fmla="*/ 19715 w 54539"/>
                <a:gd name="connsiteY4" fmla="*/ 6466 h 165065"/>
                <a:gd name="connsiteX5" fmla="*/ 27322 w 54539"/>
                <a:gd name="connsiteY5" fmla="*/ 0 h 165065"/>
                <a:gd name="connsiteX6" fmla="*/ 34929 w 54539"/>
                <a:gd name="connsiteY6" fmla="*/ 6466 h 165065"/>
                <a:gd name="connsiteX7" fmla="*/ 54452 w 54539"/>
                <a:gd name="connsiteY7" fmla="*/ 138695 h 165065"/>
                <a:gd name="connsiteX8" fmla="*/ 52044 w 54539"/>
                <a:gd name="connsiteY8" fmla="*/ 145541 h 165065"/>
                <a:gd name="connsiteX9" fmla="*/ 32393 w 54539"/>
                <a:gd name="connsiteY9" fmla="*/ 163164 h 165065"/>
                <a:gd name="connsiteX10" fmla="*/ 27322 w 54539"/>
                <a:gd name="connsiteY10" fmla="*/ 165065 h 165065"/>
                <a:gd name="connsiteX11" fmla="*/ 15912 w 54539"/>
                <a:gd name="connsiteY11" fmla="*/ 136413 h 165065"/>
                <a:gd name="connsiteX12" fmla="*/ 27322 w 54539"/>
                <a:gd name="connsiteY12" fmla="*/ 146682 h 165065"/>
                <a:gd name="connsiteX13" fmla="*/ 38605 w 54539"/>
                <a:gd name="connsiteY13" fmla="*/ 136413 h 165065"/>
                <a:gd name="connsiteX14" fmla="*/ 27322 w 54539"/>
                <a:gd name="connsiteY14" fmla="*/ 60347 h 16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539" h="165065">
                  <a:moveTo>
                    <a:pt x="27322" y="165065"/>
                  </a:moveTo>
                  <a:cubicBezTo>
                    <a:pt x="25418" y="165071"/>
                    <a:pt x="23575" y="164397"/>
                    <a:pt x="22124" y="163163"/>
                  </a:cubicBezTo>
                  <a:lnTo>
                    <a:pt x="2600" y="145541"/>
                  </a:lnTo>
                  <a:cubicBezTo>
                    <a:pt x="682" y="143814"/>
                    <a:pt x="-265" y="141255"/>
                    <a:pt x="65" y="138695"/>
                  </a:cubicBezTo>
                  <a:lnTo>
                    <a:pt x="19715" y="6466"/>
                  </a:lnTo>
                  <a:cubicBezTo>
                    <a:pt x="20284" y="2716"/>
                    <a:pt x="23529" y="-42"/>
                    <a:pt x="27322" y="0"/>
                  </a:cubicBezTo>
                  <a:cubicBezTo>
                    <a:pt x="31095" y="11"/>
                    <a:pt x="34310" y="2744"/>
                    <a:pt x="34929" y="6466"/>
                  </a:cubicBezTo>
                  <a:lnTo>
                    <a:pt x="54452" y="138695"/>
                  </a:lnTo>
                  <a:cubicBezTo>
                    <a:pt x="54837" y="141236"/>
                    <a:pt x="53934" y="143801"/>
                    <a:pt x="52044" y="145541"/>
                  </a:cubicBezTo>
                  <a:lnTo>
                    <a:pt x="32393" y="163164"/>
                  </a:lnTo>
                  <a:cubicBezTo>
                    <a:pt x="30993" y="164398"/>
                    <a:pt x="29188" y="165075"/>
                    <a:pt x="27322" y="165065"/>
                  </a:cubicBezTo>
                  <a:close/>
                  <a:moveTo>
                    <a:pt x="15912" y="136413"/>
                  </a:moveTo>
                  <a:lnTo>
                    <a:pt x="27322" y="146682"/>
                  </a:lnTo>
                  <a:lnTo>
                    <a:pt x="38605" y="136413"/>
                  </a:lnTo>
                  <a:lnTo>
                    <a:pt x="27322" y="60347"/>
                  </a:ln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FE242A16-0B63-C946-A2B6-E34C3E38CC38}"/>
                </a:ext>
              </a:extLst>
            </p:cNvPr>
            <p:cNvSpPr/>
            <p:nvPr/>
          </p:nvSpPr>
          <p:spPr>
            <a:xfrm>
              <a:off x="5822811" y="2900115"/>
              <a:ext cx="360557" cy="15467"/>
            </a:xfrm>
            <a:custGeom>
              <a:avLst/>
              <a:gdLst>
                <a:gd name="connsiteX0" fmla="*/ 353812 w 360557"/>
                <a:gd name="connsiteY0" fmla="*/ 15404 h 15467"/>
                <a:gd name="connsiteX1" fmla="*/ 8722 w 360557"/>
                <a:gd name="connsiteY1" fmla="*/ 15404 h 15467"/>
                <a:gd name="connsiteX2" fmla="*/ 64 w 360557"/>
                <a:gd name="connsiteY2" fmla="*/ 8722 h 15467"/>
                <a:gd name="connsiteX3" fmla="*/ 6746 w 360557"/>
                <a:gd name="connsiteY3" fmla="*/ 63 h 15467"/>
                <a:gd name="connsiteX4" fmla="*/ 8722 w 360557"/>
                <a:gd name="connsiteY4" fmla="*/ 63 h 15467"/>
                <a:gd name="connsiteX5" fmla="*/ 353812 w 360557"/>
                <a:gd name="connsiteY5" fmla="*/ 63 h 15467"/>
                <a:gd name="connsiteX6" fmla="*/ 360494 w 360557"/>
                <a:gd name="connsiteY6" fmla="*/ 8722 h 15467"/>
                <a:gd name="connsiteX7" fmla="*/ 353812 w 360557"/>
                <a:gd name="connsiteY7" fmla="*/ 15404 h 1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557" h="15467">
                  <a:moveTo>
                    <a:pt x="353812" y="15404"/>
                  </a:moveTo>
                  <a:lnTo>
                    <a:pt x="8722" y="15404"/>
                  </a:lnTo>
                  <a:cubicBezTo>
                    <a:pt x="4486" y="15949"/>
                    <a:pt x="610" y="12958"/>
                    <a:pt x="64" y="8722"/>
                  </a:cubicBezTo>
                  <a:cubicBezTo>
                    <a:pt x="-481" y="4486"/>
                    <a:pt x="2510" y="609"/>
                    <a:pt x="6746" y="63"/>
                  </a:cubicBezTo>
                  <a:cubicBezTo>
                    <a:pt x="7402" y="-21"/>
                    <a:pt x="8066" y="-21"/>
                    <a:pt x="8722" y="63"/>
                  </a:cubicBezTo>
                  <a:lnTo>
                    <a:pt x="353812" y="63"/>
                  </a:lnTo>
                  <a:cubicBezTo>
                    <a:pt x="358048" y="609"/>
                    <a:pt x="361039" y="4486"/>
                    <a:pt x="360494" y="8722"/>
                  </a:cubicBezTo>
                  <a:cubicBezTo>
                    <a:pt x="360044" y="12209"/>
                    <a:pt x="357299" y="14954"/>
                    <a:pt x="353812" y="15404"/>
                  </a:cubicBezTo>
                  <a:close/>
                </a:path>
              </a:pathLst>
            </a:custGeom>
            <a:grpFill/>
            <a:ln w="12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91" name="Graphic 147">
            <a:extLst>
              <a:ext uri="{FF2B5EF4-FFF2-40B4-BE49-F238E27FC236}">
                <a16:creationId xmlns:a16="http://schemas.microsoft.com/office/drawing/2014/main" id="{9E16F62B-5E79-674D-9440-DE188A5EF7C2}"/>
              </a:ext>
            </a:extLst>
          </p:cNvPr>
          <p:cNvGrpSpPr>
            <a:grpSpLocks noChangeAspect="1"/>
          </p:cNvGrpSpPr>
          <p:nvPr/>
        </p:nvGrpSpPr>
        <p:grpSpPr>
          <a:xfrm>
            <a:off x="4893140" y="3134209"/>
            <a:ext cx="409254" cy="454030"/>
            <a:chOff x="5798444" y="2457712"/>
            <a:chExt cx="409254" cy="454030"/>
          </a:xfrm>
          <a:solidFill>
            <a:srgbClr val="FFFFFF"/>
          </a:solidFill>
        </p:grpSpPr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5F59007C-F787-9D49-8402-6F7427AEB0E2}"/>
                </a:ext>
              </a:extLst>
            </p:cNvPr>
            <p:cNvSpPr/>
            <p:nvPr/>
          </p:nvSpPr>
          <p:spPr>
            <a:xfrm>
              <a:off x="5798444" y="2698961"/>
              <a:ext cx="409254" cy="212782"/>
            </a:xfrm>
            <a:custGeom>
              <a:avLst/>
              <a:gdLst>
                <a:gd name="connsiteX0" fmla="*/ 204566 w 409254"/>
                <a:gd name="connsiteY0" fmla="*/ 212782 h 212782"/>
                <a:gd name="connsiteX1" fmla="*/ 0 w 409254"/>
                <a:gd name="connsiteY1" fmla="*/ 7402 h 212782"/>
                <a:gd name="connsiteX2" fmla="*/ 7375 w 409254"/>
                <a:gd name="connsiteY2" fmla="*/ 0 h 212782"/>
                <a:gd name="connsiteX3" fmla="*/ 7499 w 409254"/>
                <a:gd name="connsiteY3" fmla="*/ 1 h 212782"/>
                <a:gd name="connsiteX4" fmla="*/ 401755 w 409254"/>
                <a:gd name="connsiteY4" fmla="*/ 1 h 212782"/>
                <a:gd name="connsiteX5" fmla="*/ 409253 w 409254"/>
                <a:gd name="connsiteY5" fmla="*/ 7278 h 212782"/>
                <a:gd name="connsiteX6" fmla="*/ 409254 w 409254"/>
                <a:gd name="connsiteY6" fmla="*/ 7402 h 212782"/>
                <a:gd name="connsiteX7" fmla="*/ 204566 w 409254"/>
                <a:gd name="connsiteY7" fmla="*/ 212782 h 212782"/>
                <a:gd name="connsiteX8" fmla="*/ 14998 w 409254"/>
                <a:gd name="connsiteY8" fmla="*/ 15420 h 212782"/>
                <a:gd name="connsiteX9" fmla="*/ 211394 w 409254"/>
                <a:gd name="connsiteY9" fmla="*/ 198776 h 212782"/>
                <a:gd name="connsiteX10" fmla="*/ 394133 w 409254"/>
                <a:gd name="connsiteY10" fmla="*/ 15420 h 21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9254" h="212782">
                  <a:moveTo>
                    <a:pt x="204566" y="212782"/>
                  </a:moveTo>
                  <a:cubicBezTo>
                    <a:pt x="91623" y="212578"/>
                    <a:pt x="135" y="120726"/>
                    <a:pt x="0" y="7402"/>
                  </a:cubicBezTo>
                  <a:cubicBezTo>
                    <a:pt x="-1" y="3315"/>
                    <a:pt x="3301" y="1"/>
                    <a:pt x="7375" y="0"/>
                  </a:cubicBezTo>
                  <a:cubicBezTo>
                    <a:pt x="7416" y="0"/>
                    <a:pt x="7458" y="0"/>
                    <a:pt x="7499" y="1"/>
                  </a:cubicBezTo>
                  <a:lnTo>
                    <a:pt x="401755" y="1"/>
                  </a:lnTo>
                  <a:cubicBezTo>
                    <a:pt x="405828" y="-67"/>
                    <a:pt x="409185" y="3191"/>
                    <a:pt x="409253" y="7278"/>
                  </a:cubicBezTo>
                  <a:cubicBezTo>
                    <a:pt x="409254" y="7319"/>
                    <a:pt x="409254" y="7361"/>
                    <a:pt x="409254" y="7402"/>
                  </a:cubicBezTo>
                  <a:cubicBezTo>
                    <a:pt x="409119" y="120774"/>
                    <a:pt x="317556" y="212646"/>
                    <a:pt x="204566" y="212782"/>
                  </a:cubicBezTo>
                  <a:close/>
                  <a:moveTo>
                    <a:pt x="14998" y="15420"/>
                  </a:moveTo>
                  <a:cubicBezTo>
                    <a:pt x="18769" y="120469"/>
                    <a:pt x="106699" y="202560"/>
                    <a:pt x="211394" y="198776"/>
                  </a:cubicBezTo>
                  <a:cubicBezTo>
                    <a:pt x="310797" y="195184"/>
                    <a:pt x="390553" y="115159"/>
                    <a:pt x="394133" y="1542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A41C1D37-D022-F94A-ACF1-1AF1CE2B8D02}"/>
                </a:ext>
              </a:extLst>
            </p:cNvPr>
            <p:cNvSpPr/>
            <p:nvPr/>
          </p:nvSpPr>
          <p:spPr>
            <a:xfrm>
              <a:off x="5798444" y="2698961"/>
              <a:ext cx="409254" cy="115581"/>
            </a:xfrm>
            <a:custGeom>
              <a:avLst/>
              <a:gdLst>
                <a:gd name="connsiteX0" fmla="*/ 204566 w 409254"/>
                <a:gd name="connsiteY0" fmla="*/ 115581 h 115581"/>
                <a:gd name="connsiteX1" fmla="*/ 0 w 409254"/>
                <a:gd name="connsiteY1" fmla="*/ 7402 h 115581"/>
                <a:gd name="connsiteX2" fmla="*/ 7375 w 409254"/>
                <a:gd name="connsiteY2" fmla="*/ 0 h 115581"/>
                <a:gd name="connsiteX3" fmla="*/ 7499 w 409254"/>
                <a:gd name="connsiteY3" fmla="*/ 1 h 115581"/>
                <a:gd name="connsiteX4" fmla="*/ 401755 w 409254"/>
                <a:gd name="connsiteY4" fmla="*/ 1 h 115581"/>
                <a:gd name="connsiteX5" fmla="*/ 409253 w 409254"/>
                <a:gd name="connsiteY5" fmla="*/ 7278 h 115581"/>
                <a:gd name="connsiteX6" fmla="*/ 409254 w 409254"/>
                <a:gd name="connsiteY6" fmla="*/ 7402 h 115581"/>
                <a:gd name="connsiteX7" fmla="*/ 204566 w 409254"/>
                <a:gd name="connsiteY7" fmla="*/ 115581 h 115581"/>
                <a:gd name="connsiteX8" fmla="*/ 15490 w 409254"/>
                <a:gd name="connsiteY8" fmla="*/ 14927 h 115581"/>
                <a:gd name="connsiteX9" fmla="*/ 204566 w 409254"/>
                <a:gd name="connsiteY9" fmla="*/ 100532 h 115581"/>
                <a:gd name="connsiteX10" fmla="*/ 393395 w 409254"/>
                <a:gd name="connsiteY10" fmla="*/ 14927 h 11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9254" h="115581">
                  <a:moveTo>
                    <a:pt x="204566" y="115581"/>
                  </a:moveTo>
                  <a:cubicBezTo>
                    <a:pt x="89866" y="115581"/>
                    <a:pt x="0" y="68091"/>
                    <a:pt x="0" y="7402"/>
                  </a:cubicBezTo>
                  <a:cubicBezTo>
                    <a:pt x="-1" y="3315"/>
                    <a:pt x="3301" y="1"/>
                    <a:pt x="7375" y="0"/>
                  </a:cubicBezTo>
                  <a:cubicBezTo>
                    <a:pt x="7416" y="0"/>
                    <a:pt x="7458" y="0"/>
                    <a:pt x="7499" y="1"/>
                  </a:cubicBezTo>
                  <a:lnTo>
                    <a:pt x="401755" y="1"/>
                  </a:lnTo>
                  <a:cubicBezTo>
                    <a:pt x="405828" y="-67"/>
                    <a:pt x="409185" y="3191"/>
                    <a:pt x="409253" y="7278"/>
                  </a:cubicBezTo>
                  <a:cubicBezTo>
                    <a:pt x="409254" y="7319"/>
                    <a:pt x="409254" y="7361"/>
                    <a:pt x="409254" y="7402"/>
                  </a:cubicBezTo>
                  <a:cubicBezTo>
                    <a:pt x="409254" y="68091"/>
                    <a:pt x="319634" y="115581"/>
                    <a:pt x="204566" y="115581"/>
                  </a:cubicBezTo>
                  <a:close/>
                  <a:moveTo>
                    <a:pt x="15490" y="14927"/>
                  </a:moveTo>
                  <a:cubicBezTo>
                    <a:pt x="23604" y="62047"/>
                    <a:pt x="106954" y="100532"/>
                    <a:pt x="204566" y="100532"/>
                  </a:cubicBezTo>
                  <a:cubicBezTo>
                    <a:pt x="302177" y="100532"/>
                    <a:pt x="385650" y="62047"/>
                    <a:pt x="393395" y="1492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1AF66983-1657-5E48-B71F-686B7F159BD5}"/>
                </a:ext>
              </a:extLst>
            </p:cNvPr>
            <p:cNvSpPr/>
            <p:nvPr/>
          </p:nvSpPr>
          <p:spPr>
            <a:xfrm>
              <a:off x="5995633" y="2700292"/>
              <a:ext cx="14876" cy="211450"/>
            </a:xfrm>
            <a:custGeom>
              <a:avLst/>
              <a:gdLst>
                <a:gd name="connsiteX0" fmla="*/ 7377 w 14876"/>
                <a:gd name="connsiteY0" fmla="*/ 211450 h 211450"/>
                <a:gd name="connsiteX1" fmla="*/ 0 w 14876"/>
                <a:gd name="connsiteY1" fmla="*/ 204050 h 211450"/>
                <a:gd name="connsiteX2" fmla="*/ 1 w 14876"/>
                <a:gd name="connsiteY2" fmla="*/ 203926 h 211450"/>
                <a:gd name="connsiteX3" fmla="*/ 1 w 14876"/>
                <a:gd name="connsiteY3" fmla="*/ 6564 h 211450"/>
                <a:gd name="connsiteX4" fmla="*/ 8397 w 14876"/>
                <a:gd name="connsiteY4" fmla="*/ 63 h 211450"/>
                <a:gd name="connsiteX5" fmla="*/ 14876 w 14876"/>
                <a:gd name="connsiteY5" fmla="*/ 6564 h 211450"/>
                <a:gd name="connsiteX6" fmla="*/ 14876 w 14876"/>
                <a:gd name="connsiteY6" fmla="*/ 203926 h 211450"/>
                <a:gd name="connsiteX7" fmla="*/ 7377 w 14876"/>
                <a:gd name="connsiteY7" fmla="*/ 211450 h 21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6" h="211450">
                  <a:moveTo>
                    <a:pt x="7377" y="211450"/>
                  </a:moveTo>
                  <a:cubicBezTo>
                    <a:pt x="3303" y="211451"/>
                    <a:pt x="1" y="208138"/>
                    <a:pt x="0" y="204050"/>
                  </a:cubicBezTo>
                  <a:cubicBezTo>
                    <a:pt x="0" y="204009"/>
                    <a:pt x="0" y="203967"/>
                    <a:pt x="1" y="203926"/>
                  </a:cubicBezTo>
                  <a:lnTo>
                    <a:pt x="1" y="6564"/>
                  </a:lnTo>
                  <a:cubicBezTo>
                    <a:pt x="530" y="2442"/>
                    <a:pt x="4289" y="-468"/>
                    <a:pt x="8397" y="63"/>
                  </a:cubicBezTo>
                  <a:cubicBezTo>
                    <a:pt x="11779" y="500"/>
                    <a:pt x="14441" y="3171"/>
                    <a:pt x="14876" y="6564"/>
                  </a:cubicBezTo>
                  <a:lnTo>
                    <a:pt x="14876" y="203926"/>
                  </a:lnTo>
                  <a:cubicBezTo>
                    <a:pt x="14876" y="208082"/>
                    <a:pt x="11519" y="211450"/>
                    <a:pt x="7377" y="21145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36F27F53-3E60-CC49-B199-42472D6C5938}"/>
                </a:ext>
              </a:extLst>
            </p:cNvPr>
            <p:cNvSpPr/>
            <p:nvPr/>
          </p:nvSpPr>
          <p:spPr>
            <a:xfrm>
              <a:off x="5921318" y="2457712"/>
              <a:ext cx="163506" cy="233971"/>
            </a:xfrm>
            <a:custGeom>
              <a:avLst/>
              <a:gdLst>
                <a:gd name="connsiteX0" fmla="*/ 81815 w 163506"/>
                <a:gd name="connsiteY0" fmla="*/ 233972 h 233971"/>
                <a:gd name="connsiteX1" fmla="*/ 78742 w 163506"/>
                <a:gd name="connsiteY1" fmla="*/ 233972 h 233971"/>
                <a:gd name="connsiteX2" fmla="*/ 63 w 163506"/>
                <a:gd name="connsiteY2" fmla="*/ 150216 h 233971"/>
                <a:gd name="connsiteX3" fmla="*/ 63 w 163506"/>
                <a:gd name="connsiteY3" fmla="*/ 85210 h 233971"/>
                <a:gd name="connsiteX4" fmla="*/ 78584 w 163506"/>
                <a:gd name="connsiteY4" fmla="*/ 63 h 233971"/>
                <a:gd name="connsiteX5" fmla="*/ 163445 w 163506"/>
                <a:gd name="connsiteY5" fmla="*/ 78849 h 233971"/>
                <a:gd name="connsiteX6" fmla="*/ 163445 w 163506"/>
                <a:gd name="connsiteY6" fmla="*/ 85210 h 233971"/>
                <a:gd name="connsiteX7" fmla="*/ 163445 w 163506"/>
                <a:gd name="connsiteY7" fmla="*/ 152067 h 233971"/>
                <a:gd name="connsiteX8" fmla="*/ 81815 w 163506"/>
                <a:gd name="connsiteY8" fmla="*/ 233972 h 233971"/>
                <a:gd name="connsiteX9" fmla="*/ 81815 w 163506"/>
                <a:gd name="connsiteY9" fmla="*/ 18107 h 233971"/>
                <a:gd name="connsiteX10" fmla="*/ 15061 w 163506"/>
                <a:gd name="connsiteY10" fmla="*/ 85210 h 233971"/>
                <a:gd name="connsiteX11" fmla="*/ 15061 w 163506"/>
                <a:gd name="connsiteY11" fmla="*/ 150216 h 233971"/>
                <a:gd name="connsiteX12" fmla="*/ 79356 w 163506"/>
                <a:gd name="connsiteY12" fmla="*/ 219046 h 233971"/>
                <a:gd name="connsiteX13" fmla="*/ 128531 w 163506"/>
                <a:gd name="connsiteY13" fmla="*/ 200297 h 233971"/>
                <a:gd name="connsiteX14" fmla="*/ 148938 w 163506"/>
                <a:gd name="connsiteY14" fmla="*/ 152067 h 233971"/>
                <a:gd name="connsiteX15" fmla="*/ 148938 w 163506"/>
                <a:gd name="connsiteY15" fmla="*/ 85210 h 233971"/>
                <a:gd name="connsiteX16" fmla="*/ 81816 w 163506"/>
                <a:gd name="connsiteY16" fmla="*/ 18107 h 233971"/>
                <a:gd name="connsiteX17" fmla="*/ 81692 w 163506"/>
                <a:gd name="connsiteY17" fmla="*/ 18107 h 23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3506" h="233971">
                  <a:moveTo>
                    <a:pt x="81815" y="233972"/>
                  </a:moveTo>
                  <a:lnTo>
                    <a:pt x="78742" y="233972"/>
                  </a:lnTo>
                  <a:cubicBezTo>
                    <a:pt x="34495" y="231480"/>
                    <a:pt x="-72" y="194682"/>
                    <a:pt x="63" y="150216"/>
                  </a:cubicBezTo>
                  <a:lnTo>
                    <a:pt x="63" y="85210"/>
                  </a:lnTo>
                  <a:cubicBezTo>
                    <a:pt x="-1688" y="39941"/>
                    <a:pt x="33467" y="1819"/>
                    <a:pt x="78584" y="63"/>
                  </a:cubicBezTo>
                  <a:cubicBezTo>
                    <a:pt x="123701" y="-1694"/>
                    <a:pt x="161694" y="33580"/>
                    <a:pt x="163445" y="78849"/>
                  </a:cubicBezTo>
                  <a:cubicBezTo>
                    <a:pt x="163527" y="80969"/>
                    <a:pt x="163527" y="83091"/>
                    <a:pt x="163445" y="85210"/>
                  </a:cubicBezTo>
                  <a:lnTo>
                    <a:pt x="163445" y="152067"/>
                  </a:lnTo>
                  <a:cubicBezTo>
                    <a:pt x="163445" y="197302"/>
                    <a:pt x="126898" y="233972"/>
                    <a:pt x="81815" y="233972"/>
                  </a:cubicBezTo>
                  <a:close/>
                  <a:moveTo>
                    <a:pt x="81815" y="18107"/>
                  </a:moveTo>
                  <a:cubicBezTo>
                    <a:pt x="44928" y="18175"/>
                    <a:pt x="15061" y="48198"/>
                    <a:pt x="15061" y="85210"/>
                  </a:cubicBezTo>
                  <a:lnTo>
                    <a:pt x="15061" y="150216"/>
                  </a:lnTo>
                  <a:cubicBezTo>
                    <a:pt x="14804" y="186679"/>
                    <a:pt x="43076" y="216945"/>
                    <a:pt x="79356" y="219046"/>
                  </a:cubicBezTo>
                  <a:cubicBezTo>
                    <a:pt x="97612" y="219799"/>
                    <a:pt x="115380" y="213024"/>
                    <a:pt x="128531" y="200297"/>
                  </a:cubicBezTo>
                  <a:cubicBezTo>
                    <a:pt x="141638" y="187709"/>
                    <a:pt x="149017" y="170271"/>
                    <a:pt x="148938" y="152067"/>
                  </a:cubicBezTo>
                  <a:lnTo>
                    <a:pt x="148938" y="85210"/>
                  </a:lnTo>
                  <a:cubicBezTo>
                    <a:pt x="148871" y="48082"/>
                    <a:pt x="118819" y="18039"/>
                    <a:pt x="81816" y="18107"/>
                  </a:cubicBezTo>
                  <a:cubicBezTo>
                    <a:pt x="81775" y="18107"/>
                    <a:pt x="81733" y="18107"/>
                    <a:pt x="81692" y="1810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78571B2B-564A-6A4E-ACDB-497A31B8F9E9}"/>
                </a:ext>
              </a:extLst>
            </p:cNvPr>
            <p:cNvSpPr/>
            <p:nvPr/>
          </p:nvSpPr>
          <p:spPr>
            <a:xfrm>
              <a:off x="5924889" y="2507552"/>
              <a:ext cx="155286" cy="34259"/>
            </a:xfrm>
            <a:custGeom>
              <a:avLst/>
              <a:gdLst>
                <a:gd name="connsiteX0" fmla="*/ 98651 w 155286"/>
                <a:gd name="connsiteY0" fmla="*/ 34259 h 34259"/>
                <a:gd name="connsiteX1" fmla="*/ 68286 w 155286"/>
                <a:gd name="connsiteY1" fmla="*/ 27352 h 34259"/>
                <a:gd name="connsiteX2" fmla="*/ 10752 w 155286"/>
                <a:gd name="connsiteY2" fmla="*/ 19457 h 34259"/>
                <a:gd name="connsiteX3" fmla="*/ 794 w 155286"/>
                <a:gd name="connsiteY3" fmla="*/ 16003 h 34259"/>
                <a:gd name="connsiteX4" fmla="*/ 3958 w 155286"/>
                <a:gd name="connsiteY4" fmla="*/ 6213 h 34259"/>
                <a:gd name="connsiteX5" fmla="*/ 4114 w 155286"/>
                <a:gd name="connsiteY5" fmla="*/ 6135 h 34259"/>
                <a:gd name="connsiteX6" fmla="*/ 74556 w 155286"/>
                <a:gd name="connsiteY6" fmla="*/ 13783 h 34259"/>
                <a:gd name="connsiteX7" fmla="*/ 142048 w 155286"/>
                <a:gd name="connsiteY7" fmla="*/ 2682 h 34259"/>
                <a:gd name="connsiteX8" fmla="*/ 152614 w 155286"/>
                <a:gd name="connsiteY8" fmla="*/ 1766 h 34259"/>
                <a:gd name="connsiteX9" fmla="*/ 153526 w 155286"/>
                <a:gd name="connsiteY9" fmla="*/ 12368 h 34259"/>
                <a:gd name="connsiteX10" fmla="*/ 152129 w 155286"/>
                <a:gd name="connsiteY10" fmla="*/ 13660 h 34259"/>
                <a:gd name="connsiteX11" fmla="*/ 98651 w 155286"/>
                <a:gd name="connsiteY11" fmla="*/ 34259 h 34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286" h="34259">
                  <a:moveTo>
                    <a:pt x="98651" y="34259"/>
                  </a:moveTo>
                  <a:cubicBezTo>
                    <a:pt x="88143" y="34258"/>
                    <a:pt x="77768" y="31898"/>
                    <a:pt x="68286" y="27352"/>
                  </a:cubicBezTo>
                  <a:cubicBezTo>
                    <a:pt x="31405" y="9959"/>
                    <a:pt x="10875" y="19334"/>
                    <a:pt x="10752" y="19457"/>
                  </a:cubicBezTo>
                  <a:cubicBezTo>
                    <a:pt x="7050" y="21234"/>
                    <a:pt x="2613" y="19695"/>
                    <a:pt x="794" y="16003"/>
                  </a:cubicBezTo>
                  <a:cubicBezTo>
                    <a:pt x="-1027" y="12423"/>
                    <a:pt x="390" y="8040"/>
                    <a:pt x="3958" y="6213"/>
                  </a:cubicBezTo>
                  <a:cubicBezTo>
                    <a:pt x="4009" y="6186"/>
                    <a:pt x="4061" y="6161"/>
                    <a:pt x="4114" y="6135"/>
                  </a:cubicBezTo>
                  <a:cubicBezTo>
                    <a:pt x="5097" y="6135"/>
                    <a:pt x="30791" y="-6940"/>
                    <a:pt x="74556" y="13783"/>
                  </a:cubicBezTo>
                  <a:cubicBezTo>
                    <a:pt x="97301" y="23484"/>
                    <a:pt x="123581" y="19161"/>
                    <a:pt x="142048" y="2682"/>
                  </a:cubicBezTo>
                  <a:cubicBezTo>
                    <a:pt x="144714" y="-499"/>
                    <a:pt x="149444" y="-909"/>
                    <a:pt x="152614" y="1766"/>
                  </a:cubicBezTo>
                  <a:cubicBezTo>
                    <a:pt x="155784" y="4441"/>
                    <a:pt x="156192" y="9187"/>
                    <a:pt x="153526" y="12368"/>
                  </a:cubicBezTo>
                  <a:cubicBezTo>
                    <a:pt x="153117" y="12856"/>
                    <a:pt x="152647" y="13290"/>
                    <a:pt x="152129" y="13660"/>
                  </a:cubicBezTo>
                  <a:cubicBezTo>
                    <a:pt x="137212" y="26523"/>
                    <a:pt x="118314" y="33802"/>
                    <a:pt x="98651" y="34259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205A5C39-5AD1-D548-BCC7-B8E75F0FD5EC}"/>
                </a:ext>
              </a:extLst>
            </p:cNvPr>
            <p:cNvSpPr/>
            <p:nvPr/>
          </p:nvSpPr>
          <p:spPr>
            <a:xfrm>
              <a:off x="6069883" y="2533452"/>
              <a:ext cx="34180" cy="65841"/>
            </a:xfrm>
            <a:custGeom>
              <a:avLst/>
              <a:gdLst>
                <a:gd name="connsiteX0" fmla="*/ 9470 w 34180"/>
                <a:gd name="connsiteY0" fmla="*/ 65842 h 65841"/>
                <a:gd name="connsiteX1" fmla="*/ 6028 w 34180"/>
                <a:gd name="connsiteY1" fmla="*/ 65842 h 65841"/>
                <a:gd name="connsiteX2" fmla="*/ 4 w 34180"/>
                <a:gd name="connsiteY2" fmla="*/ 58441 h 65841"/>
                <a:gd name="connsiteX3" fmla="*/ 4 w 34180"/>
                <a:gd name="connsiteY3" fmla="*/ 7620 h 65841"/>
                <a:gd name="connsiteX4" fmla="*/ 6028 w 34180"/>
                <a:gd name="connsiteY4" fmla="*/ 96 h 65841"/>
                <a:gd name="connsiteX5" fmla="*/ 9593 w 34180"/>
                <a:gd name="connsiteY5" fmla="*/ 96 h 65841"/>
                <a:gd name="connsiteX6" fmla="*/ 34180 w 34180"/>
                <a:gd name="connsiteY6" fmla="*/ 33154 h 65841"/>
                <a:gd name="connsiteX7" fmla="*/ 9470 w 34180"/>
                <a:gd name="connsiteY7" fmla="*/ 65842 h 65841"/>
                <a:gd name="connsiteX8" fmla="*/ 14879 w 34180"/>
                <a:gd name="connsiteY8" fmla="*/ 18352 h 65841"/>
                <a:gd name="connsiteX9" fmla="*/ 14879 w 34180"/>
                <a:gd name="connsiteY9" fmla="*/ 46969 h 65841"/>
                <a:gd name="connsiteX10" fmla="*/ 18936 w 34180"/>
                <a:gd name="connsiteY10" fmla="*/ 32784 h 65841"/>
                <a:gd name="connsiteX11" fmla="*/ 14879 w 34180"/>
                <a:gd name="connsiteY11" fmla="*/ 18352 h 6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0" h="65841">
                  <a:moveTo>
                    <a:pt x="9470" y="65842"/>
                  </a:moveTo>
                  <a:lnTo>
                    <a:pt x="6028" y="65842"/>
                  </a:lnTo>
                  <a:cubicBezTo>
                    <a:pt x="2516" y="65135"/>
                    <a:pt x="-7" y="62035"/>
                    <a:pt x="4" y="58441"/>
                  </a:cubicBezTo>
                  <a:lnTo>
                    <a:pt x="4" y="7620"/>
                  </a:lnTo>
                  <a:cubicBezTo>
                    <a:pt x="-118" y="3963"/>
                    <a:pt x="2442" y="764"/>
                    <a:pt x="6028" y="96"/>
                  </a:cubicBezTo>
                  <a:cubicBezTo>
                    <a:pt x="7213" y="-32"/>
                    <a:pt x="8408" y="-32"/>
                    <a:pt x="9593" y="96"/>
                  </a:cubicBezTo>
                  <a:cubicBezTo>
                    <a:pt x="23239" y="96"/>
                    <a:pt x="34180" y="14651"/>
                    <a:pt x="34180" y="33154"/>
                  </a:cubicBezTo>
                  <a:cubicBezTo>
                    <a:pt x="34180" y="51656"/>
                    <a:pt x="23608" y="65842"/>
                    <a:pt x="9470" y="65842"/>
                  </a:cubicBezTo>
                  <a:close/>
                  <a:moveTo>
                    <a:pt x="14879" y="18352"/>
                  </a:moveTo>
                  <a:lnTo>
                    <a:pt x="14879" y="46969"/>
                  </a:lnTo>
                  <a:cubicBezTo>
                    <a:pt x="17643" y="42767"/>
                    <a:pt x="19058" y="37817"/>
                    <a:pt x="18936" y="32784"/>
                  </a:cubicBezTo>
                  <a:cubicBezTo>
                    <a:pt x="19109" y="27667"/>
                    <a:pt x="17691" y="22623"/>
                    <a:pt x="14879" y="1835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8A2AC604-EB3C-6341-9700-017CF7EAECB2}"/>
                </a:ext>
              </a:extLst>
            </p:cNvPr>
            <p:cNvSpPr/>
            <p:nvPr/>
          </p:nvSpPr>
          <p:spPr>
            <a:xfrm>
              <a:off x="5902080" y="2533077"/>
              <a:ext cx="34300" cy="66216"/>
            </a:xfrm>
            <a:custGeom>
              <a:avLst/>
              <a:gdLst>
                <a:gd name="connsiteX0" fmla="*/ 24587 w 34300"/>
                <a:gd name="connsiteY0" fmla="*/ 66216 h 66216"/>
                <a:gd name="connsiteX1" fmla="*/ 0 w 34300"/>
                <a:gd name="connsiteY1" fmla="*/ 33158 h 66216"/>
                <a:gd name="connsiteX2" fmla="*/ 24587 w 34300"/>
                <a:gd name="connsiteY2" fmla="*/ 100 h 66216"/>
                <a:gd name="connsiteX3" fmla="*/ 28275 w 34300"/>
                <a:gd name="connsiteY3" fmla="*/ 100 h 66216"/>
                <a:gd name="connsiteX4" fmla="*/ 34299 w 34300"/>
                <a:gd name="connsiteY4" fmla="*/ 7625 h 66216"/>
                <a:gd name="connsiteX5" fmla="*/ 34299 w 34300"/>
                <a:gd name="connsiteY5" fmla="*/ 58075 h 66216"/>
                <a:gd name="connsiteX6" fmla="*/ 28275 w 34300"/>
                <a:gd name="connsiteY6" fmla="*/ 65476 h 66216"/>
                <a:gd name="connsiteX7" fmla="*/ 24587 w 34300"/>
                <a:gd name="connsiteY7" fmla="*/ 66216 h 66216"/>
                <a:gd name="connsiteX8" fmla="*/ 19301 w 34300"/>
                <a:gd name="connsiteY8" fmla="*/ 18726 h 66216"/>
                <a:gd name="connsiteX9" fmla="*/ 15244 w 34300"/>
                <a:gd name="connsiteY9" fmla="*/ 33158 h 66216"/>
                <a:gd name="connsiteX10" fmla="*/ 19301 w 34300"/>
                <a:gd name="connsiteY10" fmla="*/ 47590 h 6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00" h="66216">
                  <a:moveTo>
                    <a:pt x="24587" y="66216"/>
                  </a:moveTo>
                  <a:cubicBezTo>
                    <a:pt x="11064" y="66216"/>
                    <a:pt x="0" y="51661"/>
                    <a:pt x="0" y="33158"/>
                  </a:cubicBezTo>
                  <a:cubicBezTo>
                    <a:pt x="0" y="14656"/>
                    <a:pt x="10695" y="100"/>
                    <a:pt x="24587" y="100"/>
                  </a:cubicBezTo>
                  <a:cubicBezTo>
                    <a:pt x="25813" y="-33"/>
                    <a:pt x="27050" y="-33"/>
                    <a:pt x="28275" y="100"/>
                  </a:cubicBezTo>
                  <a:cubicBezTo>
                    <a:pt x="31833" y="816"/>
                    <a:pt x="34370" y="3984"/>
                    <a:pt x="34299" y="7625"/>
                  </a:cubicBezTo>
                  <a:lnTo>
                    <a:pt x="34299" y="58075"/>
                  </a:lnTo>
                  <a:cubicBezTo>
                    <a:pt x="34263" y="61652"/>
                    <a:pt x="31761" y="64726"/>
                    <a:pt x="28275" y="65476"/>
                  </a:cubicBezTo>
                  <a:cubicBezTo>
                    <a:pt x="27076" y="65855"/>
                    <a:pt x="25839" y="66103"/>
                    <a:pt x="24587" y="66216"/>
                  </a:cubicBezTo>
                  <a:close/>
                  <a:moveTo>
                    <a:pt x="19301" y="18726"/>
                  </a:moveTo>
                  <a:cubicBezTo>
                    <a:pt x="16489" y="22998"/>
                    <a:pt x="15071" y="28042"/>
                    <a:pt x="15244" y="33158"/>
                  </a:cubicBezTo>
                  <a:cubicBezTo>
                    <a:pt x="15134" y="38267"/>
                    <a:pt x="16547" y="43292"/>
                    <a:pt x="19301" y="4759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85990948-BB42-4840-AD66-96A8E6239156}"/>
                </a:ext>
              </a:extLst>
            </p:cNvPr>
            <p:cNvSpPr/>
            <p:nvPr/>
          </p:nvSpPr>
          <p:spPr>
            <a:xfrm>
              <a:off x="6097504" y="2516432"/>
              <a:ext cx="92983" cy="197454"/>
            </a:xfrm>
            <a:custGeom>
              <a:avLst/>
              <a:gdLst>
                <a:gd name="connsiteX0" fmla="*/ 46882 w 92983"/>
                <a:gd name="connsiteY0" fmla="*/ 197455 h 197454"/>
                <a:gd name="connsiteX1" fmla="*/ 40121 w 92983"/>
                <a:gd name="connsiteY1" fmla="*/ 193014 h 197454"/>
                <a:gd name="connsiteX2" fmla="*/ 43781 w 92983"/>
                <a:gd name="connsiteY2" fmla="*/ 183213 h 197454"/>
                <a:gd name="connsiteX3" fmla="*/ 43932 w 92983"/>
                <a:gd name="connsiteY3" fmla="*/ 183146 h 197454"/>
                <a:gd name="connsiteX4" fmla="*/ 78108 w 92983"/>
                <a:gd name="connsiteY4" fmla="*/ 130598 h 197454"/>
                <a:gd name="connsiteX5" fmla="*/ 78108 w 92983"/>
                <a:gd name="connsiteY5" fmla="*/ 72377 h 197454"/>
                <a:gd name="connsiteX6" fmla="*/ 20697 w 92983"/>
                <a:gd name="connsiteY6" fmla="*/ 15018 h 197454"/>
                <a:gd name="connsiteX7" fmla="*/ 20574 w 92983"/>
                <a:gd name="connsiteY7" fmla="*/ 15018 h 197454"/>
                <a:gd name="connsiteX8" fmla="*/ 9755 w 92983"/>
                <a:gd name="connsiteY8" fmla="*/ 16128 h 197454"/>
                <a:gd name="connsiteX9" fmla="*/ 349 w 92983"/>
                <a:gd name="connsiteY9" fmla="*/ 11214 h 197454"/>
                <a:gd name="connsiteX10" fmla="*/ 5247 w 92983"/>
                <a:gd name="connsiteY10" fmla="*/ 1776 h 197454"/>
                <a:gd name="connsiteX11" fmla="*/ 6928 w 92983"/>
                <a:gd name="connsiteY11" fmla="*/ 1450 h 197454"/>
                <a:gd name="connsiteX12" fmla="*/ 91553 w 92983"/>
                <a:gd name="connsiteY12" fmla="*/ 57742 h 197454"/>
                <a:gd name="connsiteX13" fmla="*/ 92983 w 92983"/>
                <a:gd name="connsiteY13" fmla="*/ 72377 h 197454"/>
                <a:gd name="connsiteX14" fmla="*/ 92983 w 92983"/>
                <a:gd name="connsiteY14" fmla="*/ 130598 h 197454"/>
                <a:gd name="connsiteX15" fmla="*/ 49956 w 92983"/>
                <a:gd name="connsiteY15" fmla="*/ 196838 h 197454"/>
                <a:gd name="connsiteX16" fmla="*/ 46882 w 92983"/>
                <a:gd name="connsiteY16" fmla="*/ 197455 h 19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983" h="197454">
                  <a:moveTo>
                    <a:pt x="46882" y="197455"/>
                  </a:moveTo>
                  <a:cubicBezTo>
                    <a:pt x="43958" y="197424"/>
                    <a:pt x="41319" y="195691"/>
                    <a:pt x="40121" y="193014"/>
                  </a:cubicBezTo>
                  <a:cubicBezTo>
                    <a:pt x="38434" y="189294"/>
                    <a:pt x="40073" y="184905"/>
                    <a:pt x="43781" y="183213"/>
                  </a:cubicBezTo>
                  <a:cubicBezTo>
                    <a:pt x="43831" y="183190"/>
                    <a:pt x="43881" y="183168"/>
                    <a:pt x="43932" y="183146"/>
                  </a:cubicBezTo>
                  <a:cubicBezTo>
                    <a:pt x="64709" y="173989"/>
                    <a:pt x="78121" y="153368"/>
                    <a:pt x="78108" y="130598"/>
                  </a:cubicBezTo>
                  <a:lnTo>
                    <a:pt x="78108" y="72377"/>
                  </a:lnTo>
                  <a:cubicBezTo>
                    <a:pt x="78040" y="40630"/>
                    <a:pt x="52337" y="14950"/>
                    <a:pt x="20697" y="15018"/>
                  </a:cubicBezTo>
                  <a:cubicBezTo>
                    <a:pt x="20656" y="15018"/>
                    <a:pt x="20615" y="15018"/>
                    <a:pt x="20574" y="15018"/>
                  </a:cubicBezTo>
                  <a:cubicBezTo>
                    <a:pt x="16939" y="15015"/>
                    <a:pt x="13314" y="15387"/>
                    <a:pt x="9755" y="16128"/>
                  </a:cubicBezTo>
                  <a:cubicBezTo>
                    <a:pt x="5805" y="17378"/>
                    <a:pt x="1594" y="15177"/>
                    <a:pt x="349" y="11214"/>
                  </a:cubicBezTo>
                  <a:cubicBezTo>
                    <a:pt x="-896" y="7251"/>
                    <a:pt x="1297" y="3025"/>
                    <a:pt x="5247" y="1776"/>
                  </a:cubicBezTo>
                  <a:cubicBezTo>
                    <a:pt x="5793" y="1603"/>
                    <a:pt x="6357" y="1494"/>
                    <a:pt x="6928" y="1450"/>
                  </a:cubicBezTo>
                  <a:cubicBezTo>
                    <a:pt x="45789" y="-6453"/>
                    <a:pt x="83677" y="18750"/>
                    <a:pt x="91553" y="57742"/>
                  </a:cubicBezTo>
                  <a:cubicBezTo>
                    <a:pt x="92526" y="62558"/>
                    <a:pt x="93005" y="67462"/>
                    <a:pt x="92983" y="72377"/>
                  </a:cubicBezTo>
                  <a:lnTo>
                    <a:pt x="92983" y="130598"/>
                  </a:lnTo>
                  <a:cubicBezTo>
                    <a:pt x="92950" y="159271"/>
                    <a:pt x="76086" y="185233"/>
                    <a:pt x="49956" y="196838"/>
                  </a:cubicBezTo>
                  <a:cubicBezTo>
                    <a:pt x="48974" y="197221"/>
                    <a:pt x="47934" y="197429"/>
                    <a:pt x="46882" y="19745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960EE071-1C2E-9646-81F3-FAFB75C031F5}"/>
                </a:ext>
              </a:extLst>
            </p:cNvPr>
            <p:cNvSpPr/>
            <p:nvPr/>
          </p:nvSpPr>
          <p:spPr>
            <a:xfrm>
              <a:off x="6059471" y="2677861"/>
              <a:ext cx="40707" cy="36026"/>
            </a:xfrm>
            <a:custGeom>
              <a:avLst/>
              <a:gdLst>
                <a:gd name="connsiteX0" fmla="*/ 33282 w 40707"/>
                <a:gd name="connsiteY0" fmla="*/ 36026 h 36026"/>
                <a:gd name="connsiteX1" fmla="*/ 30209 w 40707"/>
                <a:gd name="connsiteY1" fmla="*/ 35409 h 36026"/>
                <a:gd name="connsiteX2" fmla="*/ 1442 w 40707"/>
                <a:gd name="connsiteY2" fmla="*/ 11973 h 36026"/>
                <a:gd name="connsiteX3" fmla="*/ 3040 w 40707"/>
                <a:gd name="connsiteY3" fmla="*/ 1488 h 36026"/>
                <a:gd name="connsiteX4" fmla="*/ 13205 w 40707"/>
                <a:gd name="connsiteY4" fmla="*/ 2869 h 36026"/>
                <a:gd name="connsiteX5" fmla="*/ 13367 w 40707"/>
                <a:gd name="connsiteY5" fmla="*/ 3091 h 36026"/>
                <a:gd name="connsiteX6" fmla="*/ 36233 w 40707"/>
                <a:gd name="connsiteY6" fmla="*/ 21717 h 36026"/>
                <a:gd name="connsiteX7" fmla="*/ 40110 w 40707"/>
                <a:gd name="connsiteY7" fmla="*/ 31434 h 36026"/>
                <a:gd name="connsiteX8" fmla="*/ 40044 w 40707"/>
                <a:gd name="connsiteY8" fmla="*/ 31585 h 36026"/>
                <a:gd name="connsiteX9" fmla="*/ 33282 w 40707"/>
                <a:gd name="connsiteY9" fmla="*/ 36026 h 36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07" h="36026">
                  <a:moveTo>
                    <a:pt x="33282" y="36026"/>
                  </a:moveTo>
                  <a:cubicBezTo>
                    <a:pt x="32229" y="36011"/>
                    <a:pt x="31187" y="35802"/>
                    <a:pt x="30209" y="35409"/>
                  </a:cubicBezTo>
                  <a:cubicBezTo>
                    <a:pt x="18789" y="30181"/>
                    <a:pt x="8887" y="22114"/>
                    <a:pt x="1442" y="11973"/>
                  </a:cubicBezTo>
                  <a:cubicBezTo>
                    <a:pt x="-988" y="8631"/>
                    <a:pt x="-274" y="3948"/>
                    <a:pt x="3040" y="1488"/>
                  </a:cubicBezTo>
                  <a:cubicBezTo>
                    <a:pt x="6227" y="-947"/>
                    <a:pt x="10778" y="-329"/>
                    <a:pt x="13205" y="2869"/>
                  </a:cubicBezTo>
                  <a:cubicBezTo>
                    <a:pt x="13260" y="2942"/>
                    <a:pt x="13314" y="3016"/>
                    <a:pt x="13367" y="3091"/>
                  </a:cubicBezTo>
                  <a:cubicBezTo>
                    <a:pt x="19285" y="11151"/>
                    <a:pt x="27156" y="17562"/>
                    <a:pt x="36233" y="21717"/>
                  </a:cubicBezTo>
                  <a:cubicBezTo>
                    <a:pt x="39978" y="23326"/>
                    <a:pt x="41714" y="27676"/>
                    <a:pt x="40110" y="31434"/>
                  </a:cubicBezTo>
                  <a:cubicBezTo>
                    <a:pt x="40089" y="31485"/>
                    <a:pt x="40067" y="31535"/>
                    <a:pt x="40044" y="31585"/>
                  </a:cubicBezTo>
                  <a:cubicBezTo>
                    <a:pt x="38871" y="34283"/>
                    <a:pt x="36216" y="36027"/>
                    <a:pt x="33282" y="36026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48166765-FEF1-784B-9F27-A7BCAEA6C414}"/>
                </a:ext>
              </a:extLst>
            </p:cNvPr>
            <p:cNvSpPr/>
            <p:nvPr/>
          </p:nvSpPr>
          <p:spPr>
            <a:xfrm>
              <a:off x="6107147" y="2558185"/>
              <a:ext cx="78093" cy="30747"/>
            </a:xfrm>
            <a:custGeom>
              <a:avLst/>
              <a:gdLst>
                <a:gd name="connsiteX0" fmla="*/ 29126 w 78093"/>
                <a:gd name="connsiteY0" fmla="*/ 30747 h 30747"/>
                <a:gd name="connsiteX1" fmla="*/ 4539 w 78093"/>
                <a:gd name="connsiteY1" fmla="*/ 25690 h 30747"/>
                <a:gd name="connsiteX2" fmla="*/ 605 w 78093"/>
                <a:gd name="connsiteY2" fmla="*/ 15822 h 30747"/>
                <a:gd name="connsiteX3" fmla="*/ 10107 w 78093"/>
                <a:gd name="connsiteY3" fmla="*/ 11504 h 30747"/>
                <a:gd name="connsiteX4" fmla="*/ 10931 w 78093"/>
                <a:gd name="connsiteY4" fmla="*/ 11875 h 30747"/>
                <a:gd name="connsiteX5" fmla="*/ 66253 w 78093"/>
                <a:gd name="connsiteY5" fmla="*/ 1390 h 30747"/>
                <a:gd name="connsiteX6" fmla="*/ 76709 w 78093"/>
                <a:gd name="connsiteY6" fmla="*/ 3169 h 30747"/>
                <a:gd name="connsiteX7" fmla="*/ 76333 w 78093"/>
                <a:gd name="connsiteY7" fmla="*/ 12368 h 30747"/>
                <a:gd name="connsiteX8" fmla="*/ 29126 w 78093"/>
                <a:gd name="connsiteY8" fmla="*/ 30747 h 3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93" h="30747">
                  <a:moveTo>
                    <a:pt x="29126" y="30747"/>
                  </a:moveTo>
                  <a:cubicBezTo>
                    <a:pt x="20674" y="30745"/>
                    <a:pt x="12310" y="29025"/>
                    <a:pt x="4539" y="25690"/>
                  </a:cubicBezTo>
                  <a:cubicBezTo>
                    <a:pt x="740" y="24051"/>
                    <a:pt x="-1019" y="19637"/>
                    <a:pt x="605" y="15822"/>
                  </a:cubicBezTo>
                  <a:cubicBezTo>
                    <a:pt x="2040" y="11997"/>
                    <a:pt x="6295" y="10063"/>
                    <a:pt x="10107" y="11504"/>
                  </a:cubicBezTo>
                  <a:cubicBezTo>
                    <a:pt x="10389" y="11611"/>
                    <a:pt x="10664" y="11734"/>
                    <a:pt x="10931" y="11875"/>
                  </a:cubicBezTo>
                  <a:cubicBezTo>
                    <a:pt x="29904" y="18678"/>
                    <a:pt x="51060" y="14669"/>
                    <a:pt x="66253" y="1390"/>
                  </a:cubicBezTo>
                  <a:cubicBezTo>
                    <a:pt x="69630" y="-1016"/>
                    <a:pt x="74311" y="-220"/>
                    <a:pt x="76709" y="3169"/>
                  </a:cubicBezTo>
                  <a:cubicBezTo>
                    <a:pt x="78686" y="5963"/>
                    <a:pt x="78532" y="9745"/>
                    <a:pt x="76333" y="12368"/>
                  </a:cubicBezTo>
                  <a:cubicBezTo>
                    <a:pt x="63192" y="23792"/>
                    <a:pt x="46507" y="30288"/>
                    <a:pt x="29126" y="3074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0BBCF17E-D0E0-604A-A903-E92F6DFA3DFD}"/>
                </a:ext>
              </a:extLst>
            </p:cNvPr>
            <p:cNvSpPr/>
            <p:nvPr/>
          </p:nvSpPr>
          <p:spPr>
            <a:xfrm>
              <a:off x="6175608" y="2579713"/>
              <a:ext cx="31475" cy="59272"/>
            </a:xfrm>
            <a:custGeom>
              <a:avLst/>
              <a:gdLst>
                <a:gd name="connsiteX0" fmla="*/ 9224 w 31475"/>
                <a:gd name="connsiteY0" fmla="*/ 59176 h 59272"/>
                <a:gd name="connsiteX1" fmla="*/ 6028 w 31475"/>
                <a:gd name="connsiteY1" fmla="*/ 59176 h 59272"/>
                <a:gd name="connsiteX2" fmla="*/ 4 w 31475"/>
                <a:gd name="connsiteY2" fmla="*/ 51898 h 59272"/>
                <a:gd name="connsiteX3" fmla="*/ 4 w 31475"/>
                <a:gd name="connsiteY3" fmla="*/ 7615 h 59272"/>
                <a:gd name="connsiteX4" fmla="*/ 6028 w 31475"/>
                <a:gd name="connsiteY4" fmla="*/ 91 h 59272"/>
                <a:gd name="connsiteX5" fmla="*/ 9347 w 31475"/>
                <a:gd name="connsiteY5" fmla="*/ 91 h 59272"/>
                <a:gd name="connsiteX6" fmla="*/ 31476 w 31475"/>
                <a:gd name="connsiteY6" fmla="*/ 29819 h 59272"/>
                <a:gd name="connsiteX7" fmla="*/ 9224 w 31475"/>
                <a:gd name="connsiteY7" fmla="*/ 59176 h 59272"/>
                <a:gd name="connsiteX8" fmla="*/ 14879 w 31475"/>
                <a:gd name="connsiteY8" fmla="*/ 20691 h 59272"/>
                <a:gd name="connsiteX9" fmla="*/ 14879 w 31475"/>
                <a:gd name="connsiteY9" fmla="*/ 38083 h 59272"/>
                <a:gd name="connsiteX10" fmla="*/ 16232 w 31475"/>
                <a:gd name="connsiteY10" fmla="*/ 29202 h 59272"/>
                <a:gd name="connsiteX11" fmla="*/ 14879 w 31475"/>
                <a:gd name="connsiteY11" fmla="*/ 20691 h 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475" h="59272">
                  <a:moveTo>
                    <a:pt x="9224" y="59176"/>
                  </a:moveTo>
                  <a:cubicBezTo>
                    <a:pt x="8163" y="59304"/>
                    <a:pt x="7090" y="59304"/>
                    <a:pt x="6028" y="59176"/>
                  </a:cubicBezTo>
                  <a:cubicBezTo>
                    <a:pt x="2508" y="58569"/>
                    <a:pt x="-47" y="55482"/>
                    <a:pt x="4" y="51898"/>
                  </a:cubicBezTo>
                  <a:lnTo>
                    <a:pt x="4" y="7615"/>
                  </a:lnTo>
                  <a:cubicBezTo>
                    <a:pt x="-118" y="3958"/>
                    <a:pt x="2442" y="760"/>
                    <a:pt x="6028" y="91"/>
                  </a:cubicBezTo>
                  <a:cubicBezTo>
                    <a:pt x="7131" y="-30"/>
                    <a:pt x="8244" y="-30"/>
                    <a:pt x="9347" y="91"/>
                  </a:cubicBezTo>
                  <a:cubicBezTo>
                    <a:pt x="21641" y="91"/>
                    <a:pt x="31476" y="13166"/>
                    <a:pt x="31476" y="29819"/>
                  </a:cubicBezTo>
                  <a:cubicBezTo>
                    <a:pt x="31476" y="46471"/>
                    <a:pt x="21641" y="59176"/>
                    <a:pt x="9224" y="59176"/>
                  </a:cubicBezTo>
                  <a:close/>
                  <a:moveTo>
                    <a:pt x="14879" y="20691"/>
                  </a:moveTo>
                  <a:lnTo>
                    <a:pt x="14879" y="38083"/>
                  </a:lnTo>
                  <a:cubicBezTo>
                    <a:pt x="15922" y="35244"/>
                    <a:pt x="16382" y="32223"/>
                    <a:pt x="16232" y="29202"/>
                  </a:cubicBezTo>
                  <a:cubicBezTo>
                    <a:pt x="16282" y="26307"/>
                    <a:pt x="15824" y="23426"/>
                    <a:pt x="14879" y="20691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27BF131D-60DD-F14B-912F-19A445E75883}"/>
                </a:ext>
              </a:extLst>
            </p:cNvPr>
            <p:cNvSpPr/>
            <p:nvPr/>
          </p:nvSpPr>
          <p:spPr>
            <a:xfrm>
              <a:off x="5895318" y="2698961"/>
              <a:ext cx="215506" cy="212782"/>
            </a:xfrm>
            <a:custGeom>
              <a:avLst/>
              <a:gdLst>
                <a:gd name="connsiteX0" fmla="*/ 107692 w 215506"/>
                <a:gd name="connsiteY0" fmla="*/ 212782 h 212782"/>
                <a:gd name="connsiteX1" fmla="*/ 0 w 215506"/>
                <a:gd name="connsiteY1" fmla="*/ 7402 h 212782"/>
                <a:gd name="connsiteX2" fmla="*/ 7375 w 215506"/>
                <a:gd name="connsiteY2" fmla="*/ 0 h 212782"/>
                <a:gd name="connsiteX3" fmla="*/ 7499 w 215506"/>
                <a:gd name="connsiteY3" fmla="*/ 1 h 212782"/>
                <a:gd name="connsiteX4" fmla="*/ 208008 w 215506"/>
                <a:gd name="connsiteY4" fmla="*/ 1 h 212782"/>
                <a:gd name="connsiteX5" fmla="*/ 215507 w 215506"/>
                <a:gd name="connsiteY5" fmla="*/ 7402 h 212782"/>
                <a:gd name="connsiteX6" fmla="*/ 107692 w 215506"/>
                <a:gd name="connsiteY6" fmla="*/ 212782 h 212782"/>
                <a:gd name="connsiteX7" fmla="*/ 14998 w 215506"/>
                <a:gd name="connsiteY7" fmla="*/ 15420 h 212782"/>
                <a:gd name="connsiteX8" fmla="*/ 107692 w 215506"/>
                <a:gd name="connsiteY8" fmla="*/ 198350 h 212782"/>
                <a:gd name="connsiteX9" fmla="*/ 200509 w 215506"/>
                <a:gd name="connsiteY9" fmla="*/ 14927 h 21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506" h="212782">
                  <a:moveTo>
                    <a:pt x="107692" y="212782"/>
                  </a:moveTo>
                  <a:cubicBezTo>
                    <a:pt x="47330" y="212782"/>
                    <a:pt x="0" y="122612"/>
                    <a:pt x="0" y="7402"/>
                  </a:cubicBezTo>
                  <a:cubicBezTo>
                    <a:pt x="-1" y="3315"/>
                    <a:pt x="3301" y="1"/>
                    <a:pt x="7375" y="0"/>
                  </a:cubicBezTo>
                  <a:cubicBezTo>
                    <a:pt x="7416" y="0"/>
                    <a:pt x="7458" y="0"/>
                    <a:pt x="7499" y="1"/>
                  </a:cubicBezTo>
                  <a:lnTo>
                    <a:pt x="208008" y="1"/>
                  </a:lnTo>
                  <a:cubicBezTo>
                    <a:pt x="212102" y="0"/>
                    <a:pt x="215440" y="3295"/>
                    <a:pt x="215507" y="7402"/>
                  </a:cubicBezTo>
                  <a:cubicBezTo>
                    <a:pt x="215507" y="122612"/>
                    <a:pt x="168177" y="212782"/>
                    <a:pt x="107692" y="212782"/>
                  </a:cubicBezTo>
                  <a:close/>
                  <a:moveTo>
                    <a:pt x="14998" y="15420"/>
                  </a:moveTo>
                  <a:cubicBezTo>
                    <a:pt x="16965" y="115335"/>
                    <a:pt x="58640" y="198350"/>
                    <a:pt x="107692" y="198350"/>
                  </a:cubicBezTo>
                  <a:cubicBezTo>
                    <a:pt x="156743" y="198350"/>
                    <a:pt x="198173" y="114841"/>
                    <a:pt x="200509" y="1492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0C36AEFC-9AC5-C94D-BD3D-7B9170C145EE}"/>
                </a:ext>
              </a:extLst>
            </p:cNvPr>
            <p:cNvSpPr/>
            <p:nvPr/>
          </p:nvSpPr>
          <p:spPr>
            <a:xfrm>
              <a:off x="5815655" y="2516446"/>
              <a:ext cx="92982" cy="197446"/>
            </a:xfrm>
            <a:custGeom>
              <a:avLst/>
              <a:gdLst>
                <a:gd name="connsiteX0" fmla="*/ 46102 w 92982"/>
                <a:gd name="connsiteY0" fmla="*/ 197441 h 197446"/>
                <a:gd name="connsiteX1" fmla="*/ 43028 w 92982"/>
                <a:gd name="connsiteY1" fmla="*/ 196824 h 197446"/>
                <a:gd name="connsiteX2" fmla="*/ 1 w 92982"/>
                <a:gd name="connsiteY2" fmla="*/ 130584 h 197446"/>
                <a:gd name="connsiteX3" fmla="*/ 1 w 92982"/>
                <a:gd name="connsiteY3" fmla="*/ 72363 h 197446"/>
                <a:gd name="connsiteX4" fmla="*/ 71470 w 92982"/>
                <a:gd name="connsiteY4" fmla="*/ 1 h 197446"/>
                <a:gd name="connsiteX5" fmla="*/ 86056 w 92982"/>
                <a:gd name="connsiteY5" fmla="*/ 1436 h 197446"/>
                <a:gd name="connsiteX6" fmla="*/ 92960 w 92982"/>
                <a:gd name="connsiteY6" fmla="*/ 9513 h 197446"/>
                <a:gd name="connsiteX7" fmla="*/ 84910 w 92982"/>
                <a:gd name="connsiteY7" fmla="*/ 16440 h 197446"/>
                <a:gd name="connsiteX8" fmla="*/ 83228 w 92982"/>
                <a:gd name="connsiteY8" fmla="*/ 16114 h 197446"/>
                <a:gd name="connsiteX9" fmla="*/ 72410 w 92982"/>
                <a:gd name="connsiteY9" fmla="*/ 15004 h 197446"/>
                <a:gd name="connsiteX10" fmla="*/ 15245 w 92982"/>
                <a:gd name="connsiteY10" fmla="*/ 72363 h 197446"/>
                <a:gd name="connsiteX11" fmla="*/ 15245 w 92982"/>
                <a:gd name="connsiteY11" fmla="*/ 130584 h 197446"/>
                <a:gd name="connsiteX12" fmla="*/ 49421 w 92982"/>
                <a:gd name="connsiteY12" fmla="*/ 183132 h 197446"/>
                <a:gd name="connsiteX13" fmla="*/ 53299 w 92982"/>
                <a:gd name="connsiteY13" fmla="*/ 192849 h 197446"/>
                <a:gd name="connsiteX14" fmla="*/ 53232 w 92982"/>
                <a:gd name="connsiteY14" fmla="*/ 193000 h 197446"/>
                <a:gd name="connsiteX15" fmla="*/ 46102 w 92982"/>
                <a:gd name="connsiteY15" fmla="*/ 197441 h 19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982" h="197446">
                  <a:moveTo>
                    <a:pt x="46102" y="197441"/>
                  </a:moveTo>
                  <a:cubicBezTo>
                    <a:pt x="45048" y="197426"/>
                    <a:pt x="44007" y="197217"/>
                    <a:pt x="43028" y="196824"/>
                  </a:cubicBezTo>
                  <a:cubicBezTo>
                    <a:pt x="16855" y="185269"/>
                    <a:pt x="-30" y="159276"/>
                    <a:pt x="1" y="130584"/>
                  </a:cubicBezTo>
                  <a:lnTo>
                    <a:pt x="1" y="72363"/>
                  </a:lnTo>
                  <a:cubicBezTo>
                    <a:pt x="-178" y="32578"/>
                    <a:pt x="31820" y="180"/>
                    <a:pt x="71470" y="1"/>
                  </a:cubicBezTo>
                  <a:cubicBezTo>
                    <a:pt x="76368" y="-21"/>
                    <a:pt x="81256" y="459"/>
                    <a:pt x="86056" y="1436"/>
                  </a:cubicBezTo>
                  <a:cubicBezTo>
                    <a:pt x="90186" y="1753"/>
                    <a:pt x="93277" y="5370"/>
                    <a:pt x="92960" y="9513"/>
                  </a:cubicBezTo>
                  <a:cubicBezTo>
                    <a:pt x="92643" y="13657"/>
                    <a:pt x="89039" y="16758"/>
                    <a:pt x="84910" y="16440"/>
                  </a:cubicBezTo>
                  <a:cubicBezTo>
                    <a:pt x="84339" y="16396"/>
                    <a:pt x="83775" y="16287"/>
                    <a:pt x="83228" y="16114"/>
                  </a:cubicBezTo>
                  <a:cubicBezTo>
                    <a:pt x="79670" y="15373"/>
                    <a:pt x="76045" y="15001"/>
                    <a:pt x="72410" y="15004"/>
                  </a:cubicBezTo>
                  <a:cubicBezTo>
                    <a:pt x="40867" y="15072"/>
                    <a:pt x="15312" y="40713"/>
                    <a:pt x="15245" y="72363"/>
                  </a:cubicBezTo>
                  <a:lnTo>
                    <a:pt x="15245" y="130584"/>
                  </a:lnTo>
                  <a:cubicBezTo>
                    <a:pt x="15232" y="153354"/>
                    <a:pt x="28644" y="173975"/>
                    <a:pt x="49421" y="183132"/>
                  </a:cubicBezTo>
                  <a:cubicBezTo>
                    <a:pt x="53166" y="184741"/>
                    <a:pt x="54902" y="189091"/>
                    <a:pt x="53299" y="192849"/>
                  </a:cubicBezTo>
                  <a:cubicBezTo>
                    <a:pt x="53277" y="192900"/>
                    <a:pt x="53255" y="192950"/>
                    <a:pt x="53232" y="193000"/>
                  </a:cubicBezTo>
                  <a:cubicBezTo>
                    <a:pt x="51981" y="195801"/>
                    <a:pt x="49159" y="197558"/>
                    <a:pt x="46102" y="197441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54D5346C-1744-454E-B5F0-BDC4DBAFF7F0}"/>
                </a:ext>
              </a:extLst>
            </p:cNvPr>
            <p:cNvSpPr/>
            <p:nvPr/>
          </p:nvSpPr>
          <p:spPr>
            <a:xfrm>
              <a:off x="5821879" y="2558775"/>
              <a:ext cx="76871" cy="30157"/>
            </a:xfrm>
            <a:custGeom>
              <a:avLst/>
              <a:gdLst>
                <a:gd name="connsiteX0" fmla="*/ 47991 w 76871"/>
                <a:gd name="connsiteY0" fmla="*/ 30158 h 30157"/>
                <a:gd name="connsiteX1" fmla="*/ 1153 w 76871"/>
                <a:gd name="connsiteY1" fmla="*/ 11531 h 30157"/>
                <a:gd name="connsiteX2" fmla="*/ 3507 w 76871"/>
                <a:gd name="connsiteY2" fmla="*/ 1156 h 30157"/>
                <a:gd name="connsiteX3" fmla="*/ 10865 w 76871"/>
                <a:gd name="connsiteY3" fmla="*/ 800 h 30157"/>
                <a:gd name="connsiteX4" fmla="*/ 66555 w 76871"/>
                <a:gd name="connsiteY4" fmla="*/ 11531 h 30157"/>
                <a:gd name="connsiteX5" fmla="*/ 76241 w 76871"/>
                <a:gd name="connsiteY5" fmla="*/ 15417 h 30157"/>
                <a:gd name="connsiteX6" fmla="*/ 76267 w 76871"/>
                <a:gd name="connsiteY6" fmla="*/ 15479 h 30157"/>
                <a:gd name="connsiteX7" fmla="*/ 72333 w 76871"/>
                <a:gd name="connsiteY7" fmla="*/ 25347 h 30157"/>
                <a:gd name="connsiteX8" fmla="*/ 47991 w 76871"/>
                <a:gd name="connsiteY8" fmla="*/ 30158 h 3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871" h="30157">
                  <a:moveTo>
                    <a:pt x="47991" y="30158"/>
                  </a:moveTo>
                  <a:cubicBezTo>
                    <a:pt x="30707" y="29545"/>
                    <a:pt x="14163" y="22966"/>
                    <a:pt x="1153" y="11531"/>
                  </a:cubicBezTo>
                  <a:cubicBezTo>
                    <a:pt x="-1053" y="8014"/>
                    <a:pt x="1" y="3369"/>
                    <a:pt x="3507" y="1156"/>
                  </a:cubicBezTo>
                  <a:cubicBezTo>
                    <a:pt x="5728" y="-247"/>
                    <a:pt x="8519" y="-382"/>
                    <a:pt x="10865" y="800"/>
                  </a:cubicBezTo>
                  <a:cubicBezTo>
                    <a:pt x="26038" y="14403"/>
                    <a:pt x="47439" y="18527"/>
                    <a:pt x="66555" y="11531"/>
                  </a:cubicBezTo>
                  <a:cubicBezTo>
                    <a:pt x="70299" y="9921"/>
                    <a:pt x="74635" y="11660"/>
                    <a:pt x="76241" y="15417"/>
                  </a:cubicBezTo>
                  <a:cubicBezTo>
                    <a:pt x="76249" y="15438"/>
                    <a:pt x="76258" y="15458"/>
                    <a:pt x="76267" y="15479"/>
                  </a:cubicBezTo>
                  <a:cubicBezTo>
                    <a:pt x="77891" y="19294"/>
                    <a:pt x="76131" y="23708"/>
                    <a:pt x="72333" y="25347"/>
                  </a:cubicBezTo>
                  <a:cubicBezTo>
                    <a:pt x="64616" y="28552"/>
                    <a:pt x="56343" y="30187"/>
                    <a:pt x="47991" y="30158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3259E3F5-C768-614A-A515-62EC07FAAD77}"/>
                </a:ext>
              </a:extLst>
            </p:cNvPr>
            <p:cNvSpPr/>
            <p:nvPr/>
          </p:nvSpPr>
          <p:spPr>
            <a:xfrm>
              <a:off x="5799182" y="2579343"/>
              <a:ext cx="31476" cy="59546"/>
            </a:xfrm>
            <a:custGeom>
              <a:avLst/>
              <a:gdLst>
                <a:gd name="connsiteX0" fmla="*/ 22128 w 31476"/>
                <a:gd name="connsiteY0" fmla="*/ 59546 h 59546"/>
                <a:gd name="connsiteX1" fmla="*/ 0 w 31476"/>
                <a:gd name="connsiteY1" fmla="*/ 29819 h 59546"/>
                <a:gd name="connsiteX2" fmla="*/ 22128 w 31476"/>
                <a:gd name="connsiteY2" fmla="*/ 91 h 59546"/>
                <a:gd name="connsiteX3" fmla="*/ 25448 w 31476"/>
                <a:gd name="connsiteY3" fmla="*/ 91 h 59546"/>
                <a:gd name="connsiteX4" fmla="*/ 31472 w 31476"/>
                <a:gd name="connsiteY4" fmla="*/ 7739 h 59546"/>
                <a:gd name="connsiteX5" fmla="*/ 31472 w 31476"/>
                <a:gd name="connsiteY5" fmla="*/ 51528 h 59546"/>
                <a:gd name="connsiteX6" fmla="*/ 25448 w 31476"/>
                <a:gd name="connsiteY6" fmla="*/ 58806 h 59546"/>
                <a:gd name="connsiteX7" fmla="*/ 22128 w 31476"/>
                <a:gd name="connsiteY7" fmla="*/ 59546 h 59546"/>
                <a:gd name="connsiteX8" fmla="*/ 16473 w 31476"/>
                <a:gd name="connsiteY8" fmla="*/ 21061 h 59546"/>
                <a:gd name="connsiteX9" fmla="*/ 16473 w 31476"/>
                <a:gd name="connsiteY9" fmla="*/ 38577 h 5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76" h="59546">
                  <a:moveTo>
                    <a:pt x="22128" y="59546"/>
                  </a:moveTo>
                  <a:cubicBezTo>
                    <a:pt x="9835" y="59546"/>
                    <a:pt x="0" y="46471"/>
                    <a:pt x="0" y="29819"/>
                  </a:cubicBezTo>
                  <a:cubicBezTo>
                    <a:pt x="0" y="13166"/>
                    <a:pt x="9712" y="91"/>
                    <a:pt x="22128" y="91"/>
                  </a:cubicBezTo>
                  <a:cubicBezTo>
                    <a:pt x="23232" y="-30"/>
                    <a:pt x="24345" y="-30"/>
                    <a:pt x="25448" y="91"/>
                  </a:cubicBezTo>
                  <a:cubicBezTo>
                    <a:pt x="29052" y="814"/>
                    <a:pt x="31603" y="4053"/>
                    <a:pt x="31472" y="7739"/>
                  </a:cubicBezTo>
                  <a:lnTo>
                    <a:pt x="31472" y="51528"/>
                  </a:lnTo>
                  <a:cubicBezTo>
                    <a:pt x="31523" y="55112"/>
                    <a:pt x="28968" y="58199"/>
                    <a:pt x="25448" y="58806"/>
                  </a:cubicBezTo>
                  <a:cubicBezTo>
                    <a:pt x="24375" y="59186"/>
                    <a:pt x="23261" y="59434"/>
                    <a:pt x="22128" y="59546"/>
                  </a:cubicBezTo>
                  <a:close/>
                  <a:moveTo>
                    <a:pt x="16473" y="21061"/>
                  </a:moveTo>
                  <a:cubicBezTo>
                    <a:pt x="14338" y="26703"/>
                    <a:pt x="14338" y="32934"/>
                    <a:pt x="16473" y="3857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0F797ABA-2C09-8E49-9A9B-B063B95C97A9}"/>
                </a:ext>
              </a:extLst>
            </p:cNvPr>
            <p:cNvSpPr/>
            <p:nvPr/>
          </p:nvSpPr>
          <p:spPr>
            <a:xfrm>
              <a:off x="5965268" y="2668754"/>
              <a:ext cx="79540" cy="45132"/>
            </a:xfrm>
            <a:custGeom>
              <a:avLst/>
              <a:gdLst>
                <a:gd name="connsiteX0" fmla="*/ 72042 w 79540"/>
                <a:gd name="connsiteY0" fmla="*/ 45133 h 45132"/>
                <a:gd name="connsiteX1" fmla="*/ 7377 w 79540"/>
                <a:gd name="connsiteY1" fmla="*/ 45133 h 45132"/>
                <a:gd name="connsiteX2" fmla="*/ 0 w 79540"/>
                <a:gd name="connsiteY2" fmla="*/ 37733 h 45132"/>
                <a:gd name="connsiteX3" fmla="*/ 1 w 79540"/>
                <a:gd name="connsiteY3" fmla="*/ 37608 h 45132"/>
                <a:gd name="connsiteX4" fmla="*/ 1 w 79540"/>
                <a:gd name="connsiteY4" fmla="*/ 8867 h 45132"/>
                <a:gd name="connsiteX5" fmla="*/ 3443 w 79540"/>
                <a:gd name="connsiteY5" fmla="*/ 2576 h 45132"/>
                <a:gd name="connsiteX6" fmla="*/ 10574 w 79540"/>
                <a:gd name="connsiteY6" fmla="*/ 2576 h 45132"/>
                <a:gd name="connsiteX7" fmla="*/ 68599 w 79540"/>
                <a:gd name="connsiteY7" fmla="*/ 973 h 45132"/>
                <a:gd name="connsiteX8" fmla="*/ 75976 w 79540"/>
                <a:gd name="connsiteY8" fmla="*/ 973 h 45132"/>
                <a:gd name="connsiteX9" fmla="*/ 79541 w 79540"/>
                <a:gd name="connsiteY9" fmla="*/ 7264 h 45132"/>
                <a:gd name="connsiteX10" fmla="*/ 79541 w 79540"/>
                <a:gd name="connsiteY10" fmla="*/ 37608 h 45132"/>
                <a:gd name="connsiteX11" fmla="*/ 72042 w 79540"/>
                <a:gd name="connsiteY11" fmla="*/ 45133 h 45132"/>
                <a:gd name="connsiteX12" fmla="*/ 14876 w 79540"/>
                <a:gd name="connsiteY12" fmla="*/ 30207 h 45132"/>
                <a:gd name="connsiteX13" fmla="*/ 64051 w 79540"/>
                <a:gd name="connsiteY13" fmla="*/ 30207 h 45132"/>
                <a:gd name="connsiteX14" fmla="*/ 64051 w 79540"/>
                <a:gd name="connsiteY14" fmla="*/ 17872 h 45132"/>
                <a:gd name="connsiteX15" fmla="*/ 34177 w 79540"/>
                <a:gd name="connsiteY15" fmla="*/ 22436 h 45132"/>
                <a:gd name="connsiteX16" fmla="*/ 14262 w 79540"/>
                <a:gd name="connsiteY16" fmla="*/ 19106 h 4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540" h="45132">
                  <a:moveTo>
                    <a:pt x="72042" y="45133"/>
                  </a:moveTo>
                  <a:lnTo>
                    <a:pt x="7377" y="45133"/>
                  </a:lnTo>
                  <a:cubicBezTo>
                    <a:pt x="3303" y="45133"/>
                    <a:pt x="1" y="41820"/>
                    <a:pt x="0" y="37733"/>
                  </a:cubicBezTo>
                  <a:cubicBezTo>
                    <a:pt x="0" y="37691"/>
                    <a:pt x="0" y="37650"/>
                    <a:pt x="1" y="37608"/>
                  </a:cubicBezTo>
                  <a:lnTo>
                    <a:pt x="1" y="8867"/>
                  </a:lnTo>
                  <a:cubicBezTo>
                    <a:pt x="-33" y="6309"/>
                    <a:pt x="1274" y="3921"/>
                    <a:pt x="3443" y="2576"/>
                  </a:cubicBezTo>
                  <a:cubicBezTo>
                    <a:pt x="5662" y="1347"/>
                    <a:pt x="8355" y="1347"/>
                    <a:pt x="10574" y="2576"/>
                  </a:cubicBezTo>
                  <a:cubicBezTo>
                    <a:pt x="29125" y="11061"/>
                    <a:pt x="50542" y="10469"/>
                    <a:pt x="68599" y="973"/>
                  </a:cubicBezTo>
                  <a:cubicBezTo>
                    <a:pt x="70888" y="-324"/>
                    <a:pt x="73687" y="-324"/>
                    <a:pt x="75976" y="973"/>
                  </a:cubicBezTo>
                  <a:cubicBezTo>
                    <a:pt x="78174" y="2304"/>
                    <a:pt x="79525" y="4687"/>
                    <a:pt x="79541" y="7264"/>
                  </a:cubicBezTo>
                  <a:lnTo>
                    <a:pt x="79541" y="37608"/>
                  </a:lnTo>
                  <a:cubicBezTo>
                    <a:pt x="79541" y="41764"/>
                    <a:pt x="76183" y="45133"/>
                    <a:pt x="72042" y="45133"/>
                  </a:cubicBezTo>
                  <a:close/>
                  <a:moveTo>
                    <a:pt x="14876" y="30207"/>
                  </a:moveTo>
                  <a:lnTo>
                    <a:pt x="64051" y="30207"/>
                  </a:lnTo>
                  <a:lnTo>
                    <a:pt x="64051" y="17872"/>
                  </a:lnTo>
                  <a:cubicBezTo>
                    <a:pt x="54460" y="21234"/>
                    <a:pt x="44331" y="22782"/>
                    <a:pt x="34177" y="22436"/>
                  </a:cubicBezTo>
                  <a:cubicBezTo>
                    <a:pt x="27424" y="22190"/>
                    <a:pt x="20730" y="21071"/>
                    <a:pt x="14262" y="19106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208" name="Graphic 149">
            <a:extLst>
              <a:ext uri="{FF2B5EF4-FFF2-40B4-BE49-F238E27FC236}">
                <a16:creationId xmlns:a16="http://schemas.microsoft.com/office/drawing/2014/main" id="{32A3ADF5-562F-8542-A2B5-410DB12669DE}"/>
              </a:ext>
            </a:extLst>
          </p:cNvPr>
          <p:cNvGrpSpPr>
            <a:grpSpLocks noChangeAspect="1"/>
          </p:cNvGrpSpPr>
          <p:nvPr/>
        </p:nvGrpSpPr>
        <p:grpSpPr>
          <a:xfrm>
            <a:off x="6841542" y="2902463"/>
            <a:ext cx="317712" cy="450378"/>
            <a:chOff x="5840702" y="2460893"/>
            <a:chExt cx="317712" cy="450378"/>
          </a:xfrm>
          <a:solidFill>
            <a:srgbClr val="FFFFFF"/>
          </a:solidFill>
        </p:grpSpPr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ADB8B412-7CF9-AA43-B427-0F0D20C03A3F}"/>
                </a:ext>
              </a:extLst>
            </p:cNvPr>
            <p:cNvSpPr/>
            <p:nvPr/>
          </p:nvSpPr>
          <p:spPr>
            <a:xfrm>
              <a:off x="5874574" y="2824239"/>
              <a:ext cx="273216" cy="87033"/>
            </a:xfrm>
            <a:custGeom>
              <a:avLst/>
              <a:gdLst>
                <a:gd name="connsiteX0" fmla="*/ 227388 w 273216"/>
                <a:gd name="connsiteY0" fmla="*/ 86970 h 87033"/>
                <a:gd name="connsiteX1" fmla="*/ 8499 w 273216"/>
                <a:gd name="connsiteY1" fmla="*/ 86970 h 87033"/>
                <a:gd name="connsiteX2" fmla="*/ 63 w 273216"/>
                <a:gd name="connsiteY2" fmla="*/ 80288 h 87033"/>
                <a:gd name="connsiteX3" fmla="*/ 6573 w 273216"/>
                <a:gd name="connsiteY3" fmla="*/ 71629 h 87033"/>
                <a:gd name="connsiteX4" fmla="*/ 8499 w 273216"/>
                <a:gd name="connsiteY4" fmla="*/ 71629 h 87033"/>
                <a:gd name="connsiteX5" fmla="*/ 35798 w 273216"/>
                <a:gd name="connsiteY5" fmla="*/ 43485 h 87033"/>
                <a:gd name="connsiteX6" fmla="*/ 35798 w 273216"/>
                <a:gd name="connsiteY6" fmla="*/ 7733 h 87033"/>
                <a:gd name="connsiteX7" fmla="*/ 43333 w 273216"/>
                <a:gd name="connsiteY7" fmla="*/ 0 h 87033"/>
                <a:gd name="connsiteX8" fmla="*/ 265682 w 273216"/>
                <a:gd name="connsiteY8" fmla="*/ 0 h 87033"/>
                <a:gd name="connsiteX9" fmla="*/ 273217 w 273216"/>
                <a:gd name="connsiteY9" fmla="*/ 7733 h 87033"/>
                <a:gd name="connsiteX10" fmla="*/ 273217 w 273216"/>
                <a:gd name="connsiteY10" fmla="*/ 39555 h 87033"/>
                <a:gd name="connsiteX11" fmla="*/ 227389 w 273216"/>
                <a:gd name="connsiteY11" fmla="*/ 86970 h 87033"/>
                <a:gd name="connsiteX12" fmla="*/ 40245 w 273216"/>
                <a:gd name="connsiteY12" fmla="*/ 71629 h 87033"/>
                <a:gd name="connsiteX13" fmla="*/ 227388 w 273216"/>
                <a:gd name="connsiteY13" fmla="*/ 71629 h 87033"/>
                <a:gd name="connsiteX14" fmla="*/ 258764 w 273216"/>
                <a:gd name="connsiteY14" fmla="*/ 39555 h 87033"/>
                <a:gd name="connsiteX15" fmla="*/ 258764 w 273216"/>
                <a:gd name="connsiteY15" fmla="*/ 15340 h 87033"/>
                <a:gd name="connsiteX16" fmla="*/ 50869 w 273216"/>
                <a:gd name="connsiteY16" fmla="*/ 15340 h 87033"/>
                <a:gd name="connsiteX17" fmla="*/ 50869 w 273216"/>
                <a:gd name="connsiteY17" fmla="*/ 43485 h 87033"/>
                <a:gd name="connsiteX18" fmla="*/ 40245 w 273216"/>
                <a:gd name="connsiteY18" fmla="*/ 71629 h 8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216" h="87033">
                  <a:moveTo>
                    <a:pt x="227388" y="86970"/>
                  </a:moveTo>
                  <a:lnTo>
                    <a:pt x="8499" y="86970"/>
                  </a:lnTo>
                  <a:cubicBezTo>
                    <a:pt x="4371" y="87515"/>
                    <a:pt x="594" y="84524"/>
                    <a:pt x="63" y="80288"/>
                  </a:cubicBezTo>
                  <a:cubicBezTo>
                    <a:pt x="-469" y="76052"/>
                    <a:pt x="2446" y="72175"/>
                    <a:pt x="6573" y="71629"/>
                  </a:cubicBezTo>
                  <a:cubicBezTo>
                    <a:pt x="7212" y="71545"/>
                    <a:pt x="7860" y="71545"/>
                    <a:pt x="8499" y="71629"/>
                  </a:cubicBezTo>
                  <a:cubicBezTo>
                    <a:pt x="23596" y="71560"/>
                    <a:pt x="35798" y="58979"/>
                    <a:pt x="35798" y="43485"/>
                  </a:cubicBezTo>
                  <a:lnTo>
                    <a:pt x="35798" y="7733"/>
                  </a:lnTo>
                  <a:cubicBezTo>
                    <a:pt x="35798" y="3462"/>
                    <a:pt x="39172" y="0"/>
                    <a:pt x="43333" y="0"/>
                  </a:cubicBezTo>
                  <a:lnTo>
                    <a:pt x="265682" y="0"/>
                  </a:lnTo>
                  <a:cubicBezTo>
                    <a:pt x="269843" y="0"/>
                    <a:pt x="273217" y="3462"/>
                    <a:pt x="273217" y="7733"/>
                  </a:cubicBezTo>
                  <a:lnTo>
                    <a:pt x="273217" y="39555"/>
                  </a:lnTo>
                  <a:cubicBezTo>
                    <a:pt x="273151" y="65565"/>
                    <a:pt x="252731" y="86692"/>
                    <a:pt x="227389" y="86970"/>
                  </a:cubicBezTo>
                  <a:close/>
                  <a:moveTo>
                    <a:pt x="40245" y="71629"/>
                  </a:moveTo>
                  <a:lnTo>
                    <a:pt x="227388" y="71629"/>
                  </a:lnTo>
                  <a:cubicBezTo>
                    <a:pt x="244669" y="71630"/>
                    <a:pt x="258696" y="57290"/>
                    <a:pt x="258764" y="39555"/>
                  </a:cubicBezTo>
                  <a:lnTo>
                    <a:pt x="258764" y="15340"/>
                  </a:lnTo>
                  <a:lnTo>
                    <a:pt x="50869" y="15340"/>
                  </a:lnTo>
                  <a:lnTo>
                    <a:pt x="50869" y="43485"/>
                  </a:lnTo>
                  <a:cubicBezTo>
                    <a:pt x="50737" y="53872"/>
                    <a:pt x="46966" y="63862"/>
                    <a:pt x="40245" y="71629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BA1A7431-4A92-F845-BF21-C03788CB4121}"/>
                </a:ext>
              </a:extLst>
            </p:cNvPr>
            <p:cNvSpPr/>
            <p:nvPr/>
          </p:nvSpPr>
          <p:spPr>
            <a:xfrm>
              <a:off x="5840702" y="2549638"/>
              <a:ext cx="247240" cy="361570"/>
            </a:xfrm>
            <a:custGeom>
              <a:avLst/>
              <a:gdLst>
                <a:gd name="connsiteX0" fmla="*/ 42371 w 247240"/>
                <a:gd name="connsiteY0" fmla="*/ 361570 h 361570"/>
                <a:gd name="connsiteX1" fmla="*/ 1 w 247240"/>
                <a:gd name="connsiteY1" fmla="*/ 318085 h 361570"/>
                <a:gd name="connsiteX2" fmla="*/ 1 w 247240"/>
                <a:gd name="connsiteY2" fmla="*/ 7860 h 361570"/>
                <a:gd name="connsiteX3" fmla="*/ 7412 w 247240"/>
                <a:gd name="connsiteY3" fmla="*/ 1 h 361570"/>
                <a:gd name="connsiteX4" fmla="*/ 7536 w 247240"/>
                <a:gd name="connsiteY4" fmla="*/ 0 h 361570"/>
                <a:gd name="connsiteX5" fmla="*/ 96476 w 247240"/>
                <a:gd name="connsiteY5" fmla="*/ 0 h 361570"/>
                <a:gd name="connsiteX6" fmla="*/ 103888 w 247240"/>
                <a:gd name="connsiteY6" fmla="*/ 7606 h 361570"/>
                <a:gd name="connsiteX7" fmla="*/ 103887 w 247240"/>
                <a:gd name="connsiteY7" fmla="*/ 7733 h 361570"/>
                <a:gd name="connsiteX8" fmla="*/ 96476 w 247240"/>
                <a:gd name="connsiteY8" fmla="*/ 15467 h 361570"/>
                <a:gd name="connsiteX9" fmla="*/ 14948 w 247240"/>
                <a:gd name="connsiteY9" fmla="*/ 15467 h 361570"/>
                <a:gd name="connsiteX10" fmla="*/ 14948 w 247240"/>
                <a:gd name="connsiteY10" fmla="*/ 318085 h 361570"/>
                <a:gd name="connsiteX11" fmla="*/ 40470 w 247240"/>
                <a:gd name="connsiteY11" fmla="*/ 348055 h 361570"/>
                <a:gd name="connsiteX12" fmla="*/ 69670 w 247240"/>
                <a:gd name="connsiteY12" fmla="*/ 321861 h 361570"/>
                <a:gd name="connsiteX13" fmla="*/ 69670 w 247240"/>
                <a:gd name="connsiteY13" fmla="*/ 318086 h 361570"/>
                <a:gd name="connsiteX14" fmla="*/ 69670 w 247240"/>
                <a:gd name="connsiteY14" fmla="*/ 282334 h 361570"/>
                <a:gd name="connsiteX15" fmla="*/ 77205 w 247240"/>
                <a:gd name="connsiteY15" fmla="*/ 274601 h 361570"/>
                <a:gd name="connsiteX16" fmla="*/ 232232 w 247240"/>
                <a:gd name="connsiteY16" fmla="*/ 274601 h 361570"/>
                <a:gd name="connsiteX17" fmla="*/ 232232 w 247240"/>
                <a:gd name="connsiteY17" fmla="*/ 235426 h 361570"/>
                <a:gd name="connsiteX18" fmla="*/ 238742 w 247240"/>
                <a:gd name="connsiteY18" fmla="*/ 226768 h 361570"/>
                <a:gd name="connsiteX19" fmla="*/ 247178 w 247240"/>
                <a:gd name="connsiteY19" fmla="*/ 233450 h 361570"/>
                <a:gd name="connsiteX20" fmla="*/ 247178 w 247240"/>
                <a:gd name="connsiteY20" fmla="*/ 235426 h 361570"/>
                <a:gd name="connsiteX21" fmla="*/ 247178 w 247240"/>
                <a:gd name="connsiteY21" fmla="*/ 282334 h 361570"/>
                <a:gd name="connsiteX22" fmla="*/ 239767 w 247240"/>
                <a:gd name="connsiteY22" fmla="*/ 289941 h 361570"/>
                <a:gd name="connsiteX23" fmla="*/ 84741 w 247240"/>
                <a:gd name="connsiteY23" fmla="*/ 289941 h 361570"/>
                <a:gd name="connsiteX24" fmla="*/ 84741 w 247240"/>
                <a:gd name="connsiteY24" fmla="*/ 318085 h 361570"/>
                <a:gd name="connsiteX25" fmla="*/ 42371 w 247240"/>
                <a:gd name="connsiteY25" fmla="*/ 361570 h 36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47240" h="361570">
                  <a:moveTo>
                    <a:pt x="42371" y="361570"/>
                  </a:moveTo>
                  <a:cubicBezTo>
                    <a:pt x="18999" y="361501"/>
                    <a:pt x="69" y="342073"/>
                    <a:pt x="1" y="318085"/>
                  </a:cubicBezTo>
                  <a:lnTo>
                    <a:pt x="1" y="7860"/>
                  </a:lnTo>
                  <a:cubicBezTo>
                    <a:pt x="-67" y="3590"/>
                    <a:pt x="3251" y="71"/>
                    <a:pt x="7412" y="1"/>
                  </a:cubicBezTo>
                  <a:cubicBezTo>
                    <a:pt x="7453" y="0"/>
                    <a:pt x="7495" y="0"/>
                    <a:pt x="7536" y="0"/>
                  </a:cubicBezTo>
                  <a:lnTo>
                    <a:pt x="96476" y="0"/>
                  </a:lnTo>
                  <a:cubicBezTo>
                    <a:pt x="100569" y="-1"/>
                    <a:pt x="103888" y="3405"/>
                    <a:pt x="103888" y="7606"/>
                  </a:cubicBezTo>
                  <a:cubicBezTo>
                    <a:pt x="103888" y="7648"/>
                    <a:pt x="103888" y="7691"/>
                    <a:pt x="103887" y="7733"/>
                  </a:cubicBezTo>
                  <a:cubicBezTo>
                    <a:pt x="103888" y="11955"/>
                    <a:pt x="100589" y="15398"/>
                    <a:pt x="96476" y="15467"/>
                  </a:cubicBezTo>
                  <a:lnTo>
                    <a:pt x="14948" y="15467"/>
                  </a:lnTo>
                  <a:lnTo>
                    <a:pt x="14948" y="318085"/>
                  </a:lnTo>
                  <a:cubicBezTo>
                    <a:pt x="13932" y="333594"/>
                    <a:pt x="25358" y="347012"/>
                    <a:pt x="40470" y="348055"/>
                  </a:cubicBezTo>
                  <a:cubicBezTo>
                    <a:pt x="55581" y="349097"/>
                    <a:pt x="68654" y="337370"/>
                    <a:pt x="69670" y="321861"/>
                  </a:cubicBezTo>
                  <a:cubicBezTo>
                    <a:pt x="69753" y="320604"/>
                    <a:pt x="69753" y="319343"/>
                    <a:pt x="69670" y="318086"/>
                  </a:cubicBezTo>
                  <a:lnTo>
                    <a:pt x="69670" y="282334"/>
                  </a:lnTo>
                  <a:cubicBezTo>
                    <a:pt x="69670" y="278063"/>
                    <a:pt x="73044" y="274601"/>
                    <a:pt x="77205" y="274601"/>
                  </a:cubicBezTo>
                  <a:lnTo>
                    <a:pt x="232232" y="274601"/>
                  </a:lnTo>
                  <a:lnTo>
                    <a:pt x="232232" y="235426"/>
                  </a:lnTo>
                  <a:cubicBezTo>
                    <a:pt x="231700" y="231190"/>
                    <a:pt x="234615" y="227314"/>
                    <a:pt x="238742" y="226768"/>
                  </a:cubicBezTo>
                  <a:cubicBezTo>
                    <a:pt x="242870" y="226222"/>
                    <a:pt x="246647" y="229214"/>
                    <a:pt x="247178" y="233450"/>
                  </a:cubicBezTo>
                  <a:cubicBezTo>
                    <a:pt x="247261" y="234106"/>
                    <a:pt x="247261" y="234770"/>
                    <a:pt x="247178" y="235426"/>
                  </a:cubicBezTo>
                  <a:lnTo>
                    <a:pt x="247178" y="282334"/>
                  </a:lnTo>
                  <a:cubicBezTo>
                    <a:pt x="247178" y="286535"/>
                    <a:pt x="243860" y="289941"/>
                    <a:pt x="239767" y="289941"/>
                  </a:cubicBezTo>
                  <a:lnTo>
                    <a:pt x="84741" y="289941"/>
                  </a:lnTo>
                  <a:lnTo>
                    <a:pt x="84741" y="318085"/>
                  </a:lnTo>
                  <a:cubicBezTo>
                    <a:pt x="84673" y="342073"/>
                    <a:pt x="65743" y="361501"/>
                    <a:pt x="42371" y="361570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2A9537D5-BAE8-2243-9159-F8167FC25999}"/>
                </a:ext>
              </a:extLst>
            </p:cNvPr>
            <p:cNvSpPr/>
            <p:nvPr/>
          </p:nvSpPr>
          <p:spPr>
            <a:xfrm>
              <a:off x="5956695" y="2536960"/>
              <a:ext cx="144773" cy="255837"/>
            </a:xfrm>
            <a:custGeom>
              <a:avLst/>
              <a:gdLst>
                <a:gd name="connsiteX0" fmla="*/ 110062 w 144773"/>
                <a:gd name="connsiteY0" fmla="*/ 255838 h 255837"/>
                <a:gd name="connsiteX1" fmla="*/ 34958 w 144773"/>
                <a:gd name="connsiteY1" fmla="*/ 255838 h 255837"/>
                <a:gd name="connsiteX2" fmla="*/ 27423 w 144773"/>
                <a:gd name="connsiteY2" fmla="*/ 248104 h 255837"/>
                <a:gd name="connsiteX3" fmla="*/ 27423 w 144773"/>
                <a:gd name="connsiteY3" fmla="*/ 135906 h 255837"/>
                <a:gd name="connsiteX4" fmla="*/ 7535 w 144773"/>
                <a:gd name="connsiteY4" fmla="*/ 135906 h 255837"/>
                <a:gd name="connsiteX5" fmla="*/ 1 w 144773"/>
                <a:gd name="connsiteY5" fmla="*/ 128427 h 255837"/>
                <a:gd name="connsiteX6" fmla="*/ 0 w 144773"/>
                <a:gd name="connsiteY6" fmla="*/ 128299 h 255837"/>
                <a:gd name="connsiteX7" fmla="*/ 0 w 144773"/>
                <a:gd name="connsiteY7" fmla="*/ 43865 h 255837"/>
                <a:gd name="connsiteX8" fmla="*/ 42740 w 144773"/>
                <a:gd name="connsiteY8" fmla="*/ 0 h 255837"/>
                <a:gd name="connsiteX9" fmla="*/ 102157 w 144773"/>
                <a:gd name="connsiteY9" fmla="*/ 0 h 255837"/>
                <a:gd name="connsiteX10" fmla="*/ 144774 w 144773"/>
                <a:gd name="connsiteY10" fmla="*/ 43738 h 255837"/>
                <a:gd name="connsiteX11" fmla="*/ 144774 w 144773"/>
                <a:gd name="connsiteY11" fmla="*/ 43865 h 255837"/>
                <a:gd name="connsiteX12" fmla="*/ 144774 w 144773"/>
                <a:gd name="connsiteY12" fmla="*/ 128299 h 255837"/>
                <a:gd name="connsiteX13" fmla="*/ 137362 w 144773"/>
                <a:gd name="connsiteY13" fmla="*/ 135906 h 255837"/>
                <a:gd name="connsiteX14" fmla="*/ 117474 w 144773"/>
                <a:gd name="connsiteY14" fmla="*/ 135906 h 255837"/>
                <a:gd name="connsiteX15" fmla="*/ 117474 w 144773"/>
                <a:gd name="connsiteY15" fmla="*/ 248104 h 255837"/>
                <a:gd name="connsiteX16" fmla="*/ 110187 w 144773"/>
                <a:gd name="connsiteY16" fmla="*/ 255837 h 255837"/>
                <a:gd name="connsiteX17" fmla="*/ 110062 w 144773"/>
                <a:gd name="connsiteY17" fmla="*/ 255838 h 255837"/>
                <a:gd name="connsiteX18" fmla="*/ 42370 w 144773"/>
                <a:gd name="connsiteY18" fmla="*/ 240878 h 255837"/>
                <a:gd name="connsiteX19" fmla="*/ 102527 w 144773"/>
                <a:gd name="connsiteY19" fmla="*/ 240878 h 255837"/>
                <a:gd name="connsiteX20" fmla="*/ 102527 w 144773"/>
                <a:gd name="connsiteY20" fmla="*/ 128299 h 255837"/>
                <a:gd name="connsiteX21" fmla="*/ 110063 w 144773"/>
                <a:gd name="connsiteY21" fmla="*/ 120566 h 255837"/>
                <a:gd name="connsiteX22" fmla="*/ 129827 w 144773"/>
                <a:gd name="connsiteY22" fmla="*/ 120566 h 255837"/>
                <a:gd name="connsiteX23" fmla="*/ 129827 w 144773"/>
                <a:gd name="connsiteY23" fmla="*/ 44499 h 255837"/>
                <a:gd name="connsiteX24" fmla="*/ 102157 w 144773"/>
                <a:gd name="connsiteY24" fmla="*/ 16101 h 255837"/>
                <a:gd name="connsiteX25" fmla="*/ 42740 w 144773"/>
                <a:gd name="connsiteY25" fmla="*/ 16101 h 255837"/>
                <a:gd name="connsiteX26" fmla="*/ 15070 w 144773"/>
                <a:gd name="connsiteY26" fmla="*/ 44499 h 255837"/>
                <a:gd name="connsiteX27" fmla="*/ 15070 w 144773"/>
                <a:gd name="connsiteY27" fmla="*/ 120566 h 255837"/>
                <a:gd name="connsiteX28" fmla="*/ 34958 w 144773"/>
                <a:gd name="connsiteY28" fmla="*/ 120566 h 255837"/>
                <a:gd name="connsiteX29" fmla="*/ 42371 w 144773"/>
                <a:gd name="connsiteY29" fmla="*/ 128171 h 255837"/>
                <a:gd name="connsiteX30" fmla="*/ 42370 w 144773"/>
                <a:gd name="connsiteY30" fmla="*/ 128299 h 25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4773" h="255837">
                  <a:moveTo>
                    <a:pt x="110062" y="255838"/>
                  </a:moveTo>
                  <a:lnTo>
                    <a:pt x="34958" y="255838"/>
                  </a:lnTo>
                  <a:cubicBezTo>
                    <a:pt x="30797" y="255838"/>
                    <a:pt x="27423" y="252375"/>
                    <a:pt x="27423" y="248104"/>
                  </a:cubicBezTo>
                  <a:lnTo>
                    <a:pt x="27423" y="135906"/>
                  </a:lnTo>
                  <a:lnTo>
                    <a:pt x="7535" y="135906"/>
                  </a:lnTo>
                  <a:cubicBezTo>
                    <a:pt x="3442" y="135976"/>
                    <a:pt x="69" y="132627"/>
                    <a:pt x="1" y="128427"/>
                  </a:cubicBezTo>
                  <a:cubicBezTo>
                    <a:pt x="0" y="128384"/>
                    <a:pt x="0" y="128342"/>
                    <a:pt x="0" y="128299"/>
                  </a:cubicBezTo>
                  <a:lnTo>
                    <a:pt x="0" y="43865"/>
                  </a:lnTo>
                  <a:cubicBezTo>
                    <a:pt x="0" y="19639"/>
                    <a:pt x="19135" y="0"/>
                    <a:pt x="42740" y="0"/>
                  </a:cubicBezTo>
                  <a:lnTo>
                    <a:pt x="102157" y="0"/>
                  </a:lnTo>
                  <a:cubicBezTo>
                    <a:pt x="125693" y="0"/>
                    <a:pt x="144774" y="19582"/>
                    <a:pt x="144774" y="43738"/>
                  </a:cubicBezTo>
                  <a:cubicBezTo>
                    <a:pt x="144774" y="43780"/>
                    <a:pt x="144774" y="43823"/>
                    <a:pt x="144774" y="43865"/>
                  </a:cubicBezTo>
                  <a:lnTo>
                    <a:pt x="144774" y="128299"/>
                  </a:lnTo>
                  <a:cubicBezTo>
                    <a:pt x="144774" y="132500"/>
                    <a:pt x="141455" y="135906"/>
                    <a:pt x="137362" y="135906"/>
                  </a:cubicBezTo>
                  <a:lnTo>
                    <a:pt x="117474" y="135906"/>
                  </a:lnTo>
                  <a:lnTo>
                    <a:pt x="117474" y="248104"/>
                  </a:lnTo>
                  <a:cubicBezTo>
                    <a:pt x="117542" y="252305"/>
                    <a:pt x="114280" y="255766"/>
                    <a:pt x="110187" y="255837"/>
                  </a:cubicBezTo>
                  <a:cubicBezTo>
                    <a:pt x="110146" y="255837"/>
                    <a:pt x="110104" y="255838"/>
                    <a:pt x="110062" y="255838"/>
                  </a:cubicBezTo>
                  <a:close/>
                  <a:moveTo>
                    <a:pt x="42370" y="240878"/>
                  </a:moveTo>
                  <a:lnTo>
                    <a:pt x="102527" y="240878"/>
                  </a:lnTo>
                  <a:lnTo>
                    <a:pt x="102527" y="128299"/>
                  </a:lnTo>
                  <a:cubicBezTo>
                    <a:pt x="102527" y="124028"/>
                    <a:pt x="105901" y="120566"/>
                    <a:pt x="110063" y="120566"/>
                  </a:cubicBezTo>
                  <a:lnTo>
                    <a:pt x="129827" y="120566"/>
                  </a:lnTo>
                  <a:lnTo>
                    <a:pt x="129827" y="44499"/>
                  </a:lnTo>
                  <a:cubicBezTo>
                    <a:pt x="129827" y="28815"/>
                    <a:pt x="117438" y="16101"/>
                    <a:pt x="102157" y="16101"/>
                  </a:cubicBezTo>
                  <a:lnTo>
                    <a:pt x="42740" y="16101"/>
                  </a:lnTo>
                  <a:cubicBezTo>
                    <a:pt x="27459" y="16101"/>
                    <a:pt x="15070" y="28815"/>
                    <a:pt x="15070" y="44499"/>
                  </a:cubicBezTo>
                  <a:lnTo>
                    <a:pt x="15070" y="120566"/>
                  </a:lnTo>
                  <a:lnTo>
                    <a:pt x="34958" y="120566"/>
                  </a:lnTo>
                  <a:cubicBezTo>
                    <a:pt x="39051" y="120565"/>
                    <a:pt x="42370" y="123970"/>
                    <a:pt x="42371" y="128171"/>
                  </a:cubicBezTo>
                  <a:cubicBezTo>
                    <a:pt x="42371" y="128214"/>
                    <a:pt x="42370" y="128257"/>
                    <a:pt x="42370" y="128299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B4DD88CE-7A4C-2A47-9C3E-06193BCB01EF}"/>
                </a:ext>
              </a:extLst>
            </p:cNvPr>
            <p:cNvSpPr/>
            <p:nvPr/>
          </p:nvSpPr>
          <p:spPr>
            <a:xfrm>
              <a:off x="6021670" y="2676896"/>
              <a:ext cx="14947" cy="115901"/>
            </a:xfrm>
            <a:custGeom>
              <a:avLst/>
              <a:gdLst>
                <a:gd name="connsiteX0" fmla="*/ 7535 w 14947"/>
                <a:gd name="connsiteY0" fmla="*/ 115902 h 115901"/>
                <a:gd name="connsiteX1" fmla="*/ 0 w 14947"/>
                <a:gd name="connsiteY1" fmla="*/ 108168 h 115901"/>
                <a:gd name="connsiteX2" fmla="*/ 0 w 14947"/>
                <a:gd name="connsiteY2" fmla="*/ 6746 h 115901"/>
                <a:gd name="connsiteX3" fmla="*/ 8436 w 14947"/>
                <a:gd name="connsiteY3" fmla="*/ 64 h 115901"/>
                <a:gd name="connsiteX4" fmla="*/ 14947 w 14947"/>
                <a:gd name="connsiteY4" fmla="*/ 6746 h 115901"/>
                <a:gd name="connsiteX5" fmla="*/ 14947 w 14947"/>
                <a:gd name="connsiteY5" fmla="*/ 108168 h 115901"/>
                <a:gd name="connsiteX6" fmla="*/ 7660 w 14947"/>
                <a:gd name="connsiteY6" fmla="*/ 115901 h 115901"/>
                <a:gd name="connsiteX7" fmla="*/ 7535 w 14947"/>
                <a:gd name="connsiteY7" fmla="*/ 115902 h 11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7" h="115901">
                  <a:moveTo>
                    <a:pt x="7535" y="115902"/>
                  </a:moveTo>
                  <a:cubicBezTo>
                    <a:pt x="3374" y="115902"/>
                    <a:pt x="0" y="112439"/>
                    <a:pt x="0" y="108168"/>
                  </a:cubicBezTo>
                  <a:lnTo>
                    <a:pt x="0" y="6746"/>
                  </a:lnTo>
                  <a:cubicBezTo>
                    <a:pt x="532" y="2510"/>
                    <a:pt x="4309" y="-481"/>
                    <a:pt x="8436" y="64"/>
                  </a:cubicBezTo>
                  <a:cubicBezTo>
                    <a:pt x="11834" y="514"/>
                    <a:pt x="14509" y="3259"/>
                    <a:pt x="14947" y="6746"/>
                  </a:cubicBezTo>
                  <a:lnTo>
                    <a:pt x="14947" y="108168"/>
                  </a:lnTo>
                  <a:cubicBezTo>
                    <a:pt x="15015" y="112369"/>
                    <a:pt x="11752" y="115831"/>
                    <a:pt x="7660" y="115901"/>
                  </a:cubicBezTo>
                  <a:cubicBezTo>
                    <a:pt x="7618" y="115901"/>
                    <a:pt x="7577" y="115902"/>
                    <a:pt x="7535" y="115902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B0B08699-F6DC-FE41-85E9-709E8498D535}"/>
                </a:ext>
              </a:extLst>
            </p:cNvPr>
            <p:cNvSpPr/>
            <p:nvPr/>
          </p:nvSpPr>
          <p:spPr>
            <a:xfrm>
              <a:off x="5984056" y="2581231"/>
              <a:ext cx="15071" cy="91636"/>
            </a:xfrm>
            <a:custGeom>
              <a:avLst/>
              <a:gdLst>
                <a:gd name="connsiteX0" fmla="*/ 7598 w 15071"/>
                <a:gd name="connsiteY0" fmla="*/ 91635 h 91636"/>
                <a:gd name="connsiteX1" fmla="*/ 64 w 15071"/>
                <a:gd name="connsiteY1" fmla="*/ 84156 h 91636"/>
                <a:gd name="connsiteX2" fmla="*/ 63 w 15071"/>
                <a:gd name="connsiteY2" fmla="*/ 84028 h 91636"/>
                <a:gd name="connsiteX3" fmla="*/ 63 w 15071"/>
                <a:gd name="connsiteY3" fmla="*/ 8722 h 91636"/>
                <a:gd name="connsiteX4" fmla="*/ 6573 w 15071"/>
                <a:gd name="connsiteY4" fmla="*/ 64 h 91636"/>
                <a:gd name="connsiteX5" fmla="*/ 15009 w 15071"/>
                <a:gd name="connsiteY5" fmla="*/ 6746 h 91636"/>
                <a:gd name="connsiteX6" fmla="*/ 15009 w 15071"/>
                <a:gd name="connsiteY6" fmla="*/ 8722 h 91636"/>
                <a:gd name="connsiteX7" fmla="*/ 15009 w 15071"/>
                <a:gd name="connsiteY7" fmla="*/ 84028 h 91636"/>
                <a:gd name="connsiteX8" fmla="*/ 7598 w 15071"/>
                <a:gd name="connsiteY8" fmla="*/ 91635 h 9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71" h="91636">
                  <a:moveTo>
                    <a:pt x="7598" y="91635"/>
                  </a:moveTo>
                  <a:cubicBezTo>
                    <a:pt x="3505" y="91705"/>
                    <a:pt x="132" y="88357"/>
                    <a:pt x="64" y="84156"/>
                  </a:cubicBezTo>
                  <a:cubicBezTo>
                    <a:pt x="63" y="84114"/>
                    <a:pt x="63" y="84071"/>
                    <a:pt x="63" y="84028"/>
                  </a:cubicBezTo>
                  <a:lnTo>
                    <a:pt x="63" y="8722"/>
                  </a:lnTo>
                  <a:cubicBezTo>
                    <a:pt x="-469" y="4486"/>
                    <a:pt x="2446" y="610"/>
                    <a:pt x="6573" y="64"/>
                  </a:cubicBezTo>
                  <a:cubicBezTo>
                    <a:pt x="10701" y="-481"/>
                    <a:pt x="14478" y="2510"/>
                    <a:pt x="15009" y="6746"/>
                  </a:cubicBezTo>
                  <a:cubicBezTo>
                    <a:pt x="15092" y="7402"/>
                    <a:pt x="15092" y="8066"/>
                    <a:pt x="15009" y="8722"/>
                  </a:cubicBezTo>
                  <a:lnTo>
                    <a:pt x="15009" y="84028"/>
                  </a:lnTo>
                  <a:cubicBezTo>
                    <a:pt x="15009" y="88229"/>
                    <a:pt x="11691" y="91635"/>
                    <a:pt x="7598" y="9163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DC806CD4-CB07-6842-AEB9-780319AD45E8}"/>
                </a:ext>
              </a:extLst>
            </p:cNvPr>
            <p:cNvSpPr/>
            <p:nvPr/>
          </p:nvSpPr>
          <p:spPr>
            <a:xfrm>
              <a:off x="6059160" y="2581231"/>
              <a:ext cx="15071" cy="91636"/>
            </a:xfrm>
            <a:custGeom>
              <a:avLst/>
              <a:gdLst>
                <a:gd name="connsiteX0" fmla="*/ 7598 w 15071"/>
                <a:gd name="connsiteY0" fmla="*/ 91635 h 91636"/>
                <a:gd name="connsiteX1" fmla="*/ 64 w 15071"/>
                <a:gd name="connsiteY1" fmla="*/ 84156 h 91636"/>
                <a:gd name="connsiteX2" fmla="*/ 63 w 15071"/>
                <a:gd name="connsiteY2" fmla="*/ 84028 h 91636"/>
                <a:gd name="connsiteX3" fmla="*/ 63 w 15071"/>
                <a:gd name="connsiteY3" fmla="*/ 8722 h 91636"/>
                <a:gd name="connsiteX4" fmla="*/ 6573 w 15071"/>
                <a:gd name="connsiteY4" fmla="*/ 64 h 91636"/>
                <a:gd name="connsiteX5" fmla="*/ 15009 w 15071"/>
                <a:gd name="connsiteY5" fmla="*/ 6746 h 91636"/>
                <a:gd name="connsiteX6" fmla="*/ 15009 w 15071"/>
                <a:gd name="connsiteY6" fmla="*/ 8722 h 91636"/>
                <a:gd name="connsiteX7" fmla="*/ 15009 w 15071"/>
                <a:gd name="connsiteY7" fmla="*/ 84028 h 91636"/>
                <a:gd name="connsiteX8" fmla="*/ 7598 w 15071"/>
                <a:gd name="connsiteY8" fmla="*/ 91635 h 9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71" h="91636">
                  <a:moveTo>
                    <a:pt x="7598" y="91635"/>
                  </a:moveTo>
                  <a:cubicBezTo>
                    <a:pt x="3505" y="91705"/>
                    <a:pt x="132" y="88357"/>
                    <a:pt x="64" y="84156"/>
                  </a:cubicBezTo>
                  <a:cubicBezTo>
                    <a:pt x="63" y="84114"/>
                    <a:pt x="63" y="84071"/>
                    <a:pt x="63" y="84028"/>
                  </a:cubicBezTo>
                  <a:lnTo>
                    <a:pt x="63" y="8722"/>
                  </a:lnTo>
                  <a:cubicBezTo>
                    <a:pt x="-469" y="4486"/>
                    <a:pt x="2446" y="610"/>
                    <a:pt x="6573" y="64"/>
                  </a:cubicBezTo>
                  <a:cubicBezTo>
                    <a:pt x="10701" y="-481"/>
                    <a:pt x="14478" y="2510"/>
                    <a:pt x="15009" y="6746"/>
                  </a:cubicBezTo>
                  <a:cubicBezTo>
                    <a:pt x="15092" y="7402"/>
                    <a:pt x="15092" y="8066"/>
                    <a:pt x="15009" y="8722"/>
                  </a:cubicBezTo>
                  <a:lnTo>
                    <a:pt x="15009" y="84028"/>
                  </a:lnTo>
                  <a:cubicBezTo>
                    <a:pt x="15009" y="88229"/>
                    <a:pt x="11691" y="91635"/>
                    <a:pt x="7598" y="9163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29D16D33-7F8F-6F44-97A4-42E9B80210A1}"/>
                </a:ext>
              </a:extLst>
            </p:cNvPr>
            <p:cNvSpPr/>
            <p:nvPr/>
          </p:nvSpPr>
          <p:spPr>
            <a:xfrm>
              <a:off x="5997949" y="2460893"/>
              <a:ext cx="65845" cy="73404"/>
            </a:xfrm>
            <a:custGeom>
              <a:avLst/>
              <a:gdLst>
                <a:gd name="connsiteX0" fmla="*/ 31998 w 65845"/>
                <a:gd name="connsiteY0" fmla="*/ 73404 h 73404"/>
                <a:gd name="connsiteX1" fmla="*/ 6304 w 65845"/>
                <a:gd name="connsiteY1" fmla="*/ 54388 h 73404"/>
                <a:gd name="connsiteX2" fmla="*/ 4 w 65845"/>
                <a:gd name="connsiteY2" fmla="*/ 27257 h 73404"/>
                <a:gd name="connsiteX3" fmla="*/ 4 w 65845"/>
                <a:gd name="connsiteY3" fmla="*/ 18890 h 73404"/>
                <a:gd name="connsiteX4" fmla="*/ 1116 w 65845"/>
                <a:gd name="connsiteY4" fmla="*/ 14833 h 73404"/>
                <a:gd name="connsiteX5" fmla="*/ 32739 w 65845"/>
                <a:gd name="connsiteY5" fmla="*/ 0 h 73404"/>
                <a:gd name="connsiteX6" fmla="*/ 65844 w 65845"/>
                <a:gd name="connsiteY6" fmla="*/ 19651 h 73404"/>
                <a:gd name="connsiteX7" fmla="*/ 65844 w 65845"/>
                <a:gd name="connsiteY7" fmla="*/ 27257 h 73404"/>
                <a:gd name="connsiteX8" fmla="*/ 59544 w 65845"/>
                <a:gd name="connsiteY8" fmla="*/ 54388 h 73404"/>
                <a:gd name="connsiteX9" fmla="*/ 32739 w 65845"/>
                <a:gd name="connsiteY9" fmla="*/ 73404 h 73404"/>
                <a:gd name="connsiteX10" fmla="*/ 14951 w 65845"/>
                <a:gd name="connsiteY10" fmla="*/ 21933 h 73404"/>
                <a:gd name="connsiteX11" fmla="*/ 14951 w 65845"/>
                <a:gd name="connsiteY11" fmla="*/ 27257 h 73404"/>
                <a:gd name="connsiteX12" fmla="*/ 19522 w 65845"/>
                <a:gd name="connsiteY12" fmla="*/ 47161 h 73404"/>
                <a:gd name="connsiteX13" fmla="*/ 32739 w 65845"/>
                <a:gd name="connsiteY13" fmla="*/ 58064 h 73404"/>
                <a:gd name="connsiteX14" fmla="*/ 46327 w 65845"/>
                <a:gd name="connsiteY14" fmla="*/ 47161 h 73404"/>
                <a:gd name="connsiteX15" fmla="*/ 50897 w 65845"/>
                <a:gd name="connsiteY15" fmla="*/ 27257 h 73404"/>
                <a:gd name="connsiteX16" fmla="*/ 50897 w 65845"/>
                <a:gd name="connsiteY16" fmla="*/ 21679 h 73404"/>
                <a:gd name="connsiteX17" fmla="*/ 14951 w 65845"/>
                <a:gd name="connsiteY17" fmla="*/ 21679 h 73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845" h="73404">
                  <a:moveTo>
                    <a:pt x="31998" y="73404"/>
                  </a:moveTo>
                  <a:cubicBezTo>
                    <a:pt x="20521" y="72843"/>
                    <a:pt x="10447" y="65387"/>
                    <a:pt x="6304" y="54388"/>
                  </a:cubicBezTo>
                  <a:cubicBezTo>
                    <a:pt x="2054" y="46017"/>
                    <a:pt x="-110" y="36696"/>
                    <a:pt x="4" y="27257"/>
                  </a:cubicBezTo>
                  <a:lnTo>
                    <a:pt x="4" y="18890"/>
                  </a:lnTo>
                  <a:cubicBezTo>
                    <a:pt x="8" y="17459"/>
                    <a:pt x="393" y="16056"/>
                    <a:pt x="1116" y="14833"/>
                  </a:cubicBezTo>
                  <a:cubicBezTo>
                    <a:pt x="9054" y="5405"/>
                    <a:pt x="20598" y="-10"/>
                    <a:pt x="32739" y="0"/>
                  </a:cubicBezTo>
                  <a:cubicBezTo>
                    <a:pt x="48797" y="0"/>
                    <a:pt x="65844" y="10142"/>
                    <a:pt x="65844" y="19651"/>
                  </a:cubicBezTo>
                  <a:lnTo>
                    <a:pt x="65844" y="27257"/>
                  </a:lnTo>
                  <a:cubicBezTo>
                    <a:pt x="65899" y="36689"/>
                    <a:pt x="63738" y="45995"/>
                    <a:pt x="59544" y="54388"/>
                  </a:cubicBezTo>
                  <a:cubicBezTo>
                    <a:pt x="55217" y="65738"/>
                    <a:pt x="44614" y="73261"/>
                    <a:pt x="32739" y="73404"/>
                  </a:cubicBezTo>
                  <a:close/>
                  <a:moveTo>
                    <a:pt x="14951" y="21933"/>
                  </a:moveTo>
                  <a:lnTo>
                    <a:pt x="14951" y="27257"/>
                  </a:lnTo>
                  <a:cubicBezTo>
                    <a:pt x="14867" y="34176"/>
                    <a:pt x="16437" y="41010"/>
                    <a:pt x="19522" y="47161"/>
                  </a:cubicBezTo>
                  <a:cubicBezTo>
                    <a:pt x="23227" y="54514"/>
                    <a:pt x="27798" y="58445"/>
                    <a:pt x="32739" y="58064"/>
                  </a:cubicBezTo>
                  <a:cubicBezTo>
                    <a:pt x="37680" y="57684"/>
                    <a:pt x="42621" y="54514"/>
                    <a:pt x="46327" y="47161"/>
                  </a:cubicBezTo>
                  <a:cubicBezTo>
                    <a:pt x="49412" y="41010"/>
                    <a:pt x="50981" y="34176"/>
                    <a:pt x="50897" y="27257"/>
                  </a:cubicBezTo>
                  <a:lnTo>
                    <a:pt x="50897" y="21679"/>
                  </a:lnTo>
                  <a:cubicBezTo>
                    <a:pt x="40388" y="13056"/>
                    <a:pt x="25460" y="13056"/>
                    <a:pt x="14951" y="21679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6" name="Freeform 215">
              <a:extLst>
                <a:ext uri="{FF2B5EF4-FFF2-40B4-BE49-F238E27FC236}">
                  <a16:creationId xmlns:a16="http://schemas.microsoft.com/office/drawing/2014/main" id="{6E49057B-B3AA-D947-A74A-DE6C613A05E3}"/>
                </a:ext>
              </a:extLst>
            </p:cNvPr>
            <p:cNvSpPr/>
            <p:nvPr/>
          </p:nvSpPr>
          <p:spPr>
            <a:xfrm>
              <a:off x="5880973" y="2777838"/>
              <a:ext cx="277441" cy="14959"/>
            </a:xfrm>
            <a:custGeom>
              <a:avLst/>
              <a:gdLst>
                <a:gd name="connsiteX0" fmla="*/ 269906 w 277441"/>
                <a:gd name="connsiteY0" fmla="*/ 14960 h 14959"/>
                <a:gd name="connsiteX1" fmla="*/ 7535 w 277441"/>
                <a:gd name="connsiteY1" fmla="*/ 14960 h 14959"/>
                <a:gd name="connsiteX2" fmla="*/ 0 w 277441"/>
                <a:gd name="connsiteY2" fmla="*/ 7226 h 14959"/>
                <a:gd name="connsiteX3" fmla="*/ 7535 w 277441"/>
                <a:gd name="connsiteY3" fmla="*/ 0 h 14959"/>
                <a:gd name="connsiteX4" fmla="*/ 269906 w 277441"/>
                <a:gd name="connsiteY4" fmla="*/ 0 h 14959"/>
                <a:gd name="connsiteX5" fmla="*/ 277442 w 277441"/>
                <a:gd name="connsiteY5" fmla="*/ 7733 h 14959"/>
                <a:gd name="connsiteX6" fmla="*/ 269906 w 277441"/>
                <a:gd name="connsiteY6" fmla="*/ 14960 h 1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441" h="14959">
                  <a:moveTo>
                    <a:pt x="269906" y="14960"/>
                  </a:moveTo>
                  <a:lnTo>
                    <a:pt x="7535" y="14960"/>
                  </a:lnTo>
                  <a:cubicBezTo>
                    <a:pt x="3374" y="14960"/>
                    <a:pt x="0" y="11497"/>
                    <a:pt x="0" y="7226"/>
                  </a:cubicBezTo>
                  <a:cubicBezTo>
                    <a:pt x="261" y="3154"/>
                    <a:pt x="3559" y="-9"/>
                    <a:pt x="7535" y="0"/>
                  </a:cubicBezTo>
                  <a:lnTo>
                    <a:pt x="269906" y="0"/>
                  </a:lnTo>
                  <a:cubicBezTo>
                    <a:pt x="274040" y="68"/>
                    <a:pt x="277375" y="3491"/>
                    <a:pt x="277442" y="7733"/>
                  </a:cubicBezTo>
                  <a:cubicBezTo>
                    <a:pt x="277181" y="11805"/>
                    <a:pt x="273882" y="14969"/>
                    <a:pt x="269906" y="14960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CD7F16C0-DBC1-A341-A42A-680BA67177E1}"/>
                </a:ext>
              </a:extLst>
            </p:cNvPr>
            <p:cNvSpPr/>
            <p:nvPr/>
          </p:nvSpPr>
          <p:spPr>
            <a:xfrm>
              <a:off x="6107049" y="2582242"/>
              <a:ext cx="42253" cy="37884"/>
            </a:xfrm>
            <a:custGeom>
              <a:avLst/>
              <a:gdLst>
                <a:gd name="connsiteX0" fmla="*/ 7390 w 42253"/>
                <a:gd name="connsiteY0" fmla="*/ 37885 h 37884"/>
                <a:gd name="connsiteX1" fmla="*/ 1585 w 42253"/>
                <a:gd name="connsiteY1" fmla="*/ 34842 h 37884"/>
                <a:gd name="connsiteX2" fmla="*/ 2820 w 42253"/>
                <a:gd name="connsiteY2" fmla="*/ 24066 h 37884"/>
                <a:gd name="connsiteX3" fmla="*/ 30119 w 42253"/>
                <a:gd name="connsiteY3" fmla="*/ 1626 h 37884"/>
                <a:gd name="connsiteX4" fmla="*/ 40619 w 42253"/>
                <a:gd name="connsiteY4" fmla="*/ 2894 h 37884"/>
                <a:gd name="connsiteX5" fmla="*/ 39485 w 42253"/>
                <a:gd name="connsiteY5" fmla="*/ 13588 h 37884"/>
                <a:gd name="connsiteX6" fmla="*/ 39384 w 42253"/>
                <a:gd name="connsiteY6" fmla="*/ 13670 h 37884"/>
                <a:gd name="connsiteX7" fmla="*/ 11714 w 42253"/>
                <a:gd name="connsiteY7" fmla="*/ 36110 h 37884"/>
                <a:gd name="connsiteX8" fmla="*/ 7390 w 42253"/>
                <a:gd name="connsiteY8" fmla="*/ 37885 h 37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53" h="37884">
                  <a:moveTo>
                    <a:pt x="7390" y="37885"/>
                  </a:moveTo>
                  <a:cubicBezTo>
                    <a:pt x="5096" y="37865"/>
                    <a:pt x="2946" y="36738"/>
                    <a:pt x="1585" y="34842"/>
                  </a:cubicBezTo>
                  <a:cubicBezTo>
                    <a:pt x="-940" y="31507"/>
                    <a:pt x="-390" y="26709"/>
                    <a:pt x="2820" y="24066"/>
                  </a:cubicBezTo>
                  <a:lnTo>
                    <a:pt x="30119" y="1626"/>
                  </a:lnTo>
                  <a:cubicBezTo>
                    <a:pt x="33369" y="-965"/>
                    <a:pt x="38044" y="-400"/>
                    <a:pt x="40619" y="2894"/>
                  </a:cubicBezTo>
                  <a:cubicBezTo>
                    <a:pt x="43183" y="6169"/>
                    <a:pt x="42676" y="10957"/>
                    <a:pt x="39485" y="13588"/>
                  </a:cubicBezTo>
                  <a:cubicBezTo>
                    <a:pt x="39452" y="13616"/>
                    <a:pt x="39418" y="13643"/>
                    <a:pt x="39384" y="13670"/>
                  </a:cubicBezTo>
                  <a:lnTo>
                    <a:pt x="11714" y="36110"/>
                  </a:lnTo>
                  <a:cubicBezTo>
                    <a:pt x="10501" y="37171"/>
                    <a:pt x="8982" y="37794"/>
                    <a:pt x="7390" y="37885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9EF0ABE-20D6-4B4C-A665-564F4FEB5D3B}"/>
                </a:ext>
              </a:extLst>
            </p:cNvPr>
            <p:cNvSpPr/>
            <p:nvPr/>
          </p:nvSpPr>
          <p:spPr>
            <a:xfrm>
              <a:off x="5908664" y="2582278"/>
              <a:ext cx="42698" cy="37847"/>
            </a:xfrm>
            <a:custGeom>
              <a:avLst/>
              <a:gdLst>
                <a:gd name="connsiteX0" fmla="*/ 35184 w 42698"/>
                <a:gd name="connsiteY0" fmla="*/ 37848 h 37847"/>
                <a:gd name="connsiteX1" fmla="*/ 30861 w 42698"/>
                <a:gd name="connsiteY1" fmla="*/ 36073 h 37847"/>
                <a:gd name="connsiteX2" fmla="*/ 2820 w 42698"/>
                <a:gd name="connsiteY2" fmla="*/ 13633 h 37847"/>
                <a:gd name="connsiteX3" fmla="*/ 1585 w 42698"/>
                <a:gd name="connsiteY3" fmla="*/ 2857 h 37847"/>
                <a:gd name="connsiteX4" fmla="*/ 12208 w 42698"/>
                <a:gd name="connsiteY4" fmla="*/ 1589 h 37847"/>
                <a:gd name="connsiteX5" fmla="*/ 39878 w 42698"/>
                <a:gd name="connsiteY5" fmla="*/ 24029 h 37847"/>
                <a:gd name="connsiteX6" fmla="*/ 41113 w 42698"/>
                <a:gd name="connsiteY6" fmla="*/ 34805 h 37847"/>
                <a:gd name="connsiteX7" fmla="*/ 35184 w 42698"/>
                <a:gd name="connsiteY7" fmla="*/ 37848 h 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698" h="37847">
                  <a:moveTo>
                    <a:pt x="35184" y="37848"/>
                  </a:moveTo>
                  <a:cubicBezTo>
                    <a:pt x="33602" y="37715"/>
                    <a:pt x="32095" y="37097"/>
                    <a:pt x="30861" y="36073"/>
                  </a:cubicBezTo>
                  <a:lnTo>
                    <a:pt x="2820" y="13633"/>
                  </a:lnTo>
                  <a:cubicBezTo>
                    <a:pt x="-390" y="10990"/>
                    <a:pt x="-940" y="6193"/>
                    <a:pt x="1585" y="2857"/>
                  </a:cubicBezTo>
                  <a:cubicBezTo>
                    <a:pt x="4237" y="-391"/>
                    <a:pt x="8900" y="-948"/>
                    <a:pt x="12208" y="1589"/>
                  </a:cubicBezTo>
                  <a:lnTo>
                    <a:pt x="39878" y="24029"/>
                  </a:lnTo>
                  <a:cubicBezTo>
                    <a:pt x="43088" y="26672"/>
                    <a:pt x="43638" y="31470"/>
                    <a:pt x="41113" y="34805"/>
                  </a:cubicBezTo>
                  <a:cubicBezTo>
                    <a:pt x="39714" y="36721"/>
                    <a:pt x="37517" y="37848"/>
                    <a:pt x="35184" y="37848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5A551CFA-D88E-5E4C-8757-2CDFE84F50DA}"/>
                </a:ext>
              </a:extLst>
            </p:cNvPr>
            <p:cNvSpPr/>
            <p:nvPr/>
          </p:nvSpPr>
          <p:spPr>
            <a:xfrm>
              <a:off x="5880010" y="2733275"/>
              <a:ext cx="81108" cy="15468"/>
            </a:xfrm>
            <a:custGeom>
              <a:avLst/>
              <a:gdLst>
                <a:gd name="connsiteX0" fmla="*/ 72609 w 81108"/>
                <a:gd name="connsiteY0" fmla="*/ 15404 h 15468"/>
                <a:gd name="connsiteX1" fmla="*/ 8499 w 81108"/>
                <a:gd name="connsiteY1" fmla="*/ 15404 h 15468"/>
                <a:gd name="connsiteX2" fmla="*/ 63 w 81108"/>
                <a:gd name="connsiteY2" fmla="*/ 8722 h 15468"/>
                <a:gd name="connsiteX3" fmla="*/ 6573 w 81108"/>
                <a:gd name="connsiteY3" fmla="*/ 64 h 15468"/>
                <a:gd name="connsiteX4" fmla="*/ 8499 w 81108"/>
                <a:gd name="connsiteY4" fmla="*/ 64 h 15468"/>
                <a:gd name="connsiteX5" fmla="*/ 72609 w 81108"/>
                <a:gd name="connsiteY5" fmla="*/ 64 h 15468"/>
                <a:gd name="connsiteX6" fmla="*/ 81045 w 81108"/>
                <a:gd name="connsiteY6" fmla="*/ 6746 h 15468"/>
                <a:gd name="connsiteX7" fmla="*/ 74535 w 81108"/>
                <a:gd name="connsiteY7" fmla="*/ 15404 h 15468"/>
                <a:gd name="connsiteX8" fmla="*/ 72609 w 81108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08" h="15468">
                  <a:moveTo>
                    <a:pt x="72609" y="15404"/>
                  </a:moveTo>
                  <a:lnTo>
                    <a:pt x="8499" y="15404"/>
                  </a:lnTo>
                  <a:cubicBezTo>
                    <a:pt x="4371" y="15950"/>
                    <a:pt x="594" y="12959"/>
                    <a:pt x="63" y="8722"/>
                  </a:cubicBezTo>
                  <a:cubicBezTo>
                    <a:pt x="-469" y="4486"/>
                    <a:pt x="2446" y="610"/>
                    <a:pt x="6573" y="64"/>
                  </a:cubicBezTo>
                  <a:cubicBezTo>
                    <a:pt x="7212" y="-20"/>
                    <a:pt x="7860" y="-20"/>
                    <a:pt x="8499" y="64"/>
                  </a:cubicBezTo>
                  <a:lnTo>
                    <a:pt x="72609" y="64"/>
                  </a:lnTo>
                  <a:cubicBezTo>
                    <a:pt x="76737" y="-481"/>
                    <a:pt x="80514" y="2510"/>
                    <a:pt x="81045" y="6746"/>
                  </a:cubicBezTo>
                  <a:cubicBezTo>
                    <a:pt x="81577" y="10982"/>
                    <a:pt x="78662" y="14859"/>
                    <a:pt x="74535" y="15404"/>
                  </a:cubicBezTo>
                  <a:cubicBezTo>
                    <a:pt x="73896" y="15489"/>
                    <a:pt x="73248" y="15489"/>
                    <a:pt x="72609" y="15404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C084D84F-BA74-A845-9287-89A676DCD09D}"/>
                </a:ext>
              </a:extLst>
            </p:cNvPr>
            <p:cNvSpPr/>
            <p:nvPr/>
          </p:nvSpPr>
          <p:spPr>
            <a:xfrm>
              <a:off x="5880010" y="2691438"/>
              <a:ext cx="81108" cy="15468"/>
            </a:xfrm>
            <a:custGeom>
              <a:avLst/>
              <a:gdLst>
                <a:gd name="connsiteX0" fmla="*/ 72609 w 81108"/>
                <a:gd name="connsiteY0" fmla="*/ 15404 h 15468"/>
                <a:gd name="connsiteX1" fmla="*/ 8499 w 81108"/>
                <a:gd name="connsiteY1" fmla="*/ 15404 h 15468"/>
                <a:gd name="connsiteX2" fmla="*/ 63 w 81108"/>
                <a:gd name="connsiteY2" fmla="*/ 8722 h 15468"/>
                <a:gd name="connsiteX3" fmla="*/ 6573 w 81108"/>
                <a:gd name="connsiteY3" fmla="*/ 64 h 15468"/>
                <a:gd name="connsiteX4" fmla="*/ 8499 w 81108"/>
                <a:gd name="connsiteY4" fmla="*/ 64 h 15468"/>
                <a:gd name="connsiteX5" fmla="*/ 72609 w 81108"/>
                <a:gd name="connsiteY5" fmla="*/ 64 h 15468"/>
                <a:gd name="connsiteX6" fmla="*/ 81045 w 81108"/>
                <a:gd name="connsiteY6" fmla="*/ 6746 h 15468"/>
                <a:gd name="connsiteX7" fmla="*/ 74535 w 81108"/>
                <a:gd name="connsiteY7" fmla="*/ 15404 h 15468"/>
                <a:gd name="connsiteX8" fmla="*/ 72609 w 81108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08" h="15468">
                  <a:moveTo>
                    <a:pt x="72609" y="15404"/>
                  </a:moveTo>
                  <a:lnTo>
                    <a:pt x="8499" y="15404"/>
                  </a:lnTo>
                  <a:cubicBezTo>
                    <a:pt x="4371" y="15950"/>
                    <a:pt x="594" y="12958"/>
                    <a:pt x="63" y="8722"/>
                  </a:cubicBezTo>
                  <a:cubicBezTo>
                    <a:pt x="-469" y="4486"/>
                    <a:pt x="2446" y="610"/>
                    <a:pt x="6573" y="64"/>
                  </a:cubicBezTo>
                  <a:cubicBezTo>
                    <a:pt x="7212" y="-20"/>
                    <a:pt x="7860" y="-20"/>
                    <a:pt x="8499" y="64"/>
                  </a:cubicBezTo>
                  <a:lnTo>
                    <a:pt x="72609" y="64"/>
                  </a:lnTo>
                  <a:cubicBezTo>
                    <a:pt x="76737" y="-481"/>
                    <a:pt x="80514" y="2510"/>
                    <a:pt x="81045" y="6746"/>
                  </a:cubicBezTo>
                  <a:cubicBezTo>
                    <a:pt x="81577" y="10982"/>
                    <a:pt x="78662" y="14859"/>
                    <a:pt x="74535" y="15404"/>
                  </a:cubicBezTo>
                  <a:cubicBezTo>
                    <a:pt x="73896" y="15489"/>
                    <a:pt x="73248" y="15489"/>
                    <a:pt x="72609" y="15404"/>
                  </a:cubicBezTo>
                  <a:close/>
                </a:path>
              </a:pathLst>
            </a:custGeom>
            <a:grpFill/>
            <a:ln w="120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221" name="Graphic 151">
            <a:extLst>
              <a:ext uri="{FF2B5EF4-FFF2-40B4-BE49-F238E27FC236}">
                <a16:creationId xmlns:a16="http://schemas.microsoft.com/office/drawing/2014/main" id="{77F59F73-5614-1442-8FFD-A9405E13B421}"/>
              </a:ext>
            </a:extLst>
          </p:cNvPr>
          <p:cNvGrpSpPr>
            <a:grpSpLocks noChangeAspect="1"/>
          </p:cNvGrpSpPr>
          <p:nvPr/>
        </p:nvGrpSpPr>
        <p:grpSpPr>
          <a:xfrm>
            <a:off x="6128779" y="4681425"/>
            <a:ext cx="357827" cy="436872"/>
            <a:chOff x="5823799" y="2469458"/>
            <a:chExt cx="357827" cy="436872"/>
          </a:xfrm>
          <a:solidFill>
            <a:srgbClr val="FFFFFF"/>
          </a:solidFill>
        </p:grpSpPr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70104681-17F7-F141-B540-74FE1D42FA66}"/>
                </a:ext>
              </a:extLst>
            </p:cNvPr>
            <p:cNvSpPr/>
            <p:nvPr/>
          </p:nvSpPr>
          <p:spPr>
            <a:xfrm>
              <a:off x="5955220" y="2469458"/>
              <a:ext cx="226406" cy="436872"/>
            </a:xfrm>
            <a:custGeom>
              <a:avLst/>
              <a:gdLst>
                <a:gd name="connsiteX0" fmla="*/ 90624 w 226406"/>
                <a:gd name="connsiteY0" fmla="*/ 436872 h 436872"/>
                <a:gd name="connsiteX1" fmla="*/ 35052 w 226406"/>
                <a:gd name="connsiteY1" fmla="*/ 436872 h 436872"/>
                <a:gd name="connsiteX2" fmla="*/ 27585 w 226406"/>
                <a:gd name="connsiteY2" fmla="*/ 429212 h 436872"/>
                <a:gd name="connsiteX3" fmla="*/ 35052 w 226406"/>
                <a:gd name="connsiteY3" fmla="*/ 421553 h 436872"/>
                <a:gd name="connsiteX4" fmla="*/ 83157 w 226406"/>
                <a:gd name="connsiteY4" fmla="*/ 421553 h 436872"/>
                <a:gd name="connsiteX5" fmla="*/ 83157 w 226406"/>
                <a:gd name="connsiteY5" fmla="*/ 353745 h 436872"/>
                <a:gd name="connsiteX6" fmla="*/ 90501 w 226406"/>
                <a:gd name="connsiteY6" fmla="*/ 346209 h 436872"/>
                <a:gd name="connsiteX7" fmla="*/ 90624 w 226406"/>
                <a:gd name="connsiteY7" fmla="*/ 346210 h 436872"/>
                <a:gd name="connsiteX8" fmla="*/ 139587 w 226406"/>
                <a:gd name="connsiteY8" fmla="*/ 346210 h 436872"/>
                <a:gd name="connsiteX9" fmla="*/ 178144 w 226406"/>
                <a:gd name="connsiteY9" fmla="*/ 306530 h 436872"/>
                <a:gd name="connsiteX10" fmla="*/ 178145 w 226406"/>
                <a:gd name="connsiteY10" fmla="*/ 301256 h 436872"/>
                <a:gd name="connsiteX11" fmla="*/ 172147 w 226406"/>
                <a:gd name="connsiteY11" fmla="*/ 296610 h 436872"/>
                <a:gd name="connsiteX12" fmla="*/ 170188 w 226406"/>
                <a:gd name="connsiteY12" fmla="*/ 294224 h 436872"/>
                <a:gd name="connsiteX13" fmla="*/ 176431 w 226406"/>
                <a:gd name="connsiteY13" fmla="*/ 269864 h 436872"/>
                <a:gd name="connsiteX14" fmla="*/ 188671 w 226406"/>
                <a:gd name="connsiteY14" fmla="*/ 261953 h 436872"/>
                <a:gd name="connsiteX15" fmla="*/ 188671 w 226406"/>
                <a:gd name="connsiteY15" fmla="*/ 246508 h 436872"/>
                <a:gd name="connsiteX16" fmla="*/ 201891 w 226406"/>
                <a:gd name="connsiteY16" fmla="*/ 232695 h 436872"/>
                <a:gd name="connsiteX17" fmla="*/ 202014 w 226406"/>
                <a:gd name="connsiteY17" fmla="*/ 232695 h 436872"/>
                <a:gd name="connsiteX18" fmla="*/ 207155 w 226406"/>
                <a:gd name="connsiteY18" fmla="*/ 232695 h 436872"/>
                <a:gd name="connsiteX19" fmla="*/ 210215 w 226406"/>
                <a:gd name="connsiteY19" fmla="*/ 230811 h 436872"/>
                <a:gd name="connsiteX20" fmla="*/ 210215 w 226406"/>
                <a:gd name="connsiteY20" fmla="*/ 227170 h 436872"/>
                <a:gd name="connsiteX21" fmla="*/ 185734 w 226406"/>
                <a:gd name="connsiteY21" fmla="*/ 189499 h 436872"/>
                <a:gd name="connsiteX22" fmla="*/ 181205 w 226406"/>
                <a:gd name="connsiteY22" fmla="*/ 170035 h 436872"/>
                <a:gd name="connsiteX23" fmla="*/ 182306 w 226406"/>
                <a:gd name="connsiteY23" fmla="*/ 153962 h 436872"/>
                <a:gd name="connsiteX24" fmla="*/ 139219 w 226406"/>
                <a:gd name="connsiteY24" fmla="*/ 52376 h 436872"/>
                <a:gd name="connsiteX25" fmla="*/ 9591 w 226406"/>
                <a:gd name="connsiteY25" fmla="*/ 20732 h 436872"/>
                <a:gd name="connsiteX26" fmla="*/ 288 w 226406"/>
                <a:gd name="connsiteY26" fmla="*/ 15709 h 436872"/>
                <a:gd name="connsiteX27" fmla="*/ 5307 w 226406"/>
                <a:gd name="connsiteY27" fmla="*/ 6166 h 436872"/>
                <a:gd name="connsiteX28" fmla="*/ 150113 w 226406"/>
                <a:gd name="connsiteY28" fmla="*/ 41326 h 436872"/>
                <a:gd name="connsiteX29" fmla="*/ 197852 w 226406"/>
                <a:gd name="connsiteY29" fmla="*/ 154339 h 436872"/>
                <a:gd name="connsiteX30" fmla="*/ 196628 w 226406"/>
                <a:gd name="connsiteY30" fmla="*/ 172296 h 436872"/>
                <a:gd name="connsiteX31" fmla="*/ 198831 w 226406"/>
                <a:gd name="connsiteY31" fmla="*/ 181462 h 436872"/>
                <a:gd name="connsiteX32" fmla="*/ 223312 w 226406"/>
                <a:gd name="connsiteY32" fmla="*/ 219133 h 436872"/>
                <a:gd name="connsiteX33" fmla="*/ 218326 w 226406"/>
                <a:gd name="connsiteY33" fmla="*/ 245094 h 436872"/>
                <a:gd name="connsiteX34" fmla="*/ 208012 w 226406"/>
                <a:gd name="connsiteY34" fmla="*/ 248266 h 436872"/>
                <a:gd name="connsiteX35" fmla="*/ 204339 w 226406"/>
                <a:gd name="connsiteY35" fmla="*/ 248266 h 436872"/>
                <a:gd name="connsiteX36" fmla="*/ 204339 w 226406"/>
                <a:gd name="connsiteY36" fmla="*/ 266097 h 436872"/>
                <a:gd name="connsiteX37" fmla="*/ 200790 w 226406"/>
                <a:gd name="connsiteY37" fmla="*/ 272501 h 436872"/>
                <a:gd name="connsiteX38" fmla="*/ 184510 w 226406"/>
                <a:gd name="connsiteY38" fmla="*/ 282797 h 436872"/>
                <a:gd name="connsiteX39" fmla="*/ 183163 w 226406"/>
                <a:gd name="connsiteY39" fmla="*/ 285560 h 436872"/>
                <a:gd name="connsiteX40" fmla="*/ 190385 w 226406"/>
                <a:gd name="connsiteY40" fmla="*/ 291211 h 436872"/>
                <a:gd name="connsiteX41" fmla="*/ 193323 w 226406"/>
                <a:gd name="connsiteY41" fmla="*/ 297364 h 436872"/>
                <a:gd name="connsiteX42" fmla="*/ 193323 w 226406"/>
                <a:gd name="connsiteY42" fmla="*/ 306530 h 436872"/>
                <a:gd name="connsiteX43" fmla="*/ 139954 w 226406"/>
                <a:gd name="connsiteY43" fmla="*/ 361404 h 436872"/>
                <a:gd name="connsiteX44" fmla="*/ 97968 w 226406"/>
                <a:gd name="connsiteY44" fmla="*/ 361404 h 436872"/>
                <a:gd name="connsiteX45" fmla="*/ 97968 w 226406"/>
                <a:gd name="connsiteY45" fmla="*/ 429212 h 436872"/>
                <a:gd name="connsiteX46" fmla="*/ 90624 w 226406"/>
                <a:gd name="connsiteY46" fmla="*/ 436872 h 436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26406" h="436872">
                  <a:moveTo>
                    <a:pt x="90624" y="436872"/>
                  </a:moveTo>
                  <a:lnTo>
                    <a:pt x="35052" y="436872"/>
                  </a:lnTo>
                  <a:cubicBezTo>
                    <a:pt x="30928" y="436872"/>
                    <a:pt x="27585" y="433443"/>
                    <a:pt x="27585" y="429212"/>
                  </a:cubicBezTo>
                  <a:cubicBezTo>
                    <a:pt x="27585" y="424982"/>
                    <a:pt x="30928" y="421553"/>
                    <a:pt x="35052" y="421553"/>
                  </a:cubicBezTo>
                  <a:lnTo>
                    <a:pt x="83157" y="421553"/>
                  </a:lnTo>
                  <a:lnTo>
                    <a:pt x="83157" y="353745"/>
                  </a:lnTo>
                  <a:cubicBezTo>
                    <a:pt x="83157" y="349584"/>
                    <a:pt x="86444" y="346210"/>
                    <a:pt x="90501" y="346209"/>
                  </a:cubicBezTo>
                  <a:cubicBezTo>
                    <a:pt x="90542" y="346209"/>
                    <a:pt x="90583" y="346210"/>
                    <a:pt x="90624" y="346210"/>
                  </a:cubicBezTo>
                  <a:lnTo>
                    <a:pt x="139587" y="346210"/>
                  </a:lnTo>
                  <a:cubicBezTo>
                    <a:pt x="160901" y="346141"/>
                    <a:pt x="178145" y="328396"/>
                    <a:pt x="178144" y="306530"/>
                  </a:cubicBezTo>
                  <a:lnTo>
                    <a:pt x="178145" y="301256"/>
                  </a:lnTo>
                  <a:lnTo>
                    <a:pt x="172147" y="296610"/>
                  </a:lnTo>
                  <a:cubicBezTo>
                    <a:pt x="171367" y="295934"/>
                    <a:pt x="170705" y="295127"/>
                    <a:pt x="170188" y="294224"/>
                  </a:cubicBezTo>
                  <a:cubicBezTo>
                    <a:pt x="165507" y="285708"/>
                    <a:pt x="168272" y="274917"/>
                    <a:pt x="176431" y="269864"/>
                  </a:cubicBezTo>
                  <a:lnTo>
                    <a:pt x="188671" y="261953"/>
                  </a:lnTo>
                  <a:lnTo>
                    <a:pt x="188671" y="246508"/>
                  </a:lnTo>
                  <a:cubicBezTo>
                    <a:pt x="188604" y="238949"/>
                    <a:pt x="194522" y="232765"/>
                    <a:pt x="201891" y="232695"/>
                  </a:cubicBezTo>
                  <a:cubicBezTo>
                    <a:pt x="201932" y="232695"/>
                    <a:pt x="201973" y="232695"/>
                    <a:pt x="202014" y="232695"/>
                  </a:cubicBezTo>
                  <a:lnTo>
                    <a:pt x="207155" y="232695"/>
                  </a:lnTo>
                  <a:cubicBezTo>
                    <a:pt x="208438" y="232704"/>
                    <a:pt x="209619" y="231977"/>
                    <a:pt x="210215" y="230811"/>
                  </a:cubicBezTo>
                  <a:cubicBezTo>
                    <a:pt x="210849" y="229685"/>
                    <a:pt x="210849" y="228296"/>
                    <a:pt x="210215" y="227170"/>
                  </a:cubicBezTo>
                  <a:lnTo>
                    <a:pt x="185734" y="189499"/>
                  </a:lnTo>
                  <a:cubicBezTo>
                    <a:pt x="181960" y="183795"/>
                    <a:pt x="180349" y="176873"/>
                    <a:pt x="181205" y="170035"/>
                  </a:cubicBezTo>
                  <a:cubicBezTo>
                    <a:pt x="181920" y="164709"/>
                    <a:pt x="182288" y="159339"/>
                    <a:pt x="182306" y="153962"/>
                  </a:cubicBezTo>
                  <a:cubicBezTo>
                    <a:pt x="182184" y="115460"/>
                    <a:pt x="166598" y="78712"/>
                    <a:pt x="139219" y="52376"/>
                  </a:cubicBezTo>
                  <a:cubicBezTo>
                    <a:pt x="104341" y="19370"/>
                    <a:pt x="55223" y="7380"/>
                    <a:pt x="9591" y="20732"/>
                  </a:cubicBezTo>
                  <a:cubicBezTo>
                    <a:pt x="5672" y="21960"/>
                    <a:pt x="1520" y="19719"/>
                    <a:pt x="288" y="15709"/>
                  </a:cubicBezTo>
                  <a:cubicBezTo>
                    <a:pt x="-828" y="11660"/>
                    <a:pt x="1395" y="7433"/>
                    <a:pt x="5307" y="6166"/>
                  </a:cubicBezTo>
                  <a:cubicBezTo>
                    <a:pt x="56245" y="-9036"/>
                    <a:pt x="111223" y="4313"/>
                    <a:pt x="150113" y="41326"/>
                  </a:cubicBezTo>
                  <a:cubicBezTo>
                    <a:pt x="180564" y="70612"/>
                    <a:pt x="197844" y="111520"/>
                    <a:pt x="197852" y="154339"/>
                  </a:cubicBezTo>
                  <a:cubicBezTo>
                    <a:pt x="197854" y="160347"/>
                    <a:pt x="197445" y="166347"/>
                    <a:pt x="196628" y="172296"/>
                  </a:cubicBezTo>
                  <a:cubicBezTo>
                    <a:pt x="196257" y="175524"/>
                    <a:pt x="197040" y="178781"/>
                    <a:pt x="198831" y="181462"/>
                  </a:cubicBezTo>
                  <a:lnTo>
                    <a:pt x="223312" y="219133"/>
                  </a:lnTo>
                  <a:cubicBezTo>
                    <a:pt x="228924" y="227715"/>
                    <a:pt x="226692" y="239338"/>
                    <a:pt x="218326" y="245094"/>
                  </a:cubicBezTo>
                  <a:cubicBezTo>
                    <a:pt x="215278" y="247192"/>
                    <a:pt x="211683" y="248297"/>
                    <a:pt x="208012" y="248266"/>
                  </a:cubicBezTo>
                  <a:lnTo>
                    <a:pt x="204339" y="248266"/>
                  </a:lnTo>
                  <a:lnTo>
                    <a:pt x="204339" y="266097"/>
                  </a:lnTo>
                  <a:cubicBezTo>
                    <a:pt x="204324" y="268720"/>
                    <a:pt x="202979" y="271145"/>
                    <a:pt x="200790" y="272501"/>
                  </a:cubicBezTo>
                  <a:lnTo>
                    <a:pt x="184510" y="282797"/>
                  </a:lnTo>
                  <a:cubicBezTo>
                    <a:pt x="183578" y="283374"/>
                    <a:pt x="183054" y="284450"/>
                    <a:pt x="183163" y="285560"/>
                  </a:cubicBezTo>
                  <a:lnTo>
                    <a:pt x="190385" y="291211"/>
                  </a:lnTo>
                  <a:cubicBezTo>
                    <a:pt x="192269" y="292660"/>
                    <a:pt x="193362" y="294948"/>
                    <a:pt x="193323" y="297364"/>
                  </a:cubicBezTo>
                  <a:lnTo>
                    <a:pt x="193323" y="306530"/>
                  </a:lnTo>
                  <a:cubicBezTo>
                    <a:pt x="193323" y="336787"/>
                    <a:pt x="169448" y="361335"/>
                    <a:pt x="139954" y="361404"/>
                  </a:cubicBezTo>
                  <a:lnTo>
                    <a:pt x="97968" y="361404"/>
                  </a:lnTo>
                  <a:lnTo>
                    <a:pt x="97968" y="429212"/>
                  </a:lnTo>
                  <a:cubicBezTo>
                    <a:pt x="97969" y="433394"/>
                    <a:pt x="94700" y="436804"/>
                    <a:pt x="90624" y="436872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B0C55B5D-5049-A540-85D4-DDC6BFD4B012}"/>
                </a:ext>
              </a:extLst>
            </p:cNvPr>
            <p:cNvSpPr/>
            <p:nvPr/>
          </p:nvSpPr>
          <p:spPr>
            <a:xfrm>
              <a:off x="5849382" y="2529619"/>
              <a:ext cx="183119" cy="187853"/>
            </a:xfrm>
            <a:custGeom>
              <a:avLst/>
              <a:gdLst>
                <a:gd name="connsiteX0" fmla="*/ 91560 w 183119"/>
                <a:gd name="connsiteY0" fmla="*/ 187853 h 187853"/>
                <a:gd name="connsiteX1" fmla="*/ 0 w 183119"/>
                <a:gd name="connsiteY1" fmla="*/ 93927 h 187853"/>
                <a:gd name="connsiteX2" fmla="*/ 91560 w 183119"/>
                <a:gd name="connsiteY2" fmla="*/ 0 h 187853"/>
                <a:gd name="connsiteX3" fmla="*/ 183120 w 183119"/>
                <a:gd name="connsiteY3" fmla="*/ 93927 h 187853"/>
                <a:gd name="connsiteX4" fmla="*/ 91560 w 183119"/>
                <a:gd name="connsiteY4" fmla="*/ 187853 h 187853"/>
                <a:gd name="connsiteX5" fmla="*/ 91560 w 183119"/>
                <a:gd name="connsiteY5" fmla="*/ 15068 h 187853"/>
                <a:gd name="connsiteX6" fmla="*/ 14811 w 183119"/>
                <a:gd name="connsiteY6" fmla="*/ 93801 h 187853"/>
                <a:gd name="connsiteX7" fmla="*/ 91560 w 183119"/>
                <a:gd name="connsiteY7" fmla="*/ 172534 h 187853"/>
                <a:gd name="connsiteX8" fmla="*/ 168309 w 183119"/>
                <a:gd name="connsiteY8" fmla="*/ 93801 h 187853"/>
                <a:gd name="connsiteX9" fmla="*/ 91560 w 183119"/>
                <a:gd name="connsiteY9" fmla="*/ 15068 h 1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119" h="187853">
                  <a:moveTo>
                    <a:pt x="91560" y="187853"/>
                  </a:moveTo>
                  <a:cubicBezTo>
                    <a:pt x="40993" y="187853"/>
                    <a:pt x="0" y="145801"/>
                    <a:pt x="0" y="93927"/>
                  </a:cubicBezTo>
                  <a:cubicBezTo>
                    <a:pt x="0" y="42052"/>
                    <a:pt x="40993" y="0"/>
                    <a:pt x="91560" y="0"/>
                  </a:cubicBezTo>
                  <a:cubicBezTo>
                    <a:pt x="142127" y="0"/>
                    <a:pt x="183120" y="42052"/>
                    <a:pt x="183120" y="93927"/>
                  </a:cubicBezTo>
                  <a:cubicBezTo>
                    <a:pt x="183052" y="145772"/>
                    <a:pt x="142099" y="187784"/>
                    <a:pt x="91560" y="187853"/>
                  </a:cubicBezTo>
                  <a:close/>
                  <a:moveTo>
                    <a:pt x="91560" y="15068"/>
                  </a:moveTo>
                  <a:cubicBezTo>
                    <a:pt x="49173" y="15068"/>
                    <a:pt x="14811" y="50318"/>
                    <a:pt x="14811" y="93801"/>
                  </a:cubicBezTo>
                  <a:cubicBezTo>
                    <a:pt x="14811" y="137284"/>
                    <a:pt x="49173" y="172534"/>
                    <a:pt x="91560" y="172534"/>
                  </a:cubicBezTo>
                  <a:cubicBezTo>
                    <a:pt x="133947" y="172534"/>
                    <a:pt x="168309" y="137284"/>
                    <a:pt x="168309" y="93801"/>
                  </a:cubicBezTo>
                  <a:cubicBezTo>
                    <a:pt x="168241" y="50347"/>
                    <a:pt x="133919" y="15138"/>
                    <a:pt x="91560" y="15068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835A4480-C9ED-304D-B994-017F1B75E789}"/>
                </a:ext>
              </a:extLst>
            </p:cNvPr>
            <p:cNvSpPr/>
            <p:nvPr/>
          </p:nvSpPr>
          <p:spPr>
            <a:xfrm>
              <a:off x="5823799" y="2503375"/>
              <a:ext cx="234286" cy="276381"/>
            </a:xfrm>
            <a:custGeom>
              <a:avLst/>
              <a:gdLst>
                <a:gd name="connsiteX0" fmla="*/ 167697 w 234286"/>
                <a:gd name="connsiteY0" fmla="*/ 276380 h 276381"/>
                <a:gd name="connsiteX1" fmla="*/ 66590 w 234286"/>
                <a:gd name="connsiteY1" fmla="*/ 276380 h 276381"/>
                <a:gd name="connsiteX2" fmla="*/ 59368 w 234286"/>
                <a:gd name="connsiteY2" fmla="*/ 270855 h 276381"/>
                <a:gd name="connsiteX3" fmla="*/ 44557 w 234286"/>
                <a:gd name="connsiteY3" fmla="*/ 214348 h 276381"/>
                <a:gd name="connsiteX4" fmla="*/ 1 w 234286"/>
                <a:gd name="connsiteY4" fmla="*/ 120171 h 276381"/>
                <a:gd name="connsiteX5" fmla="*/ 117143 w 234286"/>
                <a:gd name="connsiteY5" fmla="*/ 0 h 276381"/>
                <a:gd name="connsiteX6" fmla="*/ 234286 w 234286"/>
                <a:gd name="connsiteY6" fmla="*/ 120171 h 276381"/>
                <a:gd name="connsiteX7" fmla="*/ 189730 w 234286"/>
                <a:gd name="connsiteY7" fmla="*/ 214348 h 276381"/>
                <a:gd name="connsiteX8" fmla="*/ 174919 w 234286"/>
                <a:gd name="connsiteY8" fmla="*/ 270855 h 276381"/>
                <a:gd name="connsiteX9" fmla="*/ 167697 w 234286"/>
                <a:gd name="connsiteY9" fmla="*/ 276380 h 276381"/>
                <a:gd name="connsiteX10" fmla="*/ 72220 w 234286"/>
                <a:gd name="connsiteY10" fmla="*/ 261186 h 276381"/>
                <a:gd name="connsiteX11" fmla="*/ 162067 w 234286"/>
                <a:gd name="connsiteY11" fmla="*/ 261186 h 276381"/>
                <a:gd name="connsiteX12" fmla="*/ 176021 w 234286"/>
                <a:gd name="connsiteY12" fmla="*/ 207944 h 276381"/>
                <a:gd name="connsiteX13" fmla="*/ 178714 w 234286"/>
                <a:gd name="connsiteY13" fmla="*/ 203801 h 276381"/>
                <a:gd name="connsiteX14" fmla="*/ 219475 w 234286"/>
                <a:gd name="connsiteY14" fmla="*/ 120171 h 276381"/>
                <a:gd name="connsiteX15" fmla="*/ 117143 w 234286"/>
                <a:gd name="connsiteY15" fmla="*/ 15194 h 276381"/>
                <a:gd name="connsiteX16" fmla="*/ 14812 w 234286"/>
                <a:gd name="connsiteY16" fmla="*/ 120171 h 276381"/>
                <a:gd name="connsiteX17" fmla="*/ 55573 w 234286"/>
                <a:gd name="connsiteY17" fmla="*/ 203801 h 276381"/>
                <a:gd name="connsiteX18" fmla="*/ 58266 w 234286"/>
                <a:gd name="connsiteY18" fmla="*/ 207944 h 27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4286" h="276381">
                  <a:moveTo>
                    <a:pt x="167697" y="276380"/>
                  </a:moveTo>
                  <a:lnTo>
                    <a:pt x="66590" y="276380"/>
                  </a:lnTo>
                  <a:cubicBezTo>
                    <a:pt x="63262" y="276362"/>
                    <a:pt x="60334" y="274122"/>
                    <a:pt x="59368" y="270855"/>
                  </a:cubicBezTo>
                  <a:lnTo>
                    <a:pt x="44557" y="214348"/>
                  </a:lnTo>
                  <a:cubicBezTo>
                    <a:pt x="16324" y="191699"/>
                    <a:pt x="-122" y="156937"/>
                    <a:pt x="1" y="120171"/>
                  </a:cubicBezTo>
                  <a:cubicBezTo>
                    <a:pt x="1" y="53802"/>
                    <a:pt x="52447" y="0"/>
                    <a:pt x="117143" y="0"/>
                  </a:cubicBezTo>
                  <a:cubicBezTo>
                    <a:pt x="181840" y="0"/>
                    <a:pt x="234286" y="53802"/>
                    <a:pt x="234286" y="120171"/>
                  </a:cubicBezTo>
                  <a:cubicBezTo>
                    <a:pt x="234409" y="156937"/>
                    <a:pt x="217963" y="191699"/>
                    <a:pt x="189730" y="214348"/>
                  </a:cubicBezTo>
                  <a:lnTo>
                    <a:pt x="174919" y="270855"/>
                  </a:lnTo>
                  <a:cubicBezTo>
                    <a:pt x="174025" y="274173"/>
                    <a:pt x="171052" y="276447"/>
                    <a:pt x="167697" y="276380"/>
                  </a:cubicBezTo>
                  <a:close/>
                  <a:moveTo>
                    <a:pt x="72220" y="261186"/>
                  </a:moveTo>
                  <a:lnTo>
                    <a:pt x="162067" y="261186"/>
                  </a:lnTo>
                  <a:lnTo>
                    <a:pt x="176021" y="207944"/>
                  </a:lnTo>
                  <a:cubicBezTo>
                    <a:pt x="176534" y="206337"/>
                    <a:pt x="177465" y="204905"/>
                    <a:pt x="178714" y="203801"/>
                  </a:cubicBezTo>
                  <a:cubicBezTo>
                    <a:pt x="204458" y="184130"/>
                    <a:pt x="219582" y="153100"/>
                    <a:pt x="219475" y="120171"/>
                  </a:cubicBezTo>
                  <a:cubicBezTo>
                    <a:pt x="219475" y="62194"/>
                    <a:pt x="173660" y="15194"/>
                    <a:pt x="117143" y="15194"/>
                  </a:cubicBezTo>
                  <a:cubicBezTo>
                    <a:pt x="60627" y="15194"/>
                    <a:pt x="14812" y="62194"/>
                    <a:pt x="14812" y="120171"/>
                  </a:cubicBezTo>
                  <a:cubicBezTo>
                    <a:pt x="14705" y="153100"/>
                    <a:pt x="29829" y="184130"/>
                    <a:pt x="55573" y="203801"/>
                  </a:cubicBezTo>
                  <a:cubicBezTo>
                    <a:pt x="56858" y="204871"/>
                    <a:pt x="57797" y="206316"/>
                    <a:pt x="58266" y="207944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FF7674DB-ECD8-764D-8C30-9270D55BE035}"/>
                </a:ext>
              </a:extLst>
            </p:cNvPr>
            <p:cNvSpPr/>
            <p:nvPr/>
          </p:nvSpPr>
          <p:spPr>
            <a:xfrm>
              <a:off x="5910607" y="2698932"/>
              <a:ext cx="111947" cy="44784"/>
            </a:xfrm>
            <a:custGeom>
              <a:avLst/>
              <a:gdLst>
                <a:gd name="connsiteX0" fmla="*/ 30335 w 111947"/>
                <a:gd name="connsiteY0" fmla="*/ 44784 h 44784"/>
                <a:gd name="connsiteX1" fmla="*/ 5854 w 111947"/>
                <a:gd name="connsiteY1" fmla="*/ 42147 h 44784"/>
                <a:gd name="connsiteX2" fmla="*/ 162 w 111947"/>
                <a:gd name="connsiteY2" fmla="*/ 33169 h 44784"/>
                <a:gd name="connsiteX3" fmla="*/ 8914 w 111947"/>
                <a:gd name="connsiteY3" fmla="*/ 27330 h 44784"/>
                <a:gd name="connsiteX4" fmla="*/ 99372 w 111947"/>
                <a:gd name="connsiteY4" fmla="*/ 2216 h 44784"/>
                <a:gd name="connsiteX5" fmla="*/ 109759 w 111947"/>
                <a:gd name="connsiteY5" fmla="*/ 2197 h 44784"/>
                <a:gd name="connsiteX6" fmla="*/ 109777 w 111947"/>
                <a:gd name="connsiteY6" fmla="*/ 2216 h 44784"/>
                <a:gd name="connsiteX7" fmla="*/ 109777 w 111947"/>
                <a:gd name="connsiteY7" fmla="*/ 13015 h 44784"/>
                <a:gd name="connsiteX8" fmla="*/ 30335 w 111947"/>
                <a:gd name="connsiteY8" fmla="*/ 44784 h 44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47" h="44784">
                  <a:moveTo>
                    <a:pt x="30335" y="44784"/>
                  </a:moveTo>
                  <a:cubicBezTo>
                    <a:pt x="22106" y="44799"/>
                    <a:pt x="13900" y="43915"/>
                    <a:pt x="5854" y="42147"/>
                  </a:cubicBezTo>
                  <a:cubicBezTo>
                    <a:pt x="1865" y="41280"/>
                    <a:pt x="-683" y="37261"/>
                    <a:pt x="162" y="33169"/>
                  </a:cubicBezTo>
                  <a:cubicBezTo>
                    <a:pt x="1007" y="29077"/>
                    <a:pt x="4925" y="26463"/>
                    <a:pt x="8914" y="27330"/>
                  </a:cubicBezTo>
                  <a:cubicBezTo>
                    <a:pt x="41248" y="34339"/>
                    <a:pt x="74897" y="24997"/>
                    <a:pt x="99372" y="2216"/>
                  </a:cubicBezTo>
                  <a:cubicBezTo>
                    <a:pt x="102235" y="-731"/>
                    <a:pt x="106885" y="-740"/>
                    <a:pt x="109759" y="2197"/>
                  </a:cubicBezTo>
                  <a:cubicBezTo>
                    <a:pt x="109765" y="2204"/>
                    <a:pt x="109771" y="2210"/>
                    <a:pt x="109777" y="2216"/>
                  </a:cubicBezTo>
                  <a:cubicBezTo>
                    <a:pt x="112671" y="5203"/>
                    <a:pt x="112671" y="10028"/>
                    <a:pt x="109777" y="13015"/>
                  </a:cubicBezTo>
                  <a:cubicBezTo>
                    <a:pt x="88133" y="33477"/>
                    <a:pt x="59768" y="44820"/>
                    <a:pt x="30335" y="44784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81E631CC-E178-D54A-A39E-FB1089DC69FD}"/>
                </a:ext>
              </a:extLst>
            </p:cNvPr>
            <p:cNvSpPr/>
            <p:nvPr/>
          </p:nvSpPr>
          <p:spPr>
            <a:xfrm>
              <a:off x="5893081" y="2764561"/>
              <a:ext cx="95722" cy="36290"/>
            </a:xfrm>
            <a:custGeom>
              <a:avLst/>
              <a:gdLst>
                <a:gd name="connsiteX0" fmla="*/ 88377 w 95722"/>
                <a:gd name="connsiteY0" fmla="*/ 36290 h 36290"/>
                <a:gd name="connsiteX1" fmla="*/ 7467 w 95722"/>
                <a:gd name="connsiteY1" fmla="*/ 36290 h 36290"/>
                <a:gd name="connsiteX2" fmla="*/ 1 w 95722"/>
                <a:gd name="connsiteY2" fmla="*/ 28882 h 36290"/>
                <a:gd name="connsiteX3" fmla="*/ 0 w 95722"/>
                <a:gd name="connsiteY3" fmla="*/ 28756 h 36290"/>
                <a:gd name="connsiteX4" fmla="*/ 0 w 95722"/>
                <a:gd name="connsiteY4" fmla="*/ 7660 h 36290"/>
                <a:gd name="connsiteX5" fmla="*/ 7467 w 95722"/>
                <a:gd name="connsiteY5" fmla="*/ 0 h 36290"/>
                <a:gd name="connsiteX6" fmla="*/ 88377 w 95722"/>
                <a:gd name="connsiteY6" fmla="*/ 0 h 36290"/>
                <a:gd name="connsiteX7" fmla="*/ 95723 w 95722"/>
                <a:gd name="connsiteY7" fmla="*/ 7533 h 36290"/>
                <a:gd name="connsiteX8" fmla="*/ 95722 w 95722"/>
                <a:gd name="connsiteY8" fmla="*/ 7660 h 36290"/>
                <a:gd name="connsiteX9" fmla="*/ 95722 w 95722"/>
                <a:gd name="connsiteY9" fmla="*/ 28756 h 36290"/>
                <a:gd name="connsiteX10" fmla="*/ 88377 w 95722"/>
                <a:gd name="connsiteY10" fmla="*/ 36290 h 36290"/>
                <a:gd name="connsiteX11" fmla="*/ 14934 w 95722"/>
                <a:gd name="connsiteY11" fmla="*/ 21096 h 36290"/>
                <a:gd name="connsiteX12" fmla="*/ 81033 w 95722"/>
                <a:gd name="connsiteY12" fmla="*/ 21096 h 36290"/>
                <a:gd name="connsiteX13" fmla="*/ 81033 w 95722"/>
                <a:gd name="connsiteY13" fmla="*/ 15194 h 36290"/>
                <a:gd name="connsiteX14" fmla="*/ 14811 w 95722"/>
                <a:gd name="connsiteY14" fmla="*/ 15194 h 3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722" h="36290">
                  <a:moveTo>
                    <a:pt x="88377" y="36290"/>
                  </a:moveTo>
                  <a:lnTo>
                    <a:pt x="7467" y="36290"/>
                  </a:lnTo>
                  <a:cubicBezTo>
                    <a:pt x="3411" y="36359"/>
                    <a:pt x="69" y="33043"/>
                    <a:pt x="1" y="28882"/>
                  </a:cubicBezTo>
                  <a:cubicBezTo>
                    <a:pt x="0" y="28840"/>
                    <a:pt x="0" y="28798"/>
                    <a:pt x="0" y="28756"/>
                  </a:cubicBezTo>
                  <a:lnTo>
                    <a:pt x="0" y="7660"/>
                  </a:lnTo>
                  <a:cubicBezTo>
                    <a:pt x="0" y="3429"/>
                    <a:pt x="3343" y="0"/>
                    <a:pt x="7467" y="0"/>
                  </a:cubicBezTo>
                  <a:lnTo>
                    <a:pt x="88377" y="0"/>
                  </a:lnTo>
                  <a:cubicBezTo>
                    <a:pt x="92433" y="-1"/>
                    <a:pt x="95722" y="3372"/>
                    <a:pt x="95723" y="7533"/>
                  </a:cubicBezTo>
                  <a:cubicBezTo>
                    <a:pt x="95723" y="7575"/>
                    <a:pt x="95722" y="7618"/>
                    <a:pt x="95722" y="7660"/>
                  </a:cubicBezTo>
                  <a:lnTo>
                    <a:pt x="95722" y="28756"/>
                  </a:lnTo>
                  <a:cubicBezTo>
                    <a:pt x="95722" y="32917"/>
                    <a:pt x="92433" y="36290"/>
                    <a:pt x="88377" y="36290"/>
                  </a:cubicBezTo>
                  <a:close/>
                  <a:moveTo>
                    <a:pt x="14934" y="21096"/>
                  </a:moveTo>
                  <a:lnTo>
                    <a:pt x="81033" y="21096"/>
                  </a:lnTo>
                  <a:lnTo>
                    <a:pt x="81033" y="15194"/>
                  </a:lnTo>
                  <a:lnTo>
                    <a:pt x="14811" y="15194"/>
                  </a:ln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0B1CD6C-7C15-3C46-86AE-359286C3C473}"/>
                </a:ext>
              </a:extLst>
            </p:cNvPr>
            <p:cNvSpPr/>
            <p:nvPr/>
          </p:nvSpPr>
          <p:spPr>
            <a:xfrm>
              <a:off x="5875822" y="2785155"/>
              <a:ext cx="130363" cy="97316"/>
            </a:xfrm>
            <a:custGeom>
              <a:avLst/>
              <a:gdLst>
                <a:gd name="connsiteX0" fmla="*/ 113593 w 130363"/>
                <a:gd name="connsiteY0" fmla="*/ 97317 h 97316"/>
                <a:gd name="connsiteX1" fmla="*/ 16770 w 130363"/>
                <a:gd name="connsiteY1" fmla="*/ 97317 h 97316"/>
                <a:gd name="connsiteX2" fmla="*/ 0 w 130363"/>
                <a:gd name="connsiteY2" fmla="*/ 80114 h 97316"/>
                <a:gd name="connsiteX3" fmla="*/ 0 w 130363"/>
                <a:gd name="connsiteY3" fmla="*/ 79988 h 97316"/>
                <a:gd name="connsiteX4" fmla="*/ 0 w 130363"/>
                <a:gd name="connsiteY4" fmla="*/ 17203 h 97316"/>
                <a:gd name="connsiteX5" fmla="*/ 16770 w 130363"/>
                <a:gd name="connsiteY5" fmla="*/ 0 h 97316"/>
                <a:gd name="connsiteX6" fmla="*/ 113593 w 130363"/>
                <a:gd name="connsiteY6" fmla="*/ 0 h 97316"/>
                <a:gd name="connsiteX7" fmla="*/ 130363 w 130363"/>
                <a:gd name="connsiteY7" fmla="*/ 17203 h 97316"/>
                <a:gd name="connsiteX8" fmla="*/ 130363 w 130363"/>
                <a:gd name="connsiteY8" fmla="*/ 79988 h 97316"/>
                <a:gd name="connsiteX9" fmla="*/ 113593 w 130363"/>
                <a:gd name="connsiteY9" fmla="*/ 97317 h 97316"/>
                <a:gd name="connsiteX10" fmla="*/ 16770 w 130363"/>
                <a:gd name="connsiteY10" fmla="*/ 15696 h 97316"/>
                <a:gd name="connsiteX11" fmla="*/ 14812 w 130363"/>
                <a:gd name="connsiteY11" fmla="*/ 17705 h 97316"/>
                <a:gd name="connsiteX12" fmla="*/ 14812 w 130363"/>
                <a:gd name="connsiteY12" fmla="*/ 80491 h 97316"/>
                <a:gd name="connsiteX13" fmla="*/ 16770 w 130363"/>
                <a:gd name="connsiteY13" fmla="*/ 82500 h 97316"/>
                <a:gd name="connsiteX14" fmla="*/ 113593 w 130363"/>
                <a:gd name="connsiteY14" fmla="*/ 82500 h 97316"/>
                <a:gd name="connsiteX15" fmla="*/ 115552 w 130363"/>
                <a:gd name="connsiteY15" fmla="*/ 80491 h 97316"/>
                <a:gd name="connsiteX16" fmla="*/ 115552 w 130363"/>
                <a:gd name="connsiteY16" fmla="*/ 17705 h 97316"/>
                <a:gd name="connsiteX17" fmla="*/ 113593 w 130363"/>
                <a:gd name="connsiteY17" fmla="*/ 15696 h 9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0363" h="97316">
                  <a:moveTo>
                    <a:pt x="113593" y="97317"/>
                  </a:moveTo>
                  <a:lnTo>
                    <a:pt x="16770" y="97317"/>
                  </a:lnTo>
                  <a:cubicBezTo>
                    <a:pt x="7508" y="97317"/>
                    <a:pt x="0" y="89615"/>
                    <a:pt x="0" y="80114"/>
                  </a:cubicBezTo>
                  <a:cubicBezTo>
                    <a:pt x="0" y="80072"/>
                    <a:pt x="0" y="80030"/>
                    <a:pt x="0" y="79988"/>
                  </a:cubicBezTo>
                  <a:lnTo>
                    <a:pt x="0" y="17203"/>
                  </a:lnTo>
                  <a:cubicBezTo>
                    <a:pt x="0" y="7702"/>
                    <a:pt x="7508" y="0"/>
                    <a:pt x="16770" y="0"/>
                  </a:cubicBezTo>
                  <a:lnTo>
                    <a:pt x="113593" y="0"/>
                  </a:lnTo>
                  <a:cubicBezTo>
                    <a:pt x="122827" y="68"/>
                    <a:pt x="130296" y="7731"/>
                    <a:pt x="130363" y="17203"/>
                  </a:cubicBezTo>
                  <a:lnTo>
                    <a:pt x="130363" y="79988"/>
                  </a:lnTo>
                  <a:cubicBezTo>
                    <a:pt x="130363" y="89510"/>
                    <a:pt x="122875" y="97248"/>
                    <a:pt x="113593" y="97317"/>
                  </a:cubicBezTo>
                  <a:close/>
                  <a:moveTo>
                    <a:pt x="16770" y="15696"/>
                  </a:moveTo>
                  <a:cubicBezTo>
                    <a:pt x="15688" y="15696"/>
                    <a:pt x="14812" y="16596"/>
                    <a:pt x="14812" y="17705"/>
                  </a:cubicBezTo>
                  <a:lnTo>
                    <a:pt x="14812" y="80491"/>
                  </a:lnTo>
                  <a:cubicBezTo>
                    <a:pt x="14812" y="81600"/>
                    <a:pt x="15688" y="82500"/>
                    <a:pt x="16770" y="82500"/>
                  </a:cubicBezTo>
                  <a:lnTo>
                    <a:pt x="113593" y="82500"/>
                  </a:lnTo>
                  <a:cubicBezTo>
                    <a:pt x="114675" y="82500"/>
                    <a:pt x="115552" y="81600"/>
                    <a:pt x="115552" y="80491"/>
                  </a:cubicBezTo>
                  <a:lnTo>
                    <a:pt x="115552" y="17705"/>
                  </a:lnTo>
                  <a:cubicBezTo>
                    <a:pt x="115552" y="16596"/>
                    <a:pt x="114675" y="15696"/>
                    <a:pt x="113593" y="15696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A5B3D21C-4097-B943-BF1D-A2E2CAD201F8}"/>
                </a:ext>
              </a:extLst>
            </p:cNvPr>
            <p:cNvSpPr/>
            <p:nvPr/>
          </p:nvSpPr>
          <p:spPr>
            <a:xfrm>
              <a:off x="5876653" y="2811210"/>
              <a:ext cx="96335" cy="15320"/>
            </a:xfrm>
            <a:custGeom>
              <a:avLst/>
              <a:gdLst>
                <a:gd name="connsiteX0" fmla="*/ 87914 w 96335"/>
                <a:gd name="connsiteY0" fmla="*/ 15258 h 15320"/>
                <a:gd name="connsiteX1" fmla="*/ 6514 w 96335"/>
                <a:gd name="connsiteY1" fmla="*/ 15258 h 15320"/>
                <a:gd name="connsiteX2" fmla="*/ 62 w 96335"/>
                <a:gd name="connsiteY2" fmla="*/ 6682 h 15320"/>
                <a:gd name="connsiteX3" fmla="*/ 6514 w 96335"/>
                <a:gd name="connsiteY3" fmla="*/ 64 h 15320"/>
                <a:gd name="connsiteX4" fmla="*/ 87914 w 96335"/>
                <a:gd name="connsiteY4" fmla="*/ 64 h 15320"/>
                <a:gd name="connsiteX5" fmla="*/ 96273 w 96335"/>
                <a:gd name="connsiteY5" fmla="*/ 6682 h 15320"/>
                <a:gd name="connsiteX6" fmla="*/ 89822 w 96335"/>
                <a:gd name="connsiteY6" fmla="*/ 15258 h 15320"/>
                <a:gd name="connsiteX7" fmla="*/ 87914 w 96335"/>
                <a:gd name="connsiteY7" fmla="*/ 15258 h 15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335" h="15320">
                  <a:moveTo>
                    <a:pt x="87914" y="15258"/>
                  </a:moveTo>
                  <a:lnTo>
                    <a:pt x="6514" y="15258"/>
                  </a:lnTo>
                  <a:cubicBezTo>
                    <a:pt x="2424" y="14717"/>
                    <a:pt x="-465" y="10878"/>
                    <a:pt x="62" y="6682"/>
                  </a:cubicBezTo>
                  <a:cubicBezTo>
                    <a:pt x="496" y="3228"/>
                    <a:pt x="3146" y="509"/>
                    <a:pt x="6514" y="64"/>
                  </a:cubicBezTo>
                  <a:lnTo>
                    <a:pt x="87914" y="64"/>
                  </a:lnTo>
                  <a:cubicBezTo>
                    <a:pt x="92004" y="-477"/>
                    <a:pt x="95746" y="2486"/>
                    <a:pt x="96273" y="6682"/>
                  </a:cubicBezTo>
                  <a:cubicBezTo>
                    <a:pt x="96800" y="10878"/>
                    <a:pt x="93912" y="14717"/>
                    <a:pt x="89822" y="15258"/>
                  </a:cubicBezTo>
                  <a:cubicBezTo>
                    <a:pt x="89188" y="15341"/>
                    <a:pt x="88547" y="15341"/>
                    <a:pt x="87914" y="15258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719D00B0-D213-E542-8D9F-84B1B9E93E04}"/>
                </a:ext>
              </a:extLst>
            </p:cNvPr>
            <p:cNvSpPr/>
            <p:nvPr/>
          </p:nvSpPr>
          <p:spPr>
            <a:xfrm>
              <a:off x="5876653" y="2840719"/>
              <a:ext cx="107719" cy="15320"/>
            </a:xfrm>
            <a:custGeom>
              <a:avLst/>
              <a:gdLst>
                <a:gd name="connsiteX0" fmla="*/ 99297 w 107719"/>
                <a:gd name="connsiteY0" fmla="*/ 15258 h 15320"/>
                <a:gd name="connsiteX1" fmla="*/ 6514 w 107719"/>
                <a:gd name="connsiteY1" fmla="*/ 15258 h 15320"/>
                <a:gd name="connsiteX2" fmla="*/ 62 w 107719"/>
                <a:gd name="connsiteY2" fmla="*/ 6682 h 15320"/>
                <a:gd name="connsiteX3" fmla="*/ 6514 w 107719"/>
                <a:gd name="connsiteY3" fmla="*/ 64 h 15320"/>
                <a:gd name="connsiteX4" fmla="*/ 99297 w 107719"/>
                <a:gd name="connsiteY4" fmla="*/ 64 h 15320"/>
                <a:gd name="connsiteX5" fmla="*/ 107657 w 107719"/>
                <a:gd name="connsiteY5" fmla="*/ 6682 h 15320"/>
                <a:gd name="connsiteX6" fmla="*/ 101206 w 107719"/>
                <a:gd name="connsiteY6" fmla="*/ 15258 h 15320"/>
                <a:gd name="connsiteX7" fmla="*/ 99297 w 107719"/>
                <a:gd name="connsiteY7" fmla="*/ 15258 h 15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719" h="15320">
                  <a:moveTo>
                    <a:pt x="99297" y="15258"/>
                  </a:moveTo>
                  <a:lnTo>
                    <a:pt x="6514" y="15258"/>
                  </a:lnTo>
                  <a:cubicBezTo>
                    <a:pt x="2424" y="14717"/>
                    <a:pt x="-465" y="10878"/>
                    <a:pt x="62" y="6682"/>
                  </a:cubicBezTo>
                  <a:cubicBezTo>
                    <a:pt x="496" y="3228"/>
                    <a:pt x="3146" y="509"/>
                    <a:pt x="6514" y="64"/>
                  </a:cubicBezTo>
                  <a:lnTo>
                    <a:pt x="99297" y="64"/>
                  </a:lnTo>
                  <a:cubicBezTo>
                    <a:pt x="103387" y="-477"/>
                    <a:pt x="107130" y="2486"/>
                    <a:pt x="107657" y="6682"/>
                  </a:cubicBezTo>
                  <a:cubicBezTo>
                    <a:pt x="108184" y="10878"/>
                    <a:pt x="105296" y="14717"/>
                    <a:pt x="101206" y="15258"/>
                  </a:cubicBezTo>
                  <a:cubicBezTo>
                    <a:pt x="100572" y="15341"/>
                    <a:pt x="99931" y="15341"/>
                    <a:pt x="99297" y="15258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52A4F1E3-B17B-1A41-88C4-2534CE4E3F64}"/>
                </a:ext>
              </a:extLst>
            </p:cNvPr>
            <p:cNvSpPr/>
            <p:nvPr/>
          </p:nvSpPr>
          <p:spPr>
            <a:xfrm>
              <a:off x="5911810" y="2867152"/>
              <a:ext cx="58265" cy="39177"/>
            </a:xfrm>
            <a:custGeom>
              <a:avLst/>
              <a:gdLst>
                <a:gd name="connsiteX0" fmla="*/ 29133 w 58265"/>
                <a:gd name="connsiteY0" fmla="*/ 39178 h 39177"/>
                <a:gd name="connsiteX1" fmla="*/ 0 w 58265"/>
                <a:gd name="connsiteY1" fmla="*/ 9292 h 39177"/>
                <a:gd name="connsiteX2" fmla="*/ 0 w 58265"/>
                <a:gd name="connsiteY2" fmla="*/ 7660 h 39177"/>
                <a:gd name="connsiteX3" fmla="*/ 7467 w 58265"/>
                <a:gd name="connsiteY3" fmla="*/ 0 h 39177"/>
                <a:gd name="connsiteX4" fmla="*/ 50799 w 58265"/>
                <a:gd name="connsiteY4" fmla="*/ 0 h 39177"/>
                <a:gd name="connsiteX5" fmla="*/ 58265 w 58265"/>
                <a:gd name="connsiteY5" fmla="*/ 7660 h 39177"/>
                <a:gd name="connsiteX6" fmla="*/ 58265 w 58265"/>
                <a:gd name="connsiteY6" fmla="*/ 9292 h 39177"/>
                <a:gd name="connsiteX7" fmla="*/ 29133 w 58265"/>
                <a:gd name="connsiteY7" fmla="*/ 39178 h 39177"/>
                <a:gd name="connsiteX8" fmla="*/ 16158 w 58265"/>
                <a:gd name="connsiteY8" fmla="*/ 15320 h 39177"/>
                <a:gd name="connsiteX9" fmla="*/ 29133 w 58265"/>
                <a:gd name="connsiteY9" fmla="*/ 23858 h 39177"/>
                <a:gd name="connsiteX10" fmla="*/ 42230 w 58265"/>
                <a:gd name="connsiteY10" fmla="*/ 15320 h 3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265" h="39177">
                  <a:moveTo>
                    <a:pt x="29133" y="39178"/>
                  </a:moveTo>
                  <a:cubicBezTo>
                    <a:pt x="13071" y="39109"/>
                    <a:pt x="67" y="25769"/>
                    <a:pt x="0" y="9292"/>
                  </a:cubicBezTo>
                  <a:lnTo>
                    <a:pt x="0" y="7660"/>
                  </a:lnTo>
                  <a:cubicBezTo>
                    <a:pt x="0" y="3429"/>
                    <a:pt x="3343" y="0"/>
                    <a:pt x="7467" y="0"/>
                  </a:cubicBezTo>
                  <a:lnTo>
                    <a:pt x="50799" y="0"/>
                  </a:lnTo>
                  <a:cubicBezTo>
                    <a:pt x="54922" y="0"/>
                    <a:pt x="58265" y="3429"/>
                    <a:pt x="58265" y="7660"/>
                  </a:cubicBezTo>
                  <a:lnTo>
                    <a:pt x="58265" y="9292"/>
                  </a:lnTo>
                  <a:cubicBezTo>
                    <a:pt x="58198" y="25769"/>
                    <a:pt x="45194" y="39109"/>
                    <a:pt x="29133" y="39178"/>
                  </a:cubicBezTo>
                  <a:close/>
                  <a:moveTo>
                    <a:pt x="16158" y="15320"/>
                  </a:moveTo>
                  <a:cubicBezTo>
                    <a:pt x="18469" y="20536"/>
                    <a:pt x="23547" y="23878"/>
                    <a:pt x="29133" y="23858"/>
                  </a:cubicBezTo>
                  <a:cubicBezTo>
                    <a:pt x="34736" y="23833"/>
                    <a:pt x="39829" y="20513"/>
                    <a:pt x="42230" y="1532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231" name="Graphic 153">
            <a:extLst>
              <a:ext uri="{FF2B5EF4-FFF2-40B4-BE49-F238E27FC236}">
                <a16:creationId xmlns:a16="http://schemas.microsoft.com/office/drawing/2014/main" id="{530775C8-877C-4741-898D-86DD27052792}"/>
              </a:ext>
            </a:extLst>
          </p:cNvPr>
          <p:cNvGrpSpPr>
            <a:grpSpLocks noChangeAspect="1"/>
          </p:cNvGrpSpPr>
          <p:nvPr/>
        </p:nvGrpSpPr>
        <p:grpSpPr>
          <a:xfrm>
            <a:off x="6933461" y="4045369"/>
            <a:ext cx="453209" cy="355169"/>
            <a:chOff x="5772965" y="2511478"/>
            <a:chExt cx="453209" cy="355169"/>
          </a:xfrm>
          <a:solidFill>
            <a:srgbClr val="FFFFFF"/>
          </a:solidFill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CC69593-9E99-394D-87DF-CF6335166391}"/>
                </a:ext>
              </a:extLst>
            </p:cNvPr>
            <p:cNvSpPr/>
            <p:nvPr/>
          </p:nvSpPr>
          <p:spPr>
            <a:xfrm>
              <a:off x="5934185" y="2804207"/>
              <a:ext cx="15065" cy="62377"/>
            </a:xfrm>
            <a:custGeom>
              <a:avLst/>
              <a:gdLst>
                <a:gd name="connsiteX0" fmla="*/ 7524 w 15065"/>
                <a:gd name="connsiteY0" fmla="*/ 62376 h 62377"/>
                <a:gd name="connsiteX1" fmla="*/ 0 w 15065"/>
                <a:gd name="connsiteY1" fmla="*/ 54769 h 62377"/>
                <a:gd name="connsiteX2" fmla="*/ 0 w 15065"/>
                <a:gd name="connsiteY2" fmla="*/ 7608 h 62377"/>
                <a:gd name="connsiteX3" fmla="*/ 7524 w 15065"/>
                <a:gd name="connsiteY3" fmla="*/ 1 h 62377"/>
                <a:gd name="connsiteX4" fmla="*/ 15048 w 15065"/>
                <a:gd name="connsiteY4" fmla="*/ 7480 h 62377"/>
                <a:gd name="connsiteX5" fmla="*/ 15049 w 15065"/>
                <a:gd name="connsiteY5" fmla="*/ 7608 h 62377"/>
                <a:gd name="connsiteX6" fmla="*/ 15049 w 15065"/>
                <a:gd name="connsiteY6" fmla="*/ 54262 h 62377"/>
                <a:gd name="connsiteX7" fmla="*/ 8159 w 15065"/>
                <a:gd name="connsiteY7" fmla="*/ 62360 h 62377"/>
                <a:gd name="connsiteX8" fmla="*/ 7524 w 15065"/>
                <a:gd name="connsiteY8" fmla="*/ 62376 h 62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65" h="62377">
                  <a:moveTo>
                    <a:pt x="7524" y="62376"/>
                  </a:moveTo>
                  <a:cubicBezTo>
                    <a:pt x="3416" y="62376"/>
                    <a:pt x="67" y="58991"/>
                    <a:pt x="0" y="54769"/>
                  </a:cubicBezTo>
                  <a:lnTo>
                    <a:pt x="0" y="7608"/>
                  </a:lnTo>
                  <a:cubicBezTo>
                    <a:pt x="67" y="3386"/>
                    <a:pt x="3416" y="1"/>
                    <a:pt x="7524" y="1"/>
                  </a:cubicBezTo>
                  <a:cubicBezTo>
                    <a:pt x="11611" y="-69"/>
                    <a:pt x="14980" y="3279"/>
                    <a:pt x="15048" y="7480"/>
                  </a:cubicBezTo>
                  <a:cubicBezTo>
                    <a:pt x="15049" y="7523"/>
                    <a:pt x="15049" y="7565"/>
                    <a:pt x="15049" y="7608"/>
                  </a:cubicBezTo>
                  <a:lnTo>
                    <a:pt x="15049" y="54262"/>
                  </a:lnTo>
                  <a:cubicBezTo>
                    <a:pt x="15322" y="58454"/>
                    <a:pt x="12237" y="62079"/>
                    <a:pt x="8159" y="62360"/>
                  </a:cubicBezTo>
                  <a:cubicBezTo>
                    <a:pt x="7948" y="62375"/>
                    <a:pt x="7736" y="62380"/>
                    <a:pt x="7524" y="623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703CEB59-65F9-AB42-94E3-A40096CAA77A}"/>
                </a:ext>
              </a:extLst>
            </p:cNvPr>
            <p:cNvSpPr/>
            <p:nvPr/>
          </p:nvSpPr>
          <p:spPr>
            <a:xfrm>
              <a:off x="6045078" y="2805068"/>
              <a:ext cx="14942" cy="61515"/>
            </a:xfrm>
            <a:custGeom>
              <a:avLst/>
              <a:gdLst>
                <a:gd name="connsiteX0" fmla="*/ 7524 w 14942"/>
                <a:gd name="connsiteY0" fmla="*/ 61514 h 61515"/>
                <a:gd name="connsiteX1" fmla="*/ 1 w 14942"/>
                <a:gd name="connsiteY1" fmla="*/ 54035 h 61515"/>
                <a:gd name="connsiteX2" fmla="*/ 0 w 14942"/>
                <a:gd name="connsiteY2" fmla="*/ 53908 h 61515"/>
                <a:gd name="connsiteX3" fmla="*/ 0 w 14942"/>
                <a:gd name="connsiteY3" fmla="*/ 6746 h 61515"/>
                <a:gd name="connsiteX4" fmla="*/ 8424 w 14942"/>
                <a:gd name="connsiteY4" fmla="*/ 64 h 61515"/>
                <a:gd name="connsiteX5" fmla="*/ 14926 w 14942"/>
                <a:gd name="connsiteY5" fmla="*/ 6746 h 61515"/>
                <a:gd name="connsiteX6" fmla="*/ 14926 w 14942"/>
                <a:gd name="connsiteY6" fmla="*/ 53400 h 61515"/>
                <a:gd name="connsiteX7" fmla="*/ 8034 w 14942"/>
                <a:gd name="connsiteY7" fmla="*/ 61497 h 61515"/>
                <a:gd name="connsiteX8" fmla="*/ 7524 w 14942"/>
                <a:gd name="connsiteY8" fmla="*/ 61514 h 6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42" h="61515">
                  <a:moveTo>
                    <a:pt x="7524" y="61514"/>
                  </a:moveTo>
                  <a:cubicBezTo>
                    <a:pt x="3437" y="61584"/>
                    <a:pt x="69" y="58236"/>
                    <a:pt x="1" y="54035"/>
                  </a:cubicBezTo>
                  <a:cubicBezTo>
                    <a:pt x="0" y="53993"/>
                    <a:pt x="0" y="53950"/>
                    <a:pt x="0" y="53908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53400"/>
                  </a:lnTo>
                  <a:cubicBezTo>
                    <a:pt x="15198" y="57592"/>
                    <a:pt x="12113" y="61217"/>
                    <a:pt x="8034" y="61497"/>
                  </a:cubicBezTo>
                  <a:cubicBezTo>
                    <a:pt x="7865" y="61509"/>
                    <a:pt x="7695" y="61515"/>
                    <a:pt x="7524" y="615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9F84042B-D2DE-5944-A71B-1160EE32DB23}"/>
                </a:ext>
              </a:extLst>
            </p:cNvPr>
            <p:cNvSpPr/>
            <p:nvPr/>
          </p:nvSpPr>
          <p:spPr>
            <a:xfrm>
              <a:off x="5947750" y="2623803"/>
              <a:ext cx="103746" cy="116762"/>
            </a:xfrm>
            <a:custGeom>
              <a:avLst/>
              <a:gdLst>
                <a:gd name="connsiteX0" fmla="*/ 50578 w 103746"/>
                <a:gd name="connsiteY0" fmla="*/ 116762 h 116762"/>
                <a:gd name="connsiteX1" fmla="*/ 10366 w 103746"/>
                <a:gd name="connsiteY1" fmla="*/ 86716 h 116762"/>
                <a:gd name="connsiteX2" fmla="*/ 4 w 103746"/>
                <a:gd name="connsiteY2" fmla="*/ 41837 h 116762"/>
                <a:gd name="connsiteX3" fmla="*/ 4 w 103746"/>
                <a:gd name="connsiteY3" fmla="*/ 27257 h 116762"/>
                <a:gd name="connsiteX4" fmla="*/ 1114 w 103746"/>
                <a:gd name="connsiteY4" fmla="*/ 23200 h 116762"/>
                <a:gd name="connsiteX5" fmla="*/ 51688 w 103746"/>
                <a:gd name="connsiteY5" fmla="*/ 0 h 116762"/>
                <a:gd name="connsiteX6" fmla="*/ 103743 w 103746"/>
                <a:gd name="connsiteY6" fmla="*/ 28525 h 116762"/>
                <a:gd name="connsiteX7" fmla="*/ 103743 w 103746"/>
                <a:gd name="connsiteY7" fmla="*/ 41203 h 116762"/>
                <a:gd name="connsiteX8" fmla="*/ 93381 w 103746"/>
                <a:gd name="connsiteY8" fmla="*/ 86082 h 116762"/>
                <a:gd name="connsiteX9" fmla="*/ 51688 w 103746"/>
                <a:gd name="connsiteY9" fmla="*/ 116129 h 116762"/>
                <a:gd name="connsiteX10" fmla="*/ 14930 w 103746"/>
                <a:gd name="connsiteY10" fmla="*/ 30046 h 116762"/>
                <a:gd name="connsiteX11" fmla="*/ 14930 w 103746"/>
                <a:gd name="connsiteY11" fmla="*/ 41837 h 116762"/>
                <a:gd name="connsiteX12" fmla="*/ 23564 w 103746"/>
                <a:gd name="connsiteY12" fmla="*/ 79870 h 116762"/>
                <a:gd name="connsiteX13" fmla="*/ 51688 w 103746"/>
                <a:gd name="connsiteY13" fmla="*/ 101676 h 116762"/>
                <a:gd name="connsiteX14" fmla="*/ 80182 w 103746"/>
                <a:gd name="connsiteY14" fmla="*/ 79870 h 116762"/>
                <a:gd name="connsiteX15" fmla="*/ 88817 w 103746"/>
                <a:gd name="connsiteY15" fmla="*/ 41837 h 116762"/>
                <a:gd name="connsiteX16" fmla="*/ 88817 w 103746"/>
                <a:gd name="connsiteY16" fmla="*/ 29920 h 116762"/>
                <a:gd name="connsiteX17" fmla="*/ 51812 w 103746"/>
                <a:gd name="connsiteY17" fmla="*/ 15467 h 116762"/>
                <a:gd name="connsiteX18" fmla="*/ 14930 w 103746"/>
                <a:gd name="connsiteY18" fmla="*/ 30046 h 11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746" h="116762">
                  <a:moveTo>
                    <a:pt x="50578" y="116762"/>
                  </a:moveTo>
                  <a:cubicBezTo>
                    <a:pt x="32653" y="115570"/>
                    <a:pt x="16999" y="103873"/>
                    <a:pt x="10366" y="86716"/>
                  </a:cubicBezTo>
                  <a:cubicBezTo>
                    <a:pt x="3418" y="72843"/>
                    <a:pt x="-138" y="57439"/>
                    <a:pt x="4" y="41837"/>
                  </a:cubicBezTo>
                  <a:lnTo>
                    <a:pt x="4" y="27257"/>
                  </a:lnTo>
                  <a:cubicBezTo>
                    <a:pt x="-12" y="25824"/>
                    <a:pt x="374" y="24415"/>
                    <a:pt x="1114" y="23200"/>
                  </a:cubicBezTo>
                  <a:cubicBezTo>
                    <a:pt x="14031" y="8478"/>
                    <a:pt x="32400" y="51"/>
                    <a:pt x="51688" y="0"/>
                  </a:cubicBezTo>
                  <a:cubicBezTo>
                    <a:pt x="77962" y="0"/>
                    <a:pt x="103743" y="16228"/>
                    <a:pt x="103743" y="28525"/>
                  </a:cubicBezTo>
                  <a:lnTo>
                    <a:pt x="103743" y="41203"/>
                  </a:lnTo>
                  <a:cubicBezTo>
                    <a:pt x="103885" y="56805"/>
                    <a:pt x="100329" y="72209"/>
                    <a:pt x="93381" y="86082"/>
                  </a:cubicBezTo>
                  <a:cubicBezTo>
                    <a:pt x="86527" y="103723"/>
                    <a:pt x="70160" y="115518"/>
                    <a:pt x="51688" y="116129"/>
                  </a:cubicBezTo>
                  <a:close/>
                  <a:moveTo>
                    <a:pt x="14930" y="30046"/>
                  </a:moveTo>
                  <a:lnTo>
                    <a:pt x="14930" y="41837"/>
                  </a:lnTo>
                  <a:cubicBezTo>
                    <a:pt x="14696" y="55054"/>
                    <a:pt x="17663" y="68124"/>
                    <a:pt x="23564" y="79870"/>
                  </a:cubicBezTo>
                  <a:cubicBezTo>
                    <a:pt x="31212" y="94703"/>
                    <a:pt x="40340" y="101929"/>
                    <a:pt x="51688" y="101676"/>
                  </a:cubicBezTo>
                  <a:cubicBezTo>
                    <a:pt x="63037" y="101422"/>
                    <a:pt x="72535" y="94703"/>
                    <a:pt x="80182" y="79870"/>
                  </a:cubicBezTo>
                  <a:cubicBezTo>
                    <a:pt x="86069" y="68118"/>
                    <a:pt x="89035" y="55052"/>
                    <a:pt x="88817" y="41837"/>
                  </a:cubicBezTo>
                  <a:lnTo>
                    <a:pt x="88817" y="29920"/>
                  </a:lnTo>
                  <a:cubicBezTo>
                    <a:pt x="78642" y="20571"/>
                    <a:pt x="65460" y="15422"/>
                    <a:pt x="51812" y="15467"/>
                  </a:cubicBezTo>
                  <a:cubicBezTo>
                    <a:pt x="38248" y="15801"/>
                    <a:pt x="25215" y="20953"/>
                    <a:pt x="14930" y="3004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34C1533C-67E8-E14F-BA13-DDAB40034DC1}"/>
                </a:ext>
              </a:extLst>
            </p:cNvPr>
            <p:cNvSpPr/>
            <p:nvPr/>
          </p:nvSpPr>
          <p:spPr>
            <a:xfrm>
              <a:off x="5974890" y="2720455"/>
              <a:ext cx="48280" cy="52819"/>
            </a:xfrm>
            <a:custGeom>
              <a:avLst/>
              <a:gdLst>
                <a:gd name="connsiteX0" fmla="*/ 24672 w 48280"/>
                <a:gd name="connsiteY0" fmla="*/ 52819 h 52819"/>
                <a:gd name="connsiteX1" fmla="*/ 2 w 48280"/>
                <a:gd name="connsiteY1" fmla="*/ 33929 h 52819"/>
                <a:gd name="connsiteX2" fmla="*/ 2 w 48280"/>
                <a:gd name="connsiteY2" fmla="*/ 7686 h 52819"/>
                <a:gd name="connsiteX3" fmla="*/ 3702 w 48280"/>
                <a:gd name="connsiteY3" fmla="*/ 1094 h 52819"/>
                <a:gd name="connsiteX4" fmla="*/ 11350 w 48280"/>
                <a:gd name="connsiteY4" fmla="*/ 1094 h 52819"/>
                <a:gd name="connsiteX5" fmla="*/ 23685 w 48280"/>
                <a:gd name="connsiteY5" fmla="*/ 4517 h 52819"/>
                <a:gd name="connsiteX6" fmla="*/ 36884 w 48280"/>
                <a:gd name="connsiteY6" fmla="*/ 1094 h 52819"/>
                <a:gd name="connsiteX7" fmla="*/ 47189 w 48280"/>
                <a:gd name="connsiteY7" fmla="*/ 3820 h 52819"/>
                <a:gd name="connsiteX8" fmla="*/ 48232 w 48280"/>
                <a:gd name="connsiteY8" fmla="*/ 7560 h 52819"/>
                <a:gd name="connsiteX9" fmla="*/ 48232 w 48280"/>
                <a:gd name="connsiteY9" fmla="*/ 33803 h 52819"/>
                <a:gd name="connsiteX10" fmla="*/ 24672 w 48280"/>
                <a:gd name="connsiteY10" fmla="*/ 52819 h 52819"/>
                <a:gd name="connsiteX11" fmla="*/ 15297 w 48280"/>
                <a:gd name="connsiteY11" fmla="*/ 19350 h 52819"/>
                <a:gd name="connsiteX12" fmla="*/ 15297 w 48280"/>
                <a:gd name="connsiteY12" fmla="*/ 34183 h 52819"/>
                <a:gd name="connsiteX13" fmla="*/ 24672 w 48280"/>
                <a:gd name="connsiteY13" fmla="*/ 37733 h 52819"/>
                <a:gd name="connsiteX14" fmla="*/ 34170 w 48280"/>
                <a:gd name="connsiteY14" fmla="*/ 34183 h 52819"/>
                <a:gd name="connsiteX15" fmla="*/ 34170 w 48280"/>
                <a:gd name="connsiteY15" fmla="*/ 19350 h 52819"/>
                <a:gd name="connsiteX16" fmla="*/ 15297 w 48280"/>
                <a:gd name="connsiteY16" fmla="*/ 19350 h 5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8280" h="52819">
                  <a:moveTo>
                    <a:pt x="24672" y="52819"/>
                  </a:moveTo>
                  <a:cubicBezTo>
                    <a:pt x="10980" y="52819"/>
                    <a:pt x="2" y="44579"/>
                    <a:pt x="2" y="33929"/>
                  </a:cubicBezTo>
                  <a:lnTo>
                    <a:pt x="2" y="7686"/>
                  </a:lnTo>
                  <a:cubicBezTo>
                    <a:pt x="-53" y="4953"/>
                    <a:pt x="1372" y="2413"/>
                    <a:pt x="3702" y="1094"/>
                  </a:cubicBezTo>
                  <a:cubicBezTo>
                    <a:pt x="6054" y="-365"/>
                    <a:pt x="8998" y="-365"/>
                    <a:pt x="11350" y="1094"/>
                  </a:cubicBezTo>
                  <a:cubicBezTo>
                    <a:pt x="15046" y="3452"/>
                    <a:pt x="19336" y="4643"/>
                    <a:pt x="23685" y="4517"/>
                  </a:cubicBezTo>
                  <a:cubicBezTo>
                    <a:pt x="28320" y="4774"/>
                    <a:pt x="32922" y="3581"/>
                    <a:pt x="36884" y="1094"/>
                  </a:cubicBezTo>
                  <a:cubicBezTo>
                    <a:pt x="40462" y="-1078"/>
                    <a:pt x="45076" y="143"/>
                    <a:pt x="47189" y="3820"/>
                  </a:cubicBezTo>
                  <a:cubicBezTo>
                    <a:pt x="47841" y="4955"/>
                    <a:pt x="48200" y="6242"/>
                    <a:pt x="48232" y="7560"/>
                  </a:cubicBezTo>
                  <a:lnTo>
                    <a:pt x="48232" y="33803"/>
                  </a:lnTo>
                  <a:cubicBezTo>
                    <a:pt x="49095" y="44706"/>
                    <a:pt x="38364" y="52819"/>
                    <a:pt x="24672" y="52819"/>
                  </a:cubicBezTo>
                  <a:close/>
                  <a:moveTo>
                    <a:pt x="15297" y="19350"/>
                  </a:moveTo>
                  <a:lnTo>
                    <a:pt x="15297" y="34183"/>
                  </a:lnTo>
                  <a:cubicBezTo>
                    <a:pt x="17709" y="36809"/>
                    <a:pt x="21179" y="38123"/>
                    <a:pt x="24672" y="37733"/>
                  </a:cubicBezTo>
                  <a:cubicBezTo>
                    <a:pt x="28199" y="38104"/>
                    <a:pt x="31699" y="36797"/>
                    <a:pt x="34170" y="34183"/>
                  </a:cubicBezTo>
                  <a:lnTo>
                    <a:pt x="34170" y="19350"/>
                  </a:lnTo>
                  <a:cubicBezTo>
                    <a:pt x="27948" y="20701"/>
                    <a:pt x="21519" y="20701"/>
                    <a:pt x="15297" y="1935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6" name="Freeform 235">
              <a:extLst>
                <a:ext uri="{FF2B5EF4-FFF2-40B4-BE49-F238E27FC236}">
                  <a16:creationId xmlns:a16="http://schemas.microsoft.com/office/drawing/2014/main" id="{28053F03-B643-AA4F-BB57-C16F49930C98}"/>
                </a:ext>
              </a:extLst>
            </p:cNvPr>
            <p:cNvSpPr/>
            <p:nvPr/>
          </p:nvSpPr>
          <p:spPr>
            <a:xfrm>
              <a:off x="5893973" y="2737269"/>
              <a:ext cx="206754" cy="129331"/>
            </a:xfrm>
            <a:custGeom>
              <a:avLst/>
              <a:gdLst>
                <a:gd name="connsiteX0" fmla="*/ 198842 w 206754"/>
                <a:gd name="connsiteY0" fmla="*/ 129313 h 129331"/>
                <a:gd name="connsiteX1" fmla="*/ 7401 w 206754"/>
                <a:gd name="connsiteY1" fmla="*/ 129313 h 129331"/>
                <a:gd name="connsiteX2" fmla="*/ 0 w 206754"/>
                <a:gd name="connsiteY2" fmla="*/ 121707 h 129331"/>
                <a:gd name="connsiteX3" fmla="*/ 0 w 206754"/>
                <a:gd name="connsiteY3" fmla="*/ 60980 h 129331"/>
                <a:gd name="connsiteX4" fmla="*/ 59332 w 206754"/>
                <a:gd name="connsiteY4" fmla="*/ 0 h 129331"/>
                <a:gd name="connsiteX5" fmla="*/ 88813 w 206754"/>
                <a:gd name="connsiteY5" fmla="*/ 0 h 129331"/>
                <a:gd name="connsiteX6" fmla="*/ 96337 w 206754"/>
                <a:gd name="connsiteY6" fmla="*/ 7733 h 129331"/>
                <a:gd name="connsiteX7" fmla="*/ 96337 w 206754"/>
                <a:gd name="connsiteY7" fmla="*/ 17115 h 129331"/>
                <a:gd name="connsiteX8" fmla="*/ 105712 w 206754"/>
                <a:gd name="connsiteY8" fmla="*/ 20665 h 129331"/>
                <a:gd name="connsiteX9" fmla="*/ 115210 w 206754"/>
                <a:gd name="connsiteY9" fmla="*/ 17115 h 129331"/>
                <a:gd name="connsiteX10" fmla="*/ 115210 w 206754"/>
                <a:gd name="connsiteY10" fmla="*/ 7733 h 129331"/>
                <a:gd name="connsiteX11" fmla="*/ 122735 w 206754"/>
                <a:gd name="connsiteY11" fmla="*/ 0 h 129331"/>
                <a:gd name="connsiteX12" fmla="*/ 147405 w 206754"/>
                <a:gd name="connsiteY12" fmla="*/ 0 h 129331"/>
                <a:gd name="connsiteX13" fmla="*/ 206737 w 206754"/>
                <a:gd name="connsiteY13" fmla="*/ 60980 h 129331"/>
                <a:gd name="connsiteX14" fmla="*/ 206737 w 206754"/>
                <a:gd name="connsiteY14" fmla="*/ 121200 h 129331"/>
                <a:gd name="connsiteX15" fmla="*/ 199865 w 206754"/>
                <a:gd name="connsiteY15" fmla="*/ 129313 h 129331"/>
                <a:gd name="connsiteX16" fmla="*/ 198842 w 206754"/>
                <a:gd name="connsiteY16" fmla="*/ 129313 h 129331"/>
                <a:gd name="connsiteX17" fmla="*/ 14802 w 206754"/>
                <a:gd name="connsiteY17" fmla="*/ 113466 h 129331"/>
                <a:gd name="connsiteX18" fmla="*/ 191441 w 206754"/>
                <a:gd name="connsiteY18" fmla="*/ 113466 h 129331"/>
                <a:gd name="connsiteX19" fmla="*/ 191441 w 206754"/>
                <a:gd name="connsiteY19" fmla="*/ 60980 h 129331"/>
                <a:gd name="connsiteX20" fmla="*/ 147035 w 206754"/>
                <a:gd name="connsiteY20" fmla="*/ 15340 h 129331"/>
                <a:gd name="connsiteX21" fmla="*/ 130012 w 206754"/>
                <a:gd name="connsiteY21" fmla="*/ 15340 h 129331"/>
                <a:gd name="connsiteX22" fmla="*/ 130012 w 206754"/>
                <a:gd name="connsiteY22" fmla="*/ 17115 h 129331"/>
                <a:gd name="connsiteX23" fmla="*/ 105342 w 206754"/>
                <a:gd name="connsiteY23" fmla="*/ 36005 h 129331"/>
                <a:gd name="connsiteX24" fmla="*/ 80672 w 206754"/>
                <a:gd name="connsiteY24" fmla="*/ 17115 h 129331"/>
                <a:gd name="connsiteX25" fmla="*/ 80672 w 206754"/>
                <a:gd name="connsiteY25" fmla="*/ 15213 h 129331"/>
                <a:gd name="connsiteX26" fmla="*/ 59332 w 206754"/>
                <a:gd name="connsiteY26" fmla="*/ 15213 h 129331"/>
                <a:gd name="connsiteX27" fmla="*/ 14926 w 206754"/>
                <a:gd name="connsiteY27" fmla="*/ 60853 h 129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06754" h="129331">
                  <a:moveTo>
                    <a:pt x="198842" y="129313"/>
                  </a:moveTo>
                  <a:lnTo>
                    <a:pt x="7401" y="129313"/>
                  </a:lnTo>
                  <a:cubicBezTo>
                    <a:pt x="3314" y="129313"/>
                    <a:pt x="0" y="125908"/>
                    <a:pt x="0" y="121707"/>
                  </a:cubicBezTo>
                  <a:lnTo>
                    <a:pt x="0" y="60980"/>
                  </a:lnTo>
                  <a:cubicBezTo>
                    <a:pt x="68" y="27331"/>
                    <a:pt x="26592" y="70"/>
                    <a:pt x="59332" y="0"/>
                  </a:cubicBezTo>
                  <a:lnTo>
                    <a:pt x="88813" y="0"/>
                  </a:lnTo>
                  <a:cubicBezTo>
                    <a:pt x="92969" y="0"/>
                    <a:pt x="96337" y="3462"/>
                    <a:pt x="96337" y="7733"/>
                  </a:cubicBezTo>
                  <a:lnTo>
                    <a:pt x="96337" y="17115"/>
                  </a:lnTo>
                  <a:cubicBezTo>
                    <a:pt x="98750" y="19741"/>
                    <a:pt x="102219" y="21055"/>
                    <a:pt x="105712" y="20665"/>
                  </a:cubicBezTo>
                  <a:cubicBezTo>
                    <a:pt x="109240" y="21037"/>
                    <a:pt x="112739" y="19729"/>
                    <a:pt x="115210" y="17115"/>
                  </a:cubicBezTo>
                  <a:lnTo>
                    <a:pt x="115210" y="7733"/>
                  </a:lnTo>
                  <a:cubicBezTo>
                    <a:pt x="115210" y="3462"/>
                    <a:pt x="118579" y="0"/>
                    <a:pt x="122735" y="0"/>
                  </a:cubicBezTo>
                  <a:lnTo>
                    <a:pt x="147405" y="0"/>
                  </a:lnTo>
                  <a:cubicBezTo>
                    <a:pt x="180145" y="70"/>
                    <a:pt x="206669" y="27331"/>
                    <a:pt x="206737" y="60980"/>
                  </a:cubicBezTo>
                  <a:lnTo>
                    <a:pt x="206737" y="121200"/>
                  </a:lnTo>
                  <a:cubicBezTo>
                    <a:pt x="207019" y="125391"/>
                    <a:pt x="203942" y="129023"/>
                    <a:pt x="199865" y="129313"/>
                  </a:cubicBezTo>
                  <a:cubicBezTo>
                    <a:pt x="199524" y="129338"/>
                    <a:pt x="199183" y="129338"/>
                    <a:pt x="198842" y="129313"/>
                  </a:cubicBezTo>
                  <a:close/>
                  <a:moveTo>
                    <a:pt x="14802" y="113466"/>
                  </a:moveTo>
                  <a:lnTo>
                    <a:pt x="191441" y="113466"/>
                  </a:lnTo>
                  <a:lnTo>
                    <a:pt x="191441" y="60980"/>
                  </a:lnTo>
                  <a:cubicBezTo>
                    <a:pt x="191374" y="35803"/>
                    <a:pt x="171532" y="15410"/>
                    <a:pt x="147035" y="15340"/>
                  </a:cubicBezTo>
                  <a:lnTo>
                    <a:pt x="130012" y="15340"/>
                  </a:lnTo>
                  <a:lnTo>
                    <a:pt x="130012" y="17115"/>
                  </a:lnTo>
                  <a:cubicBezTo>
                    <a:pt x="130012" y="27764"/>
                    <a:pt x="119281" y="36005"/>
                    <a:pt x="105342" y="36005"/>
                  </a:cubicBezTo>
                  <a:cubicBezTo>
                    <a:pt x="91403" y="36005"/>
                    <a:pt x="80672" y="27764"/>
                    <a:pt x="80672" y="17115"/>
                  </a:cubicBezTo>
                  <a:lnTo>
                    <a:pt x="80672" y="15213"/>
                  </a:lnTo>
                  <a:lnTo>
                    <a:pt x="59332" y="15213"/>
                  </a:lnTo>
                  <a:cubicBezTo>
                    <a:pt x="34807" y="15213"/>
                    <a:pt x="14926" y="35647"/>
                    <a:pt x="14926" y="6085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8C38285D-F081-5A4B-8AC7-94161ACB2D93}"/>
                </a:ext>
              </a:extLst>
            </p:cNvPr>
            <p:cNvSpPr/>
            <p:nvPr/>
          </p:nvSpPr>
          <p:spPr>
            <a:xfrm>
              <a:off x="6179408" y="2814830"/>
              <a:ext cx="14942" cy="51753"/>
            </a:xfrm>
            <a:custGeom>
              <a:avLst/>
              <a:gdLst>
                <a:gd name="connsiteX0" fmla="*/ 7401 w 14942"/>
                <a:gd name="connsiteY0" fmla="*/ 51752 h 51753"/>
                <a:gd name="connsiteX1" fmla="*/ 0 w 14942"/>
                <a:gd name="connsiteY1" fmla="*/ 44146 h 51753"/>
                <a:gd name="connsiteX2" fmla="*/ 0 w 14942"/>
                <a:gd name="connsiteY2" fmla="*/ 6746 h 51753"/>
                <a:gd name="connsiteX3" fmla="*/ 8424 w 14942"/>
                <a:gd name="connsiteY3" fmla="*/ 64 h 51753"/>
                <a:gd name="connsiteX4" fmla="*/ 14926 w 14942"/>
                <a:gd name="connsiteY4" fmla="*/ 6746 h 51753"/>
                <a:gd name="connsiteX5" fmla="*/ 14926 w 14942"/>
                <a:gd name="connsiteY5" fmla="*/ 43639 h 51753"/>
                <a:gd name="connsiteX6" fmla="*/ 8036 w 14942"/>
                <a:gd name="connsiteY6" fmla="*/ 51737 h 51753"/>
                <a:gd name="connsiteX7" fmla="*/ 7401 w 14942"/>
                <a:gd name="connsiteY7" fmla="*/ 51752 h 5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2" h="51753">
                  <a:moveTo>
                    <a:pt x="7401" y="51752"/>
                  </a:moveTo>
                  <a:cubicBezTo>
                    <a:pt x="3314" y="51752"/>
                    <a:pt x="0" y="48347"/>
                    <a:pt x="0" y="44146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43639"/>
                  </a:lnTo>
                  <a:cubicBezTo>
                    <a:pt x="15199" y="47830"/>
                    <a:pt x="12114" y="51456"/>
                    <a:pt x="8036" y="51737"/>
                  </a:cubicBezTo>
                  <a:cubicBezTo>
                    <a:pt x="7825" y="51751"/>
                    <a:pt x="7613" y="51756"/>
                    <a:pt x="7401" y="5175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0259F977-A2F4-BA43-A9B0-54CA805D61E8}"/>
                </a:ext>
              </a:extLst>
            </p:cNvPr>
            <p:cNvSpPr/>
            <p:nvPr/>
          </p:nvSpPr>
          <p:spPr>
            <a:xfrm>
              <a:off x="6102555" y="2671598"/>
              <a:ext cx="84998" cy="95336"/>
            </a:xfrm>
            <a:custGeom>
              <a:avLst/>
              <a:gdLst>
                <a:gd name="connsiteX0" fmla="*/ 43178 w 84998"/>
                <a:gd name="connsiteY0" fmla="*/ 95337 h 95336"/>
                <a:gd name="connsiteX1" fmla="*/ 42314 w 84998"/>
                <a:gd name="connsiteY1" fmla="*/ 95337 h 95336"/>
                <a:gd name="connsiteX2" fmla="*/ 8269 w 84998"/>
                <a:gd name="connsiteY2" fmla="*/ 70742 h 95336"/>
                <a:gd name="connsiteX3" fmla="*/ 5 w 84998"/>
                <a:gd name="connsiteY3" fmla="*/ 34610 h 95336"/>
                <a:gd name="connsiteX4" fmla="*/ 5 w 84998"/>
                <a:gd name="connsiteY4" fmla="*/ 23200 h 95336"/>
                <a:gd name="connsiteX5" fmla="*/ 1115 w 84998"/>
                <a:gd name="connsiteY5" fmla="*/ 19143 h 95336"/>
                <a:gd name="connsiteX6" fmla="*/ 42314 w 84998"/>
                <a:gd name="connsiteY6" fmla="*/ 0 h 95336"/>
                <a:gd name="connsiteX7" fmla="*/ 84994 w 84998"/>
                <a:gd name="connsiteY7" fmla="*/ 24215 h 95336"/>
                <a:gd name="connsiteX8" fmla="*/ 84994 w 84998"/>
                <a:gd name="connsiteY8" fmla="*/ 34610 h 95336"/>
                <a:gd name="connsiteX9" fmla="*/ 76729 w 84998"/>
                <a:gd name="connsiteY9" fmla="*/ 70742 h 95336"/>
                <a:gd name="connsiteX10" fmla="*/ 43178 w 84998"/>
                <a:gd name="connsiteY10" fmla="*/ 95337 h 95336"/>
                <a:gd name="connsiteX11" fmla="*/ 42314 w 84998"/>
                <a:gd name="connsiteY11" fmla="*/ 79997 h 95336"/>
                <a:gd name="connsiteX12" fmla="*/ 63531 w 84998"/>
                <a:gd name="connsiteY12" fmla="*/ 63516 h 95336"/>
                <a:gd name="connsiteX13" fmla="*/ 70068 w 84998"/>
                <a:gd name="connsiteY13" fmla="*/ 34610 h 95336"/>
                <a:gd name="connsiteX14" fmla="*/ 70068 w 84998"/>
                <a:gd name="connsiteY14" fmla="*/ 25736 h 95336"/>
                <a:gd name="connsiteX15" fmla="*/ 42314 w 84998"/>
                <a:gd name="connsiteY15" fmla="*/ 15340 h 95336"/>
                <a:gd name="connsiteX16" fmla="*/ 14930 w 84998"/>
                <a:gd name="connsiteY16" fmla="*/ 25989 h 95336"/>
                <a:gd name="connsiteX17" fmla="*/ 14930 w 84998"/>
                <a:gd name="connsiteY17" fmla="*/ 34610 h 95336"/>
                <a:gd name="connsiteX18" fmla="*/ 21468 w 84998"/>
                <a:gd name="connsiteY18" fmla="*/ 63516 h 95336"/>
                <a:gd name="connsiteX19" fmla="*/ 42314 w 84998"/>
                <a:gd name="connsiteY19" fmla="*/ 79997 h 9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998" h="95336">
                  <a:moveTo>
                    <a:pt x="43178" y="95337"/>
                  </a:moveTo>
                  <a:lnTo>
                    <a:pt x="42314" y="95337"/>
                  </a:lnTo>
                  <a:cubicBezTo>
                    <a:pt x="27131" y="95094"/>
                    <a:pt x="13633" y="85343"/>
                    <a:pt x="8269" y="70742"/>
                  </a:cubicBezTo>
                  <a:cubicBezTo>
                    <a:pt x="2706" y="59564"/>
                    <a:pt x="-130" y="47165"/>
                    <a:pt x="5" y="34610"/>
                  </a:cubicBezTo>
                  <a:lnTo>
                    <a:pt x="5" y="23200"/>
                  </a:lnTo>
                  <a:cubicBezTo>
                    <a:pt x="-11" y="21767"/>
                    <a:pt x="374" y="20358"/>
                    <a:pt x="1115" y="19143"/>
                  </a:cubicBezTo>
                  <a:cubicBezTo>
                    <a:pt x="11573" y="7029"/>
                    <a:pt x="26557" y="67"/>
                    <a:pt x="42314" y="0"/>
                  </a:cubicBezTo>
                  <a:cubicBezTo>
                    <a:pt x="62297" y="0"/>
                    <a:pt x="84994" y="12678"/>
                    <a:pt x="84994" y="24215"/>
                  </a:cubicBezTo>
                  <a:lnTo>
                    <a:pt x="84994" y="34610"/>
                  </a:lnTo>
                  <a:cubicBezTo>
                    <a:pt x="85129" y="47165"/>
                    <a:pt x="82292" y="59565"/>
                    <a:pt x="76729" y="70742"/>
                  </a:cubicBezTo>
                  <a:cubicBezTo>
                    <a:pt x="71271" y="85046"/>
                    <a:pt x="58113" y="94691"/>
                    <a:pt x="43178" y="95337"/>
                  </a:cubicBezTo>
                  <a:close/>
                  <a:moveTo>
                    <a:pt x="42314" y="79997"/>
                  </a:moveTo>
                  <a:cubicBezTo>
                    <a:pt x="50825" y="79997"/>
                    <a:pt x="57733" y="74672"/>
                    <a:pt x="63531" y="63516"/>
                  </a:cubicBezTo>
                  <a:cubicBezTo>
                    <a:pt x="67904" y="54548"/>
                    <a:pt x="70145" y="44641"/>
                    <a:pt x="70068" y="34610"/>
                  </a:cubicBezTo>
                  <a:lnTo>
                    <a:pt x="70068" y="25736"/>
                  </a:lnTo>
                  <a:cubicBezTo>
                    <a:pt x="62332" y="18956"/>
                    <a:pt x="52480" y="15266"/>
                    <a:pt x="42314" y="15340"/>
                  </a:cubicBezTo>
                  <a:cubicBezTo>
                    <a:pt x="32281" y="15626"/>
                    <a:pt x="22634" y="19377"/>
                    <a:pt x="14930" y="25989"/>
                  </a:cubicBezTo>
                  <a:lnTo>
                    <a:pt x="14930" y="34610"/>
                  </a:lnTo>
                  <a:cubicBezTo>
                    <a:pt x="14853" y="44641"/>
                    <a:pt x="17094" y="54548"/>
                    <a:pt x="21468" y="63516"/>
                  </a:cubicBezTo>
                  <a:cubicBezTo>
                    <a:pt x="27265" y="74672"/>
                    <a:pt x="34296" y="80884"/>
                    <a:pt x="42314" y="7999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69378B4E-2B18-4044-BD14-715305834A79}"/>
                </a:ext>
              </a:extLst>
            </p:cNvPr>
            <p:cNvSpPr/>
            <p:nvPr/>
          </p:nvSpPr>
          <p:spPr>
            <a:xfrm>
              <a:off x="6124269" y="2747839"/>
              <a:ext cx="41570" cy="45102"/>
            </a:xfrm>
            <a:custGeom>
              <a:avLst/>
              <a:gdLst>
                <a:gd name="connsiteX0" fmla="*/ 20847 w 41570"/>
                <a:gd name="connsiteY0" fmla="*/ 44959 h 45102"/>
                <a:gd name="connsiteX1" fmla="*/ 0 w 41570"/>
                <a:gd name="connsiteY1" fmla="*/ 28478 h 45102"/>
                <a:gd name="connsiteX2" fmla="*/ 0 w 41570"/>
                <a:gd name="connsiteY2" fmla="*/ 7686 h 45102"/>
                <a:gd name="connsiteX3" fmla="*/ 3701 w 41570"/>
                <a:gd name="connsiteY3" fmla="*/ 1094 h 45102"/>
                <a:gd name="connsiteX4" fmla="*/ 11349 w 41570"/>
                <a:gd name="connsiteY4" fmla="*/ 1094 h 45102"/>
                <a:gd name="connsiteX5" fmla="*/ 20600 w 41570"/>
                <a:gd name="connsiteY5" fmla="*/ 3630 h 45102"/>
                <a:gd name="connsiteX6" fmla="*/ 30221 w 41570"/>
                <a:gd name="connsiteY6" fmla="*/ 1094 h 45102"/>
                <a:gd name="connsiteX7" fmla="*/ 37869 w 41570"/>
                <a:gd name="connsiteY7" fmla="*/ 1094 h 45102"/>
                <a:gd name="connsiteX8" fmla="*/ 41570 w 41570"/>
                <a:gd name="connsiteY8" fmla="*/ 7686 h 45102"/>
                <a:gd name="connsiteX9" fmla="*/ 41570 w 41570"/>
                <a:gd name="connsiteY9" fmla="*/ 28478 h 45102"/>
                <a:gd name="connsiteX10" fmla="*/ 20847 w 41570"/>
                <a:gd name="connsiteY10" fmla="*/ 44959 h 45102"/>
                <a:gd name="connsiteX11" fmla="*/ 14926 w 41570"/>
                <a:gd name="connsiteY11" fmla="*/ 27844 h 45102"/>
                <a:gd name="connsiteX12" fmla="*/ 20847 w 41570"/>
                <a:gd name="connsiteY12" fmla="*/ 29619 h 45102"/>
                <a:gd name="connsiteX13" fmla="*/ 26644 w 41570"/>
                <a:gd name="connsiteY13" fmla="*/ 27844 h 45102"/>
                <a:gd name="connsiteX14" fmla="*/ 26644 w 41570"/>
                <a:gd name="connsiteY14" fmla="*/ 18716 h 45102"/>
                <a:gd name="connsiteX15" fmla="*/ 20847 w 41570"/>
                <a:gd name="connsiteY15" fmla="*/ 18716 h 45102"/>
                <a:gd name="connsiteX16" fmla="*/ 14926 w 41570"/>
                <a:gd name="connsiteY16" fmla="*/ 18716 h 4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70" h="45102">
                  <a:moveTo>
                    <a:pt x="20847" y="44959"/>
                  </a:moveTo>
                  <a:cubicBezTo>
                    <a:pt x="9128" y="44959"/>
                    <a:pt x="0" y="37733"/>
                    <a:pt x="0" y="28478"/>
                  </a:cubicBezTo>
                  <a:lnTo>
                    <a:pt x="0" y="7686"/>
                  </a:lnTo>
                  <a:cubicBezTo>
                    <a:pt x="-27" y="4960"/>
                    <a:pt x="1391" y="2434"/>
                    <a:pt x="3701" y="1094"/>
                  </a:cubicBezTo>
                  <a:cubicBezTo>
                    <a:pt x="6053" y="-365"/>
                    <a:pt x="8997" y="-365"/>
                    <a:pt x="11349" y="1094"/>
                  </a:cubicBezTo>
                  <a:cubicBezTo>
                    <a:pt x="14133" y="2831"/>
                    <a:pt x="17344" y="3711"/>
                    <a:pt x="20600" y="3630"/>
                  </a:cubicBezTo>
                  <a:cubicBezTo>
                    <a:pt x="23977" y="3742"/>
                    <a:pt x="27314" y="2862"/>
                    <a:pt x="30221" y="1094"/>
                  </a:cubicBezTo>
                  <a:cubicBezTo>
                    <a:pt x="32573" y="-365"/>
                    <a:pt x="35518" y="-365"/>
                    <a:pt x="37869" y="1094"/>
                  </a:cubicBezTo>
                  <a:cubicBezTo>
                    <a:pt x="40180" y="2434"/>
                    <a:pt x="41598" y="4960"/>
                    <a:pt x="41570" y="7686"/>
                  </a:cubicBezTo>
                  <a:lnTo>
                    <a:pt x="41570" y="28478"/>
                  </a:lnTo>
                  <a:cubicBezTo>
                    <a:pt x="40225" y="38881"/>
                    <a:pt x="30982" y="46232"/>
                    <a:pt x="20847" y="44959"/>
                  </a:cubicBezTo>
                  <a:close/>
                  <a:moveTo>
                    <a:pt x="14926" y="27844"/>
                  </a:moveTo>
                  <a:cubicBezTo>
                    <a:pt x="16630" y="29144"/>
                    <a:pt x="18730" y="29773"/>
                    <a:pt x="20847" y="29619"/>
                  </a:cubicBezTo>
                  <a:cubicBezTo>
                    <a:pt x="22923" y="29754"/>
                    <a:pt x="24978" y="29125"/>
                    <a:pt x="26644" y="27844"/>
                  </a:cubicBezTo>
                  <a:lnTo>
                    <a:pt x="26644" y="18716"/>
                  </a:lnTo>
                  <a:cubicBezTo>
                    <a:pt x="24714" y="18846"/>
                    <a:pt x="22777" y="18846"/>
                    <a:pt x="20847" y="18716"/>
                  </a:cubicBezTo>
                  <a:cubicBezTo>
                    <a:pt x="18875" y="18850"/>
                    <a:pt x="16897" y="18850"/>
                    <a:pt x="14926" y="1871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94A80A50-C190-F64D-B408-7914D8BFDD9A}"/>
                </a:ext>
              </a:extLst>
            </p:cNvPr>
            <p:cNvSpPr/>
            <p:nvPr/>
          </p:nvSpPr>
          <p:spPr>
            <a:xfrm>
              <a:off x="6100956" y="2761103"/>
              <a:ext cx="125218" cy="105543"/>
            </a:xfrm>
            <a:custGeom>
              <a:avLst/>
              <a:gdLst>
                <a:gd name="connsiteX0" fmla="*/ 117677 w 125218"/>
                <a:gd name="connsiteY0" fmla="*/ 105479 h 105543"/>
                <a:gd name="connsiteX1" fmla="*/ 18996 w 125218"/>
                <a:gd name="connsiteY1" fmla="*/ 105479 h 105543"/>
                <a:gd name="connsiteX2" fmla="*/ 10572 w 125218"/>
                <a:gd name="connsiteY2" fmla="*/ 98797 h 105543"/>
                <a:gd name="connsiteX3" fmla="*/ 17073 w 125218"/>
                <a:gd name="connsiteY3" fmla="*/ 90139 h 105543"/>
                <a:gd name="connsiteX4" fmla="*/ 18996 w 125218"/>
                <a:gd name="connsiteY4" fmla="*/ 90139 h 105543"/>
                <a:gd name="connsiteX5" fmla="*/ 110153 w 125218"/>
                <a:gd name="connsiteY5" fmla="*/ 90139 h 105543"/>
                <a:gd name="connsiteX6" fmla="*/ 110153 w 125218"/>
                <a:gd name="connsiteY6" fmla="*/ 49824 h 105543"/>
                <a:gd name="connsiteX7" fmla="*/ 76725 w 125218"/>
                <a:gd name="connsiteY7" fmla="*/ 15467 h 105543"/>
                <a:gd name="connsiteX8" fmla="*/ 64389 w 125218"/>
                <a:gd name="connsiteY8" fmla="*/ 15467 h 105543"/>
                <a:gd name="connsiteX9" fmla="*/ 43666 w 125218"/>
                <a:gd name="connsiteY9" fmla="*/ 31694 h 105543"/>
                <a:gd name="connsiteX10" fmla="*/ 22820 w 125218"/>
                <a:gd name="connsiteY10" fmla="*/ 15467 h 105543"/>
                <a:gd name="connsiteX11" fmla="*/ 7524 w 125218"/>
                <a:gd name="connsiteY11" fmla="*/ 15467 h 105543"/>
                <a:gd name="connsiteX12" fmla="*/ 0 w 125218"/>
                <a:gd name="connsiteY12" fmla="*/ 7733 h 105543"/>
                <a:gd name="connsiteX13" fmla="*/ 7524 w 125218"/>
                <a:gd name="connsiteY13" fmla="*/ 0 h 105543"/>
                <a:gd name="connsiteX14" fmla="*/ 30714 w 125218"/>
                <a:gd name="connsiteY14" fmla="*/ 0 h 105543"/>
                <a:gd name="connsiteX15" fmla="*/ 38239 w 125218"/>
                <a:gd name="connsiteY15" fmla="*/ 7733 h 105543"/>
                <a:gd name="connsiteX16" fmla="*/ 38239 w 125218"/>
                <a:gd name="connsiteY16" fmla="*/ 14579 h 105543"/>
                <a:gd name="connsiteX17" fmla="*/ 44160 w 125218"/>
                <a:gd name="connsiteY17" fmla="*/ 16354 h 105543"/>
                <a:gd name="connsiteX18" fmla="*/ 49957 w 125218"/>
                <a:gd name="connsiteY18" fmla="*/ 14579 h 105543"/>
                <a:gd name="connsiteX19" fmla="*/ 49957 w 125218"/>
                <a:gd name="connsiteY19" fmla="*/ 7733 h 105543"/>
                <a:gd name="connsiteX20" fmla="*/ 57482 w 125218"/>
                <a:gd name="connsiteY20" fmla="*/ 0 h 105543"/>
                <a:gd name="connsiteX21" fmla="*/ 76725 w 125218"/>
                <a:gd name="connsiteY21" fmla="*/ 0 h 105543"/>
                <a:gd name="connsiteX22" fmla="*/ 125202 w 125218"/>
                <a:gd name="connsiteY22" fmla="*/ 49824 h 105543"/>
                <a:gd name="connsiteX23" fmla="*/ 125202 w 125218"/>
                <a:gd name="connsiteY23" fmla="*/ 97365 h 105543"/>
                <a:gd name="connsiteX24" fmla="*/ 118312 w 125218"/>
                <a:gd name="connsiteY24" fmla="*/ 105464 h 105543"/>
                <a:gd name="connsiteX25" fmla="*/ 117677 w 125218"/>
                <a:gd name="connsiteY25" fmla="*/ 105479 h 10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218" h="105543">
                  <a:moveTo>
                    <a:pt x="117677" y="105479"/>
                  </a:moveTo>
                  <a:lnTo>
                    <a:pt x="18996" y="105479"/>
                  </a:lnTo>
                  <a:cubicBezTo>
                    <a:pt x="14875" y="106025"/>
                    <a:pt x="11103" y="103033"/>
                    <a:pt x="10572" y="98797"/>
                  </a:cubicBezTo>
                  <a:cubicBezTo>
                    <a:pt x="10041" y="94561"/>
                    <a:pt x="12952" y="90685"/>
                    <a:pt x="17073" y="90139"/>
                  </a:cubicBezTo>
                  <a:cubicBezTo>
                    <a:pt x="17712" y="90055"/>
                    <a:pt x="18358" y="90055"/>
                    <a:pt x="18996" y="90139"/>
                  </a:cubicBezTo>
                  <a:lnTo>
                    <a:pt x="110153" y="90139"/>
                  </a:lnTo>
                  <a:lnTo>
                    <a:pt x="110153" y="49824"/>
                  </a:lnTo>
                  <a:cubicBezTo>
                    <a:pt x="110153" y="30849"/>
                    <a:pt x="95186" y="15467"/>
                    <a:pt x="76725" y="15467"/>
                  </a:cubicBezTo>
                  <a:lnTo>
                    <a:pt x="64389" y="15467"/>
                  </a:lnTo>
                  <a:cubicBezTo>
                    <a:pt x="62924" y="25767"/>
                    <a:pt x="53718" y="32976"/>
                    <a:pt x="43666" y="31694"/>
                  </a:cubicBezTo>
                  <a:cubicBezTo>
                    <a:pt x="32071" y="31694"/>
                    <a:pt x="22943" y="24595"/>
                    <a:pt x="22820" y="15467"/>
                  </a:cubicBezTo>
                  <a:lnTo>
                    <a:pt x="7524" y="15467"/>
                  </a:lnTo>
                  <a:cubicBezTo>
                    <a:pt x="3369" y="15467"/>
                    <a:pt x="0" y="12005"/>
                    <a:pt x="0" y="7733"/>
                  </a:cubicBezTo>
                  <a:cubicBezTo>
                    <a:pt x="0" y="3462"/>
                    <a:pt x="3369" y="0"/>
                    <a:pt x="7524" y="0"/>
                  </a:cubicBezTo>
                  <a:lnTo>
                    <a:pt x="30714" y="0"/>
                  </a:lnTo>
                  <a:cubicBezTo>
                    <a:pt x="34870" y="0"/>
                    <a:pt x="38239" y="3462"/>
                    <a:pt x="38239" y="7733"/>
                  </a:cubicBezTo>
                  <a:lnTo>
                    <a:pt x="38239" y="14579"/>
                  </a:lnTo>
                  <a:cubicBezTo>
                    <a:pt x="39943" y="15879"/>
                    <a:pt x="42043" y="16509"/>
                    <a:pt x="44160" y="16354"/>
                  </a:cubicBezTo>
                  <a:cubicBezTo>
                    <a:pt x="46236" y="16489"/>
                    <a:pt x="48291" y="15860"/>
                    <a:pt x="49957" y="14579"/>
                  </a:cubicBezTo>
                  <a:lnTo>
                    <a:pt x="49957" y="7733"/>
                  </a:lnTo>
                  <a:cubicBezTo>
                    <a:pt x="49957" y="3462"/>
                    <a:pt x="53326" y="0"/>
                    <a:pt x="57482" y="0"/>
                  </a:cubicBezTo>
                  <a:lnTo>
                    <a:pt x="76725" y="0"/>
                  </a:lnTo>
                  <a:cubicBezTo>
                    <a:pt x="103470" y="70"/>
                    <a:pt x="125134" y="22336"/>
                    <a:pt x="125202" y="49824"/>
                  </a:cubicBezTo>
                  <a:lnTo>
                    <a:pt x="125202" y="97365"/>
                  </a:lnTo>
                  <a:cubicBezTo>
                    <a:pt x="125475" y="101557"/>
                    <a:pt x="122390" y="105183"/>
                    <a:pt x="118312" y="105464"/>
                  </a:cubicBezTo>
                  <a:cubicBezTo>
                    <a:pt x="118101" y="105478"/>
                    <a:pt x="117889" y="105483"/>
                    <a:pt x="117677" y="1054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3E190BDC-8498-2C48-9DB1-5A53D33183C0}"/>
                </a:ext>
              </a:extLst>
            </p:cNvPr>
            <p:cNvSpPr/>
            <p:nvPr/>
          </p:nvSpPr>
          <p:spPr>
            <a:xfrm>
              <a:off x="5804913" y="2814830"/>
              <a:ext cx="14942" cy="51753"/>
            </a:xfrm>
            <a:custGeom>
              <a:avLst/>
              <a:gdLst>
                <a:gd name="connsiteX0" fmla="*/ 7524 w 14942"/>
                <a:gd name="connsiteY0" fmla="*/ 51752 h 51753"/>
                <a:gd name="connsiteX1" fmla="*/ 1 w 14942"/>
                <a:gd name="connsiteY1" fmla="*/ 44273 h 51753"/>
                <a:gd name="connsiteX2" fmla="*/ 0 w 14942"/>
                <a:gd name="connsiteY2" fmla="*/ 44146 h 51753"/>
                <a:gd name="connsiteX3" fmla="*/ 0 w 14942"/>
                <a:gd name="connsiteY3" fmla="*/ 6746 h 51753"/>
                <a:gd name="connsiteX4" fmla="*/ 8424 w 14942"/>
                <a:gd name="connsiteY4" fmla="*/ 64 h 51753"/>
                <a:gd name="connsiteX5" fmla="*/ 14926 w 14942"/>
                <a:gd name="connsiteY5" fmla="*/ 6746 h 51753"/>
                <a:gd name="connsiteX6" fmla="*/ 14926 w 14942"/>
                <a:gd name="connsiteY6" fmla="*/ 43639 h 51753"/>
                <a:gd name="connsiteX7" fmla="*/ 8034 w 14942"/>
                <a:gd name="connsiteY7" fmla="*/ 51735 h 51753"/>
                <a:gd name="connsiteX8" fmla="*/ 7524 w 14942"/>
                <a:gd name="connsiteY8" fmla="*/ 51752 h 5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42" h="51753">
                  <a:moveTo>
                    <a:pt x="7524" y="51752"/>
                  </a:moveTo>
                  <a:cubicBezTo>
                    <a:pt x="3437" y="51822"/>
                    <a:pt x="69" y="48474"/>
                    <a:pt x="1" y="44273"/>
                  </a:cubicBezTo>
                  <a:cubicBezTo>
                    <a:pt x="0" y="44231"/>
                    <a:pt x="0" y="44188"/>
                    <a:pt x="0" y="44146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43639"/>
                  </a:lnTo>
                  <a:cubicBezTo>
                    <a:pt x="15198" y="47830"/>
                    <a:pt x="12113" y="51455"/>
                    <a:pt x="8034" y="51735"/>
                  </a:cubicBezTo>
                  <a:cubicBezTo>
                    <a:pt x="7865" y="51747"/>
                    <a:pt x="7695" y="51753"/>
                    <a:pt x="7524" y="5175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ED54E0EB-9F57-B240-848B-25D50A54560A}"/>
                </a:ext>
              </a:extLst>
            </p:cNvPr>
            <p:cNvSpPr/>
            <p:nvPr/>
          </p:nvSpPr>
          <p:spPr>
            <a:xfrm>
              <a:off x="5811693" y="2671598"/>
              <a:ext cx="84999" cy="95336"/>
            </a:xfrm>
            <a:custGeom>
              <a:avLst/>
              <a:gdLst>
                <a:gd name="connsiteX0" fmla="*/ 41327 w 84999"/>
                <a:gd name="connsiteY0" fmla="*/ 95337 h 95336"/>
                <a:gd name="connsiteX1" fmla="*/ 8269 w 84999"/>
                <a:gd name="connsiteY1" fmla="*/ 70742 h 95336"/>
                <a:gd name="connsiteX2" fmla="*/ 5 w 84999"/>
                <a:gd name="connsiteY2" fmla="*/ 34610 h 95336"/>
                <a:gd name="connsiteX3" fmla="*/ 5 w 84999"/>
                <a:gd name="connsiteY3" fmla="*/ 24215 h 95336"/>
                <a:gd name="connsiteX4" fmla="*/ 42684 w 84999"/>
                <a:gd name="connsiteY4" fmla="*/ 0 h 95336"/>
                <a:gd name="connsiteX5" fmla="*/ 83884 w 84999"/>
                <a:gd name="connsiteY5" fmla="*/ 19143 h 95336"/>
                <a:gd name="connsiteX6" fmla="*/ 84994 w 84999"/>
                <a:gd name="connsiteY6" fmla="*/ 23200 h 95336"/>
                <a:gd name="connsiteX7" fmla="*/ 84994 w 84999"/>
                <a:gd name="connsiteY7" fmla="*/ 34610 h 95336"/>
                <a:gd name="connsiteX8" fmla="*/ 76606 w 84999"/>
                <a:gd name="connsiteY8" fmla="*/ 70742 h 95336"/>
                <a:gd name="connsiteX9" fmla="*/ 42314 w 84999"/>
                <a:gd name="connsiteY9" fmla="*/ 95337 h 95336"/>
                <a:gd name="connsiteX10" fmla="*/ 42314 w 84999"/>
                <a:gd name="connsiteY10" fmla="*/ 79997 h 95336"/>
                <a:gd name="connsiteX11" fmla="*/ 63407 w 84999"/>
                <a:gd name="connsiteY11" fmla="*/ 63516 h 95336"/>
                <a:gd name="connsiteX12" fmla="*/ 70068 w 84999"/>
                <a:gd name="connsiteY12" fmla="*/ 34610 h 95336"/>
                <a:gd name="connsiteX13" fmla="*/ 70068 w 84999"/>
                <a:gd name="connsiteY13" fmla="*/ 25989 h 95336"/>
                <a:gd name="connsiteX14" fmla="*/ 42684 w 84999"/>
                <a:gd name="connsiteY14" fmla="*/ 15340 h 95336"/>
                <a:gd name="connsiteX15" fmla="*/ 14930 w 84999"/>
                <a:gd name="connsiteY15" fmla="*/ 25736 h 95336"/>
                <a:gd name="connsiteX16" fmla="*/ 14930 w 84999"/>
                <a:gd name="connsiteY16" fmla="*/ 34610 h 95336"/>
                <a:gd name="connsiteX17" fmla="*/ 21468 w 84999"/>
                <a:gd name="connsiteY17" fmla="*/ 63516 h 95336"/>
                <a:gd name="connsiteX18" fmla="*/ 42314 w 84999"/>
                <a:gd name="connsiteY18" fmla="*/ 79997 h 9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999" h="95336">
                  <a:moveTo>
                    <a:pt x="41327" y="95337"/>
                  </a:moveTo>
                  <a:cubicBezTo>
                    <a:pt x="26574" y="94496"/>
                    <a:pt x="13655" y="84884"/>
                    <a:pt x="8269" y="70742"/>
                  </a:cubicBezTo>
                  <a:cubicBezTo>
                    <a:pt x="2706" y="59564"/>
                    <a:pt x="-130" y="47165"/>
                    <a:pt x="5" y="34610"/>
                  </a:cubicBezTo>
                  <a:lnTo>
                    <a:pt x="5" y="24215"/>
                  </a:lnTo>
                  <a:cubicBezTo>
                    <a:pt x="5" y="12931"/>
                    <a:pt x="22701" y="0"/>
                    <a:pt x="42684" y="0"/>
                  </a:cubicBezTo>
                  <a:cubicBezTo>
                    <a:pt x="58442" y="67"/>
                    <a:pt x="73425" y="7029"/>
                    <a:pt x="83884" y="19143"/>
                  </a:cubicBezTo>
                  <a:cubicBezTo>
                    <a:pt x="84606" y="20367"/>
                    <a:pt x="84990" y="21769"/>
                    <a:pt x="84994" y="23200"/>
                  </a:cubicBezTo>
                  <a:lnTo>
                    <a:pt x="84994" y="34610"/>
                  </a:lnTo>
                  <a:cubicBezTo>
                    <a:pt x="85146" y="47182"/>
                    <a:pt x="82264" y="59596"/>
                    <a:pt x="76606" y="70742"/>
                  </a:cubicBezTo>
                  <a:cubicBezTo>
                    <a:pt x="71209" y="85428"/>
                    <a:pt x="57588" y="95198"/>
                    <a:pt x="42314" y="95337"/>
                  </a:cubicBezTo>
                  <a:close/>
                  <a:moveTo>
                    <a:pt x="42314" y="79997"/>
                  </a:moveTo>
                  <a:cubicBezTo>
                    <a:pt x="50825" y="79997"/>
                    <a:pt x="57733" y="74672"/>
                    <a:pt x="63407" y="63516"/>
                  </a:cubicBezTo>
                  <a:cubicBezTo>
                    <a:pt x="67888" y="54583"/>
                    <a:pt x="70175" y="44660"/>
                    <a:pt x="70068" y="34610"/>
                  </a:cubicBezTo>
                  <a:lnTo>
                    <a:pt x="70068" y="25989"/>
                  </a:lnTo>
                  <a:cubicBezTo>
                    <a:pt x="62330" y="19437"/>
                    <a:pt x="52704" y="15693"/>
                    <a:pt x="42684" y="15340"/>
                  </a:cubicBezTo>
                  <a:cubicBezTo>
                    <a:pt x="32518" y="15266"/>
                    <a:pt x="22666" y="18956"/>
                    <a:pt x="14930" y="25736"/>
                  </a:cubicBezTo>
                  <a:lnTo>
                    <a:pt x="14930" y="34610"/>
                  </a:lnTo>
                  <a:cubicBezTo>
                    <a:pt x="14780" y="44650"/>
                    <a:pt x="17025" y="54574"/>
                    <a:pt x="21468" y="63516"/>
                  </a:cubicBezTo>
                  <a:cubicBezTo>
                    <a:pt x="27265" y="74672"/>
                    <a:pt x="34420" y="80884"/>
                    <a:pt x="42314" y="7999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E1F5D515-7FB1-E34F-A152-754C4C43F170}"/>
                </a:ext>
              </a:extLst>
            </p:cNvPr>
            <p:cNvSpPr/>
            <p:nvPr/>
          </p:nvSpPr>
          <p:spPr>
            <a:xfrm>
              <a:off x="5833284" y="2747834"/>
              <a:ext cx="41692" cy="45108"/>
            </a:xfrm>
            <a:custGeom>
              <a:avLst/>
              <a:gdLst>
                <a:gd name="connsiteX0" fmla="*/ 20846 w 41692"/>
                <a:gd name="connsiteY0" fmla="*/ 44964 h 45108"/>
                <a:gd name="connsiteX1" fmla="*/ 0 w 41692"/>
                <a:gd name="connsiteY1" fmla="*/ 28483 h 45108"/>
                <a:gd name="connsiteX2" fmla="*/ 0 w 41692"/>
                <a:gd name="connsiteY2" fmla="*/ 7691 h 45108"/>
                <a:gd name="connsiteX3" fmla="*/ 3824 w 41692"/>
                <a:gd name="connsiteY3" fmla="*/ 1099 h 45108"/>
                <a:gd name="connsiteX4" fmla="*/ 11348 w 41692"/>
                <a:gd name="connsiteY4" fmla="*/ 1099 h 45108"/>
                <a:gd name="connsiteX5" fmla="*/ 20723 w 41692"/>
                <a:gd name="connsiteY5" fmla="*/ 3634 h 45108"/>
                <a:gd name="connsiteX6" fmla="*/ 30344 w 41692"/>
                <a:gd name="connsiteY6" fmla="*/ 1099 h 45108"/>
                <a:gd name="connsiteX7" fmla="*/ 40650 w 41692"/>
                <a:gd name="connsiteY7" fmla="*/ 3825 h 45108"/>
                <a:gd name="connsiteX8" fmla="*/ 41693 w 41692"/>
                <a:gd name="connsiteY8" fmla="*/ 7564 h 45108"/>
                <a:gd name="connsiteX9" fmla="*/ 41693 w 41692"/>
                <a:gd name="connsiteY9" fmla="*/ 28356 h 45108"/>
                <a:gd name="connsiteX10" fmla="*/ 20846 w 41692"/>
                <a:gd name="connsiteY10" fmla="*/ 44964 h 45108"/>
                <a:gd name="connsiteX11" fmla="*/ 15049 w 41692"/>
                <a:gd name="connsiteY11" fmla="*/ 27849 h 45108"/>
                <a:gd name="connsiteX12" fmla="*/ 20846 w 41692"/>
                <a:gd name="connsiteY12" fmla="*/ 29624 h 45108"/>
                <a:gd name="connsiteX13" fmla="*/ 26767 w 41692"/>
                <a:gd name="connsiteY13" fmla="*/ 27849 h 45108"/>
                <a:gd name="connsiteX14" fmla="*/ 26767 w 41692"/>
                <a:gd name="connsiteY14" fmla="*/ 18721 h 45108"/>
                <a:gd name="connsiteX15" fmla="*/ 20846 w 41692"/>
                <a:gd name="connsiteY15" fmla="*/ 18721 h 45108"/>
                <a:gd name="connsiteX16" fmla="*/ 15049 w 41692"/>
                <a:gd name="connsiteY16" fmla="*/ 18721 h 45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692" h="45108">
                  <a:moveTo>
                    <a:pt x="20846" y="44964"/>
                  </a:moveTo>
                  <a:cubicBezTo>
                    <a:pt x="10685" y="46240"/>
                    <a:pt x="1406" y="38904"/>
                    <a:pt x="0" y="28483"/>
                  </a:cubicBezTo>
                  <a:lnTo>
                    <a:pt x="0" y="7691"/>
                  </a:lnTo>
                  <a:cubicBezTo>
                    <a:pt x="23" y="4945"/>
                    <a:pt x="1485" y="2426"/>
                    <a:pt x="3824" y="1099"/>
                  </a:cubicBezTo>
                  <a:cubicBezTo>
                    <a:pt x="6130" y="-366"/>
                    <a:pt x="9043" y="-366"/>
                    <a:pt x="11348" y="1099"/>
                  </a:cubicBezTo>
                  <a:cubicBezTo>
                    <a:pt x="14184" y="2821"/>
                    <a:pt x="17430" y="3699"/>
                    <a:pt x="20723" y="3634"/>
                  </a:cubicBezTo>
                  <a:cubicBezTo>
                    <a:pt x="24101" y="3761"/>
                    <a:pt x="27443" y="2880"/>
                    <a:pt x="30344" y="1099"/>
                  </a:cubicBezTo>
                  <a:cubicBezTo>
                    <a:pt x="33923" y="-1073"/>
                    <a:pt x="38536" y="148"/>
                    <a:pt x="40650" y="3825"/>
                  </a:cubicBezTo>
                  <a:cubicBezTo>
                    <a:pt x="41302" y="4960"/>
                    <a:pt x="41661" y="6247"/>
                    <a:pt x="41693" y="7564"/>
                  </a:cubicBezTo>
                  <a:lnTo>
                    <a:pt x="41693" y="28356"/>
                  </a:lnTo>
                  <a:cubicBezTo>
                    <a:pt x="41693" y="37738"/>
                    <a:pt x="32565" y="44964"/>
                    <a:pt x="20846" y="44964"/>
                  </a:cubicBezTo>
                  <a:close/>
                  <a:moveTo>
                    <a:pt x="15049" y="27849"/>
                  </a:moveTo>
                  <a:cubicBezTo>
                    <a:pt x="16715" y="29129"/>
                    <a:pt x="18770" y="29759"/>
                    <a:pt x="20846" y="29624"/>
                  </a:cubicBezTo>
                  <a:cubicBezTo>
                    <a:pt x="22963" y="29778"/>
                    <a:pt x="25063" y="29148"/>
                    <a:pt x="26767" y="27849"/>
                  </a:cubicBezTo>
                  <a:lnTo>
                    <a:pt x="26767" y="18721"/>
                  </a:lnTo>
                  <a:cubicBezTo>
                    <a:pt x="24796" y="18847"/>
                    <a:pt x="22818" y="18847"/>
                    <a:pt x="20846" y="18721"/>
                  </a:cubicBezTo>
                  <a:cubicBezTo>
                    <a:pt x="18916" y="18851"/>
                    <a:pt x="16979" y="18851"/>
                    <a:pt x="15049" y="1872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4" name="Freeform 243">
              <a:extLst>
                <a:ext uri="{FF2B5EF4-FFF2-40B4-BE49-F238E27FC236}">
                  <a16:creationId xmlns:a16="http://schemas.microsoft.com/office/drawing/2014/main" id="{4D2F7CEA-AC07-2741-A1A3-1B7F56EA327C}"/>
                </a:ext>
              </a:extLst>
            </p:cNvPr>
            <p:cNvSpPr/>
            <p:nvPr/>
          </p:nvSpPr>
          <p:spPr>
            <a:xfrm>
              <a:off x="5772965" y="2761103"/>
              <a:ext cx="125324" cy="105480"/>
            </a:xfrm>
            <a:custGeom>
              <a:avLst/>
              <a:gdLst>
                <a:gd name="connsiteX0" fmla="*/ 106206 w 125324"/>
                <a:gd name="connsiteY0" fmla="*/ 105479 h 105480"/>
                <a:gd name="connsiteX1" fmla="*/ 7524 w 125324"/>
                <a:gd name="connsiteY1" fmla="*/ 105479 h 105480"/>
                <a:gd name="connsiteX2" fmla="*/ 1 w 125324"/>
                <a:gd name="connsiteY2" fmla="*/ 98000 h 105480"/>
                <a:gd name="connsiteX3" fmla="*/ 0 w 125324"/>
                <a:gd name="connsiteY3" fmla="*/ 97873 h 105480"/>
                <a:gd name="connsiteX4" fmla="*/ 0 w 125324"/>
                <a:gd name="connsiteY4" fmla="*/ 49824 h 105480"/>
                <a:gd name="connsiteX5" fmla="*/ 48477 w 125324"/>
                <a:gd name="connsiteY5" fmla="*/ 0 h 105480"/>
                <a:gd name="connsiteX6" fmla="*/ 67843 w 125324"/>
                <a:gd name="connsiteY6" fmla="*/ 0 h 105480"/>
                <a:gd name="connsiteX7" fmla="*/ 75368 w 125324"/>
                <a:gd name="connsiteY7" fmla="*/ 7733 h 105480"/>
                <a:gd name="connsiteX8" fmla="*/ 75368 w 125324"/>
                <a:gd name="connsiteY8" fmla="*/ 14579 h 105480"/>
                <a:gd name="connsiteX9" fmla="*/ 81165 w 125324"/>
                <a:gd name="connsiteY9" fmla="*/ 16354 h 105480"/>
                <a:gd name="connsiteX10" fmla="*/ 87086 w 125324"/>
                <a:gd name="connsiteY10" fmla="*/ 14579 h 105480"/>
                <a:gd name="connsiteX11" fmla="*/ 87086 w 125324"/>
                <a:gd name="connsiteY11" fmla="*/ 7733 h 105480"/>
                <a:gd name="connsiteX12" fmla="*/ 94610 w 125324"/>
                <a:gd name="connsiteY12" fmla="*/ 0 h 105480"/>
                <a:gd name="connsiteX13" fmla="*/ 117801 w 125324"/>
                <a:gd name="connsiteY13" fmla="*/ 0 h 105480"/>
                <a:gd name="connsiteX14" fmla="*/ 125325 w 125324"/>
                <a:gd name="connsiteY14" fmla="*/ 7733 h 105480"/>
                <a:gd name="connsiteX15" fmla="*/ 117801 w 125324"/>
                <a:gd name="connsiteY15" fmla="*/ 15467 h 105480"/>
                <a:gd name="connsiteX16" fmla="*/ 102012 w 125324"/>
                <a:gd name="connsiteY16" fmla="*/ 15467 h 105480"/>
                <a:gd name="connsiteX17" fmla="*/ 81165 w 125324"/>
                <a:gd name="connsiteY17" fmla="*/ 31694 h 105480"/>
                <a:gd name="connsiteX18" fmla="*/ 60319 w 125324"/>
                <a:gd name="connsiteY18" fmla="*/ 15467 h 105480"/>
                <a:gd name="connsiteX19" fmla="*/ 48600 w 125324"/>
                <a:gd name="connsiteY19" fmla="*/ 15467 h 105480"/>
                <a:gd name="connsiteX20" fmla="*/ 15049 w 125324"/>
                <a:gd name="connsiteY20" fmla="*/ 49697 h 105480"/>
                <a:gd name="connsiteX21" fmla="*/ 15049 w 125324"/>
                <a:gd name="connsiteY21" fmla="*/ 49824 h 105480"/>
                <a:gd name="connsiteX22" fmla="*/ 15049 w 125324"/>
                <a:gd name="connsiteY22" fmla="*/ 89632 h 105480"/>
                <a:gd name="connsiteX23" fmla="*/ 106206 w 125324"/>
                <a:gd name="connsiteY23" fmla="*/ 89632 h 105480"/>
                <a:gd name="connsiteX24" fmla="*/ 113915 w 125324"/>
                <a:gd name="connsiteY24" fmla="*/ 97556 h 105480"/>
                <a:gd name="connsiteX25" fmla="*/ 106206 w 125324"/>
                <a:gd name="connsiteY25" fmla="*/ 105479 h 10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324" h="105480">
                  <a:moveTo>
                    <a:pt x="106206" y="105479"/>
                  </a:moveTo>
                  <a:lnTo>
                    <a:pt x="7524" y="105479"/>
                  </a:lnTo>
                  <a:cubicBezTo>
                    <a:pt x="3437" y="105549"/>
                    <a:pt x="69" y="102201"/>
                    <a:pt x="1" y="98000"/>
                  </a:cubicBezTo>
                  <a:cubicBezTo>
                    <a:pt x="0" y="97958"/>
                    <a:pt x="0" y="97915"/>
                    <a:pt x="0" y="97873"/>
                  </a:cubicBezTo>
                  <a:lnTo>
                    <a:pt x="0" y="49824"/>
                  </a:lnTo>
                  <a:cubicBezTo>
                    <a:pt x="68" y="22336"/>
                    <a:pt x="21732" y="70"/>
                    <a:pt x="48477" y="0"/>
                  </a:cubicBezTo>
                  <a:lnTo>
                    <a:pt x="67843" y="0"/>
                  </a:lnTo>
                  <a:cubicBezTo>
                    <a:pt x="71971" y="68"/>
                    <a:pt x="75302" y="3491"/>
                    <a:pt x="75368" y="7733"/>
                  </a:cubicBezTo>
                  <a:lnTo>
                    <a:pt x="75368" y="14579"/>
                  </a:lnTo>
                  <a:cubicBezTo>
                    <a:pt x="77034" y="15860"/>
                    <a:pt x="79089" y="16489"/>
                    <a:pt x="81165" y="16354"/>
                  </a:cubicBezTo>
                  <a:cubicBezTo>
                    <a:pt x="83282" y="16509"/>
                    <a:pt x="85382" y="15879"/>
                    <a:pt x="87086" y="14579"/>
                  </a:cubicBezTo>
                  <a:lnTo>
                    <a:pt x="87086" y="7733"/>
                  </a:lnTo>
                  <a:cubicBezTo>
                    <a:pt x="87086" y="3462"/>
                    <a:pt x="90455" y="0"/>
                    <a:pt x="94610" y="0"/>
                  </a:cubicBezTo>
                  <a:lnTo>
                    <a:pt x="117801" y="0"/>
                  </a:lnTo>
                  <a:cubicBezTo>
                    <a:pt x="121956" y="0"/>
                    <a:pt x="125325" y="3462"/>
                    <a:pt x="125325" y="7733"/>
                  </a:cubicBezTo>
                  <a:cubicBezTo>
                    <a:pt x="125325" y="12005"/>
                    <a:pt x="121956" y="15467"/>
                    <a:pt x="117801" y="15467"/>
                  </a:cubicBezTo>
                  <a:lnTo>
                    <a:pt x="102012" y="15467"/>
                  </a:lnTo>
                  <a:cubicBezTo>
                    <a:pt x="102012" y="24595"/>
                    <a:pt x="92760" y="31694"/>
                    <a:pt x="81165" y="31694"/>
                  </a:cubicBezTo>
                  <a:cubicBezTo>
                    <a:pt x="71105" y="32912"/>
                    <a:pt x="61904" y="25749"/>
                    <a:pt x="60319" y="15467"/>
                  </a:cubicBezTo>
                  <a:lnTo>
                    <a:pt x="48600" y="15467"/>
                  </a:lnTo>
                  <a:cubicBezTo>
                    <a:pt x="30139" y="15397"/>
                    <a:pt x="15117" y="30722"/>
                    <a:pt x="15049" y="49697"/>
                  </a:cubicBezTo>
                  <a:cubicBezTo>
                    <a:pt x="15049" y="49739"/>
                    <a:pt x="15049" y="49781"/>
                    <a:pt x="15049" y="49824"/>
                  </a:cubicBezTo>
                  <a:lnTo>
                    <a:pt x="15049" y="89632"/>
                  </a:lnTo>
                  <a:lnTo>
                    <a:pt x="106206" y="89632"/>
                  </a:lnTo>
                  <a:cubicBezTo>
                    <a:pt x="110463" y="89632"/>
                    <a:pt x="113915" y="93179"/>
                    <a:pt x="113915" y="97556"/>
                  </a:cubicBezTo>
                  <a:cubicBezTo>
                    <a:pt x="113915" y="101932"/>
                    <a:pt x="110463" y="105479"/>
                    <a:pt x="106206" y="1054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5" name="Freeform 244">
              <a:extLst>
                <a:ext uri="{FF2B5EF4-FFF2-40B4-BE49-F238E27FC236}">
                  <a16:creationId xmlns:a16="http://schemas.microsoft.com/office/drawing/2014/main" id="{0BB20F4A-6C0B-504A-89A7-9F754643BD44}"/>
                </a:ext>
              </a:extLst>
            </p:cNvPr>
            <p:cNvSpPr/>
            <p:nvPr/>
          </p:nvSpPr>
          <p:spPr>
            <a:xfrm>
              <a:off x="5992161" y="2572304"/>
              <a:ext cx="14925" cy="43258"/>
            </a:xfrm>
            <a:custGeom>
              <a:avLst/>
              <a:gdLst>
                <a:gd name="connsiteX0" fmla="*/ 7401 w 14925"/>
                <a:gd name="connsiteY0" fmla="*/ 43258 h 43258"/>
                <a:gd name="connsiteX1" fmla="*/ 0 w 14925"/>
                <a:gd name="connsiteY1" fmla="*/ 35525 h 43258"/>
                <a:gd name="connsiteX2" fmla="*/ 0 w 14925"/>
                <a:gd name="connsiteY2" fmla="*/ 6746 h 43258"/>
                <a:gd name="connsiteX3" fmla="*/ 8424 w 14925"/>
                <a:gd name="connsiteY3" fmla="*/ 64 h 43258"/>
                <a:gd name="connsiteX4" fmla="*/ 14926 w 14925"/>
                <a:gd name="connsiteY4" fmla="*/ 6746 h 43258"/>
                <a:gd name="connsiteX5" fmla="*/ 14926 w 14925"/>
                <a:gd name="connsiteY5" fmla="*/ 35525 h 43258"/>
                <a:gd name="connsiteX6" fmla="*/ 7401 w 14925"/>
                <a:gd name="connsiteY6" fmla="*/ 43258 h 4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25" h="43258">
                  <a:moveTo>
                    <a:pt x="7401" y="43258"/>
                  </a:moveTo>
                  <a:cubicBezTo>
                    <a:pt x="3294" y="43189"/>
                    <a:pt x="-1" y="39747"/>
                    <a:pt x="0" y="35525"/>
                  </a:cubicBezTo>
                  <a:lnTo>
                    <a:pt x="0" y="6746"/>
                  </a:lnTo>
                  <a:cubicBezTo>
                    <a:pt x="531" y="2510"/>
                    <a:pt x="4303" y="-481"/>
                    <a:pt x="8424" y="64"/>
                  </a:cubicBezTo>
                  <a:cubicBezTo>
                    <a:pt x="11817" y="514"/>
                    <a:pt x="14488" y="3259"/>
                    <a:pt x="14926" y="6746"/>
                  </a:cubicBezTo>
                  <a:lnTo>
                    <a:pt x="14926" y="35525"/>
                  </a:lnTo>
                  <a:cubicBezTo>
                    <a:pt x="14926" y="39796"/>
                    <a:pt x="11557" y="43258"/>
                    <a:pt x="7401" y="4325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9AFA1E48-72F7-2447-B490-E374207807CC}"/>
                </a:ext>
              </a:extLst>
            </p:cNvPr>
            <p:cNvSpPr/>
            <p:nvPr/>
          </p:nvSpPr>
          <p:spPr>
            <a:xfrm>
              <a:off x="6068249" y="2571790"/>
              <a:ext cx="79665" cy="92709"/>
            </a:xfrm>
            <a:custGeom>
              <a:avLst/>
              <a:gdLst>
                <a:gd name="connsiteX0" fmla="*/ 71686 w 79665"/>
                <a:gd name="connsiteY0" fmla="*/ 92709 h 92709"/>
                <a:gd name="connsiteX1" fmla="*/ 64285 w 79665"/>
                <a:gd name="connsiteY1" fmla="*/ 86370 h 92709"/>
                <a:gd name="connsiteX2" fmla="*/ 3843 w 79665"/>
                <a:gd name="connsiteY2" fmla="*/ 14614 h 92709"/>
                <a:gd name="connsiteX3" fmla="*/ 883 w 79665"/>
                <a:gd name="connsiteY3" fmla="*/ 4345 h 92709"/>
                <a:gd name="connsiteX4" fmla="*/ 10542 w 79665"/>
                <a:gd name="connsiteY4" fmla="*/ 691 h 92709"/>
                <a:gd name="connsiteX5" fmla="*/ 10751 w 79665"/>
                <a:gd name="connsiteY5" fmla="*/ 795 h 92709"/>
                <a:gd name="connsiteX6" fmla="*/ 79581 w 79665"/>
                <a:gd name="connsiteY6" fmla="*/ 83708 h 92709"/>
                <a:gd name="connsiteX7" fmla="*/ 73413 w 79665"/>
                <a:gd name="connsiteY7" fmla="*/ 92709 h 9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65" h="92709">
                  <a:moveTo>
                    <a:pt x="71686" y="92709"/>
                  </a:moveTo>
                  <a:cubicBezTo>
                    <a:pt x="68036" y="92761"/>
                    <a:pt x="64893" y="90070"/>
                    <a:pt x="64285" y="86370"/>
                  </a:cubicBezTo>
                  <a:cubicBezTo>
                    <a:pt x="56514" y="41237"/>
                    <a:pt x="4460" y="14867"/>
                    <a:pt x="3843" y="14614"/>
                  </a:cubicBezTo>
                  <a:cubicBezTo>
                    <a:pt x="281" y="12606"/>
                    <a:pt x="-1040" y="8023"/>
                    <a:pt x="883" y="4345"/>
                  </a:cubicBezTo>
                  <a:cubicBezTo>
                    <a:pt x="2568" y="595"/>
                    <a:pt x="6893" y="-1041"/>
                    <a:pt x="10542" y="691"/>
                  </a:cubicBezTo>
                  <a:cubicBezTo>
                    <a:pt x="10612" y="725"/>
                    <a:pt x="10682" y="759"/>
                    <a:pt x="10751" y="795"/>
                  </a:cubicBezTo>
                  <a:cubicBezTo>
                    <a:pt x="13218" y="1936"/>
                    <a:pt x="70329" y="30334"/>
                    <a:pt x="79581" y="83708"/>
                  </a:cubicBezTo>
                  <a:cubicBezTo>
                    <a:pt x="80187" y="87918"/>
                    <a:pt x="77474" y="91876"/>
                    <a:pt x="73413" y="9270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48BD15BD-5B44-C84C-A9F1-353F34003DED}"/>
                </a:ext>
              </a:extLst>
            </p:cNvPr>
            <p:cNvSpPr/>
            <p:nvPr/>
          </p:nvSpPr>
          <p:spPr>
            <a:xfrm>
              <a:off x="5851785" y="2571783"/>
              <a:ext cx="80031" cy="92715"/>
            </a:xfrm>
            <a:custGeom>
              <a:avLst/>
              <a:gdLst>
                <a:gd name="connsiteX0" fmla="*/ 7649 w 80031"/>
                <a:gd name="connsiteY0" fmla="*/ 92715 h 92715"/>
                <a:gd name="connsiteX1" fmla="*/ 6169 w 80031"/>
                <a:gd name="connsiteY1" fmla="*/ 92715 h 92715"/>
                <a:gd name="connsiteX2" fmla="*/ 125 w 80031"/>
                <a:gd name="connsiteY2" fmla="*/ 83714 h 92715"/>
                <a:gd name="connsiteX3" fmla="*/ 69325 w 80031"/>
                <a:gd name="connsiteY3" fmla="*/ 801 h 92715"/>
                <a:gd name="connsiteX4" fmla="*/ 79251 w 80031"/>
                <a:gd name="connsiteY4" fmla="*/ 4213 h 92715"/>
                <a:gd name="connsiteX5" fmla="*/ 79316 w 80031"/>
                <a:gd name="connsiteY5" fmla="*/ 4351 h 92715"/>
                <a:gd name="connsiteX6" fmla="*/ 75739 w 80031"/>
                <a:gd name="connsiteY6" fmla="*/ 14620 h 92715"/>
                <a:gd name="connsiteX7" fmla="*/ 14927 w 80031"/>
                <a:gd name="connsiteY7" fmla="*/ 86376 h 92715"/>
                <a:gd name="connsiteX8" fmla="*/ 7649 w 80031"/>
                <a:gd name="connsiteY8" fmla="*/ 92715 h 9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031" h="92715">
                  <a:moveTo>
                    <a:pt x="7649" y="92715"/>
                  </a:moveTo>
                  <a:lnTo>
                    <a:pt x="6169" y="92715"/>
                  </a:lnTo>
                  <a:cubicBezTo>
                    <a:pt x="2081" y="91945"/>
                    <a:pt x="-625" y="87915"/>
                    <a:pt x="125" y="83714"/>
                  </a:cubicBezTo>
                  <a:cubicBezTo>
                    <a:pt x="9376" y="30341"/>
                    <a:pt x="66488" y="1942"/>
                    <a:pt x="69325" y="801"/>
                  </a:cubicBezTo>
                  <a:cubicBezTo>
                    <a:pt x="72983" y="-1074"/>
                    <a:pt x="77427" y="454"/>
                    <a:pt x="79251" y="4213"/>
                  </a:cubicBezTo>
                  <a:cubicBezTo>
                    <a:pt x="79273" y="4259"/>
                    <a:pt x="79295" y="4305"/>
                    <a:pt x="79316" y="4351"/>
                  </a:cubicBezTo>
                  <a:cubicBezTo>
                    <a:pt x="81075" y="8203"/>
                    <a:pt x="79477" y="12791"/>
                    <a:pt x="75739" y="14620"/>
                  </a:cubicBezTo>
                  <a:cubicBezTo>
                    <a:pt x="75739" y="14620"/>
                    <a:pt x="22698" y="41243"/>
                    <a:pt x="14927" y="86376"/>
                  </a:cubicBezTo>
                  <a:cubicBezTo>
                    <a:pt x="14281" y="90002"/>
                    <a:pt x="11235" y="92655"/>
                    <a:pt x="7649" y="9271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D9CC7205-3864-CE42-8903-15796B1E110A}"/>
                </a:ext>
              </a:extLst>
            </p:cNvPr>
            <p:cNvSpPr/>
            <p:nvPr/>
          </p:nvSpPr>
          <p:spPr>
            <a:xfrm>
              <a:off x="5973658" y="2511478"/>
              <a:ext cx="51807" cy="53246"/>
            </a:xfrm>
            <a:custGeom>
              <a:avLst/>
              <a:gdLst>
                <a:gd name="connsiteX0" fmla="*/ 25904 w 51807"/>
                <a:gd name="connsiteY0" fmla="*/ 53247 h 53246"/>
                <a:gd name="connsiteX1" fmla="*/ 0 w 51807"/>
                <a:gd name="connsiteY1" fmla="*/ 26623 h 53246"/>
                <a:gd name="connsiteX2" fmla="*/ 25904 w 51807"/>
                <a:gd name="connsiteY2" fmla="*/ 0 h 53246"/>
                <a:gd name="connsiteX3" fmla="*/ 51808 w 51807"/>
                <a:gd name="connsiteY3" fmla="*/ 26623 h 53246"/>
                <a:gd name="connsiteX4" fmla="*/ 25904 w 51807"/>
                <a:gd name="connsiteY4" fmla="*/ 53247 h 53246"/>
                <a:gd name="connsiteX5" fmla="*/ 25904 w 51807"/>
                <a:gd name="connsiteY5" fmla="*/ 15213 h 53246"/>
                <a:gd name="connsiteX6" fmla="*/ 14926 w 51807"/>
                <a:gd name="connsiteY6" fmla="*/ 26497 h 53246"/>
                <a:gd name="connsiteX7" fmla="*/ 25905 w 51807"/>
                <a:gd name="connsiteY7" fmla="*/ 37780 h 53246"/>
                <a:gd name="connsiteX8" fmla="*/ 36883 w 51807"/>
                <a:gd name="connsiteY8" fmla="*/ 26496 h 53246"/>
                <a:gd name="connsiteX9" fmla="*/ 36882 w 51807"/>
                <a:gd name="connsiteY9" fmla="*/ 26370 h 53246"/>
                <a:gd name="connsiteX10" fmla="*/ 25904 w 51807"/>
                <a:gd name="connsiteY10" fmla="*/ 15467 h 5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3246">
                  <a:moveTo>
                    <a:pt x="25904" y="53247"/>
                  </a:moveTo>
                  <a:cubicBezTo>
                    <a:pt x="11598" y="53247"/>
                    <a:pt x="0" y="41327"/>
                    <a:pt x="0" y="26623"/>
                  </a:cubicBezTo>
                  <a:cubicBezTo>
                    <a:pt x="0" y="11920"/>
                    <a:pt x="11598" y="0"/>
                    <a:pt x="25904" y="0"/>
                  </a:cubicBezTo>
                  <a:cubicBezTo>
                    <a:pt x="40210" y="0"/>
                    <a:pt x="51808" y="11920"/>
                    <a:pt x="51808" y="26623"/>
                  </a:cubicBezTo>
                  <a:cubicBezTo>
                    <a:pt x="51808" y="41327"/>
                    <a:pt x="40210" y="53247"/>
                    <a:pt x="25904" y="53247"/>
                  </a:cubicBezTo>
                  <a:close/>
                  <a:moveTo>
                    <a:pt x="25904" y="15213"/>
                  </a:moveTo>
                  <a:cubicBezTo>
                    <a:pt x="19841" y="15214"/>
                    <a:pt x="14926" y="20266"/>
                    <a:pt x="14926" y="26497"/>
                  </a:cubicBezTo>
                  <a:cubicBezTo>
                    <a:pt x="14927" y="32729"/>
                    <a:pt x="19842" y="37780"/>
                    <a:pt x="25905" y="37780"/>
                  </a:cubicBezTo>
                  <a:cubicBezTo>
                    <a:pt x="31968" y="37779"/>
                    <a:pt x="36883" y="32727"/>
                    <a:pt x="36883" y="26496"/>
                  </a:cubicBezTo>
                  <a:cubicBezTo>
                    <a:pt x="36883" y="26454"/>
                    <a:pt x="36883" y="26412"/>
                    <a:pt x="36882" y="26370"/>
                  </a:cubicBezTo>
                  <a:cubicBezTo>
                    <a:pt x="36682" y="20287"/>
                    <a:pt x="31825" y="15463"/>
                    <a:pt x="25904" y="1546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</p:spTree>
    <p:extLst>
      <p:ext uri="{BB962C8B-B14F-4D97-AF65-F5344CB8AC3E}">
        <p14:creationId xmlns:p14="http://schemas.microsoft.com/office/powerpoint/2010/main" val="141479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71144FA-C258-1A41-94E8-4F13BA740D3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C24945F-50D1-3F4B-832C-A5E9B9C28C8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4DD94EE-3FD1-7145-8F18-DD88A73163C3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1E284F58-65AA-6F48-8632-5A066E213A6E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3B15F91D-76F1-C649-A08F-07FBC03B5B76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7E5FCC25-0283-5D4C-B654-B927FC4F57A1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D32F8F44-4D5E-B44C-9397-E634EBE4C883}"/>
              </a:ext>
            </a:extLst>
          </p:cNvPr>
          <p:cNvGrpSpPr/>
          <p:nvPr/>
        </p:nvGrpSpPr>
        <p:grpSpPr>
          <a:xfrm>
            <a:off x="3912791" y="1525644"/>
            <a:ext cx="4366419" cy="4744825"/>
            <a:chOff x="3912791" y="1522695"/>
            <a:chExt cx="4366419" cy="4744825"/>
          </a:xfrm>
        </p:grpSpPr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ED4135DA-679E-6D44-97FE-4B2F27DDEE80}"/>
                </a:ext>
              </a:extLst>
            </p:cNvPr>
            <p:cNvGrpSpPr/>
            <p:nvPr/>
          </p:nvGrpSpPr>
          <p:grpSpPr>
            <a:xfrm>
              <a:off x="3912791" y="1759596"/>
              <a:ext cx="4366419" cy="4366419"/>
              <a:chOff x="8489146" y="1759596"/>
              <a:chExt cx="4366419" cy="4366419"/>
            </a:xfrm>
          </p:grpSpPr>
          <p:sp>
            <p:nvSpPr>
              <p:cNvPr id="18" name="Freeform 6">
                <a:extLst>
                  <a:ext uri="{FF2B5EF4-FFF2-40B4-BE49-F238E27FC236}">
                    <a16:creationId xmlns:a16="http://schemas.microsoft.com/office/drawing/2014/main" id="{62B4FB5C-6523-3446-867D-8970EA8F1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9271" y="1759596"/>
                <a:ext cx="1737519" cy="1494632"/>
              </a:xfrm>
              <a:custGeom>
                <a:avLst/>
                <a:gdLst>
                  <a:gd name="T0" fmla="*/ 87 w 150"/>
                  <a:gd name="T1" fmla="*/ 125 h 129"/>
                  <a:gd name="T2" fmla="*/ 146 w 150"/>
                  <a:gd name="T3" fmla="*/ 91 h 129"/>
                  <a:gd name="T4" fmla="*/ 148 w 150"/>
                  <a:gd name="T5" fmla="*/ 82 h 129"/>
                  <a:gd name="T6" fmla="*/ 6 w 150"/>
                  <a:gd name="T7" fmla="*/ 1 h 129"/>
                  <a:gd name="T8" fmla="*/ 0 w 150"/>
                  <a:gd name="T9" fmla="*/ 7 h 129"/>
                  <a:gd name="T10" fmla="*/ 0 w 150"/>
                  <a:gd name="T11" fmla="*/ 75 h 129"/>
                  <a:gd name="T12" fmla="*/ 14 w 150"/>
                  <a:gd name="T13" fmla="*/ 92 h 129"/>
                  <a:gd name="T14" fmla="*/ 65 w 150"/>
                  <a:gd name="T15" fmla="*/ 122 h 129"/>
                  <a:gd name="T16" fmla="*/ 87 w 150"/>
                  <a:gd name="T17" fmla="*/ 12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0" h="129">
                    <a:moveTo>
                      <a:pt x="87" y="125"/>
                    </a:moveTo>
                    <a:cubicBezTo>
                      <a:pt x="146" y="91"/>
                      <a:pt x="146" y="91"/>
                      <a:pt x="146" y="91"/>
                    </a:cubicBezTo>
                    <a:cubicBezTo>
                      <a:pt x="149" y="89"/>
                      <a:pt x="150" y="85"/>
                      <a:pt x="148" y="82"/>
                    </a:cubicBezTo>
                    <a:cubicBezTo>
                      <a:pt x="116" y="36"/>
                      <a:pt x="65" y="5"/>
                      <a:pt x="6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83"/>
                      <a:pt x="5" y="90"/>
                      <a:pt x="14" y="92"/>
                    </a:cubicBezTo>
                    <a:cubicBezTo>
                      <a:pt x="34" y="97"/>
                      <a:pt x="51" y="107"/>
                      <a:pt x="65" y="122"/>
                    </a:cubicBezTo>
                    <a:cubicBezTo>
                      <a:pt x="70" y="128"/>
                      <a:pt x="80" y="129"/>
                      <a:pt x="87" y="1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19" name="Freeform 7">
                <a:extLst>
                  <a:ext uri="{FF2B5EF4-FFF2-40B4-BE49-F238E27FC236}">
                    <a16:creationId xmlns:a16="http://schemas.microsoft.com/office/drawing/2014/main" id="{E157E2B2-EAFE-E044-880D-5E2345847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9271" y="4632177"/>
                <a:ext cx="1737519" cy="1493838"/>
              </a:xfrm>
              <a:custGeom>
                <a:avLst/>
                <a:gdLst>
                  <a:gd name="T0" fmla="*/ 0 w 150"/>
                  <a:gd name="T1" fmla="*/ 54 h 129"/>
                  <a:gd name="T2" fmla="*/ 0 w 150"/>
                  <a:gd name="T3" fmla="*/ 122 h 129"/>
                  <a:gd name="T4" fmla="*/ 6 w 150"/>
                  <a:gd name="T5" fmla="*/ 128 h 129"/>
                  <a:gd name="T6" fmla="*/ 148 w 150"/>
                  <a:gd name="T7" fmla="*/ 47 h 129"/>
                  <a:gd name="T8" fmla="*/ 146 w 150"/>
                  <a:gd name="T9" fmla="*/ 38 h 129"/>
                  <a:gd name="T10" fmla="*/ 87 w 150"/>
                  <a:gd name="T11" fmla="*/ 4 h 129"/>
                  <a:gd name="T12" fmla="*/ 65 w 150"/>
                  <a:gd name="T13" fmla="*/ 7 h 129"/>
                  <a:gd name="T14" fmla="*/ 14 w 150"/>
                  <a:gd name="T15" fmla="*/ 37 h 129"/>
                  <a:gd name="T16" fmla="*/ 0 w 150"/>
                  <a:gd name="T17" fmla="*/ 5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0" h="129">
                    <a:moveTo>
                      <a:pt x="0" y="54"/>
                    </a:move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6"/>
                      <a:pt x="3" y="129"/>
                      <a:pt x="6" y="128"/>
                    </a:cubicBezTo>
                    <a:cubicBezTo>
                      <a:pt x="65" y="124"/>
                      <a:pt x="116" y="93"/>
                      <a:pt x="148" y="47"/>
                    </a:cubicBezTo>
                    <a:cubicBezTo>
                      <a:pt x="150" y="44"/>
                      <a:pt x="149" y="40"/>
                      <a:pt x="146" y="38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0" y="0"/>
                      <a:pt x="70" y="1"/>
                      <a:pt x="65" y="7"/>
                    </a:cubicBezTo>
                    <a:cubicBezTo>
                      <a:pt x="51" y="22"/>
                      <a:pt x="34" y="33"/>
                      <a:pt x="14" y="37"/>
                    </a:cubicBezTo>
                    <a:cubicBezTo>
                      <a:pt x="5" y="39"/>
                      <a:pt x="0" y="46"/>
                      <a:pt x="0" y="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3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0" name="Freeform 8">
                <a:extLst>
                  <a:ext uri="{FF2B5EF4-FFF2-40B4-BE49-F238E27FC236}">
                    <a16:creationId xmlns:a16="http://schemas.microsoft.com/office/drawing/2014/main" id="{A34A5AE9-2558-3242-936A-4C370865A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146" y="2941490"/>
                <a:ext cx="1112044" cy="2003425"/>
              </a:xfrm>
              <a:custGeom>
                <a:avLst/>
                <a:gdLst>
                  <a:gd name="T0" fmla="*/ 89 w 96"/>
                  <a:gd name="T1" fmla="*/ 87 h 173"/>
                  <a:gd name="T2" fmla="*/ 94 w 96"/>
                  <a:gd name="T3" fmla="*/ 57 h 173"/>
                  <a:gd name="T4" fmla="*/ 86 w 96"/>
                  <a:gd name="T5" fmla="*/ 36 h 173"/>
                  <a:gd name="T6" fmla="*/ 27 w 96"/>
                  <a:gd name="T7" fmla="*/ 2 h 173"/>
                  <a:gd name="T8" fmla="*/ 18 w 96"/>
                  <a:gd name="T9" fmla="*/ 5 h 173"/>
                  <a:gd name="T10" fmla="*/ 0 w 96"/>
                  <a:gd name="T11" fmla="*/ 87 h 173"/>
                  <a:gd name="T12" fmla="*/ 18 w 96"/>
                  <a:gd name="T13" fmla="*/ 168 h 173"/>
                  <a:gd name="T14" fmla="*/ 27 w 96"/>
                  <a:gd name="T15" fmla="*/ 171 h 173"/>
                  <a:gd name="T16" fmla="*/ 86 w 96"/>
                  <a:gd name="T17" fmla="*/ 137 h 173"/>
                  <a:gd name="T18" fmla="*/ 94 w 96"/>
                  <a:gd name="T19" fmla="*/ 116 h 173"/>
                  <a:gd name="T20" fmla="*/ 89 w 96"/>
                  <a:gd name="T21" fmla="*/ 8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6" h="173">
                    <a:moveTo>
                      <a:pt x="89" y="87"/>
                    </a:moveTo>
                    <a:cubicBezTo>
                      <a:pt x="89" y="76"/>
                      <a:pt x="91" y="66"/>
                      <a:pt x="94" y="57"/>
                    </a:cubicBezTo>
                    <a:cubicBezTo>
                      <a:pt x="96" y="49"/>
                      <a:pt x="93" y="40"/>
                      <a:pt x="86" y="36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4" y="0"/>
                      <a:pt x="20" y="2"/>
                      <a:pt x="18" y="5"/>
                    </a:cubicBezTo>
                    <a:cubicBezTo>
                      <a:pt x="6" y="30"/>
                      <a:pt x="0" y="57"/>
                      <a:pt x="0" y="87"/>
                    </a:cubicBezTo>
                    <a:cubicBezTo>
                      <a:pt x="0" y="116"/>
                      <a:pt x="6" y="143"/>
                      <a:pt x="18" y="168"/>
                    </a:cubicBezTo>
                    <a:cubicBezTo>
                      <a:pt x="20" y="171"/>
                      <a:pt x="24" y="173"/>
                      <a:pt x="27" y="171"/>
                    </a:cubicBezTo>
                    <a:cubicBezTo>
                      <a:pt x="86" y="137"/>
                      <a:pt x="86" y="137"/>
                      <a:pt x="86" y="137"/>
                    </a:cubicBezTo>
                    <a:cubicBezTo>
                      <a:pt x="93" y="133"/>
                      <a:pt x="96" y="124"/>
                      <a:pt x="94" y="116"/>
                    </a:cubicBezTo>
                    <a:cubicBezTo>
                      <a:pt x="91" y="107"/>
                      <a:pt x="89" y="97"/>
                      <a:pt x="89" y="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5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1" name="Freeform 9">
                <a:extLst>
                  <a:ext uri="{FF2B5EF4-FFF2-40B4-BE49-F238E27FC236}">
                    <a16:creationId xmlns:a16="http://schemas.microsoft.com/office/drawing/2014/main" id="{2108940B-3E2C-B941-9379-4E9914EB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6809" y="4632177"/>
                <a:ext cx="1748631" cy="1493838"/>
              </a:xfrm>
              <a:custGeom>
                <a:avLst/>
                <a:gdLst>
                  <a:gd name="T0" fmla="*/ 63 w 151"/>
                  <a:gd name="T1" fmla="*/ 4 h 129"/>
                  <a:gd name="T2" fmla="*/ 5 w 151"/>
                  <a:gd name="T3" fmla="*/ 38 h 129"/>
                  <a:gd name="T4" fmla="*/ 3 w 151"/>
                  <a:gd name="T5" fmla="*/ 47 h 129"/>
                  <a:gd name="T6" fmla="*/ 144 w 151"/>
                  <a:gd name="T7" fmla="*/ 128 h 129"/>
                  <a:gd name="T8" fmla="*/ 151 w 151"/>
                  <a:gd name="T9" fmla="*/ 122 h 129"/>
                  <a:gd name="T10" fmla="*/ 151 w 151"/>
                  <a:gd name="T11" fmla="*/ 54 h 129"/>
                  <a:gd name="T12" fmla="*/ 137 w 151"/>
                  <a:gd name="T13" fmla="*/ 37 h 129"/>
                  <a:gd name="T14" fmla="*/ 85 w 151"/>
                  <a:gd name="T15" fmla="*/ 7 h 129"/>
                  <a:gd name="T16" fmla="*/ 63 w 151"/>
                  <a:gd name="T17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129">
                    <a:moveTo>
                      <a:pt x="63" y="4"/>
                    </a:moveTo>
                    <a:cubicBezTo>
                      <a:pt x="5" y="38"/>
                      <a:pt x="5" y="38"/>
                      <a:pt x="5" y="38"/>
                    </a:cubicBezTo>
                    <a:cubicBezTo>
                      <a:pt x="1" y="40"/>
                      <a:pt x="0" y="44"/>
                      <a:pt x="3" y="47"/>
                    </a:cubicBezTo>
                    <a:cubicBezTo>
                      <a:pt x="34" y="93"/>
                      <a:pt x="85" y="124"/>
                      <a:pt x="144" y="128"/>
                    </a:cubicBezTo>
                    <a:cubicBezTo>
                      <a:pt x="147" y="129"/>
                      <a:pt x="151" y="126"/>
                      <a:pt x="151" y="122"/>
                    </a:cubicBezTo>
                    <a:cubicBezTo>
                      <a:pt x="151" y="54"/>
                      <a:pt x="151" y="54"/>
                      <a:pt x="151" y="54"/>
                    </a:cubicBezTo>
                    <a:cubicBezTo>
                      <a:pt x="151" y="46"/>
                      <a:pt x="145" y="39"/>
                      <a:pt x="137" y="37"/>
                    </a:cubicBezTo>
                    <a:cubicBezTo>
                      <a:pt x="117" y="33"/>
                      <a:pt x="99" y="22"/>
                      <a:pt x="85" y="7"/>
                    </a:cubicBezTo>
                    <a:cubicBezTo>
                      <a:pt x="80" y="1"/>
                      <a:pt x="71" y="0"/>
                      <a:pt x="63" y="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2" name="Freeform 10">
                <a:extLst>
                  <a:ext uri="{FF2B5EF4-FFF2-40B4-BE49-F238E27FC236}">
                    <a16:creationId xmlns:a16="http://schemas.microsoft.com/office/drawing/2014/main" id="{A83DFABF-01A7-0C4E-8F3E-23CAC2E91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2409" y="2941490"/>
                <a:ext cx="1123156" cy="2003425"/>
              </a:xfrm>
              <a:custGeom>
                <a:avLst/>
                <a:gdLst>
                  <a:gd name="T0" fmla="*/ 7 w 97"/>
                  <a:gd name="T1" fmla="*/ 87 h 173"/>
                  <a:gd name="T2" fmla="*/ 2 w 97"/>
                  <a:gd name="T3" fmla="*/ 116 h 173"/>
                  <a:gd name="T4" fmla="*/ 10 w 97"/>
                  <a:gd name="T5" fmla="*/ 137 h 173"/>
                  <a:gd name="T6" fmla="*/ 69 w 97"/>
                  <a:gd name="T7" fmla="*/ 171 h 173"/>
                  <a:gd name="T8" fmla="*/ 78 w 97"/>
                  <a:gd name="T9" fmla="*/ 168 h 173"/>
                  <a:gd name="T10" fmla="*/ 97 w 97"/>
                  <a:gd name="T11" fmla="*/ 87 h 173"/>
                  <a:gd name="T12" fmla="*/ 78 w 97"/>
                  <a:gd name="T13" fmla="*/ 5 h 173"/>
                  <a:gd name="T14" fmla="*/ 69 w 97"/>
                  <a:gd name="T15" fmla="*/ 2 h 173"/>
                  <a:gd name="T16" fmla="*/ 10 w 97"/>
                  <a:gd name="T17" fmla="*/ 36 h 173"/>
                  <a:gd name="T18" fmla="*/ 2 w 97"/>
                  <a:gd name="T19" fmla="*/ 57 h 173"/>
                  <a:gd name="T20" fmla="*/ 7 w 97"/>
                  <a:gd name="T21" fmla="*/ 8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7" h="173">
                    <a:moveTo>
                      <a:pt x="7" y="87"/>
                    </a:moveTo>
                    <a:cubicBezTo>
                      <a:pt x="7" y="97"/>
                      <a:pt x="5" y="107"/>
                      <a:pt x="2" y="116"/>
                    </a:cubicBezTo>
                    <a:cubicBezTo>
                      <a:pt x="0" y="124"/>
                      <a:pt x="3" y="133"/>
                      <a:pt x="10" y="137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72" y="173"/>
                      <a:pt x="76" y="171"/>
                      <a:pt x="78" y="168"/>
                    </a:cubicBezTo>
                    <a:cubicBezTo>
                      <a:pt x="90" y="143"/>
                      <a:pt x="97" y="116"/>
                      <a:pt x="97" y="87"/>
                    </a:cubicBezTo>
                    <a:cubicBezTo>
                      <a:pt x="97" y="57"/>
                      <a:pt x="90" y="30"/>
                      <a:pt x="78" y="5"/>
                    </a:cubicBezTo>
                    <a:cubicBezTo>
                      <a:pt x="76" y="2"/>
                      <a:pt x="72" y="0"/>
                      <a:pt x="69" y="2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3" y="40"/>
                      <a:pt x="0" y="49"/>
                      <a:pt x="2" y="57"/>
                    </a:cubicBezTo>
                    <a:cubicBezTo>
                      <a:pt x="5" y="66"/>
                      <a:pt x="7" y="76"/>
                      <a:pt x="7" y="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2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3" name="Freeform 11">
                <a:extLst>
                  <a:ext uri="{FF2B5EF4-FFF2-40B4-BE49-F238E27FC236}">
                    <a16:creationId xmlns:a16="http://schemas.microsoft.com/office/drawing/2014/main" id="{03273289-F2D4-F240-ABC3-D8470C7F3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6809" y="1759596"/>
                <a:ext cx="1748631" cy="1494632"/>
              </a:xfrm>
              <a:custGeom>
                <a:avLst/>
                <a:gdLst>
                  <a:gd name="T0" fmla="*/ 151 w 151"/>
                  <a:gd name="T1" fmla="*/ 75 h 129"/>
                  <a:gd name="T2" fmla="*/ 151 w 151"/>
                  <a:gd name="T3" fmla="*/ 7 h 129"/>
                  <a:gd name="T4" fmla="*/ 144 w 151"/>
                  <a:gd name="T5" fmla="*/ 1 h 129"/>
                  <a:gd name="T6" fmla="*/ 3 w 151"/>
                  <a:gd name="T7" fmla="*/ 82 h 129"/>
                  <a:gd name="T8" fmla="*/ 5 w 151"/>
                  <a:gd name="T9" fmla="*/ 91 h 129"/>
                  <a:gd name="T10" fmla="*/ 63 w 151"/>
                  <a:gd name="T11" fmla="*/ 125 h 129"/>
                  <a:gd name="T12" fmla="*/ 85 w 151"/>
                  <a:gd name="T13" fmla="*/ 122 h 129"/>
                  <a:gd name="T14" fmla="*/ 137 w 151"/>
                  <a:gd name="T15" fmla="*/ 92 h 129"/>
                  <a:gd name="T16" fmla="*/ 151 w 151"/>
                  <a:gd name="T17" fmla="*/ 7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129">
                    <a:moveTo>
                      <a:pt x="151" y="75"/>
                    </a:moveTo>
                    <a:cubicBezTo>
                      <a:pt x="151" y="7"/>
                      <a:pt x="151" y="7"/>
                      <a:pt x="151" y="7"/>
                    </a:cubicBezTo>
                    <a:cubicBezTo>
                      <a:pt x="151" y="3"/>
                      <a:pt x="147" y="0"/>
                      <a:pt x="144" y="1"/>
                    </a:cubicBezTo>
                    <a:cubicBezTo>
                      <a:pt x="85" y="5"/>
                      <a:pt x="34" y="36"/>
                      <a:pt x="3" y="82"/>
                    </a:cubicBezTo>
                    <a:cubicBezTo>
                      <a:pt x="0" y="85"/>
                      <a:pt x="1" y="89"/>
                      <a:pt x="5" y="91"/>
                    </a:cubicBezTo>
                    <a:cubicBezTo>
                      <a:pt x="63" y="125"/>
                      <a:pt x="63" y="125"/>
                      <a:pt x="63" y="125"/>
                    </a:cubicBezTo>
                    <a:cubicBezTo>
                      <a:pt x="71" y="129"/>
                      <a:pt x="80" y="128"/>
                      <a:pt x="85" y="122"/>
                    </a:cubicBezTo>
                    <a:cubicBezTo>
                      <a:pt x="99" y="107"/>
                      <a:pt x="117" y="97"/>
                      <a:pt x="137" y="92"/>
                    </a:cubicBezTo>
                    <a:cubicBezTo>
                      <a:pt x="145" y="90"/>
                      <a:pt x="151" y="83"/>
                      <a:pt x="151" y="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6"/>
                  </a:gs>
                  <a:gs pos="100000">
                    <a:schemeClr val="accent6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5" name="Freeform 6">
                <a:extLst>
                  <a:ext uri="{FF2B5EF4-FFF2-40B4-BE49-F238E27FC236}">
                    <a16:creationId xmlns:a16="http://schemas.microsoft.com/office/drawing/2014/main" id="{616F9F46-ADBA-064F-B813-04E1A2FD40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910047" y="1889296"/>
                <a:ext cx="1435966" cy="1235233"/>
              </a:xfrm>
              <a:custGeom>
                <a:avLst/>
                <a:gdLst>
                  <a:gd name="T0" fmla="*/ 87 w 150"/>
                  <a:gd name="T1" fmla="*/ 125 h 129"/>
                  <a:gd name="T2" fmla="*/ 146 w 150"/>
                  <a:gd name="T3" fmla="*/ 91 h 129"/>
                  <a:gd name="T4" fmla="*/ 148 w 150"/>
                  <a:gd name="T5" fmla="*/ 82 h 129"/>
                  <a:gd name="T6" fmla="*/ 6 w 150"/>
                  <a:gd name="T7" fmla="*/ 1 h 129"/>
                  <a:gd name="T8" fmla="*/ 0 w 150"/>
                  <a:gd name="T9" fmla="*/ 7 h 129"/>
                  <a:gd name="T10" fmla="*/ 0 w 150"/>
                  <a:gd name="T11" fmla="*/ 75 h 129"/>
                  <a:gd name="T12" fmla="*/ 14 w 150"/>
                  <a:gd name="T13" fmla="*/ 92 h 129"/>
                  <a:gd name="T14" fmla="*/ 65 w 150"/>
                  <a:gd name="T15" fmla="*/ 122 h 129"/>
                  <a:gd name="T16" fmla="*/ 87 w 150"/>
                  <a:gd name="T17" fmla="*/ 12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0" h="129">
                    <a:moveTo>
                      <a:pt x="87" y="125"/>
                    </a:moveTo>
                    <a:cubicBezTo>
                      <a:pt x="146" y="91"/>
                      <a:pt x="146" y="91"/>
                      <a:pt x="146" y="91"/>
                    </a:cubicBezTo>
                    <a:cubicBezTo>
                      <a:pt x="149" y="89"/>
                      <a:pt x="150" y="85"/>
                      <a:pt x="148" y="82"/>
                    </a:cubicBezTo>
                    <a:cubicBezTo>
                      <a:pt x="116" y="36"/>
                      <a:pt x="65" y="5"/>
                      <a:pt x="6" y="1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83"/>
                      <a:pt x="5" y="90"/>
                      <a:pt x="14" y="92"/>
                    </a:cubicBezTo>
                    <a:cubicBezTo>
                      <a:pt x="34" y="97"/>
                      <a:pt x="51" y="107"/>
                      <a:pt x="65" y="122"/>
                    </a:cubicBezTo>
                    <a:cubicBezTo>
                      <a:pt x="70" y="128"/>
                      <a:pt x="80" y="129"/>
                      <a:pt x="87" y="1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127000" sx="106000" sy="106000" algn="ctr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6" name="Freeform 7">
                <a:extLst>
                  <a:ext uri="{FF2B5EF4-FFF2-40B4-BE49-F238E27FC236}">
                    <a16:creationId xmlns:a16="http://schemas.microsoft.com/office/drawing/2014/main" id="{47D53A10-0EF2-2147-931A-A5E83A2562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910047" y="4761808"/>
                <a:ext cx="1435966" cy="1234577"/>
              </a:xfrm>
              <a:custGeom>
                <a:avLst/>
                <a:gdLst>
                  <a:gd name="T0" fmla="*/ 0 w 150"/>
                  <a:gd name="T1" fmla="*/ 54 h 129"/>
                  <a:gd name="T2" fmla="*/ 0 w 150"/>
                  <a:gd name="T3" fmla="*/ 122 h 129"/>
                  <a:gd name="T4" fmla="*/ 6 w 150"/>
                  <a:gd name="T5" fmla="*/ 128 h 129"/>
                  <a:gd name="T6" fmla="*/ 148 w 150"/>
                  <a:gd name="T7" fmla="*/ 47 h 129"/>
                  <a:gd name="T8" fmla="*/ 146 w 150"/>
                  <a:gd name="T9" fmla="*/ 38 h 129"/>
                  <a:gd name="T10" fmla="*/ 87 w 150"/>
                  <a:gd name="T11" fmla="*/ 4 h 129"/>
                  <a:gd name="T12" fmla="*/ 65 w 150"/>
                  <a:gd name="T13" fmla="*/ 7 h 129"/>
                  <a:gd name="T14" fmla="*/ 14 w 150"/>
                  <a:gd name="T15" fmla="*/ 37 h 129"/>
                  <a:gd name="T16" fmla="*/ 0 w 150"/>
                  <a:gd name="T17" fmla="*/ 5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0" h="129">
                    <a:moveTo>
                      <a:pt x="0" y="54"/>
                    </a:move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6"/>
                      <a:pt x="3" y="129"/>
                      <a:pt x="6" y="128"/>
                    </a:cubicBezTo>
                    <a:cubicBezTo>
                      <a:pt x="65" y="124"/>
                      <a:pt x="116" y="93"/>
                      <a:pt x="148" y="47"/>
                    </a:cubicBezTo>
                    <a:cubicBezTo>
                      <a:pt x="150" y="44"/>
                      <a:pt x="149" y="40"/>
                      <a:pt x="146" y="38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0" y="0"/>
                      <a:pt x="70" y="1"/>
                      <a:pt x="65" y="7"/>
                    </a:cubicBezTo>
                    <a:cubicBezTo>
                      <a:pt x="51" y="22"/>
                      <a:pt x="34" y="33"/>
                      <a:pt x="14" y="37"/>
                    </a:cubicBezTo>
                    <a:cubicBezTo>
                      <a:pt x="5" y="39"/>
                      <a:pt x="0" y="46"/>
                      <a:pt x="0" y="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3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127000" sx="106000" sy="106000" algn="ctr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7" name="Freeform 8">
                <a:extLst>
                  <a:ext uri="{FF2B5EF4-FFF2-40B4-BE49-F238E27FC236}">
                    <a16:creationId xmlns:a16="http://schemas.microsoft.com/office/drawing/2014/main" id="{5F218775-468D-F442-AF07-6D52DDFB24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85646" y="3115341"/>
                <a:ext cx="919045" cy="1655723"/>
              </a:xfrm>
              <a:custGeom>
                <a:avLst/>
                <a:gdLst>
                  <a:gd name="T0" fmla="*/ 89 w 96"/>
                  <a:gd name="T1" fmla="*/ 87 h 173"/>
                  <a:gd name="T2" fmla="*/ 94 w 96"/>
                  <a:gd name="T3" fmla="*/ 57 h 173"/>
                  <a:gd name="T4" fmla="*/ 86 w 96"/>
                  <a:gd name="T5" fmla="*/ 36 h 173"/>
                  <a:gd name="T6" fmla="*/ 27 w 96"/>
                  <a:gd name="T7" fmla="*/ 2 h 173"/>
                  <a:gd name="T8" fmla="*/ 18 w 96"/>
                  <a:gd name="T9" fmla="*/ 5 h 173"/>
                  <a:gd name="T10" fmla="*/ 0 w 96"/>
                  <a:gd name="T11" fmla="*/ 87 h 173"/>
                  <a:gd name="T12" fmla="*/ 18 w 96"/>
                  <a:gd name="T13" fmla="*/ 168 h 173"/>
                  <a:gd name="T14" fmla="*/ 27 w 96"/>
                  <a:gd name="T15" fmla="*/ 171 h 173"/>
                  <a:gd name="T16" fmla="*/ 86 w 96"/>
                  <a:gd name="T17" fmla="*/ 137 h 173"/>
                  <a:gd name="T18" fmla="*/ 94 w 96"/>
                  <a:gd name="T19" fmla="*/ 116 h 173"/>
                  <a:gd name="T20" fmla="*/ 89 w 96"/>
                  <a:gd name="T21" fmla="*/ 8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6" h="173">
                    <a:moveTo>
                      <a:pt x="89" y="87"/>
                    </a:moveTo>
                    <a:cubicBezTo>
                      <a:pt x="89" y="76"/>
                      <a:pt x="91" y="66"/>
                      <a:pt x="94" y="57"/>
                    </a:cubicBezTo>
                    <a:cubicBezTo>
                      <a:pt x="96" y="49"/>
                      <a:pt x="93" y="40"/>
                      <a:pt x="86" y="36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4" y="0"/>
                      <a:pt x="20" y="2"/>
                      <a:pt x="18" y="5"/>
                    </a:cubicBezTo>
                    <a:cubicBezTo>
                      <a:pt x="6" y="30"/>
                      <a:pt x="0" y="57"/>
                      <a:pt x="0" y="87"/>
                    </a:cubicBezTo>
                    <a:cubicBezTo>
                      <a:pt x="0" y="116"/>
                      <a:pt x="6" y="143"/>
                      <a:pt x="18" y="168"/>
                    </a:cubicBezTo>
                    <a:cubicBezTo>
                      <a:pt x="20" y="171"/>
                      <a:pt x="24" y="173"/>
                      <a:pt x="27" y="171"/>
                    </a:cubicBezTo>
                    <a:cubicBezTo>
                      <a:pt x="86" y="137"/>
                      <a:pt x="86" y="137"/>
                      <a:pt x="86" y="137"/>
                    </a:cubicBezTo>
                    <a:cubicBezTo>
                      <a:pt x="93" y="133"/>
                      <a:pt x="96" y="124"/>
                      <a:pt x="94" y="116"/>
                    </a:cubicBezTo>
                    <a:cubicBezTo>
                      <a:pt x="91" y="107"/>
                      <a:pt x="89" y="97"/>
                      <a:pt x="89" y="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5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127000" sx="106000" sy="106000" algn="ctr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8" name="Freeform 9">
                <a:extLst>
                  <a:ext uri="{FF2B5EF4-FFF2-40B4-BE49-F238E27FC236}">
                    <a16:creationId xmlns:a16="http://schemas.microsoft.com/office/drawing/2014/main" id="{800378A4-8BE9-4148-AF24-00DD1532C8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88549" y="4761808"/>
                <a:ext cx="1445150" cy="1234577"/>
              </a:xfrm>
              <a:custGeom>
                <a:avLst/>
                <a:gdLst>
                  <a:gd name="T0" fmla="*/ 63 w 151"/>
                  <a:gd name="T1" fmla="*/ 4 h 129"/>
                  <a:gd name="T2" fmla="*/ 5 w 151"/>
                  <a:gd name="T3" fmla="*/ 38 h 129"/>
                  <a:gd name="T4" fmla="*/ 3 w 151"/>
                  <a:gd name="T5" fmla="*/ 47 h 129"/>
                  <a:gd name="T6" fmla="*/ 144 w 151"/>
                  <a:gd name="T7" fmla="*/ 128 h 129"/>
                  <a:gd name="T8" fmla="*/ 151 w 151"/>
                  <a:gd name="T9" fmla="*/ 122 h 129"/>
                  <a:gd name="T10" fmla="*/ 151 w 151"/>
                  <a:gd name="T11" fmla="*/ 54 h 129"/>
                  <a:gd name="T12" fmla="*/ 137 w 151"/>
                  <a:gd name="T13" fmla="*/ 37 h 129"/>
                  <a:gd name="T14" fmla="*/ 85 w 151"/>
                  <a:gd name="T15" fmla="*/ 7 h 129"/>
                  <a:gd name="T16" fmla="*/ 63 w 151"/>
                  <a:gd name="T17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129">
                    <a:moveTo>
                      <a:pt x="63" y="4"/>
                    </a:moveTo>
                    <a:cubicBezTo>
                      <a:pt x="5" y="38"/>
                      <a:pt x="5" y="38"/>
                      <a:pt x="5" y="38"/>
                    </a:cubicBezTo>
                    <a:cubicBezTo>
                      <a:pt x="1" y="40"/>
                      <a:pt x="0" y="44"/>
                      <a:pt x="3" y="47"/>
                    </a:cubicBezTo>
                    <a:cubicBezTo>
                      <a:pt x="34" y="93"/>
                      <a:pt x="85" y="124"/>
                      <a:pt x="144" y="128"/>
                    </a:cubicBezTo>
                    <a:cubicBezTo>
                      <a:pt x="147" y="129"/>
                      <a:pt x="151" y="126"/>
                      <a:pt x="151" y="122"/>
                    </a:cubicBezTo>
                    <a:cubicBezTo>
                      <a:pt x="151" y="54"/>
                      <a:pt x="151" y="54"/>
                      <a:pt x="151" y="54"/>
                    </a:cubicBezTo>
                    <a:cubicBezTo>
                      <a:pt x="151" y="46"/>
                      <a:pt x="145" y="39"/>
                      <a:pt x="137" y="37"/>
                    </a:cubicBezTo>
                    <a:cubicBezTo>
                      <a:pt x="117" y="33"/>
                      <a:pt x="99" y="22"/>
                      <a:pt x="85" y="7"/>
                    </a:cubicBezTo>
                    <a:cubicBezTo>
                      <a:pt x="80" y="1"/>
                      <a:pt x="71" y="0"/>
                      <a:pt x="63" y="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127000" sx="106000" sy="106000" algn="ctr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29" name="Freeform 10">
                <a:extLst>
                  <a:ext uri="{FF2B5EF4-FFF2-40B4-BE49-F238E27FC236}">
                    <a16:creationId xmlns:a16="http://schemas.microsoft.com/office/drawing/2014/main" id="{3F43EDAB-7150-244F-A396-09D0C525ED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29873" y="3115341"/>
                <a:ext cx="928228" cy="1655723"/>
              </a:xfrm>
              <a:custGeom>
                <a:avLst/>
                <a:gdLst>
                  <a:gd name="T0" fmla="*/ 7 w 97"/>
                  <a:gd name="T1" fmla="*/ 87 h 173"/>
                  <a:gd name="T2" fmla="*/ 2 w 97"/>
                  <a:gd name="T3" fmla="*/ 116 h 173"/>
                  <a:gd name="T4" fmla="*/ 10 w 97"/>
                  <a:gd name="T5" fmla="*/ 137 h 173"/>
                  <a:gd name="T6" fmla="*/ 69 w 97"/>
                  <a:gd name="T7" fmla="*/ 171 h 173"/>
                  <a:gd name="T8" fmla="*/ 78 w 97"/>
                  <a:gd name="T9" fmla="*/ 168 h 173"/>
                  <a:gd name="T10" fmla="*/ 97 w 97"/>
                  <a:gd name="T11" fmla="*/ 87 h 173"/>
                  <a:gd name="T12" fmla="*/ 78 w 97"/>
                  <a:gd name="T13" fmla="*/ 5 h 173"/>
                  <a:gd name="T14" fmla="*/ 69 w 97"/>
                  <a:gd name="T15" fmla="*/ 2 h 173"/>
                  <a:gd name="T16" fmla="*/ 10 w 97"/>
                  <a:gd name="T17" fmla="*/ 36 h 173"/>
                  <a:gd name="T18" fmla="*/ 2 w 97"/>
                  <a:gd name="T19" fmla="*/ 57 h 173"/>
                  <a:gd name="T20" fmla="*/ 7 w 97"/>
                  <a:gd name="T21" fmla="*/ 8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7" h="173">
                    <a:moveTo>
                      <a:pt x="7" y="87"/>
                    </a:moveTo>
                    <a:cubicBezTo>
                      <a:pt x="7" y="97"/>
                      <a:pt x="5" y="107"/>
                      <a:pt x="2" y="116"/>
                    </a:cubicBezTo>
                    <a:cubicBezTo>
                      <a:pt x="0" y="124"/>
                      <a:pt x="3" y="133"/>
                      <a:pt x="10" y="137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72" y="173"/>
                      <a:pt x="76" y="171"/>
                      <a:pt x="78" y="168"/>
                    </a:cubicBezTo>
                    <a:cubicBezTo>
                      <a:pt x="90" y="143"/>
                      <a:pt x="97" y="116"/>
                      <a:pt x="97" y="87"/>
                    </a:cubicBezTo>
                    <a:cubicBezTo>
                      <a:pt x="97" y="57"/>
                      <a:pt x="90" y="30"/>
                      <a:pt x="78" y="5"/>
                    </a:cubicBezTo>
                    <a:cubicBezTo>
                      <a:pt x="76" y="2"/>
                      <a:pt x="72" y="0"/>
                      <a:pt x="69" y="2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3" y="40"/>
                      <a:pt x="0" y="49"/>
                      <a:pt x="2" y="57"/>
                    </a:cubicBezTo>
                    <a:cubicBezTo>
                      <a:pt x="5" y="66"/>
                      <a:pt x="7" y="76"/>
                      <a:pt x="7" y="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/>
                  </a:gs>
                  <a:gs pos="100000">
                    <a:schemeClr val="accent2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127000" sx="106000" sy="106000" algn="ctr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  <p:sp>
            <p:nvSpPr>
              <p:cNvPr id="30" name="Freeform 11">
                <a:extLst>
                  <a:ext uri="{FF2B5EF4-FFF2-40B4-BE49-F238E27FC236}">
                    <a16:creationId xmlns:a16="http://schemas.microsoft.com/office/drawing/2014/main" id="{0FD7B0D1-2ECC-B547-92DA-CE60873082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88549" y="1889296"/>
                <a:ext cx="1445150" cy="1235233"/>
              </a:xfrm>
              <a:custGeom>
                <a:avLst/>
                <a:gdLst>
                  <a:gd name="T0" fmla="*/ 151 w 151"/>
                  <a:gd name="T1" fmla="*/ 75 h 129"/>
                  <a:gd name="T2" fmla="*/ 151 w 151"/>
                  <a:gd name="T3" fmla="*/ 7 h 129"/>
                  <a:gd name="T4" fmla="*/ 144 w 151"/>
                  <a:gd name="T5" fmla="*/ 1 h 129"/>
                  <a:gd name="T6" fmla="*/ 3 w 151"/>
                  <a:gd name="T7" fmla="*/ 82 h 129"/>
                  <a:gd name="T8" fmla="*/ 5 w 151"/>
                  <a:gd name="T9" fmla="*/ 91 h 129"/>
                  <a:gd name="T10" fmla="*/ 63 w 151"/>
                  <a:gd name="T11" fmla="*/ 125 h 129"/>
                  <a:gd name="T12" fmla="*/ 85 w 151"/>
                  <a:gd name="T13" fmla="*/ 122 h 129"/>
                  <a:gd name="T14" fmla="*/ 137 w 151"/>
                  <a:gd name="T15" fmla="*/ 92 h 129"/>
                  <a:gd name="T16" fmla="*/ 151 w 151"/>
                  <a:gd name="T17" fmla="*/ 7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129">
                    <a:moveTo>
                      <a:pt x="151" y="75"/>
                    </a:moveTo>
                    <a:cubicBezTo>
                      <a:pt x="151" y="7"/>
                      <a:pt x="151" y="7"/>
                      <a:pt x="151" y="7"/>
                    </a:cubicBezTo>
                    <a:cubicBezTo>
                      <a:pt x="151" y="3"/>
                      <a:pt x="147" y="0"/>
                      <a:pt x="144" y="1"/>
                    </a:cubicBezTo>
                    <a:cubicBezTo>
                      <a:pt x="85" y="5"/>
                      <a:pt x="34" y="36"/>
                      <a:pt x="3" y="82"/>
                    </a:cubicBezTo>
                    <a:cubicBezTo>
                      <a:pt x="0" y="85"/>
                      <a:pt x="1" y="89"/>
                      <a:pt x="5" y="91"/>
                    </a:cubicBezTo>
                    <a:cubicBezTo>
                      <a:pt x="63" y="125"/>
                      <a:pt x="63" y="125"/>
                      <a:pt x="63" y="125"/>
                    </a:cubicBezTo>
                    <a:cubicBezTo>
                      <a:pt x="71" y="129"/>
                      <a:pt x="80" y="128"/>
                      <a:pt x="85" y="122"/>
                    </a:cubicBezTo>
                    <a:cubicBezTo>
                      <a:pt x="99" y="107"/>
                      <a:pt x="117" y="97"/>
                      <a:pt x="137" y="92"/>
                    </a:cubicBezTo>
                    <a:cubicBezTo>
                      <a:pt x="145" y="90"/>
                      <a:pt x="151" y="83"/>
                      <a:pt x="151" y="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6"/>
                  </a:gs>
                  <a:gs pos="100000">
                    <a:schemeClr val="accent6">
                      <a:lumMod val="75000"/>
                    </a:schemeClr>
                  </a:gs>
                </a:gsLst>
                <a:lin ang="2700000" scaled="1"/>
              </a:gradFill>
              <a:ln>
                <a:noFill/>
              </a:ln>
              <a:effectLst>
                <a:outerShdw blurRad="127000" sx="106000" sy="106000" algn="ctr" rotWithShape="0">
                  <a:prstClr val="black">
                    <a:alpha val="20000"/>
                  </a:prstClr>
                </a:outerShdw>
              </a:effec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th-TH" sz="1677"/>
              </a:p>
            </p:txBody>
          </p:sp>
        </p:grp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A7E09CEF-897A-4D4F-8642-2C453D536D7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1811" y="2678360"/>
              <a:ext cx="1084136" cy="662794"/>
            </a:xfrm>
            <a:prstGeom prst="line">
              <a:avLst/>
            </a:prstGeom>
            <a:ln w="19050" cap="rnd">
              <a:solidFill>
                <a:schemeClr val="accent5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0AA93DB-25F7-CF48-AAA2-1A85C16254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40896" y="2678360"/>
              <a:ext cx="1084136" cy="662794"/>
            </a:xfrm>
            <a:prstGeom prst="line">
              <a:avLst/>
            </a:prstGeom>
            <a:ln w="19050" cap="rnd">
              <a:solidFill>
                <a:schemeClr val="accent1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26A8B007-5A18-0F4A-9D9B-3723FC734FA0}"/>
                </a:ext>
              </a:extLst>
            </p:cNvPr>
            <p:cNvCxnSpPr>
              <a:cxnSpLocks/>
            </p:cNvCxnSpPr>
            <p:nvPr/>
          </p:nvCxnSpPr>
          <p:spPr>
            <a:xfrm>
              <a:off x="7167167" y="4569298"/>
              <a:ext cx="1084136" cy="662794"/>
            </a:xfrm>
            <a:prstGeom prst="line">
              <a:avLst/>
            </a:prstGeom>
            <a:ln w="19050" cap="rnd">
              <a:solidFill>
                <a:schemeClr val="accent2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D43C73FF-C02E-F647-ACE4-9B89FC0017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926745" y="4559643"/>
              <a:ext cx="1084136" cy="662794"/>
            </a:xfrm>
            <a:prstGeom prst="line">
              <a:avLst/>
            </a:prstGeom>
            <a:ln w="19050" cap="rnd">
              <a:solidFill>
                <a:schemeClr val="accent4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EF976D1F-7E8C-3148-BFF6-E559D00E14CD}"/>
                </a:ext>
              </a:extLst>
            </p:cNvPr>
            <p:cNvCxnSpPr>
              <a:cxnSpLocks/>
            </p:cNvCxnSpPr>
            <p:nvPr/>
          </p:nvCxnSpPr>
          <p:spPr>
            <a:xfrm rot="7320000" flipH="1">
              <a:off x="5554677" y="1733366"/>
              <a:ext cx="1084136" cy="662794"/>
            </a:xfrm>
            <a:prstGeom prst="line">
              <a:avLst/>
            </a:prstGeom>
            <a:ln w="19050" cap="rnd">
              <a:solidFill>
                <a:schemeClr val="accent6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52DE2C3-076E-7A4B-AFBC-410557CF5098}"/>
                </a:ext>
              </a:extLst>
            </p:cNvPr>
            <p:cNvCxnSpPr>
              <a:cxnSpLocks/>
            </p:cNvCxnSpPr>
            <p:nvPr/>
          </p:nvCxnSpPr>
          <p:spPr>
            <a:xfrm rot="14280000" flipH="1" flipV="1">
              <a:off x="5554676" y="5394055"/>
              <a:ext cx="1084136" cy="662794"/>
            </a:xfrm>
            <a:prstGeom prst="line">
              <a:avLst/>
            </a:prstGeom>
            <a:ln w="19050" cap="rnd">
              <a:solidFill>
                <a:schemeClr val="accent3"/>
              </a:solidFill>
              <a:prstDash val="sysDot"/>
              <a:round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BE9D9BF-6DC7-6A47-99BF-722695DE5AFB}"/>
              </a:ext>
            </a:extLst>
          </p:cNvPr>
          <p:cNvGrpSpPr/>
          <p:nvPr/>
        </p:nvGrpSpPr>
        <p:grpSpPr>
          <a:xfrm flipH="1">
            <a:off x="1367811" y="1787002"/>
            <a:ext cx="2783072" cy="723275"/>
            <a:chOff x="7825488" y="1404017"/>
            <a:chExt cx="3368029" cy="723275"/>
          </a:xfrm>
        </p:grpSpPr>
        <p:sp>
          <p:nvSpPr>
            <p:cNvPr id="42" name="Inhaltsplatzhalter 4">
              <a:extLst>
                <a:ext uri="{FF2B5EF4-FFF2-40B4-BE49-F238E27FC236}">
                  <a16:creationId xmlns:a16="http://schemas.microsoft.com/office/drawing/2014/main" id="{953698F6-62FA-D049-B8FF-393597F4BD3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930E4B4-3E48-DE49-B226-B80E793ED08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27D012B-E508-DC46-80B9-CE7F7787D33B}"/>
              </a:ext>
            </a:extLst>
          </p:cNvPr>
          <p:cNvGrpSpPr/>
          <p:nvPr/>
        </p:nvGrpSpPr>
        <p:grpSpPr>
          <a:xfrm>
            <a:off x="8071211" y="1787002"/>
            <a:ext cx="2783072" cy="723275"/>
            <a:chOff x="7825488" y="1404017"/>
            <a:chExt cx="3368029" cy="723275"/>
          </a:xfrm>
        </p:grpSpPr>
        <p:sp>
          <p:nvSpPr>
            <p:cNvPr id="45" name="Inhaltsplatzhalter 4">
              <a:extLst>
                <a:ext uri="{FF2B5EF4-FFF2-40B4-BE49-F238E27FC236}">
                  <a16:creationId xmlns:a16="http://schemas.microsoft.com/office/drawing/2014/main" id="{6EB09E6A-2C74-294E-92D5-58586B34B68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1178670-E821-3A48-A3EF-941E6E9212E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57885A2-7D48-CF44-A201-C66F69B3999A}"/>
              </a:ext>
            </a:extLst>
          </p:cNvPr>
          <p:cNvGrpSpPr/>
          <p:nvPr/>
        </p:nvGrpSpPr>
        <p:grpSpPr>
          <a:xfrm flipH="1">
            <a:off x="1367811" y="5382462"/>
            <a:ext cx="2783072" cy="723275"/>
            <a:chOff x="7825488" y="1404017"/>
            <a:chExt cx="3368029" cy="723275"/>
          </a:xfrm>
        </p:grpSpPr>
        <p:sp>
          <p:nvSpPr>
            <p:cNvPr id="50" name="Inhaltsplatzhalter 4">
              <a:extLst>
                <a:ext uri="{FF2B5EF4-FFF2-40B4-BE49-F238E27FC236}">
                  <a16:creationId xmlns:a16="http://schemas.microsoft.com/office/drawing/2014/main" id="{A6FF7E89-5361-7241-986D-2B6D6262E3F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8DCDC699-721F-0948-BFDB-01E44DD40F3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8DFAA85-677F-7446-8548-2F569E34A2FF}"/>
              </a:ext>
            </a:extLst>
          </p:cNvPr>
          <p:cNvGrpSpPr/>
          <p:nvPr/>
        </p:nvGrpSpPr>
        <p:grpSpPr>
          <a:xfrm>
            <a:off x="8071211" y="5382462"/>
            <a:ext cx="2783072" cy="723275"/>
            <a:chOff x="7825488" y="1404017"/>
            <a:chExt cx="3368029" cy="723275"/>
          </a:xfrm>
        </p:grpSpPr>
        <p:sp>
          <p:nvSpPr>
            <p:cNvPr id="53" name="Inhaltsplatzhalter 4">
              <a:extLst>
                <a:ext uri="{FF2B5EF4-FFF2-40B4-BE49-F238E27FC236}">
                  <a16:creationId xmlns:a16="http://schemas.microsoft.com/office/drawing/2014/main" id="{FEF1DFB6-AEA6-354D-982B-892967C58FD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A4259B21-3BD8-AE4C-A979-CBA9D4F1D70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ACB1F92-F184-6A4C-BAB3-4AFD9EA268A9}"/>
              </a:ext>
            </a:extLst>
          </p:cNvPr>
          <p:cNvGrpSpPr/>
          <p:nvPr/>
        </p:nvGrpSpPr>
        <p:grpSpPr>
          <a:xfrm>
            <a:off x="8527537" y="3592457"/>
            <a:ext cx="2783072" cy="723275"/>
            <a:chOff x="7825488" y="1404017"/>
            <a:chExt cx="3368029" cy="723275"/>
          </a:xfrm>
        </p:grpSpPr>
        <p:sp>
          <p:nvSpPr>
            <p:cNvPr id="56" name="Inhaltsplatzhalter 4">
              <a:extLst>
                <a:ext uri="{FF2B5EF4-FFF2-40B4-BE49-F238E27FC236}">
                  <a16:creationId xmlns:a16="http://schemas.microsoft.com/office/drawing/2014/main" id="{0CBD988A-8980-3E48-A47A-BB27610F42F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EA6898EF-38A3-8D45-AA0F-18173BD182D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295F391-1DB9-0B47-9403-20DBF3F7070C}"/>
              </a:ext>
            </a:extLst>
          </p:cNvPr>
          <p:cNvGrpSpPr/>
          <p:nvPr/>
        </p:nvGrpSpPr>
        <p:grpSpPr>
          <a:xfrm flipH="1">
            <a:off x="881391" y="3592457"/>
            <a:ext cx="2783072" cy="723275"/>
            <a:chOff x="7825488" y="1404017"/>
            <a:chExt cx="3368029" cy="723275"/>
          </a:xfrm>
        </p:grpSpPr>
        <p:sp>
          <p:nvSpPr>
            <p:cNvPr id="59" name="Inhaltsplatzhalter 4">
              <a:extLst>
                <a:ext uri="{FF2B5EF4-FFF2-40B4-BE49-F238E27FC236}">
                  <a16:creationId xmlns:a16="http://schemas.microsoft.com/office/drawing/2014/main" id="{E3E4F0EA-F787-6846-8224-6C1D142CAD0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2CB375F8-3C8E-6E4B-B2B3-D86DC657386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Graphic 61">
            <a:extLst>
              <a:ext uri="{FF2B5EF4-FFF2-40B4-BE49-F238E27FC236}">
                <a16:creationId xmlns:a16="http://schemas.microsoft.com/office/drawing/2014/main" id="{005AF909-E956-B942-8306-CD252DA79217}"/>
              </a:ext>
            </a:extLst>
          </p:cNvPr>
          <p:cNvGrpSpPr>
            <a:grpSpLocks noChangeAspect="1"/>
          </p:cNvGrpSpPr>
          <p:nvPr/>
        </p:nvGrpSpPr>
        <p:grpSpPr>
          <a:xfrm>
            <a:off x="5108664" y="5168711"/>
            <a:ext cx="296519" cy="381900"/>
            <a:chOff x="5137608" y="2301710"/>
            <a:chExt cx="296519" cy="381900"/>
          </a:xfrm>
          <a:solidFill>
            <a:srgbClr val="FFFFFF"/>
          </a:solidFill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F6EE447F-C65B-EA45-80CE-382495938426}"/>
                </a:ext>
              </a:extLst>
            </p:cNvPr>
            <p:cNvSpPr/>
            <p:nvPr/>
          </p:nvSpPr>
          <p:spPr>
            <a:xfrm>
              <a:off x="5137655" y="2476694"/>
              <a:ext cx="295904" cy="206913"/>
            </a:xfrm>
            <a:custGeom>
              <a:avLst/>
              <a:gdLst>
                <a:gd name="connsiteX0" fmla="*/ 289166 w 295904"/>
                <a:gd name="connsiteY0" fmla="*/ 206914 h 206913"/>
                <a:gd name="connsiteX1" fmla="*/ 6850 w 295904"/>
                <a:gd name="connsiteY1" fmla="*/ 206914 h 206913"/>
                <a:gd name="connsiteX2" fmla="*/ 0 w 295904"/>
                <a:gd name="connsiteY2" fmla="*/ 200021 h 206913"/>
                <a:gd name="connsiteX3" fmla="*/ 0 w 295904"/>
                <a:gd name="connsiteY3" fmla="*/ 6013 h 206913"/>
                <a:gd name="connsiteX4" fmla="*/ 7669 w 295904"/>
                <a:gd name="connsiteY4" fmla="*/ 57 h 206913"/>
                <a:gd name="connsiteX5" fmla="*/ 13588 w 295904"/>
                <a:gd name="connsiteY5" fmla="*/ 6013 h 206913"/>
                <a:gd name="connsiteX6" fmla="*/ 13588 w 295904"/>
                <a:gd name="connsiteY6" fmla="*/ 193242 h 206913"/>
                <a:gd name="connsiteX7" fmla="*/ 282315 w 295904"/>
                <a:gd name="connsiteY7" fmla="*/ 193242 h 206913"/>
                <a:gd name="connsiteX8" fmla="*/ 282315 w 295904"/>
                <a:gd name="connsiteY8" fmla="*/ 6013 h 206913"/>
                <a:gd name="connsiteX9" fmla="*/ 289984 w 295904"/>
                <a:gd name="connsiteY9" fmla="*/ 57 h 206913"/>
                <a:gd name="connsiteX10" fmla="*/ 295903 w 295904"/>
                <a:gd name="connsiteY10" fmla="*/ 6013 h 206913"/>
                <a:gd name="connsiteX11" fmla="*/ 295903 w 295904"/>
                <a:gd name="connsiteY11" fmla="*/ 200021 h 206913"/>
                <a:gd name="connsiteX12" fmla="*/ 289279 w 295904"/>
                <a:gd name="connsiteY12" fmla="*/ 206913 h 206913"/>
                <a:gd name="connsiteX13" fmla="*/ 289166 w 295904"/>
                <a:gd name="connsiteY13" fmla="*/ 206914 h 20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904" h="206913">
                  <a:moveTo>
                    <a:pt x="289166" y="206914"/>
                  </a:moveTo>
                  <a:lnTo>
                    <a:pt x="6850" y="206914"/>
                  </a:lnTo>
                  <a:cubicBezTo>
                    <a:pt x="3067" y="206914"/>
                    <a:pt x="0" y="203828"/>
                    <a:pt x="0" y="200021"/>
                  </a:cubicBezTo>
                  <a:lnTo>
                    <a:pt x="0" y="6013"/>
                  </a:lnTo>
                  <a:cubicBezTo>
                    <a:pt x="483" y="2238"/>
                    <a:pt x="3917" y="-429"/>
                    <a:pt x="7669" y="57"/>
                  </a:cubicBezTo>
                  <a:cubicBezTo>
                    <a:pt x="10758" y="458"/>
                    <a:pt x="13190" y="2905"/>
                    <a:pt x="13588" y="6013"/>
                  </a:cubicBezTo>
                  <a:lnTo>
                    <a:pt x="13588" y="193242"/>
                  </a:lnTo>
                  <a:lnTo>
                    <a:pt x="282315" y="193242"/>
                  </a:lnTo>
                  <a:lnTo>
                    <a:pt x="282315" y="6013"/>
                  </a:lnTo>
                  <a:cubicBezTo>
                    <a:pt x="282798" y="2238"/>
                    <a:pt x="286232" y="-429"/>
                    <a:pt x="289984" y="57"/>
                  </a:cubicBezTo>
                  <a:cubicBezTo>
                    <a:pt x="293074" y="458"/>
                    <a:pt x="295506" y="2905"/>
                    <a:pt x="295903" y="6013"/>
                  </a:cubicBezTo>
                  <a:lnTo>
                    <a:pt x="295903" y="200021"/>
                  </a:lnTo>
                  <a:cubicBezTo>
                    <a:pt x="295965" y="203765"/>
                    <a:pt x="292999" y="206851"/>
                    <a:pt x="289279" y="206913"/>
                  </a:cubicBezTo>
                  <a:cubicBezTo>
                    <a:pt x="289241" y="206914"/>
                    <a:pt x="289204" y="206914"/>
                    <a:pt x="289166" y="20691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F892D83C-020D-DF4B-A9C8-43FDC7A9143D}"/>
                </a:ext>
              </a:extLst>
            </p:cNvPr>
            <p:cNvSpPr/>
            <p:nvPr/>
          </p:nvSpPr>
          <p:spPr>
            <a:xfrm>
              <a:off x="5138253" y="2572925"/>
              <a:ext cx="295874" cy="110685"/>
            </a:xfrm>
            <a:custGeom>
              <a:avLst/>
              <a:gdLst>
                <a:gd name="connsiteX0" fmla="*/ 288567 w 295874"/>
                <a:gd name="connsiteY0" fmla="*/ 110683 h 110685"/>
                <a:gd name="connsiteX1" fmla="*/ 284749 w 295874"/>
                <a:gd name="connsiteY1" fmla="*/ 109440 h 110685"/>
                <a:gd name="connsiteX2" fmla="*/ 147409 w 295874"/>
                <a:gd name="connsiteY2" fmla="*/ 15091 h 110685"/>
                <a:gd name="connsiteX3" fmla="*/ 10631 w 295874"/>
                <a:gd name="connsiteY3" fmla="*/ 109440 h 110685"/>
                <a:gd name="connsiteX4" fmla="*/ 1241 w 295874"/>
                <a:gd name="connsiteY4" fmla="*/ 107807 h 110685"/>
                <a:gd name="connsiteX5" fmla="*/ 1198 w 295874"/>
                <a:gd name="connsiteY5" fmla="*/ 107745 h 110685"/>
                <a:gd name="connsiteX6" fmla="*/ 2882 w 295874"/>
                <a:gd name="connsiteY6" fmla="*/ 98141 h 110685"/>
                <a:gd name="connsiteX7" fmla="*/ 144152 w 295874"/>
                <a:gd name="connsiteY7" fmla="*/ 1193 h 110685"/>
                <a:gd name="connsiteX8" fmla="*/ 151789 w 295874"/>
                <a:gd name="connsiteY8" fmla="*/ 1193 h 110685"/>
                <a:gd name="connsiteX9" fmla="*/ 292946 w 295874"/>
                <a:gd name="connsiteY9" fmla="*/ 98141 h 110685"/>
                <a:gd name="connsiteX10" fmla="*/ 294639 w 295874"/>
                <a:gd name="connsiteY10" fmla="*/ 107739 h 110685"/>
                <a:gd name="connsiteX11" fmla="*/ 289128 w 295874"/>
                <a:gd name="connsiteY11" fmla="*/ 110683 h 11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874" h="110685">
                  <a:moveTo>
                    <a:pt x="288567" y="110683"/>
                  </a:moveTo>
                  <a:cubicBezTo>
                    <a:pt x="287189" y="110726"/>
                    <a:pt x="285840" y="110286"/>
                    <a:pt x="284749" y="109440"/>
                  </a:cubicBezTo>
                  <a:lnTo>
                    <a:pt x="147409" y="15091"/>
                  </a:lnTo>
                  <a:lnTo>
                    <a:pt x="10631" y="109440"/>
                  </a:lnTo>
                  <a:cubicBezTo>
                    <a:pt x="7590" y="111598"/>
                    <a:pt x="3386" y="110867"/>
                    <a:pt x="1241" y="107807"/>
                  </a:cubicBezTo>
                  <a:cubicBezTo>
                    <a:pt x="1227" y="107787"/>
                    <a:pt x="1212" y="107767"/>
                    <a:pt x="1198" y="107745"/>
                  </a:cubicBezTo>
                  <a:cubicBezTo>
                    <a:pt x="-911" y="104612"/>
                    <a:pt x="-165" y="100359"/>
                    <a:pt x="2882" y="98141"/>
                  </a:cubicBezTo>
                  <a:lnTo>
                    <a:pt x="144152" y="1193"/>
                  </a:lnTo>
                  <a:cubicBezTo>
                    <a:pt x="146452" y="-398"/>
                    <a:pt x="149489" y="-398"/>
                    <a:pt x="151789" y="1193"/>
                  </a:cubicBezTo>
                  <a:lnTo>
                    <a:pt x="292946" y="98141"/>
                  </a:lnTo>
                  <a:cubicBezTo>
                    <a:pt x="296048" y="100321"/>
                    <a:pt x="296806" y="104618"/>
                    <a:pt x="294639" y="107739"/>
                  </a:cubicBezTo>
                  <a:cubicBezTo>
                    <a:pt x="293379" y="109553"/>
                    <a:pt x="291328" y="110649"/>
                    <a:pt x="289128" y="110683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852188A-33D2-9241-B9DE-2F107A0D9D57}"/>
                </a:ext>
              </a:extLst>
            </p:cNvPr>
            <p:cNvSpPr/>
            <p:nvPr/>
          </p:nvSpPr>
          <p:spPr>
            <a:xfrm>
              <a:off x="5385336" y="2454386"/>
              <a:ext cx="48255" cy="35213"/>
            </a:xfrm>
            <a:custGeom>
              <a:avLst/>
              <a:gdLst>
                <a:gd name="connsiteX0" fmla="*/ 41484 w 48255"/>
                <a:gd name="connsiteY0" fmla="*/ 35214 h 35213"/>
                <a:gd name="connsiteX1" fmla="*/ 37891 w 48255"/>
                <a:gd name="connsiteY1" fmla="*/ 34197 h 35213"/>
                <a:gd name="connsiteX2" fmla="*/ 3303 w 48255"/>
                <a:gd name="connsiteY2" fmla="*/ 12615 h 35213"/>
                <a:gd name="connsiteX3" fmla="*/ 895 w 48255"/>
                <a:gd name="connsiteY3" fmla="*/ 3503 h 35213"/>
                <a:gd name="connsiteX4" fmla="*/ 1057 w 48255"/>
                <a:gd name="connsiteY4" fmla="*/ 3237 h 35213"/>
                <a:gd name="connsiteX5" fmla="*/ 10378 w 48255"/>
                <a:gd name="connsiteY5" fmla="*/ 977 h 35213"/>
                <a:gd name="connsiteX6" fmla="*/ 45078 w 48255"/>
                <a:gd name="connsiteY6" fmla="*/ 22558 h 35213"/>
                <a:gd name="connsiteX7" fmla="*/ 47236 w 48255"/>
                <a:gd name="connsiteY7" fmla="*/ 31897 h 35213"/>
                <a:gd name="connsiteX8" fmla="*/ 47212 w 48255"/>
                <a:gd name="connsiteY8" fmla="*/ 31937 h 35213"/>
                <a:gd name="connsiteX9" fmla="*/ 41484 w 48255"/>
                <a:gd name="connsiteY9" fmla="*/ 35214 h 3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55" h="35213">
                  <a:moveTo>
                    <a:pt x="41484" y="35214"/>
                  </a:moveTo>
                  <a:cubicBezTo>
                    <a:pt x="40217" y="35210"/>
                    <a:pt x="38975" y="34859"/>
                    <a:pt x="37891" y="34197"/>
                  </a:cubicBezTo>
                  <a:lnTo>
                    <a:pt x="3303" y="12615"/>
                  </a:lnTo>
                  <a:cubicBezTo>
                    <a:pt x="138" y="10769"/>
                    <a:pt x="-940" y="6689"/>
                    <a:pt x="895" y="3503"/>
                  </a:cubicBezTo>
                  <a:cubicBezTo>
                    <a:pt x="947" y="3414"/>
                    <a:pt x="1001" y="3325"/>
                    <a:pt x="1057" y="3237"/>
                  </a:cubicBezTo>
                  <a:cubicBezTo>
                    <a:pt x="3035" y="57"/>
                    <a:pt x="7178" y="-947"/>
                    <a:pt x="10378" y="977"/>
                  </a:cubicBezTo>
                  <a:lnTo>
                    <a:pt x="45078" y="22558"/>
                  </a:lnTo>
                  <a:cubicBezTo>
                    <a:pt x="48237" y="24537"/>
                    <a:pt x="49204" y="28719"/>
                    <a:pt x="47236" y="31897"/>
                  </a:cubicBezTo>
                  <a:cubicBezTo>
                    <a:pt x="47228" y="31910"/>
                    <a:pt x="47219" y="31923"/>
                    <a:pt x="47212" y="31937"/>
                  </a:cubicBezTo>
                  <a:cubicBezTo>
                    <a:pt x="46016" y="33974"/>
                    <a:pt x="43836" y="35221"/>
                    <a:pt x="41484" y="3521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1A48EAC-5D32-4442-9B52-72CC847615C6}"/>
                </a:ext>
              </a:extLst>
            </p:cNvPr>
            <p:cNvSpPr/>
            <p:nvPr/>
          </p:nvSpPr>
          <p:spPr>
            <a:xfrm>
              <a:off x="5137608" y="2454425"/>
              <a:ext cx="48263" cy="35174"/>
            </a:xfrm>
            <a:custGeom>
              <a:avLst/>
              <a:gdLst>
                <a:gd name="connsiteX0" fmla="*/ 6896 w 48263"/>
                <a:gd name="connsiteY0" fmla="*/ 35174 h 35174"/>
                <a:gd name="connsiteX1" fmla="*/ 1057 w 48263"/>
                <a:gd name="connsiteY1" fmla="*/ 31897 h 35174"/>
                <a:gd name="connsiteX2" fmla="*/ 3037 w 48263"/>
                <a:gd name="connsiteY2" fmla="*/ 22683 h 35174"/>
                <a:gd name="connsiteX3" fmla="*/ 3303 w 48263"/>
                <a:gd name="connsiteY3" fmla="*/ 22519 h 35174"/>
                <a:gd name="connsiteX4" fmla="*/ 37891 w 48263"/>
                <a:gd name="connsiteY4" fmla="*/ 1050 h 35174"/>
                <a:gd name="connsiteX5" fmla="*/ 47186 w 48263"/>
                <a:gd name="connsiteY5" fmla="*/ 3158 h 35174"/>
                <a:gd name="connsiteX6" fmla="*/ 47211 w 48263"/>
                <a:gd name="connsiteY6" fmla="*/ 3197 h 35174"/>
                <a:gd name="connsiteX7" fmla="*/ 45078 w 48263"/>
                <a:gd name="connsiteY7" fmla="*/ 12688 h 35174"/>
                <a:gd name="connsiteX8" fmla="*/ 10378 w 48263"/>
                <a:gd name="connsiteY8" fmla="*/ 34157 h 35174"/>
                <a:gd name="connsiteX9" fmla="*/ 6896 w 48263"/>
                <a:gd name="connsiteY9" fmla="*/ 35174 h 35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5174">
                  <a:moveTo>
                    <a:pt x="6896" y="35174"/>
                  </a:moveTo>
                  <a:cubicBezTo>
                    <a:pt x="4511" y="35199"/>
                    <a:pt x="2290" y="33953"/>
                    <a:pt x="1057" y="31897"/>
                  </a:cubicBezTo>
                  <a:cubicBezTo>
                    <a:pt x="-925" y="28802"/>
                    <a:pt x="-38" y="24677"/>
                    <a:pt x="3037" y="22683"/>
                  </a:cubicBezTo>
                  <a:cubicBezTo>
                    <a:pt x="3125" y="22626"/>
                    <a:pt x="3213" y="22571"/>
                    <a:pt x="3303" y="22519"/>
                  </a:cubicBezTo>
                  <a:lnTo>
                    <a:pt x="37891" y="1050"/>
                  </a:lnTo>
                  <a:cubicBezTo>
                    <a:pt x="41036" y="-951"/>
                    <a:pt x="45198" y="-7"/>
                    <a:pt x="47186" y="3158"/>
                  </a:cubicBezTo>
                  <a:cubicBezTo>
                    <a:pt x="47195" y="3170"/>
                    <a:pt x="47203" y="3184"/>
                    <a:pt x="47211" y="3197"/>
                  </a:cubicBezTo>
                  <a:cubicBezTo>
                    <a:pt x="49220" y="6412"/>
                    <a:pt x="48266" y="10657"/>
                    <a:pt x="45078" y="12688"/>
                  </a:cubicBezTo>
                  <a:lnTo>
                    <a:pt x="10378" y="34157"/>
                  </a:lnTo>
                  <a:cubicBezTo>
                    <a:pt x="9342" y="34833"/>
                    <a:pt x="8131" y="35186"/>
                    <a:pt x="6896" y="35174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623FB2EB-FA32-954B-906C-77059F58E43D}"/>
                </a:ext>
              </a:extLst>
            </p:cNvPr>
            <p:cNvSpPr/>
            <p:nvPr/>
          </p:nvSpPr>
          <p:spPr>
            <a:xfrm>
              <a:off x="5137657" y="2475673"/>
              <a:ext cx="295974" cy="110987"/>
            </a:xfrm>
            <a:custGeom>
              <a:avLst/>
              <a:gdLst>
                <a:gd name="connsiteX0" fmla="*/ 148005 w 295974"/>
                <a:gd name="connsiteY0" fmla="*/ 110987 h 110987"/>
                <a:gd name="connsiteX1" fmla="*/ 144187 w 295974"/>
                <a:gd name="connsiteY1" fmla="*/ 109744 h 110987"/>
                <a:gd name="connsiteX2" fmla="*/ 2917 w 295974"/>
                <a:gd name="connsiteY2" fmla="*/ 12683 h 110987"/>
                <a:gd name="connsiteX3" fmla="*/ 1189 w 295974"/>
                <a:gd name="connsiteY3" fmla="*/ 3254 h 110987"/>
                <a:gd name="connsiteX4" fmla="*/ 1233 w 295974"/>
                <a:gd name="connsiteY4" fmla="*/ 3192 h 110987"/>
                <a:gd name="connsiteX5" fmla="*/ 10863 w 295974"/>
                <a:gd name="connsiteY5" fmla="*/ 1130 h 110987"/>
                <a:gd name="connsiteX6" fmla="*/ 11227 w 295974"/>
                <a:gd name="connsiteY6" fmla="*/ 1384 h 110987"/>
                <a:gd name="connsiteX7" fmla="*/ 148567 w 295974"/>
                <a:gd name="connsiteY7" fmla="*/ 95846 h 110987"/>
                <a:gd name="connsiteX8" fmla="*/ 285345 w 295974"/>
                <a:gd name="connsiteY8" fmla="*/ 1384 h 110987"/>
                <a:gd name="connsiteX9" fmla="*/ 294778 w 295974"/>
                <a:gd name="connsiteY9" fmla="*/ 3192 h 110987"/>
                <a:gd name="connsiteX10" fmla="*/ 293067 w 295974"/>
                <a:gd name="connsiteY10" fmla="*/ 12625 h 110987"/>
                <a:gd name="connsiteX11" fmla="*/ 292981 w 295974"/>
                <a:gd name="connsiteY11" fmla="*/ 12683 h 110987"/>
                <a:gd name="connsiteX12" fmla="*/ 151823 w 295974"/>
                <a:gd name="connsiteY12" fmla="*/ 109744 h 110987"/>
                <a:gd name="connsiteX13" fmla="*/ 148005 w 295974"/>
                <a:gd name="connsiteY13" fmla="*/ 110987 h 11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974" h="110987">
                  <a:moveTo>
                    <a:pt x="148005" y="110987"/>
                  </a:moveTo>
                  <a:cubicBezTo>
                    <a:pt x="146636" y="110972"/>
                    <a:pt x="145304" y="110538"/>
                    <a:pt x="144187" y="109744"/>
                  </a:cubicBezTo>
                  <a:lnTo>
                    <a:pt x="2917" y="12683"/>
                  </a:lnTo>
                  <a:cubicBezTo>
                    <a:pt x="-148" y="10560"/>
                    <a:pt x="-921" y="6339"/>
                    <a:pt x="1189" y="3254"/>
                  </a:cubicBezTo>
                  <a:cubicBezTo>
                    <a:pt x="1203" y="3234"/>
                    <a:pt x="1218" y="3212"/>
                    <a:pt x="1233" y="3192"/>
                  </a:cubicBezTo>
                  <a:cubicBezTo>
                    <a:pt x="3326" y="-53"/>
                    <a:pt x="7638" y="-976"/>
                    <a:pt x="10863" y="1130"/>
                  </a:cubicBezTo>
                  <a:cubicBezTo>
                    <a:pt x="10987" y="1210"/>
                    <a:pt x="11108" y="1296"/>
                    <a:pt x="11227" y="1384"/>
                  </a:cubicBezTo>
                  <a:lnTo>
                    <a:pt x="148567" y="95846"/>
                  </a:lnTo>
                  <a:lnTo>
                    <a:pt x="285345" y="1384"/>
                  </a:lnTo>
                  <a:cubicBezTo>
                    <a:pt x="288465" y="-641"/>
                    <a:pt x="292616" y="155"/>
                    <a:pt x="294778" y="3192"/>
                  </a:cubicBezTo>
                  <a:cubicBezTo>
                    <a:pt x="296894" y="6272"/>
                    <a:pt x="296129" y="10495"/>
                    <a:pt x="293067" y="12625"/>
                  </a:cubicBezTo>
                  <a:cubicBezTo>
                    <a:pt x="293039" y="12644"/>
                    <a:pt x="293010" y="12664"/>
                    <a:pt x="292981" y="12683"/>
                  </a:cubicBezTo>
                  <a:lnTo>
                    <a:pt x="151823" y="109744"/>
                  </a:lnTo>
                  <a:cubicBezTo>
                    <a:pt x="150706" y="110538"/>
                    <a:pt x="149374" y="110972"/>
                    <a:pt x="148005" y="110987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2E6BB326-8806-E841-9362-84EDCD6600CF}"/>
                </a:ext>
              </a:extLst>
            </p:cNvPr>
            <p:cNvSpPr/>
            <p:nvPr/>
          </p:nvSpPr>
          <p:spPr>
            <a:xfrm>
              <a:off x="5172242" y="2301887"/>
              <a:ext cx="227290" cy="211442"/>
            </a:xfrm>
            <a:custGeom>
              <a:avLst/>
              <a:gdLst>
                <a:gd name="connsiteX0" fmla="*/ 6850 w 227290"/>
                <a:gd name="connsiteY0" fmla="*/ 211441 h 211442"/>
                <a:gd name="connsiteX1" fmla="*/ 1 w 227290"/>
                <a:gd name="connsiteY1" fmla="*/ 204776 h 211442"/>
                <a:gd name="connsiteX2" fmla="*/ 0 w 227290"/>
                <a:gd name="connsiteY2" fmla="*/ 204662 h 211442"/>
                <a:gd name="connsiteX3" fmla="*/ 0 w 227290"/>
                <a:gd name="connsiteY3" fmla="*/ 6924 h 211442"/>
                <a:gd name="connsiteX4" fmla="*/ 6850 w 227290"/>
                <a:gd name="connsiteY4" fmla="*/ 32 h 211442"/>
                <a:gd name="connsiteX5" fmla="*/ 173499 w 227290"/>
                <a:gd name="connsiteY5" fmla="*/ 32 h 211442"/>
                <a:gd name="connsiteX6" fmla="*/ 178777 w 227290"/>
                <a:gd name="connsiteY6" fmla="*/ 2066 h 211442"/>
                <a:gd name="connsiteX7" fmla="*/ 225268 w 227290"/>
                <a:gd name="connsiteY7" fmla="*/ 48845 h 211442"/>
                <a:gd name="connsiteX8" fmla="*/ 227290 w 227290"/>
                <a:gd name="connsiteY8" fmla="*/ 53703 h 211442"/>
                <a:gd name="connsiteX9" fmla="*/ 227290 w 227290"/>
                <a:gd name="connsiteY9" fmla="*/ 204662 h 211442"/>
                <a:gd name="connsiteX10" fmla="*/ 219621 w 227290"/>
                <a:gd name="connsiteY10" fmla="*/ 210617 h 211442"/>
                <a:gd name="connsiteX11" fmla="*/ 213702 w 227290"/>
                <a:gd name="connsiteY11" fmla="*/ 204662 h 211442"/>
                <a:gd name="connsiteX12" fmla="*/ 213702 w 227290"/>
                <a:gd name="connsiteY12" fmla="*/ 56528 h 211442"/>
                <a:gd name="connsiteX13" fmla="*/ 170580 w 227290"/>
                <a:gd name="connsiteY13" fmla="*/ 13704 h 211442"/>
                <a:gd name="connsiteX14" fmla="*/ 13363 w 227290"/>
                <a:gd name="connsiteY14" fmla="*/ 13704 h 211442"/>
                <a:gd name="connsiteX15" fmla="*/ 13363 w 227290"/>
                <a:gd name="connsiteY15" fmla="*/ 204662 h 211442"/>
                <a:gd name="connsiteX16" fmla="*/ 6850 w 227290"/>
                <a:gd name="connsiteY16" fmla="*/ 211441 h 2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290" h="211442">
                  <a:moveTo>
                    <a:pt x="6850" y="211441"/>
                  </a:moveTo>
                  <a:cubicBezTo>
                    <a:pt x="3130" y="211503"/>
                    <a:pt x="63" y="208519"/>
                    <a:pt x="1" y="204776"/>
                  </a:cubicBezTo>
                  <a:cubicBezTo>
                    <a:pt x="0" y="204737"/>
                    <a:pt x="0" y="204700"/>
                    <a:pt x="0" y="204662"/>
                  </a:cubicBezTo>
                  <a:lnTo>
                    <a:pt x="0" y="6924"/>
                  </a:lnTo>
                  <a:cubicBezTo>
                    <a:pt x="0" y="3118"/>
                    <a:pt x="3067" y="32"/>
                    <a:pt x="6850" y="32"/>
                  </a:cubicBezTo>
                  <a:lnTo>
                    <a:pt x="173499" y="32"/>
                  </a:lnTo>
                  <a:cubicBezTo>
                    <a:pt x="175479" y="-169"/>
                    <a:pt x="177436" y="586"/>
                    <a:pt x="178777" y="2066"/>
                  </a:cubicBezTo>
                  <a:lnTo>
                    <a:pt x="225268" y="48845"/>
                  </a:lnTo>
                  <a:cubicBezTo>
                    <a:pt x="226588" y="50108"/>
                    <a:pt x="227321" y="51871"/>
                    <a:pt x="227290" y="53703"/>
                  </a:cubicBezTo>
                  <a:lnTo>
                    <a:pt x="227290" y="204662"/>
                  </a:lnTo>
                  <a:cubicBezTo>
                    <a:pt x="226807" y="208437"/>
                    <a:pt x="223373" y="211103"/>
                    <a:pt x="219621" y="210617"/>
                  </a:cubicBezTo>
                  <a:cubicBezTo>
                    <a:pt x="216532" y="210216"/>
                    <a:pt x="214099" y="207770"/>
                    <a:pt x="213702" y="204662"/>
                  </a:cubicBezTo>
                  <a:lnTo>
                    <a:pt x="213702" y="56528"/>
                  </a:lnTo>
                  <a:lnTo>
                    <a:pt x="170580" y="13704"/>
                  </a:lnTo>
                  <a:lnTo>
                    <a:pt x="13363" y="13704"/>
                  </a:lnTo>
                  <a:lnTo>
                    <a:pt x="13363" y="204662"/>
                  </a:lnTo>
                  <a:cubicBezTo>
                    <a:pt x="13365" y="208319"/>
                    <a:pt x="10483" y="211319"/>
                    <a:pt x="6850" y="211441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83E4EEBB-B5BC-444A-B150-092226DA5273}"/>
                </a:ext>
              </a:extLst>
            </p:cNvPr>
            <p:cNvSpPr/>
            <p:nvPr/>
          </p:nvSpPr>
          <p:spPr>
            <a:xfrm>
              <a:off x="5338891" y="2301710"/>
              <a:ext cx="60693" cy="60675"/>
            </a:xfrm>
            <a:custGeom>
              <a:avLst/>
              <a:gdLst>
                <a:gd name="connsiteX0" fmla="*/ 53342 w 60693"/>
                <a:gd name="connsiteY0" fmla="*/ 60659 h 60675"/>
                <a:gd name="connsiteX1" fmla="*/ 6850 w 60693"/>
                <a:gd name="connsiteY1" fmla="*/ 60659 h 60675"/>
                <a:gd name="connsiteX2" fmla="*/ 1 w 60693"/>
                <a:gd name="connsiteY2" fmla="*/ 53993 h 60675"/>
                <a:gd name="connsiteX3" fmla="*/ 0 w 60693"/>
                <a:gd name="connsiteY3" fmla="*/ 53880 h 60675"/>
                <a:gd name="connsiteX4" fmla="*/ 0 w 60693"/>
                <a:gd name="connsiteY4" fmla="*/ 7101 h 60675"/>
                <a:gd name="connsiteX5" fmla="*/ 4155 w 60693"/>
                <a:gd name="connsiteY5" fmla="*/ 773 h 60675"/>
                <a:gd name="connsiteX6" fmla="*/ 12128 w 60693"/>
                <a:gd name="connsiteY6" fmla="*/ 2242 h 60675"/>
                <a:gd name="connsiteX7" fmla="*/ 58620 w 60693"/>
                <a:gd name="connsiteY7" fmla="*/ 49021 h 60675"/>
                <a:gd name="connsiteX8" fmla="*/ 60192 w 60693"/>
                <a:gd name="connsiteY8" fmla="*/ 56478 h 60675"/>
                <a:gd name="connsiteX9" fmla="*/ 53342 w 60693"/>
                <a:gd name="connsiteY9" fmla="*/ 60659 h 60675"/>
                <a:gd name="connsiteX10" fmla="*/ 13588 w 60693"/>
                <a:gd name="connsiteY10" fmla="*/ 46987 h 60675"/>
                <a:gd name="connsiteX11" fmla="*/ 36834 w 60693"/>
                <a:gd name="connsiteY11" fmla="*/ 46987 h 60675"/>
                <a:gd name="connsiteX12" fmla="*/ 13588 w 60693"/>
                <a:gd name="connsiteY12" fmla="*/ 23598 h 6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693" h="60675">
                  <a:moveTo>
                    <a:pt x="53342" y="60659"/>
                  </a:moveTo>
                  <a:lnTo>
                    <a:pt x="6850" y="60659"/>
                  </a:lnTo>
                  <a:cubicBezTo>
                    <a:pt x="3130" y="60722"/>
                    <a:pt x="63" y="57737"/>
                    <a:pt x="1" y="53993"/>
                  </a:cubicBezTo>
                  <a:cubicBezTo>
                    <a:pt x="0" y="53956"/>
                    <a:pt x="0" y="53918"/>
                    <a:pt x="0" y="53880"/>
                  </a:cubicBezTo>
                  <a:lnTo>
                    <a:pt x="0" y="7101"/>
                  </a:lnTo>
                  <a:cubicBezTo>
                    <a:pt x="-27" y="4336"/>
                    <a:pt x="1617" y="1833"/>
                    <a:pt x="4155" y="773"/>
                  </a:cubicBezTo>
                  <a:cubicBezTo>
                    <a:pt x="6829" y="-664"/>
                    <a:pt x="10134" y="-55"/>
                    <a:pt x="12128" y="2242"/>
                  </a:cubicBezTo>
                  <a:lnTo>
                    <a:pt x="58620" y="49021"/>
                  </a:lnTo>
                  <a:cubicBezTo>
                    <a:pt x="60615" y="50947"/>
                    <a:pt x="61238" y="53903"/>
                    <a:pt x="60192" y="56478"/>
                  </a:cubicBezTo>
                  <a:cubicBezTo>
                    <a:pt x="59014" y="59187"/>
                    <a:pt x="56273" y="60859"/>
                    <a:pt x="53342" y="60659"/>
                  </a:cubicBezTo>
                  <a:close/>
                  <a:moveTo>
                    <a:pt x="13588" y="46987"/>
                  </a:moveTo>
                  <a:lnTo>
                    <a:pt x="36834" y="46987"/>
                  </a:lnTo>
                  <a:lnTo>
                    <a:pt x="13588" y="23598"/>
                  </a:ln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C95E5C3-9B67-3F4E-86E1-C812B4F68A0B}"/>
                </a:ext>
              </a:extLst>
            </p:cNvPr>
            <p:cNvSpPr/>
            <p:nvPr/>
          </p:nvSpPr>
          <p:spPr>
            <a:xfrm>
              <a:off x="5212332" y="2479204"/>
              <a:ext cx="146547" cy="13785"/>
            </a:xfrm>
            <a:custGeom>
              <a:avLst/>
              <a:gdLst>
                <a:gd name="connsiteX0" fmla="*/ 139698 w 146547"/>
                <a:gd name="connsiteY0" fmla="*/ 13785 h 13785"/>
                <a:gd name="connsiteX1" fmla="*/ 6850 w 146547"/>
                <a:gd name="connsiteY1" fmla="*/ 13785 h 13785"/>
                <a:gd name="connsiteX2" fmla="*/ 0 w 146547"/>
                <a:gd name="connsiteY2" fmla="*/ 6893 h 13785"/>
                <a:gd name="connsiteX3" fmla="*/ 6850 w 146547"/>
                <a:gd name="connsiteY3" fmla="*/ 0 h 13785"/>
                <a:gd name="connsiteX4" fmla="*/ 139698 w 146547"/>
                <a:gd name="connsiteY4" fmla="*/ 0 h 13785"/>
                <a:gd name="connsiteX5" fmla="*/ 146548 w 146547"/>
                <a:gd name="connsiteY5" fmla="*/ 6893 h 13785"/>
                <a:gd name="connsiteX6" fmla="*/ 139698 w 146547"/>
                <a:gd name="connsiteY6" fmla="*/ 13785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547" h="13785">
                  <a:moveTo>
                    <a:pt x="139698" y="13785"/>
                  </a:moveTo>
                  <a:lnTo>
                    <a:pt x="6850" y="13785"/>
                  </a:lnTo>
                  <a:cubicBezTo>
                    <a:pt x="3067" y="13785"/>
                    <a:pt x="0" y="10699"/>
                    <a:pt x="0" y="6893"/>
                  </a:cubicBezTo>
                  <a:cubicBezTo>
                    <a:pt x="0" y="3086"/>
                    <a:pt x="3067" y="0"/>
                    <a:pt x="6850" y="0"/>
                  </a:cubicBezTo>
                  <a:lnTo>
                    <a:pt x="139698" y="0"/>
                  </a:lnTo>
                  <a:cubicBezTo>
                    <a:pt x="143481" y="0"/>
                    <a:pt x="146548" y="3086"/>
                    <a:pt x="146548" y="6893"/>
                  </a:cubicBezTo>
                  <a:cubicBezTo>
                    <a:pt x="146548" y="10699"/>
                    <a:pt x="143481" y="13785"/>
                    <a:pt x="139698" y="13785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7E840BEA-D1DA-1749-9631-B78AF78918E3}"/>
                </a:ext>
              </a:extLst>
            </p:cNvPr>
            <p:cNvSpPr/>
            <p:nvPr/>
          </p:nvSpPr>
          <p:spPr>
            <a:xfrm>
              <a:off x="5211456" y="2433498"/>
              <a:ext cx="148299" cy="13786"/>
            </a:xfrm>
            <a:custGeom>
              <a:avLst/>
              <a:gdLst>
                <a:gd name="connsiteX0" fmla="*/ 140574 w 148299"/>
                <a:gd name="connsiteY0" fmla="*/ 13729 h 13786"/>
                <a:gd name="connsiteX1" fmla="*/ 7726 w 148299"/>
                <a:gd name="connsiteY1" fmla="*/ 13729 h 13786"/>
                <a:gd name="connsiteX2" fmla="*/ 57 w 148299"/>
                <a:gd name="connsiteY2" fmla="*/ 7773 h 13786"/>
                <a:gd name="connsiteX3" fmla="*/ 5976 w 148299"/>
                <a:gd name="connsiteY3" fmla="*/ 57 h 13786"/>
                <a:gd name="connsiteX4" fmla="*/ 7726 w 148299"/>
                <a:gd name="connsiteY4" fmla="*/ 57 h 13786"/>
                <a:gd name="connsiteX5" fmla="*/ 140574 w 148299"/>
                <a:gd name="connsiteY5" fmla="*/ 57 h 13786"/>
                <a:gd name="connsiteX6" fmla="*/ 148243 w 148299"/>
                <a:gd name="connsiteY6" fmla="*/ 6013 h 13786"/>
                <a:gd name="connsiteX7" fmla="*/ 142325 w 148299"/>
                <a:gd name="connsiteY7" fmla="*/ 13729 h 13786"/>
                <a:gd name="connsiteX8" fmla="*/ 140574 w 148299"/>
                <a:gd name="connsiteY8" fmla="*/ 13729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99" h="13786">
                  <a:moveTo>
                    <a:pt x="140574" y="13729"/>
                  </a:moveTo>
                  <a:lnTo>
                    <a:pt x="7726" y="13729"/>
                  </a:lnTo>
                  <a:cubicBezTo>
                    <a:pt x="3974" y="14215"/>
                    <a:pt x="540" y="11550"/>
                    <a:pt x="57" y="7773"/>
                  </a:cubicBezTo>
                  <a:cubicBezTo>
                    <a:pt x="-427" y="3998"/>
                    <a:pt x="2223" y="543"/>
                    <a:pt x="5976" y="57"/>
                  </a:cubicBezTo>
                  <a:cubicBezTo>
                    <a:pt x="6557" y="-19"/>
                    <a:pt x="7145" y="-19"/>
                    <a:pt x="7726" y="57"/>
                  </a:cubicBezTo>
                  <a:lnTo>
                    <a:pt x="140574" y="57"/>
                  </a:lnTo>
                  <a:cubicBezTo>
                    <a:pt x="144326" y="-429"/>
                    <a:pt x="147760" y="2237"/>
                    <a:pt x="148243" y="6013"/>
                  </a:cubicBezTo>
                  <a:cubicBezTo>
                    <a:pt x="148727" y="9788"/>
                    <a:pt x="146076" y="13243"/>
                    <a:pt x="142325" y="13729"/>
                  </a:cubicBezTo>
                  <a:cubicBezTo>
                    <a:pt x="141743" y="13805"/>
                    <a:pt x="141154" y="13805"/>
                    <a:pt x="140574" y="13729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63BDF3E-9840-0445-AD71-7C03F9902E9E}"/>
                </a:ext>
              </a:extLst>
            </p:cNvPr>
            <p:cNvSpPr/>
            <p:nvPr/>
          </p:nvSpPr>
          <p:spPr>
            <a:xfrm>
              <a:off x="5211456" y="2387849"/>
              <a:ext cx="148299" cy="13786"/>
            </a:xfrm>
            <a:custGeom>
              <a:avLst/>
              <a:gdLst>
                <a:gd name="connsiteX0" fmla="*/ 140574 w 148299"/>
                <a:gd name="connsiteY0" fmla="*/ 13729 h 13786"/>
                <a:gd name="connsiteX1" fmla="*/ 7726 w 148299"/>
                <a:gd name="connsiteY1" fmla="*/ 13729 h 13786"/>
                <a:gd name="connsiteX2" fmla="*/ 57 w 148299"/>
                <a:gd name="connsiteY2" fmla="*/ 7774 h 13786"/>
                <a:gd name="connsiteX3" fmla="*/ 5976 w 148299"/>
                <a:gd name="connsiteY3" fmla="*/ 57 h 13786"/>
                <a:gd name="connsiteX4" fmla="*/ 7726 w 148299"/>
                <a:gd name="connsiteY4" fmla="*/ 57 h 13786"/>
                <a:gd name="connsiteX5" fmla="*/ 140574 w 148299"/>
                <a:gd name="connsiteY5" fmla="*/ 57 h 13786"/>
                <a:gd name="connsiteX6" fmla="*/ 148243 w 148299"/>
                <a:gd name="connsiteY6" fmla="*/ 6013 h 13786"/>
                <a:gd name="connsiteX7" fmla="*/ 142325 w 148299"/>
                <a:gd name="connsiteY7" fmla="*/ 13729 h 13786"/>
                <a:gd name="connsiteX8" fmla="*/ 140574 w 148299"/>
                <a:gd name="connsiteY8" fmla="*/ 13729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99" h="13786">
                  <a:moveTo>
                    <a:pt x="140574" y="13729"/>
                  </a:moveTo>
                  <a:lnTo>
                    <a:pt x="7726" y="13729"/>
                  </a:lnTo>
                  <a:cubicBezTo>
                    <a:pt x="3974" y="14216"/>
                    <a:pt x="540" y="11549"/>
                    <a:pt x="57" y="7774"/>
                  </a:cubicBezTo>
                  <a:cubicBezTo>
                    <a:pt x="-427" y="3999"/>
                    <a:pt x="2223" y="544"/>
                    <a:pt x="5976" y="57"/>
                  </a:cubicBezTo>
                  <a:cubicBezTo>
                    <a:pt x="6557" y="-18"/>
                    <a:pt x="7145" y="-18"/>
                    <a:pt x="7726" y="57"/>
                  </a:cubicBezTo>
                  <a:lnTo>
                    <a:pt x="140574" y="57"/>
                  </a:lnTo>
                  <a:cubicBezTo>
                    <a:pt x="144326" y="-429"/>
                    <a:pt x="147760" y="2237"/>
                    <a:pt x="148243" y="6013"/>
                  </a:cubicBezTo>
                  <a:cubicBezTo>
                    <a:pt x="148727" y="9788"/>
                    <a:pt x="146076" y="13243"/>
                    <a:pt x="142325" y="13729"/>
                  </a:cubicBezTo>
                  <a:cubicBezTo>
                    <a:pt x="141743" y="13805"/>
                    <a:pt x="141154" y="13805"/>
                    <a:pt x="140574" y="13729"/>
                  </a:cubicBezTo>
                  <a:close/>
                </a:path>
              </a:pathLst>
            </a:custGeom>
            <a:grpFill/>
            <a:ln w="109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4" name="Graphic 63">
            <a:extLst>
              <a:ext uri="{FF2B5EF4-FFF2-40B4-BE49-F238E27FC236}">
                <a16:creationId xmlns:a16="http://schemas.microsoft.com/office/drawing/2014/main" id="{CC668AFD-0DC7-FE4F-9DD3-EB92A976FC2D}"/>
              </a:ext>
            </a:extLst>
          </p:cNvPr>
          <p:cNvGrpSpPr>
            <a:grpSpLocks noChangeAspect="1"/>
          </p:cNvGrpSpPr>
          <p:nvPr/>
        </p:nvGrpSpPr>
        <p:grpSpPr>
          <a:xfrm>
            <a:off x="5050209" y="2294349"/>
            <a:ext cx="395318" cy="395774"/>
            <a:chOff x="5083869" y="2294349"/>
            <a:chExt cx="395318" cy="395774"/>
          </a:xfrm>
          <a:solidFill>
            <a:srgbClr val="FFFFFF"/>
          </a:solidFill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F69E9B41-D411-B741-8669-F26B437B652C}"/>
                </a:ext>
              </a:extLst>
            </p:cNvPr>
            <p:cNvSpPr/>
            <p:nvPr/>
          </p:nvSpPr>
          <p:spPr>
            <a:xfrm>
              <a:off x="5083869" y="2294349"/>
              <a:ext cx="395318" cy="395774"/>
            </a:xfrm>
            <a:custGeom>
              <a:avLst/>
              <a:gdLst>
                <a:gd name="connsiteX0" fmla="*/ 241438 w 395318"/>
                <a:gd name="connsiteY0" fmla="*/ 395775 h 395774"/>
                <a:gd name="connsiteX1" fmla="*/ 154337 w 395318"/>
                <a:gd name="connsiteY1" fmla="*/ 395775 h 395774"/>
                <a:gd name="connsiteX2" fmla="*/ 147487 w 395318"/>
                <a:gd name="connsiteY2" fmla="*/ 388927 h 395774"/>
                <a:gd name="connsiteX3" fmla="*/ 147488 w 395318"/>
                <a:gd name="connsiteY3" fmla="*/ 388811 h 395774"/>
                <a:gd name="connsiteX4" fmla="*/ 147488 w 395318"/>
                <a:gd name="connsiteY4" fmla="*/ 343150 h 395774"/>
                <a:gd name="connsiteX5" fmla="*/ 130936 w 395318"/>
                <a:gd name="connsiteY5" fmla="*/ 336300 h 395774"/>
                <a:gd name="connsiteX6" fmla="*/ 98516 w 395318"/>
                <a:gd name="connsiteY6" fmla="*/ 368606 h 395774"/>
                <a:gd name="connsiteX7" fmla="*/ 88812 w 395318"/>
                <a:gd name="connsiteY7" fmla="*/ 368606 h 395774"/>
                <a:gd name="connsiteX8" fmla="*/ 27169 w 395318"/>
                <a:gd name="connsiteY8" fmla="*/ 306962 h 395774"/>
                <a:gd name="connsiteX9" fmla="*/ 25114 w 395318"/>
                <a:gd name="connsiteY9" fmla="*/ 302054 h 395774"/>
                <a:gd name="connsiteX10" fmla="*/ 27169 w 395318"/>
                <a:gd name="connsiteY10" fmla="*/ 296688 h 395774"/>
                <a:gd name="connsiteX11" fmla="*/ 59589 w 395318"/>
                <a:gd name="connsiteY11" fmla="*/ 264725 h 395774"/>
                <a:gd name="connsiteX12" fmla="*/ 52740 w 395318"/>
                <a:gd name="connsiteY12" fmla="*/ 248287 h 395774"/>
                <a:gd name="connsiteX13" fmla="*/ 7078 w 395318"/>
                <a:gd name="connsiteY13" fmla="*/ 248287 h 395774"/>
                <a:gd name="connsiteX14" fmla="*/ 1 w 395318"/>
                <a:gd name="connsiteY14" fmla="*/ 241439 h 395774"/>
                <a:gd name="connsiteX15" fmla="*/ 0 w 395318"/>
                <a:gd name="connsiteY15" fmla="*/ 241323 h 395774"/>
                <a:gd name="connsiteX16" fmla="*/ 0 w 395318"/>
                <a:gd name="connsiteY16" fmla="*/ 154223 h 395774"/>
                <a:gd name="connsiteX17" fmla="*/ 6848 w 395318"/>
                <a:gd name="connsiteY17" fmla="*/ 147373 h 395774"/>
                <a:gd name="connsiteX18" fmla="*/ 6963 w 395318"/>
                <a:gd name="connsiteY18" fmla="*/ 147374 h 395774"/>
                <a:gd name="connsiteX19" fmla="*/ 52625 w 395318"/>
                <a:gd name="connsiteY19" fmla="*/ 147374 h 395774"/>
                <a:gd name="connsiteX20" fmla="*/ 59475 w 395318"/>
                <a:gd name="connsiteY20" fmla="*/ 130821 h 395774"/>
                <a:gd name="connsiteX21" fmla="*/ 27169 w 395318"/>
                <a:gd name="connsiteY21" fmla="*/ 98401 h 395774"/>
                <a:gd name="connsiteX22" fmla="*/ 26989 w 395318"/>
                <a:gd name="connsiteY22" fmla="*/ 88878 h 395774"/>
                <a:gd name="connsiteX23" fmla="*/ 27169 w 395318"/>
                <a:gd name="connsiteY23" fmla="*/ 88698 h 395774"/>
                <a:gd name="connsiteX24" fmla="*/ 88812 w 395318"/>
                <a:gd name="connsiteY24" fmla="*/ 27055 h 395774"/>
                <a:gd name="connsiteX25" fmla="*/ 98336 w 395318"/>
                <a:gd name="connsiteY25" fmla="*/ 26875 h 395774"/>
                <a:gd name="connsiteX26" fmla="*/ 98516 w 395318"/>
                <a:gd name="connsiteY26" fmla="*/ 27055 h 395774"/>
                <a:gd name="connsiteX27" fmla="*/ 130936 w 395318"/>
                <a:gd name="connsiteY27" fmla="*/ 59475 h 395774"/>
                <a:gd name="connsiteX28" fmla="*/ 147488 w 395318"/>
                <a:gd name="connsiteY28" fmla="*/ 52625 h 395774"/>
                <a:gd name="connsiteX29" fmla="*/ 147488 w 395318"/>
                <a:gd name="connsiteY29" fmla="*/ 6963 h 395774"/>
                <a:gd name="connsiteX30" fmla="*/ 154222 w 395318"/>
                <a:gd name="connsiteY30" fmla="*/ 1 h 395774"/>
                <a:gd name="connsiteX31" fmla="*/ 154337 w 395318"/>
                <a:gd name="connsiteY31" fmla="*/ 0 h 395774"/>
                <a:gd name="connsiteX32" fmla="*/ 241438 w 395318"/>
                <a:gd name="connsiteY32" fmla="*/ 0 h 395774"/>
                <a:gd name="connsiteX33" fmla="*/ 248401 w 395318"/>
                <a:gd name="connsiteY33" fmla="*/ 6963 h 395774"/>
                <a:gd name="connsiteX34" fmla="*/ 248401 w 395318"/>
                <a:gd name="connsiteY34" fmla="*/ 52625 h 395774"/>
                <a:gd name="connsiteX35" fmla="*/ 264839 w 395318"/>
                <a:gd name="connsiteY35" fmla="*/ 59475 h 395774"/>
                <a:gd name="connsiteX36" fmla="*/ 296803 w 395318"/>
                <a:gd name="connsiteY36" fmla="*/ 27055 h 395774"/>
                <a:gd name="connsiteX37" fmla="*/ 306620 w 395318"/>
                <a:gd name="connsiteY37" fmla="*/ 27055 h 395774"/>
                <a:gd name="connsiteX38" fmla="*/ 368264 w 395318"/>
                <a:gd name="connsiteY38" fmla="*/ 88698 h 395774"/>
                <a:gd name="connsiteX39" fmla="*/ 368264 w 395318"/>
                <a:gd name="connsiteY39" fmla="*/ 98401 h 395774"/>
                <a:gd name="connsiteX40" fmla="*/ 335844 w 395318"/>
                <a:gd name="connsiteY40" fmla="*/ 130821 h 395774"/>
                <a:gd name="connsiteX41" fmla="*/ 342693 w 395318"/>
                <a:gd name="connsiteY41" fmla="*/ 147374 h 395774"/>
                <a:gd name="connsiteX42" fmla="*/ 388355 w 395318"/>
                <a:gd name="connsiteY42" fmla="*/ 147374 h 395774"/>
                <a:gd name="connsiteX43" fmla="*/ 395317 w 395318"/>
                <a:gd name="connsiteY43" fmla="*/ 154108 h 395774"/>
                <a:gd name="connsiteX44" fmla="*/ 395318 w 395318"/>
                <a:gd name="connsiteY44" fmla="*/ 154223 h 395774"/>
                <a:gd name="connsiteX45" fmla="*/ 395318 w 395318"/>
                <a:gd name="connsiteY45" fmla="*/ 241323 h 395774"/>
                <a:gd name="connsiteX46" fmla="*/ 388355 w 395318"/>
                <a:gd name="connsiteY46" fmla="*/ 248287 h 395774"/>
                <a:gd name="connsiteX47" fmla="*/ 342693 w 395318"/>
                <a:gd name="connsiteY47" fmla="*/ 248287 h 395774"/>
                <a:gd name="connsiteX48" fmla="*/ 335844 w 395318"/>
                <a:gd name="connsiteY48" fmla="*/ 264725 h 395774"/>
                <a:gd name="connsiteX49" fmla="*/ 368720 w 395318"/>
                <a:gd name="connsiteY49" fmla="*/ 296688 h 395774"/>
                <a:gd name="connsiteX50" fmla="*/ 370661 w 395318"/>
                <a:gd name="connsiteY50" fmla="*/ 301597 h 395774"/>
                <a:gd name="connsiteX51" fmla="*/ 368720 w 395318"/>
                <a:gd name="connsiteY51" fmla="*/ 306506 h 395774"/>
                <a:gd name="connsiteX52" fmla="*/ 307077 w 395318"/>
                <a:gd name="connsiteY52" fmla="*/ 368149 h 395774"/>
                <a:gd name="connsiteX53" fmla="*/ 297259 w 395318"/>
                <a:gd name="connsiteY53" fmla="*/ 368149 h 395774"/>
                <a:gd name="connsiteX54" fmla="*/ 264839 w 395318"/>
                <a:gd name="connsiteY54" fmla="*/ 336186 h 395774"/>
                <a:gd name="connsiteX55" fmla="*/ 248401 w 395318"/>
                <a:gd name="connsiteY55" fmla="*/ 343035 h 395774"/>
                <a:gd name="connsiteX56" fmla="*/ 248401 w 395318"/>
                <a:gd name="connsiteY56" fmla="*/ 388697 h 395774"/>
                <a:gd name="connsiteX57" fmla="*/ 241553 w 395318"/>
                <a:gd name="connsiteY57" fmla="*/ 395774 h 395774"/>
                <a:gd name="connsiteX58" fmla="*/ 241438 w 395318"/>
                <a:gd name="connsiteY58" fmla="*/ 395775 h 395774"/>
                <a:gd name="connsiteX59" fmla="*/ 161529 w 395318"/>
                <a:gd name="connsiteY59" fmla="*/ 381962 h 395774"/>
                <a:gd name="connsiteX60" fmla="*/ 234817 w 395318"/>
                <a:gd name="connsiteY60" fmla="*/ 381962 h 395774"/>
                <a:gd name="connsiteX61" fmla="*/ 234817 w 395318"/>
                <a:gd name="connsiteY61" fmla="*/ 338013 h 395774"/>
                <a:gd name="connsiteX62" fmla="*/ 239725 w 395318"/>
                <a:gd name="connsiteY62" fmla="*/ 330935 h 395774"/>
                <a:gd name="connsiteX63" fmla="*/ 262556 w 395318"/>
                <a:gd name="connsiteY63" fmla="*/ 321574 h 395774"/>
                <a:gd name="connsiteX64" fmla="*/ 270661 w 395318"/>
                <a:gd name="connsiteY64" fmla="*/ 322830 h 395774"/>
                <a:gd name="connsiteX65" fmla="*/ 302168 w 395318"/>
                <a:gd name="connsiteY65" fmla="*/ 353766 h 395774"/>
                <a:gd name="connsiteX66" fmla="*/ 353880 w 395318"/>
                <a:gd name="connsiteY66" fmla="*/ 302054 h 395774"/>
                <a:gd name="connsiteX67" fmla="*/ 322830 w 395318"/>
                <a:gd name="connsiteY67" fmla="*/ 271004 h 395774"/>
                <a:gd name="connsiteX68" fmla="*/ 321574 w 395318"/>
                <a:gd name="connsiteY68" fmla="*/ 262899 h 395774"/>
                <a:gd name="connsiteX69" fmla="*/ 331049 w 395318"/>
                <a:gd name="connsiteY69" fmla="*/ 239611 h 395774"/>
                <a:gd name="connsiteX70" fmla="*/ 337670 w 395318"/>
                <a:gd name="connsiteY70" fmla="*/ 234817 h 395774"/>
                <a:gd name="connsiteX71" fmla="*/ 381620 w 395318"/>
                <a:gd name="connsiteY71" fmla="*/ 234817 h 395774"/>
                <a:gd name="connsiteX72" fmla="*/ 381620 w 395318"/>
                <a:gd name="connsiteY72" fmla="*/ 161187 h 395774"/>
                <a:gd name="connsiteX73" fmla="*/ 338127 w 395318"/>
                <a:gd name="connsiteY73" fmla="*/ 161187 h 395774"/>
                <a:gd name="connsiteX74" fmla="*/ 331049 w 395318"/>
                <a:gd name="connsiteY74" fmla="*/ 156278 h 395774"/>
                <a:gd name="connsiteX75" fmla="*/ 321232 w 395318"/>
                <a:gd name="connsiteY75" fmla="*/ 132762 h 395774"/>
                <a:gd name="connsiteX76" fmla="*/ 322487 w 395318"/>
                <a:gd name="connsiteY76" fmla="*/ 124657 h 395774"/>
                <a:gd name="connsiteX77" fmla="*/ 353880 w 395318"/>
                <a:gd name="connsiteY77" fmla="*/ 93493 h 395774"/>
                <a:gd name="connsiteX78" fmla="*/ 302168 w 395318"/>
                <a:gd name="connsiteY78" fmla="*/ 41781 h 395774"/>
                <a:gd name="connsiteX79" fmla="*/ 271118 w 395318"/>
                <a:gd name="connsiteY79" fmla="*/ 72831 h 395774"/>
                <a:gd name="connsiteX80" fmla="*/ 262556 w 395318"/>
                <a:gd name="connsiteY80" fmla="*/ 74087 h 395774"/>
                <a:gd name="connsiteX81" fmla="*/ 239725 w 395318"/>
                <a:gd name="connsiteY81" fmla="*/ 64155 h 395774"/>
                <a:gd name="connsiteX82" fmla="*/ 234931 w 395318"/>
                <a:gd name="connsiteY82" fmla="*/ 57534 h 395774"/>
                <a:gd name="connsiteX83" fmla="*/ 234931 w 395318"/>
                <a:gd name="connsiteY83" fmla="*/ 13699 h 395774"/>
                <a:gd name="connsiteX84" fmla="*/ 161301 w 395318"/>
                <a:gd name="connsiteY84" fmla="*/ 13699 h 395774"/>
                <a:gd name="connsiteX85" fmla="*/ 161301 w 395318"/>
                <a:gd name="connsiteY85" fmla="*/ 57534 h 395774"/>
                <a:gd name="connsiteX86" fmla="*/ 156392 w 395318"/>
                <a:gd name="connsiteY86" fmla="*/ 64155 h 395774"/>
                <a:gd name="connsiteX87" fmla="*/ 132876 w 395318"/>
                <a:gd name="connsiteY87" fmla="*/ 74087 h 395774"/>
                <a:gd name="connsiteX88" fmla="*/ 124771 w 395318"/>
                <a:gd name="connsiteY88" fmla="*/ 72831 h 395774"/>
                <a:gd name="connsiteX89" fmla="*/ 93607 w 395318"/>
                <a:gd name="connsiteY89" fmla="*/ 41781 h 395774"/>
                <a:gd name="connsiteX90" fmla="*/ 41895 w 395318"/>
                <a:gd name="connsiteY90" fmla="*/ 93493 h 395774"/>
                <a:gd name="connsiteX91" fmla="*/ 72945 w 395318"/>
                <a:gd name="connsiteY91" fmla="*/ 124657 h 395774"/>
                <a:gd name="connsiteX92" fmla="*/ 74201 w 395318"/>
                <a:gd name="connsiteY92" fmla="*/ 132762 h 395774"/>
                <a:gd name="connsiteX93" fmla="*/ 64269 w 395318"/>
                <a:gd name="connsiteY93" fmla="*/ 156278 h 395774"/>
                <a:gd name="connsiteX94" fmla="*/ 57648 w 395318"/>
                <a:gd name="connsiteY94" fmla="*/ 161187 h 395774"/>
                <a:gd name="connsiteX95" fmla="*/ 13813 w 395318"/>
                <a:gd name="connsiteY95" fmla="*/ 161187 h 395774"/>
                <a:gd name="connsiteX96" fmla="*/ 13813 w 395318"/>
                <a:gd name="connsiteY96" fmla="*/ 234474 h 395774"/>
                <a:gd name="connsiteX97" fmla="*/ 57648 w 395318"/>
                <a:gd name="connsiteY97" fmla="*/ 234474 h 395774"/>
                <a:gd name="connsiteX98" fmla="*/ 64269 w 395318"/>
                <a:gd name="connsiteY98" fmla="*/ 239269 h 395774"/>
                <a:gd name="connsiteX99" fmla="*/ 74201 w 395318"/>
                <a:gd name="connsiteY99" fmla="*/ 262442 h 395774"/>
                <a:gd name="connsiteX100" fmla="*/ 72945 w 395318"/>
                <a:gd name="connsiteY100" fmla="*/ 270547 h 395774"/>
                <a:gd name="connsiteX101" fmla="*/ 41895 w 395318"/>
                <a:gd name="connsiteY101" fmla="*/ 302054 h 395774"/>
                <a:gd name="connsiteX102" fmla="*/ 93607 w 395318"/>
                <a:gd name="connsiteY102" fmla="*/ 353766 h 395774"/>
                <a:gd name="connsiteX103" fmla="*/ 124771 w 395318"/>
                <a:gd name="connsiteY103" fmla="*/ 322716 h 395774"/>
                <a:gd name="connsiteX104" fmla="*/ 132876 w 395318"/>
                <a:gd name="connsiteY104" fmla="*/ 321460 h 395774"/>
                <a:gd name="connsiteX105" fmla="*/ 156392 w 395318"/>
                <a:gd name="connsiteY105" fmla="*/ 330935 h 395774"/>
                <a:gd name="connsiteX106" fmla="*/ 161301 w 395318"/>
                <a:gd name="connsiteY106" fmla="*/ 337556 h 39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5318" h="395774">
                  <a:moveTo>
                    <a:pt x="241438" y="395775"/>
                  </a:moveTo>
                  <a:lnTo>
                    <a:pt x="154337" y="395775"/>
                  </a:lnTo>
                  <a:cubicBezTo>
                    <a:pt x="150554" y="395775"/>
                    <a:pt x="147488" y="392710"/>
                    <a:pt x="147487" y="388927"/>
                  </a:cubicBezTo>
                  <a:cubicBezTo>
                    <a:pt x="147487" y="388888"/>
                    <a:pt x="147487" y="388850"/>
                    <a:pt x="147488" y="388811"/>
                  </a:cubicBezTo>
                  <a:lnTo>
                    <a:pt x="147488" y="343150"/>
                  </a:lnTo>
                  <a:cubicBezTo>
                    <a:pt x="141845" y="341180"/>
                    <a:pt x="136319" y="338894"/>
                    <a:pt x="130936" y="336300"/>
                  </a:cubicBezTo>
                  <a:lnTo>
                    <a:pt x="98516" y="368606"/>
                  </a:lnTo>
                  <a:cubicBezTo>
                    <a:pt x="95814" y="371230"/>
                    <a:pt x="91515" y="371230"/>
                    <a:pt x="88812" y="368606"/>
                  </a:cubicBezTo>
                  <a:lnTo>
                    <a:pt x="27169" y="306962"/>
                  </a:lnTo>
                  <a:cubicBezTo>
                    <a:pt x="25871" y="305655"/>
                    <a:pt x="25134" y="303895"/>
                    <a:pt x="25114" y="302054"/>
                  </a:cubicBezTo>
                  <a:cubicBezTo>
                    <a:pt x="25038" y="300059"/>
                    <a:pt x="25780" y="298121"/>
                    <a:pt x="27169" y="296688"/>
                  </a:cubicBezTo>
                  <a:lnTo>
                    <a:pt x="59589" y="264725"/>
                  </a:lnTo>
                  <a:cubicBezTo>
                    <a:pt x="56996" y="259380"/>
                    <a:pt x="54709" y="253892"/>
                    <a:pt x="52740" y="248287"/>
                  </a:cubicBezTo>
                  <a:lnTo>
                    <a:pt x="7078" y="248287"/>
                  </a:lnTo>
                  <a:cubicBezTo>
                    <a:pt x="3232" y="248350"/>
                    <a:pt x="64" y="245283"/>
                    <a:pt x="1" y="241439"/>
                  </a:cubicBezTo>
                  <a:cubicBezTo>
                    <a:pt x="0" y="241400"/>
                    <a:pt x="0" y="241362"/>
                    <a:pt x="0" y="241323"/>
                  </a:cubicBezTo>
                  <a:lnTo>
                    <a:pt x="0" y="154223"/>
                  </a:lnTo>
                  <a:cubicBezTo>
                    <a:pt x="-1" y="150440"/>
                    <a:pt x="3066" y="147374"/>
                    <a:pt x="6848" y="147373"/>
                  </a:cubicBezTo>
                  <a:cubicBezTo>
                    <a:pt x="6887" y="147373"/>
                    <a:pt x="6925" y="147373"/>
                    <a:pt x="6963" y="147374"/>
                  </a:cubicBezTo>
                  <a:lnTo>
                    <a:pt x="52625" y="147374"/>
                  </a:lnTo>
                  <a:cubicBezTo>
                    <a:pt x="54594" y="141731"/>
                    <a:pt x="56881" y="136205"/>
                    <a:pt x="59475" y="130821"/>
                  </a:cubicBezTo>
                  <a:lnTo>
                    <a:pt x="27169" y="98401"/>
                  </a:lnTo>
                  <a:cubicBezTo>
                    <a:pt x="24489" y="95821"/>
                    <a:pt x="24409" y="91558"/>
                    <a:pt x="26989" y="88878"/>
                  </a:cubicBezTo>
                  <a:cubicBezTo>
                    <a:pt x="27048" y="88817"/>
                    <a:pt x="27108" y="88757"/>
                    <a:pt x="27169" y="88698"/>
                  </a:cubicBezTo>
                  <a:lnTo>
                    <a:pt x="88812" y="27055"/>
                  </a:lnTo>
                  <a:cubicBezTo>
                    <a:pt x="91393" y="24375"/>
                    <a:pt x="95656" y="24295"/>
                    <a:pt x="98336" y="26875"/>
                  </a:cubicBezTo>
                  <a:cubicBezTo>
                    <a:pt x="98397" y="26934"/>
                    <a:pt x="98457" y="26994"/>
                    <a:pt x="98516" y="27055"/>
                  </a:cubicBezTo>
                  <a:lnTo>
                    <a:pt x="130936" y="59475"/>
                  </a:lnTo>
                  <a:cubicBezTo>
                    <a:pt x="136319" y="56881"/>
                    <a:pt x="141845" y="54594"/>
                    <a:pt x="147488" y="52625"/>
                  </a:cubicBezTo>
                  <a:lnTo>
                    <a:pt x="147488" y="6963"/>
                  </a:lnTo>
                  <a:cubicBezTo>
                    <a:pt x="147425" y="3181"/>
                    <a:pt x="150440" y="64"/>
                    <a:pt x="154222" y="1"/>
                  </a:cubicBezTo>
                  <a:cubicBezTo>
                    <a:pt x="154261" y="0"/>
                    <a:pt x="154299" y="0"/>
                    <a:pt x="154337" y="0"/>
                  </a:cubicBezTo>
                  <a:lnTo>
                    <a:pt x="241438" y="0"/>
                  </a:lnTo>
                  <a:cubicBezTo>
                    <a:pt x="245283" y="0"/>
                    <a:pt x="248401" y="3118"/>
                    <a:pt x="248401" y="6963"/>
                  </a:cubicBezTo>
                  <a:lnTo>
                    <a:pt x="248401" y="52625"/>
                  </a:lnTo>
                  <a:cubicBezTo>
                    <a:pt x="254006" y="54595"/>
                    <a:pt x="259495" y="56881"/>
                    <a:pt x="264839" y="59475"/>
                  </a:cubicBezTo>
                  <a:lnTo>
                    <a:pt x="296803" y="27055"/>
                  </a:lnTo>
                  <a:cubicBezTo>
                    <a:pt x="299544" y="24416"/>
                    <a:pt x="303879" y="24416"/>
                    <a:pt x="306620" y="27055"/>
                  </a:cubicBezTo>
                  <a:lnTo>
                    <a:pt x="368264" y="88698"/>
                  </a:lnTo>
                  <a:cubicBezTo>
                    <a:pt x="370888" y="91400"/>
                    <a:pt x="370888" y="95699"/>
                    <a:pt x="368264" y="98401"/>
                  </a:cubicBezTo>
                  <a:lnTo>
                    <a:pt x="335844" y="130821"/>
                  </a:lnTo>
                  <a:cubicBezTo>
                    <a:pt x="338437" y="136205"/>
                    <a:pt x="340724" y="141731"/>
                    <a:pt x="342693" y="147374"/>
                  </a:cubicBezTo>
                  <a:lnTo>
                    <a:pt x="388355" y="147374"/>
                  </a:lnTo>
                  <a:cubicBezTo>
                    <a:pt x="392137" y="147311"/>
                    <a:pt x="395254" y="150326"/>
                    <a:pt x="395317" y="154108"/>
                  </a:cubicBezTo>
                  <a:cubicBezTo>
                    <a:pt x="395318" y="154147"/>
                    <a:pt x="395318" y="154184"/>
                    <a:pt x="395318" y="154223"/>
                  </a:cubicBezTo>
                  <a:lnTo>
                    <a:pt x="395318" y="241323"/>
                  </a:lnTo>
                  <a:cubicBezTo>
                    <a:pt x="395318" y="245169"/>
                    <a:pt x="392201" y="248287"/>
                    <a:pt x="388355" y="248287"/>
                  </a:cubicBezTo>
                  <a:lnTo>
                    <a:pt x="342693" y="248287"/>
                  </a:lnTo>
                  <a:cubicBezTo>
                    <a:pt x="340724" y="253892"/>
                    <a:pt x="338437" y="259380"/>
                    <a:pt x="335844" y="264725"/>
                  </a:cubicBezTo>
                  <a:lnTo>
                    <a:pt x="368720" y="296688"/>
                  </a:lnTo>
                  <a:cubicBezTo>
                    <a:pt x="369966" y="298020"/>
                    <a:pt x="370660" y="299774"/>
                    <a:pt x="370661" y="301597"/>
                  </a:cubicBezTo>
                  <a:cubicBezTo>
                    <a:pt x="370684" y="303425"/>
                    <a:pt x="369986" y="305187"/>
                    <a:pt x="368720" y="306506"/>
                  </a:cubicBezTo>
                  <a:lnTo>
                    <a:pt x="307077" y="368149"/>
                  </a:lnTo>
                  <a:cubicBezTo>
                    <a:pt x="304336" y="370788"/>
                    <a:pt x="300000" y="370788"/>
                    <a:pt x="297259" y="368149"/>
                  </a:cubicBezTo>
                  <a:lnTo>
                    <a:pt x="264839" y="336186"/>
                  </a:lnTo>
                  <a:cubicBezTo>
                    <a:pt x="259495" y="338780"/>
                    <a:pt x="254006" y="341066"/>
                    <a:pt x="248401" y="343035"/>
                  </a:cubicBezTo>
                  <a:lnTo>
                    <a:pt x="248401" y="388697"/>
                  </a:lnTo>
                  <a:cubicBezTo>
                    <a:pt x="248464" y="392543"/>
                    <a:pt x="245398" y="395711"/>
                    <a:pt x="241553" y="395774"/>
                  </a:cubicBezTo>
                  <a:cubicBezTo>
                    <a:pt x="241514" y="395775"/>
                    <a:pt x="241476" y="395775"/>
                    <a:pt x="241438" y="395775"/>
                  </a:cubicBezTo>
                  <a:close/>
                  <a:moveTo>
                    <a:pt x="161529" y="381962"/>
                  </a:moveTo>
                  <a:lnTo>
                    <a:pt x="234817" y="381962"/>
                  </a:lnTo>
                  <a:lnTo>
                    <a:pt x="234817" y="338013"/>
                  </a:lnTo>
                  <a:cubicBezTo>
                    <a:pt x="234622" y="334803"/>
                    <a:pt x="236651" y="331878"/>
                    <a:pt x="239725" y="330935"/>
                  </a:cubicBezTo>
                  <a:cubicBezTo>
                    <a:pt x="247606" y="328521"/>
                    <a:pt x="255248" y="325387"/>
                    <a:pt x="262556" y="321574"/>
                  </a:cubicBezTo>
                  <a:cubicBezTo>
                    <a:pt x="265243" y="320188"/>
                    <a:pt x="268519" y="320696"/>
                    <a:pt x="270661" y="322830"/>
                  </a:cubicBezTo>
                  <a:lnTo>
                    <a:pt x="302168" y="353766"/>
                  </a:lnTo>
                  <a:lnTo>
                    <a:pt x="353880" y="302054"/>
                  </a:lnTo>
                  <a:lnTo>
                    <a:pt x="322830" y="271004"/>
                  </a:lnTo>
                  <a:cubicBezTo>
                    <a:pt x="320696" y="268861"/>
                    <a:pt x="320188" y="265586"/>
                    <a:pt x="321574" y="262899"/>
                  </a:cubicBezTo>
                  <a:cubicBezTo>
                    <a:pt x="325452" y="255449"/>
                    <a:pt x="328624" y="247652"/>
                    <a:pt x="331049" y="239611"/>
                  </a:cubicBezTo>
                  <a:cubicBezTo>
                    <a:pt x="331987" y="236749"/>
                    <a:pt x="334659" y="234815"/>
                    <a:pt x="337670" y="234817"/>
                  </a:cubicBezTo>
                  <a:lnTo>
                    <a:pt x="381620" y="234817"/>
                  </a:lnTo>
                  <a:lnTo>
                    <a:pt x="381620" y="161187"/>
                  </a:lnTo>
                  <a:lnTo>
                    <a:pt x="338127" y="161187"/>
                  </a:lnTo>
                  <a:cubicBezTo>
                    <a:pt x="334917" y="161381"/>
                    <a:pt x="331992" y="159352"/>
                    <a:pt x="331049" y="156278"/>
                  </a:cubicBezTo>
                  <a:cubicBezTo>
                    <a:pt x="328533" y="148144"/>
                    <a:pt x="325247" y="140270"/>
                    <a:pt x="321232" y="132762"/>
                  </a:cubicBezTo>
                  <a:cubicBezTo>
                    <a:pt x="319808" y="130081"/>
                    <a:pt x="320319" y="126782"/>
                    <a:pt x="322487" y="124657"/>
                  </a:cubicBezTo>
                  <a:lnTo>
                    <a:pt x="353880" y="93493"/>
                  </a:lnTo>
                  <a:lnTo>
                    <a:pt x="302168" y="41781"/>
                  </a:lnTo>
                  <a:lnTo>
                    <a:pt x="271118" y="72831"/>
                  </a:lnTo>
                  <a:cubicBezTo>
                    <a:pt x="268902" y="75187"/>
                    <a:pt x="265355" y="75707"/>
                    <a:pt x="262556" y="74087"/>
                  </a:cubicBezTo>
                  <a:cubicBezTo>
                    <a:pt x="255255" y="70107"/>
                    <a:pt x="247614" y="66783"/>
                    <a:pt x="239725" y="64155"/>
                  </a:cubicBezTo>
                  <a:cubicBezTo>
                    <a:pt x="236841" y="63248"/>
                    <a:pt x="234892" y="60557"/>
                    <a:pt x="234931" y="57534"/>
                  </a:cubicBezTo>
                  <a:lnTo>
                    <a:pt x="234931" y="13699"/>
                  </a:lnTo>
                  <a:lnTo>
                    <a:pt x="161301" y="13699"/>
                  </a:lnTo>
                  <a:lnTo>
                    <a:pt x="161301" y="57534"/>
                  </a:lnTo>
                  <a:cubicBezTo>
                    <a:pt x="161324" y="60589"/>
                    <a:pt x="159321" y="63290"/>
                    <a:pt x="156392" y="64155"/>
                  </a:cubicBezTo>
                  <a:cubicBezTo>
                    <a:pt x="148275" y="66760"/>
                    <a:pt x="140405" y="70084"/>
                    <a:pt x="132876" y="74087"/>
                  </a:cubicBezTo>
                  <a:cubicBezTo>
                    <a:pt x="130195" y="75510"/>
                    <a:pt x="126896" y="74999"/>
                    <a:pt x="124771" y="72831"/>
                  </a:cubicBezTo>
                  <a:lnTo>
                    <a:pt x="93607" y="41781"/>
                  </a:lnTo>
                  <a:lnTo>
                    <a:pt x="41895" y="93493"/>
                  </a:lnTo>
                  <a:lnTo>
                    <a:pt x="72945" y="124657"/>
                  </a:lnTo>
                  <a:cubicBezTo>
                    <a:pt x="75114" y="126782"/>
                    <a:pt x="75625" y="130081"/>
                    <a:pt x="74201" y="132762"/>
                  </a:cubicBezTo>
                  <a:cubicBezTo>
                    <a:pt x="70198" y="140291"/>
                    <a:pt x="66874" y="148160"/>
                    <a:pt x="64269" y="156278"/>
                  </a:cubicBezTo>
                  <a:cubicBezTo>
                    <a:pt x="63404" y="159207"/>
                    <a:pt x="60703" y="161209"/>
                    <a:pt x="57648" y="161187"/>
                  </a:cubicBezTo>
                  <a:lnTo>
                    <a:pt x="13813" y="161187"/>
                  </a:lnTo>
                  <a:lnTo>
                    <a:pt x="13813" y="234474"/>
                  </a:lnTo>
                  <a:lnTo>
                    <a:pt x="57648" y="234474"/>
                  </a:lnTo>
                  <a:cubicBezTo>
                    <a:pt x="60671" y="234435"/>
                    <a:pt x="63362" y="236384"/>
                    <a:pt x="64269" y="239269"/>
                  </a:cubicBezTo>
                  <a:cubicBezTo>
                    <a:pt x="66898" y="247267"/>
                    <a:pt x="70221" y="255022"/>
                    <a:pt x="74201" y="262442"/>
                  </a:cubicBezTo>
                  <a:cubicBezTo>
                    <a:pt x="75586" y="265129"/>
                    <a:pt x="75079" y="268404"/>
                    <a:pt x="72945" y="270547"/>
                  </a:cubicBezTo>
                  <a:lnTo>
                    <a:pt x="41895" y="302054"/>
                  </a:lnTo>
                  <a:lnTo>
                    <a:pt x="93607" y="353766"/>
                  </a:lnTo>
                  <a:lnTo>
                    <a:pt x="124771" y="322716"/>
                  </a:lnTo>
                  <a:cubicBezTo>
                    <a:pt x="126896" y="320547"/>
                    <a:pt x="130195" y="320037"/>
                    <a:pt x="132876" y="321460"/>
                  </a:cubicBezTo>
                  <a:cubicBezTo>
                    <a:pt x="140397" y="325357"/>
                    <a:pt x="148271" y="328530"/>
                    <a:pt x="156392" y="330935"/>
                  </a:cubicBezTo>
                  <a:cubicBezTo>
                    <a:pt x="159299" y="331832"/>
                    <a:pt x="161287" y="334514"/>
                    <a:pt x="161301" y="33755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DD9B4B0C-583D-9543-B572-584FA2F099FC}"/>
                </a:ext>
              </a:extLst>
            </p:cNvPr>
            <p:cNvSpPr/>
            <p:nvPr/>
          </p:nvSpPr>
          <p:spPr>
            <a:xfrm>
              <a:off x="5161039" y="2371404"/>
              <a:ext cx="242464" cy="242464"/>
            </a:xfrm>
            <a:custGeom>
              <a:avLst/>
              <a:gdLst>
                <a:gd name="connsiteX0" fmla="*/ 120775 w 242464"/>
                <a:gd name="connsiteY0" fmla="*/ 242464 h 242464"/>
                <a:gd name="connsiteX1" fmla="*/ 1 w 242464"/>
                <a:gd name="connsiteY1" fmla="*/ 120775 h 242464"/>
                <a:gd name="connsiteX2" fmla="*/ 121691 w 242464"/>
                <a:gd name="connsiteY2" fmla="*/ 1 h 242464"/>
                <a:gd name="connsiteX3" fmla="*/ 242464 w 242464"/>
                <a:gd name="connsiteY3" fmla="*/ 120775 h 242464"/>
                <a:gd name="connsiteX4" fmla="*/ 121461 w 242464"/>
                <a:gd name="connsiteY4" fmla="*/ 242464 h 242464"/>
                <a:gd name="connsiteX5" fmla="*/ 120775 w 242464"/>
                <a:gd name="connsiteY5" fmla="*/ 242464 h 242464"/>
                <a:gd name="connsiteX6" fmla="*/ 120775 w 242464"/>
                <a:gd name="connsiteY6" fmla="*/ 14154 h 242464"/>
                <a:gd name="connsiteX7" fmla="*/ 13355 w 242464"/>
                <a:gd name="connsiteY7" fmla="*/ 121574 h 242464"/>
                <a:gd name="connsiteX8" fmla="*/ 120775 w 242464"/>
                <a:gd name="connsiteY8" fmla="*/ 228994 h 242464"/>
                <a:gd name="connsiteX9" fmla="*/ 228195 w 242464"/>
                <a:gd name="connsiteY9" fmla="*/ 121574 h 242464"/>
                <a:gd name="connsiteX10" fmla="*/ 121348 w 242464"/>
                <a:gd name="connsiteY10" fmla="*/ 13357 h 242464"/>
                <a:gd name="connsiteX11" fmla="*/ 120775 w 242464"/>
                <a:gd name="connsiteY11" fmla="*/ 13355 h 24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464" h="242464">
                  <a:moveTo>
                    <a:pt x="120775" y="242464"/>
                  </a:moveTo>
                  <a:cubicBezTo>
                    <a:pt x="53821" y="242212"/>
                    <a:pt x="-252" y="187729"/>
                    <a:pt x="1" y="120775"/>
                  </a:cubicBezTo>
                  <a:cubicBezTo>
                    <a:pt x="254" y="53821"/>
                    <a:pt x="54735" y="-252"/>
                    <a:pt x="121691" y="1"/>
                  </a:cubicBezTo>
                  <a:cubicBezTo>
                    <a:pt x="188287" y="252"/>
                    <a:pt x="242213" y="54178"/>
                    <a:pt x="242464" y="120775"/>
                  </a:cubicBezTo>
                  <a:cubicBezTo>
                    <a:pt x="242654" y="187793"/>
                    <a:pt x="188478" y="242275"/>
                    <a:pt x="121461" y="242464"/>
                  </a:cubicBezTo>
                  <a:cubicBezTo>
                    <a:pt x="121233" y="242465"/>
                    <a:pt x="121003" y="242465"/>
                    <a:pt x="120775" y="242464"/>
                  </a:cubicBezTo>
                  <a:close/>
                  <a:moveTo>
                    <a:pt x="120775" y="14154"/>
                  </a:moveTo>
                  <a:cubicBezTo>
                    <a:pt x="61449" y="14154"/>
                    <a:pt x="13355" y="62248"/>
                    <a:pt x="13355" y="121574"/>
                  </a:cubicBezTo>
                  <a:cubicBezTo>
                    <a:pt x="13355" y="180900"/>
                    <a:pt x="61449" y="228994"/>
                    <a:pt x="120775" y="228994"/>
                  </a:cubicBezTo>
                  <a:cubicBezTo>
                    <a:pt x="180101" y="228994"/>
                    <a:pt x="228195" y="180900"/>
                    <a:pt x="228195" y="121574"/>
                  </a:cubicBezTo>
                  <a:cubicBezTo>
                    <a:pt x="228573" y="62186"/>
                    <a:pt x="180736" y="13736"/>
                    <a:pt x="121348" y="13357"/>
                  </a:cubicBezTo>
                  <a:cubicBezTo>
                    <a:pt x="121157" y="13356"/>
                    <a:pt x="120966" y="13356"/>
                    <a:pt x="120775" y="13355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D84C6B0-5284-394C-A4CB-EF1884BDBF57}"/>
                </a:ext>
              </a:extLst>
            </p:cNvPr>
            <p:cNvSpPr/>
            <p:nvPr/>
          </p:nvSpPr>
          <p:spPr>
            <a:xfrm>
              <a:off x="5237008" y="2414652"/>
              <a:ext cx="89555" cy="155053"/>
            </a:xfrm>
            <a:custGeom>
              <a:avLst/>
              <a:gdLst>
                <a:gd name="connsiteX0" fmla="*/ 44806 w 89555"/>
                <a:gd name="connsiteY0" fmla="*/ 155038 h 155053"/>
                <a:gd name="connsiteX1" fmla="*/ 58 w 89555"/>
                <a:gd name="connsiteY1" fmla="*/ 112801 h 155053"/>
                <a:gd name="connsiteX2" fmla="*/ 6075 w 89555"/>
                <a:gd name="connsiteY2" fmla="*/ 105005 h 155053"/>
                <a:gd name="connsiteX3" fmla="*/ 13870 w 89555"/>
                <a:gd name="connsiteY3" fmla="*/ 111021 h 155053"/>
                <a:gd name="connsiteX4" fmla="*/ 13870 w 89555"/>
                <a:gd name="connsiteY4" fmla="*/ 112801 h 155053"/>
                <a:gd name="connsiteX5" fmla="*/ 44806 w 89555"/>
                <a:gd name="connsiteY5" fmla="*/ 141111 h 155053"/>
                <a:gd name="connsiteX6" fmla="*/ 75742 w 89555"/>
                <a:gd name="connsiteY6" fmla="*/ 112801 h 155053"/>
                <a:gd name="connsiteX7" fmla="*/ 44806 w 89555"/>
                <a:gd name="connsiteY7" fmla="*/ 84376 h 155053"/>
                <a:gd name="connsiteX8" fmla="*/ 58 w 89555"/>
                <a:gd name="connsiteY8" fmla="*/ 42253 h 155053"/>
                <a:gd name="connsiteX9" fmla="*/ 44806 w 89555"/>
                <a:gd name="connsiteY9" fmla="*/ 16 h 155053"/>
                <a:gd name="connsiteX10" fmla="*/ 89555 w 89555"/>
                <a:gd name="connsiteY10" fmla="*/ 42253 h 155053"/>
                <a:gd name="connsiteX11" fmla="*/ 81760 w 89555"/>
                <a:gd name="connsiteY11" fmla="*/ 48270 h 155053"/>
                <a:gd name="connsiteX12" fmla="*/ 75742 w 89555"/>
                <a:gd name="connsiteY12" fmla="*/ 42253 h 155053"/>
                <a:gd name="connsiteX13" fmla="*/ 44806 w 89555"/>
                <a:gd name="connsiteY13" fmla="*/ 13829 h 155053"/>
                <a:gd name="connsiteX14" fmla="*/ 13870 w 89555"/>
                <a:gd name="connsiteY14" fmla="*/ 42253 h 155053"/>
                <a:gd name="connsiteX15" fmla="*/ 44806 w 89555"/>
                <a:gd name="connsiteY15" fmla="*/ 70564 h 155053"/>
                <a:gd name="connsiteX16" fmla="*/ 89555 w 89555"/>
                <a:gd name="connsiteY16" fmla="*/ 112801 h 155053"/>
                <a:gd name="connsiteX17" fmla="*/ 44806 w 89555"/>
                <a:gd name="connsiteY17" fmla="*/ 155038 h 15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555" h="155053">
                  <a:moveTo>
                    <a:pt x="44806" y="155038"/>
                  </a:moveTo>
                  <a:cubicBezTo>
                    <a:pt x="20807" y="155679"/>
                    <a:pt x="803" y="136798"/>
                    <a:pt x="58" y="112801"/>
                  </a:cubicBezTo>
                  <a:cubicBezTo>
                    <a:pt x="-433" y="108987"/>
                    <a:pt x="2260" y="105496"/>
                    <a:pt x="6075" y="105005"/>
                  </a:cubicBezTo>
                  <a:cubicBezTo>
                    <a:pt x="9889" y="104513"/>
                    <a:pt x="13380" y="107207"/>
                    <a:pt x="13870" y="111021"/>
                  </a:cubicBezTo>
                  <a:cubicBezTo>
                    <a:pt x="13947" y="111612"/>
                    <a:pt x="13947" y="112211"/>
                    <a:pt x="13870" y="112801"/>
                  </a:cubicBezTo>
                  <a:cubicBezTo>
                    <a:pt x="14672" y="129125"/>
                    <a:pt x="28474" y="141757"/>
                    <a:pt x="44806" y="141111"/>
                  </a:cubicBezTo>
                  <a:cubicBezTo>
                    <a:pt x="61139" y="141757"/>
                    <a:pt x="74941" y="129125"/>
                    <a:pt x="75742" y="112801"/>
                  </a:cubicBezTo>
                  <a:cubicBezTo>
                    <a:pt x="75002" y="96431"/>
                    <a:pt x="61181" y="83731"/>
                    <a:pt x="44806" y="84376"/>
                  </a:cubicBezTo>
                  <a:cubicBezTo>
                    <a:pt x="20825" y="85081"/>
                    <a:pt x="803" y="66232"/>
                    <a:pt x="58" y="42253"/>
                  </a:cubicBezTo>
                  <a:cubicBezTo>
                    <a:pt x="803" y="18255"/>
                    <a:pt x="20807" y="-625"/>
                    <a:pt x="44806" y="16"/>
                  </a:cubicBezTo>
                  <a:cubicBezTo>
                    <a:pt x="68806" y="-625"/>
                    <a:pt x="88810" y="18255"/>
                    <a:pt x="89555" y="42253"/>
                  </a:cubicBezTo>
                  <a:cubicBezTo>
                    <a:pt x="89064" y="46067"/>
                    <a:pt x="85573" y="48761"/>
                    <a:pt x="81760" y="48270"/>
                  </a:cubicBezTo>
                  <a:cubicBezTo>
                    <a:pt x="78619" y="47865"/>
                    <a:pt x="76147" y="45394"/>
                    <a:pt x="75742" y="42253"/>
                  </a:cubicBezTo>
                  <a:cubicBezTo>
                    <a:pt x="75002" y="25883"/>
                    <a:pt x="61181" y="13184"/>
                    <a:pt x="44806" y="13829"/>
                  </a:cubicBezTo>
                  <a:cubicBezTo>
                    <a:pt x="28432" y="13184"/>
                    <a:pt x="14611" y="25883"/>
                    <a:pt x="13870" y="42253"/>
                  </a:cubicBezTo>
                  <a:cubicBezTo>
                    <a:pt x="14672" y="58577"/>
                    <a:pt x="28475" y="71210"/>
                    <a:pt x="44806" y="70564"/>
                  </a:cubicBezTo>
                  <a:cubicBezTo>
                    <a:pt x="68806" y="69923"/>
                    <a:pt x="88810" y="88803"/>
                    <a:pt x="89555" y="112801"/>
                  </a:cubicBezTo>
                  <a:cubicBezTo>
                    <a:pt x="88810" y="136798"/>
                    <a:pt x="68806" y="155679"/>
                    <a:pt x="44806" y="155038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A1A5EFB9-3BE8-A54D-B582-1BAB311AD887}"/>
                </a:ext>
              </a:extLst>
            </p:cNvPr>
            <p:cNvSpPr/>
            <p:nvPr/>
          </p:nvSpPr>
          <p:spPr>
            <a:xfrm>
              <a:off x="5288663" y="2400399"/>
              <a:ext cx="13926" cy="183560"/>
            </a:xfrm>
            <a:custGeom>
              <a:avLst/>
              <a:gdLst>
                <a:gd name="connsiteX0" fmla="*/ 6963 w 13926"/>
                <a:gd name="connsiteY0" fmla="*/ 183561 h 183560"/>
                <a:gd name="connsiteX1" fmla="*/ 0 w 13926"/>
                <a:gd name="connsiteY1" fmla="*/ 176598 h 183560"/>
                <a:gd name="connsiteX2" fmla="*/ 0 w 13926"/>
                <a:gd name="connsiteY2" fmla="*/ 6963 h 183560"/>
                <a:gd name="connsiteX3" fmla="*/ 6963 w 13926"/>
                <a:gd name="connsiteY3" fmla="*/ 0 h 183560"/>
                <a:gd name="connsiteX4" fmla="*/ 13927 w 13926"/>
                <a:gd name="connsiteY4" fmla="*/ 6963 h 183560"/>
                <a:gd name="connsiteX5" fmla="*/ 13927 w 13926"/>
                <a:gd name="connsiteY5" fmla="*/ 176598 h 183560"/>
                <a:gd name="connsiteX6" fmla="*/ 6963 w 13926"/>
                <a:gd name="connsiteY6" fmla="*/ 183561 h 18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26" h="183560">
                  <a:moveTo>
                    <a:pt x="6963" y="183561"/>
                  </a:moveTo>
                  <a:cubicBezTo>
                    <a:pt x="3118" y="183561"/>
                    <a:pt x="0" y="180443"/>
                    <a:pt x="0" y="176598"/>
                  </a:cubicBezTo>
                  <a:lnTo>
                    <a:pt x="0" y="6963"/>
                  </a:lnTo>
                  <a:cubicBezTo>
                    <a:pt x="0" y="3118"/>
                    <a:pt x="3118" y="0"/>
                    <a:pt x="6963" y="0"/>
                  </a:cubicBezTo>
                  <a:cubicBezTo>
                    <a:pt x="10809" y="0"/>
                    <a:pt x="13927" y="3118"/>
                    <a:pt x="13927" y="6963"/>
                  </a:cubicBezTo>
                  <a:lnTo>
                    <a:pt x="13927" y="176598"/>
                  </a:lnTo>
                  <a:cubicBezTo>
                    <a:pt x="13927" y="180443"/>
                    <a:pt x="10809" y="183561"/>
                    <a:pt x="6963" y="18356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143D649-6069-9741-AD1F-B0E2867ACC46}"/>
                </a:ext>
              </a:extLst>
            </p:cNvPr>
            <p:cNvSpPr/>
            <p:nvPr/>
          </p:nvSpPr>
          <p:spPr>
            <a:xfrm>
              <a:off x="5260980" y="2399508"/>
              <a:ext cx="13927" cy="184451"/>
            </a:xfrm>
            <a:custGeom>
              <a:avLst/>
              <a:gdLst>
                <a:gd name="connsiteX0" fmla="*/ 7021 w 13927"/>
                <a:gd name="connsiteY0" fmla="*/ 184452 h 184451"/>
                <a:gd name="connsiteX1" fmla="*/ 58 w 13927"/>
                <a:gd name="connsiteY1" fmla="*/ 177488 h 184451"/>
                <a:gd name="connsiteX2" fmla="*/ 58 w 13927"/>
                <a:gd name="connsiteY2" fmla="*/ 7854 h 184451"/>
                <a:gd name="connsiteX3" fmla="*/ 6075 w 13927"/>
                <a:gd name="connsiteY3" fmla="*/ 58 h 184451"/>
                <a:gd name="connsiteX4" fmla="*/ 13870 w 13927"/>
                <a:gd name="connsiteY4" fmla="*/ 6074 h 184451"/>
                <a:gd name="connsiteX5" fmla="*/ 13870 w 13927"/>
                <a:gd name="connsiteY5" fmla="*/ 7854 h 184451"/>
                <a:gd name="connsiteX6" fmla="*/ 13870 w 13927"/>
                <a:gd name="connsiteY6" fmla="*/ 177488 h 184451"/>
                <a:gd name="connsiteX7" fmla="*/ 7136 w 13927"/>
                <a:gd name="connsiteY7" fmla="*/ 184450 h 184451"/>
                <a:gd name="connsiteX8" fmla="*/ 7021 w 13927"/>
                <a:gd name="connsiteY8" fmla="*/ 184452 h 18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27" h="184451">
                  <a:moveTo>
                    <a:pt x="7021" y="184452"/>
                  </a:moveTo>
                  <a:cubicBezTo>
                    <a:pt x="3175" y="184452"/>
                    <a:pt x="58" y="181334"/>
                    <a:pt x="58" y="177488"/>
                  </a:cubicBezTo>
                  <a:lnTo>
                    <a:pt x="58" y="7854"/>
                  </a:lnTo>
                  <a:cubicBezTo>
                    <a:pt x="-433" y="4040"/>
                    <a:pt x="2260" y="549"/>
                    <a:pt x="6075" y="58"/>
                  </a:cubicBezTo>
                  <a:cubicBezTo>
                    <a:pt x="9889" y="-434"/>
                    <a:pt x="13380" y="2260"/>
                    <a:pt x="13870" y="6074"/>
                  </a:cubicBezTo>
                  <a:cubicBezTo>
                    <a:pt x="13947" y="6665"/>
                    <a:pt x="13947" y="7263"/>
                    <a:pt x="13870" y="7854"/>
                  </a:cubicBezTo>
                  <a:lnTo>
                    <a:pt x="13870" y="177488"/>
                  </a:lnTo>
                  <a:cubicBezTo>
                    <a:pt x="13933" y="181270"/>
                    <a:pt x="10918" y="184388"/>
                    <a:pt x="7136" y="184450"/>
                  </a:cubicBezTo>
                  <a:cubicBezTo>
                    <a:pt x="7098" y="184452"/>
                    <a:pt x="7060" y="184452"/>
                    <a:pt x="7021" y="184452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0" name="Graphic 65">
            <a:extLst>
              <a:ext uri="{FF2B5EF4-FFF2-40B4-BE49-F238E27FC236}">
                <a16:creationId xmlns:a16="http://schemas.microsoft.com/office/drawing/2014/main" id="{84E183BD-FF56-5B46-B66A-75C4E06F5A15}"/>
              </a:ext>
            </a:extLst>
          </p:cNvPr>
          <p:cNvGrpSpPr>
            <a:grpSpLocks noChangeAspect="1"/>
          </p:cNvGrpSpPr>
          <p:nvPr/>
        </p:nvGrpSpPr>
        <p:grpSpPr>
          <a:xfrm>
            <a:off x="6796714" y="2307853"/>
            <a:ext cx="374116" cy="364794"/>
            <a:chOff x="5099237" y="2307853"/>
            <a:chExt cx="374116" cy="364794"/>
          </a:xfrm>
          <a:solidFill>
            <a:srgbClr val="FFFFFF"/>
          </a:solidFill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0BBB904-97F8-FF49-B332-829BF3F1653E}"/>
                </a:ext>
              </a:extLst>
            </p:cNvPr>
            <p:cNvSpPr/>
            <p:nvPr/>
          </p:nvSpPr>
          <p:spPr>
            <a:xfrm>
              <a:off x="5248715" y="2470645"/>
              <a:ext cx="75104" cy="132735"/>
            </a:xfrm>
            <a:custGeom>
              <a:avLst/>
              <a:gdLst>
                <a:gd name="connsiteX0" fmla="*/ 37608 w 75104"/>
                <a:gd name="connsiteY0" fmla="*/ 131813 h 132735"/>
                <a:gd name="connsiteX1" fmla="*/ 57 w 75104"/>
                <a:gd name="connsiteY1" fmla="*/ 95278 h 132735"/>
                <a:gd name="connsiteX2" fmla="*/ 5947 w 75104"/>
                <a:gd name="connsiteY2" fmla="*/ 87407 h 132735"/>
                <a:gd name="connsiteX3" fmla="*/ 13579 w 75104"/>
                <a:gd name="connsiteY3" fmla="*/ 93481 h 132735"/>
                <a:gd name="connsiteX4" fmla="*/ 13579 w 75104"/>
                <a:gd name="connsiteY4" fmla="*/ 95278 h 132735"/>
                <a:gd name="connsiteX5" fmla="*/ 37466 w 75104"/>
                <a:gd name="connsiteY5" fmla="*/ 118334 h 132735"/>
                <a:gd name="connsiteX6" fmla="*/ 37608 w 75104"/>
                <a:gd name="connsiteY6" fmla="*/ 118328 h 132735"/>
                <a:gd name="connsiteX7" fmla="*/ 63961 w 75104"/>
                <a:gd name="connsiteY7" fmla="*/ 100326 h 132735"/>
                <a:gd name="connsiteX8" fmla="*/ 46504 w 75104"/>
                <a:gd name="connsiteY8" fmla="*/ 73149 h 132735"/>
                <a:gd name="connsiteX9" fmla="*/ 37608 w 75104"/>
                <a:gd name="connsiteY9" fmla="*/ 73149 h 132735"/>
                <a:gd name="connsiteX10" fmla="*/ 57 w 75104"/>
                <a:gd name="connsiteY10" fmla="*/ 36614 h 132735"/>
                <a:gd name="connsiteX11" fmla="*/ 39599 w 75104"/>
                <a:gd name="connsiteY11" fmla="*/ 59 h 132735"/>
                <a:gd name="connsiteX12" fmla="*/ 75047 w 75104"/>
                <a:gd name="connsiteY12" fmla="*/ 36614 h 132735"/>
                <a:gd name="connsiteX13" fmla="*/ 69157 w 75104"/>
                <a:gd name="connsiteY13" fmla="*/ 44485 h 132735"/>
                <a:gd name="connsiteX14" fmla="*/ 61525 w 75104"/>
                <a:gd name="connsiteY14" fmla="*/ 38411 h 132735"/>
                <a:gd name="connsiteX15" fmla="*/ 61525 w 75104"/>
                <a:gd name="connsiteY15" fmla="*/ 36614 h 132735"/>
                <a:gd name="connsiteX16" fmla="*/ 37608 w 75104"/>
                <a:gd name="connsiteY16" fmla="*/ 14140 h 132735"/>
                <a:gd name="connsiteX17" fmla="*/ 13579 w 75104"/>
                <a:gd name="connsiteY17" fmla="*/ 36614 h 132735"/>
                <a:gd name="connsiteX18" fmla="*/ 37466 w 75104"/>
                <a:gd name="connsiteY18" fmla="*/ 59671 h 132735"/>
                <a:gd name="connsiteX19" fmla="*/ 37608 w 75104"/>
                <a:gd name="connsiteY19" fmla="*/ 59665 h 132735"/>
                <a:gd name="connsiteX20" fmla="*/ 73036 w 75104"/>
                <a:gd name="connsiteY20" fmla="*/ 96200 h 132735"/>
                <a:gd name="connsiteX21" fmla="*/ 37608 w 75104"/>
                <a:gd name="connsiteY21" fmla="*/ 132735 h 132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5104" h="132735">
                  <a:moveTo>
                    <a:pt x="37608" y="131813"/>
                  </a:moveTo>
                  <a:cubicBezTo>
                    <a:pt x="17464" y="132394"/>
                    <a:pt x="664" y="116050"/>
                    <a:pt x="57" y="95278"/>
                  </a:cubicBezTo>
                  <a:cubicBezTo>
                    <a:pt x="-424" y="91427"/>
                    <a:pt x="2212" y="87903"/>
                    <a:pt x="5947" y="87407"/>
                  </a:cubicBezTo>
                  <a:cubicBezTo>
                    <a:pt x="9681" y="86911"/>
                    <a:pt x="13099" y="89631"/>
                    <a:pt x="13579" y="93481"/>
                  </a:cubicBezTo>
                  <a:cubicBezTo>
                    <a:pt x="13654" y="94078"/>
                    <a:pt x="13654" y="94682"/>
                    <a:pt x="13579" y="95278"/>
                  </a:cubicBezTo>
                  <a:cubicBezTo>
                    <a:pt x="14002" y="108447"/>
                    <a:pt x="24696" y="118769"/>
                    <a:pt x="37466" y="118334"/>
                  </a:cubicBezTo>
                  <a:cubicBezTo>
                    <a:pt x="37513" y="118332"/>
                    <a:pt x="37561" y="118331"/>
                    <a:pt x="37608" y="118328"/>
                  </a:cubicBezTo>
                  <a:cubicBezTo>
                    <a:pt x="49706" y="120862"/>
                    <a:pt x="61504" y="112802"/>
                    <a:pt x="63961" y="100326"/>
                  </a:cubicBezTo>
                  <a:cubicBezTo>
                    <a:pt x="66417" y="87850"/>
                    <a:pt x="58602" y="75683"/>
                    <a:pt x="46504" y="73149"/>
                  </a:cubicBezTo>
                  <a:cubicBezTo>
                    <a:pt x="43568" y="72535"/>
                    <a:pt x="40544" y="72535"/>
                    <a:pt x="37608" y="73149"/>
                  </a:cubicBezTo>
                  <a:cubicBezTo>
                    <a:pt x="17464" y="73732"/>
                    <a:pt x="664" y="57386"/>
                    <a:pt x="57" y="36614"/>
                  </a:cubicBezTo>
                  <a:cubicBezTo>
                    <a:pt x="1188" y="15259"/>
                    <a:pt x="18891" y="-1108"/>
                    <a:pt x="39599" y="59"/>
                  </a:cubicBezTo>
                  <a:cubicBezTo>
                    <a:pt x="58727" y="1136"/>
                    <a:pt x="74003" y="16889"/>
                    <a:pt x="75047" y="36614"/>
                  </a:cubicBezTo>
                  <a:cubicBezTo>
                    <a:pt x="75528" y="40465"/>
                    <a:pt x="72892" y="43989"/>
                    <a:pt x="69157" y="44485"/>
                  </a:cubicBezTo>
                  <a:cubicBezTo>
                    <a:pt x="65423" y="44982"/>
                    <a:pt x="62005" y="42262"/>
                    <a:pt x="61525" y="38411"/>
                  </a:cubicBezTo>
                  <a:cubicBezTo>
                    <a:pt x="61450" y="37814"/>
                    <a:pt x="61450" y="37210"/>
                    <a:pt x="61525" y="36614"/>
                  </a:cubicBezTo>
                  <a:cubicBezTo>
                    <a:pt x="60921" y="23606"/>
                    <a:pt x="50224" y="13554"/>
                    <a:pt x="37608" y="14140"/>
                  </a:cubicBezTo>
                  <a:cubicBezTo>
                    <a:pt x="24971" y="13552"/>
                    <a:pt x="14242" y="23587"/>
                    <a:pt x="13579" y="36614"/>
                  </a:cubicBezTo>
                  <a:cubicBezTo>
                    <a:pt x="14002" y="49783"/>
                    <a:pt x="24696" y="60105"/>
                    <a:pt x="37466" y="59671"/>
                  </a:cubicBezTo>
                  <a:cubicBezTo>
                    <a:pt x="37513" y="59668"/>
                    <a:pt x="37561" y="59667"/>
                    <a:pt x="37608" y="59665"/>
                  </a:cubicBezTo>
                  <a:cubicBezTo>
                    <a:pt x="57174" y="59665"/>
                    <a:pt x="73036" y="76023"/>
                    <a:pt x="73036" y="96200"/>
                  </a:cubicBezTo>
                  <a:cubicBezTo>
                    <a:pt x="73036" y="116377"/>
                    <a:pt x="57174" y="132735"/>
                    <a:pt x="37608" y="132735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1293D6B6-8DEF-0849-8089-76104DF0723A}"/>
                </a:ext>
              </a:extLst>
            </p:cNvPr>
            <p:cNvSpPr/>
            <p:nvPr/>
          </p:nvSpPr>
          <p:spPr>
            <a:xfrm>
              <a:off x="5279505" y="2459174"/>
              <a:ext cx="13522" cy="155269"/>
            </a:xfrm>
            <a:custGeom>
              <a:avLst/>
              <a:gdLst>
                <a:gd name="connsiteX0" fmla="*/ 6817 w 13522"/>
                <a:gd name="connsiteY0" fmla="*/ 155270 h 155269"/>
                <a:gd name="connsiteX1" fmla="*/ 0 w 13522"/>
                <a:gd name="connsiteY1" fmla="*/ 148240 h 155269"/>
                <a:gd name="connsiteX2" fmla="*/ 0 w 13522"/>
                <a:gd name="connsiteY2" fmla="*/ 6133 h 155269"/>
                <a:gd name="connsiteX3" fmla="*/ 7632 w 13522"/>
                <a:gd name="connsiteY3" fmla="*/ 58 h 155269"/>
                <a:gd name="connsiteX4" fmla="*/ 13523 w 13522"/>
                <a:gd name="connsiteY4" fmla="*/ 6133 h 155269"/>
                <a:gd name="connsiteX5" fmla="*/ 13523 w 13522"/>
                <a:gd name="connsiteY5" fmla="*/ 148240 h 155269"/>
                <a:gd name="connsiteX6" fmla="*/ 6817 w 13522"/>
                <a:gd name="connsiteY6" fmla="*/ 155270 h 15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22" h="155269">
                  <a:moveTo>
                    <a:pt x="6817" y="155270"/>
                  </a:moveTo>
                  <a:cubicBezTo>
                    <a:pt x="3052" y="155270"/>
                    <a:pt x="0" y="152122"/>
                    <a:pt x="0" y="148240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148240"/>
                  </a:lnTo>
                  <a:cubicBezTo>
                    <a:pt x="13523" y="152077"/>
                    <a:pt x="10539" y="155207"/>
                    <a:pt x="6817" y="15527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74DC6041-1F77-1A41-9179-464D9588B855}"/>
                </a:ext>
              </a:extLst>
            </p:cNvPr>
            <p:cNvSpPr/>
            <p:nvPr/>
          </p:nvSpPr>
          <p:spPr>
            <a:xfrm>
              <a:off x="5459718" y="2453575"/>
              <a:ext cx="13635" cy="32362"/>
            </a:xfrm>
            <a:custGeom>
              <a:avLst/>
              <a:gdLst>
                <a:gd name="connsiteX0" fmla="*/ 6874 w 13635"/>
                <a:gd name="connsiteY0" fmla="*/ 32363 h 32362"/>
                <a:gd name="connsiteX1" fmla="*/ 57 w 13635"/>
                <a:gd name="connsiteY1" fmla="*/ 25332 h 32362"/>
                <a:gd name="connsiteX2" fmla="*/ 57 w 13635"/>
                <a:gd name="connsiteY2" fmla="*/ 7929 h 32362"/>
                <a:gd name="connsiteX3" fmla="*/ 5947 w 13635"/>
                <a:gd name="connsiteY3" fmla="*/ 59 h 32362"/>
                <a:gd name="connsiteX4" fmla="*/ 13580 w 13635"/>
                <a:gd name="connsiteY4" fmla="*/ 6132 h 32362"/>
                <a:gd name="connsiteX5" fmla="*/ 13580 w 13635"/>
                <a:gd name="connsiteY5" fmla="*/ 7929 h 32362"/>
                <a:gd name="connsiteX6" fmla="*/ 13580 w 13635"/>
                <a:gd name="connsiteY6" fmla="*/ 25332 h 32362"/>
                <a:gd name="connsiteX7" fmla="*/ 6987 w 13635"/>
                <a:gd name="connsiteY7" fmla="*/ 32362 h 32362"/>
                <a:gd name="connsiteX8" fmla="*/ 6874 w 13635"/>
                <a:gd name="connsiteY8" fmla="*/ 32363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32362">
                  <a:moveTo>
                    <a:pt x="6874" y="32363"/>
                  </a:moveTo>
                  <a:cubicBezTo>
                    <a:pt x="3109" y="32363"/>
                    <a:pt x="57" y="29215"/>
                    <a:pt x="57" y="25332"/>
                  </a:cubicBezTo>
                  <a:lnTo>
                    <a:pt x="57" y="7929"/>
                  </a:lnTo>
                  <a:cubicBezTo>
                    <a:pt x="-424" y="4079"/>
                    <a:pt x="2212" y="554"/>
                    <a:pt x="5947" y="59"/>
                  </a:cubicBezTo>
                  <a:cubicBezTo>
                    <a:pt x="9681" y="-438"/>
                    <a:pt x="13099" y="2282"/>
                    <a:pt x="13580" y="6132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25332"/>
                  </a:lnTo>
                  <a:cubicBezTo>
                    <a:pt x="13641" y="29151"/>
                    <a:pt x="10689" y="32298"/>
                    <a:pt x="6987" y="32362"/>
                  </a:cubicBezTo>
                  <a:cubicBezTo>
                    <a:pt x="6949" y="32363"/>
                    <a:pt x="6912" y="32363"/>
                    <a:pt x="6874" y="32363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ACE0F8D-059B-6144-B83C-4B3DDB825C27}"/>
                </a:ext>
              </a:extLst>
            </p:cNvPr>
            <p:cNvSpPr/>
            <p:nvPr/>
          </p:nvSpPr>
          <p:spPr>
            <a:xfrm>
              <a:off x="5459774" y="2509770"/>
              <a:ext cx="13523" cy="50159"/>
            </a:xfrm>
            <a:custGeom>
              <a:avLst/>
              <a:gdLst>
                <a:gd name="connsiteX0" fmla="*/ 6817 w 13523"/>
                <a:gd name="connsiteY0" fmla="*/ 50160 h 50159"/>
                <a:gd name="connsiteX1" fmla="*/ 0 w 13523"/>
                <a:gd name="connsiteY1" fmla="*/ 43129 h 50159"/>
                <a:gd name="connsiteX2" fmla="*/ 0 w 13523"/>
                <a:gd name="connsiteY2" fmla="*/ 6133 h 50159"/>
                <a:gd name="connsiteX3" fmla="*/ 7632 w 13523"/>
                <a:gd name="connsiteY3" fmla="*/ 58 h 50159"/>
                <a:gd name="connsiteX4" fmla="*/ 13523 w 13523"/>
                <a:gd name="connsiteY4" fmla="*/ 6133 h 50159"/>
                <a:gd name="connsiteX5" fmla="*/ 13523 w 13523"/>
                <a:gd name="connsiteY5" fmla="*/ 43129 h 50159"/>
                <a:gd name="connsiteX6" fmla="*/ 6930 w 13523"/>
                <a:gd name="connsiteY6" fmla="*/ 50159 h 50159"/>
                <a:gd name="connsiteX7" fmla="*/ 6817 w 13523"/>
                <a:gd name="connsiteY7" fmla="*/ 50160 h 5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3" h="50159">
                  <a:moveTo>
                    <a:pt x="6817" y="50160"/>
                  </a:moveTo>
                  <a:cubicBezTo>
                    <a:pt x="3052" y="50160"/>
                    <a:pt x="0" y="47012"/>
                    <a:pt x="0" y="43129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43129"/>
                  </a:lnTo>
                  <a:cubicBezTo>
                    <a:pt x="13584" y="46948"/>
                    <a:pt x="10633" y="50095"/>
                    <a:pt x="6930" y="50159"/>
                  </a:cubicBezTo>
                  <a:cubicBezTo>
                    <a:pt x="6892" y="50160"/>
                    <a:pt x="6855" y="50160"/>
                    <a:pt x="6817" y="50160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9A5B75F-4053-A743-AB48-CF2F9323B9CD}"/>
                </a:ext>
              </a:extLst>
            </p:cNvPr>
            <p:cNvSpPr/>
            <p:nvPr/>
          </p:nvSpPr>
          <p:spPr>
            <a:xfrm>
              <a:off x="5459774" y="2583762"/>
              <a:ext cx="13522" cy="30567"/>
            </a:xfrm>
            <a:custGeom>
              <a:avLst/>
              <a:gdLst>
                <a:gd name="connsiteX0" fmla="*/ 6817 w 13522"/>
                <a:gd name="connsiteY0" fmla="*/ 30567 h 30567"/>
                <a:gd name="connsiteX1" fmla="*/ 1 w 13522"/>
                <a:gd name="connsiteY1" fmla="*/ 23768 h 30567"/>
                <a:gd name="connsiteX2" fmla="*/ 0 w 13522"/>
                <a:gd name="connsiteY2" fmla="*/ 23652 h 30567"/>
                <a:gd name="connsiteX3" fmla="*/ 0 w 13522"/>
                <a:gd name="connsiteY3" fmla="*/ 6133 h 30567"/>
                <a:gd name="connsiteX4" fmla="*/ 7632 w 13522"/>
                <a:gd name="connsiteY4" fmla="*/ 58 h 30567"/>
                <a:gd name="connsiteX5" fmla="*/ 13523 w 13522"/>
                <a:gd name="connsiteY5" fmla="*/ 6133 h 30567"/>
                <a:gd name="connsiteX6" fmla="*/ 13523 w 13522"/>
                <a:gd name="connsiteY6" fmla="*/ 23652 h 30567"/>
                <a:gd name="connsiteX7" fmla="*/ 6817 w 13522"/>
                <a:gd name="connsiteY7" fmla="*/ 30567 h 3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2" h="30567">
                  <a:moveTo>
                    <a:pt x="6817" y="30567"/>
                  </a:moveTo>
                  <a:cubicBezTo>
                    <a:pt x="3115" y="30630"/>
                    <a:pt x="63" y="27586"/>
                    <a:pt x="1" y="23768"/>
                  </a:cubicBezTo>
                  <a:cubicBezTo>
                    <a:pt x="0" y="23729"/>
                    <a:pt x="0" y="23691"/>
                    <a:pt x="0" y="23652"/>
                  </a:cubicBezTo>
                  <a:lnTo>
                    <a:pt x="0" y="6133"/>
                  </a:lnTo>
                  <a:cubicBezTo>
                    <a:pt x="481" y="2283"/>
                    <a:pt x="3898" y="-437"/>
                    <a:pt x="7632" y="58"/>
                  </a:cubicBezTo>
                  <a:cubicBezTo>
                    <a:pt x="10707" y="467"/>
                    <a:pt x="13127" y="2963"/>
                    <a:pt x="13523" y="6133"/>
                  </a:cubicBezTo>
                  <a:lnTo>
                    <a:pt x="13523" y="23652"/>
                  </a:lnTo>
                  <a:cubicBezTo>
                    <a:pt x="13523" y="27471"/>
                    <a:pt x="10521" y="30567"/>
                    <a:pt x="6817" y="30567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A8A4276-BCE7-9A48-83BC-AE5C3A391FC9}"/>
                </a:ext>
              </a:extLst>
            </p:cNvPr>
            <p:cNvSpPr/>
            <p:nvPr/>
          </p:nvSpPr>
          <p:spPr>
            <a:xfrm>
              <a:off x="5099237" y="2343370"/>
              <a:ext cx="373616" cy="329276"/>
            </a:xfrm>
            <a:custGeom>
              <a:avLst/>
              <a:gdLst>
                <a:gd name="connsiteX0" fmla="*/ 351373 w 373616"/>
                <a:gd name="connsiteY0" fmla="*/ 329276 h 329276"/>
                <a:gd name="connsiteX1" fmla="*/ 22352 w 373616"/>
                <a:gd name="connsiteY1" fmla="*/ 329276 h 329276"/>
                <a:gd name="connsiteX2" fmla="*/ 0 w 373616"/>
                <a:gd name="connsiteY2" fmla="*/ 306226 h 329276"/>
                <a:gd name="connsiteX3" fmla="*/ 0 w 373616"/>
                <a:gd name="connsiteY3" fmla="*/ 23050 h 329276"/>
                <a:gd name="connsiteX4" fmla="*/ 22352 w 373616"/>
                <a:gd name="connsiteY4" fmla="*/ 0 h 329276"/>
                <a:gd name="connsiteX5" fmla="*/ 350926 w 373616"/>
                <a:gd name="connsiteY5" fmla="*/ 0 h 329276"/>
                <a:gd name="connsiteX6" fmla="*/ 373278 w 373616"/>
                <a:gd name="connsiteY6" fmla="*/ 23050 h 329276"/>
                <a:gd name="connsiteX7" fmla="*/ 373278 w 373616"/>
                <a:gd name="connsiteY7" fmla="*/ 118134 h 329276"/>
                <a:gd name="connsiteX8" fmla="*/ 360538 w 373616"/>
                <a:gd name="connsiteY8" fmla="*/ 118134 h 329276"/>
                <a:gd name="connsiteX9" fmla="*/ 360538 w 373616"/>
                <a:gd name="connsiteY9" fmla="*/ 23050 h 329276"/>
                <a:gd name="connsiteX10" fmla="*/ 351373 w 373616"/>
                <a:gd name="connsiteY10" fmla="*/ 13600 h 329276"/>
                <a:gd name="connsiteX11" fmla="*/ 22352 w 373616"/>
                <a:gd name="connsiteY11" fmla="*/ 13600 h 329276"/>
                <a:gd name="connsiteX12" fmla="*/ 13076 w 373616"/>
                <a:gd name="connsiteY12" fmla="*/ 23050 h 329276"/>
                <a:gd name="connsiteX13" fmla="*/ 13076 w 373616"/>
                <a:gd name="connsiteY13" fmla="*/ 305880 h 329276"/>
                <a:gd name="connsiteX14" fmla="*/ 22352 w 373616"/>
                <a:gd name="connsiteY14" fmla="*/ 315331 h 329276"/>
                <a:gd name="connsiteX15" fmla="*/ 350926 w 373616"/>
                <a:gd name="connsiteY15" fmla="*/ 315331 h 329276"/>
                <a:gd name="connsiteX16" fmla="*/ 360091 w 373616"/>
                <a:gd name="connsiteY16" fmla="*/ 305880 h 329276"/>
                <a:gd name="connsiteX17" fmla="*/ 360091 w 373616"/>
                <a:gd name="connsiteY17" fmla="*/ 264043 h 329276"/>
                <a:gd name="connsiteX18" fmla="*/ 373614 w 373616"/>
                <a:gd name="connsiteY18" fmla="*/ 264043 h 329276"/>
                <a:gd name="connsiteX19" fmla="*/ 373614 w 373616"/>
                <a:gd name="connsiteY19" fmla="*/ 305880 h 329276"/>
                <a:gd name="connsiteX20" fmla="*/ 351599 w 373616"/>
                <a:gd name="connsiteY20" fmla="*/ 329274 h 329276"/>
                <a:gd name="connsiteX21" fmla="*/ 351373 w 373616"/>
                <a:gd name="connsiteY21" fmla="*/ 329276 h 32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3616" h="329276">
                  <a:moveTo>
                    <a:pt x="351373" y="329276"/>
                  </a:moveTo>
                  <a:lnTo>
                    <a:pt x="22352" y="329276"/>
                  </a:lnTo>
                  <a:cubicBezTo>
                    <a:pt x="10007" y="329276"/>
                    <a:pt x="0" y="318957"/>
                    <a:pt x="0" y="306226"/>
                  </a:cubicBezTo>
                  <a:lnTo>
                    <a:pt x="0" y="23050"/>
                  </a:lnTo>
                  <a:cubicBezTo>
                    <a:pt x="0" y="10320"/>
                    <a:pt x="10007" y="0"/>
                    <a:pt x="22352" y="0"/>
                  </a:cubicBezTo>
                  <a:lnTo>
                    <a:pt x="350926" y="0"/>
                  </a:lnTo>
                  <a:cubicBezTo>
                    <a:pt x="363271" y="0"/>
                    <a:pt x="373278" y="10320"/>
                    <a:pt x="373278" y="23050"/>
                  </a:cubicBezTo>
                  <a:lnTo>
                    <a:pt x="373278" y="118134"/>
                  </a:lnTo>
                  <a:lnTo>
                    <a:pt x="360538" y="118134"/>
                  </a:lnTo>
                  <a:lnTo>
                    <a:pt x="360538" y="23050"/>
                  </a:lnTo>
                  <a:cubicBezTo>
                    <a:pt x="360538" y="17831"/>
                    <a:pt x="356435" y="13600"/>
                    <a:pt x="351373" y="13600"/>
                  </a:cubicBezTo>
                  <a:lnTo>
                    <a:pt x="22352" y="13600"/>
                  </a:lnTo>
                  <a:cubicBezTo>
                    <a:pt x="17272" y="13599"/>
                    <a:pt x="13137" y="17812"/>
                    <a:pt x="13076" y="23050"/>
                  </a:cubicBezTo>
                  <a:lnTo>
                    <a:pt x="13076" y="305880"/>
                  </a:lnTo>
                  <a:cubicBezTo>
                    <a:pt x="13137" y="311118"/>
                    <a:pt x="17272" y="315331"/>
                    <a:pt x="22352" y="315331"/>
                  </a:cubicBezTo>
                  <a:lnTo>
                    <a:pt x="350926" y="315331"/>
                  </a:lnTo>
                  <a:cubicBezTo>
                    <a:pt x="355988" y="315331"/>
                    <a:pt x="360091" y="311100"/>
                    <a:pt x="360091" y="305880"/>
                  </a:cubicBezTo>
                  <a:lnTo>
                    <a:pt x="360091" y="264043"/>
                  </a:lnTo>
                  <a:lnTo>
                    <a:pt x="373614" y="264043"/>
                  </a:lnTo>
                  <a:lnTo>
                    <a:pt x="373614" y="305880"/>
                  </a:lnTo>
                  <a:cubicBezTo>
                    <a:pt x="373799" y="318609"/>
                    <a:pt x="363943" y="329083"/>
                    <a:pt x="351599" y="329274"/>
                  </a:cubicBezTo>
                  <a:cubicBezTo>
                    <a:pt x="351524" y="329275"/>
                    <a:pt x="351449" y="329276"/>
                    <a:pt x="351373" y="32927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0DE97A6A-5FD5-904F-BB29-16122A81C2B4}"/>
                </a:ext>
              </a:extLst>
            </p:cNvPr>
            <p:cNvSpPr/>
            <p:nvPr/>
          </p:nvSpPr>
          <p:spPr>
            <a:xfrm>
              <a:off x="5106054" y="2402149"/>
              <a:ext cx="360537" cy="13945"/>
            </a:xfrm>
            <a:custGeom>
              <a:avLst/>
              <a:gdLst>
                <a:gd name="connsiteX0" fmla="*/ 0 w 360537"/>
                <a:gd name="connsiteY0" fmla="*/ 0 h 13945"/>
                <a:gd name="connsiteX1" fmla="*/ 360538 w 360537"/>
                <a:gd name="connsiteY1" fmla="*/ 0 h 13945"/>
                <a:gd name="connsiteX2" fmla="*/ 360538 w 360537"/>
                <a:gd name="connsiteY2" fmla="*/ 13946 h 13945"/>
                <a:gd name="connsiteX3" fmla="*/ 0 w 360537"/>
                <a:gd name="connsiteY3" fmla="*/ 13946 h 1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537" h="13945">
                  <a:moveTo>
                    <a:pt x="0" y="0"/>
                  </a:moveTo>
                  <a:lnTo>
                    <a:pt x="360538" y="0"/>
                  </a:lnTo>
                  <a:lnTo>
                    <a:pt x="360538" y="13946"/>
                  </a:lnTo>
                  <a:lnTo>
                    <a:pt x="0" y="13946"/>
                  </a:ln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7FA9048-843F-CF42-BFB2-4F2D144C54A9}"/>
                </a:ext>
              </a:extLst>
            </p:cNvPr>
            <p:cNvSpPr/>
            <p:nvPr/>
          </p:nvSpPr>
          <p:spPr>
            <a:xfrm>
              <a:off x="5164046" y="2307853"/>
              <a:ext cx="13636" cy="73897"/>
            </a:xfrm>
            <a:custGeom>
              <a:avLst/>
              <a:gdLst>
                <a:gd name="connsiteX0" fmla="*/ 7164 w 13636"/>
                <a:gd name="connsiteY0" fmla="*/ 73897 h 73897"/>
                <a:gd name="connsiteX1" fmla="*/ 347 w 13636"/>
                <a:gd name="connsiteY1" fmla="*/ 66867 h 73897"/>
                <a:gd name="connsiteX2" fmla="*/ 347 w 13636"/>
                <a:gd name="connsiteY2" fmla="*/ 9240 h 73897"/>
                <a:gd name="connsiteX3" fmla="*/ 4678 w 13636"/>
                <a:gd name="connsiteY3" fmla="*/ 358 h 73897"/>
                <a:gd name="connsiteX4" fmla="*/ 13292 w 13636"/>
                <a:gd name="connsiteY4" fmla="*/ 4824 h 73897"/>
                <a:gd name="connsiteX5" fmla="*/ 13423 w 13636"/>
                <a:gd name="connsiteY5" fmla="*/ 8779 h 73897"/>
                <a:gd name="connsiteX6" fmla="*/ 13423 w 13636"/>
                <a:gd name="connsiteY6" fmla="*/ 66406 h 73897"/>
                <a:gd name="connsiteX7" fmla="*/ 7314 w 13636"/>
                <a:gd name="connsiteY7" fmla="*/ 73886 h 73897"/>
                <a:gd name="connsiteX8" fmla="*/ 7164 w 13636"/>
                <a:gd name="connsiteY8" fmla="*/ 73897 h 7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6" h="73897">
                  <a:moveTo>
                    <a:pt x="7164" y="73897"/>
                  </a:moveTo>
                  <a:cubicBezTo>
                    <a:pt x="3399" y="73897"/>
                    <a:pt x="347" y="70749"/>
                    <a:pt x="347" y="66867"/>
                  </a:cubicBezTo>
                  <a:lnTo>
                    <a:pt x="347" y="9240"/>
                  </a:lnTo>
                  <a:cubicBezTo>
                    <a:pt x="-836" y="5554"/>
                    <a:pt x="1103" y="1577"/>
                    <a:pt x="4678" y="358"/>
                  </a:cubicBezTo>
                  <a:cubicBezTo>
                    <a:pt x="8253" y="-862"/>
                    <a:pt x="12109" y="1138"/>
                    <a:pt x="13292" y="4824"/>
                  </a:cubicBezTo>
                  <a:cubicBezTo>
                    <a:pt x="13702" y="6102"/>
                    <a:pt x="13747" y="7475"/>
                    <a:pt x="13423" y="8779"/>
                  </a:cubicBezTo>
                  <a:lnTo>
                    <a:pt x="13423" y="66406"/>
                  </a:lnTo>
                  <a:cubicBezTo>
                    <a:pt x="13739" y="70211"/>
                    <a:pt x="11004" y="73560"/>
                    <a:pt x="7314" y="73886"/>
                  </a:cubicBezTo>
                  <a:cubicBezTo>
                    <a:pt x="7264" y="73890"/>
                    <a:pt x="7214" y="73894"/>
                    <a:pt x="7164" y="73897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1011E46E-06C0-164F-BA8D-81F79BB79504}"/>
                </a:ext>
              </a:extLst>
            </p:cNvPr>
            <p:cNvSpPr/>
            <p:nvPr/>
          </p:nvSpPr>
          <p:spPr>
            <a:xfrm>
              <a:off x="5222116" y="2309163"/>
              <a:ext cx="13635" cy="72590"/>
            </a:xfrm>
            <a:custGeom>
              <a:avLst/>
              <a:gdLst>
                <a:gd name="connsiteX0" fmla="*/ 6650 w 13635"/>
                <a:gd name="connsiteY0" fmla="*/ 72586 h 72590"/>
                <a:gd name="connsiteX1" fmla="*/ 57 w 13635"/>
                <a:gd name="connsiteY1" fmla="*/ 65556 h 72590"/>
                <a:gd name="connsiteX2" fmla="*/ 57 w 13635"/>
                <a:gd name="connsiteY2" fmla="*/ 7929 h 72590"/>
                <a:gd name="connsiteX3" fmla="*/ 5947 w 13635"/>
                <a:gd name="connsiteY3" fmla="*/ 58 h 72590"/>
                <a:gd name="connsiteX4" fmla="*/ 13579 w 13635"/>
                <a:gd name="connsiteY4" fmla="*/ 6133 h 72590"/>
                <a:gd name="connsiteX5" fmla="*/ 13579 w 13635"/>
                <a:gd name="connsiteY5" fmla="*/ 7929 h 72590"/>
                <a:gd name="connsiteX6" fmla="*/ 13579 w 13635"/>
                <a:gd name="connsiteY6" fmla="*/ 65556 h 72590"/>
                <a:gd name="connsiteX7" fmla="*/ 6990 w 13635"/>
                <a:gd name="connsiteY7" fmla="*/ 72589 h 72590"/>
                <a:gd name="connsiteX8" fmla="*/ 6650 w 13635"/>
                <a:gd name="connsiteY8" fmla="*/ 72586 h 7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90">
                  <a:moveTo>
                    <a:pt x="6650" y="72586"/>
                  </a:moveTo>
                  <a:cubicBezTo>
                    <a:pt x="2972" y="72462"/>
                    <a:pt x="54" y="69350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79" y="6133"/>
                  </a:cubicBezTo>
                  <a:cubicBezTo>
                    <a:pt x="13654" y="6729"/>
                    <a:pt x="13654" y="7333"/>
                    <a:pt x="13579" y="7929"/>
                  </a:cubicBezTo>
                  <a:lnTo>
                    <a:pt x="13579" y="65556"/>
                  </a:lnTo>
                  <a:cubicBezTo>
                    <a:pt x="13643" y="69374"/>
                    <a:pt x="10693" y="72523"/>
                    <a:pt x="6990" y="72589"/>
                  </a:cubicBezTo>
                  <a:cubicBezTo>
                    <a:pt x="6877" y="72591"/>
                    <a:pt x="6763" y="72590"/>
                    <a:pt x="6650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9E08839A-0C9D-EA43-8E9C-97A3689BD06D}"/>
                </a:ext>
              </a:extLst>
            </p:cNvPr>
            <p:cNvSpPr/>
            <p:nvPr/>
          </p:nvSpPr>
          <p:spPr>
            <a:xfrm>
              <a:off x="5279449" y="2309163"/>
              <a:ext cx="13635" cy="72586"/>
            </a:xfrm>
            <a:custGeom>
              <a:avLst/>
              <a:gdLst>
                <a:gd name="connsiteX0" fmla="*/ 6874 w 13635"/>
                <a:gd name="connsiteY0" fmla="*/ 72586 h 72586"/>
                <a:gd name="connsiteX1" fmla="*/ 57 w 13635"/>
                <a:gd name="connsiteY1" fmla="*/ 65556 h 72586"/>
                <a:gd name="connsiteX2" fmla="*/ 57 w 13635"/>
                <a:gd name="connsiteY2" fmla="*/ 7929 h 72586"/>
                <a:gd name="connsiteX3" fmla="*/ 5947 w 13635"/>
                <a:gd name="connsiteY3" fmla="*/ 58 h 72586"/>
                <a:gd name="connsiteX4" fmla="*/ 13580 w 13635"/>
                <a:gd name="connsiteY4" fmla="*/ 6133 h 72586"/>
                <a:gd name="connsiteX5" fmla="*/ 13580 w 13635"/>
                <a:gd name="connsiteY5" fmla="*/ 7929 h 72586"/>
                <a:gd name="connsiteX6" fmla="*/ 13580 w 13635"/>
                <a:gd name="connsiteY6" fmla="*/ 65556 h 72586"/>
                <a:gd name="connsiteX7" fmla="*/ 6987 w 13635"/>
                <a:gd name="connsiteY7" fmla="*/ 72585 h 72586"/>
                <a:gd name="connsiteX8" fmla="*/ 6874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874" y="72586"/>
                  </a:moveTo>
                  <a:cubicBezTo>
                    <a:pt x="3109" y="72586"/>
                    <a:pt x="57" y="69438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80" y="6133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65556"/>
                  </a:lnTo>
                  <a:cubicBezTo>
                    <a:pt x="13641" y="69374"/>
                    <a:pt x="10689" y="72521"/>
                    <a:pt x="6987" y="72585"/>
                  </a:cubicBezTo>
                  <a:cubicBezTo>
                    <a:pt x="6949" y="72586"/>
                    <a:pt x="6912" y="72586"/>
                    <a:pt x="6874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ED4C62DC-9E3A-4941-866F-4E91BA32994C}"/>
                </a:ext>
              </a:extLst>
            </p:cNvPr>
            <p:cNvSpPr/>
            <p:nvPr/>
          </p:nvSpPr>
          <p:spPr>
            <a:xfrm>
              <a:off x="5337005" y="2309163"/>
              <a:ext cx="13635" cy="72586"/>
            </a:xfrm>
            <a:custGeom>
              <a:avLst/>
              <a:gdLst>
                <a:gd name="connsiteX0" fmla="*/ 6874 w 13635"/>
                <a:gd name="connsiteY0" fmla="*/ 72586 h 72586"/>
                <a:gd name="connsiteX1" fmla="*/ 57 w 13635"/>
                <a:gd name="connsiteY1" fmla="*/ 65556 h 72586"/>
                <a:gd name="connsiteX2" fmla="*/ 57 w 13635"/>
                <a:gd name="connsiteY2" fmla="*/ 7929 h 72586"/>
                <a:gd name="connsiteX3" fmla="*/ 5947 w 13635"/>
                <a:gd name="connsiteY3" fmla="*/ 58 h 72586"/>
                <a:gd name="connsiteX4" fmla="*/ 13579 w 13635"/>
                <a:gd name="connsiteY4" fmla="*/ 6133 h 72586"/>
                <a:gd name="connsiteX5" fmla="*/ 13579 w 13635"/>
                <a:gd name="connsiteY5" fmla="*/ 7929 h 72586"/>
                <a:gd name="connsiteX6" fmla="*/ 13579 w 13635"/>
                <a:gd name="connsiteY6" fmla="*/ 65556 h 72586"/>
                <a:gd name="connsiteX7" fmla="*/ 6987 w 13635"/>
                <a:gd name="connsiteY7" fmla="*/ 72585 h 72586"/>
                <a:gd name="connsiteX8" fmla="*/ 6874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874" y="72586"/>
                  </a:moveTo>
                  <a:cubicBezTo>
                    <a:pt x="3109" y="72586"/>
                    <a:pt x="57" y="69438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79" y="6133"/>
                  </a:cubicBezTo>
                  <a:cubicBezTo>
                    <a:pt x="13654" y="6729"/>
                    <a:pt x="13654" y="7333"/>
                    <a:pt x="13579" y="7929"/>
                  </a:cubicBezTo>
                  <a:lnTo>
                    <a:pt x="13579" y="65556"/>
                  </a:lnTo>
                  <a:cubicBezTo>
                    <a:pt x="13641" y="69374"/>
                    <a:pt x="10689" y="72521"/>
                    <a:pt x="6987" y="72585"/>
                  </a:cubicBezTo>
                  <a:cubicBezTo>
                    <a:pt x="6949" y="72586"/>
                    <a:pt x="6912" y="72586"/>
                    <a:pt x="6874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775F0A3-0922-754E-9A8A-E4ABC3F63467}"/>
                </a:ext>
              </a:extLst>
            </p:cNvPr>
            <p:cNvSpPr/>
            <p:nvPr/>
          </p:nvSpPr>
          <p:spPr>
            <a:xfrm>
              <a:off x="5394226" y="2309163"/>
              <a:ext cx="13635" cy="72586"/>
            </a:xfrm>
            <a:custGeom>
              <a:avLst/>
              <a:gdLst>
                <a:gd name="connsiteX0" fmla="*/ 6762 w 13635"/>
                <a:gd name="connsiteY0" fmla="*/ 72586 h 72586"/>
                <a:gd name="connsiteX1" fmla="*/ 55 w 13635"/>
                <a:gd name="connsiteY1" fmla="*/ 65672 h 72586"/>
                <a:gd name="connsiteX2" fmla="*/ 57 w 13635"/>
                <a:gd name="connsiteY2" fmla="*/ 65556 h 72586"/>
                <a:gd name="connsiteX3" fmla="*/ 57 w 13635"/>
                <a:gd name="connsiteY3" fmla="*/ 7929 h 72586"/>
                <a:gd name="connsiteX4" fmla="*/ 5947 w 13635"/>
                <a:gd name="connsiteY4" fmla="*/ 58 h 72586"/>
                <a:gd name="connsiteX5" fmla="*/ 13580 w 13635"/>
                <a:gd name="connsiteY5" fmla="*/ 6133 h 72586"/>
                <a:gd name="connsiteX6" fmla="*/ 13580 w 13635"/>
                <a:gd name="connsiteY6" fmla="*/ 7929 h 72586"/>
                <a:gd name="connsiteX7" fmla="*/ 13580 w 13635"/>
                <a:gd name="connsiteY7" fmla="*/ 65556 h 72586"/>
                <a:gd name="connsiteX8" fmla="*/ 6762 w 13635"/>
                <a:gd name="connsiteY8" fmla="*/ 72586 h 7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35" h="72586">
                  <a:moveTo>
                    <a:pt x="6762" y="72586"/>
                  </a:moveTo>
                  <a:cubicBezTo>
                    <a:pt x="3058" y="72587"/>
                    <a:pt x="57" y="69491"/>
                    <a:pt x="55" y="65672"/>
                  </a:cubicBezTo>
                  <a:cubicBezTo>
                    <a:pt x="55" y="65633"/>
                    <a:pt x="55" y="65594"/>
                    <a:pt x="57" y="65556"/>
                  </a:cubicBezTo>
                  <a:lnTo>
                    <a:pt x="57" y="7929"/>
                  </a:lnTo>
                  <a:cubicBezTo>
                    <a:pt x="-424" y="4079"/>
                    <a:pt x="2212" y="555"/>
                    <a:pt x="5947" y="58"/>
                  </a:cubicBezTo>
                  <a:cubicBezTo>
                    <a:pt x="9681" y="-438"/>
                    <a:pt x="13099" y="2282"/>
                    <a:pt x="13580" y="6133"/>
                  </a:cubicBezTo>
                  <a:cubicBezTo>
                    <a:pt x="13654" y="6729"/>
                    <a:pt x="13654" y="7333"/>
                    <a:pt x="13580" y="7929"/>
                  </a:cubicBezTo>
                  <a:lnTo>
                    <a:pt x="13580" y="65556"/>
                  </a:lnTo>
                  <a:cubicBezTo>
                    <a:pt x="13580" y="69438"/>
                    <a:pt x="10527" y="72586"/>
                    <a:pt x="6762" y="72586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B60E70ED-7345-4C42-949C-66B78ED8E14D}"/>
                </a:ext>
              </a:extLst>
            </p:cNvPr>
            <p:cNvSpPr/>
            <p:nvPr/>
          </p:nvSpPr>
          <p:spPr>
            <a:xfrm>
              <a:off x="5191662" y="2438799"/>
              <a:ext cx="189097" cy="195007"/>
            </a:xfrm>
            <a:custGeom>
              <a:avLst/>
              <a:gdLst>
                <a:gd name="connsiteX0" fmla="*/ 94661 w 189097"/>
                <a:gd name="connsiteY0" fmla="*/ 195007 h 195007"/>
                <a:gd name="connsiteX1" fmla="*/ 0 w 189097"/>
                <a:gd name="connsiteY1" fmla="*/ 97619 h 195007"/>
                <a:gd name="connsiteX2" fmla="*/ 94437 w 189097"/>
                <a:gd name="connsiteY2" fmla="*/ 0 h 195007"/>
                <a:gd name="connsiteX3" fmla="*/ 189098 w 189097"/>
                <a:gd name="connsiteY3" fmla="*/ 97388 h 195007"/>
                <a:gd name="connsiteX4" fmla="*/ 189098 w 189097"/>
                <a:gd name="connsiteY4" fmla="*/ 97619 h 195007"/>
                <a:gd name="connsiteX5" fmla="*/ 94661 w 189097"/>
                <a:gd name="connsiteY5" fmla="*/ 195007 h 195007"/>
                <a:gd name="connsiteX6" fmla="*/ 94661 w 189097"/>
                <a:gd name="connsiteY6" fmla="*/ 14061 h 195007"/>
                <a:gd name="connsiteX7" fmla="*/ 13747 w 189097"/>
                <a:gd name="connsiteY7" fmla="*/ 97734 h 195007"/>
                <a:gd name="connsiteX8" fmla="*/ 94884 w 189097"/>
                <a:gd name="connsiteY8" fmla="*/ 181177 h 195007"/>
                <a:gd name="connsiteX9" fmla="*/ 175798 w 189097"/>
                <a:gd name="connsiteY9" fmla="*/ 97619 h 195007"/>
                <a:gd name="connsiteX10" fmla="*/ 94661 w 189097"/>
                <a:gd name="connsiteY10" fmla="*/ 14061 h 195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097" h="195007">
                  <a:moveTo>
                    <a:pt x="94661" y="195007"/>
                  </a:moveTo>
                  <a:cubicBezTo>
                    <a:pt x="42443" y="195071"/>
                    <a:pt x="62" y="151468"/>
                    <a:pt x="0" y="97619"/>
                  </a:cubicBezTo>
                  <a:cubicBezTo>
                    <a:pt x="-62" y="43770"/>
                    <a:pt x="42220" y="63"/>
                    <a:pt x="94437" y="0"/>
                  </a:cubicBezTo>
                  <a:cubicBezTo>
                    <a:pt x="146655" y="-63"/>
                    <a:pt x="189036" y="43539"/>
                    <a:pt x="189098" y="97388"/>
                  </a:cubicBezTo>
                  <a:cubicBezTo>
                    <a:pt x="189098" y="97466"/>
                    <a:pt x="189098" y="97542"/>
                    <a:pt x="189098" y="97619"/>
                  </a:cubicBezTo>
                  <a:cubicBezTo>
                    <a:pt x="189036" y="151378"/>
                    <a:pt x="146791" y="194944"/>
                    <a:pt x="94661" y="195007"/>
                  </a:cubicBezTo>
                  <a:close/>
                  <a:moveTo>
                    <a:pt x="94661" y="14061"/>
                  </a:moveTo>
                  <a:cubicBezTo>
                    <a:pt x="49911" y="14124"/>
                    <a:pt x="13685" y="51586"/>
                    <a:pt x="13747" y="97734"/>
                  </a:cubicBezTo>
                  <a:cubicBezTo>
                    <a:pt x="13808" y="143882"/>
                    <a:pt x="50134" y="181240"/>
                    <a:pt x="94884" y="181177"/>
                  </a:cubicBezTo>
                  <a:cubicBezTo>
                    <a:pt x="139590" y="181114"/>
                    <a:pt x="175798" y="143722"/>
                    <a:pt x="175798" y="97619"/>
                  </a:cubicBezTo>
                  <a:cubicBezTo>
                    <a:pt x="175737" y="51452"/>
                    <a:pt x="139428" y="14061"/>
                    <a:pt x="94661" y="140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B9FAE7A-95F4-5448-825B-723EFF5BA846}"/>
                </a:ext>
              </a:extLst>
            </p:cNvPr>
            <p:cNvSpPr/>
            <p:nvPr/>
          </p:nvSpPr>
          <p:spPr>
            <a:xfrm>
              <a:off x="5156011" y="2402034"/>
              <a:ext cx="260400" cy="268538"/>
            </a:xfrm>
            <a:custGeom>
              <a:avLst/>
              <a:gdLst>
                <a:gd name="connsiteX0" fmla="*/ 130312 w 260400"/>
                <a:gd name="connsiteY0" fmla="*/ 268538 h 268538"/>
                <a:gd name="connsiteX1" fmla="*/ 0 w 260400"/>
                <a:gd name="connsiteY1" fmla="*/ 134384 h 268538"/>
                <a:gd name="connsiteX2" fmla="*/ 130089 w 260400"/>
                <a:gd name="connsiteY2" fmla="*/ 0 h 268538"/>
                <a:gd name="connsiteX3" fmla="*/ 260401 w 260400"/>
                <a:gd name="connsiteY3" fmla="*/ 134154 h 268538"/>
                <a:gd name="connsiteX4" fmla="*/ 260401 w 260400"/>
                <a:gd name="connsiteY4" fmla="*/ 134384 h 268538"/>
                <a:gd name="connsiteX5" fmla="*/ 130312 w 260400"/>
                <a:gd name="connsiteY5" fmla="*/ 268538 h 268538"/>
                <a:gd name="connsiteX6" fmla="*/ 130312 w 260400"/>
                <a:gd name="connsiteY6" fmla="*/ 14061 h 268538"/>
                <a:gd name="connsiteX7" fmla="*/ 13523 w 260400"/>
                <a:gd name="connsiteY7" fmla="*/ 134269 h 268538"/>
                <a:gd name="connsiteX8" fmla="*/ 130089 w 260400"/>
                <a:gd name="connsiteY8" fmla="*/ 254708 h 268538"/>
                <a:gd name="connsiteX9" fmla="*/ 246878 w 260400"/>
                <a:gd name="connsiteY9" fmla="*/ 134500 h 268538"/>
                <a:gd name="connsiteX10" fmla="*/ 246878 w 260400"/>
                <a:gd name="connsiteY10" fmla="*/ 134384 h 268538"/>
                <a:gd name="connsiteX11" fmla="*/ 130312 w 260400"/>
                <a:gd name="connsiteY11" fmla="*/ 14061 h 26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400" h="268538">
                  <a:moveTo>
                    <a:pt x="130312" y="268538"/>
                  </a:moveTo>
                  <a:cubicBezTo>
                    <a:pt x="58405" y="268602"/>
                    <a:pt x="62" y="208539"/>
                    <a:pt x="0" y="134384"/>
                  </a:cubicBezTo>
                  <a:cubicBezTo>
                    <a:pt x="-62" y="60230"/>
                    <a:pt x="58181" y="64"/>
                    <a:pt x="130089" y="0"/>
                  </a:cubicBezTo>
                  <a:cubicBezTo>
                    <a:pt x="201996" y="-64"/>
                    <a:pt x="260339" y="59999"/>
                    <a:pt x="260401" y="134154"/>
                  </a:cubicBezTo>
                  <a:cubicBezTo>
                    <a:pt x="260401" y="134231"/>
                    <a:pt x="260401" y="134307"/>
                    <a:pt x="260401" y="134384"/>
                  </a:cubicBezTo>
                  <a:cubicBezTo>
                    <a:pt x="260339" y="208449"/>
                    <a:pt x="202132" y="268475"/>
                    <a:pt x="130312" y="268538"/>
                  </a:cubicBezTo>
                  <a:close/>
                  <a:moveTo>
                    <a:pt x="130312" y="14061"/>
                  </a:moveTo>
                  <a:cubicBezTo>
                    <a:pt x="65872" y="13997"/>
                    <a:pt x="13585" y="67816"/>
                    <a:pt x="13523" y="134269"/>
                  </a:cubicBezTo>
                  <a:cubicBezTo>
                    <a:pt x="13461" y="200721"/>
                    <a:pt x="65650" y="254645"/>
                    <a:pt x="130089" y="254708"/>
                  </a:cubicBezTo>
                  <a:cubicBezTo>
                    <a:pt x="194527" y="254771"/>
                    <a:pt x="246816" y="200952"/>
                    <a:pt x="246878" y="134500"/>
                  </a:cubicBezTo>
                  <a:cubicBezTo>
                    <a:pt x="246878" y="134462"/>
                    <a:pt x="246878" y="134422"/>
                    <a:pt x="246878" y="134384"/>
                  </a:cubicBezTo>
                  <a:cubicBezTo>
                    <a:pt x="246816" y="68002"/>
                    <a:pt x="194683" y="14188"/>
                    <a:pt x="130312" y="14061"/>
                  </a:cubicBezTo>
                  <a:close/>
                </a:path>
              </a:pathLst>
            </a:custGeom>
            <a:grpFill/>
            <a:ln w="109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5" name="Graphic 67">
            <a:extLst>
              <a:ext uri="{FF2B5EF4-FFF2-40B4-BE49-F238E27FC236}">
                <a16:creationId xmlns:a16="http://schemas.microsoft.com/office/drawing/2014/main" id="{621ABD75-779C-3146-8345-416941E5184D}"/>
              </a:ext>
            </a:extLst>
          </p:cNvPr>
          <p:cNvGrpSpPr>
            <a:grpSpLocks noChangeAspect="1"/>
          </p:cNvGrpSpPr>
          <p:nvPr/>
        </p:nvGrpSpPr>
        <p:grpSpPr>
          <a:xfrm>
            <a:off x="7564451" y="3752737"/>
            <a:ext cx="410414" cy="410875"/>
            <a:chOff x="5076187" y="2286551"/>
            <a:chExt cx="410414" cy="410875"/>
          </a:xfrm>
          <a:solidFill>
            <a:srgbClr val="FFFFFF"/>
          </a:solidFill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32C4CA95-F09F-2545-A784-94BF673A6902}"/>
                </a:ext>
              </a:extLst>
            </p:cNvPr>
            <p:cNvSpPr/>
            <p:nvPr/>
          </p:nvSpPr>
          <p:spPr>
            <a:xfrm>
              <a:off x="5113835" y="2460955"/>
              <a:ext cx="147765" cy="214157"/>
            </a:xfrm>
            <a:custGeom>
              <a:avLst/>
              <a:gdLst>
                <a:gd name="connsiteX0" fmla="*/ 106186 w 147765"/>
                <a:gd name="connsiteY0" fmla="*/ 214113 h 214157"/>
                <a:gd name="connsiteX1" fmla="*/ 99963 w 147765"/>
                <a:gd name="connsiteY1" fmla="*/ 210309 h 214157"/>
                <a:gd name="connsiteX2" fmla="*/ 102721 w 147765"/>
                <a:gd name="connsiteY2" fmla="*/ 201097 h 214157"/>
                <a:gd name="connsiteX3" fmla="*/ 102959 w 147765"/>
                <a:gd name="connsiteY3" fmla="*/ 200974 h 214157"/>
                <a:gd name="connsiteX4" fmla="*/ 120708 w 147765"/>
                <a:gd name="connsiteY4" fmla="*/ 191869 h 214157"/>
                <a:gd name="connsiteX5" fmla="*/ 50404 w 147765"/>
                <a:gd name="connsiteY5" fmla="*/ 149917 h 214157"/>
                <a:gd name="connsiteX6" fmla="*/ 49713 w 147765"/>
                <a:gd name="connsiteY6" fmla="*/ 149226 h 214157"/>
                <a:gd name="connsiteX7" fmla="*/ 48791 w 147765"/>
                <a:gd name="connsiteY7" fmla="*/ 148304 h 214157"/>
                <a:gd name="connsiteX8" fmla="*/ 1883 w 147765"/>
                <a:gd name="connsiteY8" fmla="*/ 5967 h 214157"/>
                <a:gd name="connsiteX9" fmla="*/ 9466 w 147765"/>
                <a:gd name="connsiteY9" fmla="*/ 52 h 214157"/>
                <a:gd name="connsiteX10" fmla="*/ 9720 w 147765"/>
                <a:gd name="connsiteY10" fmla="*/ 89 h 214157"/>
                <a:gd name="connsiteX11" fmla="*/ 15713 w 147765"/>
                <a:gd name="connsiteY11" fmla="*/ 8041 h 214157"/>
                <a:gd name="connsiteX12" fmla="*/ 58702 w 147765"/>
                <a:gd name="connsiteY12" fmla="*/ 138622 h 214157"/>
                <a:gd name="connsiteX13" fmla="*/ 59509 w 147765"/>
                <a:gd name="connsiteY13" fmla="*/ 139314 h 214157"/>
                <a:gd name="connsiteX14" fmla="*/ 60201 w 147765"/>
                <a:gd name="connsiteY14" fmla="*/ 140121 h 214157"/>
                <a:gd name="connsiteX15" fmla="*/ 141915 w 147765"/>
                <a:gd name="connsiteY15" fmla="*/ 182879 h 214157"/>
                <a:gd name="connsiteX16" fmla="*/ 147677 w 147765"/>
                <a:gd name="connsiteY16" fmla="*/ 188642 h 214157"/>
                <a:gd name="connsiteX17" fmla="*/ 143989 w 147765"/>
                <a:gd name="connsiteY17" fmla="*/ 195903 h 214157"/>
                <a:gd name="connsiteX18" fmla="*/ 109414 w 147765"/>
                <a:gd name="connsiteY18" fmla="*/ 213767 h 214157"/>
                <a:gd name="connsiteX19" fmla="*/ 106186 w 147765"/>
                <a:gd name="connsiteY19" fmla="*/ 214113 h 21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765" h="214157">
                  <a:moveTo>
                    <a:pt x="106186" y="214113"/>
                  </a:moveTo>
                  <a:cubicBezTo>
                    <a:pt x="103558" y="214131"/>
                    <a:pt x="101145" y="212657"/>
                    <a:pt x="99963" y="210309"/>
                  </a:cubicBezTo>
                  <a:cubicBezTo>
                    <a:pt x="98180" y="207004"/>
                    <a:pt x="99415" y="202879"/>
                    <a:pt x="102721" y="201097"/>
                  </a:cubicBezTo>
                  <a:cubicBezTo>
                    <a:pt x="102799" y="201055"/>
                    <a:pt x="102879" y="201013"/>
                    <a:pt x="102959" y="200974"/>
                  </a:cubicBezTo>
                  <a:lnTo>
                    <a:pt x="120708" y="191869"/>
                  </a:lnTo>
                  <a:cubicBezTo>
                    <a:pt x="94116" y="184025"/>
                    <a:pt x="69934" y="169595"/>
                    <a:pt x="50404" y="149917"/>
                  </a:cubicBezTo>
                  <a:lnTo>
                    <a:pt x="49713" y="149226"/>
                  </a:lnTo>
                  <a:lnTo>
                    <a:pt x="48791" y="148304"/>
                  </a:lnTo>
                  <a:cubicBezTo>
                    <a:pt x="11371" y="111041"/>
                    <a:pt x="-6051" y="58176"/>
                    <a:pt x="1883" y="5967"/>
                  </a:cubicBezTo>
                  <a:cubicBezTo>
                    <a:pt x="2344" y="2239"/>
                    <a:pt x="5739" y="-408"/>
                    <a:pt x="9466" y="52"/>
                  </a:cubicBezTo>
                  <a:cubicBezTo>
                    <a:pt x="9551" y="63"/>
                    <a:pt x="9636" y="75"/>
                    <a:pt x="9720" y="89"/>
                  </a:cubicBezTo>
                  <a:cubicBezTo>
                    <a:pt x="13540" y="682"/>
                    <a:pt x="16195" y="4206"/>
                    <a:pt x="15713" y="8041"/>
                  </a:cubicBezTo>
                  <a:cubicBezTo>
                    <a:pt x="8361" y="55937"/>
                    <a:pt x="24336" y="104461"/>
                    <a:pt x="58702" y="138622"/>
                  </a:cubicBezTo>
                  <a:lnTo>
                    <a:pt x="59509" y="139314"/>
                  </a:lnTo>
                  <a:lnTo>
                    <a:pt x="60201" y="140121"/>
                  </a:lnTo>
                  <a:cubicBezTo>
                    <a:pt x="82358" y="162485"/>
                    <a:pt x="110908" y="177424"/>
                    <a:pt x="141915" y="182879"/>
                  </a:cubicBezTo>
                  <a:cubicBezTo>
                    <a:pt x="144866" y="183377"/>
                    <a:pt x="147179" y="185690"/>
                    <a:pt x="147677" y="188642"/>
                  </a:cubicBezTo>
                  <a:cubicBezTo>
                    <a:pt x="148155" y="191606"/>
                    <a:pt x="146664" y="194539"/>
                    <a:pt x="143989" y="195903"/>
                  </a:cubicBezTo>
                  <a:lnTo>
                    <a:pt x="109414" y="213767"/>
                  </a:lnTo>
                  <a:cubicBezTo>
                    <a:pt x="108375" y="214113"/>
                    <a:pt x="107274" y="214231"/>
                    <a:pt x="106186" y="21411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A1F0EAAA-00EB-0543-B66C-469E4E2E0C66}"/>
                </a:ext>
              </a:extLst>
            </p:cNvPr>
            <p:cNvSpPr/>
            <p:nvPr/>
          </p:nvSpPr>
          <p:spPr>
            <a:xfrm>
              <a:off x="5076187" y="2286551"/>
              <a:ext cx="204918" cy="204919"/>
            </a:xfrm>
            <a:custGeom>
              <a:avLst/>
              <a:gdLst>
                <a:gd name="connsiteX0" fmla="*/ 124242 w 204918"/>
                <a:gd name="connsiteY0" fmla="*/ 204919 h 204919"/>
                <a:gd name="connsiteX1" fmla="*/ 80677 w 204918"/>
                <a:gd name="connsiteY1" fmla="*/ 204919 h 204919"/>
                <a:gd name="connsiteX2" fmla="*/ 73646 w 204918"/>
                <a:gd name="connsiteY2" fmla="*/ 197889 h 204919"/>
                <a:gd name="connsiteX3" fmla="*/ 73646 w 204918"/>
                <a:gd name="connsiteY3" fmla="*/ 177489 h 204919"/>
                <a:gd name="connsiteX4" fmla="*/ 69728 w 204918"/>
                <a:gd name="connsiteY4" fmla="*/ 175875 h 204919"/>
                <a:gd name="connsiteX5" fmla="*/ 55321 w 204918"/>
                <a:gd name="connsiteY5" fmla="*/ 190282 h 204919"/>
                <a:gd name="connsiteX6" fmla="*/ 45409 w 204918"/>
                <a:gd name="connsiteY6" fmla="*/ 190282 h 204919"/>
                <a:gd name="connsiteX7" fmla="*/ 14637 w 204918"/>
                <a:gd name="connsiteY7" fmla="*/ 159509 h 204919"/>
                <a:gd name="connsiteX8" fmla="*/ 14504 w 204918"/>
                <a:gd name="connsiteY8" fmla="*/ 149731 h 204919"/>
                <a:gd name="connsiteX9" fmla="*/ 14637 w 204918"/>
                <a:gd name="connsiteY9" fmla="*/ 149598 h 204919"/>
                <a:gd name="connsiteX10" fmla="*/ 29044 w 204918"/>
                <a:gd name="connsiteY10" fmla="*/ 135191 h 204919"/>
                <a:gd name="connsiteX11" fmla="*/ 27430 w 204918"/>
                <a:gd name="connsiteY11" fmla="*/ 131157 h 204919"/>
                <a:gd name="connsiteX12" fmla="*/ 7030 w 204918"/>
                <a:gd name="connsiteY12" fmla="*/ 131157 h 204919"/>
                <a:gd name="connsiteX13" fmla="*/ 1 w 204918"/>
                <a:gd name="connsiteY13" fmla="*/ 124359 h 204919"/>
                <a:gd name="connsiteX14" fmla="*/ 0 w 204918"/>
                <a:gd name="connsiteY14" fmla="*/ 124242 h 204919"/>
                <a:gd name="connsiteX15" fmla="*/ 0 w 204918"/>
                <a:gd name="connsiteY15" fmla="*/ 80677 h 204919"/>
                <a:gd name="connsiteX16" fmla="*/ 7030 w 204918"/>
                <a:gd name="connsiteY16" fmla="*/ 73646 h 204919"/>
                <a:gd name="connsiteX17" fmla="*/ 27430 w 204918"/>
                <a:gd name="connsiteY17" fmla="*/ 73646 h 204919"/>
                <a:gd name="connsiteX18" fmla="*/ 29044 w 204918"/>
                <a:gd name="connsiteY18" fmla="*/ 69728 h 204919"/>
                <a:gd name="connsiteX19" fmla="*/ 14637 w 204918"/>
                <a:gd name="connsiteY19" fmla="*/ 55321 h 204919"/>
                <a:gd name="connsiteX20" fmla="*/ 12563 w 204918"/>
                <a:gd name="connsiteY20" fmla="*/ 50365 h 204919"/>
                <a:gd name="connsiteX21" fmla="*/ 14637 w 204918"/>
                <a:gd name="connsiteY21" fmla="*/ 45409 h 204919"/>
                <a:gd name="connsiteX22" fmla="*/ 45409 w 204918"/>
                <a:gd name="connsiteY22" fmla="*/ 14637 h 204919"/>
                <a:gd name="connsiteX23" fmla="*/ 55321 w 204918"/>
                <a:gd name="connsiteY23" fmla="*/ 14637 h 204919"/>
                <a:gd name="connsiteX24" fmla="*/ 69728 w 204918"/>
                <a:gd name="connsiteY24" fmla="*/ 29044 h 204919"/>
                <a:gd name="connsiteX25" fmla="*/ 73646 w 204918"/>
                <a:gd name="connsiteY25" fmla="*/ 27430 h 204919"/>
                <a:gd name="connsiteX26" fmla="*/ 73646 w 204918"/>
                <a:gd name="connsiteY26" fmla="*/ 7030 h 204919"/>
                <a:gd name="connsiteX27" fmla="*/ 80677 w 204918"/>
                <a:gd name="connsiteY27" fmla="*/ 0 h 204919"/>
                <a:gd name="connsiteX28" fmla="*/ 124242 w 204918"/>
                <a:gd name="connsiteY28" fmla="*/ 0 h 204919"/>
                <a:gd name="connsiteX29" fmla="*/ 131159 w 204918"/>
                <a:gd name="connsiteY29" fmla="*/ 6914 h 204919"/>
                <a:gd name="connsiteX30" fmla="*/ 131157 w 204918"/>
                <a:gd name="connsiteY30" fmla="*/ 7030 h 204919"/>
                <a:gd name="connsiteX31" fmla="*/ 131157 w 204918"/>
                <a:gd name="connsiteY31" fmla="*/ 27430 h 204919"/>
                <a:gd name="connsiteX32" fmla="*/ 135191 w 204918"/>
                <a:gd name="connsiteY32" fmla="*/ 29044 h 204919"/>
                <a:gd name="connsiteX33" fmla="*/ 149828 w 204918"/>
                <a:gd name="connsiteY33" fmla="*/ 14637 h 204919"/>
                <a:gd name="connsiteX34" fmla="*/ 159740 w 204918"/>
                <a:gd name="connsiteY34" fmla="*/ 14637 h 204919"/>
                <a:gd name="connsiteX35" fmla="*/ 190512 w 204918"/>
                <a:gd name="connsiteY35" fmla="*/ 45409 h 204919"/>
                <a:gd name="connsiteX36" fmla="*/ 192587 w 204918"/>
                <a:gd name="connsiteY36" fmla="*/ 50365 h 204919"/>
                <a:gd name="connsiteX37" fmla="*/ 190512 w 204918"/>
                <a:gd name="connsiteY37" fmla="*/ 55321 h 204919"/>
                <a:gd name="connsiteX38" fmla="*/ 175875 w 204918"/>
                <a:gd name="connsiteY38" fmla="*/ 69728 h 204919"/>
                <a:gd name="connsiteX39" fmla="*/ 177489 w 204918"/>
                <a:gd name="connsiteY39" fmla="*/ 73646 h 204919"/>
                <a:gd name="connsiteX40" fmla="*/ 197889 w 204918"/>
                <a:gd name="connsiteY40" fmla="*/ 73646 h 204919"/>
                <a:gd name="connsiteX41" fmla="*/ 204919 w 204918"/>
                <a:gd name="connsiteY41" fmla="*/ 80677 h 204919"/>
                <a:gd name="connsiteX42" fmla="*/ 204919 w 204918"/>
                <a:gd name="connsiteY42" fmla="*/ 124242 h 204919"/>
                <a:gd name="connsiteX43" fmla="*/ 198005 w 204918"/>
                <a:gd name="connsiteY43" fmla="*/ 131159 h 204919"/>
                <a:gd name="connsiteX44" fmla="*/ 197889 w 204918"/>
                <a:gd name="connsiteY44" fmla="*/ 131157 h 204919"/>
                <a:gd name="connsiteX45" fmla="*/ 177489 w 204918"/>
                <a:gd name="connsiteY45" fmla="*/ 131157 h 204919"/>
                <a:gd name="connsiteX46" fmla="*/ 175875 w 204918"/>
                <a:gd name="connsiteY46" fmla="*/ 135191 h 204919"/>
                <a:gd name="connsiteX47" fmla="*/ 190282 w 204918"/>
                <a:gd name="connsiteY47" fmla="*/ 149828 h 204919"/>
                <a:gd name="connsiteX48" fmla="*/ 190416 w 204918"/>
                <a:gd name="connsiteY48" fmla="*/ 159606 h 204919"/>
                <a:gd name="connsiteX49" fmla="*/ 190282 w 204918"/>
                <a:gd name="connsiteY49" fmla="*/ 159740 h 204919"/>
                <a:gd name="connsiteX50" fmla="*/ 159509 w 204918"/>
                <a:gd name="connsiteY50" fmla="*/ 190512 h 204919"/>
                <a:gd name="connsiteX51" fmla="*/ 154554 w 204918"/>
                <a:gd name="connsiteY51" fmla="*/ 192587 h 204919"/>
                <a:gd name="connsiteX52" fmla="*/ 149598 w 204918"/>
                <a:gd name="connsiteY52" fmla="*/ 190512 h 204919"/>
                <a:gd name="connsiteX53" fmla="*/ 135191 w 204918"/>
                <a:gd name="connsiteY53" fmla="*/ 176106 h 204919"/>
                <a:gd name="connsiteX54" fmla="*/ 131157 w 204918"/>
                <a:gd name="connsiteY54" fmla="*/ 177719 h 204919"/>
                <a:gd name="connsiteX55" fmla="*/ 131157 w 204918"/>
                <a:gd name="connsiteY55" fmla="*/ 198119 h 204919"/>
                <a:gd name="connsiteX56" fmla="*/ 129198 w 204918"/>
                <a:gd name="connsiteY56" fmla="*/ 203075 h 204919"/>
                <a:gd name="connsiteX57" fmla="*/ 124242 w 204918"/>
                <a:gd name="connsiteY57" fmla="*/ 204919 h 204919"/>
                <a:gd name="connsiteX58" fmla="*/ 87707 w 204918"/>
                <a:gd name="connsiteY58" fmla="*/ 190973 h 204919"/>
                <a:gd name="connsiteX59" fmla="*/ 117212 w 204918"/>
                <a:gd name="connsiteY59" fmla="*/ 190973 h 204919"/>
                <a:gd name="connsiteX60" fmla="*/ 117212 w 204918"/>
                <a:gd name="connsiteY60" fmla="*/ 172879 h 204919"/>
                <a:gd name="connsiteX61" fmla="*/ 122168 w 204918"/>
                <a:gd name="connsiteY61" fmla="*/ 166194 h 204919"/>
                <a:gd name="connsiteX62" fmla="*/ 133693 w 204918"/>
                <a:gd name="connsiteY62" fmla="*/ 161584 h 204919"/>
                <a:gd name="connsiteX63" fmla="*/ 141876 w 204918"/>
                <a:gd name="connsiteY63" fmla="*/ 162852 h 204919"/>
                <a:gd name="connsiteX64" fmla="*/ 154899 w 204918"/>
                <a:gd name="connsiteY64" fmla="*/ 175760 h 204919"/>
                <a:gd name="connsiteX65" fmla="*/ 175760 w 204918"/>
                <a:gd name="connsiteY65" fmla="*/ 154899 h 204919"/>
                <a:gd name="connsiteX66" fmla="*/ 162506 w 204918"/>
                <a:gd name="connsiteY66" fmla="*/ 141530 h 204919"/>
                <a:gd name="connsiteX67" fmla="*/ 161238 w 204918"/>
                <a:gd name="connsiteY67" fmla="*/ 133347 h 204919"/>
                <a:gd name="connsiteX68" fmla="*/ 165848 w 204918"/>
                <a:gd name="connsiteY68" fmla="*/ 121822 h 204919"/>
                <a:gd name="connsiteX69" fmla="*/ 172533 w 204918"/>
                <a:gd name="connsiteY69" fmla="*/ 116866 h 204919"/>
                <a:gd name="connsiteX70" fmla="*/ 190973 w 204918"/>
                <a:gd name="connsiteY70" fmla="*/ 116866 h 204919"/>
                <a:gd name="connsiteX71" fmla="*/ 190973 w 204918"/>
                <a:gd name="connsiteY71" fmla="*/ 87707 h 204919"/>
                <a:gd name="connsiteX72" fmla="*/ 172879 w 204918"/>
                <a:gd name="connsiteY72" fmla="*/ 87707 h 204919"/>
                <a:gd name="connsiteX73" fmla="*/ 166194 w 204918"/>
                <a:gd name="connsiteY73" fmla="*/ 82751 h 204919"/>
                <a:gd name="connsiteX74" fmla="*/ 161584 w 204918"/>
                <a:gd name="connsiteY74" fmla="*/ 71226 h 204919"/>
                <a:gd name="connsiteX75" fmla="*/ 162852 w 204918"/>
                <a:gd name="connsiteY75" fmla="*/ 63043 h 204919"/>
                <a:gd name="connsiteX76" fmla="*/ 175760 w 204918"/>
                <a:gd name="connsiteY76" fmla="*/ 50020 h 204919"/>
                <a:gd name="connsiteX77" fmla="*/ 154554 w 204918"/>
                <a:gd name="connsiteY77" fmla="*/ 29389 h 204919"/>
                <a:gd name="connsiteX78" fmla="*/ 141530 w 204918"/>
                <a:gd name="connsiteY78" fmla="*/ 42413 h 204919"/>
                <a:gd name="connsiteX79" fmla="*/ 133347 w 204918"/>
                <a:gd name="connsiteY79" fmla="*/ 43681 h 204919"/>
                <a:gd name="connsiteX80" fmla="*/ 121822 w 204918"/>
                <a:gd name="connsiteY80" fmla="*/ 39071 h 204919"/>
                <a:gd name="connsiteX81" fmla="*/ 116866 w 204918"/>
                <a:gd name="connsiteY81" fmla="*/ 32386 h 204919"/>
                <a:gd name="connsiteX82" fmla="*/ 116866 w 204918"/>
                <a:gd name="connsiteY82" fmla="*/ 13946 h 204919"/>
                <a:gd name="connsiteX83" fmla="*/ 87707 w 204918"/>
                <a:gd name="connsiteY83" fmla="*/ 13946 h 204919"/>
                <a:gd name="connsiteX84" fmla="*/ 87707 w 204918"/>
                <a:gd name="connsiteY84" fmla="*/ 32386 h 204919"/>
                <a:gd name="connsiteX85" fmla="*/ 82751 w 204918"/>
                <a:gd name="connsiteY85" fmla="*/ 39071 h 204919"/>
                <a:gd name="connsiteX86" fmla="*/ 71226 w 204918"/>
                <a:gd name="connsiteY86" fmla="*/ 43681 h 204919"/>
                <a:gd name="connsiteX87" fmla="*/ 63043 w 204918"/>
                <a:gd name="connsiteY87" fmla="*/ 42413 h 204919"/>
                <a:gd name="connsiteX88" fmla="*/ 50365 w 204918"/>
                <a:gd name="connsiteY88" fmla="*/ 29389 h 204919"/>
                <a:gd name="connsiteX89" fmla="*/ 29389 w 204918"/>
                <a:gd name="connsiteY89" fmla="*/ 50365 h 204919"/>
                <a:gd name="connsiteX90" fmla="*/ 42413 w 204918"/>
                <a:gd name="connsiteY90" fmla="*/ 63389 h 204919"/>
                <a:gd name="connsiteX91" fmla="*/ 43681 w 204918"/>
                <a:gd name="connsiteY91" fmla="*/ 71572 h 204919"/>
                <a:gd name="connsiteX92" fmla="*/ 39071 w 204918"/>
                <a:gd name="connsiteY92" fmla="*/ 83097 h 204919"/>
                <a:gd name="connsiteX93" fmla="*/ 32386 w 204918"/>
                <a:gd name="connsiteY93" fmla="*/ 88053 h 204919"/>
                <a:gd name="connsiteX94" fmla="*/ 13946 w 204918"/>
                <a:gd name="connsiteY94" fmla="*/ 88053 h 204919"/>
                <a:gd name="connsiteX95" fmla="*/ 13946 w 204918"/>
                <a:gd name="connsiteY95" fmla="*/ 117558 h 204919"/>
                <a:gd name="connsiteX96" fmla="*/ 32386 w 204918"/>
                <a:gd name="connsiteY96" fmla="*/ 117558 h 204919"/>
                <a:gd name="connsiteX97" fmla="*/ 39071 w 204918"/>
                <a:gd name="connsiteY97" fmla="*/ 122513 h 204919"/>
                <a:gd name="connsiteX98" fmla="*/ 43681 w 204918"/>
                <a:gd name="connsiteY98" fmla="*/ 134039 h 204919"/>
                <a:gd name="connsiteX99" fmla="*/ 42413 w 204918"/>
                <a:gd name="connsiteY99" fmla="*/ 142222 h 204919"/>
                <a:gd name="connsiteX100" fmla="*/ 29389 w 204918"/>
                <a:gd name="connsiteY100" fmla="*/ 154554 h 204919"/>
                <a:gd name="connsiteX101" fmla="*/ 50365 w 204918"/>
                <a:gd name="connsiteY101" fmla="*/ 175414 h 204919"/>
                <a:gd name="connsiteX102" fmla="*/ 63389 w 204918"/>
                <a:gd name="connsiteY102" fmla="*/ 162506 h 204919"/>
                <a:gd name="connsiteX103" fmla="*/ 71572 w 204918"/>
                <a:gd name="connsiteY103" fmla="*/ 161354 h 204919"/>
                <a:gd name="connsiteX104" fmla="*/ 83097 w 204918"/>
                <a:gd name="connsiteY104" fmla="*/ 165964 h 204919"/>
                <a:gd name="connsiteX105" fmla="*/ 88053 w 204918"/>
                <a:gd name="connsiteY105" fmla="*/ 172648 h 20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04918" h="204919">
                  <a:moveTo>
                    <a:pt x="124242" y="204919"/>
                  </a:moveTo>
                  <a:lnTo>
                    <a:pt x="80677" y="204919"/>
                  </a:lnTo>
                  <a:cubicBezTo>
                    <a:pt x="76794" y="204919"/>
                    <a:pt x="73646" y="201771"/>
                    <a:pt x="73646" y="197889"/>
                  </a:cubicBezTo>
                  <a:lnTo>
                    <a:pt x="73646" y="177489"/>
                  </a:lnTo>
                  <a:lnTo>
                    <a:pt x="69728" y="175875"/>
                  </a:lnTo>
                  <a:lnTo>
                    <a:pt x="55321" y="190282"/>
                  </a:lnTo>
                  <a:cubicBezTo>
                    <a:pt x="52554" y="192945"/>
                    <a:pt x="48176" y="192945"/>
                    <a:pt x="45409" y="190282"/>
                  </a:cubicBezTo>
                  <a:lnTo>
                    <a:pt x="14637" y="159509"/>
                  </a:lnTo>
                  <a:cubicBezTo>
                    <a:pt x="11900" y="156846"/>
                    <a:pt x="11840" y="152468"/>
                    <a:pt x="14504" y="149731"/>
                  </a:cubicBezTo>
                  <a:cubicBezTo>
                    <a:pt x="14548" y="149685"/>
                    <a:pt x="14592" y="149642"/>
                    <a:pt x="14637" y="149598"/>
                  </a:cubicBezTo>
                  <a:lnTo>
                    <a:pt x="29044" y="135191"/>
                  </a:lnTo>
                  <a:cubicBezTo>
                    <a:pt x="28437" y="133875"/>
                    <a:pt x="27898" y="132529"/>
                    <a:pt x="27430" y="131157"/>
                  </a:cubicBezTo>
                  <a:lnTo>
                    <a:pt x="7030" y="131157"/>
                  </a:lnTo>
                  <a:cubicBezTo>
                    <a:pt x="3212" y="131221"/>
                    <a:pt x="65" y="128177"/>
                    <a:pt x="1" y="124359"/>
                  </a:cubicBezTo>
                  <a:cubicBezTo>
                    <a:pt x="0" y="124319"/>
                    <a:pt x="0" y="124281"/>
                    <a:pt x="0" y="124242"/>
                  </a:cubicBezTo>
                  <a:lnTo>
                    <a:pt x="0" y="80677"/>
                  </a:lnTo>
                  <a:cubicBezTo>
                    <a:pt x="0" y="76794"/>
                    <a:pt x="3148" y="73646"/>
                    <a:pt x="7030" y="73646"/>
                  </a:cubicBezTo>
                  <a:lnTo>
                    <a:pt x="27430" y="73646"/>
                  </a:lnTo>
                  <a:cubicBezTo>
                    <a:pt x="27430" y="72379"/>
                    <a:pt x="28467" y="70996"/>
                    <a:pt x="29044" y="69728"/>
                  </a:cubicBezTo>
                  <a:lnTo>
                    <a:pt x="14637" y="55321"/>
                  </a:lnTo>
                  <a:cubicBezTo>
                    <a:pt x="13306" y="54016"/>
                    <a:pt x="12558" y="52229"/>
                    <a:pt x="12563" y="50365"/>
                  </a:cubicBezTo>
                  <a:cubicBezTo>
                    <a:pt x="12531" y="48496"/>
                    <a:pt x="13283" y="46699"/>
                    <a:pt x="14637" y="45409"/>
                  </a:cubicBezTo>
                  <a:lnTo>
                    <a:pt x="45409" y="14637"/>
                  </a:lnTo>
                  <a:cubicBezTo>
                    <a:pt x="48176" y="11973"/>
                    <a:pt x="52554" y="11973"/>
                    <a:pt x="55321" y="14637"/>
                  </a:cubicBezTo>
                  <a:lnTo>
                    <a:pt x="69728" y="29044"/>
                  </a:lnTo>
                  <a:lnTo>
                    <a:pt x="73646" y="27430"/>
                  </a:lnTo>
                  <a:lnTo>
                    <a:pt x="73646" y="7030"/>
                  </a:lnTo>
                  <a:cubicBezTo>
                    <a:pt x="73646" y="3148"/>
                    <a:pt x="76794" y="0"/>
                    <a:pt x="80677" y="0"/>
                  </a:cubicBezTo>
                  <a:lnTo>
                    <a:pt x="124242" y="0"/>
                  </a:lnTo>
                  <a:cubicBezTo>
                    <a:pt x="128062" y="-1"/>
                    <a:pt x="131157" y="3095"/>
                    <a:pt x="131159" y="6914"/>
                  </a:cubicBezTo>
                  <a:cubicBezTo>
                    <a:pt x="131159" y="6953"/>
                    <a:pt x="131159" y="6992"/>
                    <a:pt x="131157" y="7030"/>
                  </a:cubicBezTo>
                  <a:lnTo>
                    <a:pt x="131157" y="27430"/>
                  </a:lnTo>
                  <a:lnTo>
                    <a:pt x="135191" y="29044"/>
                  </a:lnTo>
                  <a:lnTo>
                    <a:pt x="149828" y="14637"/>
                  </a:lnTo>
                  <a:cubicBezTo>
                    <a:pt x="152595" y="11973"/>
                    <a:pt x="156973" y="11973"/>
                    <a:pt x="159740" y="14637"/>
                  </a:cubicBezTo>
                  <a:lnTo>
                    <a:pt x="190512" y="45409"/>
                  </a:lnTo>
                  <a:cubicBezTo>
                    <a:pt x="191823" y="46729"/>
                    <a:pt x="192566" y="48506"/>
                    <a:pt x="192587" y="50365"/>
                  </a:cubicBezTo>
                  <a:cubicBezTo>
                    <a:pt x="192543" y="52219"/>
                    <a:pt x="191802" y="53989"/>
                    <a:pt x="190512" y="55321"/>
                  </a:cubicBezTo>
                  <a:lnTo>
                    <a:pt x="175875" y="69728"/>
                  </a:lnTo>
                  <a:cubicBezTo>
                    <a:pt x="176452" y="70996"/>
                    <a:pt x="176913" y="72379"/>
                    <a:pt x="177489" y="73646"/>
                  </a:cubicBezTo>
                  <a:lnTo>
                    <a:pt x="197889" y="73646"/>
                  </a:lnTo>
                  <a:cubicBezTo>
                    <a:pt x="201771" y="73646"/>
                    <a:pt x="204919" y="76794"/>
                    <a:pt x="204919" y="80677"/>
                  </a:cubicBezTo>
                  <a:lnTo>
                    <a:pt x="204919" y="124242"/>
                  </a:lnTo>
                  <a:cubicBezTo>
                    <a:pt x="204919" y="128062"/>
                    <a:pt x="201824" y="131157"/>
                    <a:pt x="198005" y="131159"/>
                  </a:cubicBezTo>
                  <a:cubicBezTo>
                    <a:pt x="197966" y="131159"/>
                    <a:pt x="197928" y="131159"/>
                    <a:pt x="197889" y="131157"/>
                  </a:cubicBezTo>
                  <a:lnTo>
                    <a:pt x="177489" y="131157"/>
                  </a:lnTo>
                  <a:cubicBezTo>
                    <a:pt x="176913" y="132540"/>
                    <a:pt x="176452" y="133923"/>
                    <a:pt x="175875" y="135191"/>
                  </a:cubicBezTo>
                  <a:lnTo>
                    <a:pt x="190282" y="149828"/>
                  </a:lnTo>
                  <a:cubicBezTo>
                    <a:pt x="193019" y="152492"/>
                    <a:pt x="193079" y="156870"/>
                    <a:pt x="190416" y="159606"/>
                  </a:cubicBezTo>
                  <a:cubicBezTo>
                    <a:pt x="190372" y="159652"/>
                    <a:pt x="190327" y="159696"/>
                    <a:pt x="190282" y="159740"/>
                  </a:cubicBezTo>
                  <a:lnTo>
                    <a:pt x="159509" y="190512"/>
                  </a:lnTo>
                  <a:cubicBezTo>
                    <a:pt x="158190" y="191823"/>
                    <a:pt x="156413" y="192566"/>
                    <a:pt x="154554" y="192587"/>
                  </a:cubicBezTo>
                  <a:cubicBezTo>
                    <a:pt x="152699" y="192543"/>
                    <a:pt x="150930" y="191802"/>
                    <a:pt x="149598" y="190512"/>
                  </a:cubicBezTo>
                  <a:lnTo>
                    <a:pt x="135191" y="176106"/>
                  </a:lnTo>
                  <a:lnTo>
                    <a:pt x="131157" y="177719"/>
                  </a:lnTo>
                  <a:lnTo>
                    <a:pt x="131157" y="198119"/>
                  </a:lnTo>
                  <a:cubicBezTo>
                    <a:pt x="131180" y="199964"/>
                    <a:pt x="130476" y="201744"/>
                    <a:pt x="129198" y="203075"/>
                  </a:cubicBezTo>
                  <a:cubicBezTo>
                    <a:pt x="127831" y="204280"/>
                    <a:pt x="126065" y="204937"/>
                    <a:pt x="124242" y="204919"/>
                  </a:cubicBezTo>
                  <a:close/>
                  <a:moveTo>
                    <a:pt x="87707" y="190973"/>
                  </a:moveTo>
                  <a:lnTo>
                    <a:pt x="117212" y="190973"/>
                  </a:lnTo>
                  <a:lnTo>
                    <a:pt x="117212" y="172879"/>
                  </a:lnTo>
                  <a:cubicBezTo>
                    <a:pt x="117226" y="169807"/>
                    <a:pt x="119233" y="167100"/>
                    <a:pt x="122168" y="166194"/>
                  </a:cubicBezTo>
                  <a:cubicBezTo>
                    <a:pt x="126140" y="165006"/>
                    <a:pt x="129997" y="163463"/>
                    <a:pt x="133693" y="161584"/>
                  </a:cubicBezTo>
                  <a:cubicBezTo>
                    <a:pt x="136406" y="160185"/>
                    <a:pt x="139713" y="160698"/>
                    <a:pt x="141876" y="162852"/>
                  </a:cubicBezTo>
                  <a:lnTo>
                    <a:pt x="154899" y="175760"/>
                  </a:lnTo>
                  <a:lnTo>
                    <a:pt x="175760" y="154899"/>
                  </a:lnTo>
                  <a:lnTo>
                    <a:pt x="162506" y="141530"/>
                  </a:lnTo>
                  <a:cubicBezTo>
                    <a:pt x="160279" y="139404"/>
                    <a:pt x="159760" y="136048"/>
                    <a:pt x="161238" y="133347"/>
                  </a:cubicBezTo>
                  <a:cubicBezTo>
                    <a:pt x="163117" y="129651"/>
                    <a:pt x="164660" y="125794"/>
                    <a:pt x="165848" y="121822"/>
                  </a:cubicBezTo>
                  <a:cubicBezTo>
                    <a:pt x="166722" y="118865"/>
                    <a:pt x="169449" y="116843"/>
                    <a:pt x="172533" y="116866"/>
                  </a:cubicBezTo>
                  <a:lnTo>
                    <a:pt x="190973" y="116866"/>
                  </a:lnTo>
                  <a:lnTo>
                    <a:pt x="190973" y="87707"/>
                  </a:lnTo>
                  <a:lnTo>
                    <a:pt x="172879" y="87707"/>
                  </a:lnTo>
                  <a:cubicBezTo>
                    <a:pt x="169807" y="87693"/>
                    <a:pt x="167100" y="85686"/>
                    <a:pt x="166194" y="82751"/>
                  </a:cubicBezTo>
                  <a:cubicBezTo>
                    <a:pt x="165029" y="78771"/>
                    <a:pt x="163486" y="74912"/>
                    <a:pt x="161584" y="71226"/>
                  </a:cubicBezTo>
                  <a:cubicBezTo>
                    <a:pt x="160105" y="68526"/>
                    <a:pt x="160625" y="65169"/>
                    <a:pt x="162852" y="63043"/>
                  </a:cubicBezTo>
                  <a:lnTo>
                    <a:pt x="175760" y="50020"/>
                  </a:lnTo>
                  <a:lnTo>
                    <a:pt x="154554" y="29389"/>
                  </a:lnTo>
                  <a:lnTo>
                    <a:pt x="141530" y="42413"/>
                  </a:lnTo>
                  <a:cubicBezTo>
                    <a:pt x="139367" y="44567"/>
                    <a:pt x="136060" y="45080"/>
                    <a:pt x="133347" y="43681"/>
                  </a:cubicBezTo>
                  <a:cubicBezTo>
                    <a:pt x="129661" y="41779"/>
                    <a:pt x="125802" y="40235"/>
                    <a:pt x="121822" y="39071"/>
                  </a:cubicBezTo>
                  <a:cubicBezTo>
                    <a:pt x="118865" y="38197"/>
                    <a:pt x="116843" y="35470"/>
                    <a:pt x="116866" y="32386"/>
                  </a:cubicBezTo>
                  <a:lnTo>
                    <a:pt x="116866" y="13946"/>
                  </a:lnTo>
                  <a:lnTo>
                    <a:pt x="87707" y="13946"/>
                  </a:lnTo>
                  <a:lnTo>
                    <a:pt x="87707" y="32386"/>
                  </a:lnTo>
                  <a:cubicBezTo>
                    <a:pt x="87693" y="35458"/>
                    <a:pt x="85686" y="38164"/>
                    <a:pt x="82751" y="39071"/>
                  </a:cubicBezTo>
                  <a:cubicBezTo>
                    <a:pt x="78771" y="40235"/>
                    <a:pt x="74912" y="41779"/>
                    <a:pt x="71226" y="43681"/>
                  </a:cubicBezTo>
                  <a:cubicBezTo>
                    <a:pt x="68519" y="45118"/>
                    <a:pt x="65188" y="44602"/>
                    <a:pt x="63043" y="42413"/>
                  </a:cubicBezTo>
                  <a:lnTo>
                    <a:pt x="50365" y="29389"/>
                  </a:lnTo>
                  <a:lnTo>
                    <a:pt x="29389" y="50365"/>
                  </a:lnTo>
                  <a:lnTo>
                    <a:pt x="42413" y="63389"/>
                  </a:lnTo>
                  <a:cubicBezTo>
                    <a:pt x="44602" y="65534"/>
                    <a:pt x="45118" y="68865"/>
                    <a:pt x="43681" y="71572"/>
                  </a:cubicBezTo>
                  <a:cubicBezTo>
                    <a:pt x="41779" y="75257"/>
                    <a:pt x="40235" y="79117"/>
                    <a:pt x="39071" y="83097"/>
                  </a:cubicBezTo>
                  <a:cubicBezTo>
                    <a:pt x="38164" y="86032"/>
                    <a:pt x="35458" y="88039"/>
                    <a:pt x="32386" y="88053"/>
                  </a:cubicBezTo>
                  <a:lnTo>
                    <a:pt x="13946" y="88053"/>
                  </a:lnTo>
                  <a:lnTo>
                    <a:pt x="13946" y="117558"/>
                  </a:lnTo>
                  <a:lnTo>
                    <a:pt x="32386" y="117558"/>
                  </a:lnTo>
                  <a:cubicBezTo>
                    <a:pt x="35470" y="117535"/>
                    <a:pt x="38197" y="119556"/>
                    <a:pt x="39071" y="122513"/>
                  </a:cubicBezTo>
                  <a:cubicBezTo>
                    <a:pt x="40259" y="126486"/>
                    <a:pt x="41802" y="130343"/>
                    <a:pt x="43681" y="134039"/>
                  </a:cubicBezTo>
                  <a:cubicBezTo>
                    <a:pt x="45080" y="136752"/>
                    <a:pt x="44567" y="140058"/>
                    <a:pt x="42413" y="142222"/>
                  </a:cubicBezTo>
                  <a:lnTo>
                    <a:pt x="29389" y="154554"/>
                  </a:lnTo>
                  <a:lnTo>
                    <a:pt x="50365" y="175414"/>
                  </a:lnTo>
                  <a:lnTo>
                    <a:pt x="63389" y="162506"/>
                  </a:lnTo>
                  <a:cubicBezTo>
                    <a:pt x="65544" y="160319"/>
                    <a:pt x="68897" y="159846"/>
                    <a:pt x="71572" y="161354"/>
                  </a:cubicBezTo>
                  <a:cubicBezTo>
                    <a:pt x="75257" y="163255"/>
                    <a:pt x="79117" y="164798"/>
                    <a:pt x="83097" y="165964"/>
                  </a:cubicBezTo>
                  <a:cubicBezTo>
                    <a:pt x="86032" y="166869"/>
                    <a:pt x="88039" y="169577"/>
                    <a:pt x="88053" y="17264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21A2E23A-90D7-564D-86F5-DDDA7EFC087A}"/>
                </a:ext>
              </a:extLst>
            </p:cNvPr>
            <p:cNvSpPr/>
            <p:nvPr/>
          </p:nvSpPr>
          <p:spPr>
            <a:xfrm>
              <a:off x="5122081" y="2332422"/>
              <a:ext cx="113407" cy="113408"/>
            </a:xfrm>
            <a:custGeom>
              <a:avLst/>
              <a:gdLst>
                <a:gd name="connsiteX0" fmla="*/ 56565 w 113407"/>
                <a:gd name="connsiteY0" fmla="*/ 113408 h 113408"/>
                <a:gd name="connsiteX1" fmla="*/ 0 w 113407"/>
                <a:gd name="connsiteY1" fmla="*/ 56565 h 113408"/>
                <a:gd name="connsiteX2" fmla="*/ 56843 w 113407"/>
                <a:gd name="connsiteY2" fmla="*/ 0 h 113408"/>
                <a:gd name="connsiteX3" fmla="*/ 113408 w 113407"/>
                <a:gd name="connsiteY3" fmla="*/ 56843 h 113408"/>
                <a:gd name="connsiteX4" fmla="*/ 96788 w 113407"/>
                <a:gd name="connsiteY4" fmla="*/ 96812 h 113408"/>
                <a:gd name="connsiteX5" fmla="*/ 56565 w 113407"/>
                <a:gd name="connsiteY5" fmla="*/ 113408 h 113408"/>
                <a:gd name="connsiteX6" fmla="*/ 56565 w 113407"/>
                <a:gd name="connsiteY6" fmla="*/ 13715 h 113408"/>
                <a:gd name="connsiteX7" fmla="*/ 13681 w 113407"/>
                <a:gd name="connsiteY7" fmla="*/ 56579 h 113408"/>
                <a:gd name="connsiteX8" fmla="*/ 56545 w 113407"/>
                <a:gd name="connsiteY8" fmla="*/ 99463 h 113408"/>
                <a:gd name="connsiteX9" fmla="*/ 99429 w 113407"/>
                <a:gd name="connsiteY9" fmla="*/ 56599 h 113408"/>
                <a:gd name="connsiteX10" fmla="*/ 86877 w 113407"/>
                <a:gd name="connsiteY10" fmla="*/ 26277 h 113408"/>
                <a:gd name="connsiteX11" fmla="*/ 56565 w 113407"/>
                <a:gd name="connsiteY11" fmla="*/ 13715 h 113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407" h="113408">
                  <a:moveTo>
                    <a:pt x="56565" y="113408"/>
                  </a:moveTo>
                  <a:cubicBezTo>
                    <a:pt x="25249" y="113331"/>
                    <a:pt x="-77" y="87882"/>
                    <a:pt x="0" y="56565"/>
                  </a:cubicBezTo>
                  <a:cubicBezTo>
                    <a:pt x="77" y="25249"/>
                    <a:pt x="25526" y="-77"/>
                    <a:pt x="56843" y="0"/>
                  </a:cubicBezTo>
                  <a:cubicBezTo>
                    <a:pt x="88159" y="77"/>
                    <a:pt x="113485" y="25526"/>
                    <a:pt x="113408" y="56843"/>
                  </a:cubicBezTo>
                  <a:cubicBezTo>
                    <a:pt x="113372" y="71840"/>
                    <a:pt x="107395" y="86211"/>
                    <a:pt x="96788" y="96812"/>
                  </a:cubicBezTo>
                  <a:cubicBezTo>
                    <a:pt x="86114" y="107462"/>
                    <a:pt x="71644" y="113432"/>
                    <a:pt x="56565" y="113408"/>
                  </a:cubicBezTo>
                  <a:close/>
                  <a:moveTo>
                    <a:pt x="56565" y="13715"/>
                  </a:moveTo>
                  <a:cubicBezTo>
                    <a:pt x="32887" y="13709"/>
                    <a:pt x="13687" y="32900"/>
                    <a:pt x="13681" y="56579"/>
                  </a:cubicBezTo>
                  <a:cubicBezTo>
                    <a:pt x="13676" y="80257"/>
                    <a:pt x="32866" y="99457"/>
                    <a:pt x="56545" y="99463"/>
                  </a:cubicBezTo>
                  <a:cubicBezTo>
                    <a:pt x="80224" y="99469"/>
                    <a:pt x="99423" y="80278"/>
                    <a:pt x="99429" y="56599"/>
                  </a:cubicBezTo>
                  <a:cubicBezTo>
                    <a:pt x="99432" y="45227"/>
                    <a:pt x="94917" y="34320"/>
                    <a:pt x="86877" y="26277"/>
                  </a:cubicBezTo>
                  <a:cubicBezTo>
                    <a:pt x="78846" y="18226"/>
                    <a:pt x="67938" y="13705"/>
                    <a:pt x="56565" y="1371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394102A8-A75C-4E49-9DB0-498B1DA59BFB}"/>
                </a:ext>
              </a:extLst>
            </p:cNvPr>
            <p:cNvSpPr/>
            <p:nvPr/>
          </p:nvSpPr>
          <p:spPr>
            <a:xfrm>
              <a:off x="5282143" y="2492508"/>
              <a:ext cx="204457" cy="204918"/>
            </a:xfrm>
            <a:custGeom>
              <a:avLst/>
              <a:gdLst>
                <a:gd name="connsiteX0" fmla="*/ 124242 w 204457"/>
                <a:gd name="connsiteY0" fmla="*/ 204919 h 204918"/>
                <a:gd name="connsiteX1" fmla="*/ 80677 w 204457"/>
                <a:gd name="connsiteY1" fmla="*/ 204919 h 204918"/>
                <a:gd name="connsiteX2" fmla="*/ 73760 w 204457"/>
                <a:gd name="connsiteY2" fmla="*/ 198005 h 204918"/>
                <a:gd name="connsiteX3" fmla="*/ 73762 w 204457"/>
                <a:gd name="connsiteY3" fmla="*/ 197889 h 204918"/>
                <a:gd name="connsiteX4" fmla="*/ 73762 w 204457"/>
                <a:gd name="connsiteY4" fmla="*/ 177489 h 204918"/>
                <a:gd name="connsiteX5" fmla="*/ 69728 w 204457"/>
                <a:gd name="connsiteY5" fmla="*/ 175875 h 204918"/>
                <a:gd name="connsiteX6" fmla="*/ 55321 w 204457"/>
                <a:gd name="connsiteY6" fmla="*/ 190282 h 204918"/>
                <a:gd name="connsiteX7" fmla="*/ 45543 w 204457"/>
                <a:gd name="connsiteY7" fmla="*/ 190416 h 204918"/>
                <a:gd name="connsiteX8" fmla="*/ 45409 w 204457"/>
                <a:gd name="connsiteY8" fmla="*/ 190282 h 204918"/>
                <a:gd name="connsiteX9" fmla="*/ 14637 w 204457"/>
                <a:gd name="connsiteY9" fmla="*/ 159509 h 204918"/>
                <a:gd name="connsiteX10" fmla="*/ 12563 w 204457"/>
                <a:gd name="connsiteY10" fmla="*/ 154554 h 204918"/>
                <a:gd name="connsiteX11" fmla="*/ 14637 w 204457"/>
                <a:gd name="connsiteY11" fmla="*/ 149598 h 204918"/>
                <a:gd name="connsiteX12" fmla="*/ 29044 w 204457"/>
                <a:gd name="connsiteY12" fmla="*/ 135191 h 204918"/>
                <a:gd name="connsiteX13" fmla="*/ 27430 w 204457"/>
                <a:gd name="connsiteY13" fmla="*/ 131273 h 204918"/>
                <a:gd name="connsiteX14" fmla="*/ 7030 w 204457"/>
                <a:gd name="connsiteY14" fmla="*/ 131273 h 204918"/>
                <a:gd name="connsiteX15" fmla="*/ 0 w 204457"/>
                <a:gd name="connsiteY15" fmla="*/ 124242 h 204918"/>
                <a:gd name="connsiteX16" fmla="*/ 0 w 204457"/>
                <a:gd name="connsiteY16" fmla="*/ 80677 h 204918"/>
                <a:gd name="connsiteX17" fmla="*/ 6914 w 204457"/>
                <a:gd name="connsiteY17" fmla="*/ 73760 h 204918"/>
                <a:gd name="connsiteX18" fmla="*/ 7030 w 204457"/>
                <a:gd name="connsiteY18" fmla="*/ 73762 h 204918"/>
                <a:gd name="connsiteX19" fmla="*/ 27430 w 204457"/>
                <a:gd name="connsiteY19" fmla="*/ 73762 h 204918"/>
                <a:gd name="connsiteX20" fmla="*/ 29044 w 204457"/>
                <a:gd name="connsiteY20" fmla="*/ 69728 h 204918"/>
                <a:gd name="connsiteX21" fmla="*/ 14637 w 204457"/>
                <a:gd name="connsiteY21" fmla="*/ 55321 h 204918"/>
                <a:gd name="connsiteX22" fmla="*/ 14503 w 204457"/>
                <a:gd name="connsiteY22" fmla="*/ 45543 h 204918"/>
                <a:gd name="connsiteX23" fmla="*/ 14637 w 204457"/>
                <a:gd name="connsiteY23" fmla="*/ 45409 h 204918"/>
                <a:gd name="connsiteX24" fmla="*/ 45409 w 204457"/>
                <a:gd name="connsiteY24" fmla="*/ 14637 h 204918"/>
                <a:gd name="connsiteX25" fmla="*/ 55321 w 204457"/>
                <a:gd name="connsiteY25" fmla="*/ 14637 h 204918"/>
                <a:gd name="connsiteX26" fmla="*/ 69728 w 204457"/>
                <a:gd name="connsiteY26" fmla="*/ 29044 h 204918"/>
                <a:gd name="connsiteX27" fmla="*/ 73762 w 204457"/>
                <a:gd name="connsiteY27" fmla="*/ 27430 h 204918"/>
                <a:gd name="connsiteX28" fmla="*/ 73762 w 204457"/>
                <a:gd name="connsiteY28" fmla="*/ 7030 h 204918"/>
                <a:gd name="connsiteX29" fmla="*/ 80560 w 204457"/>
                <a:gd name="connsiteY29" fmla="*/ 1 h 204918"/>
                <a:gd name="connsiteX30" fmla="*/ 80677 w 204457"/>
                <a:gd name="connsiteY30" fmla="*/ 0 h 204918"/>
                <a:gd name="connsiteX31" fmla="*/ 124242 w 204457"/>
                <a:gd name="connsiteY31" fmla="*/ 0 h 204918"/>
                <a:gd name="connsiteX32" fmla="*/ 131273 w 204457"/>
                <a:gd name="connsiteY32" fmla="*/ 7030 h 204918"/>
                <a:gd name="connsiteX33" fmla="*/ 131273 w 204457"/>
                <a:gd name="connsiteY33" fmla="*/ 27430 h 204918"/>
                <a:gd name="connsiteX34" fmla="*/ 135191 w 204457"/>
                <a:gd name="connsiteY34" fmla="*/ 29044 h 204918"/>
                <a:gd name="connsiteX35" fmla="*/ 149598 w 204457"/>
                <a:gd name="connsiteY35" fmla="*/ 14637 h 204918"/>
                <a:gd name="connsiteX36" fmla="*/ 159509 w 204457"/>
                <a:gd name="connsiteY36" fmla="*/ 14637 h 204918"/>
                <a:gd name="connsiteX37" fmla="*/ 190282 w 204457"/>
                <a:gd name="connsiteY37" fmla="*/ 45409 h 204918"/>
                <a:gd name="connsiteX38" fmla="*/ 190416 w 204457"/>
                <a:gd name="connsiteY38" fmla="*/ 55187 h 204918"/>
                <a:gd name="connsiteX39" fmla="*/ 190282 w 204457"/>
                <a:gd name="connsiteY39" fmla="*/ 55321 h 204918"/>
                <a:gd name="connsiteX40" fmla="*/ 175875 w 204457"/>
                <a:gd name="connsiteY40" fmla="*/ 69728 h 204918"/>
                <a:gd name="connsiteX41" fmla="*/ 177489 w 204457"/>
                <a:gd name="connsiteY41" fmla="*/ 73762 h 204918"/>
                <a:gd name="connsiteX42" fmla="*/ 197428 w 204457"/>
                <a:gd name="connsiteY42" fmla="*/ 73762 h 204918"/>
                <a:gd name="connsiteX43" fmla="*/ 204457 w 204457"/>
                <a:gd name="connsiteY43" fmla="*/ 80560 h 204918"/>
                <a:gd name="connsiteX44" fmla="*/ 204458 w 204457"/>
                <a:gd name="connsiteY44" fmla="*/ 80677 h 204918"/>
                <a:gd name="connsiteX45" fmla="*/ 204458 w 204457"/>
                <a:gd name="connsiteY45" fmla="*/ 124242 h 204918"/>
                <a:gd name="connsiteX46" fmla="*/ 197428 w 204457"/>
                <a:gd name="connsiteY46" fmla="*/ 131273 h 204918"/>
                <a:gd name="connsiteX47" fmla="*/ 177489 w 204457"/>
                <a:gd name="connsiteY47" fmla="*/ 131273 h 204918"/>
                <a:gd name="connsiteX48" fmla="*/ 175875 w 204457"/>
                <a:gd name="connsiteY48" fmla="*/ 135191 h 204918"/>
                <a:gd name="connsiteX49" fmla="*/ 190282 w 204457"/>
                <a:gd name="connsiteY49" fmla="*/ 149598 h 204918"/>
                <a:gd name="connsiteX50" fmla="*/ 192356 w 204457"/>
                <a:gd name="connsiteY50" fmla="*/ 154554 h 204918"/>
                <a:gd name="connsiteX51" fmla="*/ 190282 w 204457"/>
                <a:gd name="connsiteY51" fmla="*/ 159509 h 204918"/>
                <a:gd name="connsiteX52" fmla="*/ 159509 w 204457"/>
                <a:gd name="connsiteY52" fmla="*/ 190282 h 204918"/>
                <a:gd name="connsiteX53" fmla="*/ 149730 w 204457"/>
                <a:gd name="connsiteY53" fmla="*/ 190416 h 204918"/>
                <a:gd name="connsiteX54" fmla="*/ 149598 w 204457"/>
                <a:gd name="connsiteY54" fmla="*/ 190282 h 204918"/>
                <a:gd name="connsiteX55" fmla="*/ 135191 w 204457"/>
                <a:gd name="connsiteY55" fmla="*/ 175875 h 204918"/>
                <a:gd name="connsiteX56" fmla="*/ 131273 w 204457"/>
                <a:gd name="connsiteY56" fmla="*/ 177489 h 204918"/>
                <a:gd name="connsiteX57" fmla="*/ 131273 w 204457"/>
                <a:gd name="connsiteY57" fmla="*/ 197428 h 204918"/>
                <a:gd name="connsiteX58" fmla="*/ 124718 w 204457"/>
                <a:gd name="connsiteY58" fmla="*/ 204904 h 204918"/>
                <a:gd name="connsiteX59" fmla="*/ 124242 w 204457"/>
                <a:gd name="connsiteY59" fmla="*/ 204919 h 204918"/>
                <a:gd name="connsiteX60" fmla="*/ 87707 w 204457"/>
                <a:gd name="connsiteY60" fmla="*/ 190973 h 204918"/>
                <a:gd name="connsiteX61" fmla="*/ 116751 w 204457"/>
                <a:gd name="connsiteY61" fmla="*/ 190973 h 204918"/>
                <a:gd name="connsiteX62" fmla="*/ 116751 w 204457"/>
                <a:gd name="connsiteY62" fmla="*/ 172533 h 204918"/>
                <a:gd name="connsiteX63" fmla="*/ 121707 w 204457"/>
                <a:gd name="connsiteY63" fmla="*/ 165848 h 204918"/>
                <a:gd name="connsiteX64" fmla="*/ 133232 w 204457"/>
                <a:gd name="connsiteY64" fmla="*/ 161238 h 204918"/>
                <a:gd name="connsiteX65" fmla="*/ 141415 w 204457"/>
                <a:gd name="connsiteY65" fmla="*/ 162506 h 204918"/>
                <a:gd name="connsiteX66" fmla="*/ 154438 w 204457"/>
                <a:gd name="connsiteY66" fmla="*/ 175530 h 204918"/>
                <a:gd name="connsiteX67" fmla="*/ 175414 w 204457"/>
                <a:gd name="connsiteY67" fmla="*/ 154554 h 204918"/>
                <a:gd name="connsiteX68" fmla="*/ 162852 w 204457"/>
                <a:gd name="connsiteY68" fmla="*/ 141530 h 204918"/>
                <a:gd name="connsiteX69" fmla="*/ 161584 w 204457"/>
                <a:gd name="connsiteY69" fmla="*/ 133347 h 204918"/>
                <a:gd name="connsiteX70" fmla="*/ 166194 w 204457"/>
                <a:gd name="connsiteY70" fmla="*/ 121822 h 204918"/>
                <a:gd name="connsiteX71" fmla="*/ 172879 w 204457"/>
                <a:gd name="connsiteY71" fmla="*/ 116866 h 204918"/>
                <a:gd name="connsiteX72" fmla="*/ 191319 w 204457"/>
                <a:gd name="connsiteY72" fmla="*/ 116866 h 204918"/>
                <a:gd name="connsiteX73" fmla="*/ 191319 w 204457"/>
                <a:gd name="connsiteY73" fmla="*/ 87707 h 204918"/>
                <a:gd name="connsiteX74" fmla="*/ 172879 w 204457"/>
                <a:gd name="connsiteY74" fmla="*/ 87707 h 204918"/>
                <a:gd name="connsiteX75" fmla="*/ 166194 w 204457"/>
                <a:gd name="connsiteY75" fmla="*/ 82751 h 204918"/>
                <a:gd name="connsiteX76" fmla="*/ 161584 w 204457"/>
                <a:gd name="connsiteY76" fmla="*/ 71226 h 204918"/>
                <a:gd name="connsiteX77" fmla="*/ 162852 w 204457"/>
                <a:gd name="connsiteY77" fmla="*/ 63043 h 204918"/>
                <a:gd name="connsiteX78" fmla="*/ 175875 w 204457"/>
                <a:gd name="connsiteY78" fmla="*/ 50020 h 204918"/>
                <a:gd name="connsiteX79" fmla="*/ 154899 w 204457"/>
                <a:gd name="connsiteY79" fmla="*/ 29044 h 204918"/>
                <a:gd name="connsiteX80" fmla="*/ 141876 w 204457"/>
                <a:gd name="connsiteY80" fmla="*/ 42067 h 204918"/>
                <a:gd name="connsiteX81" fmla="*/ 133693 w 204457"/>
                <a:gd name="connsiteY81" fmla="*/ 43335 h 204918"/>
                <a:gd name="connsiteX82" fmla="*/ 122168 w 204457"/>
                <a:gd name="connsiteY82" fmla="*/ 38725 h 204918"/>
                <a:gd name="connsiteX83" fmla="*/ 117212 w 204457"/>
                <a:gd name="connsiteY83" fmla="*/ 32040 h 204918"/>
                <a:gd name="connsiteX84" fmla="*/ 117212 w 204457"/>
                <a:gd name="connsiteY84" fmla="*/ 13600 h 204918"/>
                <a:gd name="connsiteX85" fmla="*/ 87707 w 204457"/>
                <a:gd name="connsiteY85" fmla="*/ 13600 h 204918"/>
                <a:gd name="connsiteX86" fmla="*/ 87707 w 204457"/>
                <a:gd name="connsiteY86" fmla="*/ 32040 h 204918"/>
                <a:gd name="connsiteX87" fmla="*/ 82751 w 204457"/>
                <a:gd name="connsiteY87" fmla="*/ 38725 h 204918"/>
                <a:gd name="connsiteX88" fmla="*/ 71226 w 204457"/>
                <a:gd name="connsiteY88" fmla="*/ 43335 h 204918"/>
                <a:gd name="connsiteX89" fmla="*/ 63043 w 204457"/>
                <a:gd name="connsiteY89" fmla="*/ 42067 h 204918"/>
                <a:gd name="connsiteX90" fmla="*/ 50020 w 204457"/>
                <a:gd name="connsiteY90" fmla="*/ 29044 h 204918"/>
                <a:gd name="connsiteX91" fmla="*/ 29044 w 204457"/>
                <a:gd name="connsiteY91" fmla="*/ 50020 h 204918"/>
                <a:gd name="connsiteX92" fmla="*/ 42067 w 204457"/>
                <a:gd name="connsiteY92" fmla="*/ 63043 h 204918"/>
                <a:gd name="connsiteX93" fmla="*/ 43335 w 204457"/>
                <a:gd name="connsiteY93" fmla="*/ 71226 h 204918"/>
                <a:gd name="connsiteX94" fmla="*/ 38725 w 204457"/>
                <a:gd name="connsiteY94" fmla="*/ 82751 h 204918"/>
                <a:gd name="connsiteX95" fmla="*/ 32040 w 204457"/>
                <a:gd name="connsiteY95" fmla="*/ 87707 h 204918"/>
                <a:gd name="connsiteX96" fmla="*/ 13600 w 204457"/>
                <a:gd name="connsiteY96" fmla="*/ 87707 h 204918"/>
                <a:gd name="connsiteX97" fmla="*/ 13600 w 204457"/>
                <a:gd name="connsiteY97" fmla="*/ 116751 h 204918"/>
                <a:gd name="connsiteX98" fmla="*/ 32040 w 204457"/>
                <a:gd name="connsiteY98" fmla="*/ 116751 h 204918"/>
                <a:gd name="connsiteX99" fmla="*/ 38725 w 204457"/>
                <a:gd name="connsiteY99" fmla="*/ 121707 h 204918"/>
                <a:gd name="connsiteX100" fmla="*/ 43335 w 204457"/>
                <a:gd name="connsiteY100" fmla="*/ 133232 h 204918"/>
                <a:gd name="connsiteX101" fmla="*/ 42067 w 204457"/>
                <a:gd name="connsiteY101" fmla="*/ 141415 h 204918"/>
                <a:gd name="connsiteX102" fmla="*/ 29044 w 204457"/>
                <a:gd name="connsiteY102" fmla="*/ 154438 h 204918"/>
                <a:gd name="connsiteX103" fmla="*/ 50020 w 204457"/>
                <a:gd name="connsiteY103" fmla="*/ 175414 h 204918"/>
                <a:gd name="connsiteX104" fmla="*/ 63389 w 204457"/>
                <a:gd name="connsiteY104" fmla="*/ 162852 h 204918"/>
                <a:gd name="connsiteX105" fmla="*/ 71572 w 204457"/>
                <a:gd name="connsiteY105" fmla="*/ 161584 h 204918"/>
                <a:gd name="connsiteX106" fmla="*/ 83097 w 204457"/>
                <a:gd name="connsiteY106" fmla="*/ 166194 h 204918"/>
                <a:gd name="connsiteX107" fmla="*/ 88053 w 204457"/>
                <a:gd name="connsiteY107" fmla="*/ 172879 h 20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04457" h="204918">
                  <a:moveTo>
                    <a:pt x="124242" y="204919"/>
                  </a:moveTo>
                  <a:lnTo>
                    <a:pt x="80677" y="204919"/>
                  </a:lnTo>
                  <a:cubicBezTo>
                    <a:pt x="76857" y="204919"/>
                    <a:pt x="73762" y="201824"/>
                    <a:pt x="73760" y="198005"/>
                  </a:cubicBezTo>
                  <a:cubicBezTo>
                    <a:pt x="73760" y="197966"/>
                    <a:pt x="73760" y="197928"/>
                    <a:pt x="73762" y="197889"/>
                  </a:cubicBezTo>
                  <a:lnTo>
                    <a:pt x="73762" y="177489"/>
                  </a:lnTo>
                  <a:lnTo>
                    <a:pt x="69728" y="175875"/>
                  </a:lnTo>
                  <a:lnTo>
                    <a:pt x="55321" y="190282"/>
                  </a:lnTo>
                  <a:cubicBezTo>
                    <a:pt x="52658" y="193019"/>
                    <a:pt x="48279" y="193079"/>
                    <a:pt x="45543" y="190416"/>
                  </a:cubicBezTo>
                  <a:cubicBezTo>
                    <a:pt x="45497" y="190372"/>
                    <a:pt x="45453" y="190327"/>
                    <a:pt x="45409" y="190282"/>
                  </a:cubicBezTo>
                  <a:lnTo>
                    <a:pt x="14637" y="159509"/>
                  </a:lnTo>
                  <a:cubicBezTo>
                    <a:pt x="13327" y="158190"/>
                    <a:pt x="12583" y="156413"/>
                    <a:pt x="12563" y="154554"/>
                  </a:cubicBezTo>
                  <a:cubicBezTo>
                    <a:pt x="12606" y="152699"/>
                    <a:pt x="13347" y="150930"/>
                    <a:pt x="14637" y="149598"/>
                  </a:cubicBezTo>
                  <a:lnTo>
                    <a:pt x="29044" y="135191"/>
                  </a:lnTo>
                  <a:cubicBezTo>
                    <a:pt x="28467" y="133923"/>
                    <a:pt x="28006" y="132540"/>
                    <a:pt x="27430" y="131273"/>
                  </a:cubicBezTo>
                  <a:lnTo>
                    <a:pt x="7030" y="131273"/>
                  </a:lnTo>
                  <a:cubicBezTo>
                    <a:pt x="3148" y="131273"/>
                    <a:pt x="0" y="128125"/>
                    <a:pt x="0" y="124242"/>
                  </a:cubicBezTo>
                  <a:lnTo>
                    <a:pt x="0" y="80677"/>
                  </a:lnTo>
                  <a:cubicBezTo>
                    <a:pt x="0" y="76857"/>
                    <a:pt x="3095" y="73762"/>
                    <a:pt x="6914" y="73760"/>
                  </a:cubicBezTo>
                  <a:cubicBezTo>
                    <a:pt x="6953" y="73760"/>
                    <a:pt x="6991" y="73760"/>
                    <a:pt x="7030" y="73762"/>
                  </a:cubicBezTo>
                  <a:lnTo>
                    <a:pt x="27430" y="73762"/>
                  </a:lnTo>
                  <a:cubicBezTo>
                    <a:pt x="28006" y="72379"/>
                    <a:pt x="28467" y="70996"/>
                    <a:pt x="29044" y="69728"/>
                  </a:cubicBezTo>
                  <a:lnTo>
                    <a:pt x="14637" y="55321"/>
                  </a:lnTo>
                  <a:cubicBezTo>
                    <a:pt x="11900" y="52658"/>
                    <a:pt x="11840" y="48279"/>
                    <a:pt x="14503" y="45543"/>
                  </a:cubicBezTo>
                  <a:cubicBezTo>
                    <a:pt x="14547" y="45497"/>
                    <a:pt x="14592" y="45453"/>
                    <a:pt x="14637" y="45409"/>
                  </a:cubicBezTo>
                  <a:lnTo>
                    <a:pt x="45409" y="14637"/>
                  </a:lnTo>
                  <a:cubicBezTo>
                    <a:pt x="48177" y="11974"/>
                    <a:pt x="52554" y="11974"/>
                    <a:pt x="55321" y="14637"/>
                  </a:cubicBezTo>
                  <a:lnTo>
                    <a:pt x="69728" y="29044"/>
                  </a:lnTo>
                  <a:lnTo>
                    <a:pt x="73762" y="27430"/>
                  </a:lnTo>
                  <a:lnTo>
                    <a:pt x="73762" y="7030"/>
                  </a:lnTo>
                  <a:cubicBezTo>
                    <a:pt x="73698" y="3212"/>
                    <a:pt x="76742" y="65"/>
                    <a:pt x="80560" y="1"/>
                  </a:cubicBezTo>
                  <a:cubicBezTo>
                    <a:pt x="80600" y="0"/>
                    <a:pt x="80638" y="0"/>
                    <a:pt x="80677" y="0"/>
                  </a:cubicBezTo>
                  <a:lnTo>
                    <a:pt x="124242" y="0"/>
                  </a:lnTo>
                  <a:cubicBezTo>
                    <a:pt x="128125" y="0"/>
                    <a:pt x="131273" y="3148"/>
                    <a:pt x="131273" y="7030"/>
                  </a:cubicBezTo>
                  <a:lnTo>
                    <a:pt x="131273" y="27430"/>
                  </a:lnTo>
                  <a:lnTo>
                    <a:pt x="135191" y="29044"/>
                  </a:lnTo>
                  <a:lnTo>
                    <a:pt x="149598" y="14637"/>
                  </a:lnTo>
                  <a:cubicBezTo>
                    <a:pt x="152365" y="11974"/>
                    <a:pt x="156742" y="11974"/>
                    <a:pt x="159509" y="14637"/>
                  </a:cubicBezTo>
                  <a:lnTo>
                    <a:pt x="190282" y="45409"/>
                  </a:lnTo>
                  <a:cubicBezTo>
                    <a:pt x="193019" y="48073"/>
                    <a:pt x="193079" y="52451"/>
                    <a:pt x="190416" y="55187"/>
                  </a:cubicBezTo>
                  <a:cubicBezTo>
                    <a:pt x="190372" y="55234"/>
                    <a:pt x="190327" y="55277"/>
                    <a:pt x="190282" y="55321"/>
                  </a:cubicBezTo>
                  <a:lnTo>
                    <a:pt x="175875" y="69728"/>
                  </a:lnTo>
                  <a:cubicBezTo>
                    <a:pt x="176483" y="71044"/>
                    <a:pt x="177021" y="72390"/>
                    <a:pt x="177489" y="73762"/>
                  </a:cubicBezTo>
                  <a:lnTo>
                    <a:pt x="197428" y="73762"/>
                  </a:lnTo>
                  <a:cubicBezTo>
                    <a:pt x="201246" y="73698"/>
                    <a:pt x="204393" y="76742"/>
                    <a:pt x="204457" y="80560"/>
                  </a:cubicBezTo>
                  <a:cubicBezTo>
                    <a:pt x="204458" y="80600"/>
                    <a:pt x="204458" y="80638"/>
                    <a:pt x="204458" y="80677"/>
                  </a:cubicBezTo>
                  <a:lnTo>
                    <a:pt x="204458" y="124242"/>
                  </a:lnTo>
                  <a:cubicBezTo>
                    <a:pt x="204458" y="128125"/>
                    <a:pt x="201310" y="131273"/>
                    <a:pt x="197428" y="131273"/>
                  </a:cubicBezTo>
                  <a:lnTo>
                    <a:pt x="177489" y="131273"/>
                  </a:lnTo>
                  <a:cubicBezTo>
                    <a:pt x="177489" y="132540"/>
                    <a:pt x="176452" y="133923"/>
                    <a:pt x="175875" y="135191"/>
                  </a:cubicBezTo>
                  <a:lnTo>
                    <a:pt x="190282" y="149598"/>
                  </a:lnTo>
                  <a:cubicBezTo>
                    <a:pt x="191613" y="150902"/>
                    <a:pt x="192361" y="152690"/>
                    <a:pt x="192356" y="154554"/>
                  </a:cubicBezTo>
                  <a:cubicBezTo>
                    <a:pt x="192389" y="156423"/>
                    <a:pt x="191636" y="158220"/>
                    <a:pt x="190282" y="159509"/>
                  </a:cubicBezTo>
                  <a:lnTo>
                    <a:pt x="159509" y="190282"/>
                  </a:lnTo>
                  <a:cubicBezTo>
                    <a:pt x="156846" y="193019"/>
                    <a:pt x="152468" y="193079"/>
                    <a:pt x="149730" y="190416"/>
                  </a:cubicBezTo>
                  <a:cubicBezTo>
                    <a:pt x="149685" y="190372"/>
                    <a:pt x="149642" y="190327"/>
                    <a:pt x="149598" y="190282"/>
                  </a:cubicBezTo>
                  <a:lnTo>
                    <a:pt x="135191" y="175875"/>
                  </a:lnTo>
                  <a:lnTo>
                    <a:pt x="131273" y="177489"/>
                  </a:lnTo>
                  <a:lnTo>
                    <a:pt x="131273" y="197428"/>
                  </a:lnTo>
                  <a:cubicBezTo>
                    <a:pt x="131527" y="201302"/>
                    <a:pt x="128593" y="204649"/>
                    <a:pt x="124718" y="204904"/>
                  </a:cubicBezTo>
                  <a:cubicBezTo>
                    <a:pt x="124560" y="204914"/>
                    <a:pt x="124401" y="204919"/>
                    <a:pt x="124242" y="204919"/>
                  </a:cubicBezTo>
                  <a:close/>
                  <a:moveTo>
                    <a:pt x="87707" y="190973"/>
                  </a:moveTo>
                  <a:lnTo>
                    <a:pt x="116751" y="190973"/>
                  </a:lnTo>
                  <a:lnTo>
                    <a:pt x="116751" y="172533"/>
                  </a:lnTo>
                  <a:cubicBezTo>
                    <a:pt x="116765" y="169462"/>
                    <a:pt x="118772" y="166754"/>
                    <a:pt x="121707" y="165848"/>
                  </a:cubicBezTo>
                  <a:cubicBezTo>
                    <a:pt x="125687" y="164683"/>
                    <a:pt x="129546" y="163140"/>
                    <a:pt x="133232" y="161238"/>
                  </a:cubicBezTo>
                  <a:cubicBezTo>
                    <a:pt x="135939" y="159801"/>
                    <a:pt x="139270" y="160316"/>
                    <a:pt x="141415" y="162506"/>
                  </a:cubicBezTo>
                  <a:lnTo>
                    <a:pt x="154438" y="175530"/>
                  </a:lnTo>
                  <a:lnTo>
                    <a:pt x="175414" y="154554"/>
                  </a:lnTo>
                  <a:lnTo>
                    <a:pt x="162852" y="141530"/>
                  </a:lnTo>
                  <a:cubicBezTo>
                    <a:pt x="160662" y="139385"/>
                    <a:pt x="160147" y="136054"/>
                    <a:pt x="161584" y="133347"/>
                  </a:cubicBezTo>
                  <a:cubicBezTo>
                    <a:pt x="163486" y="129661"/>
                    <a:pt x="165029" y="125803"/>
                    <a:pt x="166194" y="121822"/>
                  </a:cubicBezTo>
                  <a:cubicBezTo>
                    <a:pt x="167100" y="118888"/>
                    <a:pt x="169807" y="116880"/>
                    <a:pt x="172879" y="116866"/>
                  </a:cubicBezTo>
                  <a:lnTo>
                    <a:pt x="191319" y="116866"/>
                  </a:lnTo>
                  <a:lnTo>
                    <a:pt x="191319" y="87707"/>
                  </a:lnTo>
                  <a:lnTo>
                    <a:pt x="172879" y="87707"/>
                  </a:lnTo>
                  <a:cubicBezTo>
                    <a:pt x="169795" y="87730"/>
                    <a:pt x="167068" y="85709"/>
                    <a:pt x="166194" y="82751"/>
                  </a:cubicBezTo>
                  <a:cubicBezTo>
                    <a:pt x="165006" y="78779"/>
                    <a:pt x="163463" y="74922"/>
                    <a:pt x="161584" y="71226"/>
                  </a:cubicBezTo>
                  <a:cubicBezTo>
                    <a:pt x="160185" y="68513"/>
                    <a:pt x="160698" y="65206"/>
                    <a:pt x="162852" y="63043"/>
                  </a:cubicBezTo>
                  <a:lnTo>
                    <a:pt x="175875" y="50020"/>
                  </a:lnTo>
                  <a:lnTo>
                    <a:pt x="154899" y="29044"/>
                  </a:lnTo>
                  <a:lnTo>
                    <a:pt x="141876" y="42067"/>
                  </a:lnTo>
                  <a:cubicBezTo>
                    <a:pt x="139731" y="44257"/>
                    <a:pt x="136400" y="44772"/>
                    <a:pt x="133693" y="43335"/>
                  </a:cubicBezTo>
                  <a:cubicBezTo>
                    <a:pt x="130007" y="41433"/>
                    <a:pt x="126148" y="39890"/>
                    <a:pt x="122168" y="38725"/>
                  </a:cubicBezTo>
                  <a:cubicBezTo>
                    <a:pt x="119233" y="37819"/>
                    <a:pt x="117226" y="35112"/>
                    <a:pt x="117212" y="32040"/>
                  </a:cubicBezTo>
                  <a:lnTo>
                    <a:pt x="117212" y="13600"/>
                  </a:lnTo>
                  <a:lnTo>
                    <a:pt x="87707" y="13600"/>
                  </a:lnTo>
                  <a:lnTo>
                    <a:pt x="87707" y="32040"/>
                  </a:lnTo>
                  <a:cubicBezTo>
                    <a:pt x="87730" y="35124"/>
                    <a:pt x="85709" y="37851"/>
                    <a:pt x="82751" y="38725"/>
                  </a:cubicBezTo>
                  <a:cubicBezTo>
                    <a:pt x="78770" y="39890"/>
                    <a:pt x="74912" y="41433"/>
                    <a:pt x="71226" y="43335"/>
                  </a:cubicBezTo>
                  <a:cubicBezTo>
                    <a:pt x="68513" y="44734"/>
                    <a:pt x="65206" y="44221"/>
                    <a:pt x="63043" y="42067"/>
                  </a:cubicBezTo>
                  <a:lnTo>
                    <a:pt x="50020" y="29044"/>
                  </a:lnTo>
                  <a:lnTo>
                    <a:pt x="29044" y="50020"/>
                  </a:lnTo>
                  <a:lnTo>
                    <a:pt x="42067" y="63043"/>
                  </a:lnTo>
                  <a:cubicBezTo>
                    <a:pt x="44294" y="65170"/>
                    <a:pt x="44814" y="68526"/>
                    <a:pt x="43335" y="71226"/>
                  </a:cubicBezTo>
                  <a:cubicBezTo>
                    <a:pt x="41456" y="74922"/>
                    <a:pt x="39913" y="78779"/>
                    <a:pt x="38725" y="82751"/>
                  </a:cubicBezTo>
                  <a:cubicBezTo>
                    <a:pt x="37851" y="85709"/>
                    <a:pt x="35124" y="87730"/>
                    <a:pt x="32040" y="87707"/>
                  </a:cubicBezTo>
                  <a:lnTo>
                    <a:pt x="13600" y="87707"/>
                  </a:lnTo>
                  <a:lnTo>
                    <a:pt x="13600" y="116751"/>
                  </a:lnTo>
                  <a:lnTo>
                    <a:pt x="32040" y="116751"/>
                  </a:lnTo>
                  <a:cubicBezTo>
                    <a:pt x="35112" y="116765"/>
                    <a:pt x="37819" y="118772"/>
                    <a:pt x="38725" y="121707"/>
                  </a:cubicBezTo>
                  <a:cubicBezTo>
                    <a:pt x="39890" y="125687"/>
                    <a:pt x="41433" y="129546"/>
                    <a:pt x="43335" y="133232"/>
                  </a:cubicBezTo>
                  <a:cubicBezTo>
                    <a:pt x="44814" y="135932"/>
                    <a:pt x="44294" y="139288"/>
                    <a:pt x="42067" y="141415"/>
                  </a:cubicBezTo>
                  <a:lnTo>
                    <a:pt x="29044" y="154438"/>
                  </a:lnTo>
                  <a:lnTo>
                    <a:pt x="50020" y="175414"/>
                  </a:lnTo>
                  <a:lnTo>
                    <a:pt x="63389" y="162852"/>
                  </a:lnTo>
                  <a:cubicBezTo>
                    <a:pt x="65552" y="160698"/>
                    <a:pt x="68859" y="160185"/>
                    <a:pt x="71572" y="161584"/>
                  </a:cubicBezTo>
                  <a:cubicBezTo>
                    <a:pt x="75268" y="163463"/>
                    <a:pt x="79124" y="165006"/>
                    <a:pt x="83097" y="166194"/>
                  </a:cubicBezTo>
                  <a:cubicBezTo>
                    <a:pt x="86054" y="167068"/>
                    <a:pt x="88076" y="169795"/>
                    <a:pt x="88053" y="17287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4660A6E3-D5B3-4144-B255-985F2B93C16A}"/>
                </a:ext>
              </a:extLst>
            </p:cNvPr>
            <p:cNvSpPr/>
            <p:nvPr/>
          </p:nvSpPr>
          <p:spPr>
            <a:xfrm>
              <a:off x="5327874" y="2538148"/>
              <a:ext cx="113639" cy="113639"/>
            </a:xfrm>
            <a:custGeom>
              <a:avLst/>
              <a:gdLst>
                <a:gd name="connsiteX0" fmla="*/ 56729 w 113639"/>
                <a:gd name="connsiteY0" fmla="*/ 113639 h 113639"/>
                <a:gd name="connsiteX1" fmla="*/ 0 w 113639"/>
                <a:gd name="connsiteY1" fmla="*/ 56729 h 113639"/>
                <a:gd name="connsiteX2" fmla="*/ 56912 w 113639"/>
                <a:gd name="connsiteY2" fmla="*/ 0 h 113639"/>
                <a:gd name="connsiteX3" fmla="*/ 113639 w 113639"/>
                <a:gd name="connsiteY3" fmla="*/ 56911 h 113639"/>
                <a:gd name="connsiteX4" fmla="*/ 96952 w 113639"/>
                <a:gd name="connsiteY4" fmla="*/ 97043 h 113639"/>
                <a:gd name="connsiteX5" fmla="*/ 56729 w 113639"/>
                <a:gd name="connsiteY5" fmla="*/ 113639 h 113639"/>
                <a:gd name="connsiteX6" fmla="*/ 26417 w 113639"/>
                <a:gd name="connsiteY6" fmla="*/ 26508 h 113639"/>
                <a:gd name="connsiteX7" fmla="*/ 27347 w 113639"/>
                <a:gd name="connsiteY7" fmla="*/ 87134 h 113639"/>
                <a:gd name="connsiteX8" fmla="*/ 87973 w 113639"/>
                <a:gd name="connsiteY8" fmla="*/ 86204 h 113639"/>
                <a:gd name="connsiteX9" fmla="*/ 87043 w 113639"/>
                <a:gd name="connsiteY9" fmla="*/ 25578 h 113639"/>
                <a:gd name="connsiteX10" fmla="*/ 56729 w 113639"/>
                <a:gd name="connsiteY10" fmla="*/ 13485 h 113639"/>
                <a:gd name="connsiteX11" fmla="*/ 26417 w 113639"/>
                <a:gd name="connsiteY11" fmla="*/ 26047 h 1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639" h="113639">
                  <a:moveTo>
                    <a:pt x="56729" y="113639"/>
                  </a:moveTo>
                  <a:cubicBezTo>
                    <a:pt x="25348" y="113588"/>
                    <a:pt x="-49" y="88108"/>
                    <a:pt x="0" y="56729"/>
                  </a:cubicBezTo>
                  <a:cubicBezTo>
                    <a:pt x="51" y="25348"/>
                    <a:pt x="25531" y="-51"/>
                    <a:pt x="56912" y="0"/>
                  </a:cubicBezTo>
                  <a:cubicBezTo>
                    <a:pt x="88292" y="51"/>
                    <a:pt x="113690" y="25531"/>
                    <a:pt x="113639" y="56911"/>
                  </a:cubicBezTo>
                  <a:cubicBezTo>
                    <a:pt x="113615" y="71971"/>
                    <a:pt x="107612" y="86406"/>
                    <a:pt x="96952" y="97043"/>
                  </a:cubicBezTo>
                  <a:cubicBezTo>
                    <a:pt x="86263" y="107671"/>
                    <a:pt x="71802" y="113638"/>
                    <a:pt x="56729" y="113639"/>
                  </a:cubicBezTo>
                  <a:close/>
                  <a:moveTo>
                    <a:pt x="26417" y="26508"/>
                  </a:moveTo>
                  <a:cubicBezTo>
                    <a:pt x="9933" y="43507"/>
                    <a:pt x="10349" y="70650"/>
                    <a:pt x="27347" y="87134"/>
                  </a:cubicBezTo>
                  <a:cubicBezTo>
                    <a:pt x="44346" y="103619"/>
                    <a:pt x="71489" y="103202"/>
                    <a:pt x="87973" y="86204"/>
                  </a:cubicBezTo>
                  <a:cubicBezTo>
                    <a:pt x="104457" y="69206"/>
                    <a:pt x="104041" y="42063"/>
                    <a:pt x="87043" y="25578"/>
                  </a:cubicBezTo>
                  <a:cubicBezTo>
                    <a:pt x="78927" y="17709"/>
                    <a:pt x="68032" y="13361"/>
                    <a:pt x="56729" y="13485"/>
                  </a:cubicBezTo>
                  <a:cubicBezTo>
                    <a:pt x="45359" y="13487"/>
                    <a:pt x="34456" y="18006"/>
                    <a:pt x="26417" y="2604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44D270BD-39F6-644F-A670-7C8EC25874AF}"/>
                </a:ext>
              </a:extLst>
            </p:cNvPr>
            <p:cNvSpPr/>
            <p:nvPr/>
          </p:nvSpPr>
          <p:spPr>
            <a:xfrm>
              <a:off x="5301647" y="2308851"/>
              <a:ext cx="147765" cy="214198"/>
            </a:xfrm>
            <a:custGeom>
              <a:avLst/>
              <a:gdLst>
                <a:gd name="connsiteX0" fmla="*/ 138968 w 147765"/>
                <a:gd name="connsiteY0" fmla="*/ 214199 h 214198"/>
                <a:gd name="connsiteX1" fmla="*/ 138046 w 147765"/>
                <a:gd name="connsiteY1" fmla="*/ 214199 h 214198"/>
                <a:gd name="connsiteX2" fmla="*/ 132052 w 147765"/>
                <a:gd name="connsiteY2" fmla="*/ 206246 h 214198"/>
                <a:gd name="connsiteX3" fmla="*/ 89063 w 147765"/>
                <a:gd name="connsiteY3" fmla="*/ 75550 h 214198"/>
                <a:gd name="connsiteX4" fmla="*/ 88256 w 147765"/>
                <a:gd name="connsiteY4" fmla="*/ 74858 h 214198"/>
                <a:gd name="connsiteX5" fmla="*/ 87565 w 147765"/>
                <a:gd name="connsiteY5" fmla="*/ 74052 h 214198"/>
                <a:gd name="connsiteX6" fmla="*/ 5851 w 147765"/>
                <a:gd name="connsiteY6" fmla="*/ 31639 h 214198"/>
                <a:gd name="connsiteX7" fmla="*/ 88 w 147765"/>
                <a:gd name="connsiteY7" fmla="*/ 25876 h 214198"/>
                <a:gd name="connsiteX8" fmla="*/ 3776 w 147765"/>
                <a:gd name="connsiteY8" fmla="*/ 18615 h 214198"/>
                <a:gd name="connsiteX9" fmla="*/ 38467 w 147765"/>
                <a:gd name="connsiteY9" fmla="*/ 751 h 214198"/>
                <a:gd name="connsiteX10" fmla="*/ 47764 w 147765"/>
                <a:gd name="connsiteY10" fmla="*/ 3785 h 214198"/>
                <a:gd name="connsiteX11" fmla="*/ 47803 w 147765"/>
                <a:gd name="connsiteY11" fmla="*/ 3863 h 214198"/>
                <a:gd name="connsiteX12" fmla="*/ 45045 w 147765"/>
                <a:gd name="connsiteY12" fmla="*/ 13075 h 214198"/>
                <a:gd name="connsiteX13" fmla="*/ 44806 w 147765"/>
                <a:gd name="connsiteY13" fmla="*/ 13198 h 214198"/>
                <a:gd name="connsiteX14" fmla="*/ 27173 w 147765"/>
                <a:gd name="connsiteY14" fmla="*/ 22303 h 214198"/>
                <a:gd name="connsiteX15" fmla="*/ 97246 w 147765"/>
                <a:gd name="connsiteY15" fmla="*/ 64140 h 214198"/>
                <a:gd name="connsiteX16" fmla="*/ 98053 w 147765"/>
                <a:gd name="connsiteY16" fmla="*/ 64947 h 214198"/>
                <a:gd name="connsiteX17" fmla="*/ 98744 w 147765"/>
                <a:gd name="connsiteY17" fmla="*/ 65638 h 214198"/>
                <a:gd name="connsiteX18" fmla="*/ 145883 w 147765"/>
                <a:gd name="connsiteY18" fmla="*/ 208205 h 214198"/>
                <a:gd name="connsiteX19" fmla="*/ 138968 w 147765"/>
                <a:gd name="connsiteY19" fmla="*/ 214199 h 214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765" h="214198">
                  <a:moveTo>
                    <a:pt x="138968" y="214199"/>
                  </a:moveTo>
                  <a:lnTo>
                    <a:pt x="138046" y="214199"/>
                  </a:lnTo>
                  <a:cubicBezTo>
                    <a:pt x="134226" y="213605"/>
                    <a:pt x="131571" y="210082"/>
                    <a:pt x="132052" y="206246"/>
                  </a:cubicBezTo>
                  <a:cubicBezTo>
                    <a:pt x="139442" y="158313"/>
                    <a:pt x="123465" y="109736"/>
                    <a:pt x="89063" y="75550"/>
                  </a:cubicBezTo>
                  <a:lnTo>
                    <a:pt x="88256" y="74858"/>
                  </a:lnTo>
                  <a:lnTo>
                    <a:pt x="87565" y="74052"/>
                  </a:lnTo>
                  <a:cubicBezTo>
                    <a:pt x="65379" y="51789"/>
                    <a:pt x="36825" y="36968"/>
                    <a:pt x="5851" y="31639"/>
                  </a:cubicBezTo>
                  <a:cubicBezTo>
                    <a:pt x="2899" y="31141"/>
                    <a:pt x="586" y="28828"/>
                    <a:pt x="88" y="25876"/>
                  </a:cubicBezTo>
                  <a:cubicBezTo>
                    <a:pt x="-389" y="22912"/>
                    <a:pt x="1101" y="19978"/>
                    <a:pt x="3776" y="18615"/>
                  </a:cubicBezTo>
                  <a:lnTo>
                    <a:pt x="38467" y="751"/>
                  </a:lnTo>
                  <a:cubicBezTo>
                    <a:pt x="41873" y="-978"/>
                    <a:pt x="46035" y="380"/>
                    <a:pt x="47764" y="3785"/>
                  </a:cubicBezTo>
                  <a:cubicBezTo>
                    <a:pt x="47777" y="3811"/>
                    <a:pt x="47790" y="3837"/>
                    <a:pt x="47803" y="3863"/>
                  </a:cubicBezTo>
                  <a:cubicBezTo>
                    <a:pt x="49586" y="7168"/>
                    <a:pt x="48350" y="11293"/>
                    <a:pt x="45045" y="13075"/>
                  </a:cubicBezTo>
                  <a:cubicBezTo>
                    <a:pt x="44966" y="13118"/>
                    <a:pt x="44887" y="13159"/>
                    <a:pt x="44806" y="13198"/>
                  </a:cubicBezTo>
                  <a:lnTo>
                    <a:pt x="27173" y="22303"/>
                  </a:lnTo>
                  <a:cubicBezTo>
                    <a:pt x="53648" y="30199"/>
                    <a:pt x="77735" y="44579"/>
                    <a:pt x="97246" y="64140"/>
                  </a:cubicBezTo>
                  <a:cubicBezTo>
                    <a:pt x="97485" y="64437"/>
                    <a:pt x="97756" y="64707"/>
                    <a:pt x="98053" y="64947"/>
                  </a:cubicBezTo>
                  <a:lnTo>
                    <a:pt x="98744" y="65638"/>
                  </a:lnTo>
                  <a:cubicBezTo>
                    <a:pt x="136319" y="102908"/>
                    <a:pt x="153834" y="155882"/>
                    <a:pt x="145883" y="208205"/>
                  </a:cubicBezTo>
                  <a:cubicBezTo>
                    <a:pt x="145418" y="211661"/>
                    <a:pt x="142454" y="214230"/>
                    <a:pt x="138968" y="21419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2CA0E1C-9617-9649-ADD1-F0E044C41A3F}"/>
                </a:ext>
              </a:extLst>
            </p:cNvPr>
            <p:cNvSpPr/>
            <p:nvPr/>
          </p:nvSpPr>
          <p:spPr>
            <a:xfrm>
              <a:off x="5301684" y="2326650"/>
              <a:ext cx="38875" cy="46686"/>
            </a:xfrm>
            <a:custGeom>
              <a:avLst/>
              <a:gdLst>
                <a:gd name="connsiteX0" fmla="*/ 31862 w 38875"/>
                <a:gd name="connsiteY0" fmla="*/ 46687 h 46686"/>
                <a:gd name="connsiteX1" fmla="*/ 26330 w 38875"/>
                <a:gd name="connsiteY1" fmla="*/ 43921 h 46686"/>
                <a:gd name="connsiteX2" fmla="*/ 1435 w 38875"/>
                <a:gd name="connsiteY2" fmla="*/ 11189 h 46686"/>
                <a:gd name="connsiteX3" fmla="*/ 2703 w 38875"/>
                <a:gd name="connsiteY3" fmla="*/ 1393 h 46686"/>
                <a:gd name="connsiteX4" fmla="*/ 12499 w 38875"/>
                <a:gd name="connsiteY4" fmla="*/ 2776 h 46686"/>
                <a:gd name="connsiteX5" fmla="*/ 37394 w 38875"/>
                <a:gd name="connsiteY5" fmla="*/ 35508 h 46686"/>
                <a:gd name="connsiteX6" fmla="*/ 36237 w 38875"/>
                <a:gd name="connsiteY6" fmla="*/ 45218 h 46686"/>
                <a:gd name="connsiteX7" fmla="*/ 36126 w 38875"/>
                <a:gd name="connsiteY7" fmla="*/ 45304 h 46686"/>
                <a:gd name="connsiteX8" fmla="*/ 31862 w 38875"/>
                <a:gd name="connsiteY8" fmla="*/ 46687 h 4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875" h="46686">
                  <a:moveTo>
                    <a:pt x="31862" y="46687"/>
                  </a:moveTo>
                  <a:cubicBezTo>
                    <a:pt x="29685" y="46687"/>
                    <a:pt x="27636" y="45662"/>
                    <a:pt x="26330" y="43921"/>
                  </a:cubicBezTo>
                  <a:lnTo>
                    <a:pt x="1435" y="11189"/>
                  </a:lnTo>
                  <a:cubicBezTo>
                    <a:pt x="-894" y="8127"/>
                    <a:pt x="-329" y="3761"/>
                    <a:pt x="2703" y="1393"/>
                  </a:cubicBezTo>
                  <a:cubicBezTo>
                    <a:pt x="5795" y="-911"/>
                    <a:pt x="10166" y="-294"/>
                    <a:pt x="12499" y="2776"/>
                  </a:cubicBezTo>
                  <a:lnTo>
                    <a:pt x="37394" y="35508"/>
                  </a:lnTo>
                  <a:cubicBezTo>
                    <a:pt x="39757" y="38508"/>
                    <a:pt x="39238" y="42856"/>
                    <a:pt x="36237" y="45218"/>
                  </a:cubicBezTo>
                  <a:cubicBezTo>
                    <a:pt x="36200" y="45247"/>
                    <a:pt x="36163" y="45276"/>
                    <a:pt x="36126" y="45304"/>
                  </a:cubicBezTo>
                  <a:cubicBezTo>
                    <a:pt x="34886" y="46203"/>
                    <a:pt x="33394" y="46687"/>
                    <a:pt x="31862" y="466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3FC5054C-8C10-EB43-96F7-115EB71B275F}"/>
                </a:ext>
              </a:extLst>
            </p:cNvPr>
            <p:cNvSpPr/>
            <p:nvPr/>
          </p:nvSpPr>
          <p:spPr>
            <a:xfrm>
              <a:off x="5222689" y="2610589"/>
              <a:ext cx="39336" cy="46743"/>
            </a:xfrm>
            <a:custGeom>
              <a:avLst/>
              <a:gdLst>
                <a:gd name="connsiteX0" fmla="*/ 31908 w 39336"/>
                <a:gd name="connsiteY0" fmla="*/ 46729 h 46743"/>
                <a:gd name="connsiteX1" fmla="*/ 26376 w 39336"/>
                <a:gd name="connsiteY1" fmla="*/ 43963 h 46743"/>
                <a:gd name="connsiteX2" fmla="*/ 1482 w 39336"/>
                <a:gd name="connsiteY2" fmla="*/ 11232 h 46743"/>
                <a:gd name="connsiteX3" fmla="*/ 2639 w 39336"/>
                <a:gd name="connsiteY3" fmla="*/ 1520 h 46743"/>
                <a:gd name="connsiteX4" fmla="*/ 2750 w 39336"/>
                <a:gd name="connsiteY4" fmla="*/ 1435 h 46743"/>
                <a:gd name="connsiteX5" fmla="*/ 12546 w 39336"/>
                <a:gd name="connsiteY5" fmla="*/ 2703 h 46743"/>
                <a:gd name="connsiteX6" fmla="*/ 37902 w 39336"/>
                <a:gd name="connsiteY6" fmla="*/ 35550 h 46743"/>
                <a:gd name="connsiteX7" fmla="*/ 36634 w 39336"/>
                <a:gd name="connsiteY7" fmla="*/ 45346 h 46743"/>
                <a:gd name="connsiteX8" fmla="*/ 31908 w 39336"/>
                <a:gd name="connsiteY8" fmla="*/ 46729 h 4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6" h="46743">
                  <a:moveTo>
                    <a:pt x="31908" y="46729"/>
                  </a:moveTo>
                  <a:cubicBezTo>
                    <a:pt x="29731" y="46729"/>
                    <a:pt x="27682" y="45705"/>
                    <a:pt x="26376" y="43963"/>
                  </a:cubicBezTo>
                  <a:lnTo>
                    <a:pt x="1482" y="11232"/>
                  </a:lnTo>
                  <a:cubicBezTo>
                    <a:pt x="-881" y="8230"/>
                    <a:pt x="-362" y="3883"/>
                    <a:pt x="2639" y="1520"/>
                  </a:cubicBezTo>
                  <a:cubicBezTo>
                    <a:pt x="2676" y="1492"/>
                    <a:pt x="2713" y="1463"/>
                    <a:pt x="2750" y="1435"/>
                  </a:cubicBezTo>
                  <a:cubicBezTo>
                    <a:pt x="5812" y="-894"/>
                    <a:pt x="10178" y="-329"/>
                    <a:pt x="12546" y="2703"/>
                  </a:cubicBezTo>
                  <a:lnTo>
                    <a:pt x="37902" y="35550"/>
                  </a:lnTo>
                  <a:cubicBezTo>
                    <a:pt x="40231" y="38612"/>
                    <a:pt x="39666" y="42978"/>
                    <a:pt x="36634" y="45346"/>
                  </a:cubicBezTo>
                  <a:cubicBezTo>
                    <a:pt x="35268" y="46343"/>
                    <a:pt x="33597" y="46833"/>
                    <a:pt x="31908" y="4672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4" name="Graphic 69">
            <a:extLst>
              <a:ext uri="{FF2B5EF4-FFF2-40B4-BE49-F238E27FC236}">
                <a16:creationId xmlns:a16="http://schemas.microsoft.com/office/drawing/2014/main" id="{020AF728-D97D-3844-B6E5-AF00A0274CA6}"/>
              </a:ext>
            </a:extLst>
          </p:cNvPr>
          <p:cNvGrpSpPr>
            <a:grpSpLocks noChangeAspect="1"/>
          </p:cNvGrpSpPr>
          <p:nvPr/>
        </p:nvGrpSpPr>
        <p:grpSpPr>
          <a:xfrm>
            <a:off x="4282785" y="3720274"/>
            <a:ext cx="354991" cy="413733"/>
            <a:chOff x="5106031" y="2285652"/>
            <a:chExt cx="354991" cy="413733"/>
          </a:xfrm>
          <a:solidFill>
            <a:srgbClr val="FFFFFF"/>
          </a:solidFill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4AD970F8-A41E-A24C-9274-45978B6180F2}"/>
                </a:ext>
              </a:extLst>
            </p:cNvPr>
            <p:cNvSpPr/>
            <p:nvPr/>
          </p:nvSpPr>
          <p:spPr>
            <a:xfrm>
              <a:off x="5179029" y="2358103"/>
              <a:ext cx="209811" cy="255774"/>
            </a:xfrm>
            <a:custGeom>
              <a:avLst/>
              <a:gdLst>
                <a:gd name="connsiteX0" fmla="*/ 143376 w 209811"/>
                <a:gd name="connsiteY0" fmla="*/ 255766 h 255774"/>
                <a:gd name="connsiteX1" fmla="*/ 65619 w 209811"/>
                <a:gd name="connsiteY1" fmla="*/ 255766 h 255774"/>
                <a:gd name="connsiteX2" fmla="*/ 58664 w 209811"/>
                <a:gd name="connsiteY2" fmla="*/ 248736 h 255774"/>
                <a:gd name="connsiteX3" fmla="*/ 58664 w 209811"/>
                <a:gd name="connsiteY3" fmla="*/ 247929 h 255774"/>
                <a:gd name="connsiteX4" fmla="*/ 30503 w 209811"/>
                <a:gd name="connsiteY4" fmla="*/ 179930 h 255774"/>
                <a:gd name="connsiteX5" fmla="*/ 1202 w 209811"/>
                <a:gd name="connsiteY5" fmla="*/ 89802 h 255774"/>
                <a:gd name="connsiteX6" fmla="*/ 92412 w 209811"/>
                <a:gd name="connsiteY6" fmla="*/ 827 h 255774"/>
                <a:gd name="connsiteX7" fmla="*/ 209003 w 209811"/>
                <a:gd name="connsiteY7" fmla="*/ 92479 h 255774"/>
                <a:gd name="connsiteX8" fmla="*/ 178720 w 209811"/>
                <a:gd name="connsiteY8" fmla="*/ 180737 h 255774"/>
                <a:gd name="connsiteX9" fmla="*/ 150559 w 209811"/>
                <a:gd name="connsiteY9" fmla="*/ 246661 h 255774"/>
                <a:gd name="connsiteX10" fmla="*/ 150559 w 209811"/>
                <a:gd name="connsiteY10" fmla="*/ 248736 h 255774"/>
                <a:gd name="connsiteX11" fmla="*/ 143842 w 209811"/>
                <a:gd name="connsiteY11" fmla="*/ 255774 h 255774"/>
                <a:gd name="connsiteX12" fmla="*/ 143376 w 209811"/>
                <a:gd name="connsiteY12" fmla="*/ 255766 h 255774"/>
                <a:gd name="connsiteX13" fmla="*/ 72346 w 209811"/>
                <a:gd name="connsiteY13" fmla="*/ 241820 h 255774"/>
                <a:gd name="connsiteX14" fmla="*/ 136535 w 209811"/>
                <a:gd name="connsiteY14" fmla="*/ 241820 h 255774"/>
                <a:gd name="connsiteX15" fmla="*/ 168573 w 209811"/>
                <a:gd name="connsiteY15" fmla="*/ 170479 h 255774"/>
                <a:gd name="connsiteX16" fmla="*/ 165616 w 209811"/>
                <a:gd name="connsiteY16" fmla="*/ 40120 h 255774"/>
                <a:gd name="connsiteX17" fmla="*/ 94008 w 209811"/>
                <a:gd name="connsiteY17" fmla="*/ 15004 h 255774"/>
                <a:gd name="connsiteX18" fmla="*/ 14904 w 209811"/>
                <a:gd name="connsiteY18" fmla="*/ 117999 h 255774"/>
                <a:gd name="connsiteX19" fmla="*/ 39738 w 209811"/>
                <a:gd name="connsiteY19" fmla="*/ 170479 h 255774"/>
                <a:gd name="connsiteX20" fmla="*/ 72346 w 209811"/>
                <a:gd name="connsiteY20" fmla="*/ 241820 h 25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9811" h="255774">
                  <a:moveTo>
                    <a:pt x="143376" y="255766"/>
                  </a:moveTo>
                  <a:lnTo>
                    <a:pt x="65619" y="255766"/>
                  </a:lnTo>
                  <a:cubicBezTo>
                    <a:pt x="61778" y="255766"/>
                    <a:pt x="58664" y="252618"/>
                    <a:pt x="58664" y="248736"/>
                  </a:cubicBezTo>
                  <a:lnTo>
                    <a:pt x="58664" y="247929"/>
                  </a:lnTo>
                  <a:cubicBezTo>
                    <a:pt x="58442" y="222411"/>
                    <a:pt x="48331" y="197997"/>
                    <a:pt x="30503" y="179930"/>
                  </a:cubicBezTo>
                  <a:cubicBezTo>
                    <a:pt x="7068" y="156335"/>
                    <a:pt x="-3818" y="122850"/>
                    <a:pt x="1202" y="89802"/>
                  </a:cubicBezTo>
                  <a:cubicBezTo>
                    <a:pt x="8544" y="42885"/>
                    <a:pt x="45767" y="6574"/>
                    <a:pt x="92412" y="827"/>
                  </a:cubicBezTo>
                  <a:cubicBezTo>
                    <a:pt x="149645" y="-6409"/>
                    <a:pt x="201844" y="34624"/>
                    <a:pt x="209003" y="92479"/>
                  </a:cubicBezTo>
                  <a:cubicBezTo>
                    <a:pt x="213035" y="125058"/>
                    <a:pt x="201842" y="157678"/>
                    <a:pt x="178720" y="180737"/>
                  </a:cubicBezTo>
                  <a:cubicBezTo>
                    <a:pt x="161003" y="198030"/>
                    <a:pt x="150863" y="221767"/>
                    <a:pt x="150559" y="246661"/>
                  </a:cubicBezTo>
                  <a:lnTo>
                    <a:pt x="150559" y="248736"/>
                  </a:lnTo>
                  <a:cubicBezTo>
                    <a:pt x="150627" y="252554"/>
                    <a:pt x="147619" y="255705"/>
                    <a:pt x="143842" y="255774"/>
                  </a:cubicBezTo>
                  <a:cubicBezTo>
                    <a:pt x="143687" y="255776"/>
                    <a:pt x="143531" y="255774"/>
                    <a:pt x="143376" y="255766"/>
                  </a:cubicBezTo>
                  <a:close/>
                  <a:moveTo>
                    <a:pt x="72346" y="241820"/>
                  </a:moveTo>
                  <a:lnTo>
                    <a:pt x="136535" y="241820"/>
                  </a:lnTo>
                  <a:cubicBezTo>
                    <a:pt x="137970" y="214816"/>
                    <a:pt x="149408" y="189347"/>
                    <a:pt x="168573" y="170479"/>
                  </a:cubicBezTo>
                  <a:cubicBezTo>
                    <a:pt x="203367" y="133656"/>
                    <a:pt x="202043" y="75292"/>
                    <a:pt x="165616" y="40120"/>
                  </a:cubicBezTo>
                  <a:cubicBezTo>
                    <a:pt x="146481" y="21644"/>
                    <a:pt x="120352" y="12479"/>
                    <a:pt x="94008" y="15004"/>
                  </a:cubicBezTo>
                  <a:cubicBezTo>
                    <a:pt x="44029" y="21364"/>
                    <a:pt x="8612" y="67476"/>
                    <a:pt x="14904" y="117999"/>
                  </a:cubicBezTo>
                  <a:cubicBezTo>
                    <a:pt x="17363" y="137743"/>
                    <a:pt x="26075" y="156153"/>
                    <a:pt x="39738" y="170479"/>
                  </a:cubicBezTo>
                  <a:cubicBezTo>
                    <a:pt x="58764" y="189505"/>
                    <a:pt x="70345" y="214843"/>
                    <a:pt x="72346" y="241820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0D6568EE-FAF3-A045-9E4E-13BCACDF82E8}"/>
                </a:ext>
              </a:extLst>
            </p:cNvPr>
            <p:cNvSpPr/>
            <p:nvPr/>
          </p:nvSpPr>
          <p:spPr>
            <a:xfrm>
              <a:off x="5222812" y="2599864"/>
              <a:ext cx="124390" cy="41952"/>
            </a:xfrm>
            <a:custGeom>
              <a:avLst/>
              <a:gdLst>
                <a:gd name="connsiteX0" fmla="*/ 102102 w 124390"/>
                <a:gd name="connsiteY0" fmla="*/ 41895 h 41952"/>
                <a:gd name="connsiteX1" fmla="*/ 19214 w 124390"/>
                <a:gd name="connsiteY1" fmla="*/ 41895 h 41952"/>
                <a:gd name="connsiteX2" fmla="*/ 58 w 124390"/>
                <a:gd name="connsiteY2" fmla="*/ 19423 h 41952"/>
                <a:gd name="connsiteX3" fmla="*/ 19214 w 124390"/>
                <a:gd name="connsiteY3" fmla="*/ 59 h 41952"/>
                <a:gd name="connsiteX4" fmla="*/ 102102 w 124390"/>
                <a:gd name="connsiteY4" fmla="*/ 59 h 41952"/>
                <a:gd name="connsiteX5" fmla="*/ 124332 w 124390"/>
                <a:gd name="connsiteY5" fmla="*/ 19423 h 41952"/>
                <a:gd name="connsiteX6" fmla="*/ 105176 w 124390"/>
                <a:gd name="connsiteY6" fmla="*/ 41895 h 41952"/>
                <a:gd name="connsiteX7" fmla="*/ 102102 w 124390"/>
                <a:gd name="connsiteY7" fmla="*/ 41895 h 41952"/>
                <a:gd name="connsiteX8" fmla="*/ 19214 w 124390"/>
                <a:gd name="connsiteY8" fmla="*/ 14004 h 41952"/>
                <a:gd name="connsiteX9" fmla="*/ 13205 w 124390"/>
                <a:gd name="connsiteY9" fmla="*/ 21875 h 41952"/>
                <a:gd name="connsiteX10" fmla="*/ 19214 w 124390"/>
                <a:gd name="connsiteY10" fmla="*/ 27950 h 41952"/>
                <a:gd name="connsiteX11" fmla="*/ 102102 w 124390"/>
                <a:gd name="connsiteY11" fmla="*/ 27950 h 41952"/>
                <a:gd name="connsiteX12" fmla="*/ 109888 w 124390"/>
                <a:gd name="connsiteY12" fmla="*/ 21875 h 41952"/>
                <a:gd name="connsiteX13" fmla="*/ 103879 w 124390"/>
                <a:gd name="connsiteY13" fmla="*/ 14004 h 41952"/>
                <a:gd name="connsiteX14" fmla="*/ 102102 w 124390"/>
                <a:gd name="connsiteY14" fmla="*/ 14004 h 4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4390" h="41952">
                  <a:moveTo>
                    <a:pt x="102102" y="41895"/>
                  </a:moveTo>
                  <a:lnTo>
                    <a:pt x="19214" y="41895"/>
                  </a:lnTo>
                  <a:cubicBezTo>
                    <a:pt x="7786" y="41037"/>
                    <a:pt x="-791" y="30976"/>
                    <a:pt x="58" y="19423"/>
                  </a:cubicBezTo>
                  <a:cubicBezTo>
                    <a:pt x="819" y="9064"/>
                    <a:pt x="8966" y="828"/>
                    <a:pt x="19214" y="59"/>
                  </a:cubicBezTo>
                  <a:lnTo>
                    <a:pt x="102102" y="59"/>
                  </a:lnTo>
                  <a:cubicBezTo>
                    <a:pt x="113531" y="-800"/>
                    <a:pt x="123483" y="7870"/>
                    <a:pt x="124332" y="19423"/>
                  </a:cubicBezTo>
                  <a:cubicBezTo>
                    <a:pt x="125181" y="30976"/>
                    <a:pt x="116605" y="41037"/>
                    <a:pt x="105176" y="41895"/>
                  </a:cubicBezTo>
                  <a:cubicBezTo>
                    <a:pt x="104153" y="41972"/>
                    <a:pt x="103125" y="41972"/>
                    <a:pt x="102102" y="41895"/>
                  </a:cubicBezTo>
                  <a:close/>
                  <a:moveTo>
                    <a:pt x="19214" y="14004"/>
                  </a:moveTo>
                  <a:cubicBezTo>
                    <a:pt x="15405" y="14500"/>
                    <a:pt x="12714" y="18024"/>
                    <a:pt x="13205" y="21875"/>
                  </a:cubicBezTo>
                  <a:cubicBezTo>
                    <a:pt x="13609" y="25046"/>
                    <a:pt x="16078" y="27541"/>
                    <a:pt x="19214" y="27950"/>
                  </a:cubicBezTo>
                  <a:lnTo>
                    <a:pt x="102102" y="27950"/>
                  </a:lnTo>
                  <a:cubicBezTo>
                    <a:pt x="105911" y="28446"/>
                    <a:pt x="109398" y="25726"/>
                    <a:pt x="109888" y="21875"/>
                  </a:cubicBezTo>
                  <a:cubicBezTo>
                    <a:pt x="110379" y="18024"/>
                    <a:pt x="107689" y="14500"/>
                    <a:pt x="103879" y="14004"/>
                  </a:cubicBezTo>
                  <a:cubicBezTo>
                    <a:pt x="103289" y="13927"/>
                    <a:pt x="102692" y="13927"/>
                    <a:pt x="102102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BE3CE83-0DE0-A149-81BD-DEFD36A0F6EE}"/>
                </a:ext>
              </a:extLst>
            </p:cNvPr>
            <p:cNvSpPr/>
            <p:nvPr/>
          </p:nvSpPr>
          <p:spPr>
            <a:xfrm>
              <a:off x="5221276" y="2657434"/>
              <a:ext cx="124388" cy="41951"/>
            </a:xfrm>
            <a:custGeom>
              <a:avLst/>
              <a:gdLst>
                <a:gd name="connsiteX0" fmla="*/ 103638 w 124388"/>
                <a:gd name="connsiteY0" fmla="*/ 41952 h 41951"/>
                <a:gd name="connsiteX1" fmla="*/ 20750 w 124388"/>
                <a:gd name="connsiteY1" fmla="*/ 41952 h 41951"/>
                <a:gd name="connsiteX2" fmla="*/ 0 w 124388"/>
                <a:gd name="connsiteY2" fmla="*/ 20976 h 41951"/>
                <a:gd name="connsiteX3" fmla="*/ 20750 w 124388"/>
                <a:gd name="connsiteY3" fmla="*/ 0 h 41951"/>
                <a:gd name="connsiteX4" fmla="*/ 103638 w 124388"/>
                <a:gd name="connsiteY4" fmla="*/ 0 h 41951"/>
                <a:gd name="connsiteX5" fmla="*/ 124388 w 124388"/>
                <a:gd name="connsiteY5" fmla="*/ 20976 h 41951"/>
                <a:gd name="connsiteX6" fmla="*/ 103638 w 124388"/>
                <a:gd name="connsiteY6" fmla="*/ 41952 h 41951"/>
                <a:gd name="connsiteX7" fmla="*/ 20750 w 124388"/>
                <a:gd name="connsiteY7" fmla="*/ 14061 h 41951"/>
                <a:gd name="connsiteX8" fmla="*/ 13910 w 124388"/>
                <a:gd name="connsiteY8" fmla="*/ 20976 h 41951"/>
                <a:gd name="connsiteX9" fmla="*/ 20750 w 124388"/>
                <a:gd name="connsiteY9" fmla="*/ 28006 h 41951"/>
                <a:gd name="connsiteX10" fmla="*/ 103638 w 124388"/>
                <a:gd name="connsiteY10" fmla="*/ 28006 h 41951"/>
                <a:gd name="connsiteX11" fmla="*/ 110593 w 124388"/>
                <a:gd name="connsiteY11" fmla="*/ 20976 h 41951"/>
                <a:gd name="connsiteX12" fmla="*/ 103753 w 124388"/>
                <a:gd name="connsiteY12" fmla="*/ 14060 h 41951"/>
                <a:gd name="connsiteX13" fmla="*/ 103638 w 124388"/>
                <a:gd name="connsiteY13" fmla="*/ 14061 h 4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388" h="41951">
                  <a:moveTo>
                    <a:pt x="103638" y="41952"/>
                  </a:moveTo>
                  <a:lnTo>
                    <a:pt x="20750" y="41952"/>
                  </a:lnTo>
                  <a:cubicBezTo>
                    <a:pt x="9290" y="41952"/>
                    <a:pt x="0" y="32561"/>
                    <a:pt x="0" y="20976"/>
                  </a:cubicBezTo>
                  <a:cubicBezTo>
                    <a:pt x="0" y="9391"/>
                    <a:pt x="9290" y="0"/>
                    <a:pt x="20750" y="0"/>
                  </a:cubicBezTo>
                  <a:lnTo>
                    <a:pt x="103638" y="0"/>
                  </a:lnTo>
                  <a:cubicBezTo>
                    <a:pt x="115098" y="0"/>
                    <a:pt x="124388" y="9391"/>
                    <a:pt x="124388" y="20976"/>
                  </a:cubicBezTo>
                  <a:cubicBezTo>
                    <a:pt x="124388" y="32561"/>
                    <a:pt x="115098" y="41952"/>
                    <a:pt x="103638" y="41952"/>
                  </a:cubicBezTo>
                  <a:close/>
                  <a:moveTo>
                    <a:pt x="20750" y="14061"/>
                  </a:moveTo>
                  <a:cubicBezTo>
                    <a:pt x="16972" y="14061"/>
                    <a:pt x="13910" y="17157"/>
                    <a:pt x="13910" y="20976"/>
                  </a:cubicBezTo>
                  <a:cubicBezTo>
                    <a:pt x="13909" y="24814"/>
                    <a:pt x="16954" y="27943"/>
                    <a:pt x="20750" y="28006"/>
                  </a:cubicBezTo>
                  <a:lnTo>
                    <a:pt x="103638" y="28006"/>
                  </a:lnTo>
                  <a:cubicBezTo>
                    <a:pt x="107479" y="28006"/>
                    <a:pt x="110593" y="24859"/>
                    <a:pt x="110593" y="20976"/>
                  </a:cubicBezTo>
                  <a:cubicBezTo>
                    <a:pt x="110593" y="17157"/>
                    <a:pt x="107531" y="14060"/>
                    <a:pt x="103753" y="14060"/>
                  </a:cubicBezTo>
                  <a:cubicBezTo>
                    <a:pt x="103715" y="14060"/>
                    <a:pt x="103676" y="14060"/>
                    <a:pt x="103638" y="14061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B2C020C-0049-6F43-A019-FE5DE316E817}"/>
                </a:ext>
              </a:extLst>
            </p:cNvPr>
            <p:cNvSpPr/>
            <p:nvPr/>
          </p:nvSpPr>
          <p:spPr>
            <a:xfrm>
              <a:off x="5236782" y="2627814"/>
              <a:ext cx="93718" cy="43680"/>
            </a:xfrm>
            <a:custGeom>
              <a:avLst/>
              <a:gdLst>
                <a:gd name="connsiteX0" fmla="*/ 86764 w 93718"/>
                <a:gd name="connsiteY0" fmla="*/ 43681 h 43680"/>
                <a:gd name="connsiteX1" fmla="*/ 6955 w 93718"/>
                <a:gd name="connsiteY1" fmla="*/ 43681 h 43680"/>
                <a:gd name="connsiteX2" fmla="*/ 0 w 93718"/>
                <a:gd name="connsiteY2" fmla="*/ 36650 h 43680"/>
                <a:gd name="connsiteX3" fmla="*/ 0 w 93718"/>
                <a:gd name="connsiteY3" fmla="*/ 7030 h 43680"/>
                <a:gd name="connsiteX4" fmla="*/ 6955 w 93718"/>
                <a:gd name="connsiteY4" fmla="*/ 0 h 43680"/>
                <a:gd name="connsiteX5" fmla="*/ 86764 w 93718"/>
                <a:gd name="connsiteY5" fmla="*/ 0 h 43680"/>
                <a:gd name="connsiteX6" fmla="*/ 93719 w 93718"/>
                <a:gd name="connsiteY6" fmla="*/ 7030 h 43680"/>
                <a:gd name="connsiteX7" fmla="*/ 93719 w 93718"/>
                <a:gd name="connsiteY7" fmla="*/ 36650 h 43680"/>
                <a:gd name="connsiteX8" fmla="*/ 86764 w 93718"/>
                <a:gd name="connsiteY8" fmla="*/ 43681 h 43680"/>
                <a:gd name="connsiteX9" fmla="*/ 13340 w 93718"/>
                <a:gd name="connsiteY9" fmla="*/ 29620 h 43680"/>
                <a:gd name="connsiteX10" fmla="*/ 79923 w 93718"/>
                <a:gd name="connsiteY10" fmla="*/ 29620 h 43680"/>
                <a:gd name="connsiteX11" fmla="*/ 79923 w 93718"/>
                <a:gd name="connsiteY11" fmla="*/ 13946 h 43680"/>
                <a:gd name="connsiteX12" fmla="*/ 13454 w 93718"/>
                <a:gd name="connsiteY12" fmla="*/ 13946 h 4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718" h="43680">
                  <a:moveTo>
                    <a:pt x="86764" y="43681"/>
                  </a:moveTo>
                  <a:lnTo>
                    <a:pt x="6955" y="43681"/>
                  </a:lnTo>
                  <a:cubicBezTo>
                    <a:pt x="3114" y="43681"/>
                    <a:pt x="0" y="40533"/>
                    <a:pt x="0" y="36650"/>
                  </a:cubicBezTo>
                  <a:lnTo>
                    <a:pt x="0" y="7030"/>
                  </a:lnTo>
                  <a:cubicBezTo>
                    <a:pt x="0" y="3148"/>
                    <a:pt x="3114" y="0"/>
                    <a:pt x="6955" y="0"/>
                  </a:cubicBezTo>
                  <a:lnTo>
                    <a:pt x="86764" y="0"/>
                  </a:lnTo>
                  <a:cubicBezTo>
                    <a:pt x="90605" y="0"/>
                    <a:pt x="93719" y="3148"/>
                    <a:pt x="93719" y="7030"/>
                  </a:cubicBezTo>
                  <a:lnTo>
                    <a:pt x="93719" y="36650"/>
                  </a:lnTo>
                  <a:cubicBezTo>
                    <a:pt x="93719" y="40533"/>
                    <a:pt x="90605" y="43681"/>
                    <a:pt x="86764" y="43681"/>
                  </a:cubicBezTo>
                  <a:close/>
                  <a:moveTo>
                    <a:pt x="13340" y="29620"/>
                  </a:moveTo>
                  <a:lnTo>
                    <a:pt x="79923" y="29620"/>
                  </a:lnTo>
                  <a:lnTo>
                    <a:pt x="79923" y="13946"/>
                  </a:lnTo>
                  <a:lnTo>
                    <a:pt x="13454" y="13946"/>
                  </a:ln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6E4BC627-5850-6047-B0EE-B94665C3A25E}"/>
                </a:ext>
              </a:extLst>
            </p:cNvPr>
            <p:cNvSpPr/>
            <p:nvPr/>
          </p:nvSpPr>
          <p:spPr>
            <a:xfrm>
              <a:off x="5276514" y="2285652"/>
              <a:ext cx="13910" cy="56796"/>
            </a:xfrm>
            <a:custGeom>
              <a:avLst/>
              <a:gdLst>
                <a:gd name="connsiteX0" fmla="*/ 7013 w 13910"/>
                <a:gd name="connsiteY0" fmla="*/ 56797 h 56796"/>
                <a:gd name="connsiteX1" fmla="*/ 58 w 13910"/>
                <a:gd name="connsiteY1" fmla="*/ 49766 h 56796"/>
                <a:gd name="connsiteX2" fmla="*/ 58 w 13910"/>
                <a:gd name="connsiteY2" fmla="*/ 7929 h 56796"/>
                <a:gd name="connsiteX3" fmla="*/ 6067 w 13910"/>
                <a:gd name="connsiteY3" fmla="*/ 58 h 56796"/>
                <a:gd name="connsiteX4" fmla="*/ 13853 w 13910"/>
                <a:gd name="connsiteY4" fmla="*/ 6133 h 56796"/>
                <a:gd name="connsiteX5" fmla="*/ 13853 w 13910"/>
                <a:gd name="connsiteY5" fmla="*/ 7929 h 56796"/>
                <a:gd name="connsiteX6" fmla="*/ 13853 w 13910"/>
                <a:gd name="connsiteY6" fmla="*/ 49766 h 56796"/>
                <a:gd name="connsiteX7" fmla="*/ 7128 w 13910"/>
                <a:gd name="connsiteY7" fmla="*/ 56796 h 56796"/>
                <a:gd name="connsiteX8" fmla="*/ 7013 w 13910"/>
                <a:gd name="connsiteY8" fmla="*/ 56797 h 5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10" h="56796">
                  <a:moveTo>
                    <a:pt x="7013" y="56797"/>
                  </a:moveTo>
                  <a:cubicBezTo>
                    <a:pt x="3172" y="56797"/>
                    <a:pt x="58" y="53649"/>
                    <a:pt x="58" y="49766"/>
                  </a:cubicBezTo>
                  <a:lnTo>
                    <a:pt x="58" y="7929"/>
                  </a:lnTo>
                  <a:cubicBezTo>
                    <a:pt x="-433" y="4079"/>
                    <a:pt x="2257" y="555"/>
                    <a:pt x="6067" y="58"/>
                  </a:cubicBezTo>
                  <a:cubicBezTo>
                    <a:pt x="9876" y="-438"/>
                    <a:pt x="13363" y="2282"/>
                    <a:pt x="13853" y="6133"/>
                  </a:cubicBezTo>
                  <a:cubicBezTo>
                    <a:pt x="13929" y="6729"/>
                    <a:pt x="13929" y="7333"/>
                    <a:pt x="13853" y="7929"/>
                  </a:cubicBezTo>
                  <a:lnTo>
                    <a:pt x="13853" y="49766"/>
                  </a:lnTo>
                  <a:cubicBezTo>
                    <a:pt x="13916" y="53585"/>
                    <a:pt x="10905" y="56732"/>
                    <a:pt x="7128" y="56796"/>
                  </a:cubicBezTo>
                  <a:cubicBezTo>
                    <a:pt x="7089" y="56796"/>
                    <a:pt x="7051" y="56797"/>
                    <a:pt x="7013" y="5679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7808813-C3B6-254C-9AD8-9B699857AC7C}"/>
                </a:ext>
              </a:extLst>
            </p:cNvPr>
            <p:cNvSpPr/>
            <p:nvPr/>
          </p:nvSpPr>
          <p:spPr>
            <a:xfrm>
              <a:off x="5367646" y="2337129"/>
              <a:ext cx="42786" cy="43255"/>
            </a:xfrm>
            <a:custGeom>
              <a:avLst/>
              <a:gdLst>
                <a:gd name="connsiteX0" fmla="*/ 6521 w 42786"/>
                <a:gd name="connsiteY0" fmla="*/ 43238 h 43255"/>
                <a:gd name="connsiteX1" fmla="*/ 14 w 42786"/>
                <a:gd name="connsiteY1" fmla="*/ 35782 h 43255"/>
                <a:gd name="connsiteX2" fmla="*/ 1619 w 42786"/>
                <a:gd name="connsiteY2" fmla="*/ 31712 h 43255"/>
                <a:gd name="connsiteX3" fmla="*/ 30920 w 42786"/>
                <a:gd name="connsiteY3" fmla="*/ 2092 h 43255"/>
                <a:gd name="connsiteX4" fmla="*/ 40593 w 42786"/>
                <a:gd name="connsiteY4" fmla="*/ 1959 h 43255"/>
                <a:gd name="connsiteX5" fmla="*/ 40725 w 42786"/>
                <a:gd name="connsiteY5" fmla="*/ 2092 h 43255"/>
                <a:gd name="connsiteX6" fmla="*/ 40905 w 42786"/>
                <a:gd name="connsiteY6" fmla="*/ 11707 h 43255"/>
                <a:gd name="connsiteX7" fmla="*/ 40725 w 42786"/>
                <a:gd name="connsiteY7" fmla="*/ 11889 h 43255"/>
                <a:gd name="connsiteX8" fmla="*/ 11424 w 42786"/>
                <a:gd name="connsiteY8" fmla="*/ 41624 h 43255"/>
                <a:gd name="connsiteX9" fmla="*/ 6521 w 42786"/>
                <a:gd name="connsiteY9" fmla="*/ 43238 h 4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786" h="43255">
                  <a:moveTo>
                    <a:pt x="6521" y="43238"/>
                  </a:moveTo>
                  <a:cubicBezTo>
                    <a:pt x="2688" y="42995"/>
                    <a:pt x="-226" y="39658"/>
                    <a:pt x="14" y="35782"/>
                  </a:cubicBezTo>
                  <a:cubicBezTo>
                    <a:pt x="106" y="34287"/>
                    <a:pt x="668" y="32862"/>
                    <a:pt x="1619" y="31712"/>
                  </a:cubicBezTo>
                  <a:lnTo>
                    <a:pt x="30920" y="2092"/>
                  </a:lnTo>
                  <a:cubicBezTo>
                    <a:pt x="33555" y="-645"/>
                    <a:pt x="37886" y="-704"/>
                    <a:pt x="40593" y="1959"/>
                  </a:cubicBezTo>
                  <a:cubicBezTo>
                    <a:pt x="40638" y="2003"/>
                    <a:pt x="40682" y="2047"/>
                    <a:pt x="40725" y="2092"/>
                  </a:cubicBezTo>
                  <a:cubicBezTo>
                    <a:pt x="43401" y="4697"/>
                    <a:pt x="43482" y="9002"/>
                    <a:pt x="40905" y="11707"/>
                  </a:cubicBezTo>
                  <a:cubicBezTo>
                    <a:pt x="40846" y="11769"/>
                    <a:pt x="40786" y="11829"/>
                    <a:pt x="40725" y="11889"/>
                  </a:cubicBezTo>
                  <a:lnTo>
                    <a:pt x="11424" y="41624"/>
                  </a:lnTo>
                  <a:cubicBezTo>
                    <a:pt x="10060" y="42788"/>
                    <a:pt x="8301" y="43367"/>
                    <a:pt x="6521" y="43238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4D8A2325-CD42-FD40-87A6-FE0720855E13}"/>
                </a:ext>
              </a:extLst>
            </p:cNvPr>
            <p:cNvSpPr/>
            <p:nvPr/>
          </p:nvSpPr>
          <p:spPr>
            <a:xfrm>
              <a:off x="5403948" y="2457989"/>
              <a:ext cx="57075" cy="14062"/>
            </a:xfrm>
            <a:custGeom>
              <a:avLst/>
              <a:gdLst>
                <a:gd name="connsiteX0" fmla="*/ 49231 w 57075"/>
                <a:gd name="connsiteY0" fmla="*/ 14004 h 14062"/>
                <a:gd name="connsiteX1" fmla="*/ 7844 w 57075"/>
                <a:gd name="connsiteY1" fmla="*/ 14004 h 14062"/>
                <a:gd name="connsiteX2" fmla="*/ 58 w 57075"/>
                <a:gd name="connsiteY2" fmla="*/ 7929 h 14062"/>
                <a:gd name="connsiteX3" fmla="*/ 6067 w 57075"/>
                <a:gd name="connsiteY3" fmla="*/ 58 h 14062"/>
                <a:gd name="connsiteX4" fmla="*/ 7844 w 57075"/>
                <a:gd name="connsiteY4" fmla="*/ 58 h 14062"/>
                <a:gd name="connsiteX5" fmla="*/ 49231 w 57075"/>
                <a:gd name="connsiteY5" fmla="*/ 58 h 14062"/>
                <a:gd name="connsiteX6" fmla="*/ 57017 w 57075"/>
                <a:gd name="connsiteY6" fmla="*/ 6133 h 14062"/>
                <a:gd name="connsiteX7" fmla="*/ 51008 w 57075"/>
                <a:gd name="connsiteY7" fmla="*/ 14004 h 14062"/>
                <a:gd name="connsiteX8" fmla="*/ 49231 w 5707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75" h="14062">
                  <a:moveTo>
                    <a:pt x="49231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49231" y="58"/>
                  </a:lnTo>
                  <a:cubicBezTo>
                    <a:pt x="53041" y="-438"/>
                    <a:pt x="56527" y="2282"/>
                    <a:pt x="57017" y="6133"/>
                  </a:cubicBezTo>
                  <a:cubicBezTo>
                    <a:pt x="57508" y="9984"/>
                    <a:pt x="54818" y="13508"/>
                    <a:pt x="51008" y="14004"/>
                  </a:cubicBezTo>
                  <a:cubicBezTo>
                    <a:pt x="50418" y="14081"/>
                    <a:pt x="49821" y="14081"/>
                    <a:pt x="49231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E2A5088E-7C31-1E4D-B838-BC2B8B99C517}"/>
                </a:ext>
              </a:extLst>
            </p:cNvPr>
            <p:cNvSpPr/>
            <p:nvPr/>
          </p:nvSpPr>
          <p:spPr>
            <a:xfrm>
              <a:off x="5106031" y="2457989"/>
              <a:ext cx="57075" cy="14062"/>
            </a:xfrm>
            <a:custGeom>
              <a:avLst/>
              <a:gdLst>
                <a:gd name="connsiteX0" fmla="*/ 49231 w 57075"/>
                <a:gd name="connsiteY0" fmla="*/ 14004 h 14062"/>
                <a:gd name="connsiteX1" fmla="*/ 7844 w 57075"/>
                <a:gd name="connsiteY1" fmla="*/ 14004 h 14062"/>
                <a:gd name="connsiteX2" fmla="*/ 58 w 57075"/>
                <a:gd name="connsiteY2" fmla="*/ 7929 h 14062"/>
                <a:gd name="connsiteX3" fmla="*/ 6067 w 57075"/>
                <a:gd name="connsiteY3" fmla="*/ 58 h 14062"/>
                <a:gd name="connsiteX4" fmla="*/ 7844 w 57075"/>
                <a:gd name="connsiteY4" fmla="*/ 58 h 14062"/>
                <a:gd name="connsiteX5" fmla="*/ 49231 w 57075"/>
                <a:gd name="connsiteY5" fmla="*/ 58 h 14062"/>
                <a:gd name="connsiteX6" fmla="*/ 57017 w 57075"/>
                <a:gd name="connsiteY6" fmla="*/ 6133 h 14062"/>
                <a:gd name="connsiteX7" fmla="*/ 51008 w 57075"/>
                <a:gd name="connsiteY7" fmla="*/ 14004 h 14062"/>
                <a:gd name="connsiteX8" fmla="*/ 49231 w 5707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75" h="14062">
                  <a:moveTo>
                    <a:pt x="49231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49231" y="58"/>
                  </a:lnTo>
                  <a:cubicBezTo>
                    <a:pt x="53041" y="-438"/>
                    <a:pt x="56527" y="2282"/>
                    <a:pt x="57017" y="6133"/>
                  </a:cubicBezTo>
                  <a:cubicBezTo>
                    <a:pt x="57508" y="9984"/>
                    <a:pt x="54818" y="13508"/>
                    <a:pt x="51008" y="14004"/>
                  </a:cubicBezTo>
                  <a:cubicBezTo>
                    <a:pt x="50418" y="14081"/>
                    <a:pt x="49821" y="14081"/>
                    <a:pt x="49231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118452C7-0CB1-5A47-A98E-B9138FF3EACF}"/>
                </a:ext>
              </a:extLst>
            </p:cNvPr>
            <p:cNvSpPr/>
            <p:nvPr/>
          </p:nvSpPr>
          <p:spPr>
            <a:xfrm>
              <a:off x="5156675" y="2336847"/>
              <a:ext cx="43765" cy="43577"/>
            </a:xfrm>
            <a:custGeom>
              <a:avLst/>
              <a:gdLst>
                <a:gd name="connsiteX0" fmla="*/ 36211 w 43765"/>
                <a:gd name="connsiteY0" fmla="*/ 43520 h 43577"/>
                <a:gd name="connsiteX1" fmla="*/ 31309 w 43765"/>
                <a:gd name="connsiteY1" fmla="*/ 41906 h 43577"/>
                <a:gd name="connsiteX2" fmla="*/ 2007 w 43765"/>
                <a:gd name="connsiteY2" fmla="*/ 11825 h 43577"/>
                <a:gd name="connsiteX3" fmla="*/ 2007 w 43765"/>
                <a:gd name="connsiteY3" fmla="*/ 2029 h 43577"/>
                <a:gd name="connsiteX4" fmla="*/ 11698 w 43765"/>
                <a:gd name="connsiteY4" fmla="*/ 2029 h 43577"/>
                <a:gd name="connsiteX5" fmla="*/ 41456 w 43765"/>
                <a:gd name="connsiteY5" fmla="*/ 31649 h 43577"/>
                <a:gd name="connsiteX6" fmla="*/ 42112 w 43765"/>
                <a:gd name="connsiteY6" fmla="*/ 41242 h 43577"/>
                <a:gd name="connsiteX7" fmla="*/ 41456 w 43765"/>
                <a:gd name="connsiteY7" fmla="*/ 41906 h 43577"/>
                <a:gd name="connsiteX8" fmla="*/ 36211 w 43765"/>
                <a:gd name="connsiteY8" fmla="*/ 43520 h 4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65" h="43577">
                  <a:moveTo>
                    <a:pt x="36211" y="43520"/>
                  </a:moveTo>
                  <a:cubicBezTo>
                    <a:pt x="34431" y="43649"/>
                    <a:pt x="32672" y="43070"/>
                    <a:pt x="31309" y="41906"/>
                  </a:cubicBezTo>
                  <a:lnTo>
                    <a:pt x="2007" y="11825"/>
                  </a:lnTo>
                  <a:cubicBezTo>
                    <a:pt x="-669" y="9120"/>
                    <a:pt x="-669" y="4734"/>
                    <a:pt x="2007" y="2029"/>
                  </a:cubicBezTo>
                  <a:cubicBezTo>
                    <a:pt x="4683" y="-676"/>
                    <a:pt x="9022" y="-676"/>
                    <a:pt x="11698" y="2029"/>
                  </a:cubicBezTo>
                  <a:lnTo>
                    <a:pt x="41456" y="31649"/>
                  </a:lnTo>
                  <a:cubicBezTo>
                    <a:pt x="44258" y="34115"/>
                    <a:pt x="44552" y="38410"/>
                    <a:pt x="42112" y="41242"/>
                  </a:cubicBezTo>
                  <a:cubicBezTo>
                    <a:pt x="41909" y="41479"/>
                    <a:pt x="41689" y="41701"/>
                    <a:pt x="41456" y="41906"/>
                  </a:cubicBezTo>
                  <a:cubicBezTo>
                    <a:pt x="40021" y="43186"/>
                    <a:pt x="38108" y="43774"/>
                    <a:pt x="36211" y="43520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95FEDF93-AC04-4244-96F9-B37F81F59E9C}"/>
                </a:ext>
              </a:extLst>
            </p:cNvPr>
            <p:cNvSpPr/>
            <p:nvPr/>
          </p:nvSpPr>
          <p:spPr>
            <a:xfrm>
              <a:off x="5246600" y="2512808"/>
              <a:ext cx="72708" cy="74437"/>
            </a:xfrm>
            <a:custGeom>
              <a:avLst/>
              <a:gdLst>
                <a:gd name="connsiteX0" fmla="*/ 51635 w 72708"/>
                <a:gd name="connsiteY0" fmla="*/ 74437 h 74437"/>
                <a:gd name="connsiteX1" fmla="*/ 50039 w 72708"/>
                <a:gd name="connsiteY1" fmla="*/ 74437 h 74437"/>
                <a:gd name="connsiteX2" fmla="*/ 44908 w 72708"/>
                <a:gd name="connsiteY2" fmla="*/ 66024 h 74437"/>
                <a:gd name="connsiteX3" fmla="*/ 56309 w 72708"/>
                <a:gd name="connsiteY3" fmla="*/ 18079 h 74437"/>
                <a:gd name="connsiteX4" fmla="*/ 16975 w 72708"/>
                <a:gd name="connsiteY4" fmla="*/ 18079 h 74437"/>
                <a:gd name="connsiteX5" fmla="*/ 28376 w 72708"/>
                <a:gd name="connsiteY5" fmla="*/ 66024 h 74437"/>
                <a:gd name="connsiteX6" fmla="*/ 22550 w 72708"/>
                <a:gd name="connsiteY6" fmla="*/ 74035 h 74437"/>
                <a:gd name="connsiteX7" fmla="*/ 14923 w 72708"/>
                <a:gd name="connsiteY7" fmla="*/ 69366 h 74437"/>
                <a:gd name="connsiteX8" fmla="*/ 215 w 72708"/>
                <a:gd name="connsiteY8" fmla="*/ 8628 h 74437"/>
                <a:gd name="connsiteX9" fmla="*/ 5148 w 72708"/>
                <a:gd name="connsiteY9" fmla="*/ 216 h 74437"/>
                <a:gd name="connsiteX10" fmla="*/ 9792 w 72708"/>
                <a:gd name="connsiteY10" fmla="*/ 676 h 74437"/>
                <a:gd name="connsiteX11" fmla="*/ 62808 w 72708"/>
                <a:gd name="connsiteY11" fmla="*/ 676 h 74437"/>
                <a:gd name="connsiteX12" fmla="*/ 70219 w 72708"/>
                <a:gd name="connsiteY12" fmla="*/ 1598 h 74437"/>
                <a:gd name="connsiteX13" fmla="*/ 72499 w 72708"/>
                <a:gd name="connsiteY13" fmla="*/ 8628 h 74437"/>
                <a:gd name="connsiteX14" fmla="*/ 57792 w 72708"/>
                <a:gd name="connsiteY14" fmla="*/ 69366 h 74437"/>
                <a:gd name="connsiteX15" fmla="*/ 51635 w 72708"/>
                <a:gd name="connsiteY15" fmla="*/ 74437 h 7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708" h="74437">
                  <a:moveTo>
                    <a:pt x="51635" y="74437"/>
                  </a:moveTo>
                  <a:lnTo>
                    <a:pt x="50039" y="74437"/>
                  </a:lnTo>
                  <a:cubicBezTo>
                    <a:pt x="46338" y="73526"/>
                    <a:pt x="44051" y="69776"/>
                    <a:pt x="44908" y="66024"/>
                  </a:cubicBezTo>
                  <a:lnTo>
                    <a:pt x="56309" y="18079"/>
                  </a:lnTo>
                  <a:cubicBezTo>
                    <a:pt x="43421" y="21539"/>
                    <a:pt x="29863" y="21539"/>
                    <a:pt x="16975" y="18079"/>
                  </a:cubicBezTo>
                  <a:lnTo>
                    <a:pt x="28376" y="66024"/>
                  </a:lnTo>
                  <a:cubicBezTo>
                    <a:pt x="28956" y="69862"/>
                    <a:pt x="26347" y="73449"/>
                    <a:pt x="22550" y="74035"/>
                  </a:cubicBezTo>
                  <a:cubicBezTo>
                    <a:pt x="19226" y="74548"/>
                    <a:pt x="16014" y="72582"/>
                    <a:pt x="14923" y="69366"/>
                  </a:cubicBezTo>
                  <a:lnTo>
                    <a:pt x="215" y="8628"/>
                  </a:lnTo>
                  <a:cubicBezTo>
                    <a:pt x="-721" y="4928"/>
                    <a:pt x="1487" y="1162"/>
                    <a:pt x="5148" y="216"/>
                  </a:cubicBezTo>
                  <a:cubicBezTo>
                    <a:pt x="6701" y="-186"/>
                    <a:pt x="8345" y="-23"/>
                    <a:pt x="9792" y="676"/>
                  </a:cubicBezTo>
                  <a:cubicBezTo>
                    <a:pt x="26577" y="8679"/>
                    <a:pt x="46023" y="8679"/>
                    <a:pt x="62808" y="676"/>
                  </a:cubicBezTo>
                  <a:cubicBezTo>
                    <a:pt x="65251" y="-468"/>
                    <a:pt x="68124" y="-111"/>
                    <a:pt x="70219" y="1598"/>
                  </a:cubicBezTo>
                  <a:cubicBezTo>
                    <a:pt x="72260" y="3299"/>
                    <a:pt x="73148" y="6036"/>
                    <a:pt x="72499" y="8628"/>
                  </a:cubicBezTo>
                  <a:lnTo>
                    <a:pt x="57792" y="69366"/>
                  </a:lnTo>
                  <a:cubicBezTo>
                    <a:pt x="56961" y="72172"/>
                    <a:pt x="54521" y="74182"/>
                    <a:pt x="51635" y="7443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5" name="Graphic 71">
            <a:extLst>
              <a:ext uri="{FF2B5EF4-FFF2-40B4-BE49-F238E27FC236}">
                <a16:creationId xmlns:a16="http://schemas.microsoft.com/office/drawing/2014/main" id="{7C20835F-F8B4-D04C-8554-7BD7950ABE92}"/>
              </a:ext>
            </a:extLst>
          </p:cNvPr>
          <p:cNvGrpSpPr>
            <a:grpSpLocks noChangeAspect="1"/>
          </p:cNvGrpSpPr>
          <p:nvPr/>
        </p:nvGrpSpPr>
        <p:grpSpPr>
          <a:xfrm>
            <a:off x="6838837" y="5174573"/>
            <a:ext cx="272289" cy="414944"/>
            <a:chOff x="5145307" y="2286516"/>
            <a:chExt cx="272289" cy="414944"/>
          </a:xfrm>
          <a:solidFill>
            <a:srgbClr val="FFFFFF"/>
          </a:solidFill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92E6C36C-A898-B245-9FFA-46FB7B79BA13}"/>
                </a:ext>
              </a:extLst>
            </p:cNvPr>
            <p:cNvSpPr/>
            <p:nvPr/>
          </p:nvSpPr>
          <p:spPr>
            <a:xfrm>
              <a:off x="5145307" y="2286516"/>
              <a:ext cx="272289" cy="343718"/>
            </a:xfrm>
            <a:custGeom>
              <a:avLst/>
              <a:gdLst>
                <a:gd name="connsiteX0" fmla="*/ 188122 w 272289"/>
                <a:gd name="connsiteY0" fmla="*/ 343718 h 343718"/>
                <a:gd name="connsiteX1" fmla="*/ 84561 w 272289"/>
                <a:gd name="connsiteY1" fmla="*/ 343718 h 343718"/>
                <a:gd name="connsiteX2" fmla="*/ 77812 w 272289"/>
                <a:gd name="connsiteY2" fmla="*/ 336803 h 343718"/>
                <a:gd name="connsiteX3" fmla="*/ 77812 w 272289"/>
                <a:gd name="connsiteY3" fmla="*/ 335651 h 343718"/>
                <a:gd name="connsiteX4" fmla="*/ 38976 w 272289"/>
                <a:gd name="connsiteY4" fmla="*/ 240913 h 343718"/>
                <a:gd name="connsiteX5" fmla="*/ 1579 w 272289"/>
                <a:gd name="connsiteY5" fmla="*/ 120359 h 343718"/>
                <a:gd name="connsiteX6" fmla="*/ 120520 w 272289"/>
                <a:gd name="connsiteY6" fmla="*/ 957 h 343718"/>
                <a:gd name="connsiteX7" fmla="*/ 271383 w 272289"/>
                <a:gd name="connsiteY7" fmla="*/ 125442 h 343718"/>
                <a:gd name="connsiteX8" fmla="*/ 232379 w 272289"/>
                <a:gd name="connsiteY8" fmla="*/ 242066 h 343718"/>
                <a:gd name="connsiteX9" fmla="*/ 194429 w 272289"/>
                <a:gd name="connsiteY9" fmla="*/ 334268 h 343718"/>
                <a:gd name="connsiteX10" fmla="*/ 194429 w 272289"/>
                <a:gd name="connsiteY10" fmla="*/ 337264 h 343718"/>
                <a:gd name="connsiteX11" fmla="*/ 188122 w 272289"/>
                <a:gd name="connsiteY11" fmla="*/ 343718 h 343718"/>
                <a:gd name="connsiteX12" fmla="*/ 91200 w 272289"/>
                <a:gd name="connsiteY12" fmla="*/ 329773 h 343718"/>
                <a:gd name="connsiteX13" fmla="*/ 180931 w 272289"/>
                <a:gd name="connsiteY13" fmla="*/ 329773 h 343718"/>
                <a:gd name="connsiteX14" fmla="*/ 222754 w 272289"/>
                <a:gd name="connsiteY14" fmla="*/ 232154 h 343718"/>
                <a:gd name="connsiteX15" fmla="*/ 222835 w 272289"/>
                <a:gd name="connsiteY15" fmla="*/ 51396 h 343718"/>
                <a:gd name="connsiteX16" fmla="*/ 121737 w 272289"/>
                <a:gd name="connsiteY16" fmla="*/ 14788 h 343718"/>
                <a:gd name="connsiteX17" fmla="*/ 14225 w 272289"/>
                <a:gd name="connsiteY17" fmla="*/ 156672 h 343718"/>
                <a:gd name="connsiteX18" fmla="*/ 48492 w 272289"/>
                <a:gd name="connsiteY18" fmla="*/ 231232 h 343718"/>
                <a:gd name="connsiteX19" fmla="*/ 91200 w 272289"/>
                <a:gd name="connsiteY19" fmla="*/ 329773 h 34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2289" h="343718">
                  <a:moveTo>
                    <a:pt x="188122" y="343718"/>
                  </a:moveTo>
                  <a:lnTo>
                    <a:pt x="84561" y="343718"/>
                  </a:lnTo>
                  <a:cubicBezTo>
                    <a:pt x="80876" y="343719"/>
                    <a:pt x="77872" y="340641"/>
                    <a:pt x="77812" y="336803"/>
                  </a:cubicBezTo>
                  <a:lnTo>
                    <a:pt x="77812" y="335651"/>
                  </a:lnTo>
                  <a:cubicBezTo>
                    <a:pt x="77341" y="299978"/>
                    <a:pt x="63387" y="265937"/>
                    <a:pt x="38976" y="240913"/>
                  </a:cubicBezTo>
                  <a:cubicBezTo>
                    <a:pt x="8930" y="209137"/>
                    <a:pt x="-4935" y="164441"/>
                    <a:pt x="1579" y="120359"/>
                  </a:cubicBezTo>
                  <a:cubicBezTo>
                    <a:pt x="11136" y="57332"/>
                    <a:pt x="59703" y="8577"/>
                    <a:pt x="120520" y="957"/>
                  </a:cubicBezTo>
                  <a:cubicBezTo>
                    <a:pt x="195180" y="-8063"/>
                    <a:pt x="262724" y="47671"/>
                    <a:pt x="271383" y="125442"/>
                  </a:cubicBezTo>
                  <a:cubicBezTo>
                    <a:pt x="276175" y="168483"/>
                    <a:pt x="261807" y="211443"/>
                    <a:pt x="232379" y="242066"/>
                  </a:cubicBezTo>
                  <a:cubicBezTo>
                    <a:pt x="208386" y="266265"/>
                    <a:pt x="194715" y="299480"/>
                    <a:pt x="194429" y="334268"/>
                  </a:cubicBezTo>
                  <a:lnTo>
                    <a:pt x="194429" y="337264"/>
                  </a:lnTo>
                  <a:cubicBezTo>
                    <a:pt x="194208" y="340773"/>
                    <a:pt x="191494" y="343550"/>
                    <a:pt x="188122" y="343718"/>
                  </a:cubicBezTo>
                  <a:close/>
                  <a:moveTo>
                    <a:pt x="91200" y="329773"/>
                  </a:moveTo>
                  <a:lnTo>
                    <a:pt x="180931" y="329773"/>
                  </a:lnTo>
                  <a:cubicBezTo>
                    <a:pt x="182371" y="292858"/>
                    <a:pt x="197338" y="257923"/>
                    <a:pt x="222754" y="232154"/>
                  </a:cubicBezTo>
                  <a:cubicBezTo>
                    <a:pt x="270694" y="182262"/>
                    <a:pt x="270731" y="101334"/>
                    <a:pt x="222835" y="51396"/>
                  </a:cubicBezTo>
                  <a:cubicBezTo>
                    <a:pt x="196290" y="23719"/>
                    <a:pt x="159039" y="10230"/>
                    <a:pt x="121737" y="14788"/>
                  </a:cubicBezTo>
                  <a:cubicBezTo>
                    <a:pt x="54435" y="23042"/>
                    <a:pt x="6300" y="86566"/>
                    <a:pt x="14225" y="156672"/>
                  </a:cubicBezTo>
                  <a:cubicBezTo>
                    <a:pt x="17403" y="184793"/>
                    <a:pt x="29456" y="211018"/>
                    <a:pt x="48492" y="231232"/>
                  </a:cubicBezTo>
                  <a:cubicBezTo>
                    <a:pt x="74005" y="257397"/>
                    <a:pt x="89234" y="292534"/>
                    <a:pt x="91200" y="329773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8B0AA2ED-EE6F-9A41-B6ED-94DCB25A9761}"/>
                </a:ext>
              </a:extLst>
            </p:cNvPr>
            <p:cNvSpPr/>
            <p:nvPr/>
          </p:nvSpPr>
          <p:spPr>
            <a:xfrm>
              <a:off x="5373171" y="2410794"/>
              <a:ext cx="14806" cy="31348"/>
            </a:xfrm>
            <a:custGeom>
              <a:avLst/>
              <a:gdLst>
                <a:gd name="connsiteX0" fmla="*/ 8167 w 14806"/>
                <a:gd name="connsiteY0" fmla="*/ 31348 h 31348"/>
                <a:gd name="connsiteX1" fmla="*/ 1417 w 14806"/>
                <a:gd name="connsiteY1" fmla="*/ 24318 h 31348"/>
                <a:gd name="connsiteX2" fmla="*/ 90 w 14806"/>
                <a:gd name="connsiteY2" fmla="*/ 8183 h 31348"/>
                <a:gd name="connsiteX3" fmla="*/ 5622 w 14806"/>
                <a:gd name="connsiteY3" fmla="*/ 115 h 31348"/>
                <a:gd name="connsiteX4" fmla="*/ 13351 w 14806"/>
                <a:gd name="connsiteY4" fmla="*/ 5667 h 31348"/>
                <a:gd name="connsiteX5" fmla="*/ 13367 w 14806"/>
                <a:gd name="connsiteY5" fmla="*/ 5762 h 31348"/>
                <a:gd name="connsiteX6" fmla="*/ 14805 w 14806"/>
                <a:gd name="connsiteY6" fmla="*/ 24318 h 31348"/>
                <a:gd name="connsiteX7" fmla="*/ 8278 w 14806"/>
                <a:gd name="connsiteY7" fmla="*/ 31347 h 31348"/>
                <a:gd name="connsiteX8" fmla="*/ 8167 w 14806"/>
                <a:gd name="connsiteY8" fmla="*/ 31348 h 3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06" h="31348">
                  <a:moveTo>
                    <a:pt x="8167" y="31348"/>
                  </a:moveTo>
                  <a:cubicBezTo>
                    <a:pt x="4439" y="31348"/>
                    <a:pt x="1417" y="28201"/>
                    <a:pt x="1417" y="24318"/>
                  </a:cubicBezTo>
                  <a:cubicBezTo>
                    <a:pt x="1420" y="18910"/>
                    <a:pt x="976" y="13512"/>
                    <a:pt x="90" y="8183"/>
                  </a:cubicBezTo>
                  <a:cubicBezTo>
                    <a:pt x="-510" y="4366"/>
                    <a:pt x="1962" y="762"/>
                    <a:pt x="5622" y="115"/>
                  </a:cubicBezTo>
                  <a:cubicBezTo>
                    <a:pt x="9228" y="-575"/>
                    <a:pt x="12688" y="1911"/>
                    <a:pt x="13351" y="5667"/>
                  </a:cubicBezTo>
                  <a:cubicBezTo>
                    <a:pt x="13356" y="5699"/>
                    <a:pt x="13362" y="5731"/>
                    <a:pt x="13367" y="5762"/>
                  </a:cubicBezTo>
                  <a:cubicBezTo>
                    <a:pt x="14344" y="11895"/>
                    <a:pt x="14825" y="18102"/>
                    <a:pt x="14805" y="24318"/>
                  </a:cubicBezTo>
                  <a:cubicBezTo>
                    <a:pt x="14866" y="28137"/>
                    <a:pt x="11944" y="31284"/>
                    <a:pt x="8278" y="31347"/>
                  </a:cubicBezTo>
                  <a:cubicBezTo>
                    <a:pt x="8241" y="31348"/>
                    <a:pt x="8204" y="31348"/>
                    <a:pt x="8167" y="31348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66EE3C5-B19B-6443-92C4-D6AEFE34229A}"/>
                </a:ext>
              </a:extLst>
            </p:cNvPr>
            <p:cNvSpPr/>
            <p:nvPr/>
          </p:nvSpPr>
          <p:spPr>
            <a:xfrm>
              <a:off x="5356216" y="2367692"/>
              <a:ext cx="23763" cy="34688"/>
            </a:xfrm>
            <a:custGeom>
              <a:avLst/>
              <a:gdLst>
                <a:gd name="connsiteX0" fmla="*/ 17487 w 23763"/>
                <a:gd name="connsiteY0" fmla="*/ 34688 h 34688"/>
                <a:gd name="connsiteX1" fmla="*/ 11291 w 23763"/>
                <a:gd name="connsiteY1" fmla="*/ 30424 h 34688"/>
                <a:gd name="connsiteX2" fmla="*/ 1223 w 23763"/>
                <a:gd name="connsiteY2" fmla="*/ 11061 h 34688"/>
                <a:gd name="connsiteX3" fmla="*/ 2876 w 23763"/>
                <a:gd name="connsiteY3" fmla="*/ 1269 h 34688"/>
                <a:gd name="connsiteX4" fmla="*/ 2882 w 23763"/>
                <a:gd name="connsiteY4" fmla="*/ 1265 h 34688"/>
                <a:gd name="connsiteX5" fmla="*/ 12134 w 23763"/>
                <a:gd name="connsiteY5" fmla="*/ 2930 h 34688"/>
                <a:gd name="connsiteX6" fmla="*/ 12176 w 23763"/>
                <a:gd name="connsiteY6" fmla="*/ 2994 h 34688"/>
                <a:gd name="connsiteX7" fmla="*/ 23241 w 23763"/>
                <a:gd name="connsiteY7" fmla="*/ 24661 h 34688"/>
                <a:gd name="connsiteX8" fmla="*/ 19700 w 23763"/>
                <a:gd name="connsiteY8" fmla="*/ 33719 h 34688"/>
                <a:gd name="connsiteX9" fmla="*/ 19589 w 23763"/>
                <a:gd name="connsiteY9" fmla="*/ 33766 h 34688"/>
                <a:gd name="connsiteX10" fmla="*/ 17487 w 23763"/>
                <a:gd name="connsiteY10" fmla="*/ 34688 h 3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63" h="34688">
                  <a:moveTo>
                    <a:pt x="17487" y="34688"/>
                  </a:moveTo>
                  <a:cubicBezTo>
                    <a:pt x="14798" y="34655"/>
                    <a:pt x="12375" y="32988"/>
                    <a:pt x="11291" y="30424"/>
                  </a:cubicBezTo>
                  <a:cubicBezTo>
                    <a:pt x="8690" y="23574"/>
                    <a:pt x="5309" y="17073"/>
                    <a:pt x="1223" y="11061"/>
                  </a:cubicBezTo>
                  <a:cubicBezTo>
                    <a:pt x="-917" y="7882"/>
                    <a:pt x="-176" y="3498"/>
                    <a:pt x="2876" y="1269"/>
                  </a:cubicBezTo>
                  <a:cubicBezTo>
                    <a:pt x="2878" y="1268"/>
                    <a:pt x="2880" y="1266"/>
                    <a:pt x="2882" y="1265"/>
                  </a:cubicBezTo>
                  <a:cubicBezTo>
                    <a:pt x="5878" y="-936"/>
                    <a:pt x="10020" y="-191"/>
                    <a:pt x="12134" y="2930"/>
                  </a:cubicBezTo>
                  <a:cubicBezTo>
                    <a:pt x="12148" y="2951"/>
                    <a:pt x="12162" y="2972"/>
                    <a:pt x="12176" y="2994"/>
                  </a:cubicBezTo>
                  <a:cubicBezTo>
                    <a:pt x="16667" y="9739"/>
                    <a:pt x="20381" y="17012"/>
                    <a:pt x="23241" y="24661"/>
                  </a:cubicBezTo>
                  <a:cubicBezTo>
                    <a:pt x="24664" y="28181"/>
                    <a:pt x="23079" y="32236"/>
                    <a:pt x="19700" y="33719"/>
                  </a:cubicBezTo>
                  <a:cubicBezTo>
                    <a:pt x="19663" y="33735"/>
                    <a:pt x="19626" y="33751"/>
                    <a:pt x="19589" y="33766"/>
                  </a:cubicBezTo>
                  <a:cubicBezTo>
                    <a:pt x="18965" y="34235"/>
                    <a:pt x="18246" y="34550"/>
                    <a:pt x="17487" y="34688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B76C023-68E7-0C44-ABF3-E128A68F628C}"/>
                </a:ext>
              </a:extLst>
            </p:cNvPr>
            <p:cNvSpPr/>
            <p:nvPr/>
          </p:nvSpPr>
          <p:spPr>
            <a:xfrm>
              <a:off x="5327448" y="2339957"/>
              <a:ext cx="27074" cy="24625"/>
            </a:xfrm>
            <a:custGeom>
              <a:avLst/>
              <a:gdLst>
                <a:gd name="connsiteX0" fmla="*/ 20586 w 27074"/>
                <a:gd name="connsiteY0" fmla="*/ 24620 h 24625"/>
                <a:gd name="connsiteX1" fmla="*/ 16160 w 27074"/>
                <a:gd name="connsiteY1" fmla="*/ 22891 h 24625"/>
                <a:gd name="connsiteX2" fmla="*/ 3658 w 27074"/>
                <a:gd name="connsiteY2" fmla="*/ 13095 h 24625"/>
                <a:gd name="connsiteX3" fmla="*/ 709 w 27074"/>
                <a:gd name="connsiteY3" fmla="*/ 3810 h 24625"/>
                <a:gd name="connsiteX4" fmla="*/ 9622 w 27074"/>
                <a:gd name="connsiteY4" fmla="*/ 739 h 24625"/>
                <a:gd name="connsiteX5" fmla="*/ 10849 w 27074"/>
                <a:gd name="connsiteY5" fmla="*/ 1569 h 24625"/>
                <a:gd name="connsiteX6" fmla="*/ 25122 w 27074"/>
                <a:gd name="connsiteY6" fmla="*/ 13095 h 24625"/>
                <a:gd name="connsiteX7" fmla="*/ 25139 w 27074"/>
                <a:gd name="connsiteY7" fmla="*/ 22874 h 24625"/>
                <a:gd name="connsiteX8" fmla="*/ 25122 w 27074"/>
                <a:gd name="connsiteY8" fmla="*/ 22891 h 24625"/>
                <a:gd name="connsiteX9" fmla="*/ 20586 w 27074"/>
                <a:gd name="connsiteY9" fmla="*/ 24620 h 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074" h="24625">
                  <a:moveTo>
                    <a:pt x="20586" y="24620"/>
                  </a:moveTo>
                  <a:cubicBezTo>
                    <a:pt x="18957" y="24629"/>
                    <a:pt x="17382" y="24014"/>
                    <a:pt x="16160" y="22891"/>
                  </a:cubicBezTo>
                  <a:cubicBezTo>
                    <a:pt x="12259" y="19272"/>
                    <a:pt x="8077" y="15995"/>
                    <a:pt x="3658" y="13095"/>
                  </a:cubicBezTo>
                  <a:cubicBezTo>
                    <a:pt x="382" y="11379"/>
                    <a:pt x="-938" y="7222"/>
                    <a:pt x="709" y="3810"/>
                  </a:cubicBezTo>
                  <a:cubicBezTo>
                    <a:pt x="2356" y="398"/>
                    <a:pt x="6347" y="-977"/>
                    <a:pt x="9622" y="739"/>
                  </a:cubicBezTo>
                  <a:cubicBezTo>
                    <a:pt x="10059" y="968"/>
                    <a:pt x="10471" y="1246"/>
                    <a:pt x="10849" y="1569"/>
                  </a:cubicBezTo>
                  <a:cubicBezTo>
                    <a:pt x="15904" y="4995"/>
                    <a:pt x="20678" y="8850"/>
                    <a:pt x="25122" y="13095"/>
                  </a:cubicBezTo>
                  <a:cubicBezTo>
                    <a:pt x="27719" y="15791"/>
                    <a:pt x="27727" y="20169"/>
                    <a:pt x="25139" y="22874"/>
                  </a:cubicBezTo>
                  <a:cubicBezTo>
                    <a:pt x="25133" y="22880"/>
                    <a:pt x="25128" y="22886"/>
                    <a:pt x="25122" y="22891"/>
                  </a:cubicBezTo>
                  <a:cubicBezTo>
                    <a:pt x="23890" y="24072"/>
                    <a:pt x="22258" y="24694"/>
                    <a:pt x="20586" y="24620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7C7BC6F-685F-274F-9BAA-2272138E950F}"/>
                </a:ext>
              </a:extLst>
            </p:cNvPr>
            <p:cNvSpPr/>
            <p:nvPr/>
          </p:nvSpPr>
          <p:spPr>
            <a:xfrm>
              <a:off x="5204199" y="2615828"/>
              <a:ext cx="154352" cy="85632"/>
            </a:xfrm>
            <a:custGeom>
              <a:avLst/>
              <a:gdLst>
                <a:gd name="connsiteX0" fmla="*/ 120158 w 154352"/>
                <a:gd name="connsiteY0" fmla="*/ 85633 h 85632"/>
                <a:gd name="connsiteX1" fmla="*/ 34189 w 154352"/>
                <a:gd name="connsiteY1" fmla="*/ 85633 h 85632"/>
                <a:gd name="connsiteX2" fmla="*/ 0 w 154352"/>
                <a:gd name="connsiteY2" fmla="*/ 50020 h 85632"/>
                <a:gd name="connsiteX3" fmla="*/ 0 w 154352"/>
                <a:gd name="connsiteY3" fmla="*/ 16481 h 85632"/>
                <a:gd name="connsiteX4" fmla="*/ 15933 w 154352"/>
                <a:gd name="connsiteY4" fmla="*/ 0 h 85632"/>
                <a:gd name="connsiteX5" fmla="*/ 138524 w 154352"/>
                <a:gd name="connsiteY5" fmla="*/ 0 h 85632"/>
                <a:gd name="connsiteX6" fmla="*/ 154346 w 154352"/>
                <a:gd name="connsiteY6" fmla="*/ 16481 h 85632"/>
                <a:gd name="connsiteX7" fmla="*/ 154346 w 154352"/>
                <a:gd name="connsiteY7" fmla="*/ 49328 h 85632"/>
                <a:gd name="connsiteX8" fmla="*/ 120828 w 154352"/>
                <a:gd name="connsiteY8" fmla="*/ 85626 h 85632"/>
                <a:gd name="connsiteX9" fmla="*/ 120158 w 154352"/>
                <a:gd name="connsiteY9" fmla="*/ 85633 h 85632"/>
                <a:gd name="connsiteX10" fmla="*/ 15933 w 154352"/>
                <a:gd name="connsiteY10" fmla="*/ 14407 h 85632"/>
                <a:gd name="connsiteX11" fmla="*/ 13498 w 154352"/>
                <a:gd name="connsiteY11" fmla="*/ 16942 h 85632"/>
                <a:gd name="connsiteX12" fmla="*/ 13498 w 154352"/>
                <a:gd name="connsiteY12" fmla="*/ 49789 h 85632"/>
                <a:gd name="connsiteX13" fmla="*/ 34189 w 154352"/>
                <a:gd name="connsiteY13" fmla="*/ 71457 h 85632"/>
                <a:gd name="connsiteX14" fmla="*/ 120158 w 154352"/>
                <a:gd name="connsiteY14" fmla="*/ 71457 h 85632"/>
                <a:gd name="connsiteX15" fmla="*/ 140958 w 154352"/>
                <a:gd name="connsiteY15" fmla="*/ 49789 h 85632"/>
                <a:gd name="connsiteX16" fmla="*/ 140958 w 154352"/>
                <a:gd name="connsiteY16" fmla="*/ 16481 h 85632"/>
                <a:gd name="connsiteX17" fmla="*/ 138524 w 154352"/>
                <a:gd name="connsiteY17" fmla="*/ 13946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4352" h="85632">
                  <a:moveTo>
                    <a:pt x="120158" y="85633"/>
                  </a:moveTo>
                  <a:lnTo>
                    <a:pt x="34189" y="85633"/>
                  </a:lnTo>
                  <a:cubicBezTo>
                    <a:pt x="15307" y="85633"/>
                    <a:pt x="0" y="69688"/>
                    <a:pt x="0" y="50020"/>
                  </a:cubicBezTo>
                  <a:lnTo>
                    <a:pt x="0" y="16481"/>
                  </a:lnTo>
                  <a:cubicBezTo>
                    <a:pt x="61" y="7360"/>
                    <a:pt x="7176" y="0"/>
                    <a:pt x="15933" y="0"/>
                  </a:cubicBezTo>
                  <a:lnTo>
                    <a:pt x="138524" y="0"/>
                  </a:lnTo>
                  <a:cubicBezTo>
                    <a:pt x="147262" y="0"/>
                    <a:pt x="154346" y="7379"/>
                    <a:pt x="154346" y="16481"/>
                  </a:cubicBezTo>
                  <a:lnTo>
                    <a:pt x="154346" y="49328"/>
                  </a:lnTo>
                  <a:cubicBezTo>
                    <a:pt x="154713" y="68993"/>
                    <a:pt x="139706" y="85244"/>
                    <a:pt x="120828" y="85626"/>
                  </a:cubicBezTo>
                  <a:cubicBezTo>
                    <a:pt x="120605" y="85630"/>
                    <a:pt x="120381" y="85633"/>
                    <a:pt x="120158" y="85633"/>
                  </a:cubicBezTo>
                  <a:close/>
                  <a:moveTo>
                    <a:pt x="15933" y="14407"/>
                  </a:moveTo>
                  <a:cubicBezTo>
                    <a:pt x="14588" y="14407"/>
                    <a:pt x="13498" y="15542"/>
                    <a:pt x="13498" y="16942"/>
                  </a:cubicBezTo>
                  <a:lnTo>
                    <a:pt x="13498" y="49789"/>
                  </a:lnTo>
                  <a:cubicBezTo>
                    <a:pt x="13498" y="61711"/>
                    <a:pt x="22744" y="71393"/>
                    <a:pt x="34189" y="71457"/>
                  </a:cubicBezTo>
                  <a:lnTo>
                    <a:pt x="120158" y="71457"/>
                  </a:lnTo>
                  <a:cubicBezTo>
                    <a:pt x="131646" y="71457"/>
                    <a:pt x="140958" y="61756"/>
                    <a:pt x="140958" y="49789"/>
                  </a:cubicBezTo>
                  <a:lnTo>
                    <a:pt x="140958" y="16481"/>
                  </a:lnTo>
                  <a:cubicBezTo>
                    <a:pt x="140958" y="15081"/>
                    <a:pt x="139869" y="13946"/>
                    <a:pt x="138524" y="13946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7DA8ADA6-87C5-BE41-966C-8B20EBF9F2E6}"/>
                </a:ext>
              </a:extLst>
            </p:cNvPr>
            <p:cNvSpPr/>
            <p:nvPr/>
          </p:nvSpPr>
          <p:spPr>
            <a:xfrm>
              <a:off x="5203336" y="2651728"/>
              <a:ext cx="95993" cy="14062"/>
            </a:xfrm>
            <a:custGeom>
              <a:avLst/>
              <a:gdLst>
                <a:gd name="connsiteX0" fmla="*/ 88381 w 95993"/>
                <a:gd name="connsiteY0" fmla="*/ 14004 h 14062"/>
                <a:gd name="connsiteX1" fmla="*/ 7612 w 95993"/>
                <a:gd name="connsiteY1" fmla="*/ 14004 h 14062"/>
                <a:gd name="connsiteX2" fmla="*/ 56 w 95993"/>
                <a:gd name="connsiteY2" fmla="*/ 7929 h 14062"/>
                <a:gd name="connsiteX3" fmla="*/ 5888 w 95993"/>
                <a:gd name="connsiteY3" fmla="*/ 58 h 14062"/>
                <a:gd name="connsiteX4" fmla="*/ 7612 w 95993"/>
                <a:gd name="connsiteY4" fmla="*/ 58 h 14062"/>
                <a:gd name="connsiteX5" fmla="*/ 88381 w 95993"/>
                <a:gd name="connsiteY5" fmla="*/ 58 h 14062"/>
                <a:gd name="connsiteX6" fmla="*/ 95937 w 95993"/>
                <a:gd name="connsiteY6" fmla="*/ 6133 h 14062"/>
                <a:gd name="connsiteX7" fmla="*/ 90106 w 95993"/>
                <a:gd name="connsiteY7" fmla="*/ 14004 h 14062"/>
                <a:gd name="connsiteX8" fmla="*/ 88381 w 95993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93" h="14062">
                  <a:moveTo>
                    <a:pt x="88381" y="14004"/>
                  </a:moveTo>
                  <a:lnTo>
                    <a:pt x="7612" y="14004"/>
                  </a:lnTo>
                  <a:cubicBezTo>
                    <a:pt x="3915" y="14500"/>
                    <a:pt x="532" y="11780"/>
                    <a:pt x="56" y="7929"/>
                  </a:cubicBezTo>
                  <a:cubicBezTo>
                    <a:pt x="-420" y="4079"/>
                    <a:pt x="2191" y="555"/>
                    <a:pt x="5888" y="58"/>
                  </a:cubicBezTo>
                  <a:cubicBezTo>
                    <a:pt x="6460" y="-18"/>
                    <a:pt x="7040" y="-18"/>
                    <a:pt x="7612" y="58"/>
                  </a:cubicBezTo>
                  <a:lnTo>
                    <a:pt x="88381" y="58"/>
                  </a:lnTo>
                  <a:cubicBezTo>
                    <a:pt x="92078" y="-438"/>
                    <a:pt x="95461" y="2282"/>
                    <a:pt x="95937" y="6133"/>
                  </a:cubicBezTo>
                  <a:cubicBezTo>
                    <a:pt x="96414" y="9984"/>
                    <a:pt x="93803" y="13508"/>
                    <a:pt x="90106" y="14004"/>
                  </a:cubicBezTo>
                  <a:cubicBezTo>
                    <a:pt x="89533" y="14081"/>
                    <a:pt x="88954" y="14081"/>
                    <a:pt x="88381" y="1400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97C306D-9B09-E74D-98FA-C82AC6EF7527}"/>
                </a:ext>
              </a:extLst>
            </p:cNvPr>
            <p:cNvSpPr/>
            <p:nvPr/>
          </p:nvSpPr>
          <p:spPr>
            <a:xfrm>
              <a:off x="5213847" y="2567710"/>
              <a:ext cx="132993" cy="14061"/>
            </a:xfrm>
            <a:custGeom>
              <a:avLst/>
              <a:gdLst>
                <a:gd name="connsiteX0" fmla="*/ 127106 w 132993"/>
                <a:gd name="connsiteY0" fmla="*/ 14003 h 14061"/>
                <a:gd name="connsiteX1" fmla="*/ 7612 w 132993"/>
                <a:gd name="connsiteY1" fmla="*/ 14003 h 14061"/>
                <a:gd name="connsiteX2" fmla="*/ 56 w 132993"/>
                <a:gd name="connsiteY2" fmla="*/ 7929 h 14061"/>
                <a:gd name="connsiteX3" fmla="*/ 5888 w 132993"/>
                <a:gd name="connsiteY3" fmla="*/ 58 h 14061"/>
                <a:gd name="connsiteX4" fmla="*/ 7612 w 132993"/>
                <a:gd name="connsiteY4" fmla="*/ 58 h 14061"/>
                <a:gd name="connsiteX5" fmla="*/ 127106 w 132993"/>
                <a:gd name="connsiteY5" fmla="*/ 58 h 14061"/>
                <a:gd name="connsiteX6" fmla="*/ 132938 w 132993"/>
                <a:gd name="connsiteY6" fmla="*/ 7929 h 14061"/>
                <a:gd name="connsiteX7" fmla="*/ 127106 w 13299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993" h="14061">
                  <a:moveTo>
                    <a:pt x="127106" y="14003"/>
                  </a:moveTo>
                  <a:lnTo>
                    <a:pt x="7612" y="14003"/>
                  </a:lnTo>
                  <a:cubicBezTo>
                    <a:pt x="3915" y="14499"/>
                    <a:pt x="532" y="11780"/>
                    <a:pt x="56" y="7929"/>
                  </a:cubicBezTo>
                  <a:cubicBezTo>
                    <a:pt x="-420" y="4078"/>
                    <a:pt x="2191" y="554"/>
                    <a:pt x="5888" y="58"/>
                  </a:cubicBezTo>
                  <a:cubicBezTo>
                    <a:pt x="6460" y="-19"/>
                    <a:pt x="7040" y="-19"/>
                    <a:pt x="7612" y="58"/>
                  </a:cubicBezTo>
                  <a:lnTo>
                    <a:pt x="127106" y="58"/>
                  </a:lnTo>
                  <a:cubicBezTo>
                    <a:pt x="130803" y="554"/>
                    <a:pt x="133414" y="4078"/>
                    <a:pt x="132938" y="7929"/>
                  </a:cubicBezTo>
                  <a:cubicBezTo>
                    <a:pt x="132545" y="11099"/>
                    <a:pt x="130150" y="13595"/>
                    <a:pt x="127106" y="14003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46FCF4A-10A5-4C45-96E4-53F812510DEC}"/>
                </a:ext>
              </a:extLst>
            </p:cNvPr>
            <p:cNvSpPr/>
            <p:nvPr/>
          </p:nvSpPr>
          <p:spPr>
            <a:xfrm>
              <a:off x="5248235" y="2325737"/>
              <a:ext cx="66385" cy="69151"/>
            </a:xfrm>
            <a:custGeom>
              <a:avLst/>
              <a:gdLst>
                <a:gd name="connsiteX0" fmla="*/ 33193 w 66385"/>
                <a:gd name="connsiteY0" fmla="*/ 69152 h 69151"/>
                <a:gd name="connsiteX1" fmla="*/ 0 w 66385"/>
                <a:gd name="connsiteY1" fmla="*/ 34576 h 69151"/>
                <a:gd name="connsiteX2" fmla="*/ 33193 w 66385"/>
                <a:gd name="connsiteY2" fmla="*/ 0 h 69151"/>
                <a:gd name="connsiteX3" fmla="*/ 66385 w 66385"/>
                <a:gd name="connsiteY3" fmla="*/ 34576 h 69151"/>
                <a:gd name="connsiteX4" fmla="*/ 33193 w 66385"/>
                <a:gd name="connsiteY4" fmla="*/ 69152 h 69151"/>
                <a:gd name="connsiteX5" fmla="*/ 33193 w 66385"/>
                <a:gd name="connsiteY5" fmla="*/ 13254 h 69151"/>
                <a:gd name="connsiteX6" fmla="*/ 13056 w 66385"/>
                <a:gd name="connsiteY6" fmla="*/ 34230 h 69151"/>
                <a:gd name="connsiteX7" fmla="*/ 33193 w 66385"/>
                <a:gd name="connsiteY7" fmla="*/ 55206 h 69151"/>
                <a:gd name="connsiteX8" fmla="*/ 53330 w 66385"/>
                <a:gd name="connsiteY8" fmla="*/ 34230 h 69151"/>
                <a:gd name="connsiteX9" fmla="*/ 33415 w 66385"/>
                <a:gd name="connsiteY9" fmla="*/ 13254 h 69151"/>
                <a:gd name="connsiteX10" fmla="*/ 33193 w 66385"/>
                <a:gd name="connsiteY10" fmla="*/ 13254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85" h="69151">
                  <a:moveTo>
                    <a:pt x="33193" y="69152"/>
                  </a:moveTo>
                  <a:cubicBezTo>
                    <a:pt x="14861" y="69152"/>
                    <a:pt x="0" y="53671"/>
                    <a:pt x="0" y="34576"/>
                  </a:cubicBezTo>
                  <a:cubicBezTo>
                    <a:pt x="0" y="15480"/>
                    <a:pt x="14861" y="0"/>
                    <a:pt x="33193" y="0"/>
                  </a:cubicBezTo>
                  <a:cubicBezTo>
                    <a:pt x="51525" y="0"/>
                    <a:pt x="66385" y="15480"/>
                    <a:pt x="66385" y="34576"/>
                  </a:cubicBezTo>
                  <a:cubicBezTo>
                    <a:pt x="66385" y="53671"/>
                    <a:pt x="51525" y="69152"/>
                    <a:pt x="33193" y="69152"/>
                  </a:cubicBezTo>
                  <a:close/>
                  <a:moveTo>
                    <a:pt x="33193" y="13254"/>
                  </a:moveTo>
                  <a:cubicBezTo>
                    <a:pt x="22071" y="13254"/>
                    <a:pt x="13056" y="22645"/>
                    <a:pt x="13056" y="34230"/>
                  </a:cubicBezTo>
                  <a:cubicBezTo>
                    <a:pt x="13056" y="45815"/>
                    <a:pt x="22071" y="55206"/>
                    <a:pt x="33193" y="55206"/>
                  </a:cubicBezTo>
                  <a:cubicBezTo>
                    <a:pt x="44314" y="55206"/>
                    <a:pt x="53330" y="45815"/>
                    <a:pt x="53330" y="34230"/>
                  </a:cubicBezTo>
                  <a:cubicBezTo>
                    <a:pt x="53391" y="22709"/>
                    <a:pt x="44475" y="13318"/>
                    <a:pt x="33415" y="13254"/>
                  </a:cubicBezTo>
                  <a:cubicBezTo>
                    <a:pt x="33341" y="13254"/>
                    <a:pt x="33267" y="13254"/>
                    <a:pt x="33193" y="1325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EEEF1CF5-E9A9-E047-BEF6-E94523A11662}"/>
                </a:ext>
              </a:extLst>
            </p:cNvPr>
            <p:cNvSpPr/>
            <p:nvPr/>
          </p:nvSpPr>
          <p:spPr>
            <a:xfrm>
              <a:off x="5216093" y="2410377"/>
              <a:ext cx="130282" cy="99856"/>
            </a:xfrm>
            <a:custGeom>
              <a:avLst/>
              <a:gdLst>
                <a:gd name="connsiteX0" fmla="*/ 123754 w 130282"/>
                <a:gd name="connsiteY0" fmla="*/ 98496 h 99856"/>
                <a:gd name="connsiteX1" fmla="*/ 117004 w 130282"/>
                <a:gd name="connsiteY1" fmla="*/ 91466 h 99856"/>
                <a:gd name="connsiteX2" fmla="*/ 117004 w 130282"/>
                <a:gd name="connsiteY2" fmla="*/ 47324 h 99856"/>
                <a:gd name="connsiteX3" fmla="*/ 95208 w 130282"/>
                <a:gd name="connsiteY3" fmla="*/ 14477 h 99856"/>
                <a:gd name="connsiteX4" fmla="*/ 91889 w 130282"/>
                <a:gd name="connsiteY4" fmla="*/ 14477 h 99856"/>
                <a:gd name="connsiteX5" fmla="*/ 38780 w 130282"/>
                <a:gd name="connsiteY5" fmla="*/ 14477 h 99856"/>
                <a:gd name="connsiteX6" fmla="*/ 35572 w 130282"/>
                <a:gd name="connsiteY6" fmla="*/ 14477 h 99856"/>
                <a:gd name="connsiteX7" fmla="*/ 13443 w 130282"/>
                <a:gd name="connsiteY7" fmla="*/ 47785 h 99856"/>
                <a:gd name="connsiteX8" fmla="*/ 13443 w 130282"/>
                <a:gd name="connsiteY8" fmla="*/ 91927 h 99856"/>
                <a:gd name="connsiteX9" fmla="*/ 7612 w 130282"/>
                <a:gd name="connsiteY9" fmla="*/ 99798 h 99856"/>
                <a:gd name="connsiteX10" fmla="*/ 55 w 130282"/>
                <a:gd name="connsiteY10" fmla="*/ 93723 h 99856"/>
                <a:gd name="connsiteX11" fmla="*/ 55 w 130282"/>
                <a:gd name="connsiteY11" fmla="*/ 91927 h 99856"/>
                <a:gd name="connsiteX12" fmla="*/ 55 w 130282"/>
                <a:gd name="connsiteY12" fmla="*/ 47324 h 99856"/>
                <a:gd name="connsiteX13" fmla="*/ 30593 w 130282"/>
                <a:gd name="connsiteY13" fmla="*/ 1223 h 99856"/>
                <a:gd name="connsiteX14" fmla="*/ 47410 w 130282"/>
                <a:gd name="connsiteY14" fmla="*/ 4104 h 99856"/>
                <a:gd name="connsiteX15" fmla="*/ 82926 w 130282"/>
                <a:gd name="connsiteY15" fmla="*/ 4104 h 99856"/>
                <a:gd name="connsiteX16" fmla="*/ 99855 w 130282"/>
                <a:gd name="connsiteY16" fmla="*/ 1223 h 99856"/>
                <a:gd name="connsiteX17" fmla="*/ 130281 w 130282"/>
                <a:gd name="connsiteY17" fmla="*/ 47324 h 99856"/>
                <a:gd name="connsiteX18" fmla="*/ 130281 w 130282"/>
                <a:gd name="connsiteY18" fmla="*/ 91466 h 99856"/>
                <a:gd name="connsiteX19" fmla="*/ 123755 w 130282"/>
                <a:gd name="connsiteY19" fmla="*/ 98496 h 99856"/>
                <a:gd name="connsiteX20" fmla="*/ 123754 w 130282"/>
                <a:gd name="connsiteY20" fmla="*/ 98496 h 9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0282" h="99856">
                  <a:moveTo>
                    <a:pt x="123754" y="98496"/>
                  </a:moveTo>
                  <a:cubicBezTo>
                    <a:pt x="120026" y="98496"/>
                    <a:pt x="117004" y="95349"/>
                    <a:pt x="117004" y="91466"/>
                  </a:cubicBezTo>
                  <a:lnTo>
                    <a:pt x="117004" y="47324"/>
                  </a:lnTo>
                  <a:cubicBezTo>
                    <a:pt x="116749" y="32803"/>
                    <a:pt x="108159" y="19857"/>
                    <a:pt x="95208" y="14477"/>
                  </a:cubicBezTo>
                  <a:cubicBezTo>
                    <a:pt x="94187" y="13835"/>
                    <a:pt x="92909" y="13835"/>
                    <a:pt x="91889" y="14477"/>
                  </a:cubicBezTo>
                  <a:cubicBezTo>
                    <a:pt x="76570" y="28013"/>
                    <a:pt x="54098" y="28013"/>
                    <a:pt x="38780" y="14477"/>
                  </a:cubicBezTo>
                  <a:cubicBezTo>
                    <a:pt x="37801" y="13828"/>
                    <a:pt x="36550" y="13828"/>
                    <a:pt x="35572" y="14477"/>
                  </a:cubicBezTo>
                  <a:cubicBezTo>
                    <a:pt x="22323" y="19785"/>
                    <a:pt x="13543" y="32999"/>
                    <a:pt x="13443" y="47785"/>
                  </a:cubicBezTo>
                  <a:lnTo>
                    <a:pt x="13443" y="91927"/>
                  </a:lnTo>
                  <a:cubicBezTo>
                    <a:pt x="13919" y="95778"/>
                    <a:pt x="11308" y="99302"/>
                    <a:pt x="7612" y="99798"/>
                  </a:cubicBezTo>
                  <a:cubicBezTo>
                    <a:pt x="3915" y="100294"/>
                    <a:pt x="532" y="97574"/>
                    <a:pt x="55" y="93723"/>
                  </a:cubicBezTo>
                  <a:cubicBezTo>
                    <a:pt x="-18" y="93127"/>
                    <a:pt x="-18" y="92523"/>
                    <a:pt x="55" y="91927"/>
                  </a:cubicBezTo>
                  <a:lnTo>
                    <a:pt x="55" y="47324"/>
                  </a:lnTo>
                  <a:cubicBezTo>
                    <a:pt x="246" y="26905"/>
                    <a:pt x="12334" y="8656"/>
                    <a:pt x="30593" y="1223"/>
                  </a:cubicBezTo>
                  <a:cubicBezTo>
                    <a:pt x="36280" y="-1117"/>
                    <a:pt x="42742" y="-10"/>
                    <a:pt x="47410" y="4104"/>
                  </a:cubicBezTo>
                  <a:cubicBezTo>
                    <a:pt x="57669" y="13114"/>
                    <a:pt x="72668" y="13114"/>
                    <a:pt x="82926" y="4104"/>
                  </a:cubicBezTo>
                  <a:cubicBezTo>
                    <a:pt x="87629" y="-30"/>
                    <a:pt x="94133" y="-1137"/>
                    <a:pt x="99855" y="1223"/>
                  </a:cubicBezTo>
                  <a:cubicBezTo>
                    <a:pt x="118070" y="8693"/>
                    <a:pt x="130109" y="26933"/>
                    <a:pt x="130281" y="47324"/>
                  </a:cubicBezTo>
                  <a:lnTo>
                    <a:pt x="130281" y="91466"/>
                  </a:lnTo>
                  <a:cubicBezTo>
                    <a:pt x="130343" y="95284"/>
                    <a:pt x="127421" y="98432"/>
                    <a:pt x="123755" y="98496"/>
                  </a:cubicBezTo>
                  <a:cubicBezTo>
                    <a:pt x="123755" y="98496"/>
                    <a:pt x="123754" y="98496"/>
                    <a:pt x="123754" y="98496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EBEEBF51-10A1-FA47-BA77-302F4881568E}"/>
                </a:ext>
              </a:extLst>
            </p:cNvPr>
            <p:cNvSpPr/>
            <p:nvPr/>
          </p:nvSpPr>
          <p:spPr>
            <a:xfrm>
              <a:off x="5249285" y="2460029"/>
              <a:ext cx="13499" cy="48844"/>
            </a:xfrm>
            <a:custGeom>
              <a:avLst/>
              <a:gdLst>
                <a:gd name="connsiteX0" fmla="*/ 6695 w 13499"/>
                <a:gd name="connsiteY0" fmla="*/ 48844 h 48844"/>
                <a:gd name="connsiteX1" fmla="*/ 55 w 13499"/>
                <a:gd name="connsiteY1" fmla="*/ 41930 h 48844"/>
                <a:gd name="connsiteX2" fmla="*/ 56 w 13499"/>
                <a:gd name="connsiteY2" fmla="*/ 41814 h 48844"/>
                <a:gd name="connsiteX3" fmla="*/ 56 w 13499"/>
                <a:gd name="connsiteY3" fmla="*/ 7929 h 48844"/>
                <a:gd name="connsiteX4" fmla="*/ 5888 w 13499"/>
                <a:gd name="connsiteY4" fmla="*/ 58 h 48844"/>
                <a:gd name="connsiteX5" fmla="*/ 13444 w 13499"/>
                <a:gd name="connsiteY5" fmla="*/ 6133 h 48844"/>
                <a:gd name="connsiteX6" fmla="*/ 13444 w 13499"/>
                <a:gd name="connsiteY6" fmla="*/ 7929 h 48844"/>
                <a:gd name="connsiteX7" fmla="*/ 13444 w 13499"/>
                <a:gd name="connsiteY7" fmla="*/ 41814 h 48844"/>
                <a:gd name="connsiteX8" fmla="*/ 6695 w 13499"/>
                <a:gd name="connsiteY8" fmla="*/ 48844 h 4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9" h="48844">
                  <a:moveTo>
                    <a:pt x="6695" y="48844"/>
                  </a:moveTo>
                  <a:cubicBezTo>
                    <a:pt x="3028" y="48845"/>
                    <a:pt x="56" y="45749"/>
                    <a:pt x="55" y="41930"/>
                  </a:cubicBezTo>
                  <a:cubicBezTo>
                    <a:pt x="55" y="41891"/>
                    <a:pt x="55" y="41852"/>
                    <a:pt x="56" y="41814"/>
                  </a:cubicBezTo>
                  <a:lnTo>
                    <a:pt x="56" y="7929"/>
                  </a:lnTo>
                  <a:cubicBezTo>
                    <a:pt x="-420" y="4079"/>
                    <a:pt x="2191" y="555"/>
                    <a:pt x="5888" y="58"/>
                  </a:cubicBezTo>
                  <a:cubicBezTo>
                    <a:pt x="9584" y="-438"/>
                    <a:pt x="12968" y="2282"/>
                    <a:pt x="13444" y="6133"/>
                  </a:cubicBezTo>
                  <a:cubicBezTo>
                    <a:pt x="13518" y="6729"/>
                    <a:pt x="13518" y="7333"/>
                    <a:pt x="13444" y="7929"/>
                  </a:cubicBezTo>
                  <a:lnTo>
                    <a:pt x="13444" y="41814"/>
                  </a:lnTo>
                  <a:cubicBezTo>
                    <a:pt x="13444" y="45697"/>
                    <a:pt x="10422" y="48844"/>
                    <a:pt x="6695" y="4884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6243FE60-2308-1945-AF05-0D503A83AB8D}"/>
                </a:ext>
              </a:extLst>
            </p:cNvPr>
            <p:cNvSpPr/>
            <p:nvPr/>
          </p:nvSpPr>
          <p:spPr>
            <a:xfrm>
              <a:off x="5300291" y="2460029"/>
              <a:ext cx="13499" cy="48844"/>
            </a:xfrm>
            <a:custGeom>
              <a:avLst/>
              <a:gdLst>
                <a:gd name="connsiteX0" fmla="*/ 6695 w 13499"/>
                <a:gd name="connsiteY0" fmla="*/ 48844 h 48844"/>
                <a:gd name="connsiteX1" fmla="*/ 55 w 13499"/>
                <a:gd name="connsiteY1" fmla="*/ 41930 h 48844"/>
                <a:gd name="connsiteX2" fmla="*/ 56 w 13499"/>
                <a:gd name="connsiteY2" fmla="*/ 41814 h 48844"/>
                <a:gd name="connsiteX3" fmla="*/ 56 w 13499"/>
                <a:gd name="connsiteY3" fmla="*/ 7929 h 48844"/>
                <a:gd name="connsiteX4" fmla="*/ 5888 w 13499"/>
                <a:gd name="connsiteY4" fmla="*/ 58 h 48844"/>
                <a:gd name="connsiteX5" fmla="*/ 13444 w 13499"/>
                <a:gd name="connsiteY5" fmla="*/ 6133 h 48844"/>
                <a:gd name="connsiteX6" fmla="*/ 13444 w 13499"/>
                <a:gd name="connsiteY6" fmla="*/ 7929 h 48844"/>
                <a:gd name="connsiteX7" fmla="*/ 13444 w 13499"/>
                <a:gd name="connsiteY7" fmla="*/ 41814 h 48844"/>
                <a:gd name="connsiteX8" fmla="*/ 6695 w 13499"/>
                <a:gd name="connsiteY8" fmla="*/ 48844 h 4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9" h="48844">
                  <a:moveTo>
                    <a:pt x="6695" y="48844"/>
                  </a:moveTo>
                  <a:cubicBezTo>
                    <a:pt x="3028" y="48845"/>
                    <a:pt x="56" y="45749"/>
                    <a:pt x="55" y="41930"/>
                  </a:cubicBezTo>
                  <a:cubicBezTo>
                    <a:pt x="55" y="41891"/>
                    <a:pt x="55" y="41852"/>
                    <a:pt x="56" y="41814"/>
                  </a:cubicBezTo>
                  <a:lnTo>
                    <a:pt x="56" y="7929"/>
                  </a:lnTo>
                  <a:cubicBezTo>
                    <a:pt x="-420" y="4079"/>
                    <a:pt x="2191" y="555"/>
                    <a:pt x="5888" y="58"/>
                  </a:cubicBezTo>
                  <a:cubicBezTo>
                    <a:pt x="9584" y="-438"/>
                    <a:pt x="12968" y="2282"/>
                    <a:pt x="13444" y="6133"/>
                  </a:cubicBezTo>
                  <a:cubicBezTo>
                    <a:pt x="13518" y="6729"/>
                    <a:pt x="13518" y="7333"/>
                    <a:pt x="13444" y="7929"/>
                  </a:cubicBezTo>
                  <a:lnTo>
                    <a:pt x="13444" y="41814"/>
                  </a:lnTo>
                  <a:cubicBezTo>
                    <a:pt x="13444" y="45697"/>
                    <a:pt x="10422" y="48844"/>
                    <a:pt x="6695" y="4884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37" name="Freeform 17">
            <a:extLst>
              <a:ext uri="{FF2B5EF4-FFF2-40B4-BE49-F238E27FC236}">
                <a16:creationId xmlns:a16="http://schemas.microsoft.com/office/drawing/2014/main" id="{63AF48DD-8B04-C948-B855-603AF6B17A66}"/>
              </a:ext>
            </a:extLst>
          </p:cNvPr>
          <p:cNvSpPr>
            <a:spLocks noChangeAspect="1"/>
          </p:cNvSpPr>
          <p:nvPr/>
        </p:nvSpPr>
        <p:spPr bwMode="auto">
          <a:xfrm>
            <a:off x="5139823" y="2998902"/>
            <a:ext cx="1925323" cy="1927203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7233E60F-CB0C-D944-B14B-E5E0BC46B8C6}"/>
              </a:ext>
            </a:extLst>
          </p:cNvPr>
          <p:cNvGrpSpPr/>
          <p:nvPr/>
        </p:nvGrpSpPr>
        <p:grpSpPr>
          <a:xfrm>
            <a:off x="5433049" y="3343494"/>
            <a:ext cx="1338870" cy="1238019"/>
            <a:chOff x="5398240" y="3718434"/>
            <a:chExt cx="1338870" cy="1238019"/>
          </a:xfrm>
        </p:grpSpPr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C91348CA-C90A-804F-8D20-3160B7D4010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43" name="Title 1">
              <a:extLst>
                <a:ext uri="{FF2B5EF4-FFF2-40B4-BE49-F238E27FC236}">
                  <a16:creationId xmlns:a16="http://schemas.microsoft.com/office/drawing/2014/main" id="{E118BC4E-C3BC-E440-9416-87001AD0D7B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04749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371DB0E8-F175-324B-9B07-F1825F65FE90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1917C57-02B6-6245-B6BB-DDE61BF62003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256E0EA-746D-EB44-909D-C002E0B97FB8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28AEB6A4-69A4-B442-8691-ED05F001A951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CC002E35-29AA-D240-BF10-CE42AA689DA1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6537A506-A0B4-7149-A028-4FEAE3368DA2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Trapezoid 9">
            <a:extLst>
              <a:ext uri="{FF2B5EF4-FFF2-40B4-BE49-F238E27FC236}">
                <a16:creationId xmlns:a16="http://schemas.microsoft.com/office/drawing/2014/main" id="{C104DEC6-1969-2C40-B904-8D2C406F62A3}"/>
              </a:ext>
            </a:extLst>
          </p:cNvPr>
          <p:cNvSpPr/>
          <p:nvPr/>
        </p:nvSpPr>
        <p:spPr>
          <a:xfrm rot="19800000" flipV="1">
            <a:off x="6114545" y="5084004"/>
            <a:ext cx="1717590" cy="468236"/>
          </a:xfrm>
          <a:prstGeom prst="trapezoid">
            <a:avLst>
              <a:gd name="adj" fmla="val 95888"/>
            </a:avLst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rapezoid 10">
            <a:extLst>
              <a:ext uri="{FF2B5EF4-FFF2-40B4-BE49-F238E27FC236}">
                <a16:creationId xmlns:a16="http://schemas.microsoft.com/office/drawing/2014/main" id="{AB51520A-5D52-2A4E-9FFC-004E3041CABD}"/>
              </a:ext>
            </a:extLst>
          </p:cNvPr>
          <p:cNvSpPr/>
          <p:nvPr/>
        </p:nvSpPr>
        <p:spPr>
          <a:xfrm rot="19800000" flipH="1">
            <a:off x="4387399" y="2094823"/>
            <a:ext cx="1717590" cy="468236"/>
          </a:xfrm>
          <a:prstGeom prst="trapezoid">
            <a:avLst>
              <a:gd name="adj" fmla="val 95888"/>
            </a:avLst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rapezoid 11">
            <a:extLst>
              <a:ext uri="{FF2B5EF4-FFF2-40B4-BE49-F238E27FC236}">
                <a16:creationId xmlns:a16="http://schemas.microsoft.com/office/drawing/2014/main" id="{E0A8E90C-5076-E643-BD55-D3B3C25FD299}"/>
              </a:ext>
            </a:extLst>
          </p:cNvPr>
          <p:cNvSpPr/>
          <p:nvPr/>
        </p:nvSpPr>
        <p:spPr>
          <a:xfrm rot="5400000" flipH="1" flipV="1">
            <a:off x="3524833" y="3588831"/>
            <a:ext cx="1717590" cy="468236"/>
          </a:xfrm>
          <a:prstGeom prst="trapezoid">
            <a:avLst>
              <a:gd name="adj" fmla="val 95888"/>
            </a:avLst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Hexagon 12">
            <a:extLst>
              <a:ext uri="{FF2B5EF4-FFF2-40B4-BE49-F238E27FC236}">
                <a16:creationId xmlns:a16="http://schemas.microsoft.com/office/drawing/2014/main" id="{4630390B-636C-E24D-B5D3-56DC432473FE}"/>
              </a:ext>
            </a:extLst>
          </p:cNvPr>
          <p:cNvSpPr/>
          <p:nvPr/>
        </p:nvSpPr>
        <p:spPr>
          <a:xfrm rot="1800000">
            <a:off x="4593361" y="2516284"/>
            <a:ext cx="3032813" cy="2614492"/>
          </a:xfrm>
          <a:prstGeom prst="hexagon">
            <a:avLst>
              <a:gd name="adj" fmla="val 29118"/>
              <a:gd name="vf" fmla="val 115470"/>
            </a:avLst>
          </a:prstGeom>
          <a:gradFill>
            <a:gsLst>
              <a:gs pos="0">
                <a:srgbClr val="3B4550">
                  <a:alpha val="20000"/>
                </a:srgbClr>
              </a:gs>
              <a:gs pos="100000">
                <a:srgbClr val="000000">
                  <a:alpha val="10000"/>
                </a:srgb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913D841-0097-2E4D-8855-14E1C88CCA4B}"/>
              </a:ext>
            </a:extLst>
          </p:cNvPr>
          <p:cNvSpPr/>
          <p:nvPr/>
        </p:nvSpPr>
        <p:spPr>
          <a:xfrm>
            <a:off x="3775019" y="3426090"/>
            <a:ext cx="776765" cy="776765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5"/>
            </a:solidFill>
          </a:ln>
          <a:effectLst>
            <a:outerShdw blurRad="127000" dist="38100" algn="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E70825B-BCC7-9C4A-8C52-8393C05929A7}"/>
              </a:ext>
            </a:extLst>
          </p:cNvPr>
          <p:cNvSpPr/>
          <p:nvPr/>
        </p:nvSpPr>
        <p:spPr>
          <a:xfrm>
            <a:off x="4744166" y="1747479"/>
            <a:ext cx="776765" cy="776765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6"/>
            </a:solidFill>
          </a:ln>
          <a:effectLst>
            <a:outerShdw blurRad="127000" dist="381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6EDFABE9-74E6-F14B-B664-F4F6C8BC6A78}"/>
              </a:ext>
            </a:extLst>
          </p:cNvPr>
          <p:cNvSpPr/>
          <p:nvPr/>
        </p:nvSpPr>
        <p:spPr>
          <a:xfrm>
            <a:off x="6690824" y="5109531"/>
            <a:ext cx="776765" cy="776765"/>
          </a:xfrm>
          <a:prstGeom prst="ellipse">
            <a:avLst/>
          </a:prstGeom>
          <a:solidFill>
            <a:schemeClr val="bg1"/>
          </a:solidFill>
          <a:ln w="19050" cap="rnd">
            <a:solidFill>
              <a:schemeClr val="accent3"/>
            </a:solidFill>
            <a:round/>
          </a:ln>
          <a:effectLst>
            <a:outerShdw blurRad="127000" dist="38100" dir="13500000" algn="b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F9241F54-0D85-3B48-91B9-4A8CB2DAD3D4}"/>
              </a:ext>
            </a:extLst>
          </p:cNvPr>
          <p:cNvSpPr/>
          <p:nvPr/>
        </p:nvSpPr>
        <p:spPr>
          <a:xfrm rot="1800000" flipV="1">
            <a:off x="4384997" y="5089328"/>
            <a:ext cx="1717591" cy="468236"/>
          </a:xfrm>
          <a:prstGeom prst="trapezoid">
            <a:avLst>
              <a:gd name="adj" fmla="val 95888"/>
            </a:avLst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7A9E3772-E311-4445-86AB-3C990BF14C32}"/>
              </a:ext>
            </a:extLst>
          </p:cNvPr>
          <p:cNvSpPr/>
          <p:nvPr/>
        </p:nvSpPr>
        <p:spPr>
          <a:xfrm flipV="1">
            <a:off x="4752120" y="5109894"/>
            <a:ext cx="776765" cy="776765"/>
          </a:xfrm>
          <a:prstGeom prst="ellipse">
            <a:avLst/>
          </a:prstGeom>
          <a:solidFill>
            <a:schemeClr val="bg1"/>
          </a:solidFill>
          <a:ln w="19050" cap="rnd">
            <a:solidFill>
              <a:schemeClr val="accent4"/>
            </a:solidFill>
            <a:round/>
          </a:ln>
          <a:effectLst>
            <a:outerShdw blurRad="127000" dist="38100" dir="189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F9E91F00-11DB-414F-92D1-A461E61C4196}"/>
              </a:ext>
            </a:extLst>
          </p:cNvPr>
          <p:cNvSpPr>
            <a:spLocks noChangeAspect="1"/>
          </p:cNvSpPr>
          <p:nvPr/>
        </p:nvSpPr>
        <p:spPr>
          <a:xfrm>
            <a:off x="3863967" y="3515038"/>
            <a:ext cx="598868" cy="598868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DBE21F7E-319A-F84A-A85B-2FF6E67BAF7F}"/>
              </a:ext>
            </a:extLst>
          </p:cNvPr>
          <p:cNvSpPr>
            <a:spLocks noChangeAspect="1"/>
          </p:cNvSpPr>
          <p:nvPr/>
        </p:nvSpPr>
        <p:spPr>
          <a:xfrm>
            <a:off x="4833114" y="1836427"/>
            <a:ext cx="598868" cy="598868"/>
          </a:xfrm>
          <a:prstGeom prst="ellipse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rapezoid 8">
            <a:extLst>
              <a:ext uri="{FF2B5EF4-FFF2-40B4-BE49-F238E27FC236}">
                <a16:creationId xmlns:a16="http://schemas.microsoft.com/office/drawing/2014/main" id="{FFA1FBAE-206A-E248-8970-EB7AB2EB7FFC}"/>
              </a:ext>
            </a:extLst>
          </p:cNvPr>
          <p:cNvSpPr/>
          <p:nvPr/>
        </p:nvSpPr>
        <p:spPr>
          <a:xfrm rot="5400000">
            <a:off x="6977111" y="3589995"/>
            <a:ext cx="1717590" cy="468236"/>
          </a:xfrm>
          <a:prstGeom prst="trapezoid">
            <a:avLst>
              <a:gd name="adj" fmla="val 95888"/>
            </a:avLst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1071B56E-0F7F-FD4F-8A20-B97505D0DB51}"/>
              </a:ext>
            </a:extLst>
          </p:cNvPr>
          <p:cNvSpPr/>
          <p:nvPr/>
        </p:nvSpPr>
        <p:spPr>
          <a:xfrm>
            <a:off x="7659970" y="3430920"/>
            <a:ext cx="776765" cy="776765"/>
          </a:xfrm>
          <a:prstGeom prst="ellipse">
            <a:avLst/>
          </a:prstGeom>
          <a:solidFill>
            <a:schemeClr val="bg1"/>
          </a:solidFill>
          <a:ln w="19050" cap="rnd">
            <a:solidFill>
              <a:schemeClr val="accent2"/>
            </a:solidFill>
            <a:round/>
          </a:ln>
          <a:effectLst>
            <a:outerShdw blurRad="127000" dist="38100" dir="10800000" algn="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DE650FEF-BAD7-EA48-863D-D7C3732EC5D5}"/>
              </a:ext>
            </a:extLst>
          </p:cNvPr>
          <p:cNvSpPr>
            <a:spLocks noChangeAspect="1"/>
          </p:cNvSpPr>
          <p:nvPr/>
        </p:nvSpPr>
        <p:spPr>
          <a:xfrm>
            <a:off x="7748918" y="3519868"/>
            <a:ext cx="598868" cy="598868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3E8EAF78-6562-FA4F-9B9E-234878CC8278}"/>
              </a:ext>
            </a:extLst>
          </p:cNvPr>
          <p:cNvSpPr>
            <a:spLocks noChangeAspect="1"/>
          </p:cNvSpPr>
          <p:nvPr/>
        </p:nvSpPr>
        <p:spPr>
          <a:xfrm>
            <a:off x="4841068" y="5198842"/>
            <a:ext cx="598868" cy="598868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69F9E44-5711-B242-8ABC-2A60C2625B83}"/>
              </a:ext>
            </a:extLst>
          </p:cNvPr>
          <p:cNvSpPr>
            <a:spLocks noChangeAspect="1"/>
          </p:cNvSpPr>
          <p:nvPr/>
        </p:nvSpPr>
        <p:spPr>
          <a:xfrm>
            <a:off x="6779772" y="5198479"/>
            <a:ext cx="598868" cy="598868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Trapezoid 58">
            <a:extLst>
              <a:ext uri="{FF2B5EF4-FFF2-40B4-BE49-F238E27FC236}">
                <a16:creationId xmlns:a16="http://schemas.microsoft.com/office/drawing/2014/main" id="{439A7BD7-6990-574B-8B77-5A5D786D2690}"/>
              </a:ext>
            </a:extLst>
          </p:cNvPr>
          <p:cNvSpPr/>
          <p:nvPr/>
        </p:nvSpPr>
        <p:spPr>
          <a:xfrm rot="1800000">
            <a:off x="6112472" y="2103804"/>
            <a:ext cx="1717590" cy="468236"/>
          </a:xfrm>
          <a:prstGeom prst="trapezoid">
            <a:avLst>
              <a:gd name="adj" fmla="val 95888"/>
            </a:avLst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11969826-A759-3540-9EBA-0AF2C1281767}"/>
              </a:ext>
            </a:extLst>
          </p:cNvPr>
          <p:cNvSpPr/>
          <p:nvPr/>
        </p:nvSpPr>
        <p:spPr>
          <a:xfrm>
            <a:off x="6684941" y="1763150"/>
            <a:ext cx="776765" cy="776765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  <a:effectLst>
            <a:outerShdw blurRad="50800" dist="381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33F005B3-B860-544A-9524-829C702B82CA}"/>
              </a:ext>
            </a:extLst>
          </p:cNvPr>
          <p:cNvSpPr>
            <a:spLocks noChangeAspect="1"/>
          </p:cNvSpPr>
          <p:nvPr/>
        </p:nvSpPr>
        <p:spPr>
          <a:xfrm>
            <a:off x="6773889" y="1852098"/>
            <a:ext cx="598868" cy="59886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Freeform 17">
            <a:extLst>
              <a:ext uri="{FF2B5EF4-FFF2-40B4-BE49-F238E27FC236}">
                <a16:creationId xmlns:a16="http://schemas.microsoft.com/office/drawing/2014/main" id="{89C6AD23-8446-F942-AA5B-FE25C923D0FC}"/>
              </a:ext>
            </a:extLst>
          </p:cNvPr>
          <p:cNvSpPr>
            <a:spLocks noChangeAspect="1"/>
          </p:cNvSpPr>
          <p:nvPr/>
        </p:nvSpPr>
        <p:spPr bwMode="auto">
          <a:xfrm>
            <a:off x="5147106" y="2859929"/>
            <a:ext cx="1925323" cy="1927203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071C91D-9590-8A4D-B4A4-0CFE887C7B98}"/>
              </a:ext>
            </a:extLst>
          </p:cNvPr>
          <p:cNvGrpSpPr/>
          <p:nvPr/>
        </p:nvGrpSpPr>
        <p:grpSpPr>
          <a:xfrm flipH="1">
            <a:off x="1585957" y="1709626"/>
            <a:ext cx="2783072" cy="723275"/>
            <a:chOff x="7825488" y="1404017"/>
            <a:chExt cx="3368029" cy="723275"/>
          </a:xfrm>
        </p:grpSpPr>
        <p:sp>
          <p:nvSpPr>
            <p:cNvPr id="68" name="Inhaltsplatzhalter 4">
              <a:extLst>
                <a:ext uri="{FF2B5EF4-FFF2-40B4-BE49-F238E27FC236}">
                  <a16:creationId xmlns:a16="http://schemas.microsoft.com/office/drawing/2014/main" id="{DD61F408-F6D4-4543-B464-E6A7253B060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2FDCF0F6-0BCF-D440-ABD6-0CD20E30EBB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9BFD23FB-1471-574B-8D49-C53E5B802272}"/>
              </a:ext>
            </a:extLst>
          </p:cNvPr>
          <p:cNvGrpSpPr/>
          <p:nvPr/>
        </p:nvGrpSpPr>
        <p:grpSpPr>
          <a:xfrm>
            <a:off x="7832065" y="1709626"/>
            <a:ext cx="2783072" cy="723275"/>
            <a:chOff x="7825488" y="1404017"/>
            <a:chExt cx="3368029" cy="723275"/>
          </a:xfrm>
        </p:grpSpPr>
        <p:sp>
          <p:nvSpPr>
            <p:cNvPr id="71" name="Inhaltsplatzhalter 4">
              <a:extLst>
                <a:ext uri="{FF2B5EF4-FFF2-40B4-BE49-F238E27FC236}">
                  <a16:creationId xmlns:a16="http://schemas.microsoft.com/office/drawing/2014/main" id="{BC133172-03A2-7F4D-86A0-9DC239E9A21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87B1DC25-52EC-B247-8D54-CBE18E698A4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D35993D-AEBC-904D-BBAF-FA0365E68951}"/>
              </a:ext>
            </a:extLst>
          </p:cNvPr>
          <p:cNvGrpSpPr/>
          <p:nvPr/>
        </p:nvGrpSpPr>
        <p:grpSpPr>
          <a:xfrm flipH="1">
            <a:off x="1585957" y="5104833"/>
            <a:ext cx="2783072" cy="723275"/>
            <a:chOff x="7825488" y="1404017"/>
            <a:chExt cx="3368029" cy="723275"/>
          </a:xfrm>
        </p:grpSpPr>
        <p:sp>
          <p:nvSpPr>
            <p:cNvPr id="74" name="Inhaltsplatzhalter 4">
              <a:extLst>
                <a:ext uri="{FF2B5EF4-FFF2-40B4-BE49-F238E27FC236}">
                  <a16:creationId xmlns:a16="http://schemas.microsoft.com/office/drawing/2014/main" id="{B109134F-46C6-E64C-88C3-D40EBF4D16F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B3E73D33-DB4A-5C45-878F-7D6955CB5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AAFBF7C8-AFD5-434B-BF0B-35FB7B858624}"/>
              </a:ext>
            </a:extLst>
          </p:cNvPr>
          <p:cNvGrpSpPr/>
          <p:nvPr/>
        </p:nvGrpSpPr>
        <p:grpSpPr>
          <a:xfrm>
            <a:off x="7832065" y="5104833"/>
            <a:ext cx="2783072" cy="723275"/>
            <a:chOff x="7825488" y="1404017"/>
            <a:chExt cx="3368029" cy="723275"/>
          </a:xfrm>
        </p:grpSpPr>
        <p:sp>
          <p:nvSpPr>
            <p:cNvPr id="77" name="Inhaltsplatzhalter 4">
              <a:extLst>
                <a:ext uri="{FF2B5EF4-FFF2-40B4-BE49-F238E27FC236}">
                  <a16:creationId xmlns:a16="http://schemas.microsoft.com/office/drawing/2014/main" id="{D5350B83-50F5-4A47-976E-8D014E5C8C3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C1780F79-17E1-1345-9465-4EFCD7FA7F4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950460BC-4FCA-5B47-8BE1-192BF84FF3D4}"/>
              </a:ext>
            </a:extLst>
          </p:cNvPr>
          <p:cNvGrpSpPr/>
          <p:nvPr/>
        </p:nvGrpSpPr>
        <p:grpSpPr>
          <a:xfrm>
            <a:off x="8661341" y="3427336"/>
            <a:ext cx="2783072" cy="723275"/>
            <a:chOff x="7825488" y="1404017"/>
            <a:chExt cx="3368029" cy="723275"/>
          </a:xfrm>
        </p:grpSpPr>
        <p:sp>
          <p:nvSpPr>
            <p:cNvPr id="80" name="Inhaltsplatzhalter 4">
              <a:extLst>
                <a:ext uri="{FF2B5EF4-FFF2-40B4-BE49-F238E27FC236}">
                  <a16:creationId xmlns:a16="http://schemas.microsoft.com/office/drawing/2014/main" id="{14580CAD-CE71-BD4D-B5FE-91AC34C594F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7ACE7E2F-5A4B-5B41-9F59-E587CFD2209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A89617C-6D00-0C42-9177-8B7716E20CB2}"/>
              </a:ext>
            </a:extLst>
          </p:cNvPr>
          <p:cNvGrpSpPr/>
          <p:nvPr/>
        </p:nvGrpSpPr>
        <p:grpSpPr>
          <a:xfrm flipH="1">
            <a:off x="792678" y="3427336"/>
            <a:ext cx="2783072" cy="723275"/>
            <a:chOff x="7825488" y="1404017"/>
            <a:chExt cx="3368029" cy="723275"/>
          </a:xfrm>
        </p:grpSpPr>
        <p:sp>
          <p:nvSpPr>
            <p:cNvPr id="83" name="Inhaltsplatzhalter 4">
              <a:extLst>
                <a:ext uri="{FF2B5EF4-FFF2-40B4-BE49-F238E27FC236}">
                  <a16:creationId xmlns:a16="http://schemas.microsoft.com/office/drawing/2014/main" id="{65BE972B-2627-0A4F-96A2-921BF324944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40B287EA-ADE7-3C4D-85DA-DFE1F9E1915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Graphic 85">
            <a:extLst>
              <a:ext uri="{FF2B5EF4-FFF2-40B4-BE49-F238E27FC236}">
                <a16:creationId xmlns:a16="http://schemas.microsoft.com/office/drawing/2014/main" id="{BC9446CC-6882-FF45-92F3-91ABC4D961BF}"/>
              </a:ext>
            </a:extLst>
          </p:cNvPr>
          <p:cNvGrpSpPr>
            <a:grpSpLocks noChangeAspect="1"/>
          </p:cNvGrpSpPr>
          <p:nvPr/>
        </p:nvGrpSpPr>
        <p:grpSpPr>
          <a:xfrm>
            <a:off x="4973397" y="2016116"/>
            <a:ext cx="318303" cy="239490"/>
            <a:chOff x="4974077" y="2013679"/>
            <a:chExt cx="318303" cy="239490"/>
          </a:xfrm>
          <a:solidFill>
            <a:srgbClr val="FFFFFF"/>
          </a:solidFill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B62FEDB-2279-DF4B-AA15-6D8A1BE2D9C7}"/>
                </a:ext>
              </a:extLst>
            </p:cNvPr>
            <p:cNvSpPr/>
            <p:nvPr/>
          </p:nvSpPr>
          <p:spPr>
            <a:xfrm>
              <a:off x="4974077" y="2241846"/>
              <a:ext cx="318303" cy="11323"/>
            </a:xfrm>
            <a:custGeom>
              <a:avLst/>
              <a:gdLst>
                <a:gd name="connsiteX0" fmla="*/ 311878 w 318303"/>
                <a:gd name="connsiteY0" fmla="*/ 11277 h 11323"/>
                <a:gd name="connsiteX1" fmla="*/ 6425 w 318303"/>
                <a:gd name="connsiteY1" fmla="*/ 11277 h 11323"/>
                <a:gd name="connsiteX2" fmla="*/ 47 w 318303"/>
                <a:gd name="connsiteY2" fmla="*/ 6385 h 11323"/>
                <a:gd name="connsiteX3" fmla="*/ 4969 w 318303"/>
                <a:gd name="connsiteY3" fmla="*/ 47 h 11323"/>
                <a:gd name="connsiteX4" fmla="*/ 6425 w 318303"/>
                <a:gd name="connsiteY4" fmla="*/ 47 h 11323"/>
                <a:gd name="connsiteX5" fmla="*/ 311878 w 318303"/>
                <a:gd name="connsiteY5" fmla="*/ 47 h 11323"/>
                <a:gd name="connsiteX6" fmla="*/ 318256 w 318303"/>
                <a:gd name="connsiteY6" fmla="*/ 4939 h 11323"/>
                <a:gd name="connsiteX7" fmla="*/ 313334 w 318303"/>
                <a:gd name="connsiteY7" fmla="*/ 11277 h 11323"/>
                <a:gd name="connsiteX8" fmla="*/ 311878 w 318303"/>
                <a:gd name="connsiteY8" fmla="*/ 11277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303" h="11323">
                  <a:moveTo>
                    <a:pt x="311878" y="11277"/>
                  </a:moveTo>
                  <a:lnTo>
                    <a:pt x="6425" y="11277"/>
                  </a:lnTo>
                  <a:cubicBezTo>
                    <a:pt x="3305" y="11676"/>
                    <a:pt x="449" y="9486"/>
                    <a:pt x="47" y="6385"/>
                  </a:cubicBezTo>
                  <a:cubicBezTo>
                    <a:pt x="-355" y="3284"/>
                    <a:pt x="1849" y="447"/>
                    <a:pt x="4969" y="47"/>
                  </a:cubicBezTo>
                  <a:cubicBezTo>
                    <a:pt x="5452" y="-15"/>
                    <a:pt x="5942" y="-15"/>
                    <a:pt x="6425" y="47"/>
                  </a:cubicBezTo>
                  <a:lnTo>
                    <a:pt x="311878" y="47"/>
                  </a:lnTo>
                  <a:cubicBezTo>
                    <a:pt x="314999" y="-352"/>
                    <a:pt x="317854" y="1838"/>
                    <a:pt x="318256" y="4939"/>
                  </a:cubicBezTo>
                  <a:cubicBezTo>
                    <a:pt x="318658" y="8040"/>
                    <a:pt x="316454" y="10877"/>
                    <a:pt x="313334" y="11277"/>
                  </a:cubicBezTo>
                  <a:cubicBezTo>
                    <a:pt x="312851" y="11339"/>
                    <a:pt x="312362" y="11339"/>
                    <a:pt x="311878" y="11277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60C1F097-FFAF-D545-ADD1-3B88BDCC3BEF}"/>
                </a:ext>
              </a:extLst>
            </p:cNvPr>
            <p:cNvSpPr/>
            <p:nvPr/>
          </p:nvSpPr>
          <p:spPr>
            <a:xfrm>
              <a:off x="5004454" y="2058689"/>
              <a:ext cx="65134" cy="163231"/>
            </a:xfrm>
            <a:custGeom>
              <a:avLst/>
              <a:gdLst>
                <a:gd name="connsiteX0" fmla="*/ 59438 w 65134"/>
                <a:gd name="connsiteY0" fmla="*/ 162507 h 163231"/>
                <a:gd name="connsiteX1" fmla="*/ 53834 w 65134"/>
                <a:gd name="connsiteY1" fmla="*/ 156939 h 163231"/>
                <a:gd name="connsiteX2" fmla="*/ 53835 w 65134"/>
                <a:gd name="connsiteY2" fmla="*/ 156846 h 163231"/>
                <a:gd name="connsiteX3" fmla="*/ 53835 w 65134"/>
                <a:gd name="connsiteY3" fmla="*/ 11231 h 163231"/>
                <a:gd name="connsiteX4" fmla="*/ 11346 w 65134"/>
                <a:gd name="connsiteY4" fmla="*/ 11231 h 163231"/>
                <a:gd name="connsiteX5" fmla="*/ 11346 w 65134"/>
                <a:gd name="connsiteY5" fmla="*/ 156846 h 163231"/>
                <a:gd name="connsiteX6" fmla="*/ 6424 w 65134"/>
                <a:gd name="connsiteY6" fmla="*/ 163184 h 163231"/>
                <a:gd name="connsiteX7" fmla="*/ 47 w 65134"/>
                <a:gd name="connsiteY7" fmla="*/ 158293 h 163231"/>
                <a:gd name="connsiteX8" fmla="*/ 47 w 65134"/>
                <a:gd name="connsiteY8" fmla="*/ 156846 h 163231"/>
                <a:gd name="connsiteX9" fmla="*/ 47 w 65134"/>
                <a:gd name="connsiteY9" fmla="*/ 5569 h 163231"/>
                <a:gd name="connsiteX10" fmla="*/ 5649 w 65134"/>
                <a:gd name="connsiteY10" fmla="*/ 0 h 163231"/>
                <a:gd name="connsiteX11" fmla="*/ 5743 w 65134"/>
                <a:gd name="connsiteY11" fmla="*/ 1 h 163231"/>
                <a:gd name="connsiteX12" fmla="*/ 59438 w 65134"/>
                <a:gd name="connsiteY12" fmla="*/ 1 h 163231"/>
                <a:gd name="connsiteX13" fmla="*/ 65133 w 65134"/>
                <a:gd name="connsiteY13" fmla="*/ 5476 h 163231"/>
                <a:gd name="connsiteX14" fmla="*/ 65134 w 65134"/>
                <a:gd name="connsiteY14" fmla="*/ 5569 h 163231"/>
                <a:gd name="connsiteX15" fmla="*/ 65134 w 65134"/>
                <a:gd name="connsiteY15" fmla="*/ 156846 h 163231"/>
                <a:gd name="connsiteX16" fmla="*/ 59438 w 65134"/>
                <a:gd name="connsiteY16" fmla="*/ 162507 h 16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134" h="163231">
                  <a:moveTo>
                    <a:pt x="59438" y="162507"/>
                  </a:moveTo>
                  <a:cubicBezTo>
                    <a:pt x="56343" y="162507"/>
                    <a:pt x="53835" y="160015"/>
                    <a:pt x="53834" y="156939"/>
                  </a:cubicBezTo>
                  <a:cubicBezTo>
                    <a:pt x="53834" y="156908"/>
                    <a:pt x="53834" y="156877"/>
                    <a:pt x="53835" y="156846"/>
                  </a:cubicBezTo>
                  <a:lnTo>
                    <a:pt x="53835" y="11231"/>
                  </a:lnTo>
                  <a:lnTo>
                    <a:pt x="11346" y="11231"/>
                  </a:lnTo>
                  <a:lnTo>
                    <a:pt x="11346" y="156846"/>
                  </a:lnTo>
                  <a:cubicBezTo>
                    <a:pt x="11748" y="159947"/>
                    <a:pt x="9544" y="162785"/>
                    <a:pt x="6424" y="163184"/>
                  </a:cubicBezTo>
                  <a:cubicBezTo>
                    <a:pt x="3304" y="163584"/>
                    <a:pt x="449" y="161394"/>
                    <a:pt x="47" y="158293"/>
                  </a:cubicBezTo>
                  <a:cubicBezTo>
                    <a:pt x="-16" y="157812"/>
                    <a:pt x="-16" y="157326"/>
                    <a:pt x="47" y="156846"/>
                  </a:cubicBezTo>
                  <a:lnTo>
                    <a:pt x="47" y="5569"/>
                  </a:lnTo>
                  <a:cubicBezTo>
                    <a:pt x="46" y="2494"/>
                    <a:pt x="2554" y="0"/>
                    <a:pt x="5649" y="0"/>
                  </a:cubicBezTo>
                  <a:cubicBezTo>
                    <a:pt x="5680" y="0"/>
                    <a:pt x="5712" y="0"/>
                    <a:pt x="5743" y="1"/>
                  </a:cubicBezTo>
                  <a:lnTo>
                    <a:pt x="59438" y="1"/>
                  </a:lnTo>
                  <a:cubicBezTo>
                    <a:pt x="62532" y="-50"/>
                    <a:pt x="65082" y="2401"/>
                    <a:pt x="65133" y="5476"/>
                  </a:cubicBezTo>
                  <a:cubicBezTo>
                    <a:pt x="65134" y="5507"/>
                    <a:pt x="65134" y="5538"/>
                    <a:pt x="65134" y="5569"/>
                  </a:cubicBezTo>
                  <a:lnTo>
                    <a:pt x="65134" y="156846"/>
                  </a:lnTo>
                  <a:cubicBezTo>
                    <a:pt x="65134" y="159972"/>
                    <a:pt x="62584" y="162507"/>
                    <a:pt x="59438" y="162507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823D31AE-8C16-2944-85EE-729A1780ECC5}"/>
                </a:ext>
              </a:extLst>
            </p:cNvPr>
            <p:cNvSpPr/>
            <p:nvPr/>
          </p:nvSpPr>
          <p:spPr>
            <a:xfrm>
              <a:off x="5100638" y="2035860"/>
              <a:ext cx="65134" cy="186060"/>
            </a:xfrm>
            <a:custGeom>
              <a:avLst/>
              <a:gdLst>
                <a:gd name="connsiteX0" fmla="*/ 59438 w 65134"/>
                <a:gd name="connsiteY0" fmla="*/ 185337 h 186060"/>
                <a:gd name="connsiteX1" fmla="*/ 53834 w 65134"/>
                <a:gd name="connsiteY1" fmla="*/ 179769 h 186060"/>
                <a:gd name="connsiteX2" fmla="*/ 53835 w 65134"/>
                <a:gd name="connsiteY2" fmla="*/ 179676 h 186060"/>
                <a:gd name="connsiteX3" fmla="*/ 53835 w 65134"/>
                <a:gd name="connsiteY3" fmla="*/ 11508 h 186060"/>
                <a:gd name="connsiteX4" fmla="*/ 11346 w 65134"/>
                <a:gd name="connsiteY4" fmla="*/ 11508 h 186060"/>
                <a:gd name="connsiteX5" fmla="*/ 11346 w 65134"/>
                <a:gd name="connsiteY5" fmla="*/ 179676 h 186060"/>
                <a:gd name="connsiteX6" fmla="*/ 6424 w 65134"/>
                <a:gd name="connsiteY6" fmla="*/ 186014 h 186060"/>
                <a:gd name="connsiteX7" fmla="*/ 47 w 65134"/>
                <a:gd name="connsiteY7" fmla="*/ 181122 h 186060"/>
                <a:gd name="connsiteX8" fmla="*/ 47 w 65134"/>
                <a:gd name="connsiteY8" fmla="*/ 179676 h 186060"/>
                <a:gd name="connsiteX9" fmla="*/ 47 w 65134"/>
                <a:gd name="connsiteY9" fmla="*/ 5661 h 186060"/>
                <a:gd name="connsiteX10" fmla="*/ 5743 w 65134"/>
                <a:gd name="connsiteY10" fmla="*/ 0 h 186060"/>
                <a:gd name="connsiteX11" fmla="*/ 59438 w 65134"/>
                <a:gd name="connsiteY11" fmla="*/ 0 h 186060"/>
                <a:gd name="connsiteX12" fmla="*/ 65134 w 65134"/>
                <a:gd name="connsiteY12" fmla="*/ 5661 h 186060"/>
                <a:gd name="connsiteX13" fmla="*/ 65134 w 65134"/>
                <a:gd name="connsiteY13" fmla="*/ 179676 h 186060"/>
                <a:gd name="connsiteX14" fmla="*/ 59438 w 65134"/>
                <a:gd name="connsiteY14" fmla="*/ 185337 h 1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5134" h="186060">
                  <a:moveTo>
                    <a:pt x="59438" y="185337"/>
                  </a:moveTo>
                  <a:cubicBezTo>
                    <a:pt x="56343" y="185337"/>
                    <a:pt x="53835" y="182845"/>
                    <a:pt x="53834" y="179769"/>
                  </a:cubicBezTo>
                  <a:cubicBezTo>
                    <a:pt x="53834" y="179738"/>
                    <a:pt x="53834" y="179707"/>
                    <a:pt x="53835" y="179676"/>
                  </a:cubicBezTo>
                  <a:lnTo>
                    <a:pt x="53835" y="11508"/>
                  </a:lnTo>
                  <a:lnTo>
                    <a:pt x="11346" y="11508"/>
                  </a:lnTo>
                  <a:lnTo>
                    <a:pt x="11346" y="179676"/>
                  </a:lnTo>
                  <a:cubicBezTo>
                    <a:pt x="11748" y="182777"/>
                    <a:pt x="9544" y="185614"/>
                    <a:pt x="6424" y="186014"/>
                  </a:cubicBezTo>
                  <a:cubicBezTo>
                    <a:pt x="3304" y="186413"/>
                    <a:pt x="449" y="184223"/>
                    <a:pt x="47" y="181122"/>
                  </a:cubicBezTo>
                  <a:cubicBezTo>
                    <a:pt x="-16" y="180642"/>
                    <a:pt x="-16" y="180156"/>
                    <a:pt x="47" y="179676"/>
                  </a:cubicBezTo>
                  <a:lnTo>
                    <a:pt x="47" y="5661"/>
                  </a:lnTo>
                  <a:cubicBezTo>
                    <a:pt x="47" y="2535"/>
                    <a:pt x="2597" y="0"/>
                    <a:pt x="5743" y="0"/>
                  </a:cubicBezTo>
                  <a:lnTo>
                    <a:pt x="59438" y="0"/>
                  </a:lnTo>
                  <a:cubicBezTo>
                    <a:pt x="62584" y="0"/>
                    <a:pt x="65134" y="2535"/>
                    <a:pt x="65134" y="5661"/>
                  </a:cubicBezTo>
                  <a:lnTo>
                    <a:pt x="65134" y="179676"/>
                  </a:lnTo>
                  <a:cubicBezTo>
                    <a:pt x="65134" y="182802"/>
                    <a:pt x="62584" y="185337"/>
                    <a:pt x="59438" y="185337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6FF3DE46-743C-BF43-A297-C2692783773B}"/>
                </a:ext>
              </a:extLst>
            </p:cNvPr>
            <p:cNvSpPr/>
            <p:nvPr/>
          </p:nvSpPr>
          <p:spPr>
            <a:xfrm>
              <a:off x="5196868" y="2013679"/>
              <a:ext cx="65088" cy="207518"/>
            </a:xfrm>
            <a:custGeom>
              <a:avLst/>
              <a:gdLst>
                <a:gd name="connsiteX0" fmla="*/ 5604 w 65088"/>
                <a:gd name="connsiteY0" fmla="*/ 207518 h 207518"/>
                <a:gd name="connsiteX1" fmla="*/ 0 w 65088"/>
                <a:gd name="connsiteY1" fmla="*/ 201950 h 207518"/>
                <a:gd name="connsiteX2" fmla="*/ 1 w 65088"/>
                <a:gd name="connsiteY2" fmla="*/ 201857 h 207518"/>
                <a:gd name="connsiteX3" fmla="*/ 1 w 65088"/>
                <a:gd name="connsiteY3" fmla="*/ 5661 h 207518"/>
                <a:gd name="connsiteX4" fmla="*/ 5510 w 65088"/>
                <a:gd name="connsiteY4" fmla="*/ 1 h 207518"/>
                <a:gd name="connsiteX5" fmla="*/ 5604 w 65088"/>
                <a:gd name="connsiteY5" fmla="*/ 0 h 207518"/>
                <a:gd name="connsiteX6" fmla="*/ 59392 w 65088"/>
                <a:gd name="connsiteY6" fmla="*/ 0 h 207518"/>
                <a:gd name="connsiteX7" fmla="*/ 65088 w 65088"/>
                <a:gd name="connsiteY7" fmla="*/ 5661 h 207518"/>
                <a:gd name="connsiteX8" fmla="*/ 65088 w 65088"/>
                <a:gd name="connsiteY8" fmla="*/ 45476 h 207518"/>
                <a:gd name="connsiteX9" fmla="*/ 59392 w 65088"/>
                <a:gd name="connsiteY9" fmla="*/ 51137 h 207518"/>
                <a:gd name="connsiteX10" fmla="*/ 53696 w 65088"/>
                <a:gd name="connsiteY10" fmla="*/ 45476 h 207518"/>
                <a:gd name="connsiteX11" fmla="*/ 53696 w 65088"/>
                <a:gd name="connsiteY11" fmla="*/ 11230 h 207518"/>
                <a:gd name="connsiteX12" fmla="*/ 11393 w 65088"/>
                <a:gd name="connsiteY12" fmla="*/ 11230 h 207518"/>
                <a:gd name="connsiteX13" fmla="*/ 11393 w 65088"/>
                <a:gd name="connsiteY13" fmla="*/ 201857 h 207518"/>
                <a:gd name="connsiteX14" fmla="*/ 5698 w 65088"/>
                <a:gd name="connsiteY14" fmla="*/ 207519 h 207518"/>
                <a:gd name="connsiteX15" fmla="*/ 5604 w 65088"/>
                <a:gd name="connsiteY15" fmla="*/ 207518 h 20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088" h="207518">
                  <a:moveTo>
                    <a:pt x="5604" y="207518"/>
                  </a:moveTo>
                  <a:cubicBezTo>
                    <a:pt x="2509" y="207518"/>
                    <a:pt x="0" y="205026"/>
                    <a:pt x="0" y="201950"/>
                  </a:cubicBezTo>
                  <a:cubicBezTo>
                    <a:pt x="0" y="201919"/>
                    <a:pt x="0" y="201888"/>
                    <a:pt x="1" y="201857"/>
                  </a:cubicBezTo>
                  <a:lnTo>
                    <a:pt x="1" y="5661"/>
                  </a:lnTo>
                  <a:cubicBezTo>
                    <a:pt x="-51" y="2586"/>
                    <a:pt x="2416" y="52"/>
                    <a:pt x="5510" y="1"/>
                  </a:cubicBezTo>
                  <a:cubicBezTo>
                    <a:pt x="5541" y="0"/>
                    <a:pt x="5572" y="0"/>
                    <a:pt x="5604" y="0"/>
                  </a:cubicBezTo>
                  <a:lnTo>
                    <a:pt x="59392" y="0"/>
                  </a:lnTo>
                  <a:cubicBezTo>
                    <a:pt x="62538" y="0"/>
                    <a:pt x="65088" y="2535"/>
                    <a:pt x="65088" y="5661"/>
                  </a:cubicBezTo>
                  <a:lnTo>
                    <a:pt x="65088" y="45476"/>
                  </a:lnTo>
                  <a:cubicBezTo>
                    <a:pt x="65088" y="48602"/>
                    <a:pt x="62538" y="51137"/>
                    <a:pt x="59392" y="51137"/>
                  </a:cubicBezTo>
                  <a:cubicBezTo>
                    <a:pt x="56246" y="51137"/>
                    <a:pt x="53696" y="48602"/>
                    <a:pt x="53696" y="45476"/>
                  </a:cubicBezTo>
                  <a:lnTo>
                    <a:pt x="53696" y="11230"/>
                  </a:lnTo>
                  <a:lnTo>
                    <a:pt x="11393" y="11230"/>
                  </a:lnTo>
                  <a:lnTo>
                    <a:pt x="11393" y="201857"/>
                  </a:lnTo>
                  <a:cubicBezTo>
                    <a:pt x="11394" y="204983"/>
                    <a:pt x="8844" y="207518"/>
                    <a:pt x="5698" y="207519"/>
                  </a:cubicBezTo>
                  <a:cubicBezTo>
                    <a:pt x="5666" y="207519"/>
                    <a:pt x="5635" y="207519"/>
                    <a:pt x="5604" y="207518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ACCE4FB-EE5E-D142-A920-1612B31425E8}"/>
                </a:ext>
              </a:extLst>
            </p:cNvPr>
            <p:cNvSpPr/>
            <p:nvPr/>
          </p:nvSpPr>
          <p:spPr>
            <a:xfrm>
              <a:off x="5250564" y="2155396"/>
              <a:ext cx="11392" cy="28120"/>
            </a:xfrm>
            <a:custGeom>
              <a:avLst/>
              <a:gdLst>
                <a:gd name="connsiteX0" fmla="*/ 5696 w 11392"/>
                <a:gd name="connsiteY0" fmla="*/ 28121 h 28120"/>
                <a:gd name="connsiteX1" fmla="*/ 0 w 11392"/>
                <a:gd name="connsiteY1" fmla="*/ 22552 h 28120"/>
                <a:gd name="connsiteX2" fmla="*/ 0 w 11392"/>
                <a:gd name="connsiteY2" fmla="*/ 5661 h 28120"/>
                <a:gd name="connsiteX3" fmla="*/ 5696 w 11392"/>
                <a:gd name="connsiteY3" fmla="*/ 0 h 28120"/>
                <a:gd name="connsiteX4" fmla="*/ 11393 w 11392"/>
                <a:gd name="connsiteY4" fmla="*/ 5661 h 28120"/>
                <a:gd name="connsiteX5" fmla="*/ 11393 w 11392"/>
                <a:gd name="connsiteY5" fmla="*/ 22552 h 28120"/>
                <a:gd name="connsiteX6" fmla="*/ 5696 w 11392"/>
                <a:gd name="connsiteY6" fmla="*/ 28121 h 2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28120">
                  <a:moveTo>
                    <a:pt x="5696" y="28121"/>
                  </a:moveTo>
                  <a:cubicBezTo>
                    <a:pt x="2586" y="28121"/>
                    <a:pt x="51" y="25643"/>
                    <a:pt x="0" y="22552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22552"/>
                  </a:lnTo>
                  <a:cubicBezTo>
                    <a:pt x="11342" y="25643"/>
                    <a:pt x="8806" y="28121"/>
                    <a:pt x="5696" y="28121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51B50BC-F0F7-FA43-A965-8D93A52E4EFE}"/>
                </a:ext>
              </a:extLst>
            </p:cNvPr>
            <p:cNvSpPr/>
            <p:nvPr/>
          </p:nvSpPr>
          <p:spPr>
            <a:xfrm>
              <a:off x="5250564" y="2098690"/>
              <a:ext cx="11392" cy="39628"/>
            </a:xfrm>
            <a:custGeom>
              <a:avLst/>
              <a:gdLst>
                <a:gd name="connsiteX0" fmla="*/ 5696 w 11392"/>
                <a:gd name="connsiteY0" fmla="*/ 39629 h 39628"/>
                <a:gd name="connsiteX1" fmla="*/ 0 w 11392"/>
                <a:gd name="connsiteY1" fmla="*/ 33968 h 39628"/>
                <a:gd name="connsiteX2" fmla="*/ 0 w 11392"/>
                <a:gd name="connsiteY2" fmla="*/ 5661 h 39628"/>
                <a:gd name="connsiteX3" fmla="*/ 5696 w 11392"/>
                <a:gd name="connsiteY3" fmla="*/ 0 h 39628"/>
                <a:gd name="connsiteX4" fmla="*/ 11393 w 11392"/>
                <a:gd name="connsiteY4" fmla="*/ 5661 h 39628"/>
                <a:gd name="connsiteX5" fmla="*/ 11393 w 11392"/>
                <a:gd name="connsiteY5" fmla="*/ 33968 h 39628"/>
                <a:gd name="connsiteX6" fmla="*/ 5696 w 11392"/>
                <a:gd name="connsiteY6" fmla="*/ 39629 h 3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39628">
                  <a:moveTo>
                    <a:pt x="5696" y="39629"/>
                  </a:moveTo>
                  <a:cubicBezTo>
                    <a:pt x="2550" y="39629"/>
                    <a:pt x="0" y="37094"/>
                    <a:pt x="0" y="33968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33968"/>
                  </a:lnTo>
                  <a:cubicBezTo>
                    <a:pt x="11393" y="37094"/>
                    <a:pt x="8842" y="39629"/>
                    <a:pt x="5696" y="39629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B047122-0137-D343-ADCF-05A803C51485}"/>
                </a:ext>
              </a:extLst>
            </p:cNvPr>
            <p:cNvSpPr/>
            <p:nvPr/>
          </p:nvSpPr>
          <p:spPr>
            <a:xfrm>
              <a:off x="5250564" y="2053493"/>
              <a:ext cx="11392" cy="28120"/>
            </a:xfrm>
            <a:custGeom>
              <a:avLst/>
              <a:gdLst>
                <a:gd name="connsiteX0" fmla="*/ 5696 w 11392"/>
                <a:gd name="connsiteY0" fmla="*/ 28121 h 28120"/>
                <a:gd name="connsiteX1" fmla="*/ 0 w 11392"/>
                <a:gd name="connsiteY1" fmla="*/ 22459 h 28120"/>
                <a:gd name="connsiteX2" fmla="*/ 0 w 11392"/>
                <a:gd name="connsiteY2" fmla="*/ 5661 h 28120"/>
                <a:gd name="connsiteX3" fmla="*/ 5696 w 11392"/>
                <a:gd name="connsiteY3" fmla="*/ 0 h 28120"/>
                <a:gd name="connsiteX4" fmla="*/ 11393 w 11392"/>
                <a:gd name="connsiteY4" fmla="*/ 5661 h 28120"/>
                <a:gd name="connsiteX5" fmla="*/ 11393 w 11392"/>
                <a:gd name="connsiteY5" fmla="*/ 22459 h 28120"/>
                <a:gd name="connsiteX6" fmla="*/ 5696 w 11392"/>
                <a:gd name="connsiteY6" fmla="*/ 28121 h 2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28120">
                  <a:moveTo>
                    <a:pt x="5696" y="28121"/>
                  </a:moveTo>
                  <a:cubicBezTo>
                    <a:pt x="2550" y="28121"/>
                    <a:pt x="0" y="25586"/>
                    <a:pt x="0" y="22459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22459"/>
                  </a:lnTo>
                  <a:cubicBezTo>
                    <a:pt x="11393" y="25586"/>
                    <a:pt x="8842" y="28121"/>
                    <a:pt x="5696" y="28121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CDD48989-56B9-364A-9ADB-7AD2AD66B5EA}"/>
                </a:ext>
              </a:extLst>
            </p:cNvPr>
            <p:cNvSpPr/>
            <p:nvPr/>
          </p:nvSpPr>
          <p:spPr>
            <a:xfrm>
              <a:off x="5250564" y="2172287"/>
              <a:ext cx="11392" cy="48909"/>
            </a:xfrm>
            <a:custGeom>
              <a:avLst/>
              <a:gdLst>
                <a:gd name="connsiteX0" fmla="*/ 5696 w 11392"/>
                <a:gd name="connsiteY0" fmla="*/ 48910 h 48909"/>
                <a:gd name="connsiteX1" fmla="*/ 0 w 11392"/>
                <a:gd name="connsiteY1" fmla="*/ 43248 h 48909"/>
                <a:gd name="connsiteX2" fmla="*/ 0 w 11392"/>
                <a:gd name="connsiteY2" fmla="*/ 5661 h 48909"/>
                <a:gd name="connsiteX3" fmla="*/ 5696 w 11392"/>
                <a:gd name="connsiteY3" fmla="*/ 0 h 48909"/>
                <a:gd name="connsiteX4" fmla="*/ 11393 w 11392"/>
                <a:gd name="connsiteY4" fmla="*/ 5661 h 48909"/>
                <a:gd name="connsiteX5" fmla="*/ 11393 w 11392"/>
                <a:gd name="connsiteY5" fmla="*/ 43248 h 48909"/>
                <a:gd name="connsiteX6" fmla="*/ 5696 w 11392"/>
                <a:gd name="connsiteY6" fmla="*/ 48910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92" h="48909">
                  <a:moveTo>
                    <a:pt x="5696" y="48910"/>
                  </a:moveTo>
                  <a:cubicBezTo>
                    <a:pt x="2550" y="48910"/>
                    <a:pt x="0" y="46375"/>
                    <a:pt x="0" y="43248"/>
                  </a:cubicBezTo>
                  <a:lnTo>
                    <a:pt x="0" y="5661"/>
                  </a:lnTo>
                  <a:cubicBezTo>
                    <a:pt x="0" y="2535"/>
                    <a:pt x="2550" y="0"/>
                    <a:pt x="5696" y="0"/>
                  </a:cubicBezTo>
                  <a:cubicBezTo>
                    <a:pt x="8842" y="0"/>
                    <a:pt x="11393" y="2535"/>
                    <a:pt x="11393" y="5661"/>
                  </a:cubicBezTo>
                  <a:lnTo>
                    <a:pt x="11393" y="43248"/>
                  </a:lnTo>
                  <a:cubicBezTo>
                    <a:pt x="11393" y="46375"/>
                    <a:pt x="8842" y="48910"/>
                    <a:pt x="5696" y="48910"/>
                  </a:cubicBezTo>
                  <a:close/>
                </a:path>
              </a:pathLst>
            </a:custGeom>
            <a:grpFill/>
            <a:ln w="9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6" name="Graphic 87">
            <a:extLst>
              <a:ext uri="{FF2B5EF4-FFF2-40B4-BE49-F238E27FC236}">
                <a16:creationId xmlns:a16="http://schemas.microsoft.com/office/drawing/2014/main" id="{74968DB7-8954-4549-BE4F-4810DCB775C3}"/>
              </a:ext>
            </a:extLst>
          </p:cNvPr>
          <p:cNvGrpSpPr>
            <a:grpSpLocks noChangeAspect="1"/>
          </p:cNvGrpSpPr>
          <p:nvPr/>
        </p:nvGrpSpPr>
        <p:grpSpPr>
          <a:xfrm>
            <a:off x="4970164" y="5368851"/>
            <a:ext cx="340677" cy="258850"/>
            <a:chOff x="4961383" y="2007135"/>
            <a:chExt cx="340677" cy="258850"/>
          </a:xfrm>
          <a:solidFill>
            <a:srgbClr val="FFFFFF"/>
          </a:solidFill>
        </p:grpSpPr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B2C61B22-904D-7946-98B9-4B0B3FB4BFE8}"/>
                </a:ext>
              </a:extLst>
            </p:cNvPr>
            <p:cNvSpPr/>
            <p:nvPr/>
          </p:nvSpPr>
          <p:spPr>
            <a:xfrm>
              <a:off x="4971882" y="2018900"/>
              <a:ext cx="86050" cy="247039"/>
            </a:xfrm>
            <a:custGeom>
              <a:avLst/>
              <a:gdLst>
                <a:gd name="connsiteX0" fmla="*/ 80489 w 86050"/>
                <a:gd name="connsiteY0" fmla="*/ 247039 h 247039"/>
                <a:gd name="connsiteX1" fmla="*/ 5700 w 86050"/>
                <a:gd name="connsiteY1" fmla="*/ 247039 h 247039"/>
                <a:gd name="connsiteX2" fmla="*/ 48 w 86050"/>
                <a:gd name="connsiteY2" fmla="*/ 241489 h 247039"/>
                <a:gd name="connsiteX3" fmla="*/ 47 w 86050"/>
                <a:gd name="connsiteY3" fmla="*/ 241394 h 247039"/>
                <a:gd name="connsiteX4" fmla="*/ 47 w 86050"/>
                <a:gd name="connsiteY4" fmla="*/ 169804 h 247039"/>
                <a:gd name="connsiteX5" fmla="*/ 4932 w 86050"/>
                <a:gd name="connsiteY5" fmla="*/ 163379 h 247039"/>
                <a:gd name="connsiteX6" fmla="*/ 11261 w 86050"/>
                <a:gd name="connsiteY6" fmla="*/ 168337 h 247039"/>
                <a:gd name="connsiteX7" fmla="*/ 11261 w 86050"/>
                <a:gd name="connsiteY7" fmla="*/ 169804 h 247039"/>
                <a:gd name="connsiteX8" fmla="*/ 11261 w 86050"/>
                <a:gd name="connsiteY8" fmla="*/ 235656 h 247039"/>
                <a:gd name="connsiteX9" fmla="*/ 74836 w 86050"/>
                <a:gd name="connsiteY9" fmla="*/ 235656 h 247039"/>
                <a:gd name="connsiteX10" fmla="*/ 74836 w 86050"/>
                <a:gd name="connsiteY10" fmla="*/ 11477 h 247039"/>
                <a:gd name="connsiteX11" fmla="*/ 11261 w 86050"/>
                <a:gd name="connsiteY11" fmla="*/ 11477 h 247039"/>
                <a:gd name="connsiteX12" fmla="*/ 11261 w 86050"/>
                <a:gd name="connsiteY12" fmla="*/ 59643 h 247039"/>
                <a:gd name="connsiteX13" fmla="*/ 4932 w 86050"/>
                <a:gd name="connsiteY13" fmla="*/ 64601 h 247039"/>
                <a:gd name="connsiteX14" fmla="*/ 47 w 86050"/>
                <a:gd name="connsiteY14" fmla="*/ 59643 h 247039"/>
                <a:gd name="connsiteX15" fmla="*/ 47 w 86050"/>
                <a:gd name="connsiteY15" fmla="*/ 5739 h 247039"/>
                <a:gd name="connsiteX16" fmla="*/ 5700 w 86050"/>
                <a:gd name="connsiteY16" fmla="*/ 0 h 247039"/>
                <a:gd name="connsiteX17" fmla="*/ 80489 w 86050"/>
                <a:gd name="connsiteY17" fmla="*/ 0 h 247039"/>
                <a:gd name="connsiteX18" fmla="*/ 86051 w 86050"/>
                <a:gd name="connsiteY18" fmla="*/ 5644 h 247039"/>
                <a:gd name="connsiteX19" fmla="*/ 86050 w 86050"/>
                <a:gd name="connsiteY19" fmla="*/ 5739 h 247039"/>
                <a:gd name="connsiteX20" fmla="*/ 86050 w 86050"/>
                <a:gd name="connsiteY20" fmla="*/ 241394 h 247039"/>
                <a:gd name="connsiteX21" fmla="*/ 80489 w 86050"/>
                <a:gd name="connsiteY21" fmla="*/ 247039 h 24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6050" h="247039">
                  <a:moveTo>
                    <a:pt x="80489" y="247039"/>
                  </a:moveTo>
                  <a:lnTo>
                    <a:pt x="5700" y="247039"/>
                  </a:lnTo>
                  <a:cubicBezTo>
                    <a:pt x="2630" y="247090"/>
                    <a:pt x="99" y="244606"/>
                    <a:pt x="48" y="241489"/>
                  </a:cubicBezTo>
                  <a:cubicBezTo>
                    <a:pt x="47" y="241457"/>
                    <a:pt x="47" y="241426"/>
                    <a:pt x="47" y="241394"/>
                  </a:cubicBezTo>
                  <a:lnTo>
                    <a:pt x="47" y="169804"/>
                  </a:lnTo>
                  <a:cubicBezTo>
                    <a:pt x="-352" y="166660"/>
                    <a:pt x="1835" y="163784"/>
                    <a:pt x="4932" y="163379"/>
                  </a:cubicBezTo>
                  <a:cubicBezTo>
                    <a:pt x="8028" y="162974"/>
                    <a:pt x="10862" y="165194"/>
                    <a:pt x="11261" y="168337"/>
                  </a:cubicBezTo>
                  <a:cubicBezTo>
                    <a:pt x="11323" y="168824"/>
                    <a:pt x="11323" y="169317"/>
                    <a:pt x="11261" y="169804"/>
                  </a:cubicBezTo>
                  <a:lnTo>
                    <a:pt x="11261" y="235656"/>
                  </a:lnTo>
                  <a:lnTo>
                    <a:pt x="74836" y="235656"/>
                  </a:lnTo>
                  <a:lnTo>
                    <a:pt x="74836" y="11477"/>
                  </a:lnTo>
                  <a:lnTo>
                    <a:pt x="11261" y="11477"/>
                  </a:lnTo>
                  <a:lnTo>
                    <a:pt x="11261" y="59643"/>
                  </a:lnTo>
                  <a:cubicBezTo>
                    <a:pt x="10862" y="62786"/>
                    <a:pt x="8028" y="65006"/>
                    <a:pt x="4932" y="64601"/>
                  </a:cubicBezTo>
                  <a:cubicBezTo>
                    <a:pt x="2382" y="64268"/>
                    <a:pt x="375" y="62231"/>
                    <a:pt x="47" y="59643"/>
                  </a:cubicBezTo>
                  <a:lnTo>
                    <a:pt x="47" y="5739"/>
                  </a:lnTo>
                  <a:cubicBezTo>
                    <a:pt x="47" y="2569"/>
                    <a:pt x="2578" y="0"/>
                    <a:pt x="5700" y="0"/>
                  </a:cubicBezTo>
                  <a:lnTo>
                    <a:pt x="80489" y="0"/>
                  </a:lnTo>
                  <a:cubicBezTo>
                    <a:pt x="83560" y="0"/>
                    <a:pt x="86050" y="2526"/>
                    <a:pt x="86051" y="5644"/>
                  </a:cubicBezTo>
                  <a:cubicBezTo>
                    <a:pt x="86051" y="5675"/>
                    <a:pt x="86051" y="5707"/>
                    <a:pt x="86050" y="5739"/>
                  </a:cubicBezTo>
                  <a:lnTo>
                    <a:pt x="86050" y="241394"/>
                  </a:lnTo>
                  <a:cubicBezTo>
                    <a:pt x="86050" y="244511"/>
                    <a:pt x="83560" y="247039"/>
                    <a:pt x="80489" y="24703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1231D90B-590D-BD45-B9A5-2A0B2AF16454}"/>
                </a:ext>
              </a:extLst>
            </p:cNvPr>
            <p:cNvSpPr/>
            <p:nvPr/>
          </p:nvSpPr>
          <p:spPr>
            <a:xfrm>
              <a:off x="4971929" y="2166576"/>
              <a:ext cx="11213" cy="27865"/>
            </a:xfrm>
            <a:custGeom>
              <a:avLst/>
              <a:gdLst>
                <a:gd name="connsiteX0" fmla="*/ 5653 w 11213"/>
                <a:gd name="connsiteY0" fmla="*/ 27866 h 27865"/>
                <a:gd name="connsiteX1" fmla="*/ 0 w 11213"/>
                <a:gd name="connsiteY1" fmla="*/ 22127 h 27865"/>
                <a:gd name="connsiteX2" fmla="*/ 0 w 11213"/>
                <a:gd name="connsiteY2" fmla="*/ 5006 h 27865"/>
                <a:gd name="connsiteX3" fmla="*/ 6329 w 11213"/>
                <a:gd name="connsiteY3" fmla="*/ 48 h 27865"/>
                <a:gd name="connsiteX4" fmla="*/ 11214 w 11213"/>
                <a:gd name="connsiteY4" fmla="*/ 5006 h 27865"/>
                <a:gd name="connsiteX5" fmla="*/ 11214 w 11213"/>
                <a:gd name="connsiteY5" fmla="*/ 22127 h 27865"/>
                <a:gd name="connsiteX6" fmla="*/ 5653 w 11213"/>
                <a:gd name="connsiteY6" fmla="*/ 27866 h 2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13" h="27865">
                  <a:moveTo>
                    <a:pt x="5653" y="27866"/>
                  </a:moveTo>
                  <a:cubicBezTo>
                    <a:pt x="2531" y="27866"/>
                    <a:pt x="0" y="25297"/>
                    <a:pt x="0" y="22127"/>
                  </a:cubicBezTo>
                  <a:lnTo>
                    <a:pt x="0" y="5006"/>
                  </a:lnTo>
                  <a:cubicBezTo>
                    <a:pt x="399" y="1863"/>
                    <a:pt x="3233" y="-357"/>
                    <a:pt x="6329" y="48"/>
                  </a:cubicBezTo>
                  <a:cubicBezTo>
                    <a:pt x="8878" y="381"/>
                    <a:pt x="10885" y="2418"/>
                    <a:pt x="11214" y="5006"/>
                  </a:cubicBezTo>
                  <a:lnTo>
                    <a:pt x="11214" y="22127"/>
                  </a:lnTo>
                  <a:cubicBezTo>
                    <a:pt x="11214" y="25260"/>
                    <a:pt x="8739" y="27815"/>
                    <a:pt x="5653" y="2786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2014398E-2AC6-F54D-95E7-9DF9C8A3E54F}"/>
                </a:ext>
              </a:extLst>
            </p:cNvPr>
            <p:cNvSpPr/>
            <p:nvPr/>
          </p:nvSpPr>
          <p:spPr>
            <a:xfrm>
              <a:off x="4971882" y="2114498"/>
              <a:ext cx="11307" cy="37516"/>
            </a:xfrm>
            <a:custGeom>
              <a:avLst/>
              <a:gdLst>
                <a:gd name="connsiteX0" fmla="*/ 5700 w 11307"/>
                <a:gd name="connsiteY0" fmla="*/ 37517 h 37516"/>
                <a:gd name="connsiteX1" fmla="*/ 47 w 11307"/>
                <a:gd name="connsiteY1" fmla="*/ 31778 h 37516"/>
                <a:gd name="connsiteX2" fmla="*/ 47 w 11307"/>
                <a:gd name="connsiteY2" fmla="*/ 6472 h 37516"/>
                <a:gd name="connsiteX3" fmla="*/ 4932 w 11307"/>
                <a:gd name="connsiteY3" fmla="*/ 48 h 37516"/>
                <a:gd name="connsiteX4" fmla="*/ 11261 w 11307"/>
                <a:gd name="connsiteY4" fmla="*/ 5006 h 37516"/>
                <a:gd name="connsiteX5" fmla="*/ 11261 w 11307"/>
                <a:gd name="connsiteY5" fmla="*/ 6472 h 37516"/>
                <a:gd name="connsiteX6" fmla="*/ 11261 w 11307"/>
                <a:gd name="connsiteY6" fmla="*/ 31778 h 37516"/>
                <a:gd name="connsiteX7" fmla="*/ 5700 w 11307"/>
                <a:gd name="connsiteY7" fmla="*/ 37517 h 37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37516">
                  <a:moveTo>
                    <a:pt x="5700" y="37517"/>
                  </a:moveTo>
                  <a:cubicBezTo>
                    <a:pt x="2578" y="37517"/>
                    <a:pt x="47" y="34948"/>
                    <a:pt x="47" y="31778"/>
                  </a:cubicBezTo>
                  <a:lnTo>
                    <a:pt x="47" y="6472"/>
                  </a:lnTo>
                  <a:cubicBezTo>
                    <a:pt x="-352" y="3329"/>
                    <a:pt x="1835" y="453"/>
                    <a:pt x="4932" y="48"/>
                  </a:cubicBezTo>
                  <a:cubicBezTo>
                    <a:pt x="8028" y="-357"/>
                    <a:pt x="10862" y="1863"/>
                    <a:pt x="11261" y="5006"/>
                  </a:cubicBezTo>
                  <a:cubicBezTo>
                    <a:pt x="11323" y="5493"/>
                    <a:pt x="11323" y="5986"/>
                    <a:pt x="11261" y="6472"/>
                  </a:cubicBezTo>
                  <a:lnTo>
                    <a:pt x="11261" y="31778"/>
                  </a:lnTo>
                  <a:cubicBezTo>
                    <a:pt x="11261" y="34911"/>
                    <a:pt x="8786" y="37465"/>
                    <a:pt x="5700" y="3751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766454E-81F5-984D-AE8F-44B492CDA31F}"/>
                </a:ext>
              </a:extLst>
            </p:cNvPr>
            <p:cNvSpPr/>
            <p:nvPr/>
          </p:nvSpPr>
          <p:spPr>
            <a:xfrm>
              <a:off x="4971882" y="2072070"/>
              <a:ext cx="11307" cy="29332"/>
            </a:xfrm>
            <a:custGeom>
              <a:avLst/>
              <a:gdLst>
                <a:gd name="connsiteX0" fmla="*/ 5700 w 11307"/>
                <a:gd name="connsiteY0" fmla="*/ 29332 h 29332"/>
                <a:gd name="connsiteX1" fmla="*/ 47 w 11307"/>
                <a:gd name="connsiteY1" fmla="*/ 23594 h 29332"/>
                <a:gd name="connsiteX2" fmla="*/ 47 w 11307"/>
                <a:gd name="connsiteY2" fmla="*/ 6472 h 29332"/>
                <a:gd name="connsiteX3" fmla="*/ 4932 w 11307"/>
                <a:gd name="connsiteY3" fmla="*/ 48 h 29332"/>
                <a:gd name="connsiteX4" fmla="*/ 11261 w 11307"/>
                <a:gd name="connsiteY4" fmla="*/ 5006 h 29332"/>
                <a:gd name="connsiteX5" fmla="*/ 11261 w 11307"/>
                <a:gd name="connsiteY5" fmla="*/ 6472 h 29332"/>
                <a:gd name="connsiteX6" fmla="*/ 11261 w 11307"/>
                <a:gd name="connsiteY6" fmla="*/ 23500 h 29332"/>
                <a:gd name="connsiteX7" fmla="*/ 5889 w 11307"/>
                <a:gd name="connsiteY7" fmla="*/ 29329 h 29332"/>
                <a:gd name="connsiteX8" fmla="*/ 5700 w 11307"/>
                <a:gd name="connsiteY8" fmla="*/ 29332 h 2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29332">
                  <a:moveTo>
                    <a:pt x="5700" y="29332"/>
                  </a:moveTo>
                  <a:cubicBezTo>
                    <a:pt x="2578" y="29332"/>
                    <a:pt x="47" y="26763"/>
                    <a:pt x="47" y="23594"/>
                  </a:cubicBezTo>
                  <a:lnTo>
                    <a:pt x="47" y="6472"/>
                  </a:lnTo>
                  <a:cubicBezTo>
                    <a:pt x="-352" y="3329"/>
                    <a:pt x="1835" y="453"/>
                    <a:pt x="4932" y="48"/>
                  </a:cubicBezTo>
                  <a:cubicBezTo>
                    <a:pt x="8028" y="-357"/>
                    <a:pt x="10862" y="1863"/>
                    <a:pt x="11261" y="5006"/>
                  </a:cubicBezTo>
                  <a:cubicBezTo>
                    <a:pt x="11323" y="5493"/>
                    <a:pt x="11323" y="5986"/>
                    <a:pt x="11261" y="6472"/>
                  </a:cubicBezTo>
                  <a:lnTo>
                    <a:pt x="11261" y="23500"/>
                  </a:lnTo>
                  <a:cubicBezTo>
                    <a:pt x="11363" y="26615"/>
                    <a:pt x="8958" y="29225"/>
                    <a:pt x="5889" y="29329"/>
                  </a:cubicBezTo>
                  <a:cubicBezTo>
                    <a:pt x="5826" y="29331"/>
                    <a:pt x="5763" y="29332"/>
                    <a:pt x="5700" y="29332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FD73735-B384-7A43-A9D4-D2915CDDB973}"/>
                </a:ext>
              </a:extLst>
            </p:cNvPr>
            <p:cNvSpPr/>
            <p:nvPr/>
          </p:nvSpPr>
          <p:spPr>
            <a:xfrm>
              <a:off x="4988889" y="2040725"/>
              <a:ext cx="52083" cy="52869"/>
            </a:xfrm>
            <a:custGeom>
              <a:avLst/>
              <a:gdLst>
                <a:gd name="connsiteX0" fmla="*/ 26042 w 52083"/>
                <a:gd name="connsiteY0" fmla="*/ 52870 h 52869"/>
                <a:gd name="connsiteX1" fmla="*/ 0 w 52083"/>
                <a:gd name="connsiteY1" fmla="*/ 26435 h 52869"/>
                <a:gd name="connsiteX2" fmla="*/ 26042 w 52083"/>
                <a:gd name="connsiteY2" fmla="*/ 0 h 52869"/>
                <a:gd name="connsiteX3" fmla="*/ 52084 w 52083"/>
                <a:gd name="connsiteY3" fmla="*/ 26435 h 52869"/>
                <a:gd name="connsiteX4" fmla="*/ 26042 w 52083"/>
                <a:gd name="connsiteY4" fmla="*/ 52870 h 52869"/>
                <a:gd name="connsiteX5" fmla="*/ 26042 w 52083"/>
                <a:gd name="connsiteY5" fmla="*/ 11383 h 52869"/>
                <a:gd name="connsiteX6" fmla="*/ 11214 w 52083"/>
                <a:gd name="connsiteY6" fmla="*/ 26435 h 52869"/>
                <a:gd name="connsiteX7" fmla="*/ 26042 w 52083"/>
                <a:gd name="connsiteY7" fmla="*/ 41487 h 52869"/>
                <a:gd name="connsiteX8" fmla="*/ 40870 w 52083"/>
                <a:gd name="connsiteY8" fmla="*/ 26435 h 52869"/>
                <a:gd name="connsiteX9" fmla="*/ 26042 w 52083"/>
                <a:gd name="connsiteY9" fmla="*/ 11383 h 5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83" h="52869">
                  <a:moveTo>
                    <a:pt x="26042" y="52870"/>
                  </a:moveTo>
                  <a:cubicBezTo>
                    <a:pt x="11659" y="52870"/>
                    <a:pt x="0" y="41034"/>
                    <a:pt x="0" y="26435"/>
                  </a:cubicBezTo>
                  <a:cubicBezTo>
                    <a:pt x="0" y="11835"/>
                    <a:pt x="11659" y="0"/>
                    <a:pt x="26042" y="0"/>
                  </a:cubicBezTo>
                  <a:cubicBezTo>
                    <a:pt x="40424" y="0"/>
                    <a:pt x="52084" y="11835"/>
                    <a:pt x="52084" y="26435"/>
                  </a:cubicBezTo>
                  <a:cubicBezTo>
                    <a:pt x="52084" y="41034"/>
                    <a:pt x="40424" y="52870"/>
                    <a:pt x="26042" y="52870"/>
                  </a:cubicBezTo>
                  <a:close/>
                  <a:moveTo>
                    <a:pt x="26042" y="11383"/>
                  </a:moveTo>
                  <a:cubicBezTo>
                    <a:pt x="17853" y="11383"/>
                    <a:pt x="11214" y="18122"/>
                    <a:pt x="11214" y="26435"/>
                  </a:cubicBezTo>
                  <a:cubicBezTo>
                    <a:pt x="11214" y="34748"/>
                    <a:pt x="17853" y="41487"/>
                    <a:pt x="26042" y="41487"/>
                  </a:cubicBezTo>
                  <a:cubicBezTo>
                    <a:pt x="34231" y="41487"/>
                    <a:pt x="40870" y="34748"/>
                    <a:pt x="40870" y="26435"/>
                  </a:cubicBezTo>
                  <a:cubicBezTo>
                    <a:pt x="40870" y="18122"/>
                    <a:pt x="34231" y="11383"/>
                    <a:pt x="26042" y="113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FBF79C11-3826-AE47-A784-839D97953CBA}"/>
                </a:ext>
              </a:extLst>
            </p:cNvPr>
            <p:cNvSpPr/>
            <p:nvPr/>
          </p:nvSpPr>
          <p:spPr>
            <a:xfrm>
              <a:off x="4989166" y="2106953"/>
              <a:ext cx="51621" cy="11477"/>
            </a:xfrm>
            <a:custGeom>
              <a:avLst/>
              <a:gdLst>
                <a:gd name="connsiteX0" fmla="*/ 45968 w 51621"/>
                <a:gd name="connsiteY0" fmla="*/ 11477 h 11477"/>
                <a:gd name="connsiteX1" fmla="*/ 5561 w 51621"/>
                <a:gd name="connsiteY1" fmla="*/ 11477 h 11477"/>
                <a:gd name="connsiteX2" fmla="*/ 0 w 51621"/>
                <a:gd name="connsiteY2" fmla="*/ 5833 h 11477"/>
                <a:gd name="connsiteX3" fmla="*/ 1 w 51621"/>
                <a:gd name="connsiteY3" fmla="*/ 5739 h 11477"/>
                <a:gd name="connsiteX4" fmla="*/ 5561 w 51621"/>
                <a:gd name="connsiteY4" fmla="*/ 0 h 11477"/>
                <a:gd name="connsiteX5" fmla="*/ 45968 w 51621"/>
                <a:gd name="connsiteY5" fmla="*/ 0 h 11477"/>
                <a:gd name="connsiteX6" fmla="*/ 51621 w 51621"/>
                <a:gd name="connsiteY6" fmla="*/ 5739 h 11477"/>
                <a:gd name="connsiteX7" fmla="*/ 45968 w 51621"/>
                <a:gd name="connsiteY7" fmla="*/ 11477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21" h="11477">
                  <a:moveTo>
                    <a:pt x="45968" y="11477"/>
                  </a:moveTo>
                  <a:lnTo>
                    <a:pt x="5561" y="11477"/>
                  </a:lnTo>
                  <a:cubicBezTo>
                    <a:pt x="2490" y="11477"/>
                    <a:pt x="0" y="8951"/>
                    <a:pt x="0" y="5833"/>
                  </a:cubicBezTo>
                  <a:cubicBezTo>
                    <a:pt x="0" y="5802"/>
                    <a:pt x="0" y="5770"/>
                    <a:pt x="1" y="5739"/>
                  </a:cubicBezTo>
                  <a:cubicBezTo>
                    <a:pt x="0" y="2606"/>
                    <a:pt x="2475" y="51"/>
                    <a:pt x="5561" y="0"/>
                  </a:cubicBezTo>
                  <a:lnTo>
                    <a:pt x="45968" y="0"/>
                  </a:lnTo>
                  <a:cubicBezTo>
                    <a:pt x="49090" y="0"/>
                    <a:pt x="51621" y="2569"/>
                    <a:pt x="51621" y="5739"/>
                  </a:cubicBezTo>
                  <a:cubicBezTo>
                    <a:pt x="51621" y="8908"/>
                    <a:pt x="49090" y="11477"/>
                    <a:pt x="45968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56A49AD8-42A7-F641-8D0A-172FE90CB3AA}"/>
                </a:ext>
              </a:extLst>
            </p:cNvPr>
            <p:cNvSpPr/>
            <p:nvPr/>
          </p:nvSpPr>
          <p:spPr>
            <a:xfrm>
              <a:off x="4989796" y="2127602"/>
              <a:ext cx="51714" cy="11477"/>
            </a:xfrm>
            <a:custGeom>
              <a:avLst/>
              <a:gdLst>
                <a:gd name="connsiteX0" fmla="*/ 45338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338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FEA8453-80E1-D94C-BB8F-C8E3BC0116D2}"/>
                </a:ext>
              </a:extLst>
            </p:cNvPr>
            <p:cNvSpPr/>
            <p:nvPr/>
          </p:nvSpPr>
          <p:spPr>
            <a:xfrm>
              <a:off x="4989796" y="2148580"/>
              <a:ext cx="51714" cy="11477"/>
            </a:xfrm>
            <a:custGeom>
              <a:avLst/>
              <a:gdLst>
                <a:gd name="connsiteX0" fmla="*/ 45338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338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BD508F22-B261-CA4F-BEA0-49470633D02F}"/>
                </a:ext>
              </a:extLst>
            </p:cNvPr>
            <p:cNvSpPr/>
            <p:nvPr/>
          </p:nvSpPr>
          <p:spPr>
            <a:xfrm>
              <a:off x="4989796" y="2169370"/>
              <a:ext cx="51714" cy="11477"/>
            </a:xfrm>
            <a:custGeom>
              <a:avLst/>
              <a:gdLst>
                <a:gd name="connsiteX0" fmla="*/ 45338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338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D2295E0-A11D-D144-B02A-1643A6EF2486}"/>
                </a:ext>
              </a:extLst>
            </p:cNvPr>
            <p:cNvSpPr/>
            <p:nvPr/>
          </p:nvSpPr>
          <p:spPr>
            <a:xfrm>
              <a:off x="4971929" y="2219748"/>
              <a:ext cx="86003" cy="11477"/>
            </a:xfrm>
            <a:custGeom>
              <a:avLst/>
              <a:gdLst>
                <a:gd name="connsiteX0" fmla="*/ 80442 w 86003"/>
                <a:gd name="connsiteY0" fmla="*/ 11477 h 11477"/>
                <a:gd name="connsiteX1" fmla="*/ 5653 w 86003"/>
                <a:gd name="connsiteY1" fmla="*/ 11477 h 11477"/>
                <a:gd name="connsiteX2" fmla="*/ 0 w 86003"/>
                <a:gd name="connsiteY2" fmla="*/ 5739 h 11477"/>
                <a:gd name="connsiteX3" fmla="*/ 5653 w 86003"/>
                <a:gd name="connsiteY3" fmla="*/ 0 h 11477"/>
                <a:gd name="connsiteX4" fmla="*/ 80442 w 86003"/>
                <a:gd name="connsiteY4" fmla="*/ 0 h 11477"/>
                <a:gd name="connsiteX5" fmla="*/ 86003 w 86003"/>
                <a:gd name="connsiteY5" fmla="*/ 5739 h 11477"/>
                <a:gd name="connsiteX6" fmla="*/ 80536 w 86003"/>
                <a:gd name="connsiteY6" fmla="*/ 11476 h 11477"/>
                <a:gd name="connsiteX7" fmla="*/ 80442 w 86003"/>
                <a:gd name="connsiteY7" fmla="*/ 11477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003" h="11477">
                  <a:moveTo>
                    <a:pt x="80442" y="11477"/>
                  </a:moveTo>
                  <a:lnTo>
                    <a:pt x="5653" y="11477"/>
                  </a:lnTo>
                  <a:cubicBezTo>
                    <a:pt x="2531" y="11477"/>
                    <a:pt x="0" y="8908"/>
                    <a:pt x="0" y="5739"/>
                  </a:cubicBezTo>
                  <a:cubicBezTo>
                    <a:pt x="0" y="2569"/>
                    <a:pt x="2531" y="0"/>
                    <a:pt x="5653" y="0"/>
                  </a:cubicBezTo>
                  <a:lnTo>
                    <a:pt x="80442" y="0"/>
                  </a:lnTo>
                  <a:cubicBezTo>
                    <a:pt x="83528" y="51"/>
                    <a:pt x="86003" y="2606"/>
                    <a:pt x="86003" y="5739"/>
                  </a:cubicBezTo>
                  <a:cubicBezTo>
                    <a:pt x="86054" y="8855"/>
                    <a:pt x="83607" y="11424"/>
                    <a:pt x="80536" y="11476"/>
                  </a:cubicBezTo>
                  <a:cubicBezTo>
                    <a:pt x="80505" y="11477"/>
                    <a:pt x="80474" y="11477"/>
                    <a:pt x="80442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D4495F2E-7D50-954B-B09A-C67D4D85E416}"/>
                </a:ext>
              </a:extLst>
            </p:cNvPr>
            <p:cNvSpPr/>
            <p:nvPr/>
          </p:nvSpPr>
          <p:spPr>
            <a:xfrm>
              <a:off x="5068775" y="2019370"/>
              <a:ext cx="86003" cy="246568"/>
            </a:xfrm>
            <a:custGeom>
              <a:avLst/>
              <a:gdLst>
                <a:gd name="connsiteX0" fmla="*/ 80442 w 86003"/>
                <a:gd name="connsiteY0" fmla="*/ 246568 h 246568"/>
                <a:gd name="connsiteX1" fmla="*/ 5653 w 86003"/>
                <a:gd name="connsiteY1" fmla="*/ 246568 h 246568"/>
                <a:gd name="connsiteX2" fmla="*/ 0 w 86003"/>
                <a:gd name="connsiteY2" fmla="*/ 240924 h 246568"/>
                <a:gd name="connsiteX3" fmla="*/ 0 w 86003"/>
                <a:gd name="connsiteY3" fmla="*/ 5739 h 246568"/>
                <a:gd name="connsiteX4" fmla="*/ 5653 w 86003"/>
                <a:gd name="connsiteY4" fmla="*/ 0 h 246568"/>
                <a:gd name="connsiteX5" fmla="*/ 80442 w 86003"/>
                <a:gd name="connsiteY5" fmla="*/ 0 h 246568"/>
                <a:gd name="connsiteX6" fmla="*/ 86004 w 86003"/>
                <a:gd name="connsiteY6" fmla="*/ 5644 h 246568"/>
                <a:gd name="connsiteX7" fmla="*/ 86003 w 86003"/>
                <a:gd name="connsiteY7" fmla="*/ 5739 h 246568"/>
                <a:gd name="connsiteX8" fmla="*/ 86003 w 86003"/>
                <a:gd name="connsiteY8" fmla="*/ 240924 h 246568"/>
                <a:gd name="connsiteX9" fmla="*/ 80442 w 86003"/>
                <a:gd name="connsiteY9" fmla="*/ 246568 h 246568"/>
                <a:gd name="connsiteX10" fmla="*/ 11306 w 86003"/>
                <a:gd name="connsiteY10" fmla="*/ 235185 h 246568"/>
                <a:gd name="connsiteX11" fmla="*/ 74789 w 86003"/>
                <a:gd name="connsiteY11" fmla="*/ 235185 h 246568"/>
                <a:gd name="connsiteX12" fmla="*/ 74789 w 86003"/>
                <a:gd name="connsiteY12" fmla="*/ 11007 h 246568"/>
                <a:gd name="connsiteX13" fmla="*/ 11306 w 86003"/>
                <a:gd name="connsiteY13" fmla="*/ 11007 h 24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003" h="246568">
                  <a:moveTo>
                    <a:pt x="80442" y="246568"/>
                  </a:moveTo>
                  <a:lnTo>
                    <a:pt x="5653" y="246568"/>
                  </a:lnTo>
                  <a:cubicBezTo>
                    <a:pt x="2567" y="246569"/>
                    <a:pt x="51" y="244056"/>
                    <a:pt x="0" y="240924"/>
                  </a:cubicBezTo>
                  <a:lnTo>
                    <a:pt x="0" y="5739"/>
                  </a:lnTo>
                  <a:cubicBezTo>
                    <a:pt x="0" y="2569"/>
                    <a:pt x="2531" y="0"/>
                    <a:pt x="5653" y="0"/>
                  </a:cubicBezTo>
                  <a:lnTo>
                    <a:pt x="80442" y="0"/>
                  </a:lnTo>
                  <a:cubicBezTo>
                    <a:pt x="83513" y="0"/>
                    <a:pt x="86003" y="2526"/>
                    <a:pt x="86004" y="5644"/>
                  </a:cubicBezTo>
                  <a:cubicBezTo>
                    <a:pt x="86004" y="5675"/>
                    <a:pt x="86004" y="5707"/>
                    <a:pt x="86003" y="5739"/>
                  </a:cubicBezTo>
                  <a:lnTo>
                    <a:pt x="86003" y="240924"/>
                  </a:lnTo>
                  <a:cubicBezTo>
                    <a:pt x="86003" y="244041"/>
                    <a:pt x="83513" y="246568"/>
                    <a:pt x="80442" y="246568"/>
                  </a:cubicBezTo>
                  <a:close/>
                  <a:moveTo>
                    <a:pt x="11306" y="235185"/>
                  </a:moveTo>
                  <a:lnTo>
                    <a:pt x="74789" y="235185"/>
                  </a:lnTo>
                  <a:lnTo>
                    <a:pt x="74789" y="11007"/>
                  </a:lnTo>
                  <a:lnTo>
                    <a:pt x="11306" y="11007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77D8A360-D1D7-7E42-A65F-DF5DAEEDEA86}"/>
                </a:ext>
              </a:extLst>
            </p:cNvPr>
            <p:cNvSpPr/>
            <p:nvPr/>
          </p:nvSpPr>
          <p:spPr>
            <a:xfrm>
              <a:off x="5086105" y="2040727"/>
              <a:ext cx="52083" cy="52869"/>
            </a:xfrm>
            <a:custGeom>
              <a:avLst/>
              <a:gdLst>
                <a:gd name="connsiteX0" fmla="*/ 25671 w 52083"/>
                <a:gd name="connsiteY0" fmla="*/ 52867 h 52869"/>
                <a:gd name="connsiteX1" fmla="*/ 3 w 52083"/>
                <a:gd name="connsiteY1" fmla="*/ 26059 h 52869"/>
                <a:gd name="connsiteX2" fmla="*/ 26413 w 52083"/>
                <a:gd name="connsiteY2" fmla="*/ 3 h 52869"/>
                <a:gd name="connsiteX3" fmla="*/ 52084 w 52083"/>
                <a:gd name="connsiteY3" fmla="*/ 26432 h 52869"/>
                <a:gd name="connsiteX4" fmla="*/ 26045 w 52083"/>
                <a:gd name="connsiteY4" fmla="*/ 52870 h 52869"/>
                <a:gd name="connsiteX5" fmla="*/ 25671 w 52083"/>
                <a:gd name="connsiteY5" fmla="*/ 52867 h 52869"/>
                <a:gd name="connsiteX6" fmla="*/ 25671 w 52083"/>
                <a:gd name="connsiteY6" fmla="*/ 11380 h 52869"/>
                <a:gd name="connsiteX7" fmla="*/ 10843 w 52083"/>
                <a:gd name="connsiteY7" fmla="*/ 26432 h 52869"/>
                <a:gd name="connsiteX8" fmla="*/ 25671 w 52083"/>
                <a:gd name="connsiteY8" fmla="*/ 41484 h 52869"/>
                <a:gd name="connsiteX9" fmla="*/ 40499 w 52083"/>
                <a:gd name="connsiteY9" fmla="*/ 26432 h 52869"/>
                <a:gd name="connsiteX10" fmla="*/ 25671 w 52083"/>
                <a:gd name="connsiteY10" fmla="*/ 11380 h 5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083" h="52869">
                  <a:moveTo>
                    <a:pt x="25671" y="52867"/>
                  </a:moveTo>
                  <a:cubicBezTo>
                    <a:pt x="11290" y="52659"/>
                    <a:pt x="-202" y="40657"/>
                    <a:pt x="3" y="26059"/>
                  </a:cubicBezTo>
                  <a:cubicBezTo>
                    <a:pt x="207" y="11461"/>
                    <a:pt x="12032" y="-205"/>
                    <a:pt x="26413" y="3"/>
                  </a:cubicBezTo>
                  <a:cubicBezTo>
                    <a:pt x="40648" y="208"/>
                    <a:pt x="52082" y="11980"/>
                    <a:pt x="52084" y="26432"/>
                  </a:cubicBezTo>
                  <a:cubicBezTo>
                    <a:pt x="52085" y="41032"/>
                    <a:pt x="40427" y="52868"/>
                    <a:pt x="26045" y="52870"/>
                  </a:cubicBezTo>
                  <a:cubicBezTo>
                    <a:pt x="25920" y="52870"/>
                    <a:pt x="25796" y="52869"/>
                    <a:pt x="25671" y="52867"/>
                  </a:cubicBezTo>
                  <a:close/>
                  <a:moveTo>
                    <a:pt x="25671" y="11380"/>
                  </a:moveTo>
                  <a:cubicBezTo>
                    <a:pt x="17482" y="11380"/>
                    <a:pt x="10843" y="18119"/>
                    <a:pt x="10843" y="26432"/>
                  </a:cubicBezTo>
                  <a:cubicBezTo>
                    <a:pt x="10843" y="34745"/>
                    <a:pt x="17482" y="41484"/>
                    <a:pt x="25671" y="41484"/>
                  </a:cubicBezTo>
                  <a:cubicBezTo>
                    <a:pt x="33861" y="41484"/>
                    <a:pt x="40499" y="34745"/>
                    <a:pt x="40499" y="26432"/>
                  </a:cubicBezTo>
                  <a:cubicBezTo>
                    <a:pt x="40499" y="18119"/>
                    <a:pt x="33861" y="11380"/>
                    <a:pt x="25671" y="113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266E21A-D08F-6D4D-924E-948A9130CA6D}"/>
                </a:ext>
              </a:extLst>
            </p:cNvPr>
            <p:cNvSpPr/>
            <p:nvPr/>
          </p:nvSpPr>
          <p:spPr>
            <a:xfrm>
              <a:off x="5086290" y="2106953"/>
              <a:ext cx="51621" cy="11483"/>
            </a:xfrm>
            <a:custGeom>
              <a:avLst/>
              <a:gdLst>
                <a:gd name="connsiteX0" fmla="*/ 45690 w 51621"/>
                <a:gd name="connsiteY0" fmla="*/ 11477 h 11483"/>
                <a:gd name="connsiteX1" fmla="*/ 5561 w 51621"/>
                <a:gd name="connsiteY1" fmla="*/ 11477 h 11483"/>
                <a:gd name="connsiteX2" fmla="*/ 0 w 51621"/>
                <a:gd name="connsiteY2" fmla="*/ 5833 h 11483"/>
                <a:gd name="connsiteX3" fmla="*/ 1 w 51621"/>
                <a:gd name="connsiteY3" fmla="*/ 5739 h 11483"/>
                <a:gd name="connsiteX4" fmla="*/ 5561 w 51621"/>
                <a:gd name="connsiteY4" fmla="*/ 0 h 11483"/>
                <a:gd name="connsiteX5" fmla="*/ 45968 w 51621"/>
                <a:gd name="connsiteY5" fmla="*/ 0 h 11483"/>
                <a:gd name="connsiteX6" fmla="*/ 51621 w 51621"/>
                <a:gd name="connsiteY6" fmla="*/ 5739 h 11483"/>
                <a:gd name="connsiteX7" fmla="*/ 45975 w 51621"/>
                <a:gd name="connsiteY7" fmla="*/ 11484 h 11483"/>
                <a:gd name="connsiteX8" fmla="*/ 45690 w 51621"/>
                <a:gd name="connsiteY8" fmla="*/ 11477 h 1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21" h="11483">
                  <a:moveTo>
                    <a:pt x="45690" y="11477"/>
                  </a:moveTo>
                  <a:lnTo>
                    <a:pt x="5561" y="11477"/>
                  </a:lnTo>
                  <a:cubicBezTo>
                    <a:pt x="2490" y="11477"/>
                    <a:pt x="0" y="8951"/>
                    <a:pt x="0" y="5833"/>
                  </a:cubicBezTo>
                  <a:cubicBezTo>
                    <a:pt x="0" y="5802"/>
                    <a:pt x="0" y="5770"/>
                    <a:pt x="1" y="5739"/>
                  </a:cubicBezTo>
                  <a:cubicBezTo>
                    <a:pt x="0" y="2606"/>
                    <a:pt x="2475" y="51"/>
                    <a:pt x="5561" y="0"/>
                  </a:cubicBezTo>
                  <a:lnTo>
                    <a:pt x="45968" y="0"/>
                  </a:lnTo>
                  <a:cubicBezTo>
                    <a:pt x="49090" y="0"/>
                    <a:pt x="51621" y="2569"/>
                    <a:pt x="51621" y="5739"/>
                  </a:cubicBezTo>
                  <a:cubicBezTo>
                    <a:pt x="51625" y="8908"/>
                    <a:pt x="49097" y="11480"/>
                    <a:pt x="45975" y="11484"/>
                  </a:cubicBezTo>
                  <a:cubicBezTo>
                    <a:pt x="45880" y="11484"/>
                    <a:pt x="45785" y="11482"/>
                    <a:pt x="45690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2ED17A58-106D-D34F-852A-56E23D48E1FB}"/>
                </a:ext>
              </a:extLst>
            </p:cNvPr>
            <p:cNvSpPr/>
            <p:nvPr/>
          </p:nvSpPr>
          <p:spPr>
            <a:xfrm>
              <a:off x="5086920" y="2127602"/>
              <a:ext cx="51714" cy="11477"/>
            </a:xfrm>
            <a:custGeom>
              <a:avLst/>
              <a:gdLst>
                <a:gd name="connsiteX0" fmla="*/ 45060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060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753B8A21-501A-CD4E-A53C-2458580DAE16}"/>
                </a:ext>
              </a:extLst>
            </p:cNvPr>
            <p:cNvSpPr/>
            <p:nvPr/>
          </p:nvSpPr>
          <p:spPr>
            <a:xfrm>
              <a:off x="5086152" y="2148392"/>
              <a:ext cx="52482" cy="11618"/>
            </a:xfrm>
            <a:custGeom>
              <a:avLst/>
              <a:gdLst>
                <a:gd name="connsiteX0" fmla="*/ 45828 w 52482"/>
                <a:gd name="connsiteY0" fmla="*/ 11619 h 11618"/>
                <a:gd name="connsiteX1" fmla="*/ 5700 w 52482"/>
                <a:gd name="connsiteY1" fmla="*/ 11619 h 11618"/>
                <a:gd name="connsiteX2" fmla="*/ 0 w 52482"/>
                <a:gd name="connsiteY2" fmla="*/ 5833 h 11618"/>
                <a:gd name="connsiteX3" fmla="*/ 5700 w 52482"/>
                <a:gd name="connsiteY3" fmla="*/ 48 h 11618"/>
                <a:gd name="connsiteX4" fmla="*/ 46106 w 52482"/>
                <a:gd name="connsiteY4" fmla="*/ 48 h 11618"/>
                <a:gd name="connsiteX5" fmla="*/ 52435 w 52482"/>
                <a:gd name="connsiteY5" fmla="*/ 5006 h 11618"/>
                <a:gd name="connsiteX6" fmla="*/ 47551 w 52482"/>
                <a:gd name="connsiteY6" fmla="*/ 11431 h 11618"/>
                <a:gd name="connsiteX7" fmla="*/ 46106 w 52482"/>
                <a:gd name="connsiteY7" fmla="*/ 11431 h 11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482" h="11618">
                  <a:moveTo>
                    <a:pt x="45828" y="11619"/>
                  </a:moveTo>
                  <a:lnTo>
                    <a:pt x="5700" y="11619"/>
                  </a:lnTo>
                  <a:cubicBezTo>
                    <a:pt x="2552" y="11619"/>
                    <a:pt x="0" y="9028"/>
                    <a:pt x="0" y="5833"/>
                  </a:cubicBezTo>
                  <a:cubicBezTo>
                    <a:pt x="0" y="2638"/>
                    <a:pt x="2552" y="48"/>
                    <a:pt x="5700" y="48"/>
                  </a:cubicBezTo>
                  <a:lnTo>
                    <a:pt x="46106" y="48"/>
                  </a:lnTo>
                  <a:cubicBezTo>
                    <a:pt x="49203" y="-357"/>
                    <a:pt x="52036" y="1863"/>
                    <a:pt x="52435" y="5006"/>
                  </a:cubicBezTo>
                  <a:cubicBezTo>
                    <a:pt x="52834" y="8149"/>
                    <a:pt x="50647" y="11026"/>
                    <a:pt x="47551" y="11431"/>
                  </a:cubicBezTo>
                  <a:cubicBezTo>
                    <a:pt x="47071" y="11493"/>
                    <a:pt x="46586" y="11493"/>
                    <a:pt x="46106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F1AAB4A5-B50E-E84C-A5A7-87F65DF7BC7E}"/>
                </a:ext>
              </a:extLst>
            </p:cNvPr>
            <p:cNvSpPr/>
            <p:nvPr/>
          </p:nvSpPr>
          <p:spPr>
            <a:xfrm>
              <a:off x="5086920" y="2169370"/>
              <a:ext cx="51714" cy="11477"/>
            </a:xfrm>
            <a:custGeom>
              <a:avLst/>
              <a:gdLst>
                <a:gd name="connsiteX0" fmla="*/ 45060 w 51714"/>
                <a:gd name="connsiteY0" fmla="*/ 11431 h 11477"/>
                <a:gd name="connsiteX1" fmla="*/ 4932 w 51714"/>
                <a:gd name="connsiteY1" fmla="*/ 11431 h 11477"/>
                <a:gd name="connsiteX2" fmla="*/ 47 w 51714"/>
                <a:gd name="connsiteY2" fmla="*/ 5006 h 11477"/>
                <a:gd name="connsiteX3" fmla="*/ 4932 w 51714"/>
                <a:gd name="connsiteY3" fmla="*/ 48 h 11477"/>
                <a:gd name="connsiteX4" fmla="*/ 45338 w 51714"/>
                <a:gd name="connsiteY4" fmla="*/ 48 h 11477"/>
                <a:gd name="connsiteX5" fmla="*/ 51667 w 51714"/>
                <a:gd name="connsiteY5" fmla="*/ 5006 h 11477"/>
                <a:gd name="connsiteX6" fmla="*/ 46783 w 51714"/>
                <a:gd name="connsiteY6" fmla="*/ 11431 h 11477"/>
                <a:gd name="connsiteX7" fmla="*/ 45338 w 51714"/>
                <a:gd name="connsiteY7" fmla="*/ 11431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14" h="11477">
                  <a:moveTo>
                    <a:pt x="45060" y="11431"/>
                  </a:moveTo>
                  <a:lnTo>
                    <a:pt x="4932" y="11431"/>
                  </a:lnTo>
                  <a:cubicBezTo>
                    <a:pt x="1835" y="11026"/>
                    <a:pt x="-352" y="8149"/>
                    <a:pt x="47" y="5006"/>
                  </a:cubicBezTo>
                  <a:cubicBezTo>
                    <a:pt x="375" y="2418"/>
                    <a:pt x="2382" y="381"/>
                    <a:pt x="4932" y="48"/>
                  </a:cubicBezTo>
                  <a:lnTo>
                    <a:pt x="45338" y="48"/>
                  </a:lnTo>
                  <a:cubicBezTo>
                    <a:pt x="48435" y="-357"/>
                    <a:pt x="51268" y="1863"/>
                    <a:pt x="51667" y="5006"/>
                  </a:cubicBezTo>
                  <a:cubicBezTo>
                    <a:pt x="52066" y="8149"/>
                    <a:pt x="49879" y="11026"/>
                    <a:pt x="46783" y="11431"/>
                  </a:cubicBezTo>
                  <a:cubicBezTo>
                    <a:pt x="46303" y="11493"/>
                    <a:pt x="45818" y="11493"/>
                    <a:pt x="45338" y="1143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85D8421-F65F-DD40-BBF3-40F1F9F005A1}"/>
                </a:ext>
              </a:extLst>
            </p:cNvPr>
            <p:cNvSpPr/>
            <p:nvPr/>
          </p:nvSpPr>
          <p:spPr>
            <a:xfrm>
              <a:off x="5068775" y="2219748"/>
              <a:ext cx="86003" cy="11477"/>
            </a:xfrm>
            <a:custGeom>
              <a:avLst/>
              <a:gdLst>
                <a:gd name="connsiteX0" fmla="*/ 80442 w 86003"/>
                <a:gd name="connsiteY0" fmla="*/ 11477 h 11477"/>
                <a:gd name="connsiteX1" fmla="*/ 5653 w 86003"/>
                <a:gd name="connsiteY1" fmla="*/ 11477 h 11477"/>
                <a:gd name="connsiteX2" fmla="*/ 0 w 86003"/>
                <a:gd name="connsiteY2" fmla="*/ 5739 h 11477"/>
                <a:gd name="connsiteX3" fmla="*/ 5653 w 86003"/>
                <a:gd name="connsiteY3" fmla="*/ 0 h 11477"/>
                <a:gd name="connsiteX4" fmla="*/ 80442 w 86003"/>
                <a:gd name="connsiteY4" fmla="*/ 0 h 11477"/>
                <a:gd name="connsiteX5" fmla="*/ 86003 w 86003"/>
                <a:gd name="connsiteY5" fmla="*/ 5739 h 11477"/>
                <a:gd name="connsiteX6" fmla="*/ 80536 w 86003"/>
                <a:gd name="connsiteY6" fmla="*/ 11476 h 11477"/>
                <a:gd name="connsiteX7" fmla="*/ 80442 w 86003"/>
                <a:gd name="connsiteY7" fmla="*/ 11477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003" h="11477">
                  <a:moveTo>
                    <a:pt x="80442" y="11477"/>
                  </a:moveTo>
                  <a:lnTo>
                    <a:pt x="5653" y="11477"/>
                  </a:lnTo>
                  <a:cubicBezTo>
                    <a:pt x="2531" y="11477"/>
                    <a:pt x="0" y="8908"/>
                    <a:pt x="0" y="5739"/>
                  </a:cubicBezTo>
                  <a:cubicBezTo>
                    <a:pt x="50" y="2590"/>
                    <a:pt x="2552" y="50"/>
                    <a:pt x="5653" y="0"/>
                  </a:cubicBezTo>
                  <a:lnTo>
                    <a:pt x="80442" y="0"/>
                  </a:lnTo>
                  <a:cubicBezTo>
                    <a:pt x="83528" y="51"/>
                    <a:pt x="86003" y="2606"/>
                    <a:pt x="86003" y="5739"/>
                  </a:cubicBezTo>
                  <a:cubicBezTo>
                    <a:pt x="86054" y="8855"/>
                    <a:pt x="83607" y="11424"/>
                    <a:pt x="80536" y="11476"/>
                  </a:cubicBezTo>
                  <a:cubicBezTo>
                    <a:pt x="80505" y="11477"/>
                    <a:pt x="80474" y="11477"/>
                    <a:pt x="80442" y="1147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5ADCBC5D-5C89-A04F-BF75-DFB4F536E38E}"/>
                </a:ext>
              </a:extLst>
            </p:cNvPr>
            <p:cNvSpPr/>
            <p:nvPr/>
          </p:nvSpPr>
          <p:spPr>
            <a:xfrm>
              <a:off x="5143937" y="2007135"/>
              <a:ext cx="143312" cy="258805"/>
            </a:xfrm>
            <a:custGeom>
              <a:avLst/>
              <a:gdLst>
                <a:gd name="connsiteX0" fmla="*/ 65520 w 143312"/>
                <a:gd name="connsiteY0" fmla="*/ 258803 h 258805"/>
                <a:gd name="connsiteX1" fmla="*/ 62647 w 143312"/>
                <a:gd name="connsiteY1" fmla="*/ 258050 h 258805"/>
                <a:gd name="connsiteX2" fmla="*/ 60052 w 143312"/>
                <a:gd name="connsiteY2" fmla="*/ 254193 h 258805"/>
                <a:gd name="connsiteX3" fmla="*/ 184 w 143312"/>
                <a:gd name="connsiteY3" fmla="*/ 26910 h 258805"/>
                <a:gd name="connsiteX4" fmla="*/ 740 w 143312"/>
                <a:gd name="connsiteY4" fmla="*/ 22583 h 258805"/>
                <a:gd name="connsiteX5" fmla="*/ 4169 w 143312"/>
                <a:gd name="connsiteY5" fmla="*/ 19949 h 258805"/>
                <a:gd name="connsiteX6" fmla="*/ 76363 w 143312"/>
                <a:gd name="connsiteY6" fmla="*/ 193 h 258805"/>
                <a:gd name="connsiteX7" fmla="*/ 80626 w 143312"/>
                <a:gd name="connsiteY7" fmla="*/ 758 h 258805"/>
                <a:gd name="connsiteX8" fmla="*/ 83221 w 143312"/>
                <a:gd name="connsiteY8" fmla="*/ 4239 h 258805"/>
                <a:gd name="connsiteX9" fmla="*/ 143090 w 143312"/>
                <a:gd name="connsiteY9" fmla="*/ 231898 h 258805"/>
                <a:gd name="connsiteX10" fmla="*/ 139381 w 143312"/>
                <a:gd name="connsiteY10" fmla="*/ 238785 h 258805"/>
                <a:gd name="connsiteX11" fmla="*/ 139105 w 143312"/>
                <a:gd name="connsiteY11" fmla="*/ 238859 h 258805"/>
                <a:gd name="connsiteX12" fmla="*/ 66910 w 143312"/>
                <a:gd name="connsiteY12" fmla="*/ 258427 h 258805"/>
                <a:gd name="connsiteX13" fmla="*/ 65520 w 143312"/>
                <a:gd name="connsiteY13" fmla="*/ 258803 h 258805"/>
                <a:gd name="connsiteX14" fmla="*/ 12788 w 143312"/>
                <a:gd name="connsiteY14" fmla="*/ 29545 h 258805"/>
                <a:gd name="connsiteX15" fmla="*/ 69691 w 143312"/>
                <a:gd name="connsiteY15" fmla="*/ 245915 h 258805"/>
                <a:gd name="connsiteX16" fmla="*/ 131135 w 143312"/>
                <a:gd name="connsiteY16" fmla="*/ 229264 h 258805"/>
                <a:gd name="connsiteX17" fmla="*/ 74139 w 143312"/>
                <a:gd name="connsiteY17" fmla="*/ 12893 h 25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12" h="258805">
                  <a:moveTo>
                    <a:pt x="65520" y="258803"/>
                  </a:moveTo>
                  <a:cubicBezTo>
                    <a:pt x="64512" y="258831"/>
                    <a:pt x="63517" y="258570"/>
                    <a:pt x="62647" y="258050"/>
                  </a:cubicBezTo>
                  <a:cubicBezTo>
                    <a:pt x="61257" y="257225"/>
                    <a:pt x="60304" y="255809"/>
                    <a:pt x="60052" y="254193"/>
                  </a:cubicBezTo>
                  <a:lnTo>
                    <a:pt x="184" y="26910"/>
                  </a:lnTo>
                  <a:cubicBezTo>
                    <a:pt x="-189" y="25449"/>
                    <a:pt x="10" y="23898"/>
                    <a:pt x="740" y="22583"/>
                  </a:cubicBezTo>
                  <a:cubicBezTo>
                    <a:pt x="1472" y="21259"/>
                    <a:pt x="2715" y="20304"/>
                    <a:pt x="4169" y="19949"/>
                  </a:cubicBezTo>
                  <a:lnTo>
                    <a:pt x="76363" y="193"/>
                  </a:lnTo>
                  <a:cubicBezTo>
                    <a:pt x="77802" y="-196"/>
                    <a:pt x="79334" y="7"/>
                    <a:pt x="80626" y="758"/>
                  </a:cubicBezTo>
                  <a:cubicBezTo>
                    <a:pt x="81931" y="1501"/>
                    <a:pt x="82871" y="2762"/>
                    <a:pt x="83221" y="4239"/>
                  </a:cubicBezTo>
                  <a:lnTo>
                    <a:pt x="143090" y="231898"/>
                  </a:lnTo>
                  <a:cubicBezTo>
                    <a:pt x="143939" y="234840"/>
                    <a:pt x="142278" y="237923"/>
                    <a:pt x="139381" y="238785"/>
                  </a:cubicBezTo>
                  <a:cubicBezTo>
                    <a:pt x="139289" y="238812"/>
                    <a:pt x="139197" y="238837"/>
                    <a:pt x="139105" y="238859"/>
                  </a:cubicBezTo>
                  <a:lnTo>
                    <a:pt x="66910" y="258427"/>
                  </a:lnTo>
                  <a:cubicBezTo>
                    <a:pt x="66477" y="258645"/>
                    <a:pt x="66004" y="258773"/>
                    <a:pt x="65520" y="258803"/>
                  </a:cubicBezTo>
                  <a:close/>
                  <a:moveTo>
                    <a:pt x="12788" y="29545"/>
                  </a:moveTo>
                  <a:lnTo>
                    <a:pt x="69691" y="245915"/>
                  </a:lnTo>
                  <a:lnTo>
                    <a:pt x="131135" y="229264"/>
                  </a:lnTo>
                  <a:lnTo>
                    <a:pt x="74139" y="12893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5D0A4B1-221C-454B-8E68-F17F579259E9}"/>
                </a:ext>
              </a:extLst>
            </p:cNvPr>
            <p:cNvSpPr/>
            <p:nvPr/>
          </p:nvSpPr>
          <p:spPr>
            <a:xfrm>
              <a:off x="5170433" y="2037456"/>
              <a:ext cx="52138" cy="52939"/>
            </a:xfrm>
            <a:custGeom>
              <a:avLst/>
              <a:gdLst>
                <a:gd name="connsiteX0" fmla="*/ 26049 w 52138"/>
                <a:gd name="connsiteY0" fmla="*/ 52940 h 52939"/>
                <a:gd name="connsiteX1" fmla="*/ 841 w 52138"/>
                <a:gd name="connsiteY1" fmla="*/ 33278 h 52939"/>
                <a:gd name="connsiteX2" fmla="*/ 19376 w 52138"/>
                <a:gd name="connsiteY2" fmla="*/ 917 h 52939"/>
                <a:gd name="connsiteX3" fmla="*/ 51192 w 52138"/>
                <a:gd name="connsiteY3" fmla="*/ 19482 h 52939"/>
                <a:gd name="connsiteX4" fmla="*/ 51257 w 52138"/>
                <a:gd name="connsiteY4" fmla="*/ 19732 h 52939"/>
                <a:gd name="connsiteX5" fmla="*/ 32788 w 52138"/>
                <a:gd name="connsiteY5" fmla="*/ 52075 h 52939"/>
                <a:gd name="connsiteX6" fmla="*/ 32722 w 52138"/>
                <a:gd name="connsiteY6" fmla="*/ 52093 h 52939"/>
                <a:gd name="connsiteX7" fmla="*/ 26049 w 52138"/>
                <a:gd name="connsiteY7" fmla="*/ 52940 h 52939"/>
                <a:gd name="connsiteX8" fmla="*/ 26049 w 52138"/>
                <a:gd name="connsiteY8" fmla="*/ 11359 h 52939"/>
                <a:gd name="connsiteX9" fmla="*/ 22249 w 52138"/>
                <a:gd name="connsiteY9" fmla="*/ 11924 h 52939"/>
                <a:gd name="connsiteX10" fmla="*/ 12982 w 52138"/>
                <a:gd name="connsiteY10" fmla="*/ 18885 h 52939"/>
                <a:gd name="connsiteX11" fmla="*/ 18330 w 52138"/>
                <a:gd name="connsiteY11" fmla="*/ 39468 h 52939"/>
                <a:gd name="connsiteX12" fmla="*/ 29663 w 52138"/>
                <a:gd name="connsiteY12" fmla="*/ 40992 h 52939"/>
                <a:gd name="connsiteX13" fmla="*/ 40166 w 52138"/>
                <a:gd name="connsiteY13" fmla="*/ 22568 h 52939"/>
                <a:gd name="connsiteX14" fmla="*/ 33278 w 52138"/>
                <a:gd name="connsiteY14" fmla="*/ 13429 h 52939"/>
                <a:gd name="connsiteX15" fmla="*/ 26049 w 52138"/>
                <a:gd name="connsiteY15" fmla="*/ 11359 h 5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138" h="52939">
                  <a:moveTo>
                    <a:pt x="26049" y="52940"/>
                  </a:moveTo>
                  <a:cubicBezTo>
                    <a:pt x="14256" y="52859"/>
                    <a:pt x="3955" y="44825"/>
                    <a:pt x="841" y="33278"/>
                  </a:cubicBezTo>
                  <a:cubicBezTo>
                    <a:pt x="-2755" y="19159"/>
                    <a:pt x="5509" y="4730"/>
                    <a:pt x="19376" y="917"/>
                  </a:cubicBezTo>
                  <a:cubicBezTo>
                    <a:pt x="33212" y="-2875"/>
                    <a:pt x="47457" y="5437"/>
                    <a:pt x="51192" y="19482"/>
                  </a:cubicBezTo>
                  <a:cubicBezTo>
                    <a:pt x="51214" y="19565"/>
                    <a:pt x="51235" y="19648"/>
                    <a:pt x="51257" y="19732"/>
                  </a:cubicBezTo>
                  <a:cubicBezTo>
                    <a:pt x="54955" y="33840"/>
                    <a:pt x="46686" y="48321"/>
                    <a:pt x="32788" y="52075"/>
                  </a:cubicBezTo>
                  <a:cubicBezTo>
                    <a:pt x="32766" y="52081"/>
                    <a:pt x="32744" y="52087"/>
                    <a:pt x="32722" y="52093"/>
                  </a:cubicBezTo>
                  <a:cubicBezTo>
                    <a:pt x="30539" y="52648"/>
                    <a:pt x="28299" y="52933"/>
                    <a:pt x="26049" y="52940"/>
                  </a:cubicBezTo>
                  <a:close/>
                  <a:moveTo>
                    <a:pt x="26049" y="11359"/>
                  </a:moveTo>
                  <a:cubicBezTo>
                    <a:pt x="24762" y="11355"/>
                    <a:pt x="23481" y="11545"/>
                    <a:pt x="22249" y="11924"/>
                  </a:cubicBezTo>
                  <a:cubicBezTo>
                    <a:pt x="18357" y="12870"/>
                    <a:pt x="15011" y="15383"/>
                    <a:pt x="12982" y="18885"/>
                  </a:cubicBezTo>
                  <a:cubicBezTo>
                    <a:pt x="8859" y="26068"/>
                    <a:pt x="11254" y="35283"/>
                    <a:pt x="18330" y="39468"/>
                  </a:cubicBezTo>
                  <a:cubicBezTo>
                    <a:pt x="21755" y="41493"/>
                    <a:pt x="25836" y="42042"/>
                    <a:pt x="29663" y="40992"/>
                  </a:cubicBezTo>
                  <a:cubicBezTo>
                    <a:pt x="37576" y="38849"/>
                    <a:pt x="42278" y="30600"/>
                    <a:pt x="40166" y="22568"/>
                  </a:cubicBezTo>
                  <a:cubicBezTo>
                    <a:pt x="39153" y="18716"/>
                    <a:pt x="36676" y="15429"/>
                    <a:pt x="33278" y="13429"/>
                  </a:cubicBezTo>
                  <a:cubicBezTo>
                    <a:pt x="31078" y="12132"/>
                    <a:pt x="28592" y="11420"/>
                    <a:pt x="26049" y="1135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79E44F94-B0B9-F741-A418-3FFE132DC197}"/>
                </a:ext>
              </a:extLst>
            </p:cNvPr>
            <p:cNvSpPr/>
            <p:nvPr/>
          </p:nvSpPr>
          <p:spPr>
            <a:xfrm>
              <a:off x="5183110" y="2096913"/>
              <a:ext cx="50065" cy="21987"/>
            </a:xfrm>
            <a:custGeom>
              <a:avLst/>
              <a:gdLst>
                <a:gd name="connsiteX0" fmla="*/ 5402 w 50065"/>
                <a:gd name="connsiteY0" fmla="*/ 21987 h 21987"/>
                <a:gd name="connsiteX1" fmla="*/ 6 w 50065"/>
                <a:gd name="connsiteY1" fmla="*/ 15999 h 21987"/>
                <a:gd name="connsiteX2" fmla="*/ 3919 w 50065"/>
                <a:gd name="connsiteY2" fmla="*/ 10792 h 21987"/>
                <a:gd name="connsiteX3" fmla="*/ 43029 w 50065"/>
                <a:gd name="connsiteY3" fmla="*/ 162 h 21987"/>
                <a:gd name="connsiteX4" fmla="*/ 49887 w 50065"/>
                <a:gd name="connsiteY4" fmla="*/ 4207 h 21987"/>
                <a:gd name="connsiteX5" fmla="*/ 45902 w 50065"/>
                <a:gd name="connsiteY5" fmla="*/ 11169 h 21987"/>
                <a:gd name="connsiteX6" fmla="*/ 6885 w 50065"/>
                <a:gd name="connsiteY6" fmla="*/ 21799 h 2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65" h="21987">
                  <a:moveTo>
                    <a:pt x="5402" y="21987"/>
                  </a:moveTo>
                  <a:cubicBezTo>
                    <a:pt x="2283" y="21846"/>
                    <a:pt x="-133" y="19166"/>
                    <a:pt x="6" y="15999"/>
                  </a:cubicBezTo>
                  <a:cubicBezTo>
                    <a:pt x="111" y="13604"/>
                    <a:pt x="1671" y="11528"/>
                    <a:pt x="3919" y="10792"/>
                  </a:cubicBezTo>
                  <a:lnTo>
                    <a:pt x="43029" y="162"/>
                  </a:lnTo>
                  <a:cubicBezTo>
                    <a:pt x="46012" y="-564"/>
                    <a:pt x="49031" y="1217"/>
                    <a:pt x="49887" y="4207"/>
                  </a:cubicBezTo>
                  <a:cubicBezTo>
                    <a:pt x="50654" y="7243"/>
                    <a:pt x="48880" y="10342"/>
                    <a:pt x="45902" y="11169"/>
                  </a:cubicBezTo>
                  <a:lnTo>
                    <a:pt x="6885" y="21799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ECC6ED84-EBAC-6C4B-85B8-73D871133174}"/>
                </a:ext>
              </a:extLst>
            </p:cNvPr>
            <p:cNvSpPr/>
            <p:nvPr/>
          </p:nvSpPr>
          <p:spPr>
            <a:xfrm>
              <a:off x="5188392" y="2117155"/>
              <a:ext cx="49433" cy="21876"/>
            </a:xfrm>
            <a:custGeom>
              <a:avLst/>
              <a:gdLst>
                <a:gd name="connsiteX0" fmla="*/ 5402 w 49433"/>
                <a:gd name="connsiteY0" fmla="*/ 21877 h 21876"/>
                <a:gd name="connsiteX1" fmla="*/ 6 w 49433"/>
                <a:gd name="connsiteY1" fmla="*/ 15889 h 21876"/>
                <a:gd name="connsiteX2" fmla="*/ 3919 w 49433"/>
                <a:gd name="connsiteY2" fmla="*/ 10682 h 21876"/>
                <a:gd name="connsiteX3" fmla="*/ 43029 w 49433"/>
                <a:gd name="connsiteY3" fmla="*/ 52 h 21876"/>
                <a:gd name="connsiteX4" fmla="*/ 49383 w 49433"/>
                <a:gd name="connsiteY4" fmla="*/ 4977 h 21876"/>
                <a:gd name="connsiteX5" fmla="*/ 45902 w 49433"/>
                <a:gd name="connsiteY5" fmla="*/ 11058 h 21876"/>
                <a:gd name="connsiteX6" fmla="*/ 6885 w 49433"/>
                <a:gd name="connsiteY6" fmla="*/ 21877 h 21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33" h="21876">
                  <a:moveTo>
                    <a:pt x="5402" y="21877"/>
                  </a:moveTo>
                  <a:cubicBezTo>
                    <a:pt x="2283" y="21736"/>
                    <a:pt x="-133" y="19055"/>
                    <a:pt x="6" y="15889"/>
                  </a:cubicBezTo>
                  <a:cubicBezTo>
                    <a:pt x="111" y="13494"/>
                    <a:pt x="1671" y="11417"/>
                    <a:pt x="3919" y="10682"/>
                  </a:cubicBezTo>
                  <a:lnTo>
                    <a:pt x="43029" y="52"/>
                  </a:lnTo>
                  <a:cubicBezTo>
                    <a:pt x="46123" y="-370"/>
                    <a:pt x="48968" y="1835"/>
                    <a:pt x="49383" y="4977"/>
                  </a:cubicBezTo>
                  <a:cubicBezTo>
                    <a:pt x="49726" y="7573"/>
                    <a:pt x="48293" y="10075"/>
                    <a:pt x="45902" y="11058"/>
                  </a:cubicBezTo>
                  <a:lnTo>
                    <a:pt x="6885" y="21877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360125CC-DAB9-F94D-9666-1DC67E7F12C3}"/>
                </a:ext>
              </a:extLst>
            </p:cNvPr>
            <p:cNvSpPr/>
            <p:nvPr/>
          </p:nvSpPr>
          <p:spPr>
            <a:xfrm>
              <a:off x="5193755" y="2137136"/>
              <a:ext cx="49985" cy="21941"/>
            </a:xfrm>
            <a:custGeom>
              <a:avLst/>
              <a:gdLst>
                <a:gd name="connsiteX0" fmla="*/ 5322 w 49985"/>
                <a:gd name="connsiteY0" fmla="*/ 21934 h 21941"/>
                <a:gd name="connsiteX1" fmla="*/ 10 w 49985"/>
                <a:gd name="connsiteY1" fmla="*/ 15869 h 21941"/>
                <a:gd name="connsiteX2" fmla="*/ 3932 w 49985"/>
                <a:gd name="connsiteY2" fmla="*/ 10739 h 21941"/>
                <a:gd name="connsiteX3" fmla="*/ 42949 w 49985"/>
                <a:gd name="connsiteY3" fmla="*/ 202 h 21941"/>
                <a:gd name="connsiteX4" fmla="*/ 49782 w 49985"/>
                <a:gd name="connsiteY4" fmla="*/ 4153 h 21941"/>
                <a:gd name="connsiteX5" fmla="*/ 49807 w 49985"/>
                <a:gd name="connsiteY5" fmla="*/ 4248 h 21941"/>
                <a:gd name="connsiteX6" fmla="*/ 45822 w 49985"/>
                <a:gd name="connsiteY6" fmla="*/ 11209 h 21941"/>
                <a:gd name="connsiteX7" fmla="*/ 6805 w 49985"/>
                <a:gd name="connsiteY7" fmla="*/ 21745 h 21941"/>
                <a:gd name="connsiteX8" fmla="*/ 5322 w 49985"/>
                <a:gd name="connsiteY8" fmla="*/ 21934 h 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985" h="21941">
                  <a:moveTo>
                    <a:pt x="5322" y="21934"/>
                  </a:moveTo>
                  <a:cubicBezTo>
                    <a:pt x="2206" y="21748"/>
                    <a:pt x="-173" y="19033"/>
                    <a:pt x="10" y="15869"/>
                  </a:cubicBezTo>
                  <a:cubicBezTo>
                    <a:pt x="147" y="13500"/>
                    <a:pt x="1706" y="11461"/>
                    <a:pt x="3932" y="10739"/>
                  </a:cubicBezTo>
                  <a:lnTo>
                    <a:pt x="42949" y="202"/>
                  </a:lnTo>
                  <a:cubicBezTo>
                    <a:pt x="45910" y="-622"/>
                    <a:pt x="48970" y="1147"/>
                    <a:pt x="49782" y="4153"/>
                  </a:cubicBezTo>
                  <a:cubicBezTo>
                    <a:pt x="49791" y="4184"/>
                    <a:pt x="49799" y="4216"/>
                    <a:pt x="49807" y="4248"/>
                  </a:cubicBezTo>
                  <a:cubicBezTo>
                    <a:pt x="50574" y="7283"/>
                    <a:pt x="48800" y="10383"/>
                    <a:pt x="45822" y="11209"/>
                  </a:cubicBezTo>
                  <a:lnTo>
                    <a:pt x="6805" y="21745"/>
                  </a:lnTo>
                  <a:cubicBezTo>
                    <a:pt x="6327" y="21900"/>
                    <a:pt x="5824" y="21964"/>
                    <a:pt x="5322" y="2193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DB593FF-7F87-BC42-BF9C-10FB8B267323}"/>
                </a:ext>
              </a:extLst>
            </p:cNvPr>
            <p:cNvSpPr/>
            <p:nvPr/>
          </p:nvSpPr>
          <p:spPr>
            <a:xfrm>
              <a:off x="5199114" y="2157638"/>
              <a:ext cx="49931" cy="21563"/>
            </a:xfrm>
            <a:custGeom>
              <a:avLst/>
              <a:gdLst>
                <a:gd name="connsiteX0" fmla="*/ 5246 w 49931"/>
                <a:gd name="connsiteY0" fmla="*/ 21564 h 21563"/>
                <a:gd name="connsiteX1" fmla="*/ 15 w 49931"/>
                <a:gd name="connsiteY1" fmla="*/ 15426 h 21563"/>
                <a:gd name="connsiteX2" fmla="*/ 3948 w 49931"/>
                <a:gd name="connsiteY2" fmla="*/ 10369 h 21563"/>
                <a:gd name="connsiteX3" fmla="*/ 42872 w 49931"/>
                <a:gd name="connsiteY3" fmla="*/ 209 h 21563"/>
                <a:gd name="connsiteX4" fmla="*/ 49722 w 49931"/>
                <a:gd name="connsiteY4" fmla="*/ 4130 h 21563"/>
                <a:gd name="connsiteX5" fmla="*/ 49730 w 49931"/>
                <a:gd name="connsiteY5" fmla="*/ 4160 h 21563"/>
                <a:gd name="connsiteX6" fmla="*/ 45768 w 49931"/>
                <a:gd name="connsiteY6" fmla="*/ 11209 h 21563"/>
                <a:gd name="connsiteX7" fmla="*/ 45745 w 49931"/>
                <a:gd name="connsiteY7" fmla="*/ 11216 h 21563"/>
                <a:gd name="connsiteX8" fmla="*/ 6729 w 49931"/>
                <a:gd name="connsiteY8" fmla="*/ 21376 h 2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931" h="21563">
                  <a:moveTo>
                    <a:pt x="5246" y="21564"/>
                  </a:moveTo>
                  <a:cubicBezTo>
                    <a:pt x="2132" y="21335"/>
                    <a:pt x="-210" y="18587"/>
                    <a:pt x="15" y="15426"/>
                  </a:cubicBezTo>
                  <a:cubicBezTo>
                    <a:pt x="182" y="13082"/>
                    <a:pt x="1741" y="11078"/>
                    <a:pt x="3948" y="10369"/>
                  </a:cubicBezTo>
                  <a:lnTo>
                    <a:pt x="42872" y="209"/>
                  </a:lnTo>
                  <a:cubicBezTo>
                    <a:pt x="45830" y="-628"/>
                    <a:pt x="48897" y="1127"/>
                    <a:pt x="49722" y="4130"/>
                  </a:cubicBezTo>
                  <a:cubicBezTo>
                    <a:pt x="49725" y="4140"/>
                    <a:pt x="49727" y="4150"/>
                    <a:pt x="49730" y="4160"/>
                  </a:cubicBezTo>
                  <a:cubicBezTo>
                    <a:pt x="50554" y="7217"/>
                    <a:pt x="48780" y="10373"/>
                    <a:pt x="45768" y="11209"/>
                  </a:cubicBezTo>
                  <a:cubicBezTo>
                    <a:pt x="45761" y="11211"/>
                    <a:pt x="45753" y="11213"/>
                    <a:pt x="45745" y="11216"/>
                  </a:cubicBezTo>
                  <a:lnTo>
                    <a:pt x="6729" y="21376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55371AB-7E15-F442-BFE9-CB3B348A2B51}"/>
                </a:ext>
              </a:extLst>
            </p:cNvPr>
            <p:cNvSpPr/>
            <p:nvPr/>
          </p:nvSpPr>
          <p:spPr>
            <a:xfrm>
              <a:off x="5195238" y="2201540"/>
              <a:ext cx="82531" cy="30813"/>
            </a:xfrm>
            <a:custGeom>
              <a:avLst/>
              <a:gdLst>
                <a:gd name="connsiteX0" fmla="*/ 5322 w 82531"/>
                <a:gd name="connsiteY0" fmla="*/ 30814 h 30813"/>
                <a:gd name="connsiteX1" fmla="*/ 10 w 82531"/>
                <a:gd name="connsiteY1" fmla="*/ 24749 h 30813"/>
                <a:gd name="connsiteX2" fmla="*/ 3932 w 82531"/>
                <a:gd name="connsiteY2" fmla="*/ 19619 h 30813"/>
                <a:gd name="connsiteX3" fmla="*/ 76127 w 82531"/>
                <a:gd name="connsiteY3" fmla="*/ 52 h 30813"/>
                <a:gd name="connsiteX4" fmla="*/ 82481 w 82531"/>
                <a:gd name="connsiteY4" fmla="*/ 4977 h 30813"/>
                <a:gd name="connsiteX5" fmla="*/ 79000 w 82531"/>
                <a:gd name="connsiteY5" fmla="*/ 11058 h 30813"/>
                <a:gd name="connsiteX6" fmla="*/ 6805 w 82531"/>
                <a:gd name="connsiteY6" fmla="*/ 30626 h 3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31" h="30813">
                  <a:moveTo>
                    <a:pt x="5322" y="30814"/>
                  </a:moveTo>
                  <a:cubicBezTo>
                    <a:pt x="2206" y="30628"/>
                    <a:pt x="-173" y="27913"/>
                    <a:pt x="10" y="24749"/>
                  </a:cubicBezTo>
                  <a:cubicBezTo>
                    <a:pt x="147" y="22380"/>
                    <a:pt x="1706" y="20341"/>
                    <a:pt x="3932" y="19619"/>
                  </a:cubicBezTo>
                  <a:lnTo>
                    <a:pt x="76127" y="52"/>
                  </a:lnTo>
                  <a:cubicBezTo>
                    <a:pt x="79221" y="-370"/>
                    <a:pt x="82066" y="1835"/>
                    <a:pt x="82481" y="4977"/>
                  </a:cubicBezTo>
                  <a:cubicBezTo>
                    <a:pt x="82824" y="7573"/>
                    <a:pt x="81392" y="10075"/>
                    <a:pt x="79000" y="11058"/>
                  </a:cubicBezTo>
                  <a:lnTo>
                    <a:pt x="6805" y="30626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1D98DC56-5C4E-8042-9D6C-09FAB013D074}"/>
                </a:ext>
              </a:extLst>
            </p:cNvPr>
            <p:cNvSpPr/>
            <p:nvPr/>
          </p:nvSpPr>
          <p:spPr>
            <a:xfrm>
              <a:off x="4961383" y="2254508"/>
              <a:ext cx="340677" cy="11477"/>
            </a:xfrm>
            <a:custGeom>
              <a:avLst/>
              <a:gdLst>
                <a:gd name="connsiteX0" fmla="*/ 335746 w 340677"/>
                <a:gd name="connsiteY0" fmla="*/ 11430 h 11477"/>
                <a:gd name="connsiteX1" fmla="*/ 6376 w 340677"/>
                <a:gd name="connsiteY1" fmla="*/ 11430 h 11477"/>
                <a:gd name="connsiteX2" fmla="*/ 47 w 340677"/>
                <a:gd name="connsiteY2" fmla="*/ 6472 h 11477"/>
                <a:gd name="connsiteX3" fmla="*/ 4932 w 340677"/>
                <a:gd name="connsiteY3" fmla="*/ 47 h 11477"/>
                <a:gd name="connsiteX4" fmla="*/ 6376 w 340677"/>
                <a:gd name="connsiteY4" fmla="*/ 47 h 11477"/>
                <a:gd name="connsiteX5" fmla="*/ 335746 w 340677"/>
                <a:gd name="connsiteY5" fmla="*/ 47 h 11477"/>
                <a:gd name="connsiteX6" fmla="*/ 340630 w 340677"/>
                <a:gd name="connsiteY6" fmla="*/ 6472 h 11477"/>
                <a:gd name="connsiteX7" fmla="*/ 335746 w 340677"/>
                <a:gd name="connsiteY7" fmla="*/ 11430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677" h="11477">
                  <a:moveTo>
                    <a:pt x="335746" y="11430"/>
                  </a:moveTo>
                  <a:lnTo>
                    <a:pt x="6376" y="11430"/>
                  </a:lnTo>
                  <a:cubicBezTo>
                    <a:pt x="3280" y="11835"/>
                    <a:pt x="446" y="9615"/>
                    <a:pt x="47" y="6472"/>
                  </a:cubicBezTo>
                  <a:cubicBezTo>
                    <a:pt x="-352" y="3328"/>
                    <a:pt x="1835" y="452"/>
                    <a:pt x="4932" y="47"/>
                  </a:cubicBezTo>
                  <a:cubicBezTo>
                    <a:pt x="5411" y="-16"/>
                    <a:pt x="5897" y="-16"/>
                    <a:pt x="6376" y="47"/>
                  </a:cubicBezTo>
                  <a:lnTo>
                    <a:pt x="335746" y="47"/>
                  </a:lnTo>
                  <a:cubicBezTo>
                    <a:pt x="338842" y="452"/>
                    <a:pt x="341029" y="3328"/>
                    <a:pt x="340630" y="6472"/>
                  </a:cubicBezTo>
                  <a:cubicBezTo>
                    <a:pt x="340302" y="9059"/>
                    <a:pt x="338295" y="11097"/>
                    <a:pt x="335746" y="1143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2" name="Graphic 89">
            <a:extLst>
              <a:ext uri="{FF2B5EF4-FFF2-40B4-BE49-F238E27FC236}">
                <a16:creationId xmlns:a16="http://schemas.microsoft.com/office/drawing/2014/main" id="{4C5283E9-99F2-104A-BB91-01A760FC1FC9}"/>
              </a:ext>
            </a:extLst>
          </p:cNvPr>
          <p:cNvGrpSpPr>
            <a:grpSpLocks noChangeAspect="1"/>
          </p:cNvGrpSpPr>
          <p:nvPr/>
        </p:nvGrpSpPr>
        <p:grpSpPr>
          <a:xfrm>
            <a:off x="4030129" y="3641632"/>
            <a:ext cx="266544" cy="345680"/>
            <a:chOff x="5000361" y="1962786"/>
            <a:chExt cx="266544" cy="345680"/>
          </a:xfrm>
          <a:solidFill>
            <a:srgbClr val="FFFFFF"/>
          </a:solidFill>
        </p:grpSpPr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525E156-6B84-3849-B8B3-63B2006C8BDF}"/>
                </a:ext>
              </a:extLst>
            </p:cNvPr>
            <p:cNvSpPr/>
            <p:nvPr/>
          </p:nvSpPr>
          <p:spPr>
            <a:xfrm>
              <a:off x="5067156" y="1979472"/>
              <a:ext cx="43407" cy="43743"/>
            </a:xfrm>
            <a:custGeom>
              <a:avLst/>
              <a:gdLst>
                <a:gd name="connsiteX0" fmla="*/ 22164 w 43407"/>
                <a:gd name="connsiteY0" fmla="*/ 43738 h 43743"/>
                <a:gd name="connsiteX1" fmla="*/ 5 w 43407"/>
                <a:gd name="connsiteY1" fmla="*/ 22335 h 43743"/>
                <a:gd name="connsiteX2" fmla="*/ 21244 w 43407"/>
                <a:gd name="connsiteY2" fmla="*/ 5 h 43743"/>
                <a:gd name="connsiteX3" fmla="*/ 43403 w 43407"/>
                <a:gd name="connsiteY3" fmla="*/ 21408 h 43743"/>
                <a:gd name="connsiteX4" fmla="*/ 43408 w 43407"/>
                <a:gd name="connsiteY4" fmla="*/ 21867 h 43743"/>
                <a:gd name="connsiteX5" fmla="*/ 22164 w 43407"/>
                <a:gd name="connsiteY5" fmla="*/ 43738 h 43743"/>
                <a:gd name="connsiteX6" fmla="*/ 22164 w 43407"/>
                <a:gd name="connsiteY6" fmla="*/ 11302 h 43743"/>
                <a:gd name="connsiteX7" fmla="*/ 11497 w 43407"/>
                <a:gd name="connsiteY7" fmla="*/ 21867 h 43743"/>
                <a:gd name="connsiteX8" fmla="*/ 21981 w 43407"/>
                <a:gd name="connsiteY8" fmla="*/ 32616 h 43743"/>
                <a:gd name="connsiteX9" fmla="*/ 32648 w 43407"/>
                <a:gd name="connsiteY9" fmla="*/ 22051 h 43743"/>
                <a:gd name="connsiteX10" fmla="*/ 32648 w 43407"/>
                <a:gd name="connsiteY10" fmla="*/ 21867 h 43743"/>
                <a:gd name="connsiteX11" fmla="*/ 22256 w 43407"/>
                <a:gd name="connsiteY11" fmla="*/ 11209 h 43743"/>
                <a:gd name="connsiteX12" fmla="*/ 22164 w 43407"/>
                <a:gd name="connsiteY12" fmla="*/ 11209 h 4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407" h="43743">
                  <a:moveTo>
                    <a:pt x="22164" y="43738"/>
                  </a:moveTo>
                  <a:cubicBezTo>
                    <a:pt x="10180" y="43994"/>
                    <a:pt x="259" y="34411"/>
                    <a:pt x="5" y="22335"/>
                  </a:cubicBezTo>
                  <a:cubicBezTo>
                    <a:pt x="-249" y="10258"/>
                    <a:pt x="9260" y="261"/>
                    <a:pt x="21244" y="5"/>
                  </a:cubicBezTo>
                  <a:cubicBezTo>
                    <a:pt x="33228" y="-251"/>
                    <a:pt x="43149" y="9332"/>
                    <a:pt x="43403" y="21408"/>
                  </a:cubicBezTo>
                  <a:cubicBezTo>
                    <a:pt x="43406" y="21561"/>
                    <a:pt x="43408" y="21714"/>
                    <a:pt x="43408" y="21867"/>
                  </a:cubicBezTo>
                  <a:cubicBezTo>
                    <a:pt x="43410" y="33767"/>
                    <a:pt x="33971" y="43486"/>
                    <a:pt x="22164" y="43738"/>
                  </a:cubicBezTo>
                  <a:close/>
                  <a:moveTo>
                    <a:pt x="22164" y="11302"/>
                  </a:moveTo>
                  <a:cubicBezTo>
                    <a:pt x="16323" y="11251"/>
                    <a:pt x="11547" y="15981"/>
                    <a:pt x="11497" y="21867"/>
                  </a:cubicBezTo>
                  <a:cubicBezTo>
                    <a:pt x="11446" y="27753"/>
                    <a:pt x="16140" y="32565"/>
                    <a:pt x="21981" y="32616"/>
                  </a:cubicBezTo>
                  <a:cubicBezTo>
                    <a:pt x="27821" y="32667"/>
                    <a:pt x="32597" y="27937"/>
                    <a:pt x="32648" y="22051"/>
                  </a:cubicBezTo>
                  <a:cubicBezTo>
                    <a:pt x="32648" y="21990"/>
                    <a:pt x="32648" y="21928"/>
                    <a:pt x="32648" y="21867"/>
                  </a:cubicBezTo>
                  <a:cubicBezTo>
                    <a:pt x="32699" y="16032"/>
                    <a:pt x="28046" y="11261"/>
                    <a:pt x="22256" y="11209"/>
                  </a:cubicBezTo>
                  <a:cubicBezTo>
                    <a:pt x="22225" y="11209"/>
                    <a:pt x="22195" y="11209"/>
                    <a:pt x="22164" y="11209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ED0CC6AC-E0BE-024F-A16E-D4C783F1A280}"/>
                </a:ext>
              </a:extLst>
            </p:cNvPr>
            <p:cNvSpPr/>
            <p:nvPr/>
          </p:nvSpPr>
          <p:spPr>
            <a:xfrm>
              <a:off x="5049315" y="2023118"/>
              <a:ext cx="79645" cy="52454"/>
            </a:xfrm>
            <a:custGeom>
              <a:avLst/>
              <a:gdLst>
                <a:gd name="connsiteX0" fmla="*/ 74400 w 79645"/>
                <a:gd name="connsiteY0" fmla="*/ 52454 h 52454"/>
                <a:gd name="connsiteX1" fmla="*/ 68882 w 79645"/>
                <a:gd name="connsiteY1" fmla="*/ 46894 h 52454"/>
                <a:gd name="connsiteX2" fmla="*/ 68882 w 79645"/>
                <a:gd name="connsiteY2" fmla="*/ 23169 h 52454"/>
                <a:gd name="connsiteX3" fmla="*/ 57019 w 79645"/>
                <a:gd name="connsiteY3" fmla="*/ 11214 h 52454"/>
                <a:gd name="connsiteX4" fmla="*/ 22991 w 79645"/>
                <a:gd name="connsiteY4" fmla="*/ 11214 h 52454"/>
                <a:gd name="connsiteX5" fmla="*/ 11128 w 79645"/>
                <a:gd name="connsiteY5" fmla="*/ 23169 h 52454"/>
                <a:gd name="connsiteX6" fmla="*/ 11128 w 79645"/>
                <a:gd name="connsiteY6" fmla="*/ 46709 h 52454"/>
                <a:gd name="connsiteX7" fmla="*/ 4847 w 79645"/>
                <a:gd name="connsiteY7" fmla="*/ 51593 h 52454"/>
                <a:gd name="connsiteX8" fmla="*/ 0 w 79645"/>
                <a:gd name="connsiteY8" fmla="*/ 46709 h 52454"/>
                <a:gd name="connsiteX9" fmla="*/ 0 w 79645"/>
                <a:gd name="connsiteY9" fmla="*/ 23169 h 52454"/>
                <a:gd name="connsiteX10" fmla="*/ 22991 w 79645"/>
                <a:gd name="connsiteY10" fmla="*/ 0 h 52454"/>
                <a:gd name="connsiteX11" fmla="*/ 57019 w 79645"/>
                <a:gd name="connsiteY11" fmla="*/ 0 h 52454"/>
                <a:gd name="connsiteX12" fmla="*/ 79642 w 79645"/>
                <a:gd name="connsiteY12" fmla="*/ 23169 h 52454"/>
                <a:gd name="connsiteX13" fmla="*/ 79642 w 79645"/>
                <a:gd name="connsiteY13" fmla="*/ 46709 h 52454"/>
                <a:gd name="connsiteX14" fmla="*/ 74400 w 79645"/>
                <a:gd name="connsiteY14" fmla="*/ 52454 h 5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645" h="52454">
                  <a:moveTo>
                    <a:pt x="74400" y="52454"/>
                  </a:moveTo>
                  <a:cubicBezTo>
                    <a:pt x="71353" y="52454"/>
                    <a:pt x="68882" y="49965"/>
                    <a:pt x="68882" y="46894"/>
                  </a:cubicBezTo>
                  <a:lnTo>
                    <a:pt x="68882" y="23169"/>
                  </a:lnTo>
                  <a:cubicBezTo>
                    <a:pt x="68882" y="16566"/>
                    <a:pt x="63571" y="11214"/>
                    <a:pt x="57019" y="11214"/>
                  </a:cubicBezTo>
                  <a:lnTo>
                    <a:pt x="22991" y="11214"/>
                  </a:lnTo>
                  <a:cubicBezTo>
                    <a:pt x="16439" y="11214"/>
                    <a:pt x="11128" y="16566"/>
                    <a:pt x="11128" y="23169"/>
                  </a:cubicBezTo>
                  <a:lnTo>
                    <a:pt x="11128" y="46709"/>
                  </a:lnTo>
                  <a:cubicBezTo>
                    <a:pt x="10732" y="49805"/>
                    <a:pt x="7920" y="51992"/>
                    <a:pt x="4847" y="51593"/>
                  </a:cubicBezTo>
                  <a:cubicBezTo>
                    <a:pt x="2317" y="51265"/>
                    <a:pt x="326" y="49258"/>
                    <a:pt x="0" y="46709"/>
                  </a:cubicBezTo>
                  <a:lnTo>
                    <a:pt x="0" y="23169"/>
                  </a:lnTo>
                  <a:cubicBezTo>
                    <a:pt x="0" y="10373"/>
                    <a:pt x="10294" y="0"/>
                    <a:pt x="22991" y="0"/>
                  </a:cubicBezTo>
                  <a:lnTo>
                    <a:pt x="57019" y="0"/>
                  </a:lnTo>
                  <a:cubicBezTo>
                    <a:pt x="69573" y="202"/>
                    <a:pt x="79644" y="10516"/>
                    <a:pt x="79642" y="23169"/>
                  </a:cubicBezTo>
                  <a:lnTo>
                    <a:pt x="79642" y="46709"/>
                  </a:lnTo>
                  <a:cubicBezTo>
                    <a:pt x="79746" y="49746"/>
                    <a:pt x="77412" y="52304"/>
                    <a:pt x="74400" y="52454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B64DA09F-F547-7E4C-BC02-7B1E93DDBEC0}"/>
                </a:ext>
              </a:extLst>
            </p:cNvPr>
            <p:cNvSpPr/>
            <p:nvPr/>
          </p:nvSpPr>
          <p:spPr>
            <a:xfrm>
              <a:off x="5019978" y="1962786"/>
              <a:ext cx="138500" cy="139569"/>
            </a:xfrm>
            <a:custGeom>
              <a:avLst/>
              <a:gdLst>
                <a:gd name="connsiteX0" fmla="*/ 69342 w 138500"/>
                <a:gd name="connsiteY0" fmla="*/ 139570 h 139569"/>
                <a:gd name="connsiteX1" fmla="*/ 0 w 138500"/>
                <a:gd name="connsiteY1" fmla="*/ 69877 h 139569"/>
                <a:gd name="connsiteX2" fmla="*/ 69158 w 138500"/>
                <a:gd name="connsiteY2" fmla="*/ 0 h 139569"/>
                <a:gd name="connsiteX3" fmla="*/ 138500 w 138500"/>
                <a:gd name="connsiteY3" fmla="*/ 69692 h 139569"/>
                <a:gd name="connsiteX4" fmla="*/ 138500 w 138500"/>
                <a:gd name="connsiteY4" fmla="*/ 69785 h 139569"/>
                <a:gd name="connsiteX5" fmla="*/ 69342 w 138500"/>
                <a:gd name="connsiteY5" fmla="*/ 139570 h 139569"/>
                <a:gd name="connsiteX6" fmla="*/ 69342 w 138500"/>
                <a:gd name="connsiteY6" fmla="*/ 11306 h 139569"/>
                <a:gd name="connsiteX7" fmla="*/ 11312 w 138500"/>
                <a:gd name="connsiteY7" fmla="*/ 69785 h 139569"/>
                <a:gd name="connsiteX8" fmla="*/ 69342 w 138500"/>
                <a:gd name="connsiteY8" fmla="*/ 128263 h 139569"/>
                <a:gd name="connsiteX9" fmla="*/ 127372 w 138500"/>
                <a:gd name="connsiteY9" fmla="*/ 69785 h 139569"/>
                <a:gd name="connsiteX10" fmla="*/ 69342 w 138500"/>
                <a:gd name="connsiteY10" fmla="*/ 11306 h 139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500" h="139569">
                  <a:moveTo>
                    <a:pt x="69342" y="139570"/>
                  </a:moveTo>
                  <a:cubicBezTo>
                    <a:pt x="31096" y="139621"/>
                    <a:pt x="51" y="108419"/>
                    <a:pt x="0" y="69877"/>
                  </a:cubicBezTo>
                  <a:cubicBezTo>
                    <a:pt x="-51" y="31336"/>
                    <a:pt x="30912" y="51"/>
                    <a:pt x="69158" y="0"/>
                  </a:cubicBezTo>
                  <a:cubicBezTo>
                    <a:pt x="107404" y="-51"/>
                    <a:pt x="138449" y="31151"/>
                    <a:pt x="138500" y="69692"/>
                  </a:cubicBezTo>
                  <a:cubicBezTo>
                    <a:pt x="138500" y="69723"/>
                    <a:pt x="138500" y="69754"/>
                    <a:pt x="138500" y="69785"/>
                  </a:cubicBezTo>
                  <a:cubicBezTo>
                    <a:pt x="138500" y="108290"/>
                    <a:pt x="107552" y="139518"/>
                    <a:pt x="69342" y="139570"/>
                  </a:cubicBezTo>
                  <a:close/>
                  <a:moveTo>
                    <a:pt x="69342" y="11306"/>
                  </a:moveTo>
                  <a:cubicBezTo>
                    <a:pt x="37293" y="11306"/>
                    <a:pt x="11312" y="37488"/>
                    <a:pt x="11312" y="69785"/>
                  </a:cubicBezTo>
                  <a:cubicBezTo>
                    <a:pt x="11312" y="102081"/>
                    <a:pt x="37293" y="128263"/>
                    <a:pt x="69342" y="128263"/>
                  </a:cubicBezTo>
                  <a:cubicBezTo>
                    <a:pt x="101391" y="128263"/>
                    <a:pt x="127372" y="102081"/>
                    <a:pt x="127372" y="69785"/>
                  </a:cubicBezTo>
                  <a:cubicBezTo>
                    <a:pt x="127322" y="37509"/>
                    <a:pt x="101370" y="11357"/>
                    <a:pt x="69342" y="11306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799E484-8167-9B4C-8667-78A37D072388}"/>
                </a:ext>
              </a:extLst>
            </p:cNvPr>
            <p:cNvSpPr/>
            <p:nvPr/>
          </p:nvSpPr>
          <p:spPr>
            <a:xfrm>
              <a:off x="5175860" y="2185671"/>
              <a:ext cx="43407" cy="43742"/>
            </a:xfrm>
            <a:custGeom>
              <a:avLst/>
              <a:gdLst>
                <a:gd name="connsiteX0" fmla="*/ 21704 w 43407"/>
                <a:gd name="connsiteY0" fmla="*/ 43743 h 43742"/>
                <a:gd name="connsiteX1" fmla="*/ 0 w 43407"/>
                <a:gd name="connsiteY1" fmla="*/ 21871 h 43742"/>
                <a:gd name="connsiteX2" fmla="*/ 21704 w 43407"/>
                <a:gd name="connsiteY2" fmla="*/ 0 h 43742"/>
                <a:gd name="connsiteX3" fmla="*/ 43408 w 43407"/>
                <a:gd name="connsiteY3" fmla="*/ 21871 h 43742"/>
                <a:gd name="connsiteX4" fmla="*/ 21704 w 43407"/>
                <a:gd name="connsiteY4" fmla="*/ 43743 h 43742"/>
                <a:gd name="connsiteX5" fmla="*/ 21704 w 43407"/>
                <a:gd name="connsiteY5" fmla="*/ 11306 h 43742"/>
                <a:gd name="connsiteX6" fmla="*/ 11128 w 43407"/>
                <a:gd name="connsiteY6" fmla="*/ 21965 h 43742"/>
                <a:gd name="connsiteX7" fmla="*/ 21705 w 43407"/>
                <a:gd name="connsiteY7" fmla="*/ 32622 h 43742"/>
                <a:gd name="connsiteX8" fmla="*/ 32280 w 43407"/>
                <a:gd name="connsiteY8" fmla="*/ 21964 h 43742"/>
                <a:gd name="connsiteX9" fmla="*/ 32280 w 43407"/>
                <a:gd name="connsiteY9" fmla="*/ 21871 h 43742"/>
                <a:gd name="connsiteX10" fmla="*/ 21796 w 43407"/>
                <a:gd name="connsiteY10" fmla="*/ 11306 h 43742"/>
                <a:gd name="connsiteX11" fmla="*/ 21704 w 43407"/>
                <a:gd name="connsiteY11" fmla="*/ 11306 h 4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07" h="43742">
                  <a:moveTo>
                    <a:pt x="21704" y="43743"/>
                  </a:moveTo>
                  <a:cubicBezTo>
                    <a:pt x="9717" y="43743"/>
                    <a:pt x="0" y="33951"/>
                    <a:pt x="0" y="21871"/>
                  </a:cubicBezTo>
                  <a:cubicBezTo>
                    <a:pt x="0" y="9792"/>
                    <a:pt x="9717" y="0"/>
                    <a:pt x="21704" y="0"/>
                  </a:cubicBezTo>
                  <a:cubicBezTo>
                    <a:pt x="33691" y="0"/>
                    <a:pt x="43408" y="9792"/>
                    <a:pt x="43408" y="21871"/>
                  </a:cubicBezTo>
                  <a:cubicBezTo>
                    <a:pt x="43408" y="33951"/>
                    <a:pt x="33691" y="43743"/>
                    <a:pt x="21704" y="43743"/>
                  </a:cubicBezTo>
                  <a:close/>
                  <a:moveTo>
                    <a:pt x="21704" y="11306"/>
                  </a:moveTo>
                  <a:cubicBezTo>
                    <a:pt x="15863" y="11307"/>
                    <a:pt x="11128" y="16078"/>
                    <a:pt x="11128" y="21965"/>
                  </a:cubicBezTo>
                  <a:cubicBezTo>
                    <a:pt x="11128" y="27851"/>
                    <a:pt x="15864" y="32622"/>
                    <a:pt x="21705" y="32622"/>
                  </a:cubicBezTo>
                  <a:cubicBezTo>
                    <a:pt x="27546" y="32622"/>
                    <a:pt x="32281" y="27850"/>
                    <a:pt x="32280" y="21964"/>
                  </a:cubicBezTo>
                  <a:cubicBezTo>
                    <a:pt x="32280" y="21933"/>
                    <a:pt x="32280" y="21902"/>
                    <a:pt x="32280" y="21871"/>
                  </a:cubicBezTo>
                  <a:cubicBezTo>
                    <a:pt x="32280" y="16037"/>
                    <a:pt x="27586" y="11306"/>
                    <a:pt x="21796" y="11306"/>
                  </a:cubicBezTo>
                  <a:cubicBezTo>
                    <a:pt x="21765" y="11306"/>
                    <a:pt x="21735" y="11306"/>
                    <a:pt x="21704" y="11306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C4C672F7-F1BC-0345-8022-B3BAB54A5617}"/>
                </a:ext>
              </a:extLst>
            </p:cNvPr>
            <p:cNvSpPr/>
            <p:nvPr/>
          </p:nvSpPr>
          <p:spPr>
            <a:xfrm>
              <a:off x="5157650" y="2229506"/>
              <a:ext cx="79918" cy="52269"/>
            </a:xfrm>
            <a:custGeom>
              <a:avLst/>
              <a:gdLst>
                <a:gd name="connsiteX0" fmla="*/ 74400 w 79918"/>
                <a:gd name="connsiteY0" fmla="*/ 52269 h 52269"/>
                <a:gd name="connsiteX1" fmla="*/ 68791 w 79918"/>
                <a:gd name="connsiteY1" fmla="*/ 46802 h 52269"/>
                <a:gd name="connsiteX2" fmla="*/ 68790 w 79918"/>
                <a:gd name="connsiteY2" fmla="*/ 46709 h 52269"/>
                <a:gd name="connsiteX3" fmla="*/ 68790 w 79918"/>
                <a:gd name="connsiteY3" fmla="*/ 23169 h 52269"/>
                <a:gd name="connsiteX4" fmla="*/ 56927 w 79918"/>
                <a:gd name="connsiteY4" fmla="*/ 11399 h 52269"/>
                <a:gd name="connsiteX5" fmla="*/ 22991 w 79918"/>
                <a:gd name="connsiteY5" fmla="*/ 11399 h 52269"/>
                <a:gd name="connsiteX6" fmla="*/ 11128 w 79918"/>
                <a:gd name="connsiteY6" fmla="*/ 23354 h 52269"/>
                <a:gd name="connsiteX7" fmla="*/ 11128 w 79918"/>
                <a:gd name="connsiteY7" fmla="*/ 46894 h 52269"/>
                <a:gd name="connsiteX8" fmla="*/ 4847 w 79918"/>
                <a:gd name="connsiteY8" fmla="*/ 51778 h 52269"/>
                <a:gd name="connsiteX9" fmla="*/ 0 w 79918"/>
                <a:gd name="connsiteY9" fmla="*/ 46894 h 52269"/>
                <a:gd name="connsiteX10" fmla="*/ 0 w 79918"/>
                <a:gd name="connsiteY10" fmla="*/ 23169 h 52269"/>
                <a:gd name="connsiteX11" fmla="*/ 22991 w 79918"/>
                <a:gd name="connsiteY11" fmla="*/ 0 h 52269"/>
                <a:gd name="connsiteX12" fmla="*/ 56927 w 79918"/>
                <a:gd name="connsiteY12" fmla="*/ 0 h 52269"/>
                <a:gd name="connsiteX13" fmla="*/ 79918 w 79918"/>
                <a:gd name="connsiteY13" fmla="*/ 23169 h 52269"/>
                <a:gd name="connsiteX14" fmla="*/ 79918 w 79918"/>
                <a:gd name="connsiteY14" fmla="*/ 46709 h 52269"/>
                <a:gd name="connsiteX15" fmla="*/ 74400 w 79918"/>
                <a:gd name="connsiteY15" fmla="*/ 52269 h 52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918" h="52269">
                  <a:moveTo>
                    <a:pt x="74400" y="52269"/>
                  </a:moveTo>
                  <a:cubicBezTo>
                    <a:pt x="71353" y="52320"/>
                    <a:pt x="68842" y="49873"/>
                    <a:pt x="68791" y="46802"/>
                  </a:cubicBezTo>
                  <a:cubicBezTo>
                    <a:pt x="68790" y="46771"/>
                    <a:pt x="68790" y="46740"/>
                    <a:pt x="68790" y="46709"/>
                  </a:cubicBezTo>
                  <a:lnTo>
                    <a:pt x="68790" y="23169"/>
                  </a:lnTo>
                  <a:cubicBezTo>
                    <a:pt x="68690" y="16639"/>
                    <a:pt x="63408" y="11398"/>
                    <a:pt x="56927" y="11399"/>
                  </a:cubicBezTo>
                  <a:lnTo>
                    <a:pt x="22991" y="11399"/>
                  </a:lnTo>
                  <a:cubicBezTo>
                    <a:pt x="16439" y="11399"/>
                    <a:pt x="11128" y="16752"/>
                    <a:pt x="11128" y="23354"/>
                  </a:cubicBezTo>
                  <a:lnTo>
                    <a:pt x="11128" y="46894"/>
                  </a:lnTo>
                  <a:cubicBezTo>
                    <a:pt x="10732" y="49991"/>
                    <a:pt x="7920" y="52177"/>
                    <a:pt x="4847" y="51778"/>
                  </a:cubicBezTo>
                  <a:cubicBezTo>
                    <a:pt x="2317" y="51450"/>
                    <a:pt x="326" y="49443"/>
                    <a:pt x="0" y="46894"/>
                  </a:cubicBezTo>
                  <a:lnTo>
                    <a:pt x="0" y="23169"/>
                  </a:lnTo>
                  <a:cubicBezTo>
                    <a:pt x="0" y="10373"/>
                    <a:pt x="10294" y="0"/>
                    <a:pt x="22991" y="0"/>
                  </a:cubicBezTo>
                  <a:lnTo>
                    <a:pt x="56927" y="0"/>
                  </a:lnTo>
                  <a:cubicBezTo>
                    <a:pt x="69624" y="0"/>
                    <a:pt x="79918" y="10373"/>
                    <a:pt x="79918" y="23169"/>
                  </a:cubicBezTo>
                  <a:lnTo>
                    <a:pt x="79918" y="46709"/>
                  </a:lnTo>
                  <a:cubicBezTo>
                    <a:pt x="79918" y="49780"/>
                    <a:pt x="77448" y="52269"/>
                    <a:pt x="74400" y="52269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A9D29263-13FC-3849-B1F1-1F773E45F6C6}"/>
                </a:ext>
              </a:extLst>
            </p:cNvPr>
            <p:cNvSpPr/>
            <p:nvPr/>
          </p:nvSpPr>
          <p:spPr>
            <a:xfrm>
              <a:off x="5128589" y="2169082"/>
              <a:ext cx="138316" cy="139384"/>
            </a:xfrm>
            <a:custGeom>
              <a:avLst/>
              <a:gdLst>
                <a:gd name="connsiteX0" fmla="*/ 68974 w 138316"/>
                <a:gd name="connsiteY0" fmla="*/ 139384 h 139384"/>
                <a:gd name="connsiteX1" fmla="*/ 0 w 138316"/>
                <a:gd name="connsiteY1" fmla="*/ 69507 h 139384"/>
                <a:gd name="connsiteX2" fmla="*/ 69342 w 138316"/>
                <a:gd name="connsiteY2" fmla="*/ 0 h 139384"/>
                <a:gd name="connsiteX3" fmla="*/ 138316 w 138316"/>
                <a:gd name="connsiteY3" fmla="*/ 69692 h 139384"/>
                <a:gd name="connsiteX4" fmla="*/ 68974 w 138316"/>
                <a:gd name="connsiteY4" fmla="*/ 139384 h 139384"/>
                <a:gd name="connsiteX5" fmla="*/ 68974 w 138316"/>
                <a:gd name="connsiteY5" fmla="*/ 11214 h 139384"/>
                <a:gd name="connsiteX6" fmla="*/ 11036 w 138316"/>
                <a:gd name="connsiteY6" fmla="*/ 69784 h 139384"/>
                <a:gd name="connsiteX7" fmla="*/ 69158 w 138316"/>
                <a:gd name="connsiteY7" fmla="*/ 128170 h 139384"/>
                <a:gd name="connsiteX8" fmla="*/ 127096 w 138316"/>
                <a:gd name="connsiteY8" fmla="*/ 69692 h 139384"/>
                <a:gd name="connsiteX9" fmla="*/ 68974 w 138316"/>
                <a:gd name="connsiteY9" fmla="*/ 11214 h 139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16" h="139384">
                  <a:moveTo>
                    <a:pt x="68974" y="139384"/>
                  </a:moveTo>
                  <a:cubicBezTo>
                    <a:pt x="30779" y="139282"/>
                    <a:pt x="-101" y="107997"/>
                    <a:pt x="0" y="69507"/>
                  </a:cubicBezTo>
                  <a:cubicBezTo>
                    <a:pt x="102" y="31017"/>
                    <a:pt x="31147" y="-102"/>
                    <a:pt x="69342" y="0"/>
                  </a:cubicBezTo>
                  <a:cubicBezTo>
                    <a:pt x="107465" y="102"/>
                    <a:pt x="138316" y="31274"/>
                    <a:pt x="138316" y="69692"/>
                  </a:cubicBezTo>
                  <a:cubicBezTo>
                    <a:pt x="138265" y="108233"/>
                    <a:pt x="107220" y="139435"/>
                    <a:pt x="68974" y="139384"/>
                  </a:cubicBezTo>
                  <a:close/>
                  <a:moveTo>
                    <a:pt x="68974" y="11214"/>
                  </a:moveTo>
                  <a:cubicBezTo>
                    <a:pt x="36925" y="11265"/>
                    <a:pt x="10985" y="37488"/>
                    <a:pt x="11036" y="69784"/>
                  </a:cubicBezTo>
                  <a:cubicBezTo>
                    <a:pt x="11087" y="102081"/>
                    <a:pt x="37109" y="128221"/>
                    <a:pt x="69158" y="128170"/>
                  </a:cubicBezTo>
                  <a:cubicBezTo>
                    <a:pt x="101171" y="128119"/>
                    <a:pt x="127096" y="101952"/>
                    <a:pt x="127096" y="69692"/>
                  </a:cubicBezTo>
                  <a:cubicBezTo>
                    <a:pt x="127046" y="37380"/>
                    <a:pt x="101038" y="11213"/>
                    <a:pt x="68974" y="11214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A9943D4F-BC01-2646-A55F-1238FB30E8CC}"/>
                </a:ext>
              </a:extLst>
            </p:cNvPr>
            <p:cNvSpPr/>
            <p:nvPr/>
          </p:nvSpPr>
          <p:spPr>
            <a:xfrm>
              <a:off x="5000361" y="2014352"/>
              <a:ext cx="254807" cy="254356"/>
            </a:xfrm>
            <a:custGeom>
              <a:avLst/>
              <a:gdLst>
                <a:gd name="connsiteX0" fmla="*/ 127308 w 254807"/>
                <a:gd name="connsiteY0" fmla="*/ 254356 h 254356"/>
                <a:gd name="connsiteX1" fmla="*/ 0 w 254807"/>
                <a:gd name="connsiteY1" fmla="*/ 125751 h 254356"/>
                <a:gd name="connsiteX2" fmla="*/ 28537 w 254807"/>
                <a:gd name="connsiteY2" fmla="*/ 44909 h 254356"/>
                <a:gd name="connsiteX3" fmla="*/ 33412 w 254807"/>
                <a:gd name="connsiteY3" fmla="*/ 42870 h 254356"/>
                <a:gd name="connsiteX4" fmla="*/ 37734 w 254807"/>
                <a:gd name="connsiteY4" fmla="*/ 45836 h 254356"/>
                <a:gd name="connsiteX5" fmla="*/ 116500 w 254807"/>
                <a:gd name="connsiteY5" fmla="*/ 69518 h 254356"/>
                <a:gd name="connsiteX6" fmla="*/ 146989 w 254807"/>
                <a:gd name="connsiteY6" fmla="*/ 18219 h 254356"/>
                <a:gd name="connsiteX7" fmla="*/ 145885 w 254807"/>
                <a:gd name="connsiteY7" fmla="*/ 6727 h 254356"/>
                <a:gd name="connsiteX8" fmla="*/ 149916 w 254807"/>
                <a:gd name="connsiteY8" fmla="*/ 147 h 254356"/>
                <a:gd name="connsiteX9" fmla="*/ 152415 w 254807"/>
                <a:gd name="connsiteY9" fmla="*/ 147 h 254356"/>
                <a:gd name="connsiteX10" fmla="*/ 252288 w 254807"/>
                <a:gd name="connsiteY10" fmla="*/ 151371 h 254356"/>
                <a:gd name="connsiteX11" fmla="*/ 243829 w 254807"/>
                <a:gd name="connsiteY11" fmla="*/ 178177 h 254356"/>
                <a:gd name="connsiteX12" fmla="*/ 239966 w 254807"/>
                <a:gd name="connsiteY12" fmla="*/ 181421 h 254356"/>
                <a:gd name="connsiteX13" fmla="*/ 235092 w 254807"/>
                <a:gd name="connsiteY13" fmla="*/ 180123 h 254356"/>
                <a:gd name="connsiteX14" fmla="*/ 153197 w 254807"/>
                <a:gd name="connsiteY14" fmla="*/ 185475 h 254356"/>
                <a:gd name="connsiteX15" fmla="*/ 143126 w 254807"/>
                <a:gd name="connsiteY15" fmla="*/ 246294 h 254356"/>
                <a:gd name="connsiteX16" fmla="*/ 143126 w 254807"/>
                <a:gd name="connsiteY16" fmla="*/ 251298 h 254356"/>
                <a:gd name="connsiteX17" fmla="*/ 138896 w 254807"/>
                <a:gd name="connsiteY17" fmla="*/ 253986 h 254356"/>
                <a:gd name="connsiteX18" fmla="*/ 127308 w 254807"/>
                <a:gd name="connsiteY18" fmla="*/ 254356 h 254356"/>
                <a:gd name="connsiteX19" fmla="*/ 32400 w 254807"/>
                <a:gd name="connsiteY19" fmla="*/ 58347 h 254356"/>
                <a:gd name="connsiteX20" fmla="*/ 59489 w 254807"/>
                <a:gd name="connsiteY20" fmla="*/ 221879 h 254356"/>
                <a:gd name="connsiteX21" fmla="*/ 127308 w 254807"/>
                <a:gd name="connsiteY21" fmla="*/ 243699 h 254356"/>
                <a:gd name="connsiteX22" fmla="*/ 130619 w 254807"/>
                <a:gd name="connsiteY22" fmla="*/ 243699 h 254356"/>
                <a:gd name="connsiteX23" fmla="*/ 128044 w 254807"/>
                <a:gd name="connsiteY23" fmla="*/ 225163 h 254356"/>
                <a:gd name="connsiteX24" fmla="*/ 197202 w 254807"/>
                <a:gd name="connsiteY24" fmla="*/ 155471 h 254356"/>
                <a:gd name="connsiteX25" fmla="*/ 236288 w 254807"/>
                <a:gd name="connsiteY25" fmla="*/ 167705 h 254356"/>
                <a:gd name="connsiteX26" fmla="*/ 243645 w 254807"/>
                <a:gd name="connsiteY26" fmla="*/ 126835 h 254356"/>
                <a:gd name="connsiteX27" fmla="*/ 157933 w 254807"/>
                <a:gd name="connsiteY27" fmla="*/ 13400 h 254356"/>
                <a:gd name="connsiteX28" fmla="*/ 157933 w 254807"/>
                <a:gd name="connsiteY28" fmla="*/ 18682 h 254356"/>
                <a:gd name="connsiteX29" fmla="*/ 88086 w 254807"/>
                <a:gd name="connsiteY29" fmla="*/ 87673 h 254356"/>
                <a:gd name="connsiteX30" fmla="*/ 32400 w 254807"/>
                <a:gd name="connsiteY30" fmla="*/ 58347 h 25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4807" h="254356">
                  <a:moveTo>
                    <a:pt x="127308" y="254356"/>
                  </a:moveTo>
                  <a:cubicBezTo>
                    <a:pt x="56912" y="254270"/>
                    <a:pt x="-86" y="196691"/>
                    <a:pt x="0" y="125751"/>
                  </a:cubicBezTo>
                  <a:cubicBezTo>
                    <a:pt x="36" y="96304"/>
                    <a:pt x="10111" y="67763"/>
                    <a:pt x="28537" y="44909"/>
                  </a:cubicBezTo>
                  <a:cubicBezTo>
                    <a:pt x="29713" y="43440"/>
                    <a:pt x="31549" y="42672"/>
                    <a:pt x="33412" y="42870"/>
                  </a:cubicBezTo>
                  <a:cubicBezTo>
                    <a:pt x="35261" y="43048"/>
                    <a:pt x="36892" y="44167"/>
                    <a:pt x="37734" y="45836"/>
                  </a:cubicBezTo>
                  <a:cubicBezTo>
                    <a:pt x="52995" y="74294"/>
                    <a:pt x="88260" y="84897"/>
                    <a:pt x="116500" y="69518"/>
                  </a:cubicBezTo>
                  <a:cubicBezTo>
                    <a:pt x="135212" y="59328"/>
                    <a:pt x="146906" y="39652"/>
                    <a:pt x="146989" y="18219"/>
                  </a:cubicBezTo>
                  <a:cubicBezTo>
                    <a:pt x="146987" y="14361"/>
                    <a:pt x="146617" y="10513"/>
                    <a:pt x="145885" y="6727"/>
                  </a:cubicBezTo>
                  <a:cubicBezTo>
                    <a:pt x="145195" y="3788"/>
                    <a:pt x="147000" y="842"/>
                    <a:pt x="149916" y="147"/>
                  </a:cubicBezTo>
                  <a:cubicBezTo>
                    <a:pt x="150738" y="-49"/>
                    <a:pt x="151593" y="-49"/>
                    <a:pt x="152415" y="147"/>
                  </a:cubicBezTo>
                  <a:cubicBezTo>
                    <a:pt x="221434" y="14114"/>
                    <a:pt x="266148" y="81820"/>
                    <a:pt x="252288" y="151371"/>
                  </a:cubicBezTo>
                  <a:cubicBezTo>
                    <a:pt x="250450" y="160592"/>
                    <a:pt x="247614" y="169581"/>
                    <a:pt x="243829" y="178177"/>
                  </a:cubicBezTo>
                  <a:cubicBezTo>
                    <a:pt x="243087" y="179786"/>
                    <a:pt x="241670" y="180976"/>
                    <a:pt x="239966" y="181421"/>
                  </a:cubicBezTo>
                  <a:cubicBezTo>
                    <a:pt x="238229" y="181805"/>
                    <a:pt x="236414" y="181322"/>
                    <a:pt x="235092" y="180123"/>
                  </a:cubicBezTo>
                  <a:cubicBezTo>
                    <a:pt x="211011" y="158812"/>
                    <a:pt x="174345" y="161208"/>
                    <a:pt x="153197" y="185475"/>
                  </a:cubicBezTo>
                  <a:cubicBezTo>
                    <a:pt x="138645" y="202173"/>
                    <a:pt x="134743" y="225739"/>
                    <a:pt x="143126" y="246294"/>
                  </a:cubicBezTo>
                  <a:cubicBezTo>
                    <a:pt x="143960" y="247856"/>
                    <a:pt x="143960" y="249736"/>
                    <a:pt x="143126" y="251298"/>
                  </a:cubicBezTo>
                  <a:cubicBezTo>
                    <a:pt x="142223" y="252823"/>
                    <a:pt x="140651" y="253822"/>
                    <a:pt x="138896" y="253986"/>
                  </a:cubicBezTo>
                  <a:cubicBezTo>
                    <a:pt x="134758" y="254356"/>
                    <a:pt x="130987" y="254356"/>
                    <a:pt x="127308" y="254356"/>
                  </a:cubicBezTo>
                  <a:close/>
                  <a:moveTo>
                    <a:pt x="32400" y="58347"/>
                  </a:moveTo>
                  <a:cubicBezTo>
                    <a:pt x="-4932" y="111044"/>
                    <a:pt x="7197" y="184259"/>
                    <a:pt x="59489" y="221879"/>
                  </a:cubicBezTo>
                  <a:cubicBezTo>
                    <a:pt x="79278" y="236115"/>
                    <a:pt x="102995" y="243746"/>
                    <a:pt x="127308" y="243699"/>
                  </a:cubicBezTo>
                  <a:lnTo>
                    <a:pt x="130619" y="243699"/>
                  </a:lnTo>
                  <a:cubicBezTo>
                    <a:pt x="128958" y="237661"/>
                    <a:pt x="128092" y="231429"/>
                    <a:pt x="128044" y="225163"/>
                  </a:cubicBezTo>
                  <a:cubicBezTo>
                    <a:pt x="128095" y="186695"/>
                    <a:pt x="159028" y="155522"/>
                    <a:pt x="197202" y="155471"/>
                  </a:cubicBezTo>
                  <a:cubicBezTo>
                    <a:pt x="211163" y="155441"/>
                    <a:pt x="224800" y="159709"/>
                    <a:pt x="236288" y="167705"/>
                  </a:cubicBezTo>
                  <a:cubicBezTo>
                    <a:pt x="241167" y="154640"/>
                    <a:pt x="243660" y="140794"/>
                    <a:pt x="243645" y="126835"/>
                  </a:cubicBezTo>
                  <a:cubicBezTo>
                    <a:pt x="243668" y="73892"/>
                    <a:pt x="208584" y="27459"/>
                    <a:pt x="157933" y="13400"/>
                  </a:cubicBezTo>
                  <a:cubicBezTo>
                    <a:pt x="158025" y="15159"/>
                    <a:pt x="158025" y="16922"/>
                    <a:pt x="157933" y="18682"/>
                  </a:cubicBezTo>
                  <a:cubicBezTo>
                    <a:pt x="157550" y="57170"/>
                    <a:pt x="126279" y="88058"/>
                    <a:pt x="88086" y="87673"/>
                  </a:cubicBezTo>
                  <a:cubicBezTo>
                    <a:pt x="65934" y="87449"/>
                    <a:pt x="45230" y="76546"/>
                    <a:pt x="32400" y="58347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14065380-70C8-D942-9282-5027BADE338F}"/>
                </a:ext>
              </a:extLst>
            </p:cNvPr>
            <p:cNvSpPr/>
            <p:nvPr/>
          </p:nvSpPr>
          <p:spPr>
            <a:xfrm>
              <a:off x="5182009" y="2023495"/>
              <a:ext cx="35320" cy="39565"/>
            </a:xfrm>
            <a:custGeom>
              <a:avLst/>
              <a:gdLst>
                <a:gd name="connsiteX0" fmla="*/ 10312 w 35320"/>
                <a:gd name="connsiteY0" fmla="*/ 39566 h 39565"/>
                <a:gd name="connsiteX1" fmla="*/ 4886 w 35320"/>
                <a:gd name="connsiteY1" fmla="*/ 35025 h 39565"/>
                <a:gd name="connsiteX2" fmla="*/ 104 w 35320"/>
                <a:gd name="connsiteY2" fmla="*/ 11022 h 39565"/>
                <a:gd name="connsiteX3" fmla="*/ 1024 w 35320"/>
                <a:gd name="connsiteY3" fmla="*/ 6759 h 39565"/>
                <a:gd name="connsiteX4" fmla="*/ 4611 w 35320"/>
                <a:gd name="connsiteY4" fmla="*/ 4257 h 39565"/>
                <a:gd name="connsiteX5" fmla="*/ 28797 w 35320"/>
                <a:gd name="connsiteY5" fmla="*/ 86 h 39565"/>
                <a:gd name="connsiteX6" fmla="*/ 35235 w 35320"/>
                <a:gd name="connsiteY6" fmla="*/ 4627 h 39565"/>
                <a:gd name="connsiteX7" fmla="*/ 30729 w 35320"/>
                <a:gd name="connsiteY7" fmla="*/ 11115 h 39565"/>
                <a:gd name="connsiteX8" fmla="*/ 12336 w 35320"/>
                <a:gd name="connsiteY8" fmla="*/ 14358 h 39565"/>
                <a:gd name="connsiteX9" fmla="*/ 16014 w 35320"/>
                <a:gd name="connsiteY9" fmla="*/ 32893 h 39565"/>
                <a:gd name="connsiteX10" fmla="*/ 11600 w 35320"/>
                <a:gd name="connsiteY10" fmla="*/ 39473 h 39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320" h="39565">
                  <a:moveTo>
                    <a:pt x="10312" y="39566"/>
                  </a:moveTo>
                  <a:cubicBezTo>
                    <a:pt x="7668" y="39531"/>
                    <a:pt x="5407" y="37638"/>
                    <a:pt x="4886" y="35025"/>
                  </a:cubicBezTo>
                  <a:lnTo>
                    <a:pt x="104" y="11022"/>
                  </a:lnTo>
                  <a:cubicBezTo>
                    <a:pt x="-189" y="9534"/>
                    <a:pt x="144" y="7990"/>
                    <a:pt x="1024" y="6759"/>
                  </a:cubicBezTo>
                  <a:cubicBezTo>
                    <a:pt x="1835" y="5471"/>
                    <a:pt x="3129" y="4569"/>
                    <a:pt x="4611" y="4257"/>
                  </a:cubicBezTo>
                  <a:lnTo>
                    <a:pt x="28797" y="86"/>
                  </a:lnTo>
                  <a:cubicBezTo>
                    <a:pt x="31820" y="-451"/>
                    <a:pt x="34702" y="1582"/>
                    <a:pt x="35235" y="4627"/>
                  </a:cubicBezTo>
                  <a:cubicBezTo>
                    <a:pt x="35768" y="7673"/>
                    <a:pt x="33751" y="10577"/>
                    <a:pt x="30729" y="11115"/>
                  </a:cubicBezTo>
                  <a:lnTo>
                    <a:pt x="12336" y="14358"/>
                  </a:lnTo>
                  <a:lnTo>
                    <a:pt x="16014" y="32893"/>
                  </a:lnTo>
                  <a:cubicBezTo>
                    <a:pt x="16577" y="35934"/>
                    <a:pt x="14610" y="38866"/>
                    <a:pt x="11600" y="39473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74EC81D8-1F2D-D449-82B7-7B441B99DDAD}"/>
                </a:ext>
              </a:extLst>
            </p:cNvPr>
            <p:cNvSpPr/>
            <p:nvPr/>
          </p:nvSpPr>
          <p:spPr>
            <a:xfrm>
              <a:off x="5037524" y="2219848"/>
              <a:ext cx="35628" cy="39612"/>
            </a:xfrm>
            <a:custGeom>
              <a:avLst/>
              <a:gdLst>
                <a:gd name="connsiteX0" fmla="*/ 5997 w 35628"/>
                <a:gd name="connsiteY0" fmla="*/ 39593 h 39612"/>
                <a:gd name="connsiteX1" fmla="*/ 19 w 35628"/>
                <a:gd name="connsiteY1" fmla="*/ 34496 h 39612"/>
                <a:gd name="connsiteX2" fmla="*/ 5078 w 35628"/>
                <a:gd name="connsiteY2" fmla="*/ 28472 h 39612"/>
                <a:gd name="connsiteX3" fmla="*/ 23471 w 35628"/>
                <a:gd name="connsiteY3" fmla="*/ 25228 h 39612"/>
                <a:gd name="connsiteX4" fmla="*/ 19792 w 35628"/>
                <a:gd name="connsiteY4" fmla="*/ 6693 h 39612"/>
                <a:gd name="connsiteX5" fmla="*/ 24206 w 35628"/>
                <a:gd name="connsiteY5" fmla="*/ 113 h 39612"/>
                <a:gd name="connsiteX6" fmla="*/ 30715 w 35628"/>
                <a:gd name="connsiteY6" fmla="*/ 4452 h 39612"/>
                <a:gd name="connsiteX7" fmla="*/ 30736 w 35628"/>
                <a:gd name="connsiteY7" fmla="*/ 4561 h 39612"/>
                <a:gd name="connsiteX8" fmla="*/ 35518 w 35628"/>
                <a:gd name="connsiteY8" fmla="*/ 28472 h 39612"/>
                <a:gd name="connsiteX9" fmla="*/ 34598 w 35628"/>
                <a:gd name="connsiteY9" fmla="*/ 32735 h 39612"/>
                <a:gd name="connsiteX10" fmla="*/ 31012 w 35628"/>
                <a:gd name="connsiteY10" fmla="*/ 35144 h 39612"/>
                <a:gd name="connsiteX11" fmla="*/ 7009 w 35628"/>
                <a:gd name="connsiteY11" fmla="*/ 39593 h 3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28" h="39612">
                  <a:moveTo>
                    <a:pt x="5997" y="39593"/>
                  </a:moveTo>
                  <a:cubicBezTo>
                    <a:pt x="2950" y="39849"/>
                    <a:pt x="273" y="37567"/>
                    <a:pt x="19" y="34496"/>
                  </a:cubicBezTo>
                  <a:cubicBezTo>
                    <a:pt x="-235" y="31425"/>
                    <a:pt x="2030" y="28728"/>
                    <a:pt x="5078" y="28472"/>
                  </a:cubicBezTo>
                  <a:lnTo>
                    <a:pt x="23471" y="25228"/>
                  </a:lnTo>
                  <a:lnTo>
                    <a:pt x="19792" y="6693"/>
                  </a:lnTo>
                  <a:cubicBezTo>
                    <a:pt x="19229" y="3652"/>
                    <a:pt x="21196" y="720"/>
                    <a:pt x="24206" y="113"/>
                  </a:cubicBezTo>
                  <a:cubicBezTo>
                    <a:pt x="27192" y="-500"/>
                    <a:pt x="30106" y="1442"/>
                    <a:pt x="30715" y="4452"/>
                  </a:cubicBezTo>
                  <a:cubicBezTo>
                    <a:pt x="30722" y="4488"/>
                    <a:pt x="30729" y="4525"/>
                    <a:pt x="30736" y="4561"/>
                  </a:cubicBezTo>
                  <a:lnTo>
                    <a:pt x="35518" y="28472"/>
                  </a:lnTo>
                  <a:cubicBezTo>
                    <a:pt x="35823" y="29960"/>
                    <a:pt x="35489" y="31509"/>
                    <a:pt x="34598" y="32735"/>
                  </a:cubicBezTo>
                  <a:cubicBezTo>
                    <a:pt x="33784" y="34003"/>
                    <a:pt x="32486" y="34875"/>
                    <a:pt x="31012" y="35144"/>
                  </a:cubicBezTo>
                  <a:lnTo>
                    <a:pt x="7009" y="39593"/>
                  </a:ln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2" name="Graphic 91">
            <a:extLst>
              <a:ext uri="{FF2B5EF4-FFF2-40B4-BE49-F238E27FC236}">
                <a16:creationId xmlns:a16="http://schemas.microsoft.com/office/drawing/2014/main" id="{F8D98D43-83E4-A347-9002-6C70F0ECBC51}"/>
              </a:ext>
            </a:extLst>
          </p:cNvPr>
          <p:cNvGrpSpPr>
            <a:grpSpLocks noChangeAspect="1"/>
          </p:cNvGrpSpPr>
          <p:nvPr/>
        </p:nvGrpSpPr>
        <p:grpSpPr>
          <a:xfrm>
            <a:off x="6924844" y="5343564"/>
            <a:ext cx="308725" cy="308698"/>
            <a:chOff x="4981155" y="1981928"/>
            <a:chExt cx="308725" cy="308698"/>
          </a:xfrm>
          <a:solidFill>
            <a:srgbClr val="FFFFFF"/>
          </a:solidFill>
        </p:grpSpPr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4E4D36B3-AAD9-FA44-904D-361B635AA2A4}"/>
                </a:ext>
              </a:extLst>
            </p:cNvPr>
            <p:cNvSpPr/>
            <p:nvPr/>
          </p:nvSpPr>
          <p:spPr>
            <a:xfrm>
              <a:off x="5129860" y="1981929"/>
              <a:ext cx="159975" cy="159973"/>
            </a:xfrm>
            <a:custGeom>
              <a:avLst/>
              <a:gdLst>
                <a:gd name="connsiteX0" fmla="*/ 43874 w 159975"/>
                <a:gd name="connsiteY0" fmla="*/ 159974 h 159973"/>
                <a:gd name="connsiteX1" fmla="*/ 5635 w 159975"/>
                <a:gd name="connsiteY1" fmla="*/ 159974 h 159973"/>
                <a:gd name="connsiteX2" fmla="*/ 1 w 159975"/>
                <a:gd name="connsiteY2" fmla="*/ 154340 h 159973"/>
                <a:gd name="connsiteX3" fmla="*/ 1 w 159975"/>
                <a:gd name="connsiteY3" fmla="*/ 101600 h 159973"/>
                <a:gd name="connsiteX4" fmla="*/ 5358 w 159975"/>
                <a:gd name="connsiteY4" fmla="*/ 92364 h 159973"/>
                <a:gd name="connsiteX5" fmla="*/ 16627 w 159975"/>
                <a:gd name="connsiteY5" fmla="*/ 91809 h 159973"/>
                <a:gd name="connsiteX6" fmla="*/ 47470 w 159975"/>
                <a:gd name="connsiteY6" fmla="*/ 81082 h 159973"/>
                <a:gd name="connsiteX7" fmla="*/ 49231 w 159975"/>
                <a:gd name="connsiteY7" fmla="*/ 66040 h 159973"/>
                <a:gd name="connsiteX8" fmla="*/ 21927 w 159975"/>
                <a:gd name="connsiteY8" fmla="*/ 48366 h 159973"/>
                <a:gd name="connsiteX9" fmla="*/ 16534 w 159975"/>
                <a:gd name="connsiteY9" fmla="*/ 50246 h 159973"/>
                <a:gd name="connsiteX10" fmla="*/ 1189 w 159975"/>
                <a:gd name="connsiteY10" fmla="*/ 45063 h 159973"/>
                <a:gd name="connsiteX11" fmla="*/ 1 w 159975"/>
                <a:gd name="connsiteY11" fmla="*/ 39809 h 159973"/>
                <a:gd name="connsiteX12" fmla="*/ 1 w 159975"/>
                <a:gd name="connsiteY12" fmla="*/ 5634 h 159973"/>
                <a:gd name="connsiteX13" fmla="*/ 5635 w 159975"/>
                <a:gd name="connsiteY13" fmla="*/ 0 h 159973"/>
                <a:gd name="connsiteX14" fmla="*/ 136792 w 159975"/>
                <a:gd name="connsiteY14" fmla="*/ 0 h 159973"/>
                <a:gd name="connsiteX15" fmla="*/ 159975 w 159975"/>
                <a:gd name="connsiteY15" fmla="*/ 23183 h 159973"/>
                <a:gd name="connsiteX16" fmla="*/ 159975 w 159975"/>
                <a:gd name="connsiteY16" fmla="*/ 42210 h 159973"/>
                <a:gd name="connsiteX17" fmla="*/ 153667 w 159975"/>
                <a:gd name="connsiteY17" fmla="*/ 47078 h 159973"/>
                <a:gd name="connsiteX18" fmla="*/ 148799 w 159975"/>
                <a:gd name="connsiteY18" fmla="*/ 42210 h 159973"/>
                <a:gd name="connsiteX19" fmla="*/ 148799 w 159975"/>
                <a:gd name="connsiteY19" fmla="*/ 23183 h 159973"/>
                <a:gd name="connsiteX20" fmla="*/ 136792 w 159975"/>
                <a:gd name="connsiteY20" fmla="*/ 11176 h 159973"/>
                <a:gd name="connsiteX21" fmla="*/ 11270 w 159975"/>
                <a:gd name="connsiteY21" fmla="*/ 11176 h 159973"/>
                <a:gd name="connsiteX22" fmla="*/ 11270 w 159975"/>
                <a:gd name="connsiteY22" fmla="*/ 39809 h 159973"/>
                <a:gd name="connsiteX23" fmla="*/ 33991 w 159975"/>
                <a:gd name="connsiteY23" fmla="*/ 36945 h 159973"/>
                <a:gd name="connsiteX24" fmla="*/ 60222 w 159975"/>
                <a:gd name="connsiteY24" fmla="*/ 63177 h 159973"/>
                <a:gd name="connsiteX25" fmla="*/ 53295 w 159975"/>
                <a:gd name="connsiteY25" fmla="*/ 92364 h 159973"/>
                <a:gd name="connsiteX26" fmla="*/ 26787 w 159975"/>
                <a:gd name="connsiteY26" fmla="*/ 105110 h 159973"/>
                <a:gd name="connsiteX27" fmla="*/ 11731 w 159975"/>
                <a:gd name="connsiteY27" fmla="*/ 101600 h 159973"/>
                <a:gd name="connsiteX28" fmla="*/ 11270 w 159975"/>
                <a:gd name="connsiteY28" fmla="*/ 148613 h 159973"/>
                <a:gd name="connsiteX29" fmla="*/ 43874 w 159975"/>
                <a:gd name="connsiteY29" fmla="*/ 148613 h 159973"/>
                <a:gd name="connsiteX30" fmla="*/ 49508 w 159975"/>
                <a:gd name="connsiteY30" fmla="*/ 154247 h 159973"/>
                <a:gd name="connsiteX31" fmla="*/ 43874 w 159975"/>
                <a:gd name="connsiteY31" fmla="*/ 159881 h 159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9975" h="159973">
                  <a:moveTo>
                    <a:pt x="43874" y="159974"/>
                  </a:moveTo>
                  <a:lnTo>
                    <a:pt x="5635" y="159974"/>
                  </a:lnTo>
                  <a:cubicBezTo>
                    <a:pt x="2524" y="159974"/>
                    <a:pt x="1" y="157451"/>
                    <a:pt x="1" y="154340"/>
                  </a:cubicBezTo>
                  <a:lnTo>
                    <a:pt x="1" y="101600"/>
                  </a:lnTo>
                  <a:cubicBezTo>
                    <a:pt x="155" y="97826"/>
                    <a:pt x="2159" y="94371"/>
                    <a:pt x="5358" y="92364"/>
                  </a:cubicBezTo>
                  <a:cubicBezTo>
                    <a:pt x="8768" y="90249"/>
                    <a:pt x="13026" y="90039"/>
                    <a:pt x="16627" y="91809"/>
                  </a:cubicBezTo>
                  <a:cubicBezTo>
                    <a:pt x="28106" y="97364"/>
                    <a:pt x="41915" y="92561"/>
                    <a:pt x="47470" y="81082"/>
                  </a:cubicBezTo>
                  <a:cubicBezTo>
                    <a:pt x="49731" y="76408"/>
                    <a:pt x="50352" y="71109"/>
                    <a:pt x="49231" y="66040"/>
                  </a:cubicBezTo>
                  <a:cubicBezTo>
                    <a:pt x="46572" y="53620"/>
                    <a:pt x="34348" y="45707"/>
                    <a:pt x="21927" y="48366"/>
                  </a:cubicBezTo>
                  <a:cubicBezTo>
                    <a:pt x="20059" y="48766"/>
                    <a:pt x="18247" y="49398"/>
                    <a:pt x="16534" y="50246"/>
                  </a:cubicBezTo>
                  <a:cubicBezTo>
                    <a:pt x="10866" y="53052"/>
                    <a:pt x="3995" y="50732"/>
                    <a:pt x="1189" y="45063"/>
                  </a:cubicBezTo>
                  <a:cubicBezTo>
                    <a:pt x="381" y="43431"/>
                    <a:pt x="-26" y="41630"/>
                    <a:pt x="1" y="39809"/>
                  </a:cubicBezTo>
                  <a:lnTo>
                    <a:pt x="1" y="5634"/>
                  </a:lnTo>
                  <a:cubicBezTo>
                    <a:pt x="1" y="2523"/>
                    <a:pt x="2524" y="0"/>
                    <a:pt x="5635" y="0"/>
                  </a:cubicBezTo>
                  <a:lnTo>
                    <a:pt x="136792" y="0"/>
                  </a:lnTo>
                  <a:cubicBezTo>
                    <a:pt x="149575" y="51"/>
                    <a:pt x="159925" y="10401"/>
                    <a:pt x="159975" y="23183"/>
                  </a:cubicBezTo>
                  <a:lnTo>
                    <a:pt x="159975" y="42210"/>
                  </a:lnTo>
                  <a:cubicBezTo>
                    <a:pt x="159578" y="45296"/>
                    <a:pt x="156753" y="47476"/>
                    <a:pt x="153667" y="47078"/>
                  </a:cubicBezTo>
                  <a:cubicBezTo>
                    <a:pt x="151127" y="46751"/>
                    <a:pt x="149126" y="44751"/>
                    <a:pt x="148799" y="42210"/>
                  </a:cubicBezTo>
                  <a:lnTo>
                    <a:pt x="148799" y="23183"/>
                  </a:lnTo>
                  <a:cubicBezTo>
                    <a:pt x="148749" y="16573"/>
                    <a:pt x="143402" y="11226"/>
                    <a:pt x="136792" y="11176"/>
                  </a:cubicBezTo>
                  <a:lnTo>
                    <a:pt x="11270" y="11176"/>
                  </a:lnTo>
                  <a:lnTo>
                    <a:pt x="11270" y="39809"/>
                  </a:lnTo>
                  <a:cubicBezTo>
                    <a:pt x="18338" y="36434"/>
                    <a:pt x="26307" y="35430"/>
                    <a:pt x="33991" y="36945"/>
                  </a:cubicBezTo>
                  <a:cubicBezTo>
                    <a:pt x="47121" y="39791"/>
                    <a:pt x="57377" y="50047"/>
                    <a:pt x="60222" y="63177"/>
                  </a:cubicBezTo>
                  <a:cubicBezTo>
                    <a:pt x="62437" y="73453"/>
                    <a:pt x="59891" y="84179"/>
                    <a:pt x="53295" y="92364"/>
                  </a:cubicBezTo>
                  <a:cubicBezTo>
                    <a:pt x="46808" y="100360"/>
                    <a:pt x="37084" y="105036"/>
                    <a:pt x="26787" y="105110"/>
                  </a:cubicBezTo>
                  <a:cubicBezTo>
                    <a:pt x="21562" y="105142"/>
                    <a:pt x="16403" y="103940"/>
                    <a:pt x="11731" y="101600"/>
                  </a:cubicBezTo>
                  <a:lnTo>
                    <a:pt x="11270" y="148613"/>
                  </a:lnTo>
                  <a:lnTo>
                    <a:pt x="43874" y="148613"/>
                  </a:lnTo>
                  <a:cubicBezTo>
                    <a:pt x="46986" y="148613"/>
                    <a:pt x="49508" y="151136"/>
                    <a:pt x="49508" y="154247"/>
                  </a:cubicBezTo>
                  <a:cubicBezTo>
                    <a:pt x="49508" y="157359"/>
                    <a:pt x="46986" y="159881"/>
                    <a:pt x="43874" y="15988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744D2358-4D2D-4C40-A6AB-B4364486E838}"/>
                </a:ext>
              </a:extLst>
            </p:cNvPr>
            <p:cNvSpPr/>
            <p:nvPr/>
          </p:nvSpPr>
          <p:spPr>
            <a:xfrm>
              <a:off x="5278612" y="2087703"/>
              <a:ext cx="11268" cy="31569"/>
            </a:xfrm>
            <a:custGeom>
              <a:avLst/>
              <a:gdLst>
                <a:gd name="connsiteX0" fmla="*/ 5589 w 11268"/>
                <a:gd name="connsiteY0" fmla="*/ 31570 h 31569"/>
                <a:gd name="connsiteX1" fmla="*/ 46 w 11268"/>
                <a:gd name="connsiteY1" fmla="*/ 26029 h 31569"/>
                <a:gd name="connsiteX2" fmla="*/ 47 w 11268"/>
                <a:gd name="connsiteY2" fmla="*/ 25936 h 31569"/>
                <a:gd name="connsiteX3" fmla="*/ 47 w 11268"/>
                <a:gd name="connsiteY3" fmla="*/ 6355 h 31569"/>
                <a:gd name="connsiteX4" fmla="*/ 4915 w 11268"/>
                <a:gd name="connsiteY4" fmla="*/ 47 h 31569"/>
                <a:gd name="connsiteX5" fmla="*/ 11223 w 11268"/>
                <a:gd name="connsiteY5" fmla="*/ 4915 h 31569"/>
                <a:gd name="connsiteX6" fmla="*/ 11223 w 11268"/>
                <a:gd name="connsiteY6" fmla="*/ 6355 h 31569"/>
                <a:gd name="connsiteX7" fmla="*/ 11223 w 11268"/>
                <a:gd name="connsiteY7" fmla="*/ 25936 h 31569"/>
                <a:gd name="connsiteX8" fmla="*/ 5589 w 11268"/>
                <a:gd name="connsiteY8" fmla="*/ 31570 h 31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68" h="31569">
                  <a:moveTo>
                    <a:pt x="5589" y="31570"/>
                  </a:moveTo>
                  <a:cubicBezTo>
                    <a:pt x="2528" y="31570"/>
                    <a:pt x="46" y="29090"/>
                    <a:pt x="46" y="26029"/>
                  </a:cubicBezTo>
                  <a:cubicBezTo>
                    <a:pt x="46" y="25998"/>
                    <a:pt x="46" y="25967"/>
                    <a:pt x="47" y="25936"/>
                  </a:cubicBezTo>
                  <a:lnTo>
                    <a:pt x="47" y="6355"/>
                  </a:lnTo>
                  <a:cubicBezTo>
                    <a:pt x="-351" y="3269"/>
                    <a:pt x="1829" y="444"/>
                    <a:pt x="4915" y="47"/>
                  </a:cubicBezTo>
                  <a:cubicBezTo>
                    <a:pt x="8001" y="-351"/>
                    <a:pt x="10825" y="1829"/>
                    <a:pt x="11223" y="4915"/>
                  </a:cubicBezTo>
                  <a:cubicBezTo>
                    <a:pt x="11284" y="5393"/>
                    <a:pt x="11284" y="5877"/>
                    <a:pt x="11223" y="6355"/>
                  </a:cubicBezTo>
                  <a:lnTo>
                    <a:pt x="11223" y="25936"/>
                  </a:lnTo>
                  <a:cubicBezTo>
                    <a:pt x="11223" y="29047"/>
                    <a:pt x="8700" y="31570"/>
                    <a:pt x="5589" y="3157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5439793D-2521-5442-8F36-A3FFC417C0DE}"/>
                </a:ext>
              </a:extLst>
            </p:cNvPr>
            <p:cNvSpPr/>
            <p:nvPr/>
          </p:nvSpPr>
          <p:spPr>
            <a:xfrm>
              <a:off x="5278612" y="2017784"/>
              <a:ext cx="11268" cy="31478"/>
            </a:xfrm>
            <a:custGeom>
              <a:avLst/>
              <a:gdLst>
                <a:gd name="connsiteX0" fmla="*/ 5589 w 11268"/>
                <a:gd name="connsiteY0" fmla="*/ 31478 h 31478"/>
                <a:gd name="connsiteX1" fmla="*/ 47 w 11268"/>
                <a:gd name="connsiteY1" fmla="*/ 25936 h 31478"/>
                <a:gd name="connsiteX2" fmla="*/ 47 w 11268"/>
                <a:gd name="connsiteY2" fmla="*/ 6355 h 31478"/>
                <a:gd name="connsiteX3" fmla="*/ 4915 w 11268"/>
                <a:gd name="connsiteY3" fmla="*/ 47 h 31478"/>
                <a:gd name="connsiteX4" fmla="*/ 11223 w 11268"/>
                <a:gd name="connsiteY4" fmla="*/ 4915 h 31478"/>
                <a:gd name="connsiteX5" fmla="*/ 11223 w 11268"/>
                <a:gd name="connsiteY5" fmla="*/ 6355 h 31478"/>
                <a:gd name="connsiteX6" fmla="*/ 11223 w 11268"/>
                <a:gd name="connsiteY6" fmla="*/ 25936 h 31478"/>
                <a:gd name="connsiteX7" fmla="*/ 5682 w 11268"/>
                <a:gd name="connsiteY7" fmla="*/ 31478 h 31478"/>
                <a:gd name="connsiteX8" fmla="*/ 5589 w 11268"/>
                <a:gd name="connsiteY8" fmla="*/ 31478 h 3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68" h="31478">
                  <a:moveTo>
                    <a:pt x="5589" y="31478"/>
                  </a:moveTo>
                  <a:cubicBezTo>
                    <a:pt x="2528" y="31478"/>
                    <a:pt x="47" y="28996"/>
                    <a:pt x="47" y="25936"/>
                  </a:cubicBezTo>
                  <a:lnTo>
                    <a:pt x="47" y="6355"/>
                  </a:lnTo>
                  <a:cubicBezTo>
                    <a:pt x="-351" y="3269"/>
                    <a:pt x="1829" y="444"/>
                    <a:pt x="4915" y="47"/>
                  </a:cubicBezTo>
                  <a:cubicBezTo>
                    <a:pt x="8001" y="-351"/>
                    <a:pt x="10825" y="1829"/>
                    <a:pt x="11223" y="4915"/>
                  </a:cubicBezTo>
                  <a:cubicBezTo>
                    <a:pt x="11284" y="5393"/>
                    <a:pt x="11284" y="5877"/>
                    <a:pt x="11223" y="6355"/>
                  </a:cubicBezTo>
                  <a:lnTo>
                    <a:pt x="11223" y="25936"/>
                  </a:lnTo>
                  <a:cubicBezTo>
                    <a:pt x="11223" y="28996"/>
                    <a:pt x="8742" y="31478"/>
                    <a:pt x="5682" y="31478"/>
                  </a:cubicBezTo>
                  <a:cubicBezTo>
                    <a:pt x="5651" y="31478"/>
                    <a:pt x="5620" y="31478"/>
                    <a:pt x="5589" y="3147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B3997FE4-8E48-3442-8A17-DAA5E7636F58}"/>
                </a:ext>
              </a:extLst>
            </p:cNvPr>
            <p:cNvSpPr/>
            <p:nvPr/>
          </p:nvSpPr>
          <p:spPr>
            <a:xfrm>
              <a:off x="5247347" y="2108724"/>
              <a:ext cx="42487" cy="33178"/>
            </a:xfrm>
            <a:custGeom>
              <a:avLst/>
              <a:gdLst>
                <a:gd name="connsiteX0" fmla="*/ 36853 w 42487"/>
                <a:gd name="connsiteY0" fmla="*/ 33178 h 33178"/>
                <a:gd name="connsiteX1" fmla="*/ 5634 w 42487"/>
                <a:gd name="connsiteY1" fmla="*/ 33178 h 33178"/>
                <a:gd name="connsiteX2" fmla="*/ 0 w 42487"/>
                <a:gd name="connsiteY2" fmla="*/ 27544 h 33178"/>
                <a:gd name="connsiteX3" fmla="*/ 5634 w 42487"/>
                <a:gd name="connsiteY3" fmla="*/ 21910 h 33178"/>
                <a:gd name="connsiteX4" fmla="*/ 31311 w 42487"/>
                <a:gd name="connsiteY4" fmla="*/ 21910 h 33178"/>
                <a:gd name="connsiteX5" fmla="*/ 31311 w 42487"/>
                <a:gd name="connsiteY5" fmla="*/ 4915 h 33178"/>
                <a:gd name="connsiteX6" fmla="*/ 37619 w 42487"/>
                <a:gd name="connsiteY6" fmla="*/ 47 h 33178"/>
                <a:gd name="connsiteX7" fmla="*/ 42487 w 42487"/>
                <a:gd name="connsiteY7" fmla="*/ 4915 h 33178"/>
                <a:gd name="connsiteX8" fmla="*/ 42487 w 42487"/>
                <a:gd name="connsiteY8" fmla="*/ 27544 h 33178"/>
                <a:gd name="connsiteX9" fmla="*/ 36853 w 42487"/>
                <a:gd name="connsiteY9" fmla="*/ 33178 h 3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487" h="33178">
                  <a:moveTo>
                    <a:pt x="36853" y="33178"/>
                  </a:moveTo>
                  <a:lnTo>
                    <a:pt x="5634" y="33178"/>
                  </a:lnTo>
                  <a:cubicBezTo>
                    <a:pt x="2523" y="33178"/>
                    <a:pt x="0" y="30656"/>
                    <a:pt x="0" y="27544"/>
                  </a:cubicBezTo>
                  <a:cubicBezTo>
                    <a:pt x="0" y="24432"/>
                    <a:pt x="2523" y="21910"/>
                    <a:pt x="5634" y="21910"/>
                  </a:cubicBezTo>
                  <a:lnTo>
                    <a:pt x="31311" y="21910"/>
                  </a:lnTo>
                  <a:lnTo>
                    <a:pt x="31311" y="4915"/>
                  </a:lnTo>
                  <a:cubicBezTo>
                    <a:pt x="31709" y="1829"/>
                    <a:pt x="34533" y="-351"/>
                    <a:pt x="37619" y="47"/>
                  </a:cubicBezTo>
                  <a:cubicBezTo>
                    <a:pt x="40160" y="374"/>
                    <a:pt x="42160" y="2374"/>
                    <a:pt x="42487" y="4915"/>
                  </a:cubicBezTo>
                  <a:lnTo>
                    <a:pt x="42487" y="27544"/>
                  </a:lnTo>
                  <a:cubicBezTo>
                    <a:pt x="42487" y="30656"/>
                    <a:pt x="39965" y="33178"/>
                    <a:pt x="36853" y="3317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27F77DA9-7A88-214C-B5EC-4B4FD368AFBD}"/>
                </a:ext>
              </a:extLst>
            </p:cNvPr>
            <p:cNvSpPr/>
            <p:nvPr/>
          </p:nvSpPr>
          <p:spPr>
            <a:xfrm>
              <a:off x="5129861" y="2130448"/>
              <a:ext cx="159881" cy="160159"/>
            </a:xfrm>
            <a:custGeom>
              <a:avLst/>
              <a:gdLst>
                <a:gd name="connsiteX0" fmla="*/ 136791 w 159881"/>
                <a:gd name="connsiteY0" fmla="*/ 160160 h 160159"/>
                <a:gd name="connsiteX1" fmla="*/ 5634 w 159881"/>
                <a:gd name="connsiteY1" fmla="*/ 160160 h 160159"/>
                <a:gd name="connsiteX2" fmla="*/ 0 w 159881"/>
                <a:gd name="connsiteY2" fmla="*/ 154525 h 160159"/>
                <a:gd name="connsiteX3" fmla="*/ 0 w 159881"/>
                <a:gd name="connsiteY3" fmla="*/ 116841 h 160159"/>
                <a:gd name="connsiteX4" fmla="*/ 5541 w 159881"/>
                <a:gd name="connsiteY4" fmla="*/ 111298 h 160159"/>
                <a:gd name="connsiteX5" fmla="*/ 5634 w 159881"/>
                <a:gd name="connsiteY5" fmla="*/ 111299 h 160159"/>
                <a:gd name="connsiteX6" fmla="*/ 11268 w 159881"/>
                <a:gd name="connsiteY6" fmla="*/ 116841 h 160159"/>
                <a:gd name="connsiteX7" fmla="*/ 11268 w 159881"/>
                <a:gd name="connsiteY7" fmla="*/ 148984 h 160159"/>
                <a:gd name="connsiteX8" fmla="*/ 136791 w 159881"/>
                <a:gd name="connsiteY8" fmla="*/ 148984 h 160159"/>
                <a:gd name="connsiteX9" fmla="*/ 148798 w 159881"/>
                <a:gd name="connsiteY9" fmla="*/ 136976 h 160159"/>
                <a:gd name="connsiteX10" fmla="*/ 148798 w 159881"/>
                <a:gd name="connsiteY10" fmla="*/ 11454 h 160159"/>
                <a:gd name="connsiteX11" fmla="*/ 117302 w 159881"/>
                <a:gd name="connsiteY11" fmla="*/ 11454 h 160159"/>
                <a:gd name="connsiteX12" fmla="*/ 120073 w 159881"/>
                <a:gd name="connsiteY12" fmla="*/ 34360 h 160159"/>
                <a:gd name="connsiteX13" fmla="*/ 79370 w 159881"/>
                <a:gd name="connsiteY13" fmla="*/ 60901 h 160159"/>
                <a:gd name="connsiteX14" fmla="*/ 52093 w 159881"/>
                <a:gd name="connsiteY14" fmla="*/ 26971 h 160159"/>
                <a:gd name="connsiteX15" fmla="*/ 55788 w 159881"/>
                <a:gd name="connsiteY15" fmla="*/ 11731 h 160159"/>
                <a:gd name="connsiteX16" fmla="*/ 11268 w 159881"/>
                <a:gd name="connsiteY16" fmla="*/ 11269 h 160159"/>
                <a:gd name="connsiteX17" fmla="*/ 11268 w 159881"/>
                <a:gd name="connsiteY17" fmla="*/ 42858 h 160159"/>
                <a:gd name="connsiteX18" fmla="*/ 5634 w 159881"/>
                <a:gd name="connsiteY18" fmla="*/ 48400 h 160159"/>
                <a:gd name="connsiteX19" fmla="*/ 1 w 159881"/>
                <a:gd name="connsiteY19" fmla="*/ 42951 h 160159"/>
                <a:gd name="connsiteX20" fmla="*/ 0 w 159881"/>
                <a:gd name="connsiteY20" fmla="*/ 42858 h 160159"/>
                <a:gd name="connsiteX21" fmla="*/ 0 w 159881"/>
                <a:gd name="connsiteY21" fmla="*/ 5912 h 160159"/>
                <a:gd name="connsiteX22" fmla="*/ 5634 w 159881"/>
                <a:gd name="connsiteY22" fmla="*/ 278 h 160159"/>
                <a:gd name="connsiteX23" fmla="*/ 55603 w 159881"/>
                <a:gd name="connsiteY23" fmla="*/ 278 h 160159"/>
                <a:gd name="connsiteX24" fmla="*/ 65301 w 159881"/>
                <a:gd name="connsiteY24" fmla="*/ 5728 h 160159"/>
                <a:gd name="connsiteX25" fmla="*/ 65301 w 159881"/>
                <a:gd name="connsiteY25" fmla="*/ 16996 h 160159"/>
                <a:gd name="connsiteX26" fmla="*/ 63731 w 159881"/>
                <a:gd name="connsiteY26" fmla="*/ 26971 h 160159"/>
                <a:gd name="connsiteX27" fmla="*/ 87022 w 159881"/>
                <a:gd name="connsiteY27" fmla="*/ 50046 h 160159"/>
                <a:gd name="connsiteX28" fmla="*/ 91440 w 159881"/>
                <a:gd name="connsiteY28" fmla="*/ 49600 h 160159"/>
                <a:gd name="connsiteX29" fmla="*/ 109043 w 159881"/>
                <a:gd name="connsiteY29" fmla="*/ 22096 h 160159"/>
                <a:gd name="connsiteX30" fmla="*/ 107142 w 159881"/>
                <a:gd name="connsiteY30" fmla="*/ 16719 h 160159"/>
                <a:gd name="connsiteX31" fmla="*/ 107604 w 159881"/>
                <a:gd name="connsiteY31" fmla="*/ 5451 h 160159"/>
                <a:gd name="connsiteX32" fmla="*/ 117302 w 159881"/>
                <a:gd name="connsiteY32" fmla="*/ 1 h 160159"/>
                <a:gd name="connsiteX33" fmla="*/ 154247 w 159881"/>
                <a:gd name="connsiteY33" fmla="*/ 1 h 160159"/>
                <a:gd name="connsiteX34" fmla="*/ 159881 w 159881"/>
                <a:gd name="connsiteY34" fmla="*/ 5635 h 160159"/>
                <a:gd name="connsiteX35" fmla="*/ 159881 w 159881"/>
                <a:gd name="connsiteY35" fmla="*/ 136792 h 160159"/>
                <a:gd name="connsiteX36" fmla="*/ 136791 w 159881"/>
                <a:gd name="connsiteY36" fmla="*/ 160160 h 16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9881" h="160159">
                  <a:moveTo>
                    <a:pt x="136791" y="160160"/>
                  </a:moveTo>
                  <a:lnTo>
                    <a:pt x="5634" y="160160"/>
                  </a:lnTo>
                  <a:cubicBezTo>
                    <a:pt x="2523" y="160160"/>
                    <a:pt x="0" y="157637"/>
                    <a:pt x="0" y="154525"/>
                  </a:cubicBezTo>
                  <a:lnTo>
                    <a:pt x="0" y="116841"/>
                  </a:lnTo>
                  <a:cubicBezTo>
                    <a:pt x="0" y="113780"/>
                    <a:pt x="2480" y="111299"/>
                    <a:pt x="5541" y="111298"/>
                  </a:cubicBezTo>
                  <a:cubicBezTo>
                    <a:pt x="5572" y="111298"/>
                    <a:pt x="5603" y="111299"/>
                    <a:pt x="5634" y="111299"/>
                  </a:cubicBezTo>
                  <a:cubicBezTo>
                    <a:pt x="8710" y="111299"/>
                    <a:pt x="11218" y="113766"/>
                    <a:pt x="11268" y="116841"/>
                  </a:cubicBezTo>
                  <a:lnTo>
                    <a:pt x="11268" y="148984"/>
                  </a:lnTo>
                  <a:lnTo>
                    <a:pt x="136791" y="148984"/>
                  </a:lnTo>
                  <a:cubicBezTo>
                    <a:pt x="143401" y="148933"/>
                    <a:pt x="148748" y="143587"/>
                    <a:pt x="148798" y="136976"/>
                  </a:cubicBezTo>
                  <a:lnTo>
                    <a:pt x="148798" y="11454"/>
                  </a:lnTo>
                  <a:lnTo>
                    <a:pt x="117302" y="11454"/>
                  </a:lnTo>
                  <a:cubicBezTo>
                    <a:pt x="120647" y="18598"/>
                    <a:pt x="121618" y="26625"/>
                    <a:pt x="120073" y="34360"/>
                  </a:cubicBezTo>
                  <a:cubicBezTo>
                    <a:pt x="116162" y="52929"/>
                    <a:pt x="97939" y="64812"/>
                    <a:pt x="79370" y="60901"/>
                  </a:cubicBezTo>
                  <a:cubicBezTo>
                    <a:pt x="63359" y="57529"/>
                    <a:pt x="51946" y="43333"/>
                    <a:pt x="52093" y="26971"/>
                  </a:cubicBezTo>
                  <a:cubicBezTo>
                    <a:pt x="52099" y="21670"/>
                    <a:pt x="53365" y="16447"/>
                    <a:pt x="55788" y="11731"/>
                  </a:cubicBezTo>
                  <a:lnTo>
                    <a:pt x="11268" y="11269"/>
                  </a:lnTo>
                  <a:lnTo>
                    <a:pt x="11268" y="42858"/>
                  </a:lnTo>
                  <a:cubicBezTo>
                    <a:pt x="11218" y="45933"/>
                    <a:pt x="8710" y="48400"/>
                    <a:pt x="5634" y="48400"/>
                  </a:cubicBezTo>
                  <a:cubicBezTo>
                    <a:pt x="2574" y="48451"/>
                    <a:pt x="52" y="46011"/>
                    <a:pt x="1" y="42951"/>
                  </a:cubicBezTo>
                  <a:cubicBezTo>
                    <a:pt x="0" y="42920"/>
                    <a:pt x="0" y="42889"/>
                    <a:pt x="0" y="42858"/>
                  </a:cubicBezTo>
                  <a:lnTo>
                    <a:pt x="0" y="5912"/>
                  </a:lnTo>
                  <a:cubicBezTo>
                    <a:pt x="0" y="2801"/>
                    <a:pt x="2523" y="278"/>
                    <a:pt x="5634" y="278"/>
                  </a:cubicBezTo>
                  <a:lnTo>
                    <a:pt x="55603" y="278"/>
                  </a:lnTo>
                  <a:cubicBezTo>
                    <a:pt x="59569" y="261"/>
                    <a:pt x="63253" y="2331"/>
                    <a:pt x="65301" y="5728"/>
                  </a:cubicBezTo>
                  <a:cubicBezTo>
                    <a:pt x="67277" y="9224"/>
                    <a:pt x="67277" y="13500"/>
                    <a:pt x="65301" y="16996"/>
                  </a:cubicBezTo>
                  <a:cubicBezTo>
                    <a:pt x="64011" y="20154"/>
                    <a:pt x="63473" y="23569"/>
                    <a:pt x="63731" y="26971"/>
                  </a:cubicBezTo>
                  <a:cubicBezTo>
                    <a:pt x="63791" y="39775"/>
                    <a:pt x="74218" y="50106"/>
                    <a:pt x="87022" y="50046"/>
                  </a:cubicBezTo>
                  <a:cubicBezTo>
                    <a:pt x="88506" y="50039"/>
                    <a:pt x="89985" y="49890"/>
                    <a:pt x="91440" y="49600"/>
                  </a:cubicBezTo>
                  <a:cubicBezTo>
                    <a:pt x="103896" y="46866"/>
                    <a:pt x="111777" y="34552"/>
                    <a:pt x="109043" y="22096"/>
                  </a:cubicBezTo>
                  <a:cubicBezTo>
                    <a:pt x="108634" y="20232"/>
                    <a:pt x="107995" y="18426"/>
                    <a:pt x="107142" y="16719"/>
                  </a:cubicBezTo>
                  <a:cubicBezTo>
                    <a:pt x="105308" y="13142"/>
                    <a:pt x="105483" y="8865"/>
                    <a:pt x="107604" y="5451"/>
                  </a:cubicBezTo>
                  <a:cubicBezTo>
                    <a:pt x="109625" y="2026"/>
                    <a:pt x="113326" y="-54"/>
                    <a:pt x="117302" y="1"/>
                  </a:cubicBezTo>
                  <a:lnTo>
                    <a:pt x="154247" y="1"/>
                  </a:lnTo>
                  <a:cubicBezTo>
                    <a:pt x="157359" y="1"/>
                    <a:pt x="159881" y="2524"/>
                    <a:pt x="159881" y="5635"/>
                  </a:cubicBezTo>
                  <a:lnTo>
                    <a:pt x="159881" y="136792"/>
                  </a:lnTo>
                  <a:cubicBezTo>
                    <a:pt x="159933" y="149611"/>
                    <a:pt x="149609" y="160058"/>
                    <a:pt x="136791" y="16016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FDB2FC7E-8076-1446-9372-4FBDD1DD7D55}"/>
                </a:ext>
              </a:extLst>
            </p:cNvPr>
            <p:cNvSpPr/>
            <p:nvPr/>
          </p:nvSpPr>
          <p:spPr>
            <a:xfrm>
              <a:off x="4981155" y="2130634"/>
              <a:ext cx="160439" cy="159993"/>
            </a:xfrm>
            <a:custGeom>
              <a:avLst/>
              <a:gdLst>
                <a:gd name="connsiteX0" fmla="*/ 154340 w 160439"/>
                <a:gd name="connsiteY0" fmla="*/ 159974 h 159993"/>
                <a:gd name="connsiteX1" fmla="*/ 23183 w 160439"/>
                <a:gd name="connsiteY1" fmla="*/ 159974 h 159993"/>
                <a:gd name="connsiteX2" fmla="*/ 0 w 160439"/>
                <a:gd name="connsiteY2" fmla="*/ 136791 h 159993"/>
                <a:gd name="connsiteX3" fmla="*/ 0 w 160439"/>
                <a:gd name="connsiteY3" fmla="*/ 5634 h 159993"/>
                <a:gd name="connsiteX4" fmla="*/ 5634 w 160439"/>
                <a:gd name="connsiteY4" fmla="*/ 0 h 159993"/>
                <a:gd name="connsiteX5" fmla="*/ 28448 w 160439"/>
                <a:gd name="connsiteY5" fmla="*/ 0 h 159993"/>
                <a:gd name="connsiteX6" fmla="*/ 34082 w 160439"/>
                <a:gd name="connsiteY6" fmla="*/ 5634 h 159993"/>
                <a:gd name="connsiteX7" fmla="*/ 28448 w 160439"/>
                <a:gd name="connsiteY7" fmla="*/ 11268 h 159993"/>
                <a:gd name="connsiteX8" fmla="*/ 11176 w 160439"/>
                <a:gd name="connsiteY8" fmla="*/ 11268 h 159993"/>
                <a:gd name="connsiteX9" fmla="*/ 11176 w 160439"/>
                <a:gd name="connsiteY9" fmla="*/ 136791 h 159993"/>
                <a:gd name="connsiteX10" fmla="*/ 23183 w 160439"/>
                <a:gd name="connsiteY10" fmla="*/ 148798 h 159993"/>
                <a:gd name="connsiteX11" fmla="*/ 148705 w 160439"/>
                <a:gd name="connsiteY11" fmla="*/ 148798 h 159993"/>
                <a:gd name="connsiteX12" fmla="*/ 148705 w 160439"/>
                <a:gd name="connsiteY12" fmla="*/ 108435 h 159993"/>
                <a:gd name="connsiteX13" fmla="*/ 122382 w 160439"/>
                <a:gd name="connsiteY13" fmla="*/ 113700 h 159993"/>
                <a:gd name="connsiteX14" fmla="*/ 95319 w 160439"/>
                <a:gd name="connsiteY14" fmla="*/ 87376 h 159993"/>
                <a:gd name="connsiteX15" fmla="*/ 102247 w 160439"/>
                <a:gd name="connsiteY15" fmla="*/ 58374 h 159993"/>
                <a:gd name="connsiteX16" fmla="*/ 129309 w 160439"/>
                <a:gd name="connsiteY16" fmla="*/ 45720 h 159993"/>
                <a:gd name="connsiteX17" fmla="*/ 148705 w 160439"/>
                <a:gd name="connsiteY17" fmla="*/ 51724 h 159993"/>
                <a:gd name="connsiteX18" fmla="*/ 149167 w 160439"/>
                <a:gd name="connsiteY18" fmla="*/ 11268 h 159993"/>
                <a:gd name="connsiteX19" fmla="*/ 105295 w 160439"/>
                <a:gd name="connsiteY19" fmla="*/ 11268 h 159993"/>
                <a:gd name="connsiteX20" fmla="*/ 99660 w 160439"/>
                <a:gd name="connsiteY20" fmla="*/ 5634 h 159993"/>
                <a:gd name="connsiteX21" fmla="*/ 105295 w 160439"/>
                <a:gd name="connsiteY21" fmla="*/ 0 h 159993"/>
                <a:gd name="connsiteX22" fmla="*/ 154340 w 160439"/>
                <a:gd name="connsiteY22" fmla="*/ 0 h 159993"/>
                <a:gd name="connsiteX23" fmla="*/ 159974 w 160439"/>
                <a:gd name="connsiteY23" fmla="*/ 5634 h 159993"/>
                <a:gd name="connsiteX24" fmla="*/ 159974 w 160439"/>
                <a:gd name="connsiteY24" fmla="*/ 51816 h 159993"/>
                <a:gd name="connsiteX25" fmla="*/ 148428 w 160439"/>
                <a:gd name="connsiteY25" fmla="*/ 63361 h 159993"/>
                <a:gd name="connsiteX26" fmla="*/ 141501 w 160439"/>
                <a:gd name="connsiteY26" fmla="*/ 61052 h 159993"/>
                <a:gd name="connsiteX27" fmla="*/ 129309 w 160439"/>
                <a:gd name="connsiteY27" fmla="*/ 56896 h 159993"/>
                <a:gd name="connsiteX28" fmla="*/ 106306 w 160439"/>
                <a:gd name="connsiteY28" fmla="*/ 80074 h 159993"/>
                <a:gd name="connsiteX29" fmla="*/ 106772 w 160439"/>
                <a:gd name="connsiteY29" fmla="*/ 84605 h 159993"/>
                <a:gd name="connsiteX30" fmla="*/ 134186 w 160439"/>
                <a:gd name="connsiteY30" fmla="*/ 102109 h 159993"/>
                <a:gd name="connsiteX31" fmla="*/ 142332 w 160439"/>
                <a:gd name="connsiteY31" fmla="*/ 98552 h 159993"/>
                <a:gd name="connsiteX32" fmla="*/ 154247 w 160439"/>
                <a:gd name="connsiteY32" fmla="*/ 97813 h 159993"/>
                <a:gd name="connsiteX33" fmla="*/ 160436 w 160439"/>
                <a:gd name="connsiteY33" fmla="*/ 107973 h 159993"/>
                <a:gd name="connsiteX34" fmla="*/ 160436 w 160439"/>
                <a:gd name="connsiteY34" fmla="*/ 154155 h 159993"/>
                <a:gd name="connsiteX35" fmla="*/ 155009 w 160439"/>
                <a:gd name="connsiteY35" fmla="*/ 159989 h 159993"/>
                <a:gd name="connsiteX36" fmla="*/ 154340 w 160439"/>
                <a:gd name="connsiteY36" fmla="*/ 159974 h 15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0439" h="159993">
                  <a:moveTo>
                    <a:pt x="154340" y="159974"/>
                  </a:moveTo>
                  <a:lnTo>
                    <a:pt x="23183" y="159974"/>
                  </a:lnTo>
                  <a:cubicBezTo>
                    <a:pt x="10401" y="159923"/>
                    <a:pt x="51" y="149573"/>
                    <a:pt x="0" y="136791"/>
                  </a:cubicBezTo>
                  <a:lnTo>
                    <a:pt x="0" y="5634"/>
                  </a:lnTo>
                  <a:cubicBezTo>
                    <a:pt x="0" y="2523"/>
                    <a:pt x="2523" y="0"/>
                    <a:pt x="5634" y="0"/>
                  </a:cubicBezTo>
                  <a:lnTo>
                    <a:pt x="28448" y="0"/>
                  </a:lnTo>
                  <a:cubicBezTo>
                    <a:pt x="31560" y="0"/>
                    <a:pt x="34082" y="2523"/>
                    <a:pt x="34082" y="5634"/>
                  </a:cubicBezTo>
                  <a:cubicBezTo>
                    <a:pt x="34082" y="8746"/>
                    <a:pt x="31560" y="11268"/>
                    <a:pt x="28448" y="11268"/>
                  </a:cubicBezTo>
                  <a:lnTo>
                    <a:pt x="11176" y="11268"/>
                  </a:lnTo>
                  <a:lnTo>
                    <a:pt x="11176" y="136791"/>
                  </a:lnTo>
                  <a:cubicBezTo>
                    <a:pt x="11176" y="143422"/>
                    <a:pt x="16552" y="148798"/>
                    <a:pt x="23183" y="148798"/>
                  </a:cubicBezTo>
                  <a:lnTo>
                    <a:pt x="148705" y="148798"/>
                  </a:lnTo>
                  <a:lnTo>
                    <a:pt x="148705" y="108435"/>
                  </a:lnTo>
                  <a:cubicBezTo>
                    <a:pt x="140944" y="113534"/>
                    <a:pt x="131507" y="115422"/>
                    <a:pt x="122382" y="113700"/>
                  </a:cubicBezTo>
                  <a:cubicBezTo>
                    <a:pt x="108893" y="111156"/>
                    <a:pt x="98235" y="100789"/>
                    <a:pt x="95319" y="87376"/>
                  </a:cubicBezTo>
                  <a:cubicBezTo>
                    <a:pt x="93136" y="77159"/>
                    <a:pt x="95681" y="66502"/>
                    <a:pt x="102247" y="58374"/>
                  </a:cubicBezTo>
                  <a:cubicBezTo>
                    <a:pt x="108857" y="50239"/>
                    <a:pt x="118828" y="45577"/>
                    <a:pt x="129309" y="45720"/>
                  </a:cubicBezTo>
                  <a:cubicBezTo>
                    <a:pt x="136241" y="45662"/>
                    <a:pt x="143019" y="47760"/>
                    <a:pt x="148705" y="51724"/>
                  </a:cubicBezTo>
                  <a:lnTo>
                    <a:pt x="149167" y="11268"/>
                  </a:lnTo>
                  <a:lnTo>
                    <a:pt x="105295" y="11268"/>
                  </a:lnTo>
                  <a:cubicBezTo>
                    <a:pt x="102183" y="11268"/>
                    <a:pt x="99660" y="8746"/>
                    <a:pt x="99660" y="5634"/>
                  </a:cubicBezTo>
                  <a:cubicBezTo>
                    <a:pt x="99660" y="2523"/>
                    <a:pt x="102183" y="0"/>
                    <a:pt x="105295" y="0"/>
                  </a:cubicBezTo>
                  <a:lnTo>
                    <a:pt x="154340" y="0"/>
                  </a:lnTo>
                  <a:cubicBezTo>
                    <a:pt x="157431" y="49"/>
                    <a:pt x="159924" y="2543"/>
                    <a:pt x="159974" y="5634"/>
                  </a:cubicBezTo>
                  <a:lnTo>
                    <a:pt x="159974" y="51816"/>
                  </a:lnTo>
                  <a:cubicBezTo>
                    <a:pt x="159974" y="58192"/>
                    <a:pt x="154805" y="63361"/>
                    <a:pt x="148428" y="63361"/>
                  </a:cubicBezTo>
                  <a:cubicBezTo>
                    <a:pt x="145930" y="63361"/>
                    <a:pt x="143500" y="62551"/>
                    <a:pt x="141501" y="61052"/>
                  </a:cubicBezTo>
                  <a:cubicBezTo>
                    <a:pt x="137930" y="58505"/>
                    <a:pt x="133692" y="57060"/>
                    <a:pt x="129309" y="56896"/>
                  </a:cubicBezTo>
                  <a:cubicBezTo>
                    <a:pt x="116556" y="56944"/>
                    <a:pt x="106258" y="67322"/>
                    <a:pt x="106306" y="80074"/>
                  </a:cubicBezTo>
                  <a:cubicBezTo>
                    <a:pt x="106312" y="81596"/>
                    <a:pt x="106468" y="83114"/>
                    <a:pt x="106772" y="84605"/>
                  </a:cubicBezTo>
                  <a:cubicBezTo>
                    <a:pt x="109509" y="97009"/>
                    <a:pt x="121782" y="104845"/>
                    <a:pt x="134186" y="102109"/>
                  </a:cubicBezTo>
                  <a:cubicBezTo>
                    <a:pt x="137107" y="101464"/>
                    <a:pt x="139874" y="100256"/>
                    <a:pt x="142332" y="98552"/>
                  </a:cubicBezTo>
                  <a:cubicBezTo>
                    <a:pt x="145859" y="96112"/>
                    <a:pt x="150447" y="95828"/>
                    <a:pt x="154247" y="97813"/>
                  </a:cubicBezTo>
                  <a:cubicBezTo>
                    <a:pt x="158060" y="99763"/>
                    <a:pt x="160453" y="103691"/>
                    <a:pt x="160436" y="107973"/>
                  </a:cubicBezTo>
                  <a:lnTo>
                    <a:pt x="160436" y="154155"/>
                  </a:lnTo>
                  <a:cubicBezTo>
                    <a:pt x="160548" y="157265"/>
                    <a:pt x="158119" y="159877"/>
                    <a:pt x="155009" y="159989"/>
                  </a:cubicBezTo>
                  <a:cubicBezTo>
                    <a:pt x="154786" y="159998"/>
                    <a:pt x="154562" y="159992"/>
                    <a:pt x="154340" y="15997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D06CB163-7F66-A641-B96C-646F52F98B7E}"/>
                </a:ext>
              </a:extLst>
            </p:cNvPr>
            <p:cNvSpPr/>
            <p:nvPr/>
          </p:nvSpPr>
          <p:spPr>
            <a:xfrm>
              <a:off x="4981155" y="1981928"/>
              <a:ext cx="159974" cy="160023"/>
            </a:xfrm>
            <a:custGeom>
              <a:avLst/>
              <a:gdLst>
                <a:gd name="connsiteX0" fmla="*/ 154340 w 159974"/>
                <a:gd name="connsiteY0" fmla="*/ 159974 h 160023"/>
                <a:gd name="connsiteX1" fmla="*/ 94211 w 159974"/>
                <a:gd name="connsiteY1" fmla="*/ 159974 h 160023"/>
                <a:gd name="connsiteX2" fmla="*/ 84236 w 159974"/>
                <a:gd name="connsiteY2" fmla="*/ 154155 h 160023"/>
                <a:gd name="connsiteX3" fmla="*/ 84236 w 159974"/>
                <a:gd name="connsiteY3" fmla="*/ 143071 h 160023"/>
                <a:gd name="connsiteX4" fmla="*/ 87099 w 159974"/>
                <a:gd name="connsiteY4" fmla="*/ 131988 h 160023"/>
                <a:gd name="connsiteX5" fmla="*/ 78602 w 159974"/>
                <a:gd name="connsiteY5" fmla="*/ 114069 h 160023"/>
                <a:gd name="connsiteX6" fmla="*/ 46163 w 159974"/>
                <a:gd name="connsiteY6" fmla="*/ 117829 h 160023"/>
                <a:gd name="connsiteX7" fmla="*/ 41656 w 159974"/>
                <a:gd name="connsiteY7" fmla="*/ 127462 h 160023"/>
                <a:gd name="connsiteX8" fmla="*/ 43965 w 159974"/>
                <a:gd name="connsiteY8" fmla="*/ 142887 h 160023"/>
                <a:gd name="connsiteX9" fmla="*/ 43965 w 159974"/>
                <a:gd name="connsiteY9" fmla="*/ 154340 h 160023"/>
                <a:gd name="connsiteX10" fmla="*/ 34082 w 159974"/>
                <a:gd name="connsiteY10" fmla="*/ 159974 h 160023"/>
                <a:gd name="connsiteX11" fmla="*/ 6373 w 159974"/>
                <a:gd name="connsiteY11" fmla="*/ 159974 h 160023"/>
                <a:gd name="connsiteX12" fmla="*/ 49 w 159974"/>
                <a:gd name="connsiteY12" fmla="*/ 155127 h 160023"/>
                <a:gd name="connsiteX13" fmla="*/ 0 w 159974"/>
                <a:gd name="connsiteY13" fmla="*/ 154340 h 160023"/>
                <a:gd name="connsiteX14" fmla="*/ 0 w 159974"/>
                <a:gd name="connsiteY14" fmla="*/ 23183 h 160023"/>
                <a:gd name="connsiteX15" fmla="*/ 23183 w 159974"/>
                <a:gd name="connsiteY15" fmla="*/ 0 h 160023"/>
                <a:gd name="connsiteX16" fmla="*/ 154340 w 159974"/>
                <a:gd name="connsiteY16" fmla="*/ 0 h 160023"/>
                <a:gd name="connsiteX17" fmla="*/ 159974 w 159974"/>
                <a:gd name="connsiteY17" fmla="*/ 5634 h 160023"/>
                <a:gd name="connsiteX18" fmla="*/ 159974 w 159974"/>
                <a:gd name="connsiteY18" fmla="*/ 33343 h 160023"/>
                <a:gd name="connsiteX19" fmla="*/ 154340 w 159974"/>
                <a:gd name="connsiteY19" fmla="*/ 38977 h 160023"/>
                <a:gd name="connsiteX20" fmla="*/ 148706 w 159974"/>
                <a:gd name="connsiteY20" fmla="*/ 33343 h 160023"/>
                <a:gd name="connsiteX21" fmla="*/ 148706 w 159974"/>
                <a:gd name="connsiteY21" fmla="*/ 11176 h 160023"/>
                <a:gd name="connsiteX22" fmla="*/ 23183 w 159974"/>
                <a:gd name="connsiteY22" fmla="*/ 11176 h 160023"/>
                <a:gd name="connsiteX23" fmla="*/ 11176 w 159974"/>
                <a:gd name="connsiteY23" fmla="*/ 23183 h 160023"/>
                <a:gd name="connsiteX24" fmla="*/ 11176 w 159974"/>
                <a:gd name="connsiteY24" fmla="*/ 148705 h 160023"/>
                <a:gd name="connsiteX25" fmla="*/ 33528 w 159974"/>
                <a:gd name="connsiteY25" fmla="*/ 148705 h 160023"/>
                <a:gd name="connsiteX26" fmla="*/ 30203 w 159974"/>
                <a:gd name="connsiteY26" fmla="*/ 125337 h 160023"/>
                <a:gd name="connsiteX27" fmla="*/ 70901 w 159974"/>
                <a:gd name="connsiteY27" fmla="*/ 98789 h 160023"/>
                <a:gd name="connsiteX28" fmla="*/ 98183 w 159974"/>
                <a:gd name="connsiteY28" fmla="*/ 131988 h 160023"/>
                <a:gd name="connsiteX29" fmla="*/ 93842 w 159974"/>
                <a:gd name="connsiteY29" fmla="*/ 148613 h 160023"/>
                <a:gd name="connsiteX30" fmla="*/ 148706 w 159974"/>
                <a:gd name="connsiteY30" fmla="*/ 148613 h 160023"/>
                <a:gd name="connsiteX31" fmla="*/ 148706 w 159974"/>
                <a:gd name="connsiteY31" fmla="*/ 107973 h 160023"/>
                <a:gd name="connsiteX32" fmla="*/ 154340 w 159974"/>
                <a:gd name="connsiteY32" fmla="*/ 102339 h 160023"/>
                <a:gd name="connsiteX33" fmla="*/ 159974 w 159974"/>
                <a:gd name="connsiteY33" fmla="*/ 107973 h 160023"/>
                <a:gd name="connsiteX34" fmla="*/ 159974 w 159974"/>
                <a:gd name="connsiteY34" fmla="*/ 154155 h 160023"/>
                <a:gd name="connsiteX35" fmla="*/ 154341 w 159974"/>
                <a:gd name="connsiteY35" fmla="*/ 159974 h 160023"/>
                <a:gd name="connsiteX36" fmla="*/ 154340 w 159974"/>
                <a:gd name="connsiteY36" fmla="*/ 159974 h 16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9974" h="160023">
                  <a:moveTo>
                    <a:pt x="154340" y="159974"/>
                  </a:moveTo>
                  <a:lnTo>
                    <a:pt x="94211" y="159974"/>
                  </a:lnTo>
                  <a:cubicBezTo>
                    <a:pt x="90090" y="159937"/>
                    <a:pt x="86296" y="157724"/>
                    <a:pt x="84236" y="154155"/>
                  </a:cubicBezTo>
                  <a:cubicBezTo>
                    <a:pt x="82256" y="150726"/>
                    <a:pt x="82256" y="146501"/>
                    <a:pt x="84236" y="143071"/>
                  </a:cubicBezTo>
                  <a:cubicBezTo>
                    <a:pt x="86148" y="139693"/>
                    <a:pt x="87136" y="135870"/>
                    <a:pt x="87099" y="131988"/>
                  </a:cubicBezTo>
                  <a:cubicBezTo>
                    <a:pt x="87080" y="125047"/>
                    <a:pt x="83964" y="118476"/>
                    <a:pt x="78602" y="114069"/>
                  </a:cubicBezTo>
                  <a:cubicBezTo>
                    <a:pt x="68606" y="106150"/>
                    <a:pt x="54083" y="107833"/>
                    <a:pt x="46163" y="117829"/>
                  </a:cubicBezTo>
                  <a:cubicBezTo>
                    <a:pt x="43932" y="120645"/>
                    <a:pt x="42389" y="123944"/>
                    <a:pt x="41656" y="127462"/>
                  </a:cubicBezTo>
                  <a:cubicBezTo>
                    <a:pt x="40637" y="132716"/>
                    <a:pt x="41452" y="138161"/>
                    <a:pt x="43965" y="142887"/>
                  </a:cubicBezTo>
                  <a:cubicBezTo>
                    <a:pt x="45992" y="146435"/>
                    <a:pt x="45992" y="150791"/>
                    <a:pt x="43965" y="154340"/>
                  </a:cubicBezTo>
                  <a:cubicBezTo>
                    <a:pt x="41916" y="157851"/>
                    <a:pt x="38147" y="159999"/>
                    <a:pt x="34082" y="159974"/>
                  </a:cubicBezTo>
                  <a:lnTo>
                    <a:pt x="6373" y="159974"/>
                  </a:lnTo>
                  <a:cubicBezTo>
                    <a:pt x="3289" y="160382"/>
                    <a:pt x="457" y="158212"/>
                    <a:pt x="49" y="155127"/>
                  </a:cubicBezTo>
                  <a:cubicBezTo>
                    <a:pt x="14" y="154866"/>
                    <a:pt x="-2" y="154603"/>
                    <a:pt x="0" y="154340"/>
                  </a:cubicBezTo>
                  <a:lnTo>
                    <a:pt x="0" y="23183"/>
                  </a:lnTo>
                  <a:cubicBezTo>
                    <a:pt x="51" y="10401"/>
                    <a:pt x="10401" y="51"/>
                    <a:pt x="23183" y="0"/>
                  </a:cubicBezTo>
                  <a:lnTo>
                    <a:pt x="154340" y="0"/>
                  </a:lnTo>
                  <a:cubicBezTo>
                    <a:pt x="157452" y="0"/>
                    <a:pt x="159974" y="2523"/>
                    <a:pt x="159974" y="5634"/>
                  </a:cubicBezTo>
                  <a:lnTo>
                    <a:pt x="159974" y="33343"/>
                  </a:lnTo>
                  <a:cubicBezTo>
                    <a:pt x="159974" y="36455"/>
                    <a:pt x="157452" y="38977"/>
                    <a:pt x="154340" y="38977"/>
                  </a:cubicBezTo>
                  <a:cubicBezTo>
                    <a:pt x="151228" y="38977"/>
                    <a:pt x="148706" y="36455"/>
                    <a:pt x="148706" y="33343"/>
                  </a:cubicBezTo>
                  <a:lnTo>
                    <a:pt x="148706" y="11176"/>
                  </a:lnTo>
                  <a:lnTo>
                    <a:pt x="23183" y="11176"/>
                  </a:lnTo>
                  <a:cubicBezTo>
                    <a:pt x="16552" y="11176"/>
                    <a:pt x="11176" y="16552"/>
                    <a:pt x="11176" y="23183"/>
                  </a:cubicBezTo>
                  <a:lnTo>
                    <a:pt x="11176" y="148705"/>
                  </a:lnTo>
                  <a:lnTo>
                    <a:pt x="33528" y="148705"/>
                  </a:lnTo>
                  <a:cubicBezTo>
                    <a:pt x="29895" y="141489"/>
                    <a:pt x="28727" y="133281"/>
                    <a:pt x="30203" y="125337"/>
                  </a:cubicBezTo>
                  <a:cubicBezTo>
                    <a:pt x="34110" y="106768"/>
                    <a:pt x="52332" y="94882"/>
                    <a:pt x="70901" y="98789"/>
                  </a:cubicBezTo>
                  <a:cubicBezTo>
                    <a:pt x="86646" y="102102"/>
                    <a:pt x="97984" y="115899"/>
                    <a:pt x="98183" y="131988"/>
                  </a:cubicBezTo>
                  <a:cubicBezTo>
                    <a:pt x="98192" y="137811"/>
                    <a:pt x="96696" y="143538"/>
                    <a:pt x="93842" y="148613"/>
                  </a:cubicBezTo>
                  <a:lnTo>
                    <a:pt x="148706" y="148613"/>
                  </a:lnTo>
                  <a:lnTo>
                    <a:pt x="148706" y="107973"/>
                  </a:lnTo>
                  <a:cubicBezTo>
                    <a:pt x="148706" y="104861"/>
                    <a:pt x="151228" y="102339"/>
                    <a:pt x="154340" y="102339"/>
                  </a:cubicBezTo>
                  <a:cubicBezTo>
                    <a:pt x="157452" y="102339"/>
                    <a:pt x="159974" y="104861"/>
                    <a:pt x="159974" y="107973"/>
                  </a:cubicBezTo>
                  <a:lnTo>
                    <a:pt x="159974" y="154155"/>
                  </a:lnTo>
                  <a:cubicBezTo>
                    <a:pt x="160025" y="157317"/>
                    <a:pt x="157504" y="159922"/>
                    <a:pt x="154341" y="159974"/>
                  </a:cubicBezTo>
                  <a:cubicBezTo>
                    <a:pt x="154341" y="159974"/>
                    <a:pt x="154340" y="159974"/>
                    <a:pt x="154340" y="15997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0" name="Graphic 93">
            <a:extLst>
              <a:ext uri="{FF2B5EF4-FFF2-40B4-BE49-F238E27FC236}">
                <a16:creationId xmlns:a16="http://schemas.microsoft.com/office/drawing/2014/main" id="{8C33C008-A3A6-3543-9ADA-9A1072115E1A}"/>
              </a:ext>
            </a:extLst>
          </p:cNvPr>
          <p:cNvGrpSpPr>
            <a:grpSpLocks noChangeAspect="1"/>
          </p:cNvGrpSpPr>
          <p:nvPr/>
        </p:nvGrpSpPr>
        <p:grpSpPr>
          <a:xfrm>
            <a:off x="6908318" y="2015249"/>
            <a:ext cx="330011" cy="272567"/>
            <a:chOff x="4968456" y="1999967"/>
            <a:chExt cx="330011" cy="272567"/>
          </a:xfrm>
          <a:solidFill>
            <a:srgbClr val="FFFFFF"/>
          </a:solidFill>
        </p:grpSpPr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B6C16498-2A25-2B40-BB25-1B6AC161CA74}"/>
                </a:ext>
              </a:extLst>
            </p:cNvPr>
            <p:cNvSpPr/>
            <p:nvPr/>
          </p:nvSpPr>
          <p:spPr>
            <a:xfrm>
              <a:off x="4968456" y="1999967"/>
              <a:ext cx="330011" cy="200255"/>
            </a:xfrm>
            <a:custGeom>
              <a:avLst/>
              <a:gdLst>
                <a:gd name="connsiteX0" fmla="*/ 260009 w 330011"/>
                <a:gd name="connsiteY0" fmla="*/ 200209 h 200255"/>
                <a:gd name="connsiteX1" fmla="*/ 208120 w 330011"/>
                <a:gd name="connsiteY1" fmla="*/ 200209 h 200255"/>
                <a:gd name="connsiteX2" fmla="*/ 201677 w 330011"/>
                <a:gd name="connsiteY2" fmla="*/ 195362 h 200255"/>
                <a:gd name="connsiteX3" fmla="*/ 206650 w 330011"/>
                <a:gd name="connsiteY3" fmla="*/ 189081 h 200255"/>
                <a:gd name="connsiteX4" fmla="*/ 208120 w 330011"/>
                <a:gd name="connsiteY4" fmla="*/ 189081 h 200255"/>
                <a:gd name="connsiteX5" fmla="*/ 260009 w 330011"/>
                <a:gd name="connsiteY5" fmla="*/ 189081 h 200255"/>
                <a:gd name="connsiteX6" fmla="*/ 318720 w 330011"/>
                <a:gd name="connsiteY6" fmla="*/ 132092 h 200255"/>
                <a:gd name="connsiteX7" fmla="*/ 260257 w 330011"/>
                <a:gd name="connsiteY7" fmla="*/ 74860 h 200255"/>
                <a:gd name="connsiteX8" fmla="*/ 231706 w 330011"/>
                <a:gd name="connsiteY8" fmla="*/ 82033 h 200255"/>
                <a:gd name="connsiteX9" fmla="*/ 225762 w 330011"/>
                <a:gd name="connsiteY9" fmla="*/ 82033 h 200255"/>
                <a:gd name="connsiteX10" fmla="*/ 223215 w 330011"/>
                <a:gd name="connsiteY10" fmla="*/ 76791 h 200255"/>
                <a:gd name="connsiteX11" fmla="*/ 223781 w 330011"/>
                <a:gd name="connsiteY11" fmla="*/ 69526 h 200255"/>
                <a:gd name="connsiteX12" fmla="*/ 165194 w 330011"/>
                <a:gd name="connsiteY12" fmla="*/ 12415 h 200255"/>
                <a:gd name="connsiteX13" fmla="*/ 106607 w 330011"/>
                <a:gd name="connsiteY13" fmla="*/ 69526 h 200255"/>
                <a:gd name="connsiteX14" fmla="*/ 107079 w 330011"/>
                <a:gd name="connsiteY14" fmla="*/ 76791 h 200255"/>
                <a:gd name="connsiteX15" fmla="*/ 104626 w 330011"/>
                <a:gd name="connsiteY15" fmla="*/ 82033 h 200255"/>
                <a:gd name="connsiteX16" fmla="*/ 98683 w 330011"/>
                <a:gd name="connsiteY16" fmla="*/ 82033 h 200255"/>
                <a:gd name="connsiteX17" fmla="*/ 19027 w 330011"/>
                <a:gd name="connsiteY17" fmla="*/ 104260 h 200255"/>
                <a:gd name="connsiteX18" fmla="*/ 41829 w 330011"/>
                <a:gd name="connsiteY18" fmla="*/ 181908 h 200255"/>
                <a:gd name="connsiteX19" fmla="*/ 70380 w 330011"/>
                <a:gd name="connsiteY19" fmla="*/ 189081 h 200255"/>
                <a:gd name="connsiteX20" fmla="*/ 122268 w 330011"/>
                <a:gd name="connsiteY20" fmla="*/ 189081 h 200255"/>
                <a:gd name="connsiteX21" fmla="*/ 128711 w 330011"/>
                <a:gd name="connsiteY21" fmla="*/ 193928 h 200255"/>
                <a:gd name="connsiteX22" fmla="*/ 123739 w 330011"/>
                <a:gd name="connsiteY22" fmla="*/ 200209 h 200255"/>
                <a:gd name="connsiteX23" fmla="*/ 122268 w 330011"/>
                <a:gd name="connsiteY23" fmla="*/ 200209 h 200255"/>
                <a:gd name="connsiteX24" fmla="*/ 70002 w 330011"/>
                <a:gd name="connsiteY24" fmla="*/ 200209 h 200255"/>
                <a:gd name="connsiteX25" fmla="*/ 0 w 330011"/>
                <a:gd name="connsiteY25" fmla="*/ 131971 h 200255"/>
                <a:gd name="connsiteX26" fmla="*/ 70002 w 330011"/>
                <a:gd name="connsiteY26" fmla="*/ 63732 h 200255"/>
                <a:gd name="connsiteX27" fmla="*/ 95003 w 330011"/>
                <a:gd name="connsiteY27" fmla="*/ 68238 h 200255"/>
                <a:gd name="connsiteX28" fmla="*/ 165006 w 330011"/>
                <a:gd name="connsiteY28" fmla="*/ 0 h 200255"/>
                <a:gd name="connsiteX29" fmla="*/ 235008 w 330011"/>
                <a:gd name="connsiteY29" fmla="*/ 68238 h 200255"/>
                <a:gd name="connsiteX30" fmla="*/ 260009 w 330011"/>
                <a:gd name="connsiteY30" fmla="*/ 63732 h 200255"/>
                <a:gd name="connsiteX31" fmla="*/ 330011 w 330011"/>
                <a:gd name="connsiteY31" fmla="*/ 131971 h 200255"/>
                <a:gd name="connsiteX32" fmla="*/ 260009 w 330011"/>
                <a:gd name="connsiteY32" fmla="*/ 200209 h 200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30011" h="200255">
                  <a:moveTo>
                    <a:pt x="260009" y="200209"/>
                  </a:moveTo>
                  <a:lnTo>
                    <a:pt x="208120" y="200209"/>
                  </a:lnTo>
                  <a:cubicBezTo>
                    <a:pt x="204968" y="200605"/>
                    <a:pt x="202083" y="198435"/>
                    <a:pt x="201677" y="195362"/>
                  </a:cubicBezTo>
                  <a:cubicBezTo>
                    <a:pt x="201271" y="192289"/>
                    <a:pt x="203497" y="189477"/>
                    <a:pt x="206650" y="189081"/>
                  </a:cubicBezTo>
                  <a:cubicBezTo>
                    <a:pt x="207138" y="189020"/>
                    <a:pt x="207632" y="189020"/>
                    <a:pt x="208120" y="189081"/>
                  </a:cubicBezTo>
                  <a:lnTo>
                    <a:pt x="260009" y="189081"/>
                  </a:lnTo>
                  <a:cubicBezTo>
                    <a:pt x="292366" y="189148"/>
                    <a:pt x="318651" y="163633"/>
                    <a:pt x="318720" y="132092"/>
                  </a:cubicBezTo>
                  <a:cubicBezTo>
                    <a:pt x="318788" y="100550"/>
                    <a:pt x="292614" y="74927"/>
                    <a:pt x="260257" y="74860"/>
                  </a:cubicBezTo>
                  <a:cubicBezTo>
                    <a:pt x="250268" y="74840"/>
                    <a:pt x="240440" y="77309"/>
                    <a:pt x="231706" y="82033"/>
                  </a:cubicBezTo>
                  <a:cubicBezTo>
                    <a:pt x="229884" y="83129"/>
                    <a:pt x="227584" y="83129"/>
                    <a:pt x="225762" y="82033"/>
                  </a:cubicBezTo>
                  <a:cubicBezTo>
                    <a:pt x="223981" y="80883"/>
                    <a:pt x="223000" y="78864"/>
                    <a:pt x="223215" y="76791"/>
                  </a:cubicBezTo>
                  <a:cubicBezTo>
                    <a:pt x="223568" y="74384"/>
                    <a:pt x="223757" y="71957"/>
                    <a:pt x="223781" y="69526"/>
                  </a:cubicBezTo>
                  <a:cubicBezTo>
                    <a:pt x="223781" y="37985"/>
                    <a:pt x="197551" y="12415"/>
                    <a:pt x="165194" y="12415"/>
                  </a:cubicBezTo>
                  <a:cubicBezTo>
                    <a:pt x="132838" y="12415"/>
                    <a:pt x="106607" y="37985"/>
                    <a:pt x="106607" y="69526"/>
                  </a:cubicBezTo>
                  <a:cubicBezTo>
                    <a:pt x="106607" y="71733"/>
                    <a:pt x="106607" y="74032"/>
                    <a:pt x="107079" y="76791"/>
                  </a:cubicBezTo>
                  <a:cubicBezTo>
                    <a:pt x="107359" y="78852"/>
                    <a:pt x="106407" y="80888"/>
                    <a:pt x="104626" y="82033"/>
                  </a:cubicBezTo>
                  <a:cubicBezTo>
                    <a:pt x="102804" y="83129"/>
                    <a:pt x="100504" y="83129"/>
                    <a:pt x="98683" y="82033"/>
                  </a:cubicBezTo>
                  <a:cubicBezTo>
                    <a:pt x="70390" y="66729"/>
                    <a:pt x="34727" y="76680"/>
                    <a:pt x="19027" y="104260"/>
                  </a:cubicBezTo>
                  <a:cubicBezTo>
                    <a:pt x="3328" y="131840"/>
                    <a:pt x="13536" y="166604"/>
                    <a:pt x="41829" y="181908"/>
                  </a:cubicBezTo>
                  <a:cubicBezTo>
                    <a:pt x="50563" y="186633"/>
                    <a:pt x="60391" y="189102"/>
                    <a:pt x="70380" y="189081"/>
                  </a:cubicBezTo>
                  <a:lnTo>
                    <a:pt x="122268" y="189081"/>
                  </a:lnTo>
                  <a:cubicBezTo>
                    <a:pt x="125421" y="188685"/>
                    <a:pt x="128305" y="190855"/>
                    <a:pt x="128711" y="193928"/>
                  </a:cubicBezTo>
                  <a:cubicBezTo>
                    <a:pt x="129118" y="197001"/>
                    <a:pt x="126891" y="199813"/>
                    <a:pt x="123739" y="200209"/>
                  </a:cubicBezTo>
                  <a:cubicBezTo>
                    <a:pt x="123251" y="200270"/>
                    <a:pt x="122757" y="200270"/>
                    <a:pt x="122268" y="200209"/>
                  </a:cubicBezTo>
                  <a:lnTo>
                    <a:pt x="70002" y="200209"/>
                  </a:lnTo>
                  <a:cubicBezTo>
                    <a:pt x="31341" y="200209"/>
                    <a:pt x="0" y="169658"/>
                    <a:pt x="0" y="131971"/>
                  </a:cubicBezTo>
                  <a:cubicBezTo>
                    <a:pt x="0" y="94283"/>
                    <a:pt x="31341" y="63732"/>
                    <a:pt x="70002" y="63732"/>
                  </a:cubicBezTo>
                  <a:cubicBezTo>
                    <a:pt x="78552" y="63696"/>
                    <a:pt x="87032" y="65224"/>
                    <a:pt x="95003" y="68238"/>
                  </a:cubicBezTo>
                  <a:cubicBezTo>
                    <a:pt x="95003" y="30551"/>
                    <a:pt x="126344" y="0"/>
                    <a:pt x="165006" y="0"/>
                  </a:cubicBezTo>
                  <a:cubicBezTo>
                    <a:pt x="203667" y="0"/>
                    <a:pt x="235008" y="30551"/>
                    <a:pt x="235008" y="68238"/>
                  </a:cubicBezTo>
                  <a:cubicBezTo>
                    <a:pt x="242979" y="65224"/>
                    <a:pt x="251459" y="63696"/>
                    <a:pt x="260009" y="63732"/>
                  </a:cubicBezTo>
                  <a:cubicBezTo>
                    <a:pt x="298670" y="63732"/>
                    <a:pt x="330011" y="94283"/>
                    <a:pt x="330011" y="131971"/>
                  </a:cubicBezTo>
                  <a:cubicBezTo>
                    <a:pt x="330011" y="169658"/>
                    <a:pt x="298670" y="200209"/>
                    <a:pt x="260009" y="200209"/>
                  </a:cubicBezTo>
                  <a:close/>
                </a:path>
              </a:pathLst>
            </a:custGeom>
            <a:grpFill/>
            <a:ln w="92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3C047B85-DF8D-894F-8541-986ADD8FEDD8}"/>
                </a:ext>
              </a:extLst>
            </p:cNvPr>
            <p:cNvSpPr/>
            <p:nvPr/>
          </p:nvSpPr>
          <p:spPr>
            <a:xfrm>
              <a:off x="5063447" y="2001032"/>
              <a:ext cx="140016" cy="105154"/>
            </a:xfrm>
            <a:custGeom>
              <a:avLst/>
              <a:gdLst>
                <a:gd name="connsiteX0" fmla="*/ 125676 w 140016"/>
                <a:gd name="connsiteY0" fmla="*/ 105155 h 105154"/>
                <a:gd name="connsiteX1" fmla="*/ 122846 w 140016"/>
                <a:gd name="connsiteY1" fmla="*/ 104419 h 105154"/>
                <a:gd name="connsiteX2" fmla="*/ 120771 w 140016"/>
                <a:gd name="connsiteY2" fmla="*/ 96786 h 105154"/>
                <a:gd name="connsiteX3" fmla="*/ 99275 w 140016"/>
                <a:gd name="connsiteY3" fmla="*/ 18785 h 105154"/>
                <a:gd name="connsiteX4" fmla="*/ 19258 w 140016"/>
                <a:gd name="connsiteY4" fmla="*/ 39739 h 105154"/>
                <a:gd name="connsiteX5" fmla="*/ 19258 w 140016"/>
                <a:gd name="connsiteY5" fmla="*/ 96786 h 105154"/>
                <a:gd name="connsiteX6" fmla="*/ 17353 w 140016"/>
                <a:gd name="connsiteY6" fmla="*/ 104231 h 105154"/>
                <a:gd name="connsiteX7" fmla="*/ 17182 w 140016"/>
                <a:gd name="connsiteY7" fmla="*/ 104327 h 105154"/>
                <a:gd name="connsiteX8" fmla="*/ 9352 w 140016"/>
                <a:gd name="connsiteY8" fmla="*/ 102304 h 105154"/>
                <a:gd name="connsiteX9" fmla="*/ 35080 w 140016"/>
                <a:gd name="connsiteY9" fmla="*/ 9116 h 105154"/>
                <a:gd name="connsiteX10" fmla="*/ 130677 w 140016"/>
                <a:gd name="connsiteY10" fmla="*/ 34196 h 105154"/>
                <a:gd name="connsiteX11" fmla="*/ 130677 w 140016"/>
                <a:gd name="connsiteY11" fmla="*/ 102304 h 105154"/>
                <a:gd name="connsiteX12" fmla="*/ 125676 w 140016"/>
                <a:gd name="connsiteY12" fmla="*/ 105155 h 105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016" h="105154">
                  <a:moveTo>
                    <a:pt x="125676" y="105155"/>
                  </a:moveTo>
                  <a:cubicBezTo>
                    <a:pt x="124687" y="105129"/>
                    <a:pt x="123717" y="104877"/>
                    <a:pt x="122846" y="104419"/>
                  </a:cubicBezTo>
                  <a:cubicBezTo>
                    <a:pt x="120123" y="102861"/>
                    <a:pt x="119197" y="99454"/>
                    <a:pt x="120771" y="96786"/>
                  </a:cubicBezTo>
                  <a:cubicBezTo>
                    <a:pt x="136931" y="69460"/>
                    <a:pt x="127307" y="34538"/>
                    <a:pt x="99275" y="18785"/>
                  </a:cubicBezTo>
                  <a:cubicBezTo>
                    <a:pt x="71243" y="3032"/>
                    <a:pt x="35418" y="12413"/>
                    <a:pt x="19258" y="39739"/>
                  </a:cubicBezTo>
                  <a:cubicBezTo>
                    <a:pt x="8817" y="57393"/>
                    <a:pt x="8817" y="79132"/>
                    <a:pt x="19258" y="96786"/>
                  </a:cubicBezTo>
                  <a:cubicBezTo>
                    <a:pt x="20841" y="99355"/>
                    <a:pt x="19988" y="102688"/>
                    <a:pt x="17353" y="104231"/>
                  </a:cubicBezTo>
                  <a:cubicBezTo>
                    <a:pt x="17296" y="104264"/>
                    <a:pt x="17240" y="104296"/>
                    <a:pt x="17182" y="104327"/>
                  </a:cubicBezTo>
                  <a:cubicBezTo>
                    <a:pt x="14445" y="105861"/>
                    <a:pt x="10950" y="104958"/>
                    <a:pt x="9352" y="102304"/>
                  </a:cubicBezTo>
                  <a:cubicBezTo>
                    <a:pt x="-9942" y="69645"/>
                    <a:pt x="1577" y="27924"/>
                    <a:pt x="35080" y="9116"/>
                  </a:cubicBezTo>
                  <a:cubicBezTo>
                    <a:pt x="68583" y="-9691"/>
                    <a:pt x="111383" y="1537"/>
                    <a:pt x="130677" y="34196"/>
                  </a:cubicBezTo>
                  <a:cubicBezTo>
                    <a:pt x="143130" y="55276"/>
                    <a:pt x="143130" y="81224"/>
                    <a:pt x="130677" y="102304"/>
                  </a:cubicBezTo>
                  <a:cubicBezTo>
                    <a:pt x="129644" y="104048"/>
                    <a:pt x="127743" y="105132"/>
                    <a:pt x="125676" y="105155"/>
                  </a:cubicBezTo>
                  <a:close/>
                </a:path>
              </a:pathLst>
            </a:custGeom>
            <a:grpFill/>
            <a:ln w="92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2F8DF249-835F-CB45-BD07-013A10EAA704}"/>
                </a:ext>
              </a:extLst>
            </p:cNvPr>
            <p:cNvSpPr/>
            <p:nvPr/>
          </p:nvSpPr>
          <p:spPr>
            <a:xfrm>
              <a:off x="5078795" y="2103940"/>
              <a:ext cx="109111" cy="168594"/>
            </a:xfrm>
            <a:custGeom>
              <a:avLst/>
              <a:gdLst>
                <a:gd name="connsiteX0" fmla="*/ 79101 w 109111"/>
                <a:gd name="connsiteY0" fmla="*/ 167877 h 168594"/>
                <a:gd name="connsiteX1" fmla="*/ 73346 w 109111"/>
                <a:gd name="connsiteY1" fmla="*/ 162267 h 168594"/>
                <a:gd name="connsiteX2" fmla="*/ 73346 w 109111"/>
                <a:gd name="connsiteY2" fmla="*/ 61105 h 168594"/>
                <a:gd name="connsiteX3" fmla="*/ 79006 w 109111"/>
                <a:gd name="connsiteY3" fmla="*/ 55586 h 168594"/>
                <a:gd name="connsiteX4" fmla="*/ 79101 w 109111"/>
                <a:gd name="connsiteY4" fmla="*/ 55587 h 168594"/>
                <a:gd name="connsiteX5" fmla="*/ 90988 w 109111"/>
                <a:gd name="connsiteY5" fmla="*/ 55587 h 168594"/>
                <a:gd name="connsiteX6" fmla="*/ 54666 w 109111"/>
                <a:gd name="connsiteY6" fmla="*/ 14386 h 168594"/>
                <a:gd name="connsiteX7" fmla="*/ 18250 w 109111"/>
                <a:gd name="connsiteY7" fmla="*/ 55587 h 168594"/>
                <a:gd name="connsiteX8" fmla="*/ 30231 w 109111"/>
                <a:gd name="connsiteY8" fmla="*/ 55587 h 168594"/>
                <a:gd name="connsiteX9" fmla="*/ 35985 w 109111"/>
                <a:gd name="connsiteY9" fmla="*/ 61012 h 168594"/>
                <a:gd name="connsiteX10" fmla="*/ 35986 w 109111"/>
                <a:gd name="connsiteY10" fmla="*/ 61105 h 168594"/>
                <a:gd name="connsiteX11" fmla="*/ 35986 w 109111"/>
                <a:gd name="connsiteY11" fmla="*/ 162267 h 168594"/>
                <a:gd name="connsiteX12" fmla="*/ 31014 w 109111"/>
                <a:gd name="connsiteY12" fmla="*/ 168548 h 168594"/>
                <a:gd name="connsiteX13" fmla="*/ 24571 w 109111"/>
                <a:gd name="connsiteY13" fmla="*/ 163700 h 168594"/>
                <a:gd name="connsiteX14" fmla="*/ 24571 w 109111"/>
                <a:gd name="connsiteY14" fmla="*/ 162267 h 168594"/>
                <a:gd name="connsiteX15" fmla="*/ 24571 w 109111"/>
                <a:gd name="connsiteY15" fmla="*/ 66255 h 168594"/>
                <a:gd name="connsiteX16" fmla="*/ 5702 w 109111"/>
                <a:gd name="connsiteY16" fmla="*/ 66255 h 168594"/>
                <a:gd name="connsiteX17" fmla="*/ 513 w 109111"/>
                <a:gd name="connsiteY17" fmla="*/ 62944 h 168594"/>
                <a:gd name="connsiteX18" fmla="*/ 1362 w 109111"/>
                <a:gd name="connsiteY18" fmla="*/ 57058 h 168594"/>
                <a:gd name="connsiteX19" fmla="*/ 50232 w 109111"/>
                <a:gd name="connsiteY19" fmla="*/ 1879 h 168594"/>
                <a:gd name="connsiteX20" fmla="*/ 58493 w 109111"/>
                <a:gd name="connsiteY20" fmla="*/ 1471 h 168594"/>
                <a:gd name="connsiteX21" fmla="*/ 58911 w 109111"/>
                <a:gd name="connsiteY21" fmla="*/ 1879 h 168594"/>
                <a:gd name="connsiteX22" fmla="*/ 107687 w 109111"/>
                <a:gd name="connsiteY22" fmla="*/ 57058 h 168594"/>
                <a:gd name="connsiteX23" fmla="*/ 108630 w 109111"/>
                <a:gd name="connsiteY23" fmla="*/ 62944 h 168594"/>
                <a:gd name="connsiteX24" fmla="*/ 103347 w 109111"/>
                <a:gd name="connsiteY24" fmla="*/ 66255 h 168594"/>
                <a:gd name="connsiteX25" fmla="*/ 84478 w 109111"/>
                <a:gd name="connsiteY25" fmla="*/ 66255 h 168594"/>
                <a:gd name="connsiteX26" fmla="*/ 84478 w 109111"/>
                <a:gd name="connsiteY26" fmla="*/ 162267 h 168594"/>
                <a:gd name="connsiteX27" fmla="*/ 79101 w 109111"/>
                <a:gd name="connsiteY27" fmla="*/ 167877 h 16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9111" h="168594">
                  <a:moveTo>
                    <a:pt x="79101" y="167877"/>
                  </a:moveTo>
                  <a:cubicBezTo>
                    <a:pt x="75922" y="167877"/>
                    <a:pt x="73346" y="165365"/>
                    <a:pt x="73346" y="162267"/>
                  </a:cubicBezTo>
                  <a:lnTo>
                    <a:pt x="73346" y="61105"/>
                  </a:lnTo>
                  <a:cubicBezTo>
                    <a:pt x="73345" y="58057"/>
                    <a:pt x="75879" y="55587"/>
                    <a:pt x="79006" y="55586"/>
                  </a:cubicBezTo>
                  <a:cubicBezTo>
                    <a:pt x="79037" y="55586"/>
                    <a:pt x="79069" y="55586"/>
                    <a:pt x="79101" y="55587"/>
                  </a:cubicBezTo>
                  <a:lnTo>
                    <a:pt x="90988" y="55587"/>
                  </a:lnTo>
                  <a:lnTo>
                    <a:pt x="54666" y="14386"/>
                  </a:lnTo>
                  <a:lnTo>
                    <a:pt x="18250" y="55587"/>
                  </a:lnTo>
                  <a:lnTo>
                    <a:pt x="30231" y="55587"/>
                  </a:lnTo>
                  <a:cubicBezTo>
                    <a:pt x="33357" y="55536"/>
                    <a:pt x="35933" y="57965"/>
                    <a:pt x="35985" y="61012"/>
                  </a:cubicBezTo>
                  <a:cubicBezTo>
                    <a:pt x="35986" y="61043"/>
                    <a:pt x="35986" y="61074"/>
                    <a:pt x="35986" y="61105"/>
                  </a:cubicBezTo>
                  <a:lnTo>
                    <a:pt x="35986" y="162267"/>
                  </a:lnTo>
                  <a:cubicBezTo>
                    <a:pt x="36392" y="165340"/>
                    <a:pt x="34166" y="168152"/>
                    <a:pt x="31014" y="168548"/>
                  </a:cubicBezTo>
                  <a:cubicBezTo>
                    <a:pt x="27861" y="168943"/>
                    <a:pt x="24977" y="166773"/>
                    <a:pt x="24571" y="163700"/>
                  </a:cubicBezTo>
                  <a:cubicBezTo>
                    <a:pt x="24508" y="163225"/>
                    <a:pt x="24508" y="162743"/>
                    <a:pt x="24571" y="162267"/>
                  </a:cubicBezTo>
                  <a:lnTo>
                    <a:pt x="24571" y="66255"/>
                  </a:lnTo>
                  <a:lnTo>
                    <a:pt x="5702" y="66255"/>
                  </a:lnTo>
                  <a:cubicBezTo>
                    <a:pt x="3458" y="66232"/>
                    <a:pt x="1433" y="64939"/>
                    <a:pt x="513" y="62944"/>
                  </a:cubicBezTo>
                  <a:cubicBezTo>
                    <a:pt x="-405" y="60988"/>
                    <a:pt x="-73" y="58691"/>
                    <a:pt x="1362" y="57058"/>
                  </a:cubicBezTo>
                  <a:lnTo>
                    <a:pt x="50232" y="1879"/>
                  </a:lnTo>
                  <a:cubicBezTo>
                    <a:pt x="52398" y="-457"/>
                    <a:pt x="56097" y="-640"/>
                    <a:pt x="58493" y="1471"/>
                  </a:cubicBezTo>
                  <a:cubicBezTo>
                    <a:pt x="58640" y="1600"/>
                    <a:pt x="58779" y="1736"/>
                    <a:pt x="58911" y="1879"/>
                  </a:cubicBezTo>
                  <a:lnTo>
                    <a:pt x="107687" y="57058"/>
                  </a:lnTo>
                  <a:cubicBezTo>
                    <a:pt x="109154" y="58672"/>
                    <a:pt x="109522" y="60971"/>
                    <a:pt x="108630" y="62944"/>
                  </a:cubicBezTo>
                  <a:cubicBezTo>
                    <a:pt x="107678" y="64954"/>
                    <a:pt x="105618" y="66245"/>
                    <a:pt x="103347" y="66255"/>
                  </a:cubicBezTo>
                  <a:lnTo>
                    <a:pt x="84478" y="66255"/>
                  </a:lnTo>
                  <a:lnTo>
                    <a:pt x="84478" y="162267"/>
                  </a:lnTo>
                  <a:cubicBezTo>
                    <a:pt x="84533" y="165245"/>
                    <a:pt x="82153" y="167728"/>
                    <a:pt x="79101" y="167877"/>
                  </a:cubicBezTo>
                  <a:close/>
                </a:path>
              </a:pathLst>
            </a:custGeom>
            <a:grpFill/>
            <a:ln w="92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4" name="Graphic 95">
            <a:extLst>
              <a:ext uri="{FF2B5EF4-FFF2-40B4-BE49-F238E27FC236}">
                <a16:creationId xmlns:a16="http://schemas.microsoft.com/office/drawing/2014/main" id="{5BD5175C-35D6-8243-94EB-9835B2A165BB}"/>
              </a:ext>
            </a:extLst>
          </p:cNvPr>
          <p:cNvGrpSpPr>
            <a:grpSpLocks noChangeAspect="1"/>
          </p:cNvGrpSpPr>
          <p:nvPr/>
        </p:nvGrpSpPr>
        <p:grpSpPr>
          <a:xfrm>
            <a:off x="7877771" y="3646729"/>
            <a:ext cx="341163" cy="345147"/>
            <a:chOff x="4962115" y="1962670"/>
            <a:chExt cx="341163" cy="345147"/>
          </a:xfrm>
          <a:solidFill>
            <a:srgbClr val="FFFFFF"/>
          </a:solidFill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83447ED9-0F82-8846-A6B3-AAC1ACF12E7F}"/>
                </a:ext>
              </a:extLst>
            </p:cNvPr>
            <p:cNvSpPr/>
            <p:nvPr/>
          </p:nvSpPr>
          <p:spPr>
            <a:xfrm>
              <a:off x="5118264" y="2018669"/>
              <a:ext cx="11213" cy="283587"/>
            </a:xfrm>
            <a:custGeom>
              <a:avLst/>
              <a:gdLst>
                <a:gd name="connsiteX0" fmla="*/ 0 w 11213"/>
                <a:gd name="connsiteY0" fmla="*/ 0 h 283587"/>
                <a:gd name="connsiteX1" fmla="*/ 11214 w 11213"/>
                <a:gd name="connsiteY1" fmla="*/ 0 h 283587"/>
                <a:gd name="connsiteX2" fmla="*/ 11214 w 11213"/>
                <a:gd name="connsiteY2" fmla="*/ 283588 h 283587"/>
                <a:gd name="connsiteX3" fmla="*/ 0 w 11213"/>
                <a:gd name="connsiteY3" fmla="*/ 283588 h 283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13" h="283587">
                  <a:moveTo>
                    <a:pt x="0" y="0"/>
                  </a:moveTo>
                  <a:lnTo>
                    <a:pt x="11214" y="0"/>
                  </a:lnTo>
                  <a:lnTo>
                    <a:pt x="11214" y="283588"/>
                  </a:lnTo>
                  <a:lnTo>
                    <a:pt x="0" y="28358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EB35D088-FA9E-C044-9FE2-A6C312BC76A3}"/>
                </a:ext>
              </a:extLst>
            </p:cNvPr>
            <p:cNvSpPr/>
            <p:nvPr/>
          </p:nvSpPr>
          <p:spPr>
            <a:xfrm>
              <a:off x="5059137" y="2154810"/>
              <a:ext cx="206574" cy="11213"/>
            </a:xfrm>
            <a:custGeom>
              <a:avLst/>
              <a:gdLst>
                <a:gd name="connsiteX0" fmla="*/ 0 w 206574"/>
                <a:gd name="connsiteY0" fmla="*/ 0 h 11213"/>
                <a:gd name="connsiteX1" fmla="*/ 206574 w 206574"/>
                <a:gd name="connsiteY1" fmla="*/ 0 h 11213"/>
                <a:gd name="connsiteX2" fmla="*/ 206574 w 206574"/>
                <a:gd name="connsiteY2" fmla="*/ 11214 h 11213"/>
                <a:gd name="connsiteX3" fmla="*/ 0 w 206574"/>
                <a:gd name="connsiteY3" fmla="*/ 11214 h 1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574" h="11213">
                  <a:moveTo>
                    <a:pt x="0" y="0"/>
                  </a:moveTo>
                  <a:lnTo>
                    <a:pt x="206574" y="0"/>
                  </a:lnTo>
                  <a:lnTo>
                    <a:pt x="206574" y="11214"/>
                  </a:lnTo>
                  <a:lnTo>
                    <a:pt x="0" y="11214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75A5C511-6958-234F-87B1-F8E24A53433E}"/>
                </a:ext>
              </a:extLst>
            </p:cNvPr>
            <p:cNvSpPr/>
            <p:nvPr/>
          </p:nvSpPr>
          <p:spPr>
            <a:xfrm>
              <a:off x="5068312" y="2086415"/>
              <a:ext cx="155046" cy="11213"/>
            </a:xfrm>
            <a:custGeom>
              <a:avLst/>
              <a:gdLst>
                <a:gd name="connsiteX0" fmla="*/ 0 w 155046"/>
                <a:gd name="connsiteY0" fmla="*/ 0 h 11213"/>
                <a:gd name="connsiteX1" fmla="*/ 155046 w 155046"/>
                <a:gd name="connsiteY1" fmla="*/ 0 h 11213"/>
                <a:gd name="connsiteX2" fmla="*/ 155046 w 155046"/>
                <a:gd name="connsiteY2" fmla="*/ 11214 h 11213"/>
                <a:gd name="connsiteX3" fmla="*/ 0 w 155046"/>
                <a:gd name="connsiteY3" fmla="*/ 11214 h 1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046" h="11213">
                  <a:moveTo>
                    <a:pt x="0" y="0"/>
                  </a:moveTo>
                  <a:lnTo>
                    <a:pt x="155046" y="0"/>
                  </a:lnTo>
                  <a:lnTo>
                    <a:pt x="155046" y="11214"/>
                  </a:lnTo>
                  <a:lnTo>
                    <a:pt x="0" y="11214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D0539416-CBA7-C54C-B206-3174E8E5C723}"/>
                </a:ext>
              </a:extLst>
            </p:cNvPr>
            <p:cNvSpPr/>
            <p:nvPr/>
          </p:nvSpPr>
          <p:spPr>
            <a:xfrm>
              <a:off x="4998064" y="2223297"/>
              <a:ext cx="251614" cy="11213"/>
            </a:xfrm>
            <a:custGeom>
              <a:avLst/>
              <a:gdLst>
                <a:gd name="connsiteX0" fmla="*/ 0 w 251614"/>
                <a:gd name="connsiteY0" fmla="*/ 0 h 11213"/>
                <a:gd name="connsiteX1" fmla="*/ 251614 w 251614"/>
                <a:gd name="connsiteY1" fmla="*/ 0 h 11213"/>
                <a:gd name="connsiteX2" fmla="*/ 251614 w 251614"/>
                <a:gd name="connsiteY2" fmla="*/ 11214 h 11213"/>
                <a:gd name="connsiteX3" fmla="*/ 0 w 251614"/>
                <a:gd name="connsiteY3" fmla="*/ 11214 h 1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1614" h="11213">
                  <a:moveTo>
                    <a:pt x="0" y="0"/>
                  </a:moveTo>
                  <a:lnTo>
                    <a:pt x="251614" y="0"/>
                  </a:lnTo>
                  <a:lnTo>
                    <a:pt x="251614" y="11214"/>
                  </a:lnTo>
                  <a:lnTo>
                    <a:pt x="0" y="11214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350BD56E-BAAF-2D42-BAAA-116795C14B93}"/>
                </a:ext>
              </a:extLst>
            </p:cNvPr>
            <p:cNvSpPr/>
            <p:nvPr/>
          </p:nvSpPr>
          <p:spPr>
            <a:xfrm>
              <a:off x="5185743" y="1962670"/>
              <a:ext cx="117535" cy="158591"/>
            </a:xfrm>
            <a:custGeom>
              <a:avLst/>
              <a:gdLst>
                <a:gd name="connsiteX0" fmla="*/ 58838 w 117535"/>
                <a:gd name="connsiteY0" fmla="*/ 158591 h 158591"/>
                <a:gd name="connsiteX1" fmla="*/ 43176 w 117535"/>
                <a:gd name="connsiteY1" fmla="*/ 149324 h 158591"/>
                <a:gd name="connsiteX2" fmla="*/ 8608 w 117535"/>
                <a:gd name="connsiteY2" fmla="*/ 91494 h 158591"/>
                <a:gd name="connsiteX3" fmla="*/ 6940 w 117535"/>
                <a:gd name="connsiteY3" fmla="*/ 31811 h 158591"/>
                <a:gd name="connsiteX4" fmla="*/ 53463 w 117535"/>
                <a:gd name="connsiteY4" fmla="*/ 208 h 158591"/>
                <a:gd name="connsiteX5" fmla="*/ 64214 w 117535"/>
                <a:gd name="connsiteY5" fmla="*/ 208 h 158591"/>
                <a:gd name="connsiteX6" fmla="*/ 110551 w 117535"/>
                <a:gd name="connsiteY6" fmla="*/ 31625 h 158591"/>
                <a:gd name="connsiteX7" fmla="*/ 108976 w 117535"/>
                <a:gd name="connsiteY7" fmla="*/ 91216 h 158591"/>
                <a:gd name="connsiteX8" fmla="*/ 74408 w 117535"/>
                <a:gd name="connsiteY8" fmla="*/ 149509 h 158591"/>
                <a:gd name="connsiteX9" fmla="*/ 58838 w 117535"/>
                <a:gd name="connsiteY9" fmla="*/ 158591 h 158591"/>
                <a:gd name="connsiteX10" fmla="*/ 58838 w 117535"/>
                <a:gd name="connsiteY10" fmla="*/ 11422 h 158591"/>
                <a:gd name="connsiteX11" fmla="*/ 54390 w 117535"/>
                <a:gd name="connsiteY11" fmla="*/ 11422 h 158591"/>
                <a:gd name="connsiteX12" fmla="*/ 17320 w 117535"/>
                <a:gd name="connsiteY12" fmla="*/ 37279 h 158591"/>
                <a:gd name="connsiteX13" fmla="*/ 18617 w 117535"/>
                <a:gd name="connsiteY13" fmla="*/ 86026 h 158591"/>
                <a:gd name="connsiteX14" fmla="*/ 53185 w 117535"/>
                <a:gd name="connsiteY14" fmla="*/ 144226 h 158591"/>
                <a:gd name="connsiteX15" fmla="*/ 59209 w 117535"/>
                <a:gd name="connsiteY15" fmla="*/ 147655 h 158591"/>
                <a:gd name="connsiteX16" fmla="*/ 65326 w 117535"/>
                <a:gd name="connsiteY16" fmla="*/ 144226 h 158591"/>
                <a:gd name="connsiteX17" fmla="*/ 99801 w 117535"/>
                <a:gd name="connsiteY17" fmla="*/ 86026 h 158591"/>
                <a:gd name="connsiteX18" fmla="*/ 100728 w 117535"/>
                <a:gd name="connsiteY18" fmla="*/ 37279 h 158591"/>
                <a:gd name="connsiteX19" fmla="*/ 63657 w 117535"/>
                <a:gd name="connsiteY19" fmla="*/ 11886 h 15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35" h="158591">
                  <a:moveTo>
                    <a:pt x="58838" y="158591"/>
                  </a:moveTo>
                  <a:cubicBezTo>
                    <a:pt x="52356" y="158454"/>
                    <a:pt x="46417" y="154940"/>
                    <a:pt x="43176" y="149324"/>
                  </a:cubicBezTo>
                  <a:lnTo>
                    <a:pt x="8608" y="91494"/>
                  </a:lnTo>
                  <a:cubicBezTo>
                    <a:pt x="-2244" y="73230"/>
                    <a:pt x="-2875" y="50652"/>
                    <a:pt x="6940" y="31811"/>
                  </a:cubicBezTo>
                  <a:cubicBezTo>
                    <a:pt x="15936" y="13937"/>
                    <a:pt x="33532" y="1984"/>
                    <a:pt x="53463" y="208"/>
                  </a:cubicBezTo>
                  <a:cubicBezTo>
                    <a:pt x="57041" y="-69"/>
                    <a:pt x="60635" y="-69"/>
                    <a:pt x="64214" y="208"/>
                  </a:cubicBezTo>
                  <a:cubicBezTo>
                    <a:pt x="84056" y="1956"/>
                    <a:pt x="101583" y="13840"/>
                    <a:pt x="110551" y="31625"/>
                  </a:cubicBezTo>
                  <a:cubicBezTo>
                    <a:pt x="120396" y="50418"/>
                    <a:pt x="119800" y="72970"/>
                    <a:pt x="108976" y="91216"/>
                  </a:cubicBezTo>
                  <a:lnTo>
                    <a:pt x="74408" y="149509"/>
                  </a:lnTo>
                  <a:cubicBezTo>
                    <a:pt x="71139" y="155026"/>
                    <a:pt x="65250" y="158461"/>
                    <a:pt x="58838" y="158591"/>
                  </a:cubicBezTo>
                  <a:close/>
                  <a:moveTo>
                    <a:pt x="58838" y="11422"/>
                  </a:moveTo>
                  <a:lnTo>
                    <a:pt x="54390" y="11422"/>
                  </a:lnTo>
                  <a:cubicBezTo>
                    <a:pt x="38337" y="12898"/>
                    <a:pt x="24250" y="22724"/>
                    <a:pt x="17320" y="37279"/>
                  </a:cubicBezTo>
                  <a:cubicBezTo>
                    <a:pt x="9289" y="52658"/>
                    <a:pt x="9779" y="71096"/>
                    <a:pt x="18617" y="86026"/>
                  </a:cubicBezTo>
                  <a:lnTo>
                    <a:pt x="53185" y="144226"/>
                  </a:lnTo>
                  <a:cubicBezTo>
                    <a:pt x="54411" y="146389"/>
                    <a:pt x="56724" y="147706"/>
                    <a:pt x="59209" y="147655"/>
                  </a:cubicBezTo>
                  <a:cubicBezTo>
                    <a:pt x="61717" y="147700"/>
                    <a:pt x="64055" y="146389"/>
                    <a:pt x="65326" y="144226"/>
                  </a:cubicBezTo>
                  <a:lnTo>
                    <a:pt x="99801" y="86026"/>
                  </a:lnTo>
                  <a:cubicBezTo>
                    <a:pt x="108575" y="71046"/>
                    <a:pt x="108927" y="52581"/>
                    <a:pt x="100728" y="37279"/>
                  </a:cubicBezTo>
                  <a:cubicBezTo>
                    <a:pt x="93703" y="22878"/>
                    <a:pt x="79623" y="13233"/>
                    <a:pt x="63657" y="1188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4727F633-BB0F-C54F-9BC8-076C10A00E1A}"/>
                </a:ext>
              </a:extLst>
            </p:cNvPr>
            <p:cNvSpPr/>
            <p:nvPr/>
          </p:nvSpPr>
          <p:spPr>
            <a:xfrm>
              <a:off x="4962115" y="2057014"/>
              <a:ext cx="117481" cy="158313"/>
            </a:xfrm>
            <a:custGeom>
              <a:avLst/>
              <a:gdLst>
                <a:gd name="connsiteX0" fmla="*/ 58839 w 117481"/>
                <a:gd name="connsiteY0" fmla="*/ 158313 h 158313"/>
                <a:gd name="connsiteX1" fmla="*/ 43177 w 117481"/>
                <a:gd name="connsiteY1" fmla="*/ 149046 h 158313"/>
                <a:gd name="connsiteX2" fmla="*/ 8609 w 117481"/>
                <a:gd name="connsiteY2" fmla="*/ 91216 h 158313"/>
                <a:gd name="connsiteX3" fmla="*/ 6941 w 117481"/>
                <a:gd name="connsiteY3" fmla="*/ 31625 h 158313"/>
                <a:gd name="connsiteX4" fmla="*/ 53279 w 117481"/>
                <a:gd name="connsiteY4" fmla="*/ 208 h 158313"/>
                <a:gd name="connsiteX5" fmla="*/ 64029 w 117481"/>
                <a:gd name="connsiteY5" fmla="*/ 208 h 158313"/>
                <a:gd name="connsiteX6" fmla="*/ 110367 w 117481"/>
                <a:gd name="connsiteY6" fmla="*/ 31533 h 158313"/>
                <a:gd name="connsiteX7" fmla="*/ 109070 w 117481"/>
                <a:gd name="connsiteY7" fmla="*/ 91216 h 158313"/>
                <a:gd name="connsiteX8" fmla="*/ 74131 w 117481"/>
                <a:gd name="connsiteY8" fmla="*/ 149324 h 158313"/>
                <a:gd name="connsiteX9" fmla="*/ 58839 w 117481"/>
                <a:gd name="connsiteY9" fmla="*/ 158313 h 158313"/>
                <a:gd name="connsiteX10" fmla="*/ 58839 w 117481"/>
                <a:gd name="connsiteY10" fmla="*/ 11051 h 158313"/>
                <a:gd name="connsiteX11" fmla="*/ 54298 w 117481"/>
                <a:gd name="connsiteY11" fmla="*/ 11051 h 158313"/>
                <a:gd name="connsiteX12" fmla="*/ 17228 w 117481"/>
                <a:gd name="connsiteY12" fmla="*/ 36445 h 158313"/>
                <a:gd name="connsiteX13" fmla="*/ 18525 w 117481"/>
                <a:gd name="connsiteY13" fmla="*/ 85377 h 158313"/>
                <a:gd name="connsiteX14" fmla="*/ 52815 w 117481"/>
                <a:gd name="connsiteY14" fmla="*/ 143578 h 158313"/>
                <a:gd name="connsiteX15" fmla="*/ 62489 w 117481"/>
                <a:gd name="connsiteY15" fmla="*/ 145952 h 158313"/>
                <a:gd name="connsiteX16" fmla="*/ 64863 w 117481"/>
                <a:gd name="connsiteY16" fmla="*/ 143578 h 158313"/>
                <a:gd name="connsiteX17" fmla="*/ 99431 w 117481"/>
                <a:gd name="connsiteY17" fmla="*/ 85377 h 158313"/>
                <a:gd name="connsiteX18" fmla="*/ 100729 w 117481"/>
                <a:gd name="connsiteY18" fmla="*/ 36630 h 158313"/>
                <a:gd name="connsiteX19" fmla="*/ 63659 w 117481"/>
                <a:gd name="connsiteY19" fmla="*/ 11237 h 158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481" h="158313">
                  <a:moveTo>
                    <a:pt x="58839" y="158313"/>
                  </a:moveTo>
                  <a:cubicBezTo>
                    <a:pt x="52357" y="158176"/>
                    <a:pt x="46418" y="154662"/>
                    <a:pt x="43177" y="149046"/>
                  </a:cubicBezTo>
                  <a:lnTo>
                    <a:pt x="8609" y="91216"/>
                  </a:lnTo>
                  <a:cubicBezTo>
                    <a:pt x="-2244" y="72986"/>
                    <a:pt x="-2875" y="50434"/>
                    <a:pt x="6941" y="31625"/>
                  </a:cubicBezTo>
                  <a:cubicBezTo>
                    <a:pt x="15896" y="13828"/>
                    <a:pt x="33431" y="1939"/>
                    <a:pt x="53279" y="208"/>
                  </a:cubicBezTo>
                  <a:cubicBezTo>
                    <a:pt x="56857" y="-69"/>
                    <a:pt x="60451" y="-69"/>
                    <a:pt x="64029" y="208"/>
                  </a:cubicBezTo>
                  <a:cubicBezTo>
                    <a:pt x="83852" y="1938"/>
                    <a:pt x="101375" y="13783"/>
                    <a:pt x="110367" y="31533"/>
                  </a:cubicBezTo>
                  <a:cubicBezTo>
                    <a:pt x="120295" y="50310"/>
                    <a:pt x="119805" y="72888"/>
                    <a:pt x="109070" y="91216"/>
                  </a:cubicBezTo>
                  <a:lnTo>
                    <a:pt x="74131" y="149324"/>
                  </a:lnTo>
                  <a:cubicBezTo>
                    <a:pt x="70891" y="154723"/>
                    <a:pt x="65133" y="158108"/>
                    <a:pt x="58839" y="158313"/>
                  </a:cubicBezTo>
                  <a:close/>
                  <a:moveTo>
                    <a:pt x="58839" y="11051"/>
                  </a:moveTo>
                  <a:lnTo>
                    <a:pt x="54298" y="11051"/>
                  </a:lnTo>
                  <a:cubicBezTo>
                    <a:pt x="38390" y="12558"/>
                    <a:pt x="24380" y="22155"/>
                    <a:pt x="17228" y="36445"/>
                  </a:cubicBezTo>
                  <a:cubicBezTo>
                    <a:pt x="9073" y="51860"/>
                    <a:pt x="9565" y="70416"/>
                    <a:pt x="18525" y="85377"/>
                  </a:cubicBezTo>
                  <a:lnTo>
                    <a:pt x="52815" y="143578"/>
                  </a:lnTo>
                  <a:cubicBezTo>
                    <a:pt x="54831" y="146905"/>
                    <a:pt x="59162" y="147968"/>
                    <a:pt x="62489" y="145952"/>
                  </a:cubicBezTo>
                  <a:cubicBezTo>
                    <a:pt x="63460" y="145363"/>
                    <a:pt x="64275" y="144549"/>
                    <a:pt x="64863" y="143578"/>
                  </a:cubicBezTo>
                  <a:lnTo>
                    <a:pt x="99431" y="85377"/>
                  </a:lnTo>
                  <a:cubicBezTo>
                    <a:pt x="108323" y="70463"/>
                    <a:pt x="108814" y="51997"/>
                    <a:pt x="100729" y="36630"/>
                  </a:cubicBezTo>
                  <a:cubicBezTo>
                    <a:pt x="93577" y="22340"/>
                    <a:pt x="79567" y="12743"/>
                    <a:pt x="63659" y="1123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E0AF76F3-F3B5-C447-9ED0-7F3F15570BD7}"/>
                </a:ext>
              </a:extLst>
            </p:cNvPr>
            <p:cNvSpPr/>
            <p:nvPr/>
          </p:nvSpPr>
          <p:spPr>
            <a:xfrm>
              <a:off x="4976470" y="2013265"/>
              <a:ext cx="294929" cy="294552"/>
            </a:xfrm>
            <a:custGeom>
              <a:avLst/>
              <a:gdLst>
                <a:gd name="connsiteX0" fmla="*/ 147447 w 294929"/>
                <a:gd name="connsiteY0" fmla="*/ 294552 h 294552"/>
                <a:gd name="connsiteX1" fmla="*/ 0 w 294929"/>
                <a:gd name="connsiteY1" fmla="*/ 147198 h 294552"/>
                <a:gd name="connsiteX2" fmla="*/ 0 w 294929"/>
                <a:gd name="connsiteY2" fmla="*/ 144232 h 294552"/>
                <a:gd name="connsiteX3" fmla="*/ 556 w 294929"/>
                <a:gd name="connsiteY3" fmla="*/ 123658 h 294552"/>
                <a:gd name="connsiteX4" fmla="*/ 38460 w 294929"/>
                <a:gd name="connsiteY4" fmla="*/ 187327 h 294552"/>
                <a:gd name="connsiteX5" fmla="*/ 48310 w 294929"/>
                <a:gd name="connsiteY5" fmla="*/ 189525 h 294552"/>
                <a:gd name="connsiteX6" fmla="*/ 50508 w 294929"/>
                <a:gd name="connsiteY6" fmla="*/ 187327 h 294552"/>
                <a:gd name="connsiteX7" fmla="*/ 85076 w 294929"/>
                <a:gd name="connsiteY7" fmla="*/ 129126 h 294552"/>
                <a:gd name="connsiteX8" fmla="*/ 86374 w 294929"/>
                <a:gd name="connsiteY8" fmla="*/ 80379 h 294552"/>
                <a:gd name="connsiteX9" fmla="*/ 49303 w 294929"/>
                <a:gd name="connsiteY9" fmla="*/ 54986 h 294552"/>
                <a:gd name="connsiteX10" fmla="*/ 31973 w 294929"/>
                <a:gd name="connsiteY10" fmla="*/ 54986 h 294552"/>
                <a:gd name="connsiteX11" fmla="*/ 41241 w 294929"/>
                <a:gd name="connsiteY11" fmla="*/ 45718 h 294552"/>
                <a:gd name="connsiteX12" fmla="*/ 219456 w 294929"/>
                <a:gd name="connsiteY12" fmla="*/ 18564 h 294552"/>
                <a:gd name="connsiteX13" fmla="*/ 221588 w 294929"/>
                <a:gd name="connsiteY13" fmla="*/ 19769 h 294552"/>
                <a:gd name="connsiteX14" fmla="*/ 222144 w 294929"/>
                <a:gd name="connsiteY14" fmla="*/ 22086 h 294552"/>
                <a:gd name="connsiteX15" fmla="*/ 227519 w 294929"/>
                <a:gd name="connsiteY15" fmla="*/ 35153 h 294552"/>
                <a:gd name="connsiteX16" fmla="*/ 262087 w 294929"/>
                <a:gd name="connsiteY16" fmla="*/ 93353 h 294552"/>
                <a:gd name="connsiteX17" fmla="*/ 268111 w 294929"/>
                <a:gd name="connsiteY17" fmla="*/ 96782 h 294552"/>
                <a:gd name="connsiteX18" fmla="*/ 274227 w 294929"/>
                <a:gd name="connsiteY18" fmla="*/ 93353 h 294552"/>
                <a:gd name="connsiteX19" fmla="*/ 280529 w 294929"/>
                <a:gd name="connsiteY19" fmla="*/ 82696 h 294552"/>
                <a:gd name="connsiteX20" fmla="*/ 284700 w 294929"/>
                <a:gd name="connsiteY20" fmla="*/ 93353 h 294552"/>
                <a:gd name="connsiteX21" fmla="*/ 201380 w 294929"/>
                <a:gd name="connsiteY21" fmla="*/ 284362 h 294552"/>
                <a:gd name="connsiteX22" fmla="*/ 147447 w 294929"/>
                <a:gd name="connsiteY22" fmla="*/ 294552 h 294552"/>
                <a:gd name="connsiteX23" fmla="*/ 12511 w 294929"/>
                <a:gd name="connsiteY23" fmla="*/ 165640 h 294552"/>
                <a:gd name="connsiteX24" fmla="*/ 166524 w 294929"/>
                <a:gd name="connsiteY24" fmla="*/ 281176 h 294552"/>
                <a:gd name="connsiteX25" fmla="*/ 282060 w 294929"/>
                <a:gd name="connsiteY25" fmla="*/ 127163 h 294552"/>
                <a:gd name="connsiteX26" fmla="*/ 277193 w 294929"/>
                <a:gd name="connsiteY26" fmla="*/ 105679 h 294552"/>
                <a:gd name="connsiteX27" fmla="*/ 267925 w 294929"/>
                <a:gd name="connsiteY27" fmla="*/ 107996 h 294552"/>
                <a:gd name="connsiteX28" fmla="*/ 252263 w 294929"/>
                <a:gd name="connsiteY28" fmla="*/ 98729 h 294552"/>
                <a:gd name="connsiteX29" fmla="*/ 217881 w 294929"/>
                <a:gd name="connsiteY29" fmla="*/ 40899 h 294552"/>
                <a:gd name="connsiteX30" fmla="*/ 211949 w 294929"/>
                <a:gd name="connsiteY30" fmla="*/ 27276 h 294552"/>
                <a:gd name="connsiteX31" fmla="*/ 57459 w 294929"/>
                <a:gd name="connsiteY31" fmla="*/ 44977 h 294552"/>
                <a:gd name="connsiteX32" fmla="*/ 96846 w 294929"/>
                <a:gd name="connsiteY32" fmla="*/ 75189 h 294552"/>
                <a:gd name="connsiteX33" fmla="*/ 94715 w 294929"/>
                <a:gd name="connsiteY33" fmla="*/ 134965 h 294552"/>
                <a:gd name="connsiteX34" fmla="*/ 59776 w 294929"/>
                <a:gd name="connsiteY34" fmla="*/ 193072 h 294552"/>
                <a:gd name="connsiteX35" fmla="*/ 34202 w 294929"/>
                <a:gd name="connsiteY35" fmla="*/ 198823 h 294552"/>
                <a:gd name="connsiteX36" fmla="*/ 28451 w 294929"/>
                <a:gd name="connsiteY36" fmla="*/ 193072 h 294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4929" h="294552">
                  <a:moveTo>
                    <a:pt x="147447" y="294552"/>
                  </a:moveTo>
                  <a:cubicBezTo>
                    <a:pt x="66072" y="294501"/>
                    <a:pt x="102" y="228573"/>
                    <a:pt x="0" y="147198"/>
                  </a:cubicBezTo>
                  <a:cubicBezTo>
                    <a:pt x="0" y="146179"/>
                    <a:pt x="0" y="145252"/>
                    <a:pt x="0" y="144232"/>
                  </a:cubicBezTo>
                  <a:lnTo>
                    <a:pt x="556" y="123658"/>
                  </a:lnTo>
                  <a:lnTo>
                    <a:pt x="38460" y="187327"/>
                  </a:lnTo>
                  <a:cubicBezTo>
                    <a:pt x="40573" y="190653"/>
                    <a:pt x="44983" y="191638"/>
                    <a:pt x="48310" y="189525"/>
                  </a:cubicBezTo>
                  <a:cubicBezTo>
                    <a:pt x="49195" y="188963"/>
                    <a:pt x="49946" y="188212"/>
                    <a:pt x="50508" y="187327"/>
                  </a:cubicBezTo>
                  <a:lnTo>
                    <a:pt x="85076" y="129126"/>
                  </a:lnTo>
                  <a:cubicBezTo>
                    <a:pt x="93968" y="114212"/>
                    <a:pt x="94459" y="95745"/>
                    <a:pt x="86374" y="80379"/>
                  </a:cubicBezTo>
                  <a:cubicBezTo>
                    <a:pt x="79222" y="66089"/>
                    <a:pt x="65212" y="56492"/>
                    <a:pt x="49303" y="54986"/>
                  </a:cubicBezTo>
                  <a:lnTo>
                    <a:pt x="31973" y="54986"/>
                  </a:lnTo>
                  <a:lnTo>
                    <a:pt x="41241" y="45718"/>
                  </a:lnTo>
                  <a:cubicBezTo>
                    <a:pt x="87519" y="-2884"/>
                    <a:pt x="160803" y="-14050"/>
                    <a:pt x="219456" y="18564"/>
                  </a:cubicBezTo>
                  <a:lnTo>
                    <a:pt x="221588" y="19769"/>
                  </a:lnTo>
                  <a:lnTo>
                    <a:pt x="222144" y="22086"/>
                  </a:lnTo>
                  <a:cubicBezTo>
                    <a:pt x="223320" y="26670"/>
                    <a:pt x="225129" y="31068"/>
                    <a:pt x="227519" y="35153"/>
                  </a:cubicBezTo>
                  <a:lnTo>
                    <a:pt x="262087" y="93353"/>
                  </a:lnTo>
                  <a:cubicBezTo>
                    <a:pt x="263312" y="95516"/>
                    <a:pt x="265625" y="96833"/>
                    <a:pt x="268111" y="96782"/>
                  </a:cubicBezTo>
                  <a:cubicBezTo>
                    <a:pt x="270619" y="96827"/>
                    <a:pt x="272957" y="95516"/>
                    <a:pt x="274227" y="93353"/>
                  </a:cubicBezTo>
                  <a:lnTo>
                    <a:pt x="280529" y="82696"/>
                  </a:lnTo>
                  <a:lnTo>
                    <a:pt x="284700" y="93353"/>
                  </a:lnTo>
                  <a:cubicBezTo>
                    <a:pt x="314437" y="169107"/>
                    <a:pt x="277134" y="254625"/>
                    <a:pt x="201380" y="284362"/>
                  </a:cubicBezTo>
                  <a:cubicBezTo>
                    <a:pt x="184199" y="291107"/>
                    <a:pt x="165904" y="294563"/>
                    <a:pt x="147447" y="294552"/>
                  </a:cubicBezTo>
                  <a:close/>
                  <a:moveTo>
                    <a:pt x="12511" y="165640"/>
                  </a:moveTo>
                  <a:cubicBezTo>
                    <a:pt x="23136" y="240074"/>
                    <a:pt x="92090" y="291801"/>
                    <a:pt x="166524" y="281176"/>
                  </a:cubicBezTo>
                  <a:cubicBezTo>
                    <a:pt x="240958" y="270551"/>
                    <a:pt x="292685" y="201597"/>
                    <a:pt x="282060" y="127163"/>
                  </a:cubicBezTo>
                  <a:cubicBezTo>
                    <a:pt x="281021" y="119882"/>
                    <a:pt x="279393" y="112697"/>
                    <a:pt x="277193" y="105679"/>
                  </a:cubicBezTo>
                  <a:cubicBezTo>
                    <a:pt x="274349" y="107221"/>
                    <a:pt x="271161" y="108018"/>
                    <a:pt x="267925" y="107996"/>
                  </a:cubicBezTo>
                  <a:cubicBezTo>
                    <a:pt x="261443" y="107859"/>
                    <a:pt x="255504" y="104345"/>
                    <a:pt x="252263" y="98729"/>
                  </a:cubicBezTo>
                  <a:lnTo>
                    <a:pt x="217881" y="40899"/>
                  </a:lnTo>
                  <a:cubicBezTo>
                    <a:pt x="215380" y="36604"/>
                    <a:pt x="213389" y="32032"/>
                    <a:pt x="211949" y="27276"/>
                  </a:cubicBezTo>
                  <a:cubicBezTo>
                    <a:pt x="161833" y="209"/>
                    <a:pt x="100154" y="7276"/>
                    <a:pt x="57459" y="44977"/>
                  </a:cubicBezTo>
                  <a:cubicBezTo>
                    <a:pt x="74462" y="48614"/>
                    <a:pt x="88927" y="59709"/>
                    <a:pt x="96846" y="75189"/>
                  </a:cubicBezTo>
                  <a:cubicBezTo>
                    <a:pt x="106554" y="94135"/>
                    <a:pt x="105748" y="116759"/>
                    <a:pt x="94715" y="134965"/>
                  </a:cubicBezTo>
                  <a:lnTo>
                    <a:pt x="59776" y="193072"/>
                  </a:lnTo>
                  <a:cubicBezTo>
                    <a:pt x="54302" y="201722"/>
                    <a:pt x="42852" y="204297"/>
                    <a:pt x="34202" y="198823"/>
                  </a:cubicBezTo>
                  <a:cubicBezTo>
                    <a:pt x="31883" y="197355"/>
                    <a:pt x="29919" y="195391"/>
                    <a:pt x="28451" y="193072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CAC7D682-FF80-524F-B9E0-5EF0B08BAD29}"/>
                </a:ext>
              </a:extLst>
            </p:cNvPr>
            <p:cNvSpPr/>
            <p:nvPr/>
          </p:nvSpPr>
          <p:spPr>
            <a:xfrm>
              <a:off x="5048850" y="2013080"/>
              <a:ext cx="150597" cy="294737"/>
            </a:xfrm>
            <a:custGeom>
              <a:avLst/>
              <a:gdLst>
                <a:gd name="connsiteX0" fmla="*/ 75067 w 150597"/>
                <a:gd name="connsiteY0" fmla="*/ 294737 h 294737"/>
                <a:gd name="connsiteX1" fmla="*/ 35402 w 150597"/>
                <a:gd name="connsiteY1" fmla="*/ 289362 h 294737"/>
                <a:gd name="connsiteX2" fmla="*/ 33734 w 150597"/>
                <a:gd name="connsiteY2" fmla="*/ 288713 h 294737"/>
                <a:gd name="connsiteX3" fmla="*/ 32529 w 150597"/>
                <a:gd name="connsiteY3" fmla="*/ 286952 h 294737"/>
                <a:gd name="connsiteX4" fmla="*/ 0 w 150597"/>
                <a:gd name="connsiteY4" fmla="*/ 152943 h 294737"/>
                <a:gd name="connsiteX5" fmla="*/ 0 w 150597"/>
                <a:gd name="connsiteY5" fmla="*/ 151368 h 294737"/>
                <a:gd name="connsiteX6" fmla="*/ 13067 w 150597"/>
                <a:gd name="connsiteY6" fmla="*/ 129311 h 294737"/>
                <a:gd name="connsiteX7" fmla="*/ 9546 w 150597"/>
                <a:gd name="connsiteY7" fmla="*/ 73057 h 294737"/>
                <a:gd name="connsiteX8" fmla="*/ 7877 w 150597"/>
                <a:gd name="connsiteY8" fmla="*/ 71018 h 294737"/>
                <a:gd name="connsiteX9" fmla="*/ 8526 w 150597"/>
                <a:gd name="connsiteY9" fmla="*/ 68423 h 294737"/>
                <a:gd name="connsiteX10" fmla="*/ 32529 w 150597"/>
                <a:gd name="connsiteY10" fmla="*/ 7721 h 294737"/>
                <a:gd name="connsiteX11" fmla="*/ 33734 w 150597"/>
                <a:gd name="connsiteY11" fmla="*/ 5960 h 294737"/>
                <a:gd name="connsiteX12" fmla="*/ 35402 w 150597"/>
                <a:gd name="connsiteY12" fmla="*/ 5404 h 294737"/>
                <a:gd name="connsiteX13" fmla="*/ 114732 w 150597"/>
                <a:gd name="connsiteY13" fmla="*/ 5404 h 294737"/>
                <a:gd name="connsiteX14" fmla="*/ 116771 w 150597"/>
                <a:gd name="connsiteY14" fmla="*/ 5960 h 294737"/>
                <a:gd name="connsiteX15" fmla="*/ 117976 w 150597"/>
                <a:gd name="connsiteY15" fmla="*/ 7721 h 294737"/>
                <a:gd name="connsiteX16" fmla="*/ 150598 w 150597"/>
                <a:gd name="connsiteY16" fmla="*/ 147383 h 294737"/>
                <a:gd name="connsiteX17" fmla="*/ 117976 w 150597"/>
                <a:gd name="connsiteY17" fmla="*/ 286952 h 294737"/>
                <a:gd name="connsiteX18" fmla="*/ 116771 w 150597"/>
                <a:gd name="connsiteY18" fmla="*/ 288713 h 294737"/>
                <a:gd name="connsiteX19" fmla="*/ 114732 w 150597"/>
                <a:gd name="connsiteY19" fmla="*/ 289362 h 294737"/>
                <a:gd name="connsiteX20" fmla="*/ 75067 w 150597"/>
                <a:gd name="connsiteY20" fmla="*/ 294737 h 294737"/>
                <a:gd name="connsiteX21" fmla="*/ 40407 w 150597"/>
                <a:gd name="connsiteY21" fmla="*/ 279075 h 294737"/>
                <a:gd name="connsiteX22" fmla="*/ 109728 w 150597"/>
                <a:gd name="connsiteY22" fmla="*/ 279075 h 294737"/>
                <a:gd name="connsiteX23" fmla="*/ 139292 w 150597"/>
                <a:gd name="connsiteY23" fmla="*/ 147383 h 294737"/>
                <a:gd name="connsiteX24" fmla="*/ 109728 w 150597"/>
                <a:gd name="connsiteY24" fmla="*/ 15691 h 294737"/>
                <a:gd name="connsiteX25" fmla="*/ 40407 w 150597"/>
                <a:gd name="connsiteY25" fmla="*/ 15691 h 294737"/>
                <a:gd name="connsiteX26" fmla="*/ 19647 w 150597"/>
                <a:gd name="connsiteY26" fmla="*/ 68423 h 294737"/>
                <a:gd name="connsiteX27" fmla="*/ 22335 w 150597"/>
                <a:gd name="connsiteY27" fmla="*/ 135150 h 294737"/>
                <a:gd name="connsiteX28" fmla="*/ 10843 w 150597"/>
                <a:gd name="connsiteY28" fmla="*/ 154426 h 294737"/>
                <a:gd name="connsiteX29" fmla="*/ 40407 w 150597"/>
                <a:gd name="connsiteY29" fmla="*/ 279075 h 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0597" h="294737">
                  <a:moveTo>
                    <a:pt x="75067" y="294737"/>
                  </a:moveTo>
                  <a:cubicBezTo>
                    <a:pt x="61663" y="294759"/>
                    <a:pt x="48318" y="292951"/>
                    <a:pt x="35402" y="289362"/>
                  </a:cubicBezTo>
                  <a:lnTo>
                    <a:pt x="33734" y="288713"/>
                  </a:lnTo>
                  <a:lnTo>
                    <a:pt x="32529" y="286952"/>
                  </a:lnTo>
                  <a:cubicBezTo>
                    <a:pt x="12975" y="257111"/>
                    <a:pt x="741" y="206973"/>
                    <a:pt x="0" y="152943"/>
                  </a:cubicBezTo>
                  <a:lnTo>
                    <a:pt x="0" y="151368"/>
                  </a:lnTo>
                  <a:lnTo>
                    <a:pt x="13067" y="129311"/>
                  </a:lnTo>
                  <a:cubicBezTo>
                    <a:pt x="23387" y="111575"/>
                    <a:pt x="21997" y="89367"/>
                    <a:pt x="9546" y="73057"/>
                  </a:cubicBezTo>
                  <a:lnTo>
                    <a:pt x="7877" y="71018"/>
                  </a:lnTo>
                  <a:lnTo>
                    <a:pt x="8526" y="68423"/>
                  </a:lnTo>
                  <a:cubicBezTo>
                    <a:pt x="13011" y="46969"/>
                    <a:pt x="21129" y="26440"/>
                    <a:pt x="32529" y="7721"/>
                  </a:cubicBezTo>
                  <a:lnTo>
                    <a:pt x="33734" y="5960"/>
                  </a:lnTo>
                  <a:lnTo>
                    <a:pt x="35402" y="5404"/>
                  </a:lnTo>
                  <a:cubicBezTo>
                    <a:pt x="61355" y="-1801"/>
                    <a:pt x="88780" y="-1801"/>
                    <a:pt x="114732" y="5404"/>
                  </a:cubicBezTo>
                  <a:lnTo>
                    <a:pt x="116771" y="5960"/>
                  </a:lnTo>
                  <a:lnTo>
                    <a:pt x="117976" y="7721"/>
                  </a:lnTo>
                  <a:cubicBezTo>
                    <a:pt x="138365" y="38860"/>
                    <a:pt x="150598" y="91129"/>
                    <a:pt x="150598" y="147383"/>
                  </a:cubicBezTo>
                  <a:cubicBezTo>
                    <a:pt x="150598" y="203637"/>
                    <a:pt x="138365" y="255628"/>
                    <a:pt x="117976" y="286952"/>
                  </a:cubicBezTo>
                  <a:lnTo>
                    <a:pt x="116771" y="288713"/>
                  </a:lnTo>
                  <a:lnTo>
                    <a:pt x="114732" y="289362"/>
                  </a:lnTo>
                  <a:cubicBezTo>
                    <a:pt x="101816" y="292945"/>
                    <a:pt x="88472" y="294753"/>
                    <a:pt x="75067" y="294737"/>
                  </a:cubicBezTo>
                  <a:close/>
                  <a:moveTo>
                    <a:pt x="40407" y="279075"/>
                  </a:moveTo>
                  <a:cubicBezTo>
                    <a:pt x="63133" y="285006"/>
                    <a:pt x="87002" y="285006"/>
                    <a:pt x="109728" y="279075"/>
                  </a:cubicBezTo>
                  <a:cubicBezTo>
                    <a:pt x="128263" y="249419"/>
                    <a:pt x="139292" y="200486"/>
                    <a:pt x="139292" y="147383"/>
                  </a:cubicBezTo>
                  <a:cubicBezTo>
                    <a:pt x="139292" y="94280"/>
                    <a:pt x="128263" y="45254"/>
                    <a:pt x="109728" y="15691"/>
                  </a:cubicBezTo>
                  <a:cubicBezTo>
                    <a:pt x="87013" y="9667"/>
                    <a:pt x="63121" y="9667"/>
                    <a:pt x="40407" y="15691"/>
                  </a:cubicBezTo>
                  <a:cubicBezTo>
                    <a:pt x="30825" y="32100"/>
                    <a:pt x="23823" y="49885"/>
                    <a:pt x="19647" y="68423"/>
                  </a:cubicBezTo>
                  <a:cubicBezTo>
                    <a:pt x="33701" y="88163"/>
                    <a:pt x="34755" y="114344"/>
                    <a:pt x="22335" y="135150"/>
                  </a:cubicBezTo>
                  <a:lnTo>
                    <a:pt x="10843" y="154426"/>
                  </a:lnTo>
                  <a:cubicBezTo>
                    <a:pt x="11770" y="204656"/>
                    <a:pt x="22798" y="250902"/>
                    <a:pt x="40407" y="27907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78930966-3D2C-EC41-9D37-AABDCF77D363}"/>
                </a:ext>
              </a:extLst>
            </p:cNvPr>
            <p:cNvSpPr/>
            <p:nvPr/>
          </p:nvSpPr>
          <p:spPr>
            <a:xfrm>
              <a:off x="5225304" y="1979746"/>
              <a:ext cx="38738" cy="38738"/>
            </a:xfrm>
            <a:custGeom>
              <a:avLst/>
              <a:gdLst>
                <a:gd name="connsiteX0" fmla="*/ 19277 w 38738"/>
                <a:gd name="connsiteY0" fmla="*/ 38738 h 38738"/>
                <a:gd name="connsiteX1" fmla="*/ 0 w 38738"/>
                <a:gd name="connsiteY1" fmla="*/ 19277 h 38738"/>
                <a:gd name="connsiteX2" fmla="*/ 19462 w 38738"/>
                <a:gd name="connsiteY2" fmla="*/ 0 h 38738"/>
                <a:gd name="connsiteX3" fmla="*/ 38738 w 38738"/>
                <a:gd name="connsiteY3" fmla="*/ 19369 h 38738"/>
                <a:gd name="connsiteX4" fmla="*/ 19277 w 38738"/>
                <a:gd name="connsiteY4" fmla="*/ 38738 h 38738"/>
                <a:gd name="connsiteX5" fmla="*/ 19277 w 38738"/>
                <a:gd name="connsiteY5" fmla="*/ 10936 h 38738"/>
                <a:gd name="connsiteX6" fmla="*/ 11121 w 38738"/>
                <a:gd name="connsiteY6" fmla="*/ 19091 h 38738"/>
                <a:gd name="connsiteX7" fmla="*/ 19277 w 38738"/>
                <a:gd name="connsiteY7" fmla="*/ 27246 h 38738"/>
                <a:gd name="connsiteX8" fmla="*/ 27432 w 38738"/>
                <a:gd name="connsiteY8" fmla="*/ 19091 h 38738"/>
                <a:gd name="connsiteX9" fmla="*/ 19277 w 38738"/>
                <a:gd name="connsiteY9" fmla="*/ 10936 h 3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8" h="38738">
                  <a:moveTo>
                    <a:pt x="19277" y="38738"/>
                  </a:moveTo>
                  <a:cubicBezTo>
                    <a:pt x="8579" y="38687"/>
                    <a:pt x="-51" y="29974"/>
                    <a:pt x="0" y="19277"/>
                  </a:cubicBezTo>
                  <a:cubicBezTo>
                    <a:pt x="51" y="8579"/>
                    <a:pt x="8765" y="-51"/>
                    <a:pt x="19462" y="0"/>
                  </a:cubicBezTo>
                  <a:cubicBezTo>
                    <a:pt x="30123" y="51"/>
                    <a:pt x="38738" y="8708"/>
                    <a:pt x="38738" y="19369"/>
                  </a:cubicBezTo>
                  <a:cubicBezTo>
                    <a:pt x="38687" y="30081"/>
                    <a:pt x="29989" y="38738"/>
                    <a:pt x="19277" y="38738"/>
                  </a:cubicBezTo>
                  <a:close/>
                  <a:moveTo>
                    <a:pt x="19277" y="10936"/>
                  </a:moveTo>
                  <a:cubicBezTo>
                    <a:pt x="14772" y="10936"/>
                    <a:pt x="11121" y="14587"/>
                    <a:pt x="11121" y="19091"/>
                  </a:cubicBezTo>
                  <a:cubicBezTo>
                    <a:pt x="11121" y="23595"/>
                    <a:pt x="14772" y="27246"/>
                    <a:pt x="19277" y="27246"/>
                  </a:cubicBezTo>
                  <a:cubicBezTo>
                    <a:pt x="23781" y="27246"/>
                    <a:pt x="27432" y="23595"/>
                    <a:pt x="27432" y="19091"/>
                  </a:cubicBezTo>
                  <a:cubicBezTo>
                    <a:pt x="27432" y="14587"/>
                    <a:pt x="23781" y="10936"/>
                    <a:pt x="19277" y="1093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0C518D03-7025-3B47-A847-F90B47C86E49}"/>
                </a:ext>
              </a:extLst>
            </p:cNvPr>
            <p:cNvSpPr/>
            <p:nvPr/>
          </p:nvSpPr>
          <p:spPr>
            <a:xfrm>
              <a:off x="5209457" y="2021357"/>
              <a:ext cx="70248" cy="36606"/>
            </a:xfrm>
            <a:custGeom>
              <a:avLst/>
              <a:gdLst>
                <a:gd name="connsiteX0" fmla="*/ 64688 w 70248"/>
                <a:gd name="connsiteY0" fmla="*/ 36607 h 36606"/>
                <a:gd name="connsiteX1" fmla="*/ 59034 w 70248"/>
                <a:gd name="connsiteY1" fmla="*/ 30954 h 36606"/>
                <a:gd name="connsiteX2" fmla="*/ 59034 w 70248"/>
                <a:gd name="connsiteY2" fmla="*/ 20481 h 36606"/>
                <a:gd name="connsiteX3" fmla="*/ 49767 w 70248"/>
                <a:gd name="connsiteY3" fmla="*/ 11214 h 36606"/>
                <a:gd name="connsiteX4" fmla="*/ 20574 w 70248"/>
                <a:gd name="connsiteY4" fmla="*/ 11214 h 36606"/>
                <a:gd name="connsiteX5" fmla="*/ 11306 w 70248"/>
                <a:gd name="connsiteY5" fmla="*/ 20481 h 36606"/>
                <a:gd name="connsiteX6" fmla="*/ 11306 w 70248"/>
                <a:gd name="connsiteY6" fmla="*/ 30954 h 36606"/>
                <a:gd name="connsiteX7" fmla="*/ 5653 w 70248"/>
                <a:gd name="connsiteY7" fmla="*/ 36607 h 36606"/>
                <a:gd name="connsiteX8" fmla="*/ 0 w 70248"/>
                <a:gd name="connsiteY8" fmla="*/ 30954 h 36606"/>
                <a:gd name="connsiteX9" fmla="*/ 0 w 70248"/>
                <a:gd name="connsiteY9" fmla="*/ 20481 h 36606"/>
                <a:gd name="connsiteX10" fmla="*/ 20574 w 70248"/>
                <a:gd name="connsiteY10" fmla="*/ 0 h 36606"/>
                <a:gd name="connsiteX11" fmla="*/ 49767 w 70248"/>
                <a:gd name="connsiteY11" fmla="*/ 0 h 36606"/>
                <a:gd name="connsiteX12" fmla="*/ 70248 w 70248"/>
                <a:gd name="connsiteY12" fmla="*/ 20481 h 36606"/>
                <a:gd name="connsiteX13" fmla="*/ 70248 w 70248"/>
                <a:gd name="connsiteY13" fmla="*/ 30954 h 36606"/>
                <a:gd name="connsiteX14" fmla="*/ 64688 w 70248"/>
                <a:gd name="connsiteY14" fmla="*/ 36607 h 36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248" h="36606">
                  <a:moveTo>
                    <a:pt x="64688" y="36607"/>
                  </a:moveTo>
                  <a:cubicBezTo>
                    <a:pt x="61565" y="36607"/>
                    <a:pt x="59034" y="34076"/>
                    <a:pt x="59034" y="30954"/>
                  </a:cubicBezTo>
                  <a:lnTo>
                    <a:pt x="59034" y="20481"/>
                  </a:lnTo>
                  <a:cubicBezTo>
                    <a:pt x="59034" y="15363"/>
                    <a:pt x="54885" y="11214"/>
                    <a:pt x="49767" y="11214"/>
                  </a:cubicBezTo>
                  <a:lnTo>
                    <a:pt x="20574" y="11214"/>
                  </a:lnTo>
                  <a:cubicBezTo>
                    <a:pt x="15456" y="11214"/>
                    <a:pt x="11306" y="15363"/>
                    <a:pt x="11306" y="20481"/>
                  </a:cubicBezTo>
                  <a:lnTo>
                    <a:pt x="11306" y="30954"/>
                  </a:lnTo>
                  <a:cubicBezTo>
                    <a:pt x="11306" y="34076"/>
                    <a:pt x="8775" y="36607"/>
                    <a:pt x="5653" y="36607"/>
                  </a:cubicBezTo>
                  <a:cubicBezTo>
                    <a:pt x="2531" y="36607"/>
                    <a:pt x="0" y="34076"/>
                    <a:pt x="0" y="30954"/>
                  </a:cubicBezTo>
                  <a:lnTo>
                    <a:pt x="0" y="20481"/>
                  </a:lnTo>
                  <a:cubicBezTo>
                    <a:pt x="51" y="9155"/>
                    <a:pt x="9247" y="0"/>
                    <a:pt x="20574" y="0"/>
                  </a:cubicBezTo>
                  <a:lnTo>
                    <a:pt x="49767" y="0"/>
                  </a:lnTo>
                  <a:cubicBezTo>
                    <a:pt x="61078" y="0"/>
                    <a:pt x="70248" y="9170"/>
                    <a:pt x="70248" y="20481"/>
                  </a:cubicBezTo>
                  <a:lnTo>
                    <a:pt x="70248" y="30954"/>
                  </a:lnTo>
                  <a:cubicBezTo>
                    <a:pt x="70249" y="34040"/>
                    <a:pt x="67774" y="36556"/>
                    <a:pt x="64688" y="3660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8B39BE0C-2546-7C44-95DD-B10973A3CB7E}"/>
                </a:ext>
              </a:extLst>
            </p:cNvPr>
            <p:cNvSpPr/>
            <p:nvPr/>
          </p:nvSpPr>
          <p:spPr>
            <a:xfrm>
              <a:off x="5001400" y="2073255"/>
              <a:ext cx="38923" cy="38923"/>
            </a:xfrm>
            <a:custGeom>
              <a:avLst/>
              <a:gdLst>
                <a:gd name="connsiteX0" fmla="*/ 19554 w 38923"/>
                <a:gd name="connsiteY0" fmla="*/ 38924 h 38923"/>
                <a:gd name="connsiteX1" fmla="*/ 0 w 38923"/>
                <a:gd name="connsiteY1" fmla="*/ 19554 h 38923"/>
                <a:gd name="connsiteX2" fmla="*/ 19369 w 38923"/>
                <a:gd name="connsiteY2" fmla="*/ 0 h 38923"/>
                <a:gd name="connsiteX3" fmla="*/ 38924 w 38923"/>
                <a:gd name="connsiteY3" fmla="*/ 19369 h 38923"/>
                <a:gd name="connsiteX4" fmla="*/ 19555 w 38923"/>
                <a:gd name="connsiteY4" fmla="*/ 38924 h 38923"/>
                <a:gd name="connsiteX5" fmla="*/ 19554 w 38923"/>
                <a:gd name="connsiteY5" fmla="*/ 38924 h 38923"/>
                <a:gd name="connsiteX6" fmla="*/ 19554 w 38923"/>
                <a:gd name="connsiteY6" fmla="*/ 11121 h 38923"/>
                <a:gd name="connsiteX7" fmla="*/ 11399 w 38923"/>
                <a:gd name="connsiteY7" fmla="*/ 19276 h 38923"/>
                <a:gd name="connsiteX8" fmla="*/ 19554 w 38923"/>
                <a:gd name="connsiteY8" fmla="*/ 27432 h 38923"/>
                <a:gd name="connsiteX9" fmla="*/ 27710 w 38923"/>
                <a:gd name="connsiteY9" fmla="*/ 19276 h 38923"/>
                <a:gd name="connsiteX10" fmla="*/ 19554 w 38923"/>
                <a:gd name="connsiteY10" fmla="*/ 11306 h 3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923" h="38923">
                  <a:moveTo>
                    <a:pt x="19554" y="38924"/>
                  </a:moveTo>
                  <a:cubicBezTo>
                    <a:pt x="8806" y="38975"/>
                    <a:pt x="51" y="30303"/>
                    <a:pt x="0" y="19554"/>
                  </a:cubicBezTo>
                  <a:cubicBezTo>
                    <a:pt x="-51" y="8806"/>
                    <a:pt x="8621" y="51"/>
                    <a:pt x="19369" y="0"/>
                  </a:cubicBezTo>
                  <a:cubicBezTo>
                    <a:pt x="30118" y="-51"/>
                    <a:pt x="38872" y="8621"/>
                    <a:pt x="38924" y="19369"/>
                  </a:cubicBezTo>
                  <a:cubicBezTo>
                    <a:pt x="38975" y="30117"/>
                    <a:pt x="30303" y="38872"/>
                    <a:pt x="19555" y="38924"/>
                  </a:cubicBezTo>
                  <a:cubicBezTo>
                    <a:pt x="19555" y="38924"/>
                    <a:pt x="19554" y="38924"/>
                    <a:pt x="19554" y="38924"/>
                  </a:cubicBezTo>
                  <a:close/>
                  <a:moveTo>
                    <a:pt x="19554" y="11121"/>
                  </a:moveTo>
                  <a:cubicBezTo>
                    <a:pt x="15050" y="11121"/>
                    <a:pt x="11399" y="14772"/>
                    <a:pt x="11399" y="19276"/>
                  </a:cubicBezTo>
                  <a:cubicBezTo>
                    <a:pt x="11399" y="23780"/>
                    <a:pt x="15050" y="27432"/>
                    <a:pt x="19554" y="27432"/>
                  </a:cubicBezTo>
                  <a:cubicBezTo>
                    <a:pt x="24058" y="27432"/>
                    <a:pt x="27710" y="23780"/>
                    <a:pt x="27710" y="19276"/>
                  </a:cubicBezTo>
                  <a:cubicBezTo>
                    <a:pt x="27609" y="14845"/>
                    <a:pt x="23987" y="11305"/>
                    <a:pt x="19554" y="113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DBF8CCE8-FA92-274F-8111-2A4BA0152CA7}"/>
                </a:ext>
              </a:extLst>
            </p:cNvPr>
            <p:cNvSpPr/>
            <p:nvPr/>
          </p:nvSpPr>
          <p:spPr>
            <a:xfrm>
              <a:off x="4985877" y="2115330"/>
              <a:ext cx="70201" cy="37329"/>
            </a:xfrm>
            <a:custGeom>
              <a:avLst/>
              <a:gdLst>
                <a:gd name="connsiteX0" fmla="*/ 64549 w 70201"/>
                <a:gd name="connsiteY0" fmla="*/ 36607 h 37329"/>
                <a:gd name="connsiteX1" fmla="*/ 58987 w 70201"/>
                <a:gd name="connsiteY1" fmla="*/ 31047 h 37329"/>
                <a:gd name="connsiteX2" fmla="*/ 58988 w 70201"/>
                <a:gd name="connsiteY2" fmla="*/ 30954 h 37329"/>
                <a:gd name="connsiteX3" fmla="*/ 58988 w 70201"/>
                <a:gd name="connsiteY3" fmla="*/ 20574 h 37329"/>
                <a:gd name="connsiteX4" fmla="*/ 49721 w 70201"/>
                <a:gd name="connsiteY4" fmla="*/ 11306 h 37329"/>
                <a:gd name="connsiteX5" fmla="*/ 20528 w 70201"/>
                <a:gd name="connsiteY5" fmla="*/ 11306 h 37329"/>
                <a:gd name="connsiteX6" fmla="*/ 11260 w 70201"/>
                <a:gd name="connsiteY6" fmla="*/ 20574 h 37329"/>
                <a:gd name="connsiteX7" fmla="*/ 11260 w 70201"/>
                <a:gd name="connsiteY7" fmla="*/ 30954 h 37329"/>
                <a:gd name="connsiteX8" fmla="*/ 6376 w 70201"/>
                <a:gd name="connsiteY8" fmla="*/ 37283 h 37329"/>
                <a:gd name="connsiteX9" fmla="*/ 46 w 70201"/>
                <a:gd name="connsiteY9" fmla="*/ 32398 h 37329"/>
                <a:gd name="connsiteX10" fmla="*/ 46 w 70201"/>
                <a:gd name="connsiteY10" fmla="*/ 30954 h 37329"/>
                <a:gd name="connsiteX11" fmla="*/ 46 w 70201"/>
                <a:gd name="connsiteY11" fmla="*/ 20574 h 37329"/>
                <a:gd name="connsiteX12" fmla="*/ 20620 w 70201"/>
                <a:gd name="connsiteY12" fmla="*/ 0 h 37329"/>
                <a:gd name="connsiteX13" fmla="*/ 49628 w 70201"/>
                <a:gd name="connsiteY13" fmla="*/ 0 h 37329"/>
                <a:gd name="connsiteX14" fmla="*/ 70202 w 70201"/>
                <a:gd name="connsiteY14" fmla="*/ 20574 h 37329"/>
                <a:gd name="connsiteX15" fmla="*/ 70202 w 70201"/>
                <a:gd name="connsiteY15" fmla="*/ 30954 h 37329"/>
                <a:gd name="connsiteX16" fmla="*/ 64549 w 70201"/>
                <a:gd name="connsiteY16" fmla="*/ 36607 h 3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0201" h="37329">
                  <a:moveTo>
                    <a:pt x="64549" y="36607"/>
                  </a:moveTo>
                  <a:cubicBezTo>
                    <a:pt x="61478" y="36607"/>
                    <a:pt x="58988" y="34118"/>
                    <a:pt x="58987" y="31047"/>
                  </a:cubicBezTo>
                  <a:cubicBezTo>
                    <a:pt x="58987" y="31016"/>
                    <a:pt x="58988" y="30985"/>
                    <a:pt x="58988" y="30954"/>
                  </a:cubicBezTo>
                  <a:lnTo>
                    <a:pt x="58988" y="20574"/>
                  </a:lnTo>
                  <a:cubicBezTo>
                    <a:pt x="58988" y="15456"/>
                    <a:pt x="54839" y="11306"/>
                    <a:pt x="49721" y="11306"/>
                  </a:cubicBezTo>
                  <a:lnTo>
                    <a:pt x="20528" y="11306"/>
                  </a:lnTo>
                  <a:cubicBezTo>
                    <a:pt x="15409" y="11306"/>
                    <a:pt x="11260" y="15456"/>
                    <a:pt x="11260" y="20574"/>
                  </a:cubicBezTo>
                  <a:lnTo>
                    <a:pt x="11260" y="30954"/>
                  </a:lnTo>
                  <a:cubicBezTo>
                    <a:pt x="11659" y="34050"/>
                    <a:pt x="9472" y="36884"/>
                    <a:pt x="6376" y="37283"/>
                  </a:cubicBezTo>
                  <a:cubicBezTo>
                    <a:pt x="3279" y="37682"/>
                    <a:pt x="445" y="35495"/>
                    <a:pt x="46" y="32398"/>
                  </a:cubicBezTo>
                  <a:cubicBezTo>
                    <a:pt x="-15" y="31919"/>
                    <a:pt x="-15" y="31433"/>
                    <a:pt x="46" y="30954"/>
                  </a:cubicBezTo>
                  <a:lnTo>
                    <a:pt x="46" y="20574"/>
                  </a:lnTo>
                  <a:cubicBezTo>
                    <a:pt x="46" y="9211"/>
                    <a:pt x="9258" y="0"/>
                    <a:pt x="20620" y="0"/>
                  </a:cubicBezTo>
                  <a:lnTo>
                    <a:pt x="49628" y="0"/>
                  </a:lnTo>
                  <a:cubicBezTo>
                    <a:pt x="60991" y="0"/>
                    <a:pt x="70202" y="9211"/>
                    <a:pt x="70202" y="20574"/>
                  </a:cubicBezTo>
                  <a:lnTo>
                    <a:pt x="70202" y="30954"/>
                  </a:lnTo>
                  <a:cubicBezTo>
                    <a:pt x="70202" y="34076"/>
                    <a:pt x="67671" y="36607"/>
                    <a:pt x="64549" y="3660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CB55FD9E-4C36-594A-A9D1-25DD8E8F2E85}"/>
              </a:ext>
            </a:extLst>
          </p:cNvPr>
          <p:cNvGrpSpPr/>
          <p:nvPr/>
        </p:nvGrpSpPr>
        <p:grpSpPr>
          <a:xfrm>
            <a:off x="5440332" y="3204521"/>
            <a:ext cx="1338870" cy="1238019"/>
            <a:chOff x="5398240" y="3718434"/>
            <a:chExt cx="1338870" cy="1238019"/>
          </a:xfrm>
        </p:grpSpPr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2CDF6962-1C05-A649-ABF0-CEB167E278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69" name="Title 1">
              <a:extLst>
                <a:ext uri="{FF2B5EF4-FFF2-40B4-BE49-F238E27FC236}">
                  <a16:creationId xmlns:a16="http://schemas.microsoft.com/office/drawing/2014/main" id="{A1E9489C-F465-0049-B1AB-A88380A4568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76268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E8ED8E3D-B088-AF4C-8106-FDC6BB00F70A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0549AA5-D3EF-1A44-803A-BD54BF9DF35A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D4DD8CD-D9B9-284E-A724-9A108347C64A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8F9E30E3-0E9F-7745-BE5F-8F529CFF34B2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34D2B054-0BBB-D640-8372-F18BA1441CB3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B063AF5F-1427-0847-8D99-519B718DBD36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1" name="Freeform 6">
            <a:extLst>
              <a:ext uri="{FF2B5EF4-FFF2-40B4-BE49-F238E27FC236}">
                <a16:creationId xmlns:a16="http://schemas.microsoft.com/office/drawing/2014/main" id="{EC339F60-ED73-5F4A-818E-257C86873F2F}"/>
              </a:ext>
            </a:extLst>
          </p:cNvPr>
          <p:cNvSpPr>
            <a:spLocks/>
          </p:cNvSpPr>
          <p:nvPr/>
        </p:nvSpPr>
        <p:spPr bwMode="auto">
          <a:xfrm rot="20320919">
            <a:off x="4666960" y="2161110"/>
            <a:ext cx="1175620" cy="1491269"/>
          </a:xfrm>
          <a:custGeom>
            <a:avLst/>
            <a:gdLst>
              <a:gd name="T0" fmla="*/ 109 w 423"/>
              <a:gd name="T1" fmla="*/ 537 h 537"/>
              <a:gd name="T2" fmla="*/ 249 w 423"/>
              <a:gd name="T3" fmla="*/ 0 h 537"/>
              <a:gd name="T4" fmla="*/ 220 w 423"/>
              <a:gd name="T5" fmla="*/ 182 h 537"/>
              <a:gd name="T6" fmla="*/ 420 w 423"/>
              <a:gd name="T7" fmla="*/ 235 h 537"/>
              <a:gd name="T8" fmla="*/ 310 w 423"/>
              <a:gd name="T9" fmla="*/ 419 h 537"/>
              <a:gd name="T10" fmla="*/ 109 w 423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3" h="537">
                <a:moveTo>
                  <a:pt x="109" y="537"/>
                </a:moveTo>
                <a:cubicBezTo>
                  <a:pt x="0" y="350"/>
                  <a:pt x="63" y="110"/>
                  <a:pt x="249" y="0"/>
                </a:cubicBezTo>
                <a:cubicBezTo>
                  <a:pt x="198" y="45"/>
                  <a:pt x="184" y="121"/>
                  <a:pt x="220" y="182"/>
                </a:cubicBezTo>
                <a:cubicBezTo>
                  <a:pt x="260" y="252"/>
                  <a:pt x="350" y="276"/>
                  <a:pt x="420" y="235"/>
                </a:cubicBezTo>
                <a:cubicBezTo>
                  <a:pt x="423" y="234"/>
                  <a:pt x="327" y="360"/>
                  <a:pt x="310" y="419"/>
                </a:cubicBezTo>
                <a:cubicBezTo>
                  <a:pt x="231" y="430"/>
                  <a:pt x="157" y="473"/>
                  <a:pt x="109" y="537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98BD9DAE-DDE2-6744-B51F-C936606B6C22}"/>
              </a:ext>
            </a:extLst>
          </p:cNvPr>
          <p:cNvSpPr>
            <a:spLocks/>
          </p:cNvSpPr>
          <p:nvPr/>
        </p:nvSpPr>
        <p:spPr bwMode="auto">
          <a:xfrm>
            <a:off x="5021427" y="1936073"/>
            <a:ext cx="841732" cy="841732"/>
          </a:xfrm>
          <a:custGeom>
            <a:avLst/>
            <a:gdLst>
              <a:gd name="T0" fmla="*/ 85 w 303"/>
              <a:gd name="T1" fmla="*/ 37 h 303"/>
              <a:gd name="T2" fmla="*/ 266 w 303"/>
              <a:gd name="T3" fmla="*/ 85 h 303"/>
              <a:gd name="T4" fmla="*/ 218 w 303"/>
              <a:gd name="T5" fmla="*/ 267 h 303"/>
              <a:gd name="T6" fmla="*/ 37 w 303"/>
              <a:gd name="T7" fmla="*/ 218 h 303"/>
              <a:gd name="T8" fmla="*/ 85 w 303"/>
              <a:gd name="T9" fmla="*/ 37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3" h="303">
                <a:moveTo>
                  <a:pt x="85" y="37"/>
                </a:moveTo>
                <a:cubicBezTo>
                  <a:pt x="149" y="0"/>
                  <a:pt x="230" y="22"/>
                  <a:pt x="266" y="85"/>
                </a:cubicBezTo>
                <a:cubicBezTo>
                  <a:pt x="303" y="149"/>
                  <a:pt x="281" y="230"/>
                  <a:pt x="218" y="267"/>
                </a:cubicBezTo>
                <a:cubicBezTo>
                  <a:pt x="154" y="303"/>
                  <a:pt x="73" y="282"/>
                  <a:pt x="37" y="218"/>
                </a:cubicBezTo>
                <a:cubicBezTo>
                  <a:pt x="0" y="155"/>
                  <a:pt x="22" y="73"/>
                  <a:pt x="85" y="37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sx="102000" sy="102000" algn="ctr" rotWithShape="0">
              <a:prstClr val="black">
                <a:alpha val="19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788F9662-050D-4F49-BB8F-FF14741FF68A}"/>
              </a:ext>
            </a:extLst>
          </p:cNvPr>
          <p:cNvSpPr>
            <a:spLocks/>
          </p:cNvSpPr>
          <p:nvPr/>
        </p:nvSpPr>
        <p:spPr bwMode="auto">
          <a:xfrm rot="20320919">
            <a:off x="5791664" y="2144894"/>
            <a:ext cx="1494075" cy="1038137"/>
          </a:xfrm>
          <a:custGeom>
            <a:avLst/>
            <a:gdLst>
              <a:gd name="T0" fmla="*/ 0 w 538"/>
              <a:gd name="T1" fmla="*/ 249 h 374"/>
              <a:gd name="T2" fmla="*/ 538 w 538"/>
              <a:gd name="T3" fmla="*/ 108 h 374"/>
              <a:gd name="T4" fmla="*/ 365 w 538"/>
              <a:gd name="T5" fmla="*/ 172 h 374"/>
              <a:gd name="T6" fmla="*/ 416 w 538"/>
              <a:gd name="T7" fmla="*/ 372 h 374"/>
              <a:gd name="T8" fmla="*/ 202 w 538"/>
              <a:gd name="T9" fmla="*/ 367 h 374"/>
              <a:gd name="T10" fmla="*/ 0 w 538"/>
              <a:gd name="T11" fmla="*/ 249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8" h="374">
                <a:moveTo>
                  <a:pt x="0" y="249"/>
                </a:moveTo>
                <a:cubicBezTo>
                  <a:pt x="111" y="62"/>
                  <a:pt x="351" y="0"/>
                  <a:pt x="538" y="108"/>
                </a:cubicBezTo>
                <a:cubicBezTo>
                  <a:pt x="474" y="86"/>
                  <a:pt x="401" y="111"/>
                  <a:pt x="365" y="172"/>
                </a:cubicBezTo>
                <a:cubicBezTo>
                  <a:pt x="323" y="241"/>
                  <a:pt x="346" y="331"/>
                  <a:pt x="416" y="372"/>
                </a:cubicBezTo>
                <a:cubicBezTo>
                  <a:pt x="419" y="374"/>
                  <a:pt x="262" y="352"/>
                  <a:pt x="202" y="367"/>
                </a:cubicBezTo>
                <a:cubicBezTo>
                  <a:pt x="154" y="303"/>
                  <a:pt x="80" y="260"/>
                  <a:pt x="0" y="24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C5DB8873-4369-EC4E-BE62-8546E64C92F7}"/>
              </a:ext>
            </a:extLst>
          </p:cNvPr>
          <p:cNvSpPr>
            <a:spLocks/>
          </p:cNvSpPr>
          <p:nvPr/>
        </p:nvSpPr>
        <p:spPr bwMode="auto">
          <a:xfrm>
            <a:off x="6750836" y="2173718"/>
            <a:ext cx="841732" cy="840329"/>
          </a:xfrm>
          <a:custGeom>
            <a:avLst/>
            <a:gdLst>
              <a:gd name="T0" fmla="*/ 219 w 303"/>
              <a:gd name="T1" fmla="*/ 37 h 303"/>
              <a:gd name="T2" fmla="*/ 266 w 303"/>
              <a:gd name="T3" fmla="*/ 219 h 303"/>
              <a:gd name="T4" fmla="*/ 84 w 303"/>
              <a:gd name="T5" fmla="*/ 265 h 303"/>
              <a:gd name="T6" fmla="*/ 37 w 303"/>
              <a:gd name="T7" fmla="*/ 83 h 303"/>
              <a:gd name="T8" fmla="*/ 219 w 303"/>
              <a:gd name="T9" fmla="*/ 37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3" h="303">
                <a:moveTo>
                  <a:pt x="219" y="37"/>
                </a:moveTo>
                <a:cubicBezTo>
                  <a:pt x="282" y="74"/>
                  <a:pt x="303" y="156"/>
                  <a:pt x="266" y="219"/>
                </a:cubicBezTo>
                <a:cubicBezTo>
                  <a:pt x="228" y="282"/>
                  <a:pt x="147" y="303"/>
                  <a:pt x="84" y="265"/>
                </a:cubicBezTo>
                <a:cubicBezTo>
                  <a:pt x="21" y="228"/>
                  <a:pt x="0" y="147"/>
                  <a:pt x="37" y="83"/>
                </a:cubicBezTo>
                <a:cubicBezTo>
                  <a:pt x="75" y="20"/>
                  <a:pt x="156" y="0"/>
                  <a:pt x="219" y="37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sx="102000" sy="102000" algn="ctr" rotWithShape="0">
              <a:prstClr val="black">
                <a:alpha val="19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0">
            <a:extLst>
              <a:ext uri="{FF2B5EF4-FFF2-40B4-BE49-F238E27FC236}">
                <a16:creationId xmlns:a16="http://schemas.microsoft.com/office/drawing/2014/main" id="{E03B3200-990E-B04A-AB9C-2F3DC29D6335}"/>
              </a:ext>
            </a:extLst>
          </p:cNvPr>
          <p:cNvSpPr>
            <a:spLocks/>
          </p:cNvSpPr>
          <p:nvPr/>
        </p:nvSpPr>
        <p:spPr bwMode="auto">
          <a:xfrm rot="20320919">
            <a:off x="6918375" y="3112983"/>
            <a:ext cx="1097058" cy="1177022"/>
          </a:xfrm>
          <a:custGeom>
            <a:avLst/>
            <a:gdLst>
              <a:gd name="T0" fmla="*/ 0 w 395"/>
              <a:gd name="T1" fmla="*/ 0 h 424"/>
              <a:gd name="T2" fmla="*/ 395 w 395"/>
              <a:gd name="T3" fmla="*/ 390 h 424"/>
              <a:gd name="T4" fmla="*/ 252 w 395"/>
              <a:gd name="T5" fmla="*/ 274 h 424"/>
              <a:gd name="T6" fmla="*/ 106 w 395"/>
              <a:gd name="T7" fmla="*/ 420 h 424"/>
              <a:gd name="T8" fmla="*/ 1 w 395"/>
              <a:gd name="T9" fmla="*/ 233 h 424"/>
              <a:gd name="T10" fmla="*/ 0 w 395"/>
              <a:gd name="T11" fmla="*/ 0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5" h="424">
                <a:moveTo>
                  <a:pt x="0" y="0"/>
                </a:moveTo>
                <a:cubicBezTo>
                  <a:pt x="217" y="0"/>
                  <a:pt x="393" y="174"/>
                  <a:pt x="395" y="390"/>
                </a:cubicBezTo>
                <a:cubicBezTo>
                  <a:pt x="382" y="324"/>
                  <a:pt x="323" y="274"/>
                  <a:pt x="252" y="274"/>
                </a:cubicBezTo>
                <a:cubicBezTo>
                  <a:pt x="171" y="274"/>
                  <a:pt x="106" y="339"/>
                  <a:pt x="106" y="420"/>
                </a:cubicBezTo>
                <a:cubicBezTo>
                  <a:pt x="106" y="424"/>
                  <a:pt x="44" y="277"/>
                  <a:pt x="1" y="233"/>
                </a:cubicBezTo>
                <a:cubicBezTo>
                  <a:pt x="31" y="159"/>
                  <a:pt x="31" y="74"/>
                  <a:pt x="0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11">
            <a:extLst>
              <a:ext uri="{FF2B5EF4-FFF2-40B4-BE49-F238E27FC236}">
                <a16:creationId xmlns:a16="http://schemas.microsoft.com/office/drawing/2014/main" id="{825FDA47-6FD9-4F4E-ABCD-3C043EB9B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9214" y="3815194"/>
            <a:ext cx="737919" cy="739322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sx="102000" sy="102000" algn="ctr" rotWithShape="0">
              <a:prstClr val="black">
                <a:alpha val="19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2">
            <a:extLst>
              <a:ext uri="{FF2B5EF4-FFF2-40B4-BE49-F238E27FC236}">
                <a16:creationId xmlns:a16="http://schemas.microsoft.com/office/drawing/2014/main" id="{52BA8719-C936-054A-8776-8C48DCCF63DA}"/>
              </a:ext>
            </a:extLst>
          </p:cNvPr>
          <p:cNvSpPr>
            <a:spLocks/>
          </p:cNvSpPr>
          <p:nvPr/>
        </p:nvSpPr>
        <p:spPr bwMode="auto">
          <a:xfrm rot="20320919">
            <a:off x="6350185" y="4258631"/>
            <a:ext cx="1175620" cy="1492672"/>
          </a:xfrm>
          <a:custGeom>
            <a:avLst/>
            <a:gdLst>
              <a:gd name="T0" fmla="*/ 314 w 423"/>
              <a:gd name="T1" fmla="*/ 0 h 538"/>
              <a:gd name="T2" fmla="*/ 174 w 423"/>
              <a:gd name="T3" fmla="*/ 538 h 538"/>
              <a:gd name="T4" fmla="*/ 203 w 423"/>
              <a:gd name="T5" fmla="*/ 355 h 538"/>
              <a:gd name="T6" fmla="*/ 3 w 423"/>
              <a:gd name="T7" fmla="*/ 302 h 538"/>
              <a:gd name="T8" fmla="*/ 113 w 423"/>
              <a:gd name="T9" fmla="*/ 118 h 538"/>
              <a:gd name="T10" fmla="*/ 314 w 423"/>
              <a:gd name="T11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3" h="538">
                <a:moveTo>
                  <a:pt x="314" y="0"/>
                </a:moveTo>
                <a:cubicBezTo>
                  <a:pt x="423" y="188"/>
                  <a:pt x="360" y="427"/>
                  <a:pt x="174" y="538"/>
                </a:cubicBezTo>
                <a:cubicBezTo>
                  <a:pt x="225" y="492"/>
                  <a:pt x="239" y="416"/>
                  <a:pt x="203" y="355"/>
                </a:cubicBezTo>
                <a:cubicBezTo>
                  <a:pt x="163" y="285"/>
                  <a:pt x="73" y="261"/>
                  <a:pt x="3" y="302"/>
                </a:cubicBezTo>
                <a:cubicBezTo>
                  <a:pt x="0" y="304"/>
                  <a:pt x="96" y="177"/>
                  <a:pt x="113" y="118"/>
                </a:cubicBezTo>
                <a:cubicBezTo>
                  <a:pt x="192" y="107"/>
                  <a:pt x="266" y="64"/>
                  <a:pt x="314" y="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3">
            <a:extLst>
              <a:ext uri="{FF2B5EF4-FFF2-40B4-BE49-F238E27FC236}">
                <a16:creationId xmlns:a16="http://schemas.microsoft.com/office/drawing/2014/main" id="{50188B7E-8D73-704B-B3F0-7A9E4B93B54B}"/>
              </a:ext>
            </a:extLst>
          </p:cNvPr>
          <p:cNvSpPr>
            <a:spLocks/>
          </p:cNvSpPr>
          <p:nvPr/>
        </p:nvSpPr>
        <p:spPr bwMode="auto">
          <a:xfrm>
            <a:off x="6329096" y="5133302"/>
            <a:ext cx="841732" cy="840329"/>
          </a:xfrm>
          <a:custGeom>
            <a:avLst/>
            <a:gdLst>
              <a:gd name="T0" fmla="*/ 218 w 303"/>
              <a:gd name="T1" fmla="*/ 266 h 303"/>
              <a:gd name="T2" fmla="*/ 37 w 303"/>
              <a:gd name="T3" fmla="*/ 218 h 303"/>
              <a:gd name="T4" fmla="*/ 85 w 303"/>
              <a:gd name="T5" fmla="*/ 36 h 303"/>
              <a:gd name="T6" fmla="*/ 266 w 303"/>
              <a:gd name="T7" fmla="*/ 85 h 303"/>
              <a:gd name="T8" fmla="*/ 218 w 303"/>
              <a:gd name="T9" fmla="*/ 266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3" h="303">
                <a:moveTo>
                  <a:pt x="218" y="266"/>
                </a:moveTo>
                <a:cubicBezTo>
                  <a:pt x="154" y="303"/>
                  <a:pt x="73" y="281"/>
                  <a:pt x="37" y="218"/>
                </a:cubicBezTo>
                <a:cubicBezTo>
                  <a:pt x="0" y="154"/>
                  <a:pt x="22" y="73"/>
                  <a:pt x="85" y="36"/>
                </a:cubicBezTo>
                <a:cubicBezTo>
                  <a:pt x="149" y="0"/>
                  <a:pt x="230" y="22"/>
                  <a:pt x="266" y="85"/>
                </a:cubicBezTo>
                <a:cubicBezTo>
                  <a:pt x="303" y="149"/>
                  <a:pt x="281" y="230"/>
                  <a:pt x="218" y="26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sx="102000" sy="102000" algn="ctr" rotWithShape="0">
              <a:prstClr val="black">
                <a:alpha val="19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4">
            <a:extLst>
              <a:ext uri="{FF2B5EF4-FFF2-40B4-BE49-F238E27FC236}">
                <a16:creationId xmlns:a16="http://schemas.microsoft.com/office/drawing/2014/main" id="{CD0A0E46-4949-404C-8BF0-35F1C16F3B9A}"/>
              </a:ext>
            </a:extLst>
          </p:cNvPr>
          <p:cNvSpPr>
            <a:spLocks/>
          </p:cNvSpPr>
          <p:nvPr/>
        </p:nvSpPr>
        <p:spPr bwMode="auto">
          <a:xfrm rot="20320919">
            <a:off x="4906771" y="4728028"/>
            <a:ext cx="1494075" cy="1038137"/>
          </a:xfrm>
          <a:custGeom>
            <a:avLst/>
            <a:gdLst>
              <a:gd name="T0" fmla="*/ 538 w 538"/>
              <a:gd name="T1" fmla="*/ 125 h 374"/>
              <a:gd name="T2" fmla="*/ 0 w 538"/>
              <a:gd name="T3" fmla="*/ 266 h 374"/>
              <a:gd name="T4" fmla="*/ 173 w 538"/>
              <a:gd name="T5" fmla="*/ 203 h 374"/>
              <a:gd name="T6" fmla="*/ 122 w 538"/>
              <a:gd name="T7" fmla="*/ 2 h 374"/>
              <a:gd name="T8" fmla="*/ 336 w 538"/>
              <a:gd name="T9" fmla="*/ 7 h 374"/>
              <a:gd name="T10" fmla="*/ 538 w 538"/>
              <a:gd name="T11" fmla="*/ 125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8" h="374">
                <a:moveTo>
                  <a:pt x="538" y="125"/>
                </a:moveTo>
                <a:cubicBezTo>
                  <a:pt x="427" y="312"/>
                  <a:pt x="187" y="374"/>
                  <a:pt x="0" y="266"/>
                </a:cubicBezTo>
                <a:cubicBezTo>
                  <a:pt x="64" y="289"/>
                  <a:pt x="137" y="263"/>
                  <a:pt x="173" y="203"/>
                </a:cubicBezTo>
                <a:cubicBezTo>
                  <a:pt x="215" y="133"/>
                  <a:pt x="192" y="43"/>
                  <a:pt x="122" y="2"/>
                </a:cubicBezTo>
                <a:cubicBezTo>
                  <a:pt x="119" y="0"/>
                  <a:pt x="276" y="22"/>
                  <a:pt x="336" y="7"/>
                </a:cubicBezTo>
                <a:cubicBezTo>
                  <a:pt x="384" y="71"/>
                  <a:pt x="458" y="114"/>
                  <a:pt x="538" y="125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5">
            <a:extLst>
              <a:ext uri="{FF2B5EF4-FFF2-40B4-BE49-F238E27FC236}">
                <a16:creationId xmlns:a16="http://schemas.microsoft.com/office/drawing/2014/main" id="{6EC54949-40E2-B143-BBEC-56C01731B483}"/>
              </a:ext>
            </a:extLst>
          </p:cNvPr>
          <p:cNvSpPr>
            <a:spLocks/>
          </p:cNvSpPr>
          <p:nvPr/>
        </p:nvSpPr>
        <p:spPr bwMode="auto">
          <a:xfrm>
            <a:off x="4600196" y="4895560"/>
            <a:ext cx="841732" cy="844538"/>
          </a:xfrm>
          <a:custGeom>
            <a:avLst/>
            <a:gdLst>
              <a:gd name="T0" fmla="*/ 84 w 303"/>
              <a:gd name="T1" fmla="*/ 266 h 304"/>
              <a:gd name="T2" fmla="*/ 37 w 303"/>
              <a:gd name="T3" fmla="*/ 84 h 304"/>
              <a:gd name="T4" fmla="*/ 219 w 303"/>
              <a:gd name="T5" fmla="*/ 38 h 304"/>
              <a:gd name="T6" fmla="*/ 266 w 303"/>
              <a:gd name="T7" fmla="*/ 220 h 304"/>
              <a:gd name="T8" fmla="*/ 84 w 303"/>
              <a:gd name="T9" fmla="*/ 266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3" h="304">
                <a:moveTo>
                  <a:pt x="84" y="266"/>
                </a:moveTo>
                <a:cubicBezTo>
                  <a:pt x="21" y="229"/>
                  <a:pt x="0" y="147"/>
                  <a:pt x="37" y="84"/>
                </a:cubicBezTo>
                <a:cubicBezTo>
                  <a:pt x="75" y="21"/>
                  <a:pt x="156" y="0"/>
                  <a:pt x="219" y="38"/>
                </a:cubicBezTo>
                <a:cubicBezTo>
                  <a:pt x="282" y="75"/>
                  <a:pt x="303" y="157"/>
                  <a:pt x="266" y="220"/>
                </a:cubicBezTo>
                <a:cubicBezTo>
                  <a:pt x="228" y="283"/>
                  <a:pt x="147" y="304"/>
                  <a:pt x="84" y="266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sx="102000" sy="102000" algn="ctr" rotWithShape="0">
              <a:prstClr val="black">
                <a:alpha val="19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6">
            <a:extLst>
              <a:ext uri="{FF2B5EF4-FFF2-40B4-BE49-F238E27FC236}">
                <a16:creationId xmlns:a16="http://schemas.microsoft.com/office/drawing/2014/main" id="{4C1D09CE-DF1F-F94B-875A-900EBF177FC3}"/>
              </a:ext>
            </a:extLst>
          </p:cNvPr>
          <p:cNvSpPr>
            <a:spLocks/>
          </p:cNvSpPr>
          <p:nvPr/>
        </p:nvSpPr>
        <p:spPr bwMode="auto">
          <a:xfrm rot="20320919">
            <a:off x="4177077" y="3622456"/>
            <a:ext cx="1097058" cy="1174217"/>
          </a:xfrm>
          <a:custGeom>
            <a:avLst/>
            <a:gdLst>
              <a:gd name="T0" fmla="*/ 395 w 395"/>
              <a:gd name="T1" fmla="*/ 423 h 423"/>
              <a:gd name="T2" fmla="*/ 0 w 395"/>
              <a:gd name="T3" fmla="*/ 33 h 423"/>
              <a:gd name="T4" fmla="*/ 143 w 395"/>
              <a:gd name="T5" fmla="*/ 149 h 423"/>
              <a:gd name="T6" fmla="*/ 289 w 395"/>
              <a:gd name="T7" fmla="*/ 3 h 423"/>
              <a:gd name="T8" fmla="*/ 394 w 395"/>
              <a:gd name="T9" fmla="*/ 190 h 423"/>
              <a:gd name="T10" fmla="*/ 395 w 395"/>
              <a:gd name="T11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5" h="423">
                <a:moveTo>
                  <a:pt x="395" y="423"/>
                </a:moveTo>
                <a:cubicBezTo>
                  <a:pt x="179" y="423"/>
                  <a:pt x="3" y="249"/>
                  <a:pt x="0" y="33"/>
                </a:cubicBezTo>
                <a:cubicBezTo>
                  <a:pt x="13" y="100"/>
                  <a:pt x="72" y="149"/>
                  <a:pt x="143" y="149"/>
                </a:cubicBezTo>
                <a:cubicBezTo>
                  <a:pt x="224" y="149"/>
                  <a:pt x="289" y="84"/>
                  <a:pt x="289" y="3"/>
                </a:cubicBezTo>
                <a:cubicBezTo>
                  <a:pt x="289" y="0"/>
                  <a:pt x="351" y="146"/>
                  <a:pt x="394" y="190"/>
                </a:cubicBezTo>
                <a:cubicBezTo>
                  <a:pt x="364" y="264"/>
                  <a:pt x="364" y="349"/>
                  <a:pt x="395" y="423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17">
            <a:extLst>
              <a:ext uri="{FF2B5EF4-FFF2-40B4-BE49-F238E27FC236}">
                <a16:creationId xmlns:a16="http://schemas.microsoft.com/office/drawing/2014/main" id="{8E8E4621-BF06-CD48-94C1-A2BBF9CAD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5377" y="3356543"/>
            <a:ext cx="737919" cy="739322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sx="102000" sy="102000" algn="ctr" rotWithShape="0">
              <a:prstClr val="black">
                <a:alpha val="19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94D4DD43-591C-E949-8EAF-85B1A5203879}"/>
              </a:ext>
            </a:extLst>
          </p:cNvPr>
          <p:cNvSpPr>
            <a:spLocks noChangeAspect="1"/>
          </p:cNvSpPr>
          <p:nvPr/>
        </p:nvSpPr>
        <p:spPr bwMode="auto">
          <a:xfrm rot="20320919">
            <a:off x="4816247" y="2134544"/>
            <a:ext cx="1013175" cy="1491269"/>
          </a:xfrm>
          <a:custGeom>
            <a:avLst/>
            <a:gdLst>
              <a:gd name="connsiteX0" fmla="*/ 537733 w 1013175"/>
              <a:gd name="connsiteY0" fmla="*/ 0 h 1491269"/>
              <a:gd name="connsiteX1" fmla="*/ 489471 w 1013175"/>
              <a:gd name="connsiteY1" fmla="*/ 50648 h 1491269"/>
              <a:gd name="connsiteX2" fmla="*/ 456981 w 1013175"/>
              <a:gd name="connsiteY2" fmla="*/ 99319 h 1491269"/>
              <a:gd name="connsiteX3" fmla="*/ 452004 w 1013175"/>
              <a:gd name="connsiteY3" fmla="*/ 102608 h 1491269"/>
              <a:gd name="connsiteX4" fmla="*/ 182725 w 1013175"/>
              <a:gd name="connsiteY4" fmla="*/ 1402505 h 1491269"/>
              <a:gd name="connsiteX5" fmla="*/ 690568 w 1013175"/>
              <a:gd name="connsiteY5" fmla="*/ 1104605 h 1491269"/>
              <a:gd name="connsiteX6" fmla="*/ 934304 w 1013175"/>
              <a:gd name="connsiteY6" fmla="*/ 690653 h 1491269"/>
              <a:gd name="connsiteX7" fmla="*/ 936725 w 1013175"/>
              <a:gd name="connsiteY7" fmla="*/ 687192 h 1491269"/>
              <a:gd name="connsiteX8" fmla="*/ 937803 w 1013175"/>
              <a:gd name="connsiteY8" fmla="*/ 686943 h 1491269"/>
              <a:gd name="connsiteX9" fmla="*/ 1012984 w 1013175"/>
              <a:gd name="connsiteY9" fmla="*/ 652604 h 1491269"/>
              <a:gd name="connsiteX10" fmla="*/ 707267 w 1013175"/>
              <a:gd name="connsiteY10" fmla="*/ 1163579 h 1491269"/>
              <a:gd name="connsiteX11" fmla="*/ 148639 w 1013175"/>
              <a:gd name="connsiteY11" fmla="*/ 1491269 h 1491269"/>
              <a:gd name="connsiteX12" fmla="*/ 537733 w 1013175"/>
              <a:gd name="connsiteY12" fmla="*/ 0 h 1491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3175" h="1491269">
                <a:moveTo>
                  <a:pt x="537733" y="0"/>
                </a:moveTo>
                <a:cubicBezTo>
                  <a:pt x="520016" y="15621"/>
                  <a:pt x="503905" y="32587"/>
                  <a:pt x="489471" y="50648"/>
                </a:cubicBezTo>
                <a:lnTo>
                  <a:pt x="456981" y="99319"/>
                </a:lnTo>
                <a:lnTo>
                  <a:pt x="452004" y="102608"/>
                </a:lnTo>
                <a:cubicBezTo>
                  <a:pt x="48302" y="399724"/>
                  <a:pt x="-75461" y="959915"/>
                  <a:pt x="182725" y="1402505"/>
                </a:cubicBezTo>
                <a:cubicBezTo>
                  <a:pt x="304001" y="1240932"/>
                  <a:pt x="490968" y="1132375"/>
                  <a:pt x="690568" y="1104605"/>
                </a:cubicBezTo>
                <a:cubicBezTo>
                  <a:pt x="722782" y="992892"/>
                  <a:pt x="867271" y="786034"/>
                  <a:pt x="934304" y="690653"/>
                </a:cubicBezTo>
                <a:lnTo>
                  <a:pt x="936725" y="687192"/>
                </a:lnTo>
                <a:lnTo>
                  <a:pt x="937803" y="686943"/>
                </a:lnTo>
                <a:cubicBezTo>
                  <a:pt x="963479" y="678248"/>
                  <a:pt x="988666" y="666836"/>
                  <a:pt x="1012984" y="652604"/>
                </a:cubicBezTo>
                <a:cubicBezTo>
                  <a:pt x="1021322" y="649827"/>
                  <a:pt x="754515" y="999733"/>
                  <a:pt x="707267" y="1163579"/>
                </a:cubicBezTo>
                <a:cubicBezTo>
                  <a:pt x="487708" y="1194126"/>
                  <a:pt x="282043" y="1313538"/>
                  <a:pt x="148639" y="1491269"/>
                </a:cubicBezTo>
                <a:cubicBezTo>
                  <a:pt x="-154298" y="971963"/>
                  <a:pt x="20794" y="305474"/>
                  <a:pt x="537733" y="0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  <a:ln>
            <a:noFill/>
          </a:ln>
          <a:effectLst>
            <a:outerShdw blurRad="127000" dist="38100" dir="17400000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BE4FBC90-D4CD-5A4A-9703-48AF9F47B82D}"/>
              </a:ext>
            </a:extLst>
          </p:cNvPr>
          <p:cNvSpPr>
            <a:spLocks noChangeAspect="1"/>
          </p:cNvSpPr>
          <p:nvPr/>
        </p:nvSpPr>
        <p:spPr bwMode="auto">
          <a:xfrm rot="20320919">
            <a:off x="5818459" y="2292513"/>
            <a:ext cx="1494075" cy="880280"/>
          </a:xfrm>
          <a:custGeom>
            <a:avLst/>
            <a:gdLst>
              <a:gd name="connsiteX0" fmla="*/ 1293419 w 1494075"/>
              <a:gd name="connsiteY0" fmla="*/ 56574 h 880280"/>
              <a:gd name="connsiteX1" fmla="*/ 1494075 w 1494075"/>
              <a:gd name="connsiteY1" fmla="*/ 147118 h 880280"/>
              <a:gd name="connsiteX2" fmla="*/ 1358084 w 1494075"/>
              <a:gd name="connsiteY2" fmla="*/ 125302 h 880280"/>
              <a:gd name="connsiteX3" fmla="*/ 1349500 w 1494075"/>
              <a:gd name="connsiteY3" fmla="*/ 126131 h 880280"/>
              <a:gd name="connsiteX4" fmla="*/ 1268922 w 1494075"/>
              <a:gd name="connsiteY4" fmla="*/ 94565 h 880280"/>
              <a:gd name="connsiteX5" fmla="*/ 93087 w 1494075"/>
              <a:gd name="connsiteY5" fmla="*/ 532680 h 880280"/>
              <a:gd name="connsiteX6" fmla="*/ 603061 w 1494075"/>
              <a:gd name="connsiteY6" fmla="*/ 830444 h 880280"/>
              <a:gd name="connsiteX7" fmla="*/ 1083412 w 1494075"/>
              <a:gd name="connsiteY7" fmla="*/ 837896 h 880280"/>
              <a:gd name="connsiteX8" fmla="*/ 1099970 w 1494075"/>
              <a:gd name="connsiteY8" fmla="*/ 839556 h 880280"/>
              <a:gd name="connsiteX9" fmla="*/ 1155269 w 1494075"/>
              <a:gd name="connsiteY9" fmla="*/ 879920 h 880280"/>
              <a:gd name="connsiteX10" fmla="*/ 560972 w 1494075"/>
              <a:gd name="connsiteY10" fmla="*/ 866042 h 880280"/>
              <a:gd name="connsiteX11" fmla="*/ 0 w 1494075"/>
              <a:gd name="connsiteY11" fmla="*/ 538501 h 880280"/>
              <a:gd name="connsiteX12" fmla="*/ 1293419 w 1494075"/>
              <a:gd name="connsiteY12" fmla="*/ 56574 h 88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94075" h="880280">
                <a:moveTo>
                  <a:pt x="1293419" y="56574"/>
                </a:moveTo>
                <a:cubicBezTo>
                  <a:pt x="1361946" y="79545"/>
                  <a:pt x="1429160" y="109645"/>
                  <a:pt x="1494075" y="147118"/>
                </a:cubicBezTo>
                <a:cubicBezTo>
                  <a:pt x="1449641" y="131851"/>
                  <a:pt x="1403646" y="124738"/>
                  <a:pt x="1358084" y="125302"/>
                </a:cubicBezTo>
                <a:lnTo>
                  <a:pt x="1349500" y="126131"/>
                </a:lnTo>
                <a:lnTo>
                  <a:pt x="1268922" y="94565"/>
                </a:lnTo>
                <a:cubicBezTo>
                  <a:pt x="832843" y="-51611"/>
                  <a:pt x="338291" y="119785"/>
                  <a:pt x="93087" y="532680"/>
                </a:cubicBezTo>
                <a:cubicBezTo>
                  <a:pt x="295057" y="560438"/>
                  <a:pt x="481880" y="668945"/>
                  <a:pt x="603061" y="830444"/>
                </a:cubicBezTo>
                <a:cubicBezTo>
                  <a:pt x="716670" y="802056"/>
                  <a:pt x="968029" y="826186"/>
                  <a:pt x="1083412" y="837896"/>
                </a:cubicBezTo>
                <a:lnTo>
                  <a:pt x="1099970" y="839556"/>
                </a:lnTo>
                <a:lnTo>
                  <a:pt x="1155269" y="879920"/>
                </a:lnTo>
                <a:cubicBezTo>
                  <a:pt x="1163601" y="885472"/>
                  <a:pt x="727598" y="824405"/>
                  <a:pt x="560972" y="866042"/>
                </a:cubicBezTo>
                <a:cubicBezTo>
                  <a:pt x="427672" y="688392"/>
                  <a:pt x="222167" y="569035"/>
                  <a:pt x="0" y="538501"/>
                </a:cubicBezTo>
                <a:cubicBezTo>
                  <a:pt x="269725" y="84316"/>
                  <a:pt x="813731" y="-104219"/>
                  <a:pt x="1293419" y="56574"/>
                </a:cubicBez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  <a:ln>
            <a:noFill/>
          </a:ln>
          <a:effectLst>
            <a:outerShdw blurRad="127000" dist="38100" dir="21000000" algn="bl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EB9BAF7B-2160-B349-89D8-35F61812B3D8}"/>
              </a:ext>
            </a:extLst>
          </p:cNvPr>
          <p:cNvSpPr>
            <a:spLocks noChangeAspect="1"/>
          </p:cNvSpPr>
          <p:nvPr/>
        </p:nvSpPr>
        <p:spPr bwMode="auto">
          <a:xfrm rot="20320919">
            <a:off x="6916386" y="3113355"/>
            <a:ext cx="1097058" cy="1166140"/>
          </a:xfrm>
          <a:custGeom>
            <a:avLst/>
            <a:gdLst>
              <a:gd name="connsiteX0" fmla="*/ 424893 w 1097058"/>
              <a:gd name="connsiteY0" fmla="*/ 84841 h 1166140"/>
              <a:gd name="connsiteX1" fmla="*/ 1097058 w 1097058"/>
              <a:gd name="connsiteY1" fmla="*/ 1082638 h 1166140"/>
              <a:gd name="connsiteX2" fmla="*/ 1077714 w 1097058"/>
              <a:gd name="connsiteY2" fmla="*/ 1016199 h 1166140"/>
              <a:gd name="connsiteX3" fmla="*/ 1047989 w 1097058"/>
              <a:gd name="connsiteY3" fmla="*/ 956021 h 1166140"/>
              <a:gd name="connsiteX4" fmla="*/ 1037232 w 1097058"/>
              <a:gd name="connsiteY4" fmla="*/ 858060 h 1166140"/>
              <a:gd name="connsiteX5" fmla="*/ 61738 w 1097058"/>
              <a:gd name="connsiteY5" fmla="*/ 72638 h 1166140"/>
              <a:gd name="connsiteX6" fmla="*/ 64263 w 1097058"/>
              <a:gd name="connsiteY6" fmla="*/ 660645 h 1166140"/>
              <a:gd name="connsiteX7" fmla="*/ 303219 w 1097058"/>
              <a:gd name="connsiteY7" fmla="*/ 1078700 h 1166140"/>
              <a:gd name="connsiteX8" fmla="*/ 303820 w 1097058"/>
              <a:gd name="connsiteY8" fmla="*/ 1079984 h 1166140"/>
              <a:gd name="connsiteX9" fmla="*/ 302597 w 1097058"/>
              <a:gd name="connsiteY9" fmla="*/ 1083945 h 1166140"/>
              <a:gd name="connsiteX10" fmla="*/ 294401 w 1097058"/>
              <a:gd name="connsiteY10" fmla="*/ 1165918 h 1166140"/>
              <a:gd name="connsiteX11" fmla="*/ 2777 w 1097058"/>
              <a:gd name="connsiteY11" fmla="*/ 646807 h 1166140"/>
              <a:gd name="connsiteX12" fmla="*/ 0 w 1097058"/>
              <a:gd name="connsiteY12" fmla="*/ 0 h 1166140"/>
              <a:gd name="connsiteX13" fmla="*/ 424893 w 1097058"/>
              <a:gd name="connsiteY13" fmla="*/ 84841 h 1166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7058" h="1166140">
                <a:moveTo>
                  <a:pt x="424893" y="84841"/>
                </a:moveTo>
                <a:cubicBezTo>
                  <a:pt x="816892" y="248799"/>
                  <a:pt x="1092892" y="632927"/>
                  <a:pt x="1097058" y="1082638"/>
                </a:cubicBezTo>
                <a:cubicBezTo>
                  <a:pt x="1092545" y="1059736"/>
                  <a:pt x="1086035" y="1037528"/>
                  <a:pt x="1077714" y="1016199"/>
                </a:cubicBezTo>
                <a:lnTo>
                  <a:pt x="1047989" y="956021"/>
                </a:lnTo>
                <a:lnTo>
                  <a:pt x="1037232" y="858060"/>
                </a:lnTo>
                <a:cubicBezTo>
                  <a:pt x="941301" y="408833"/>
                  <a:pt x="541149" y="72638"/>
                  <a:pt x="61738" y="72638"/>
                </a:cubicBezTo>
                <a:cubicBezTo>
                  <a:pt x="140009" y="259387"/>
                  <a:pt x="140010" y="473896"/>
                  <a:pt x="64263" y="660645"/>
                </a:cubicBezTo>
                <a:cubicBezTo>
                  <a:pt x="145690" y="743924"/>
                  <a:pt x="254102" y="973417"/>
                  <a:pt x="303219" y="1078700"/>
                </a:cubicBezTo>
                <a:lnTo>
                  <a:pt x="303820" y="1079984"/>
                </a:lnTo>
                <a:lnTo>
                  <a:pt x="302597" y="1083945"/>
                </a:lnTo>
                <a:cubicBezTo>
                  <a:pt x="297222" y="1110398"/>
                  <a:pt x="294401" y="1137811"/>
                  <a:pt x="294401" y="1165918"/>
                </a:cubicBezTo>
                <a:cubicBezTo>
                  <a:pt x="294400" y="1177022"/>
                  <a:pt x="122204" y="768951"/>
                  <a:pt x="2777" y="646807"/>
                </a:cubicBezTo>
                <a:cubicBezTo>
                  <a:pt x="86098" y="441383"/>
                  <a:pt x="86098" y="205424"/>
                  <a:pt x="0" y="0"/>
                </a:cubicBezTo>
                <a:cubicBezTo>
                  <a:pt x="150672" y="0"/>
                  <a:pt x="294227" y="30189"/>
                  <a:pt x="424893" y="84841"/>
                </a:cubicBez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  <a:ln>
            <a:noFill/>
          </a:ln>
          <a:effectLst>
            <a:outerShdw blurRad="127000" dist="38100" dir="3000000" algn="tl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03E1DAF5-4557-C344-8E2A-807F876AE38E}"/>
              </a:ext>
            </a:extLst>
          </p:cNvPr>
          <p:cNvSpPr>
            <a:spLocks noChangeAspect="1"/>
          </p:cNvSpPr>
          <p:nvPr/>
        </p:nvSpPr>
        <p:spPr bwMode="auto">
          <a:xfrm rot="20320919">
            <a:off x="6363319" y="4285198"/>
            <a:ext cx="1013176" cy="1492672"/>
          </a:xfrm>
          <a:custGeom>
            <a:avLst/>
            <a:gdLst>
              <a:gd name="connsiteX0" fmla="*/ 864537 w 1013176"/>
              <a:gd name="connsiteY0" fmla="*/ 0 h 1492672"/>
              <a:gd name="connsiteX1" fmla="*/ 475444 w 1013176"/>
              <a:gd name="connsiteY1" fmla="*/ 1492672 h 1492672"/>
              <a:gd name="connsiteX2" fmla="*/ 523706 w 1013176"/>
              <a:gd name="connsiteY2" fmla="*/ 1441154 h 1492672"/>
              <a:gd name="connsiteX3" fmla="*/ 555014 w 1013176"/>
              <a:gd name="connsiteY3" fmla="*/ 1393734 h 1492672"/>
              <a:gd name="connsiteX4" fmla="*/ 561174 w 1013176"/>
              <a:gd name="connsiteY4" fmla="*/ 1389636 h 1492672"/>
              <a:gd name="connsiteX5" fmla="*/ 830453 w 1013176"/>
              <a:gd name="connsiteY5" fmla="*/ 88828 h 1492672"/>
              <a:gd name="connsiteX6" fmla="*/ 322610 w 1013176"/>
              <a:gd name="connsiteY6" fmla="*/ 386455 h 1492672"/>
              <a:gd name="connsiteX7" fmla="*/ 78874 w 1013176"/>
              <a:gd name="connsiteY7" fmla="*/ 801091 h 1492672"/>
              <a:gd name="connsiteX8" fmla="*/ 77449 w 1013176"/>
              <a:gd name="connsiteY8" fmla="*/ 803108 h 1492672"/>
              <a:gd name="connsiteX9" fmla="*/ 75373 w 1013176"/>
              <a:gd name="connsiteY9" fmla="*/ 803586 h 1492672"/>
              <a:gd name="connsiteX10" fmla="*/ 192 w 1013176"/>
              <a:gd name="connsiteY10" fmla="*/ 837894 h 1492672"/>
              <a:gd name="connsiteX11" fmla="*/ 305910 w 1013176"/>
              <a:gd name="connsiteY11" fmla="*/ 327389 h 1492672"/>
              <a:gd name="connsiteX12" fmla="*/ 864537 w 1013176"/>
              <a:gd name="connsiteY12" fmla="*/ 0 h 1492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3176" h="1492672">
                <a:moveTo>
                  <a:pt x="864537" y="0"/>
                </a:moveTo>
                <a:cubicBezTo>
                  <a:pt x="1167475" y="521603"/>
                  <a:pt x="992383" y="1184705"/>
                  <a:pt x="475444" y="1492672"/>
                </a:cubicBezTo>
                <a:cubicBezTo>
                  <a:pt x="493162" y="1476719"/>
                  <a:pt x="509273" y="1459465"/>
                  <a:pt x="523706" y="1441154"/>
                </a:cubicBezTo>
                <a:lnTo>
                  <a:pt x="555014" y="1393734"/>
                </a:lnTo>
                <a:lnTo>
                  <a:pt x="561174" y="1389636"/>
                </a:lnTo>
                <a:cubicBezTo>
                  <a:pt x="964876" y="1090983"/>
                  <a:pt x="1088638" y="533376"/>
                  <a:pt x="830453" y="88828"/>
                </a:cubicBezTo>
                <a:cubicBezTo>
                  <a:pt x="709177" y="250253"/>
                  <a:pt x="522210" y="358710"/>
                  <a:pt x="322610" y="386455"/>
                </a:cubicBezTo>
                <a:cubicBezTo>
                  <a:pt x="290396" y="498065"/>
                  <a:pt x="145907" y="706151"/>
                  <a:pt x="78874" y="801091"/>
                </a:cubicBezTo>
                <a:lnTo>
                  <a:pt x="77449" y="803108"/>
                </a:lnTo>
                <a:lnTo>
                  <a:pt x="75373" y="803586"/>
                </a:lnTo>
                <a:cubicBezTo>
                  <a:pt x="49698" y="812273"/>
                  <a:pt x="24511" y="823675"/>
                  <a:pt x="192" y="837894"/>
                </a:cubicBezTo>
                <a:cubicBezTo>
                  <a:pt x="-8145" y="843443"/>
                  <a:pt x="258662" y="491084"/>
                  <a:pt x="305910" y="327389"/>
                </a:cubicBezTo>
                <a:cubicBezTo>
                  <a:pt x="525470" y="296870"/>
                  <a:pt x="731134" y="177567"/>
                  <a:pt x="864537" y="0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  <a:ln>
            <a:noFill/>
          </a:ln>
          <a:effectLst>
            <a:outerShdw blurRad="127000" dist="38100" dir="5400000" algn="t" rotWithShape="0">
              <a:prstClr val="black">
                <a:alpha val="18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E62BFC27-A380-F240-8071-CB6C25AB6763}"/>
              </a:ext>
            </a:extLst>
          </p:cNvPr>
          <p:cNvSpPr>
            <a:spLocks noChangeAspect="1"/>
          </p:cNvSpPr>
          <p:nvPr/>
        </p:nvSpPr>
        <p:spPr bwMode="auto">
          <a:xfrm rot="20320919">
            <a:off x="4879953" y="4738264"/>
            <a:ext cx="1494075" cy="880280"/>
          </a:xfrm>
          <a:custGeom>
            <a:avLst/>
            <a:gdLst>
              <a:gd name="connsiteX0" fmla="*/ 933103 w 1494075"/>
              <a:gd name="connsiteY0" fmla="*/ 14239 h 880280"/>
              <a:gd name="connsiteX1" fmla="*/ 1494075 w 1494075"/>
              <a:gd name="connsiteY1" fmla="*/ 341780 h 880280"/>
              <a:gd name="connsiteX2" fmla="*/ 0 w 1494075"/>
              <a:gd name="connsiteY2" fmla="*/ 733163 h 880280"/>
              <a:gd name="connsiteX3" fmla="*/ 135991 w 1494075"/>
              <a:gd name="connsiteY3" fmla="*/ 756194 h 880280"/>
              <a:gd name="connsiteX4" fmla="*/ 137160 w 1494075"/>
              <a:gd name="connsiteY4" fmla="*/ 756083 h 880280"/>
              <a:gd name="connsiteX5" fmla="*/ 223514 w 1494075"/>
              <a:gd name="connsiteY5" fmla="*/ 789911 h 880280"/>
              <a:gd name="connsiteX6" fmla="*/ 1399350 w 1494075"/>
              <a:gd name="connsiteY6" fmla="*/ 351796 h 880280"/>
              <a:gd name="connsiteX7" fmla="*/ 889375 w 1494075"/>
              <a:gd name="connsiteY7" fmla="*/ 54033 h 880280"/>
              <a:gd name="connsiteX8" fmla="*/ 409025 w 1494075"/>
              <a:gd name="connsiteY8" fmla="*/ 46580 h 880280"/>
              <a:gd name="connsiteX9" fmla="*/ 401020 w 1494075"/>
              <a:gd name="connsiteY9" fmla="*/ 45778 h 880280"/>
              <a:gd name="connsiteX10" fmla="*/ 338806 w 1494075"/>
              <a:gd name="connsiteY10" fmla="*/ 361 h 880280"/>
              <a:gd name="connsiteX11" fmla="*/ 933103 w 1494075"/>
              <a:gd name="connsiteY11" fmla="*/ 14239 h 88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4075" h="880280">
                <a:moveTo>
                  <a:pt x="933103" y="14239"/>
                </a:moveTo>
                <a:cubicBezTo>
                  <a:pt x="1066403" y="191889"/>
                  <a:pt x="1271908" y="311246"/>
                  <a:pt x="1494075" y="341780"/>
                </a:cubicBezTo>
                <a:cubicBezTo>
                  <a:pt x="1185817" y="860848"/>
                  <a:pt x="519316" y="1032946"/>
                  <a:pt x="0" y="733163"/>
                </a:cubicBezTo>
                <a:cubicBezTo>
                  <a:pt x="44434" y="749124"/>
                  <a:pt x="90429" y="756584"/>
                  <a:pt x="135991" y="756194"/>
                </a:cubicBezTo>
                <a:lnTo>
                  <a:pt x="137160" y="756083"/>
                </a:lnTo>
                <a:lnTo>
                  <a:pt x="223514" y="789911"/>
                </a:lnTo>
                <a:cubicBezTo>
                  <a:pt x="659595" y="936088"/>
                  <a:pt x="1154146" y="764692"/>
                  <a:pt x="1399350" y="351796"/>
                </a:cubicBezTo>
                <a:cubicBezTo>
                  <a:pt x="1197379" y="324039"/>
                  <a:pt x="1010557" y="215531"/>
                  <a:pt x="889375" y="54033"/>
                </a:cubicBezTo>
                <a:cubicBezTo>
                  <a:pt x="775766" y="82421"/>
                  <a:pt x="524408" y="58290"/>
                  <a:pt x="409025" y="46580"/>
                </a:cubicBezTo>
                <a:lnTo>
                  <a:pt x="401020" y="45778"/>
                </a:lnTo>
                <a:lnTo>
                  <a:pt x="338806" y="361"/>
                </a:lnTo>
                <a:cubicBezTo>
                  <a:pt x="330474" y="-5191"/>
                  <a:pt x="766477" y="55876"/>
                  <a:pt x="933103" y="14239"/>
                </a:cubicBezTo>
                <a:close/>
              </a:path>
            </a:pathLst>
          </a:custGeom>
          <a:solidFill>
            <a:schemeClr val="accent4">
              <a:lumMod val="50000"/>
              <a:alpha val="40000"/>
            </a:schemeClr>
          </a:solidFill>
          <a:ln>
            <a:noFill/>
          </a:ln>
          <a:effectLst>
            <a:outerShdw blurRad="127000" dist="38100" dir="9000000" algn="tr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A08756B1-4283-CC40-BC61-9550DD0D65D6}"/>
              </a:ext>
            </a:extLst>
          </p:cNvPr>
          <p:cNvSpPr>
            <a:spLocks noChangeAspect="1"/>
          </p:cNvSpPr>
          <p:nvPr/>
        </p:nvSpPr>
        <p:spPr bwMode="auto">
          <a:xfrm rot="20320919">
            <a:off x="4178556" y="3630377"/>
            <a:ext cx="1097058" cy="1166016"/>
          </a:xfrm>
          <a:custGeom>
            <a:avLst/>
            <a:gdLst>
              <a:gd name="connsiteX0" fmla="*/ 802658 w 1097058"/>
              <a:gd name="connsiteY0" fmla="*/ 127 h 1166016"/>
              <a:gd name="connsiteX1" fmla="*/ 1094280 w 1097058"/>
              <a:gd name="connsiteY1" fmla="*/ 519225 h 1166016"/>
              <a:gd name="connsiteX2" fmla="*/ 1097058 w 1097058"/>
              <a:gd name="connsiteY2" fmla="*/ 1166016 h 1166016"/>
              <a:gd name="connsiteX3" fmla="*/ 0 w 1097058"/>
              <a:gd name="connsiteY3" fmla="*/ 83405 h 1166016"/>
              <a:gd name="connsiteX4" fmla="*/ 49559 w 1097058"/>
              <a:gd name="connsiteY4" fmla="*/ 212182 h 1166016"/>
              <a:gd name="connsiteX5" fmla="*/ 49753 w 1097058"/>
              <a:gd name="connsiteY5" fmla="*/ 212447 h 1166016"/>
              <a:gd name="connsiteX6" fmla="*/ 60656 w 1097058"/>
              <a:gd name="connsiteY6" fmla="*/ 308103 h 1166016"/>
              <a:gd name="connsiteX7" fmla="*/ 1035321 w 1097058"/>
              <a:gd name="connsiteY7" fmla="*/ 1093505 h 1166016"/>
              <a:gd name="connsiteX8" fmla="*/ 1032796 w 1097058"/>
              <a:gd name="connsiteY8" fmla="*/ 505513 h 1166016"/>
              <a:gd name="connsiteX9" fmla="*/ 793841 w 1097058"/>
              <a:gd name="connsiteY9" fmla="*/ 88533 h 1166016"/>
              <a:gd name="connsiteX10" fmla="*/ 793020 w 1097058"/>
              <a:gd name="connsiteY10" fmla="*/ 86766 h 1166016"/>
              <a:gd name="connsiteX11" fmla="*/ 794462 w 1097058"/>
              <a:gd name="connsiteY11" fmla="*/ 82098 h 1166016"/>
              <a:gd name="connsiteX12" fmla="*/ 802658 w 1097058"/>
              <a:gd name="connsiteY12" fmla="*/ 127 h 116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97058" h="1166016">
                <a:moveTo>
                  <a:pt x="802658" y="127"/>
                </a:moveTo>
                <a:cubicBezTo>
                  <a:pt x="802657" y="-8201"/>
                  <a:pt x="974854" y="397084"/>
                  <a:pt x="1094280" y="519225"/>
                </a:cubicBezTo>
                <a:cubicBezTo>
                  <a:pt x="1010959" y="724644"/>
                  <a:pt x="1010960" y="960597"/>
                  <a:pt x="1097058" y="1166016"/>
                </a:cubicBezTo>
                <a:cubicBezTo>
                  <a:pt x="497148" y="1166016"/>
                  <a:pt x="8332" y="683005"/>
                  <a:pt x="0" y="83405"/>
                </a:cubicBezTo>
                <a:cubicBezTo>
                  <a:pt x="9027" y="129902"/>
                  <a:pt x="26038" y="173275"/>
                  <a:pt x="49559" y="212182"/>
                </a:cubicBezTo>
                <a:lnTo>
                  <a:pt x="49753" y="212447"/>
                </a:lnTo>
                <a:lnTo>
                  <a:pt x="60656" y="308103"/>
                </a:lnTo>
                <a:cubicBezTo>
                  <a:pt x="158243" y="757318"/>
                  <a:pt x="558120" y="1093505"/>
                  <a:pt x="1035321" y="1093505"/>
                </a:cubicBezTo>
                <a:cubicBezTo>
                  <a:pt x="957050" y="906761"/>
                  <a:pt x="957050" y="692258"/>
                  <a:pt x="1032796" y="505513"/>
                </a:cubicBezTo>
                <a:cubicBezTo>
                  <a:pt x="951369" y="422236"/>
                  <a:pt x="842957" y="194168"/>
                  <a:pt x="793841" y="88533"/>
                </a:cubicBezTo>
                <a:lnTo>
                  <a:pt x="793020" y="86766"/>
                </a:lnTo>
                <a:lnTo>
                  <a:pt x="794462" y="82098"/>
                </a:lnTo>
                <a:cubicBezTo>
                  <a:pt x="799837" y="55645"/>
                  <a:pt x="802658" y="28233"/>
                  <a:pt x="802658" y="127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  <a:ln>
            <a:noFill/>
          </a:ln>
          <a:effectLst>
            <a:outerShdw blurRad="127000" dist="38100" dir="12000000" algn="br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4" name="Freeform 17">
            <a:extLst>
              <a:ext uri="{FF2B5EF4-FFF2-40B4-BE49-F238E27FC236}">
                <a16:creationId xmlns:a16="http://schemas.microsoft.com/office/drawing/2014/main" id="{770170B2-3410-C34D-B68F-224AF564A0A6}"/>
              </a:ext>
            </a:extLst>
          </p:cNvPr>
          <p:cNvSpPr>
            <a:spLocks noChangeAspect="1"/>
          </p:cNvSpPr>
          <p:nvPr/>
        </p:nvSpPr>
        <p:spPr bwMode="auto">
          <a:xfrm>
            <a:off x="5222972" y="3081175"/>
            <a:ext cx="1750294" cy="1752003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60" name="Graphic 48">
            <a:extLst>
              <a:ext uri="{FF2B5EF4-FFF2-40B4-BE49-F238E27FC236}">
                <a16:creationId xmlns:a16="http://schemas.microsoft.com/office/drawing/2014/main" id="{B4C323AC-AE8E-4F48-876B-0658629EA6B1}"/>
              </a:ext>
            </a:extLst>
          </p:cNvPr>
          <p:cNvGrpSpPr>
            <a:grpSpLocks noChangeAspect="1"/>
          </p:cNvGrpSpPr>
          <p:nvPr/>
        </p:nvGrpSpPr>
        <p:grpSpPr>
          <a:xfrm>
            <a:off x="4166882" y="3518750"/>
            <a:ext cx="414909" cy="414909"/>
            <a:chOff x="5242578" y="2147610"/>
            <a:chExt cx="414909" cy="414909"/>
          </a:xfrm>
          <a:solidFill>
            <a:srgbClr val="FFFFFF"/>
          </a:solidFill>
        </p:grpSpPr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C3BCFDB-3E48-F244-B519-B3023FDE7B4E}"/>
                </a:ext>
              </a:extLst>
            </p:cNvPr>
            <p:cNvSpPr/>
            <p:nvPr/>
          </p:nvSpPr>
          <p:spPr>
            <a:xfrm>
              <a:off x="5242578" y="2147610"/>
              <a:ext cx="414909" cy="414909"/>
            </a:xfrm>
            <a:custGeom>
              <a:avLst/>
              <a:gdLst>
                <a:gd name="connsiteX0" fmla="*/ 207455 w 414909"/>
                <a:gd name="connsiteY0" fmla="*/ 414909 h 414909"/>
                <a:gd name="connsiteX1" fmla="*/ 0 w 414909"/>
                <a:gd name="connsiteY1" fmla="*/ 207455 h 414909"/>
                <a:gd name="connsiteX2" fmla="*/ 207455 w 414909"/>
                <a:gd name="connsiteY2" fmla="*/ 0 h 414909"/>
                <a:gd name="connsiteX3" fmla="*/ 414909 w 414909"/>
                <a:gd name="connsiteY3" fmla="*/ 207455 h 414909"/>
                <a:gd name="connsiteX4" fmla="*/ 207455 w 414909"/>
                <a:gd name="connsiteY4" fmla="*/ 414909 h 414909"/>
                <a:gd name="connsiteX5" fmla="*/ 207455 w 414909"/>
                <a:gd name="connsiteY5" fmla="*/ 13946 h 414909"/>
                <a:gd name="connsiteX6" fmla="*/ 13946 w 414909"/>
                <a:gd name="connsiteY6" fmla="*/ 206763 h 414909"/>
                <a:gd name="connsiteX7" fmla="*/ 206764 w 414909"/>
                <a:gd name="connsiteY7" fmla="*/ 400271 h 414909"/>
                <a:gd name="connsiteX8" fmla="*/ 400272 w 414909"/>
                <a:gd name="connsiteY8" fmla="*/ 207455 h 414909"/>
                <a:gd name="connsiteX9" fmla="*/ 207455 w 414909"/>
                <a:gd name="connsiteY9" fmla="*/ 13946 h 4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4909" h="414909">
                  <a:moveTo>
                    <a:pt x="207455" y="414909"/>
                  </a:moveTo>
                  <a:cubicBezTo>
                    <a:pt x="92881" y="414909"/>
                    <a:pt x="0" y="322028"/>
                    <a:pt x="0" y="207455"/>
                  </a:cubicBezTo>
                  <a:cubicBezTo>
                    <a:pt x="0" y="92881"/>
                    <a:pt x="92881" y="0"/>
                    <a:pt x="207455" y="0"/>
                  </a:cubicBezTo>
                  <a:cubicBezTo>
                    <a:pt x="322028" y="0"/>
                    <a:pt x="414909" y="92881"/>
                    <a:pt x="414909" y="207455"/>
                  </a:cubicBezTo>
                  <a:cubicBezTo>
                    <a:pt x="414909" y="322028"/>
                    <a:pt x="322028" y="414909"/>
                    <a:pt x="207455" y="414909"/>
                  </a:cubicBezTo>
                  <a:close/>
                  <a:moveTo>
                    <a:pt x="207455" y="13946"/>
                  </a:moveTo>
                  <a:cubicBezTo>
                    <a:pt x="100774" y="13755"/>
                    <a:pt x="14137" y="100082"/>
                    <a:pt x="13946" y="206763"/>
                  </a:cubicBezTo>
                  <a:cubicBezTo>
                    <a:pt x="13755" y="313444"/>
                    <a:pt x="100083" y="400081"/>
                    <a:pt x="206764" y="400271"/>
                  </a:cubicBezTo>
                  <a:cubicBezTo>
                    <a:pt x="313444" y="400462"/>
                    <a:pt x="400081" y="314135"/>
                    <a:pt x="400272" y="207455"/>
                  </a:cubicBezTo>
                  <a:cubicBezTo>
                    <a:pt x="400336" y="100826"/>
                    <a:pt x="314083" y="14263"/>
                    <a:pt x="207455" y="1394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8D12472-F44E-864B-8B12-54DD21B470A4}"/>
                </a:ext>
              </a:extLst>
            </p:cNvPr>
            <p:cNvSpPr/>
            <p:nvPr/>
          </p:nvSpPr>
          <p:spPr>
            <a:xfrm>
              <a:off x="5242578" y="2147610"/>
              <a:ext cx="414909" cy="414909"/>
            </a:xfrm>
            <a:custGeom>
              <a:avLst/>
              <a:gdLst>
                <a:gd name="connsiteX0" fmla="*/ 207455 w 414909"/>
                <a:gd name="connsiteY0" fmla="*/ 414909 h 414909"/>
                <a:gd name="connsiteX1" fmla="*/ 0 w 414909"/>
                <a:gd name="connsiteY1" fmla="*/ 207455 h 414909"/>
                <a:gd name="connsiteX2" fmla="*/ 207455 w 414909"/>
                <a:gd name="connsiteY2" fmla="*/ 0 h 414909"/>
                <a:gd name="connsiteX3" fmla="*/ 414909 w 414909"/>
                <a:gd name="connsiteY3" fmla="*/ 207455 h 414909"/>
                <a:gd name="connsiteX4" fmla="*/ 207455 w 414909"/>
                <a:gd name="connsiteY4" fmla="*/ 414909 h 414909"/>
                <a:gd name="connsiteX5" fmla="*/ 207455 w 414909"/>
                <a:gd name="connsiteY5" fmla="*/ 13946 h 414909"/>
                <a:gd name="connsiteX6" fmla="*/ 13946 w 414909"/>
                <a:gd name="connsiteY6" fmla="*/ 206763 h 414909"/>
                <a:gd name="connsiteX7" fmla="*/ 206764 w 414909"/>
                <a:gd name="connsiteY7" fmla="*/ 400271 h 414909"/>
                <a:gd name="connsiteX8" fmla="*/ 400272 w 414909"/>
                <a:gd name="connsiteY8" fmla="*/ 207455 h 414909"/>
                <a:gd name="connsiteX9" fmla="*/ 207455 w 414909"/>
                <a:gd name="connsiteY9" fmla="*/ 13946 h 4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4909" h="414909">
                  <a:moveTo>
                    <a:pt x="207455" y="414909"/>
                  </a:moveTo>
                  <a:cubicBezTo>
                    <a:pt x="92881" y="414909"/>
                    <a:pt x="0" y="322028"/>
                    <a:pt x="0" y="207455"/>
                  </a:cubicBezTo>
                  <a:cubicBezTo>
                    <a:pt x="0" y="92881"/>
                    <a:pt x="92881" y="0"/>
                    <a:pt x="207455" y="0"/>
                  </a:cubicBezTo>
                  <a:cubicBezTo>
                    <a:pt x="322028" y="0"/>
                    <a:pt x="414909" y="92881"/>
                    <a:pt x="414909" y="207455"/>
                  </a:cubicBezTo>
                  <a:cubicBezTo>
                    <a:pt x="414909" y="322028"/>
                    <a:pt x="322028" y="414909"/>
                    <a:pt x="207455" y="414909"/>
                  </a:cubicBezTo>
                  <a:close/>
                  <a:moveTo>
                    <a:pt x="207455" y="13946"/>
                  </a:moveTo>
                  <a:cubicBezTo>
                    <a:pt x="100774" y="13755"/>
                    <a:pt x="14137" y="100082"/>
                    <a:pt x="13946" y="206763"/>
                  </a:cubicBezTo>
                  <a:cubicBezTo>
                    <a:pt x="13755" y="313444"/>
                    <a:pt x="100083" y="400081"/>
                    <a:pt x="206764" y="400271"/>
                  </a:cubicBezTo>
                  <a:cubicBezTo>
                    <a:pt x="313444" y="400462"/>
                    <a:pt x="400081" y="314135"/>
                    <a:pt x="400272" y="207455"/>
                  </a:cubicBezTo>
                  <a:cubicBezTo>
                    <a:pt x="400336" y="100826"/>
                    <a:pt x="314083" y="14263"/>
                    <a:pt x="207455" y="1394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31AC8BC8-E429-F242-8C33-4AFB8E6B323E}"/>
                </a:ext>
              </a:extLst>
            </p:cNvPr>
            <p:cNvSpPr/>
            <p:nvPr/>
          </p:nvSpPr>
          <p:spPr>
            <a:xfrm>
              <a:off x="5343884" y="2147841"/>
              <a:ext cx="211373" cy="414677"/>
            </a:xfrm>
            <a:custGeom>
              <a:avLst/>
              <a:gdLst>
                <a:gd name="connsiteX0" fmla="*/ 106148 w 211373"/>
                <a:gd name="connsiteY0" fmla="*/ 414677 h 414677"/>
                <a:gd name="connsiteX1" fmla="*/ 50365 w 211373"/>
                <a:gd name="connsiteY1" fmla="*/ 406955 h 414677"/>
                <a:gd name="connsiteX2" fmla="*/ 47830 w 211373"/>
                <a:gd name="connsiteY2" fmla="*/ 406264 h 414677"/>
                <a:gd name="connsiteX3" fmla="*/ 46101 w 211373"/>
                <a:gd name="connsiteY3" fmla="*/ 403152 h 414677"/>
                <a:gd name="connsiteX4" fmla="*/ 0 w 211373"/>
                <a:gd name="connsiteY4" fmla="*/ 206531 h 414677"/>
                <a:gd name="connsiteX5" fmla="*/ 46101 w 211373"/>
                <a:gd name="connsiteY5" fmla="*/ 10602 h 414677"/>
                <a:gd name="connsiteX6" fmla="*/ 47484 w 211373"/>
                <a:gd name="connsiteY6" fmla="*/ 8412 h 414677"/>
                <a:gd name="connsiteX7" fmla="*/ 50020 w 211373"/>
                <a:gd name="connsiteY7" fmla="*/ 7605 h 414677"/>
                <a:gd name="connsiteX8" fmla="*/ 161584 w 211373"/>
                <a:gd name="connsiteY8" fmla="*/ 7605 h 414677"/>
                <a:gd name="connsiteX9" fmla="*/ 163774 w 211373"/>
                <a:gd name="connsiteY9" fmla="*/ 8181 h 414677"/>
                <a:gd name="connsiteX10" fmla="*/ 165272 w 211373"/>
                <a:gd name="connsiteY10" fmla="*/ 10371 h 414677"/>
                <a:gd name="connsiteX11" fmla="*/ 211373 w 211373"/>
                <a:gd name="connsiteY11" fmla="*/ 206301 h 414677"/>
                <a:gd name="connsiteX12" fmla="*/ 165272 w 211373"/>
                <a:gd name="connsiteY12" fmla="*/ 402921 h 414677"/>
                <a:gd name="connsiteX13" fmla="*/ 163774 w 211373"/>
                <a:gd name="connsiteY13" fmla="*/ 405111 h 414677"/>
                <a:gd name="connsiteX14" fmla="*/ 161238 w 211373"/>
                <a:gd name="connsiteY14" fmla="*/ 405803 h 414677"/>
                <a:gd name="connsiteX15" fmla="*/ 106148 w 211373"/>
                <a:gd name="connsiteY15" fmla="*/ 414677 h 414677"/>
                <a:gd name="connsiteX16" fmla="*/ 56704 w 211373"/>
                <a:gd name="connsiteY16" fmla="*/ 394162 h 414677"/>
                <a:gd name="connsiteX17" fmla="*/ 155706 w 211373"/>
                <a:gd name="connsiteY17" fmla="*/ 394162 h 414677"/>
                <a:gd name="connsiteX18" fmla="*/ 197889 w 211373"/>
                <a:gd name="connsiteY18" fmla="*/ 207453 h 414677"/>
                <a:gd name="connsiteX19" fmla="*/ 155360 w 211373"/>
                <a:gd name="connsiteY19" fmla="*/ 20168 h 414677"/>
                <a:gd name="connsiteX20" fmla="*/ 56358 w 211373"/>
                <a:gd name="connsiteY20" fmla="*/ 20168 h 414677"/>
                <a:gd name="connsiteX21" fmla="*/ 13946 w 211373"/>
                <a:gd name="connsiteY21" fmla="*/ 207223 h 414677"/>
                <a:gd name="connsiteX22" fmla="*/ 56358 w 211373"/>
                <a:gd name="connsiteY22" fmla="*/ 393586 h 41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1373" h="414677">
                  <a:moveTo>
                    <a:pt x="106148" y="414677"/>
                  </a:moveTo>
                  <a:cubicBezTo>
                    <a:pt x="87290" y="414642"/>
                    <a:pt x="68524" y="412044"/>
                    <a:pt x="50365" y="406955"/>
                  </a:cubicBezTo>
                  <a:lnTo>
                    <a:pt x="47830" y="406264"/>
                  </a:lnTo>
                  <a:lnTo>
                    <a:pt x="46101" y="403152"/>
                  </a:lnTo>
                  <a:cubicBezTo>
                    <a:pt x="17403" y="359241"/>
                    <a:pt x="0" y="285825"/>
                    <a:pt x="0" y="206531"/>
                  </a:cubicBezTo>
                  <a:cubicBezTo>
                    <a:pt x="0" y="127237"/>
                    <a:pt x="17173" y="53821"/>
                    <a:pt x="46101" y="10602"/>
                  </a:cubicBezTo>
                  <a:lnTo>
                    <a:pt x="47484" y="8412"/>
                  </a:lnTo>
                  <a:lnTo>
                    <a:pt x="50020" y="7605"/>
                  </a:lnTo>
                  <a:cubicBezTo>
                    <a:pt x="86516" y="-2535"/>
                    <a:pt x="125087" y="-2535"/>
                    <a:pt x="161584" y="7605"/>
                  </a:cubicBezTo>
                  <a:lnTo>
                    <a:pt x="163774" y="8181"/>
                  </a:lnTo>
                  <a:lnTo>
                    <a:pt x="165272" y="10371"/>
                  </a:lnTo>
                  <a:cubicBezTo>
                    <a:pt x="193970" y="54167"/>
                    <a:pt x="211373" y="127698"/>
                    <a:pt x="211373" y="206301"/>
                  </a:cubicBezTo>
                  <a:cubicBezTo>
                    <a:pt x="211373" y="284903"/>
                    <a:pt x="194200" y="359125"/>
                    <a:pt x="165272" y="402921"/>
                  </a:cubicBezTo>
                  <a:lnTo>
                    <a:pt x="163774" y="405111"/>
                  </a:lnTo>
                  <a:lnTo>
                    <a:pt x="161238" y="405803"/>
                  </a:lnTo>
                  <a:cubicBezTo>
                    <a:pt x="143356" y="411220"/>
                    <a:pt x="124826" y="414205"/>
                    <a:pt x="106148" y="414677"/>
                  </a:cubicBezTo>
                  <a:close/>
                  <a:moveTo>
                    <a:pt x="56704" y="394162"/>
                  </a:moveTo>
                  <a:cubicBezTo>
                    <a:pt x="89139" y="402805"/>
                    <a:pt x="123271" y="402805"/>
                    <a:pt x="155706" y="394162"/>
                  </a:cubicBezTo>
                  <a:cubicBezTo>
                    <a:pt x="182099" y="352325"/>
                    <a:pt x="197889" y="282828"/>
                    <a:pt x="197889" y="207453"/>
                  </a:cubicBezTo>
                  <a:cubicBezTo>
                    <a:pt x="197889" y="132078"/>
                    <a:pt x="181753" y="62120"/>
                    <a:pt x="155360" y="20168"/>
                  </a:cubicBezTo>
                  <a:cubicBezTo>
                    <a:pt x="122911" y="11641"/>
                    <a:pt x="88808" y="11641"/>
                    <a:pt x="56358" y="20168"/>
                  </a:cubicBezTo>
                  <a:cubicBezTo>
                    <a:pt x="29850" y="62120"/>
                    <a:pt x="13946" y="131617"/>
                    <a:pt x="13946" y="207223"/>
                  </a:cubicBezTo>
                  <a:cubicBezTo>
                    <a:pt x="13946" y="282828"/>
                    <a:pt x="29850" y="351749"/>
                    <a:pt x="56358" y="39358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B8AB26E-4472-D44D-910A-A9099CBC6E49}"/>
                </a:ext>
              </a:extLst>
            </p:cNvPr>
            <p:cNvSpPr/>
            <p:nvPr/>
          </p:nvSpPr>
          <p:spPr>
            <a:xfrm>
              <a:off x="5442771" y="2154640"/>
              <a:ext cx="13945" cy="400271"/>
            </a:xfrm>
            <a:custGeom>
              <a:avLst/>
              <a:gdLst>
                <a:gd name="connsiteX0" fmla="*/ 0 w 13945"/>
                <a:gd name="connsiteY0" fmla="*/ 0 h 400271"/>
                <a:gd name="connsiteX1" fmla="*/ 13946 w 13945"/>
                <a:gd name="connsiteY1" fmla="*/ 0 h 400271"/>
                <a:gd name="connsiteX2" fmla="*/ 13946 w 13945"/>
                <a:gd name="connsiteY2" fmla="*/ 400272 h 400271"/>
                <a:gd name="connsiteX3" fmla="*/ 0 w 13945"/>
                <a:gd name="connsiteY3" fmla="*/ 400272 h 4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45" h="400271">
                  <a:moveTo>
                    <a:pt x="0" y="0"/>
                  </a:moveTo>
                  <a:lnTo>
                    <a:pt x="13946" y="0"/>
                  </a:lnTo>
                  <a:lnTo>
                    <a:pt x="13946" y="400272"/>
                  </a:lnTo>
                  <a:lnTo>
                    <a:pt x="0" y="40027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D63AC3D7-7555-7C4C-8B0E-C24CEB2F6D90}"/>
                </a:ext>
              </a:extLst>
            </p:cNvPr>
            <p:cNvSpPr/>
            <p:nvPr/>
          </p:nvSpPr>
          <p:spPr>
            <a:xfrm>
              <a:off x="5249608" y="2347803"/>
              <a:ext cx="400271" cy="13945"/>
            </a:xfrm>
            <a:custGeom>
              <a:avLst/>
              <a:gdLst>
                <a:gd name="connsiteX0" fmla="*/ 0 w 400271"/>
                <a:gd name="connsiteY0" fmla="*/ 0 h 13945"/>
                <a:gd name="connsiteX1" fmla="*/ 400272 w 400271"/>
                <a:gd name="connsiteY1" fmla="*/ 0 h 13945"/>
                <a:gd name="connsiteX2" fmla="*/ 400272 w 400271"/>
                <a:gd name="connsiteY2" fmla="*/ 13946 h 13945"/>
                <a:gd name="connsiteX3" fmla="*/ 0 w 400271"/>
                <a:gd name="connsiteY3" fmla="*/ 13946 h 1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0271" h="13945">
                  <a:moveTo>
                    <a:pt x="0" y="0"/>
                  </a:moveTo>
                  <a:lnTo>
                    <a:pt x="400272" y="0"/>
                  </a:lnTo>
                  <a:lnTo>
                    <a:pt x="400272" y="13946"/>
                  </a:lnTo>
                  <a:lnTo>
                    <a:pt x="0" y="13946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88D38A9-2783-7D48-ADB1-D691F9F8C7C6}"/>
                </a:ext>
              </a:extLst>
            </p:cNvPr>
            <p:cNvSpPr/>
            <p:nvPr/>
          </p:nvSpPr>
          <p:spPr>
            <a:xfrm>
              <a:off x="5242579" y="2248571"/>
              <a:ext cx="413753" cy="211834"/>
            </a:xfrm>
            <a:custGeom>
              <a:avLst/>
              <a:gdLst>
                <a:gd name="connsiteX0" fmla="*/ 207453 w 413753"/>
                <a:gd name="connsiteY0" fmla="*/ 211834 h 211834"/>
                <a:gd name="connsiteX1" fmla="*/ 11524 w 413753"/>
                <a:gd name="connsiteY1" fmla="*/ 165733 h 211834"/>
                <a:gd name="connsiteX2" fmla="*/ 8412 w 413753"/>
                <a:gd name="connsiteY2" fmla="*/ 164120 h 211834"/>
                <a:gd name="connsiteX3" fmla="*/ 7605 w 413753"/>
                <a:gd name="connsiteY3" fmla="*/ 161584 h 211834"/>
                <a:gd name="connsiteX4" fmla="*/ 7605 w 413753"/>
                <a:gd name="connsiteY4" fmla="*/ 50020 h 211834"/>
                <a:gd name="connsiteX5" fmla="*/ 8412 w 413753"/>
                <a:gd name="connsiteY5" fmla="*/ 47484 h 211834"/>
                <a:gd name="connsiteX6" fmla="*/ 10602 w 413753"/>
                <a:gd name="connsiteY6" fmla="*/ 46101 h 211834"/>
                <a:gd name="connsiteX7" fmla="*/ 206531 w 413753"/>
                <a:gd name="connsiteY7" fmla="*/ 0 h 211834"/>
                <a:gd name="connsiteX8" fmla="*/ 403152 w 413753"/>
                <a:gd name="connsiteY8" fmla="*/ 46101 h 211834"/>
                <a:gd name="connsiteX9" fmla="*/ 405342 w 413753"/>
                <a:gd name="connsiteY9" fmla="*/ 47484 h 211834"/>
                <a:gd name="connsiteX10" fmla="*/ 406033 w 413753"/>
                <a:gd name="connsiteY10" fmla="*/ 50020 h 211834"/>
                <a:gd name="connsiteX11" fmla="*/ 406033 w 413753"/>
                <a:gd name="connsiteY11" fmla="*/ 161584 h 211834"/>
                <a:gd name="connsiteX12" fmla="*/ 405342 w 413753"/>
                <a:gd name="connsiteY12" fmla="*/ 164120 h 211834"/>
                <a:gd name="connsiteX13" fmla="*/ 403152 w 413753"/>
                <a:gd name="connsiteY13" fmla="*/ 165618 h 211834"/>
                <a:gd name="connsiteX14" fmla="*/ 207453 w 413753"/>
                <a:gd name="connsiteY14" fmla="*/ 211834 h 211834"/>
                <a:gd name="connsiteX15" fmla="*/ 20398 w 413753"/>
                <a:gd name="connsiteY15" fmla="*/ 155706 h 211834"/>
                <a:gd name="connsiteX16" fmla="*/ 207107 w 413753"/>
                <a:gd name="connsiteY16" fmla="*/ 197889 h 211834"/>
                <a:gd name="connsiteX17" fmla="*/ 393816 w 413753"/>
                <a:gd name="connsiteY17" fmla="*/ 155706 h 211834"/>
                <a:gd name="connsiteX18" fmla="*/ 393816 w 413753"/>
                <a:gd name="connsiteY18" fmla="*/ 56704 h 211834"/>
                <a:gd name="connsiteX19" fmla="*/ 207453 w 413753"/>
                <a:gd name="connsiteY19" fmla="*/ 14291 h 211834"/>
                <a:gd name="connsiteX20" fmla="*/ 20398 w 413753"/>
                <a:gd name="connsiteY20" fmla="*/ 56704 h 211834"/>
                <a:gd name="connsiteX21" fmla="*/ 20398 w 413753"/>
                <a:gd name="connsiteY21" fmla="*/ 155706 h 2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13753" h="211834">
                  <a:moveTo>
                    <a:pt x="207453" y="211834"/>
                  </a:moveTo>
                  <a:cubicBezTo>
                    <a:pt x="128275" y="211834"/>
                    <a:pt x="54743" y="194661"/>
                    <a:pt x="11524" y="165733"/>
                  </a:cubicBezTo>
                  <a:lnTo>
                    <a:pt x="8412" y="164120"/>
                  </a:lnTo>
                  <a:lnTo>
                    <a:pt x="7605" y="161584"/>
                  </a:lnTo>
                  <a:cubicBezTo>
                    <a:pt x="-2535" y="125087"/>
                    <a:pt x="-2535" y="86516"/>
                    <a:pt x="7605" y="50020"/>
                  </a:cubicBezTo>
                  <a:lnTo>
                    <a:pt x="8412" y="47484"/>
                  </a:lnTo>
                  <a:lnTo>
                    <a:pt x="10602" y="46101"/>
                  </a:lnTo>
                  <a:cubicBezTo>
                    <a:pt x="54398" y="17403"/>
                    <a:pt x="127929" y="0"/>
                    <a:pt x="206531" y="0"/>
                  </a:cubicBezTo>
                  <a:cubicBezTo>
                    <a:pt x="285133" y="0"/>
                    <a:pt x="359241" y="17173"/>
                    <a:pt x="403152" y="46101"/>
                  </a:cubicBezTo>
                  <a:lnTo>
                    <a:pt x="405342" y="47484"/>
                  </a:lnTo>
                  <a:lnTo>
                    <a:pt x="406033" y="50020"/>
                  </a:lnTo>
                  <a:cubicBezTo>
                    <a:pt x="416327" y="86495"/>
                    <a:pt x="416327" y="125108"/>
                    <a:pt x="406033" y="161584"/>
                  </a:cubicBezTo>
                  <a:lnTo>
                    <a:pt x="405342" y="164120"/>
                  </a:lnTo>
                  <a:lnTo>
                    <a:pt x="403152" y="165618"/>
                  </a:lnTo>
                  <a:cubicBezTo>
                    <a:pt x="359817" y="194661"/>
                    <a:pt x="286401" y="211834"/>
                    <a:pt x="207453" y="211834"/>
                  </a:cubicBezTo>
                  <a:close/>
                  <a:moveTo>
                    <a:pt x="20398" y="155706"/>
                  </a:moveTo>
                  <a:cubicBezTo>
                    <a:pt x="62350" y="182099"/>
                    <a:pt x="131847" y="197889"/>
                    <a:pt x="207107" y="197889"/>
                  </a:cubicBezTo>
                  <a:cubicBezTo>
                    <a:pt x="282367" y="197889"/>
                    <a:pt x="351980" y="182099"/>
                    <a:pt x="393816" y="155706"/>
                  </a:cubicBezTo>
                  <a:cubicBezTo>
                    <a:pt x="402422" y="123267"/>
                    <a:pt x="402422" y="89144"/>
                    <a:pt x="393816" y="56704"/>
                  </a:cubicBezTo>
                  <a:cubicBezTo>
                    <a:pt x="351980" y="30196"/>
                    <a:pt x="282482" y="14291"/>
                    <a:pt x="207453" y="14291"/>
                  </a:cubicBezTo>
                  <a:cubicBezTo>
                    <a:pt x="132424" y="14291"/>
                    <a:pt x="62350" y="30196"/>
                    <a:pt x="20398" y="56704"/>
                  </a:cubicBezTo>
                  <a:cubicBezTo>
                    <a:pt x="11792" y="89144"/>
                    <a:pt x="11792" y="123267"/>
                    <a:pt x="20398" y="15570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7" name="Graphic 50">
            <a:extLst>
              <a:ext uri="{FF2B5EF4-FFF2-40B4-BE49-F238E27FC236}">
                <a16:creationId xmlns:a16="http://schemas.microsoft.com/office/drawing/2014/main" id="{D8FB06B3-468B-DB4D-9A43-08E3D7FFE7BE}"/>
              </a:ext>
            </a:extLst>
          </p:cNvPr>
          <p:cNvGrpSpPr>
            <a:grpSpLocks noChangeAspect="1"/>
          </p:cNvGrpSpPr>
          <p:nvPr/>
        </p:nvGrpSpPr>
        <p:grpSpPr>
          <a:xfrm>
            <a:off x="4829123" y="5185300"/>
            <a:ext cx="383878" cy="265059"/>
            <a:chOff x="5257871" y="2224316"/>
            <a:chExt cx="383878" cy="265059"/>
          </a:xfrm>
          <a:solidFill>
            <a:srgbClr val="FFFFFF"/>
          </a:solidFill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DF4682F8-3256-5742-A679-61BCA30BA5E8}"/>
                </a:ext>
              </a:extLst>
            </p:cNvPr>
            <p:cNvSpPr/>
            <p:nvPr/>
          </p:nvSpPr>
          <p:spPr>
            <a:xfrm>
              <a:off x="5517172" y="2475517"/>
              <a:ext cx="32609" cy="13858"/>
            </a:xfrm>
            <a:custGeom>
              <a:avLst/>
              <a:gdLst>
                <a:gd name="connsiteX0" fmla="*/ 24836 w 32609"/>
                <a:gd name="connsiteY0" fmla="*/ 13801 h 13858"/>
                <a:gd name="connsiteX1" fmla="*/ 7774 w 32609"/>
                <a:gd name="connsiteY1" fmla="*/ 13801 h 13858"/>
                <a:gd name="connsiteX2" fmla="*/ 57 w 32609"/>
                <a:gd name="connsiteY2" fmla="*/ 7815 h 13858"/>
                <a:gd name="connsiteX3" fmla="*/ 6013 w 32609"/>
                <a:gd name="connsiteY3" fmla="*/ 58 h 13858"/>
                <a:gd name="connsiteX4" fmla="*/ 7774 w 32609"/>
                <a:gd name="connsiteY4" fmla="*/ 58 h 13858"/>
                <a:gd name="connsiteX5" fmla="*/ 24836 w 32609"/>
                <a:gd name="connsiteY5" fmla="*/ 58 h 13858"/>
                <a:gd name="connsiteX6" fmla="*/ 32553 w 32609"/>
                <a:gd name="connsiteY6" fmla="*/ 6044 h 13858"/>
                <a:gd name="connsiteX7" fmla="*/ 26597 w 32609"/>
                <a:gd name="connsiteY7" fmla="*/ 13801 h 13858"/>
                <a:gd name="connsiteX8" fmla="*/ 24836 w 32609"/>
                <a:gd name="connsiteY8" fmla="*/ 13801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609" h="13858">
                  <a:moveTo>
                    <a:pt x="24836" y="13801"/>
                  </a:moveTo>
                  <a:lnTo>
                    <a:pt x="7774" y="13801"/>
                  </a:lnTo>
                  <a:cubicBezTo>
                    <a:pt x="3999" y="14290"/>
                    <a:pt x="544" y="11610"/>
                    <a:pt x="57" y="7815"/>
                  </a:cubicBezTo>
                  <a:cubicBezTo>
                    <a:pt x="-429" y="4019"/>
                    <a:pt x="2237" y="546"/>
                    <a:pt x="6013" y="58"/>
                  </a:cubicBezTo>
                  <a:cubicBezTo>
                    <a:pt x="6597" y="-18"/>
                    <a:pt x="7189" y="-18"/>
                    <a:pt x="7774" y="58"/>
                  </a:cubicBezTo>
                  <a:lnTo>
                    <a:pt x="24836" y="58"/>
                  </a:lnTo>
                  <a:cubicBezTo>
                    <a:pt x="28611" y="-431"/>
                    <a:pt x="32066" y="2249"/>
                    <a:pt x="32553" y="6044"/>
                  </a:cubicBezTo>
                  <a:cubicBezTo>
                    <a:pt x="33039" y="9839"/>
                    <a:pt x="30373" y="13312"/>
                    <a:pt x="26597" y="13801"/>
                  </a:cubicBezTo>
                  <a:cubicBezTo>
                    <a:pt x="26013" y="13877"/>
                    <a:pt x="25421" y="13877"/>
                    <a:pt x="24836" y="13801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F56C129-35F9-6547-92E7-3951B0E52A5A}"/>
                </a:ext>
              </a:extLst>
            </p:cNvPr>
            <p:cNvSpPr/>
            <p:nvPr/>
          </p:nvSpPr>
          <p:spPr>
            <a:xfrm>
              <a:off x="5374462" y="2475518"/>
              <a:ext cx="120903" cy="13857"/>
            </a:xfrm>
            <a:custGeom>
              <a:avLst/>
              <a:gdLst>
                <a:gd name="connsiteX0" fmla="*/ 114891 w 120903"/>
                <a:gd name="connsiteY0" fmla="*/ 13800 h 13857"/>
                <a:gd name="connsiteX1" fmla="*/ 79298 w 120903"/>
                <a:gd name="connsiteY1" fmla="*/ 13800 h 13857"/>
                <a:gd name="connsiteX2" fmla="*/ 71582 w 120903"/>
                <a:gd name="connsiteY2" fmla="*/ 7814 h 13857"/>
                <a:gd name="connsiteX3" fmla="*/ 77537 w 120903"/>
                <a:gd name="connsiteY3" fmla="*/ 57 h 13857"/>
                <a:gd name="connsiteX4" fmla="*/ 79298 w 120903"/>
                <a:gd name="connsiteY4" fmla="*/ 57 h 13857"/>
                <a:gd name="connsiteX5" fmla="*/ 114891 w 120903"/>
                <a:gd name="connsiteY5" fmla="*/ 57 h 13857"/>
                <a:gd name="connsiteX6" fmla="*/ 120846 w 120903"/>
                <a:gd name="connsiteY6" fmla="*/ 7814 h 13857"/>
                <a:gd name="connsiteX7" fmla="*/ 114891 w 120903"/>
                <a:gd name="connsiteY7" fmla="*/ 13800 h 13857"/>
                <a:gd name="connsiteX8" fmla="*/ 43706 w 120903"/>
                <a:gd name="connsiteY8" fmla="*/ 13800 h 13857"/>
                <a:gd name="connsiteX9" fmla="*/ 7774 w 120903"/>
                <a:gd name="connsiteY9" fmla="*/ 13800 h 13857"/>
                <a:gd name="connsiteX10" fmla="*/ 57 w 120903"/>
                <a:gd name="connsiteY10" fmla="*/ 7814 h 13857"/>
                <a:gd name="connsiteX11" fmla="*/ 6013 w 120903"/>
                <a:gd name="connsiteY11" fmla="*/ 57 h 13857"/>
                <a:gd name="connsiteX12" fmla="*/ 7774 w 120903"/>
                <a:gd name="connsiteY12" fmla="*/ 57 h 13857"/>
                <a:gd name="connsiteX13" fmla="*/ 43367 w 120903"/>
                <a:gd name="connsiteY13" fmla="*/ 57 h 13857"/>
                <a:gd name="connsiteX14" fmla="*/ 49322 w 120903"/>
                <a:gd name="connsiteY14" fmla="*/ 7814 h 13857"/>
                <a:gd name="connsiteX15" fmla="*/ 43367 w 120903"/>
                <a:gd name="connsiteY15" fmla="*/ 13800 h 13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903" h="13857">
                  <a:moveTo>
                    <a:pt x="114891" y="13800"/>
                  </a:moveTo>
                  <a:lnTo>
                    <a:pt x="79298" y="13800"/>
                  </a:lnTo>
                  <a:cubicBezTo>
                    <a:pt x="75523" y="14289"/>
                    <a:pt x="72068" y="11609"/>
                    <a:pt x="71582" y="7814"/>
                  </a:cubicBezTo>
                  <a:cubicBezTo>
                    <a:pt x="71095" y="4019"/>
                    <a:pt x="73762" y="546"/>
                    <a:pt x="77537" y="57"/>
                  </a:cubicBezTo>
                  <a:cubicBezTo>
                    <a:pt x="78122" y="-19"/>
                    <a:pt x="78714" y="-19"/>
                    <a:pt x="79298" y="57"/>
                  </a:cubicBezTo>
                  <a:lnTo>
                    <a:pt x="114891" y="57"/>
                  </a:lnTo>
                  <a:cubicBezTo>
                    <a:pt x="118666" y="546"/>
                    <a:pt x="121333" y="4019"/>
                    <a:pt x="120846" y="7814"/>
                  </a:cubicBezTo>
                  <a:cubicBezTo>
                    <a:pt x="120446" y="10938"/>
                    <a:pt x="117999" y="13398"/>
                    <a:pt x="114891" y="13800"/>
                  </a:cubicBezTo>
                  <a:close/>
                  <a:moveTo>
                    <a:pt x="43706" y="13800"/>
                  </a:moveTo>
                  <a:lnTo>
                    <a:pt x="7774" y="13800"/>
                  </a:lnTo>
                  <a:cubicBezTo>
                    <a:pt x="3999" y="14289"/>
                    <a:pt x="544" y="11609"/>
                    <a:pt x="57" y="7814"/>
                  </a:cubicBezTo>
                  <a:cubicBezTo>
                    <a:pt x="-429" y="4019"/>
                    <a:pt x="2237" y="546"/>
                    <a:pt x="6013" y="57"/>
                  </a:cubicBezTo>
                  <a:cubicBezTo>
                    <a:pt x="6597" y="-19"/>
                    <a:pt x="7189" y="-19"/>
                    <a:pt x="7774" y="57"/>
                  </a:cubicBezTo>
                  <a:lnTo>
                    <a:pt x="43367" y="57"/>
                  </a:lnTo>
                  <a:cubicBezTo>
                    <a:pt x="47142" y="546"/>
                    <a:pt x="49808" y="4019"/>
                    <a:pt x="49322" y="7814"/>
                  </a:cubicBezTo>
                  <a:cubicBezTo>
                    <a:pt x="48922" y="10938"/>
                    <a:pt x="46475" y="13398"/>
                    <a:pt x="43367" y="13800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4A0E1B72-3465-FB45-BB89-54B9016ACBEB}"/>
                </a:ext>
              </a:extLst>
            </p:cNvPr>
            <p:cNvSpPr/>
            <p:nvPr/>
          </p:nvSpPr>
          <p:spPr>
            <a:xfrm>
              <a:off x="5323795" y="2475575"/>
              <a:ext cx="29200" cy="13743"/>
            </a:xfrm>
            <a:custGeom>
              <a:avLst/>
              <a:gdLst>
                <a:gd name="connsiteX0" fmla="*/ 23188 w 29200"/>
                <a:gd name="connsiteY0" fmla="*/ 13743 h 13743"/>
                <a:gd name="connsiteX1" fmla="*/ 6013 w 29200"/>
                <a:gd name="connsiteY1" fmla="*/ 13743 h 13743"/>
                <a:gd name="connsiteX2" fmla="*/ 57 w 29200"/>
                <a:gd name="connsiteY2" fmla="*/ 5986 h 13743"/>
                <a:gd name="connsiteX3" fmla="*/ 6013 w 29200"/>
                <a:gd name="connsiteY3" fmla="*/ 0 h 13743"/>
                <a:gd name="connsiteX4" fmla="*/ 23188 w 29200"/>
                <a:gd name="connsiteY4" fmla="*/ 0 h 13743"/>
                <a:gd name="connsiteX5" fmla="*/ 29143 w 29200"/>
                <a:gd name="connsiteY5" fmla="*/ 7757 h 13743"/>
                <a:gd name="connsiteX6" fmla="*/ 23188 w 29200"/>
                <a:gd name="connsiteY6" fmla="*/ 13743 h 1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200" h="13743">
                  <a:moveTo>
                    <a:pt x="23188" y="13743"/>
                  </a:moveTo>
                  <a:lnTo>
                    <a:pt x="6013" y="13743"/>
                  </a:lnTo>
                  <a:cubicBezTo>
                    <a:pt x="2237" y="13254"/>
                    <a:pt x="-429" y="9782"/>
                    <a:pt x="57" y="5986"/>
                  </a:cubicBezTo>
                  <a:cubicBezTo>
                    <a:pt x="458" y="2862"/>
                    <a:pt x="2904" y="403"/>
                    <a:pt x="6013" y="0"/>
                  </a:cubicBezTo>
                  <a:lnTo>
                    <a:pt x="23188" y="0"/>
                  </a:lnTo>
                  <a:cubicBezTo>
                    <a:pt x="26963" y="489"/>
                    <a:pt x="29629" y="3962"/>
                    <a:pt x="29143" y="7757"/>
                  </a:cubicBezTo>
                  <a:cubicBezTo>
                    <a:pt x="28742" y="10881"/>
                    <a:pt x="26296" y="13341"/>
                    <a:pt x="23188" y="13743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F94759BE-8D32-3F4C-9DBF-F44A153520BE}"/>
                </a:ext>
              </a:extLst>
            </p:cNvPr>
            <p:cNvSpPr/>
            <p:nvPr/>
          </p:nvSpPr>
          <p:spPr>
            <a:xfrm>
              <a:off x="5257945" y="2224445"/>
              <a:ext cx="383384" cy="264930"/>
            </a:xfrm>
            <a:custGeom>
              <a:avLst/>
              <a:gdLst>
                <a:gd name="connsiteX0" fmla="*/ 376492 w 383384"/>
                <a:gd name="connsiteY0" fmla="*/ 264874 h 264930"/>
                <a:gd name="connsiteX1" fmla="*/ 284064 w 383384"/>
                <a:gd name="connsiteY1" fmla="*/ 264874 h 264930"/>
                <a:gd name="connsiteX2" fmla="*/ 278108 w 383384"/>
                <a:gd name="connsiteY2" fmla="*/ 257117 h 264930"/>
                <a:gd name="connsiteX3" fmla="*/ 284064 w 383384"/>
                <a:gd name="connsiteY3" fmla="*/ 251130 h 264930"/>
                <a:gd name="connsiteX4" fmla="*/ 369599 w 383384"/>
                <a:gd name="connsiteY4" fmla="*/ 251130 h 264930"/>
                <a:gd name="connsiteX5" fmla="*/ 369599 w 383384"/>
                <a:gd name="connsiteY5" fmla="*/ 13743 h 264930"/>
                <a:gd name="connsiteX6" fmla="*/ 13672 w 383384"/>
                <a:gd name="connsiteY6" fmla="*/ 13743 h 264930"/>
                <a:gd name="connsiteX7" fmla="*/ 13672 w 383384"/>
                <a:gd name="connsiteY7" fmla="*/ 251130 h 264930"/>
                <a:gd name="connsiteX8" fmla="*/ 71863 w 383384"/>
                <a:gd name="connsiteY8" fmla="*/ 251130 h 264930"/>
                <a:gd name="connsiteX9" fmla="*/ 79580 w 383384"/>
                <a:gd name="connsiteY9" fmla="*/ 257117 h 264930"/>
                <a:gd name="connsiteX10" fmla="*/ 73625 w 383384"/>
                <a:gd name="connsiteY10" fmla="*/ 264874 h 264930"/>
                <a:gd name="connsiteX11" fmla="*/ 71863 w 383384"/>
                <a:gd name="connsiteY11" fmla="*/ 264874 h 264930"/>
                <a:gd name="connsiteX12" fmla="*/ 6893 w 383384"/>
                <a:gd name="connsiteY12" fmla="*/ 264874 h 264930"/>
                <a:gd name="connsiteX13" fmla="*/ 1 w 383384"/>
                <a:gd name="connsiteY13" fmla="*/ 258173 h 264930"/>
                <a:gd name="connsiteX14" fmla="*/ 0 w 383384"/>
                <a:gd name="connsiteY14" fmla="*/ 258059 h 264930"/>
                <a:gd name="connsiteX15" fmla="*/ 0 w 383384"/>
                <a:gd name="connsiteY15" fmla="*/ 6929 h 264930"/>
                <a:gd name="connsiteX16" fmla="*/ 6893 w 383384"/>
                <a:gd name="connsiteY16" fmla="*/ 0 h 264930"/>
                <a:gd name="connsiteX17" fmla="*/ 376492 w 383384"/>
                <a:gd name="connsiteY17" fmla="*/ 0 h 264930"/>
                <a:gd name="connsiteX18" fmla="*/ 383384 w 383384"/>
                <a:gd name="connsiteY18" fmla="*/ 6929 h 264930"/>
                <a:gd name="connsiteX19" fmla="*/ 383384 w 383384"/>
                <a:gd name="connsiteY19" fmla="*/ 258059 h 264930"/>
                <a:gd name="connsiteX20" fmla="*/ 376605 w 383384"/>
                <a:gd name="connsiteY20" fmla="*/ 264875 h 264930"/>
                <a:gd name="connsiteX21" fmla="*/ 376492 w 383384"/>
                <a:gd name="connsiteY21" fmla="*/ 264874 h 26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83384" h="264930">
                  <a:moveTo>
                    <a:pt x="376492" y="264874"/>
                  </a:moveTo>
                  <a:lnTo>
                    <a:pt x="284064" y="264874"/>
                  </a:lnTo>
                  <a:cubicBezTo>
                    <a:pt x="280288" y="264385"/>
                    <a:pt x="277622" y="260912"/>
                    <a:pt x="278108" y="257117"/>
                  </a:cubicBezTo>
                  <a:cubicBezTo>
                    <a:pt x="278509" y="253992"/>
                    <a:pt x="280955" y="251533"/>
                    <a:pt x="284064" y="251130"/>
                  </a:cubicBezTo>
                  <a:lnTo>
                    <a:pt x="369599" y="251130"/>
                  </a:lnTo>
                  <a:lnTo>
                    <a:pt x="369599" y="13743"/>
                  </a:lnTo>
                  <a:lnTo>
                    <a:pt x="13672" y="13743"/>
                  </a:lnTo>
                  <a:lnTo>
                    <a:pt x="13672" y="251130"/>
                  </a:lnTo>
                  <a:lnTo>
                    <a:pt x="71863" y="251130"/>
                  </a:lnTo>
                  <a:cubicBezTo>
                    <a:pt x="75639" y="250641"/>
                    <a:pt x="79094" y="253321"/>
                    <a:pt x="79580" y="257117"/>
                  </a:cubicBezTo>
                  <a:cubicBezTo>
                    <a:pt x="80066" y="260912"/>
                    <a:pt x="77400" y="264385"/>
                    <a:pt x="73625" y="264874"/>
                  </a:cubicBezTo>
                  <a:cubicBezTo>
                    <a:pt x="73040" y="264949"/>
                    <a:pt x="72448" y="264949"/>
                    <a:pt x="71863" y="264874"/>
                  </a:cubicBezTo>
                  <a:lnTo>
                    <a:pt x="6893" y="264874"/>
                  </a:lnTo>
                  <a:cubicBezTo>
                    <a:pt x="3149" y="264936"/>
                    <a:pt x="63" y="261936"/>
                    <a:pt x="1" y="258173"/>
                  </a:cubicBezTo>
                  <a:cubicBezTo>
                    <a:pt x="0" y="258135"/>
                    <a:pt x="0" y="258097"/>
                    <a:pt x="0" y="258059"/>
                  </a:cubicBezTo>
                  <a:lnTo>
                    <a:pt x="0" y="6929"/>
                  </a:lnTo>
                  <a:cubicBezTo>
                    <a:pt x="0" y="3102"/>
                    <a:pt x="3086" y="0"/>
                    <a:pt x="6893" y="0"/>
                  </a:cubicBezTo>
                  <a:lnTo>
                    <a:pt x="376492" y="0"/>
                  </a:lnTo>
                  <a:cubicBezTo>
                    <a:pt x="380298" y="0"/>
                    <a:pt x="383384" y="3102"/>
                    <a:pt x="383384" y="6929"/>
                  </a:cubicBezTo>
                  <a:lnTo>
                    <a:pt x="383384" y="258059"/>
                  </a:lnTo>
                  <a:cubicBezTo>
                    <a:pt x="383385" y="261822"/>
                    <a:pt x="380350" y="264874"/>
                    <a:pt x="376605" y="264875"/>
                  </a:cubicBezTo>
                  <a:cubicBezTo>
                    <a:pt x="376567" y="264875"/>
                    <a:pt x="376529" y="264874"/>
                    <a:pt x="376492" y="264874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077E6C9-F516-3448-B3AD-4A1E6B527EE3}"/>
                </a:ext>
              </a:extLst>
            </p:cNvPr>
            <p:cNvSpPr/>
            <p:nvPr/>
          </p:nvSpPr>
          <p:spPr>
            <a:xfrm>
              <a:off x="5257935" y="2224316"/>
              <a:ext cx="383814" cy="153237"/>
            </a:xfrm>
            <a:custGeom>
              <a:avLst/>
              <a:gdLst>
                <a:gd name="connsiteX0" fmla="*/ 192097 w 383814"/>
                <a:gd name="connsiteY0" fmla="*/ 153238 h 153237"/>
                <a:gd name="connsiteX1" fmla="*/ 188029 w 383814"/>
                <a:gd name="connsiteY1" fmla="*/ 151875 h 153237"/>
                <a:gd name="connsiteX2" fmla="*/ 2721 w 383814"/>
                <a:gd name="connsiteY2" fmla="*/ 12509 h 153237"/>
                <a:gd name="connsiteX3" fmla="*/ 1365 w 383814"/>
                <a:gd name="connsiteY3" fmla="*/ 2855 h 153237"/>
                <a:gd name="connsiteX4" fmla="*/ 11164 w 383814"/>
                <a:gd name="connsiteY4" fmla="*/ 1381 h 153237"/>
                <a:gd name="connsiteX5" fmla="*/ 11309 w 383814"/>
                <a:gd name="connsiteY5" fmla="*/ 1492 h 153237"/>
                <a:gd name="connsiteX6" fmla="*/ 192097 w 383814"/>
                <a:gd name="connsiteY6" fmla="*/ 137790 h 153237"/>
                <a:gd name="connsiteX7" fmla="*/ 372885 w 383814"/>
                <a:gd name="connsiteY7" fmla="*/ 1492 h 153237"/>
                <a:gd name="connsiteX8" fmla="*/ 382490 w 383814"/>
                <a:gd name="connsiteY8" fmla="*/ 2855 h 153237"/>
                <a:gd name="connsiteX9" fmla="*/ 381021 w 383814"/>
                <a:gd name="connsiteY9" fmla="*/ 12509 h 153237"/>
                <a:gd name="connsiteX10" fmla="*/ 195826 w 383814"/>
                <a:gd name="connsiteY10" fmla="*/ 151875 h 153237"/>
                <a:gd name="connsiteX11" fmla="*/ 192097 w 383814"/>
                <a:gd name="connsiteY11" fmla="*/ 153238 h 15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3814" h="153237">
                  <a:moveTo>
                    <a:pt x="192097" y="153238"/>
                  </a:moveTo>
                  <a:cubicBezTo>
                    <a:pt x="190633" y="153222"/>
                    <a:pt x="189210" y="152745"/>
                    <a:pt x="188029" y="151875"/>
                  </a:cubicBezTo>
                  <a:lnTo>
                    <a:pt x="2721" y="12509"/>
                  </a:lnTo>
                  <a:cubicBezTo>
                    <a:pt x="-288" y="10209"/>
                    <a:pt x="-893" y="5902"/>
                    <a:pt x="1365" y="2855"/>
                  </a:cubicBezTo>
                  <a:cubicBezTo>
                    <a:pt x="3666" y="-272"/>
                    <a:pt x="8053" y="-932"/>
                    <a:pt x="11164" y="1381"/>
                  </a:cubicBezTo>
                  <a:cubicBezTo>
                    <a:pt x="11213" y="1417"/>
                    <a:pt x="11261" y="1454"/>
                    <a:pt x="11309" y="1492"/>
                  </a:cubicBezTo>
                  <a:lnTo>
                    <a:pt x="192097" y="137790"/>
                  </a:lnTo>
                  <a:lnTo>
                    <a:pt x="372885" y="1492"/>
                  </a:lnTo>
                  <a:cubicBezTo>
                    <a:pt x="375933" y="-715"/>
                    <a:pt x="380169" y="-114"/>
                    <a:pt x="382490" y="2855"/>
                  </a:cubicBezTo>
                  <a:cubicBezTo>
                    <a:pt x="384723" y="5932"/>
                    <a:pt x="384067" y="10244"/>
                    <a:pt x="381021" y="12509"/>
                  </a:cubicBezTo>
                  <a:lnTo>
                    <a:pt x="195826" y="151875"/>
                  </a:lnTo>
                  <a:cubicBezTo>
                    <a:pt x="194737" y="152675"/>
                    <a:pt x="193443" y="153148"/>
                    <a:pt x="192097" y="153238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4879E19A-B76A-054D-86D5-7736BF4172A9}"/>
                </a:ext>
              </a:extLst>
            </p:cNvPr>
            <p:cNvSpPr/>
            <p:nvPr/>
          </p:nvSpPr>
          <p:spPr>
            <a:xfrm>
              <a:off x="5257871" y="2333050"/>
              <a:ext cx="159041" cy="156268"/>
            </a:xfrm>
            <a:custGeom>
              <a:avLst/>
              <a:gdLst>
                <a:gd name="connsiteX0" fmla="*/ 6966 w 159041"/>
                <a:gd name="connsiteY0" fmla="*/ 156268 h 156268"/>
                <a:gd name="connsiteX1" fmla="*/ 1994 w 159041"/>
                <a:gd name="connsiteY1" fmla="*/ 154224 h 156268"/>
                <a:gd name="connsiteX2" fmla="*/ 1977 w 159041"/>
                <a:gd name="connsiteY2" fmla="*/ 144586 h 156268"/>
                <a:gd name="connsiteX3" fmla="*/ 1994 w 159041"/>
                <a:gd name="connsiteY3" fmla="*/ 144569 h 156268"/>
                <a:gd name="connsiteX4" fmla="*/ 146964 w 159041"/>
                <a:gd name="connsiteY4" fmla="*/ 2364 h 156268"/>
                <a:gd name="connsiteX5" fmla="*/ 156690 w 159041"/>
                <a:gd name="connsiteY5" fmla="*/ 1716 h 156268"/>
                <a:gd name="connsiteX6" fmla="*/ 157335 w 159041"/>
                <a:gd name="connsiteY6" fmla="*/ 11493 h 156268"/>
                <a:gd name="connsiteX7" fmla="*/ 156568 w 159041"/>
                <a:gd name="connsiteY7" fmla="*/ 12246 h 156268"/>
                <a:gd name="connsiteX8" fmla="*/ 11372 w 159041"/>
                <a:gd name="connsiteY8" fmla="*/ 154337 h 156268"/>
                <a:gd name="connsiteX9" fmla="*/ 6966 w 159041"/>
                <a:gd name="connsiteY9" fmla="*/ 156268 h 15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041" h="156268">
                  <a:moveTo>
                    <a:pt x="6966" y="156268"/>
                  </a:moveTo>
                  <a:cubicBezTo>
                    <a:pt x="5104" y="156278"/>
                    <a:pt x="3315" y="155542"/>
                    <a:pt x="1994" y="154224"/>
                  </a:cubicBezTo>
                  <a:cubicBezTo>
                    <a:pt x="-658" y="151567"/>
                    <a:pt x="-666" y="147252"/>
                    <a:pt x="1977" y="144586"/>
                  </a:cubicBezTo>
                  <a:cubicBezTo>
                    <a:pt x="1983" y="144580"/>
                    <a:pt x="1988" y="144575"/>
                    <a:pt x="1994" y="144569"/>
                  </a:cubicBezTo>
                  <a:lnTo>
                    <a:pt x="146964" y="2364"/>
                  </a:lnTo>
                  <a:cubicBezTo>
                    <a:pt x="149471" y="-515"/>
                    <a:pt x="153826" y="-805"/>
                    <a:pt x="156690" y="1716"/>
                  </a:cubicBezTo>
                  <a:cubicBezTo>
                    <a:pt x="159554" y="4237"/>
                    <a:pt x="159842" y="8614"/>
                    <a:pt x="157335" y="11493"/>
                  </a:cubicBezTo>
                  <a:cubicBezTo>
                    <a:pt x="157099" y="11764"/>
                    <a:pt x="156843" y="12015"/>
                    <a:pt x="156568" y="12246"/>
                  </a:cubicBezTo>
                  <a:lnTo>
                    <a:pt x="11372" y="154337"/>
                  </a:lnTo>
                  <a:cubicBezTo>
                    <a:pt x="10200" y="155519"/>
                    <a:pt x="8625" y="156209"/>
                    <a:pt x="6966" y="156268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2801885D-FE6C-DB47-9092-52A00A2F0583}"/>
                </a:ext>
              </a:extLst>
            </p:cNvPr>
            <p:cNvSpPr/>
            <p:nvPr/>
          </p:nvSpPr>
          <p:spPr>
            <a:xfrm>
              <a:off x="5482973" y="2333487"/>
              <a:ext cx="158251" cy="155832"/>
            </a:xfrm>
            <a:custGeom>
              <a:avLst/>
              <a:gdLst>
                <a:gd name="connsiteX0" fmla="*/ 151463 w 158251"/>
                <a:gd name="connsiteY0" fmla="*/ 155831 h 155832"/>
                <a:gd name="connsiteX1" fmla="*/ 146717 w 158251"/>
                <a:gd name="connsiteY1" fmla="*/ 153900 h 155832"/>
                <a:gd name="connsiteX2" fmla="*/ 2087 w 158251"/>
                <a:gd name="connsiteY2" fmla="*/ 11809 h 155832"/>
                <a:gd name="connsiteX3" fmla="*/ 1917 w 158251"/>
                <a:gd name="connsiteY3" fmla="*/ 2098 h 155832"/>
                <a:gd name="connsiteX4" fmla="*/ 11578 w 158251"/>
                <a:gd name="connsiteY4" fmla="*/ 1927 h 155832"/>
                <a:gd name="connsiteX5" fmla="*/ 156209 w 158251"/>
                <a:gd name="connsiteY5" fmla="*/ 144132 h 155832"/>
                <a:gd name="connsiteX6" fmla="*/ 156387 w 158251"/>
                <a:gd name="connsiteY6" fmla="*/ 153607 h 155832"/>
                <a:gd name="connsiteX7" fmla="*/ 156209 w 158251"/>
                <a:gd name="connsiteY7" fmla="*/ 153787 h 155832"/>
                <a:gd name="connsiteX8" fmla="*/ 151463 w 158251"/>
                <a:gd name="connsiteY8" fmla="*/ 155831 h 15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251" h="155832">
                  <a:moveTo>
                    <a:pt x="151463" y="155831"/>
                  </a:moveTo>
                  <a:cubicBezTo>
                    <a:pt x="149684" y="155874"/>
                    <a:pt x="147966" y="155175"/>
                    <a:pt x="146717" y="153900"/>
                  </a:cubicBezTo>
                  <a:lnTo>
                    <a:pt x="2087" y="11809"/>
                  </a:lnTo>
                  <a:cubicBezTo>
                    <a:pt x="-628" y="9174"/>
                    <a:pt x="-704" y="4826"/>
                    <a:pt x="1917" y="2098"/>
                  </a:cubicBezTo>
                  <a:cubicBezTo>
                    <a:pt x="4538" y="-631"/>
                    <a:pt x="8863" y="-707"/>
                    <a:pt x="11578" y="1927"/>
                  </a:cubicBezTo>
                  <a:lnTo>
                    <a:pt x="156209" y="144132"/>
                  </a:lnTo>
                  <a:cubicBezTo>
                    <a:pt x="158861" y="146699"/>
                    <a:pt x="158941" y="150941"/>
                    <a:pt x="156387" y="153607"/>
                  </a:cubicBezTo>
                  <a:cubicBezTo>
                    <a:pt x="156328" y="153668"/>
                    <a:pt x="156269" y="153728"/>
                    <a:pt x="156209" y="153787"/>
                  </a:cubicBezTo>
                  <a:cubicBezTo>
                    <a:pt x="154957" y="155071"/>
                    <a:pt x="153251" y="155805"/>
                    <a:pt x="151463" y="155831"/>
                  </a:cubicBezTo>
                  <a:close/>
                </a:path>
              </a:pathLst>
            </a:custGeom>
            <a:grpFill/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5" name="Graphic 52">
            <a:extLst>
              <a:ext uri="{FF2B5EF4-FFF2-40B4-BE49-F238E27FC236}">
                <a16:creationId xmlns:a16="http://schemas.microsoft.com/office/drawing/2014/main" id="{5B0A7C5F-B874-7241-9FFA-1CE1BA894722}"/>
              </a:ext>
            </a:extLst>
          </p:cNvPr>
          <p:cNvGrpSpPr>
            <a:grpSpLocks noChangeAspect="1"/>
          </p:cNvGrpSpPr>
          <p:nvPr/>
        </p:nvGrpSpPr>
        <p:grpSpPr>
          <a:xfrm>
            <a:off x="6543094" y="5361943"/>
            <a:ext cx="413737" cy="383046"/>
            <a:chOff x="5242572" y="2162977"/>
            <a:chExt cx="413737" cy="383046"/>
          </a:xfrm>
          <a:solidFill>
            <a:srgbClr val="FFFFFF"/>
          </a:solidFill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CB994880-9091-FE4A-BA90-3184B48C227A}"/>
                </a:ext>
              </a:extLst>
            </p:cNvPr>
            <p:cNvSpPr/>
            <p:nvPr/>
          </p:nvSpPr>
          <p:spPr>
            <a:xfrm>
              <a:off x="5642628" y="2364352"/>
              <a:ext cx="13681" cy="28338"/>
            </a:xfrm>
            <a:custGeom>
              <a:avLst/>
              <a:gdLst>
                <a:gd name="connsiteX0" fmla="*/ 6897 w 13681"/>
                <a:gd name="connsiteY0" fmla="*/ 28339 h 28338"/>
                <a:gd name="connsiteX1" fmla="*/ 57 w 13681"/>
                <a:gd name="connsiteY1" fmla="*/ 21446 h 28338"/>
                <a:gd name="connsiteX2" fmla="*/ 57 w 13681"/>
                <a:gd name="connsiteY2" fmla="*/ 7774 h 28338"/>
                <a:gd name="connsiteX3" fmla="*/ 5967 w 13681"/>
                <a:gd name="connsiteY3" fmla="*/ 57 h 28338"/>
                <a:gd name="connsiteX4" fmla="*/ 13625 w 13681"/>
                <a:gd name="connsiteY4" fmla="*/ 6013 h 28338"/>
                <a:gd name="connsiteX5" fmla="*/ 13625 w 13681"/>
                <a:gd name="connsiteY5" fmla="*/ 7774 h 28338"/>
                <a:gd name="connsiteX6" fmla="*/ 13625 w 13681"/>
                <a:gd name="connsiteY6" fmla="*/ 21446 h 28338"/>
                <a:gd name="connsiteX7" fmla="*/ 6897 w 13681"/>
                <a:gd name="connsiteY7" fmla="*/ 28339 h 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81" h="28338">
                  <a:moveTo>
                    <a:pt x="6897" y="28339"/>
                  </a:moveTo>
                  <a:cubicBezTo>
                    <a:pt x="3119" y="28339"/>
                    <a:pt x="57" y="25253"/>
                    <a:pt x="57" y="21446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21446"/>
                  </a:lnTo>
                  <a:cubicBezTo>
                    <a:pt x="13626" y="25209"/>
                    <a:pt x="10631" y="28277"/>
                    <a:pt x="6897" y="2833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60A5AF74-576E-5D42-B373-7EAA88C6ED37}"/>
                </a:ext>
              </a:extLst>
            </p:cNvPr>
            <p:cNvSpPr/>
            <p:nvPr/>
          </p:nvSpPr>
          <p:spPr>
            <a:xfrm>
              <a:off x="5642628" y="2402317"/>
              <a:ext cx="13681" cy="38846"/>
            </a:xfrm>
            <a:custGeom>
              <a:avLst/>
              <a:gdLst>
                <a:gd name="connsiteX0" fmla="*/ 6897 w 13681"/>
                <a:gd name="connsiteY0" fmla="*/ 38847 h 38846"/>
                <a:gd name="connsiteX1" fmla="*/ 57 w 13681"/>
                <a:gd name="connsiteY1" fmla="*/ 31954 h 38846"/>
                <a:gd name="connsiteX2" fmla="*/ 57 w 13681"/>
                <a:gd name="connsiteY2" fmla="*/ 7774 h 38846"/>
                <a:gd name="connsiteX3" fmla="*/ 5967 w 13681"/>
                <a:gd name="connsiteY3" fmla="*/ 57 h 38846"/>
                <a:gd name="connsiteX4" fmla="*/ 13625 w 13681"/>
                <a:gd name="connsiteY4" fmla="*/ 6013 h 38846"/>
                <a:gd name="connsiteX5" fmla="*/ 13625 w 13681"/>
                <a:gd name="connsiteY5" fmla="*/ 7774 h 38846"/>
                <a:gd name="connsiteX6" fmla="*/ 13625 w 13681"/>
                <a:gd name="connsiteY6" fmla="*/ 31841 h 38846"/>
                <a:gd name="connsiteX7" fmla="*/ 7125 w 13681"/>
                <a:gd name="connsiteY7" fmla="*/ 38843 h 38846"/>
                <a:gd name="connsiteX8" fmla="*/ 6897 w 13681"/>
                <a:gd name="connsiteY8" fmla="*/ 38847 h 3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81" h="38846">
                  <a:moveTo>
                    <a:pt x="6897" y="38847"/>
                  </a:moveTo>
                  <a:cubicBezTo>
                    <a:pt x="3119" y="38847"/>
                    <a:pt x="57" y="35761"/>
                    <a:pt x="57" y="31954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31841"/>
                  </a:lnTo>
                  <a:cubicBezTo>
                    <a:pt x="13749" y="35584"/>
                    <a:pt x="10839" y="38718"/>
                    <a:pt x="7125" y="38843"/>
                  </a:cubicBezTo>
                  <a:cubicBezTo>
                    <a:pt x="7049" y="38846"/>
                    <a:pt x="6973" y="38847"/>
                    <a:pt x="6897" y="38847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E71D1C2-463D-894D-9FAA-E2970D439E2D}"/>
                </a:ext>
              </a:extLst>
            </p:cNvPr>
            <p:cNvSpPr/>
            <p:nvPr/>
          </p:nvSpPr>
          <p:spPr>
            <a:xfrm>
              <a:off x="5642628" y="2450791"/>
              <a:ext cx="13681" cy="28565"/>
            </a:xfrm>
            <a:custGeom>
              <a:avLst/>
              <a:gdLst>
                <a:gd name="connsiteX0" fmla="*/ 6897 w 13681"/>
                <a:gd name="connsiteY0" fmla="*/ 28565 h 28565"/>
                <a:gd name="connsiteX1" fmla="*/ 58 w 13681"/>
                <a:gd name="connsiteY1" fmla="*/ 21899 h 28565"/>
                <a:gd name="connsiteX2" fmla="*/ 57 w 13681"/>
                <a:gd name="connsiteY2" fmla="*/ 21785 h 28565"/>
                <a:gd name="connsiteX3" fmla="*/ 57 w 13681"/>
                <a:gd name="connsiteY3" fmla="*/ 7774 h 28565"/>
                <a:gd name="connsiteX4" fmla="*/ 5967 w 13681"/>
                <a:gd name="connsiteY4" fmla="*/ 57 h 28565"/>
                <a:gd name="connsiteX5" fmla="*/ 13625 w 13681"/>
                <a:gd name="connsiteY5" fmla="*/ 6013 h 28565"/>
                <a:gd name="connsiteX6" fmla="*/ 13625 w 13681"/>
                <a:gd name="connsiteY6" fmla="*/ 7774 h 28565"/>
                <a:gd name="connsiteX7" fmla="*/ 13625 w 13681"/>
                <a:gd name="connsiteY7" fmla="*/ 21446 h 28565"/>
                <a:gd name="connsiteX8" fmla="*/ 7242 w 13681"/>
                <a:gd name="connsiteY8" fmla="*/ 28556 h 28565"/>
                <a:gd name="connsiteX9" fmla="*/ 6897 w 13681"/>
                <a:gd name="connsiteY9" fmla="*/ 28565 h 2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1" h="28565">
                  <a:moveTo>
                    <a:pt x="6897" y="28565"/>
                  </a:moveTo>
                  <a:cubicBezTo>
                    <a:pt x="3182" y="28627"/>
                    <a:pt x="120" y="25643"/>
                    <a:pt x="58" y="21899"/>
                  </a:cubicBezTo>
                  <a:cubicBezTo>
                    <a:pt x="57" y="21861"/>
                    <a:pt x="57" y="21823"/>
                    <a:pt x="57" y="21785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21446"/>
                  </a:lnTo>
                  <a:cubicBezTo>
                    <a:pt x="13811" y="25186"/>
                    <a:pt x="10953" y="28369"/>
                    <a:pt x="7242" y="28556"/>
                  </a:cubicBezTo>
                  <a:cubicBezTo>
                    <a:pt x="7127" y="28562"/>
                    <a:pt x="7012" y="28565"/>
                    <a:pt x="6897" y="2856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951B248-DE76-FC47-BB15-7FDFC3F4B3FF}"/>
                </a:ext>
              </a:extLst>
            </p:cNvPr>
            <p:cNvSpPr/>
            <p:nvPr/>
          </p:nvSpPr>
          <p:spPr>
            <a:xfrm>
              <a:off x="5242572" y="2247946"/>
              <a:ext cx="413687" cy="298076"/>
            </a:xfrm>
            <a:custGeom>
              <a:avLst/>
              <a:gdLst>
                <a:gd name="connsiteX0" fmla="*/ 386432 w 413687"/>
                <a:gd name="connsiteY0" fmla="*/ 298076 h 298076"/>
                <a:gd name="connsiteX1" fmla="*/ 27592 w 413687"/>
                <a:gd name="connsiteY1" fmla="*/ 298076 h 298076"/>
                <a:gd name="connsiteX2" fmla="*/ 7 w 413687"/>
                <a:gd name="connsiteY2" fmla="*/ 270732 h 298076"/>
                <a:gd name="connsiteX3" fmla="*/ 6 w 413687"/>
                <a:gd name="connsiteY3" fmla="*/ 270505 h 298076"/>
                <a:gd name="connsiteX4" fmla="*/ 6 w 413687"/>
                <a:gd name="connsiteY4" fmla="*/ 28023 h 298076"/>
                <a:gd name="connsiteX5" fmla="*/ 26689 w 413687"/>
                <a:gd name="connsiteY5" fmla="*/ 7 h 298076"/>
                <a:gd name="connsiteX6" fmla="*/ 27367 w 413687"/>
                <a:gd name="connsiteY6" fmla="*/ 1 h 298076"/>
                <a:gd name="connsiteX7" fmla="*/ 386208 w 413687"/>
                <a:gd name="connsiteY7" fmla="*/ 1 h 298076"/>
                <a:gd name="connsiteX8" fmla="*/ 413686 w 413687"/>
                <a:gd name="connsiteY8" fmla="*/ 27225 h 298076"/>
                <a:gd name="connsiteX9" fmla="*/ 413681 w 413687"/>
                <a:gd name="connsiteY9" fmla="*/ 28023 h 298076"/>
                <a:gd name="connsiteX10" fmla="*/ 413681 w 413687"/>
                <a:gd name="connsiteY10" fmla="*/ 124745 h 298076"/>
                <a:gd name="connsiteX11" fmla="*/ 406023 w 413687"/>
                <a:gd name="connsiteY11" fmla="*/ 130700 h 298076"/>
                <a:gd name="connsiteX12" fmla="*/ 400113 w 413687"/>
                <a:gd name="connsiteY12" fmla="*/ 124745 h 298076"/>
                <a:gd name="connsiteX13" fmla="*/ 400113 w 413687"/>
                <a:gd name="connsiteY13" fmla="*/ 28023 h 298076"/>
                <a:gd name="connsiteX14" fmla="*/ 386432 w 413687"/>
                <a:gd name="connsiteY14" fmla="*/ 14238 h 298076"/>
                <a:gd name="connsiteX15" fmla="*/ 27592 w 413687"/>
                <a:gd name="connsiteY15" fmla="*/ 14238 h 298076"/>
                <a:gd name="connsiteX16" fmla="*/ 13576 w 413687"/>
                <a:gd name="connsiteY16" fmla="*/ 27908 h 298076"/>
                <a:gd name="connsiteX17" fmla="*/ 13575 w 413687"/>
                <a:gd name="connsiteY17" fmla="*/ 28023 h 298076"/>
                <a:gd name="connsiteX18" fmla="*/ 13575 w 413687"/>
                <a:gd name="connsiteY18" fmla="*/ 270505 h 298076"/>
                <a:gd name="connsiteX19" fmla="*/ 27367 w 413687"/>
                <a:gd name="connsiteY19" fmla="*/ 284403 h 298076"/>
                <a:gd name="connsiteX20" fmla="*/ 386208 w 413687"/>
                <a:gd name="connsiteY20" fmla="*/ 284403 h 298076"/>
                <a:gd name="connsiteX21" fmla="*/ 399888 w 413687"/>
                <a:gd name="connsiteY21" fmla="*/ 270505 h 298076"/>
                <a:gd name="connsiteX22" fmla="*/ 399888 w 413687"/>
                <a:gd name="connsiteY22" fmla="*/ 224291 h 298076"/>
                <a:gd name="connsiteX23" fmla="*/ 405799 w 413687"/>
                <a:gd name="connsiteY23" fmla="*/ 216575 h 298076"/>
                <a:gd name="connsiteX24" fmla="*/ 413457 w 413687"/>
                <a:gd name="connsiteY24" fmla="*/ 222530 h 298076"/>
                <a:gd name="connsiteX25" fmla="*/ 413457 w 413687"/>
                <a:gd name="connsiteY25" fmla="*/ 224291 h 298076"/>
                <a:gd name="connsiteX26" fmla="*/ 413457 w 413687"/>
                <a:gd name="connsiteY26" fmla="*/ 270505 h 298076"/>
                <a:gd name="connsiteX27" fmla="*/ 386432 w 413687"/>
                <a:gd name="connsiteY27" fmla="*/ 298076 h 298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3687" h="298076">
                  <a:moveTo>
                    <a:pt x="386432" y="298076"/>
                  </a:moveTo>
                  <a:lnTo>
                    <a:pt x="27592" y="298076"/>
                  </a:lnTo>
                  <a:cubicBezTo>
                    <a:pt x="12481" y="298200"/>
                    <a:pt x="131" y="285958"/>
                    <a:pt x="7" y="270732"/>
                  </a:cubicBezTo>
                  <a:cubicBezTo>
                    <a:pt x="6" y="270657"/>
                    <a:pt x="6" y="270581"/>
                    <a:pt x="6" y="270505"/>
                  </a:cubicBezTo>
                  <a:lnTo>
                    <a:pt x="6" y="28023"/>
                  </a:lnTo>
                  <a:cubicBezTo>
                    <a:pt x="-304" y="12862"/>
                    <a:pt x="11642" y="319"/>
                    <a:pt x="26689" y="7"/>
                  </a:cubicBezTo>
                  <a:cubicBezTo>
                    <a:pt x="26915" y="2"/>
                    <a:pt x="27141" y="0"/>
                    <a:pt x="27367" y="1"/>
                  </a:cubicBezTo>
                  <a:lnTo>
                    <a:pt x="386208" y="1"/>
                  </a:lnTo>
                  <a:cubicBezTo>
                    <a:pt x="401257" y="-127"/>
                    <a:pt x="413559" y="12062"/>
                    <a:pt x="413686" y="27225"/>
                  </a:cubicBezTo>
                  <a:cubicBezTo>
                    <a:pt x="413688" y="27491"/>
                    <a:pt x="413687" y="27757"/>
                    <a:pt x="413681" y="28023"/>
                  </a:cubicBezTo>
                  <a:lnTo>
                    <a:pt x="413681" y="124745"/>
                  </a:lnTo>
                  <a:cubicBezTo>
                    <a:pt x="413199" y="128520"/>
                    <a:pt x="409770" y="131187"/>
                    <a:pt x="406023" y="130700"/>
                  </a:cubicBezTo>
                  <a:cubicBezTo>
                    <a:pt x="402938" y="130300"/>
                    <a:pt x="400510" y="127853"/>
                    <a:pt x="400113" y="124745"/>
                  </a:cubicBezTo>
                  <a:lnTo>
                    <a:pt x="400113" y="28023"/>
                  </a:lnTo>
                  <a:cubicBezTo>
                    <a:pt x="400113" y="20410"/>
                    <a:pt x="393988" y="14238"/>
                    <a:pt x="386432" y="14238"/>
                  </a:cubicBezTo>
                  <a:lnTo>
                    <a:pt x="27592" y="14238"/>
                  </a:lnTo>
                  <a:cubicBezTo>
                    <a:pt x="19975" y="14113"/>
                    <a:pt x="13700" y="20233"/>
                    <a:pt x="13576" y="27908"/>
                  </a:cubicBezTo>
                  <a:cubicBezTo>
                    <a:pt x="13575" y="27946"/>
                    <a:pt x="13575" y="27985"/>
                    <a:pt x="13575" y="28023"/>
                  </a:cubicBezTo>
                  <a:lnTo>
                    <a:pt x="13575" y="270505"/>
                  </a:lnTo>
                  <a:cubicBezTo>
                    <a:pt x="13575" y="278181"/>
                    <a:pt x="19750" y="284403"/>
                    <a:pt x="27367" y="284403"/>
                  </a:cubicBezTo>
                  <a:lnTo>
                    <a:pt x="386208" y="284403"/>
                  </a:lnTo>
                  <a:cubicBezTo>
                    <a:pt x="393781" y="284341"/>
                    <a:pt x="399889" y="278137"/>
                    <a:pt x="399888" y="270505"/>
                  </a:cubicBezTo>
                  <a:lnTo>
                    <a:pt x="399888" y="224291"/>
                  </a:lnTo>
                  <a:cubicBezTo>
                    <a:pt x="399406" y="220516"/>
                    <a:pt x="402052" y="217061"/>
                    <a:pt x="405799" y="216575"/>
                  </a:cubicBezTo>
                  <a:cubicBezTo>
                    <a:pt x="409546" y="216088"/>
                    <a:pt x="412974" y="218755"/>
                    <a:pt x="413457" y="222530"/>
                  </a:cubicBezTo>
                  <a:cubicBezTo>
                    <a:pt x="413532" y="223115"/>
                    <a:pt x="413532" y="223707"/>
                    <a:pt x="413457" y="224291"/>
                  </a:cubicBezTo>
                  <a:lnTo>
                    <a:pt x="413457" y="270505"/>
                  </a:lnTo>
                  <a:cubicBezTo>
                    <a:pt x="413519" y="285626"/>
                    <a:pt x="401438" y="297951"/>
                    <a:pt x="386432" y="298076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C521F461-EDE4-5645-B1AF-57FED4069E35}"/>
                </a:ext>
              </a:extLst>
            </p:cNvPr>
            <p:cNvSpPr/>
            <p:nvPr/>
          </p:nvSpPr>
          <p:spPr>
            <a:xfrm>
              <a:off x="5243173" y="2307300"/>
              <a:ext cx="413124" cy="66859"/>
            </a:xfrm>
            <a:custGeom>
              <a:avLst/>
              <a:gdLst>
                <a:gd name="connsiteX0" fmla="*/ 259451 w 413124"/>
                <a:gd name="connsiteY0" fmla="*/ 66860 h 66859"/>
                <a:gd name="connsiteX1" fmla="*/ 153145 w 413124"/>
                <a:gd name="connsiteY1" fmla="*/ 66860 h 66859"/>
                <a:gd name="connsiteX2" fmla="*/ 101225 w 413124"/>
                <a:gd name="connsiteY2" fmla="*/ 55561 h 66859"/>
                <a:gd name="connsiteX3" fmla="*/ 3441 w 413124"/>
                <a:gd name="connsiteY3" fmla="*/ 13075 h 66859"/>
                <a:gd name="connsiteX4" fmla="*/ 906 w 413124"/>
                <a:gd name="connsiteY4" fmla="*/ 3669 h 66859"/>
                <a:gd name="connsiteX5" fmla="*/ 8936 w 413124"/>
                <a:gd name="connsiteY5" fmla="*/ 533 h 66859"/>
                <a:gd name="connsiteX6" fmla="*/ 106608 w 413124"/>
                <a:gd name="connsiteY6" fmla="*/ 43357 h 66859"/>
                <a:gd name="connsiteX7" fmla="*/ 153145 w 413124"/>
                <a:gd name="connsiteY7" fmla="*/ 53188 h 66859"/>
                <a:gd name="connsiteX8" fmla="*/ 259451 w 413124"/>
                <a:gd name="connsiteY8" fmla="*/ 53188 h 66859"/>
                <a:gd name="connsiteX9" fmla="*/ 305876 w 413124"/>
                <a:gd name="connsiteY9" fmla="*/ 43357 h 66859"/>
                <a:gd name="connsiteX10" fmla="*/ 403660 w 413124"/>
                <a:gd name="connsiteY10" fmla="*/ 533 h 66859"/>
                <a:gd name="connsiteX11" fmla="*/ 412519 w 413124"/>
                <a:gd name="connsiteY11" fmla="*/ 4036 h 66859"/>
                <a:gd name="connsiteX12" fmla="*/ 409181 w 413124"/>
                <a:gd name="connsiteY12" fmla="*/ 13014 h 66859"/>
                <a:gd name="connsiteX13" fmla="*/ 409043 w 413124"/>
                <a:gd name="connsiteY13" fmla="*/ 13075 h 66859"/>
                <a:gd name="connsiteX14" fmla="*/ 311259 w 413124"/>
                <a:gd name="connsiteY14" fmla="*/ 55900 h 66859"/>
                <a:gd name="connsiteX15" fmla="*/ 259451 w 413124"/>
                <a:gd name="connsiteY15" fmla="*/ 66860 h 66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124" h="66859">
                  <a:moveTo>
                    <a:pt x="259451" y="66860"/>
                  </a:moveTo>
                  <a:lnTo>
                    <a:pt x="153145" y="66860"/>
                  </a:lnTo>
                  <a:cubicBezTo>
                    <a:pt x="135249" y="66751"/>
                    <a:pt x="117570" y="62904"/>
                    <a:pt x="101225" y="55561"/>
                  </a:cubicBezTo>
                  <a:lnTo>
                    <a:pt x="3441" y="13075"/>
                  </a:lnTo>
                  <a:cubicBezTo>
                    <a:pt x="163" y="11183"/>
                    <a:pt x="-972" y="6972"/>
                    <a:pt x="906" y="3669"/>
                  </a:cubicBezTo>
                  <a:cubicBezTo>
                    <a:pt x="2512" y="844"/>
                    <a:pt x="5860" y="-464"/>
                    <a:pt x="8936" y="533"/>
                  </a:cubicBezTo>
                  <a:lnTo>
                    <a:pt x="106608" y="43357"/>
                  </a:lnTo>
                  <a:cubicBezTo>
                    <a:pt x="121269" y="49873"/>
                    <a:pt x="137122" y="53222"/>
                    <a:pt x="153145" y="53188"/>
                  </a:cubicBezTo>
                  <a:lnTo>
                    <a:pt x="259451" y="53188"/>
                  </a:lnTo>
                  <a:cubicBezTo>
                    <a:pt x="275439" y="53223"/>
                    <a:pt x="291255" y="49874"/>
                    <a:pt x="305876" y="43357"/>
                  </a:cubicBezTo>
                  <a:lnTo>
                    <a:pt x="403660" y="533"/>
                  </a:lnTo>
                  <a:cubicBezTo>
                    <a:pt x="407068" y="-899"/>
                    <a:pt x="410988" y="651"/>
                    <a:pt x="412519" y="4036"/>
                  </a:cubicBezTo>
                  <a:cubicBezTo>
                    <a:pt x="414058" y="7444"/>
                    <a:pt x="412563" y="11464"/>
                    <a:pt x="409181" y="13014"/>
                  </a:cubicBezTo>
                  <a:cubicBezTo>
                    <a:pt x="409135" y="13035"/>
                    <a:pt x="409089" y="13055"/>
                    <a:pt x="409043" y="13075"/>
                  </a:cubicBezTo>
                  <a:lnTo>
                    <a:pt x="311259" y="55900"/>
                  </a:lnTo>
                  <a:cubicBezTo>
                    <a:pt x="294928" y="63124"/>
                    <a:pt x="277287" y="66856"/>
                    <a:pt x="259451" y="66860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1C5EF7A-18F0-B44B-A5B3-281FCEC5BB07}"/>
                </a:ext>
              </a:extLst>
            </p:cNvPr>
            <p:cNvSpPr/>
            <p:nvPr/>
          </p:nvSpPr>
          <p:spPr>
            <a:xfrm>
              <a:off x="5341819" y="2162977"/>
              <a:ext cx="215528" cy="98642"/>
            </a:xfrm>
            <a:custGeom>
              <a:avLst/>
              <a:gdLst>
                <a:gd name="connsiteX0" fmla="*/ 208688 w 215528"/>
                <a:gd name="connsiteY0" fmla="*/ 98643 h 98642"/>
                <a:gd name="connsiteX1" fmla="*/ 6840 w 215528"/>
                <a:gd name="connsiteY1" fmla="*/ 98643 h 98642"/>
                <a:gd name="connsiteX2" fmla="*/ 0 w 215528"/>
                <a:gd name="connsiteY2" fmla="*/ 91750 h 98642"/>
                <a:gd name="connsiteX3" fmla="*/ 0 w 215528"/>
                <a:gd name="connsiteY3" fmla="*/ 20565 h 98642"/>
                <a:gd name="connsiteX4" fmla="*/ 20185 w 215528"/>
                <a:gd name="connsiteY4" fmla="*/ 0 h 98642"/>
                <a:gd name="connsiteX5" fmla="*/ 195119 w 215528"/>
                <a:gd name="connsiteY5" fmla="*/ 0 h 98642"/>
                <a:gd name="connsiteX6" fmla="*/ 215528 w 215528"/>
                <a:gd name="connsiteY6" fmla="*/ 20565 h 98642"/>
                <a:gd name="connsiteX7" fmla="*/ 215528 w 215528"/>
                <a:gd name="connsiteY7" fmla="*/ 91750 h 98642"/>
                <a:gd name="connsiteX8" fmla="*/ 208688 w 215528"/>
                <a:gd name="connsiteY8" fmla="*/ 98643 h 98642"/>
                <a:gd name="connsiteX9" fmla="*/ 12896 w 215528"/>
                <a:gd name="connsiteY9" fmla="*/ 84970 h 98642"/>
                <a:gd name="connsiteX10" fmla="*/ 201848 w 215528"/>
                <a:gd name="connsiteY10" fmla="*/ 84970 h 98642"/>
                <a:gd name="connsiteX11" fmla="*/ 201848 w 215528"/>
                <a:gd name="connsiteY11" fmla="*/ 20565 h 98642"/>
                <a:gd name="connsiteX12" fmla="*/ 195232 w 215528"/>
                <a:gd name="connsiteY12" fmla="*/ 13673 h 98642"/>
                <a:gd name="connsiteX13" fmla="*/ 195119 w 215528"/>
                <a:gd name="connsiteY13" fmla="*/ 13672 h 98642"/>
                <a:gd name="connsiteX14" fmla="*/ 20185 w 215528"/>
                <a:gd name="connsiteY14" fmla="*/ 13672 h 98642"/>
                <a:gd name="connsiteX15" fmla="*/ 13344 w 215528"/>
                <a:gd name="connsiteY15" fmla="*/ 20565 h 9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5528" h="98642">
                  <a:moveTo>
                    <a:pt x="208688" y="98643"/>
                  </a:moveTo>
                  <a:lnTo>
                    <a:pt x="6840" y="98643"/>
                  </a:lnTo>
                  <a:cubicBezTo>
                    <a:pt x="3063" y="98643"/>
                    <a:pt x="0" y="95557"/>
                    <a:pt x="0" y="91750"/>
                  </a:cubicBezTo>
                  <a:lnTo>
                    <a:pt x="0" y="20565"/>
                  </a:lnTo>
                  <a:cubicBezTo>
                    <a:pt x="-1" y="9295"/>
                    <a:pt x="9001" y="124"/>
                    <a:pt x="20185" y="0"/>
                  </a:cubicBezTo>
                  <a:lnTo>
                    <a:pt x="195119" y="0"/>
                  </a:lnTo>
                  <a:cubicBezTo>
                    <a:pt x="206365" y="62"/>
                    <a:pt x="215467" y="9233"/>
                    <a:pt x="215528" y="20565"/>
                  </a:cubicBezTo>
                  <a:lnTo>
                    <a:pt x="215528" y="91750"/>
                  </a:lnTo>
                  <a:cubicBezTo>
                    <a:pt x="215528" y="95557"/>
                    <a:pt x="212466" y="98643"/>
                    <a:pt x="208688" y="98643"/>
                  </a:cubicBezTo>
                  <a:close/>
                  <a:moveTo>
                    <a:pt x="12896" y="84970"/>
                  </a:moveTo>
                  <a:lnTo>
                    <a:pt x="201848" y="84970"/>
                  </a:lnTo>
                  <a:lnTo>
                    <a:pt x="201848" y="20565"/>
                  </a:lnTo>
                  <a:cubicBezTo>
                    <a:pt x="201910" y="16821"/>
                    <a:pt x="198948" y="13735"/>
                    <a:pt x="195232" y="13673"/>
                  </a:cubicBezTo>
                  <a:cubicBezTo>
                    <a:pt x="195195" y="13672"/>
                    <a:pt x="195157" y="13672"/>
                    <a:pt x="195119" y="13672"/>
                  </a:cubicBezTo>
                  <a:lnTo>
                    <a:pt x="20185" y="13672"/>
                  </a:lnTo>
                  <a:cubicBezTo>
                    <a:pt x="16407" y="13672"/>
                    <a:pt x="13344" y="16758"/>
                    <a:pt x="13344" y="20565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E488D887-3954-0B46-BCF4-B5308B636377}"/>
                </a:ext>
              </a:extLst>
            </p:cNvPr>
            <p:cNvSpPr/>
            <p:nvPr/>
          </p:nvSpPr>
          <p:spPr>
            <a:xfrm>
              <a:off x="5378151" y="2194727"/>
              <a:ext cx="142643" cy="66891"/>
            </a:xfrm>
            <a:custGeom>
              <a:avLst/>
              <a:gdLst>
                <a:gd name="connsiteX0" fmla="*/ 135800 w 142643"/>
                <a:gd name="connsiteY0" fmla="*/ 66892 h 66891"/>
                <a:gd name="connsiteX1" fmla="*/ 6729 w 142643"/>
                <a:gd name="connsiteY1" fmla="*/ 66892 h 66891"/>
                <a:gd name="connsiteX2" fmla="*/ 0 w 142643"/>
                <a:gd name="connsiteY2" fmla="*/ 60113 h 66891"/>
                <a:gd name="connsiteX3" fmla="*/ 1 w 142643"/>
                <a:gd name="connsiteY3" fmla="*/ 59999 h 66891"/>
                <a:gd name="connsiteX4" fmla="*/ 1 w 142643"/>
                <a:gd name="connsiteY4" fmla="*/ 13446 h 66891"/>
                <a:gd name="connsiteX5" fmla="*/ 13570 w 142643"/>
                <a:gd name="connsiteY5" fmla="*/ 0 h 66891"/>
                <a:gd name="connsiteX6" fmla="*/ 129071 w 142643"/>
                <a:gd name="connsiteY6" fmla="*/ 0 h 66891"/>
                <a:gd name="connsiteX7" fmla="*/ 142640 w 142643"/>
                <a:gd name="connsiteY7" fmla="*/ 13446 h 66891"/>
                <a:gd name="connsiteX8" fmla="*/ 142640 w 142643"/>
                <a:gd name="connsiteY8" fmla="*/ 59773 h 66891"/>
                <a:gd name="connsiteX9" fmla="*/ 136027 w 142643"/>
                <a:gd name="connsiteY9" fmla="*/ 66888 h 66891"/>
                <a:gd name="connsiteX10" fmla="*/ 135800 w 142643"/>
                <a:gd name="connsiteY10" fmla="*/ 66892 h 66891"/>
                <a:gd name="connsiteX11" fmla="*/ 13570 w 142643"/>
                <a:gd name="connsiteY11" fmla="*/ 53220 h 66891"/>
                <a:gd name="connsiteX12" fmla="*/ 129071 w 142643"/>
                <a:gd name="connsiteY12" fmla="*/ 53220 h 66891"/>
                <a:gd name="connsiteX13" fmla="*/ 129071 w 142643"/>
                <a:gd name="connsiteY13" fmla="*/ 13446 h 66891"/>
                <a:gd name="connsiteX14" fmla="*/ 13570 w 142643"/>
                <a:gd name="connsiteY14" fmla="*/ 13446 h 6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2643" h="66891">
                  <a:moveTo>
                    <a:pt x="135800" y="66892"/>
                  </a:moveTo>
                  <a:lnTo>
                    <a:pt x="6729" y="66892"/>
                  </a:lnTo>
                  <a:cubicBezTo>
                    <a:pt x="3013" y="66892"/>
                    <a:pt x="1" y="63857"/>
                    <a:pt x="0" y="60113"/>
                  </a:cubicBezTo>
                  <a:cubicBezTo>
                    <a:pt x="0" y="60075"/>
                    <a:pt x="0" y="60037"/>
                    <a:pt x="1" y="59999"/>
                  </a:cubicBezTo>
                  <a:lnTo>
                    <a:pt x="1" y="13446"/>
                  </a:lnTo>
                  <a:cubicBezTo>
                    <a:pt x="123" y="5984"/>
                    <a:pt x="6163" y="-1"/>
                    <a:pt x="13570" y="0"/>
                  </a:cubicBezTo>
                  <a:lnTo>
                    <a:pt x="129071" y="0"/>
                  </a:lnTo>
                  <a:cubicBezTo>
                    <a:pt x="136478" y="-1"/>
                    <a:pt x="142517" y="5984"/>
                    <a:pt x="142640" y="13446"/>
                  </a:cubicBezTo>
                  <a:lnTo>
                    <a:pt x="142640" y="59773"/>
                  </a:lnTo>
                  <a:cubicBezTo>
                    <a:pt x="142764" y="63578"/>
                    <a:pt x="139803" y="66763"/>
                    <a:pt x="136027" y="66888"/>
                  </a:cubicBezTo>
                  <a:cubicBezTo>
                    <a:pt x="135952" y="66890"/>
                    <a:pt x="135876" y="66892"/>
                    <a:pt x="135800" y="66892"/>
                  </a:cubicBezTo>
                  <a:close/>
                  <a:moveTo>
                    <a:pt x="13570" y="53220"/>
                  </a:moveTo>
                  <a:lnTo>
                    <a:pt x="129071" y="53220"/>
                  </a:lnTo>
                  <a:lnTo>
                    <a:pt x="129071" y="13446"/>
                  </a:lnTo>
                  <a:lnTo>
                    <a:pt x="13570" y="13446"/>
                  </a:ln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4444AC07-4050-BE47-84CA-E9EA1FD43A6B}"/>
                </a:ext>
              </a:extLst>
            </p:cNvPr>
            <p:cNvSpPr/>
            <p:nvPr/>
          </p:nvSpPr>
          <p:spPr>
            <a:xfrm>
              <a:off x="5413475" y="2360487"/>
              <a:ext cx="71992" cy="76835"/>
            </a:xfrm>
            <a:custGeom>
              <a:avLst/>
              <a:gdLst>
                <a:gd name="connsiteX0" fmla="*/ 51583 w 71992"/>
                <a:gd name="connsiteY0" fmla="*/ 76836 h 76835"/>
                <a:gd name="connsiteX1" fmla="*/ 20297 w 71992"/>
                <a:gd name="connsiteY1" fmla="*/ 76836 h 76835"/>
                <a:gd name="connsiteX2" fmla="*/ 0 w 71992"/>
                <a:gd name="connsiteY2" fmla="*/ 56271 h 76835"/>
                <a:gd name="connsiteX3" fmla="*/ 0 w 71992"/>
                <a:gd name="connsiteY3" fmla="*/ 6781 h 76835"/>
                <a:gd name="connsiteX4" fmla="*/ 6728 w 71992"/>
                <a:gd name="connsiteY4" fmla="*/ 1 h 76835"/>
                <a:gd name="connsiteX5" fmla="*/ 65152 w 71992"/>
                <a:gd name="connsiteY5" fmla="*/ 1 h 76835"/>
                <a:gd name="connsiteX6" fmla="*/ 71991 w 71992"/>
                <a:gd name="connsiteY6" fmla="*/ 6667 h 76835"/>
                <a:gd name="connsiteX7" fmla="*/ 71992 w 71992"/>
                <a:gd name="connsiteY7" fmla="*/ 6781 h 76835"/>
                <a:gd name="connsiteX8" fmla="*/ 71992 w 71992"/>
                <a:gd name="connsiteY8" fmla="*/ 56271 h 76835"/>
                <a:gd name="connsiteX9" fmla="*/ 51583 w 71992"/>
                <a:gd name="connsiteY9" fmla="*/ 76836 h 76835"/>
                <a:gd name="connsiteX10" fmla="*/ 13569 w 71992"/>
                <a:gd name="connsiteY10" fmla="*/ 13673 h 76835"/>
                <a:gd name="connsiteX11" fmla="*/ 13569 w 71992"/>
                <a:gd name="connsiteY11" fmla="*/ 56271 h 76835"/>
                <a:gd name="connsiteX12" fmla="*/ 20297 w 71992"/>
                <a:gd name="connsiteY12" fmla="*/ 63164 h 76835"/>
                <a:gd name="connsiteX13" fmla="*/ 51583 w 71992"/>
                <a:gd name="connsiteY13" fmla="*/ 63164 h 76835"/>
                <a:gd name="connsiteX14" fmla="*/ 58424 w 71992"/>
                <a:gd name="connsiteY14" fmla="*/ 56271 h 76835"/>
                <a:gd name="connsiteX15" fmla="*/ 58424 w 71992"/>
                <a:gd name="connsiteY15" fmla="*/ 13673 h 76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992" h="76835">
                  <a:moveTo>
                    <a:pt x="51583" y="76836"/>
                  </a:moveTo>
                  <a:lnTo>
                    <a:pt x="20297" y="76836"/>
                  </a:lnTo>
                  <a:cubicBezTo>
                    <a:pt x="9069" y="76774"/>
                    <a:pt x="0" y="67585"/>
                    <a:pt x="0" y="56271"/>
                  </a:cubicBezTo>
                  <a:lnTo>
                    <a:pt x="0" y="6781"/>
                  </a:lnTo>
                  <a:cubicBezTo>
                    <a:pt x="0" y="3036"/>
                    <a:pt x="3012" y="1"/>
                    <a:pt x="6728" y="1"/>
                  </a:cubicBezTo>
                  <a:lnTo>
                    <a:pt x="65152" y="1"/>
                  </a:lnTo>
                  <a:cubicBezTo>
                    <a:pt x="68867" y="-61"/>
                    <a:pt x="71929" y="2923"/>
                    <a:pt x="71991" y="6667"/>
                  </a:cubicBezTo>
                  <a:cubicBezTo>
                    <a:pt x="71992" y="6705"/>
                    <a:pt x="71992" y="6743"/>
                    <a:pt x="71992" y="6781"/>
                  </a:cubicBezTo>
                  <a:lnTo>
                    <a:pt x="71992" y="56271"/>
                  </a:lnTo>
                  <a:cubicBezTo>
                    <a:pt x="71931" y="67603"/>
                    <a:pt x="62829" y="76774"/>
                    <a:pt x="51583" y="76836"/>
                  </a:cubicBezTo>
                  <a:close/>
                  <a:moveTo>
                    <a:pt x="13569" y="13673"/>
                  </a:moveTo>
                  <a:lnTo>
                    <a:pt x="13569" y="56271"/>
                  </a:lnTo>
                  <a:cubicBezTo>
                    <a:pt x="13568" y="60034"/>
                    <a:pt x="16563" y="63102"/>
                    <a:pt x="20297" y="63164"/>
                  </a:cubicBezTo>
                  <a:lnTo>
                    <a:pt x="51583" y="63164"/>
                  </a:lnTo>
                  <a:cubicBezTo>
                    <a:pt x="55336" y="63103"/>
                    <a:pt x="58364" y="60053"/>
                    <a:pt x="58424" y="56271"/>
                  </a:cubicBezTo>
                  <a:lnTo>
                    <a:pt x="58424" y="13673"/>
                  </a:ln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C23B366-DFA6-6641-9B51-ECC229A5B26C}"/>
                </a:ext>
              </a:extLst>
            </p:cNvPr>
            <p:cNvSpPr/>
            <p:nvPr/>
          </p:nvSpPr>
          <p:spPr>
            <a:xfrm>
              <a:off x="5414282" y="2391956"/>
              <a:ext cx="69751" cy="13785"/>
            </a:xfrm>
            <a:custGeom>
              <a:avLst/>
              <a:gdLst>
                <a:gd name="connsiteX0" fmla="*/ 63111 w 69751"/>
                <a:gd name="connsiteY0" fmla="*/ 13729 h 13785"/>
                <a:gd name="connsiteX1" fmla="*/ 7715 w 69751"/>
                <a:gd name="connsiteY1" fmla="*/ 13729 h 13785"/>
                <a:gd name="connsiteX2" fmla="*/ 57 w 69751"/>
                <a:gd name="connsiteY2" fmla="*/ 7773 h 13785"/>
                <a:gd name="connsiteX3" fmla="*/ 5967 w 69751"/>
                <a:gd name="connsiteY3" fmla="*/ 56 h 13785"/>
                <a:gd name="connsiteX4" fmla="*/ 7715 w 69751"/>
                <a:gd name="connsiteY4" fmla="*/ 56 h 13785"/>
                <a:gd name="connsiteX5" fmla="*/ 63784 w 69751"/>
                <a:gd name="connsiteY5" fmla="*/ 56 h 13785"/>
                <a:gd name="connsiteX6" fmla="*/ 69694 w 69751"/>
                <a:gd name="connsiteY6" fmla="*/ 7773 h 13785"/>
                <a:gd name="connsiteX7" fmla="*/ 63784 w 69751"/>
                <a:gd name="connsiteY7" fmla="*/ 13729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751" h="13785">
                  <a:moveTo>
                    <a:pt x="63111" y="13729"/>
                  </a:moveTo>
                  <a:lnTo>
                    <a:pt x="7715" y="13729"/>
                  </a:lnTo>
                  <a:cubicBezTo>
                    <a:pt x="3968" y="14215"/>
                    <a:pt x="540" y="11549"/>
                    <a:pt x="57" y="7773"/>
                  </a:cubicBezTo>
                  <a:cubicBezTo>
                    <a:pt x="-426" y="3998"/>
                    <a:pt x="2220" y="543"/>
                    <a:pt x="5967" y="56"/>
                  </a:cubicBezTo>
                  <a:cubicBezTo>
                    <a:pt x="6547" y="-19"/>
                    <a:pt x="7135" y="-19"/>
                    <a:pt x="7715" y="56"/>
                  </a:cubicBezTo>
                  <a:lnTo>
                    <a:pt x="63784" y="56"/>
                  </a:lnTo>
                  <a:cubicBezTo>
                    <a:pt x="67531" y="543"/>
                    <a:pt x="70177" y="3998"/>
                    <a:pt x="69694" y="7773"/>
                  </a:cubicBezTo>
                  <a:cubicBezTo>
                    <a:pt x="69297" y="10881"/>
                    <a:pt x="66869" y="13328"/>
                    <a:pt x="63784" y="13729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6A7DEC9D-32EE-2B4B-A5E3-B87C3480CE80}"/>
                </a:ext>
              </a:extLst>
            </p:cNvPr>
            <p:cNvSpPr/>
            <p:nvPr/>
          </p:nvSpPr>
          <p:spPr>
            <a:xfrm>
              <a:off x="5278180" y="2391131"/>
              <a:ext cx="106699" cy="117150"/>
            </a:xfrm>
            <a:custGeom>
              <a:avLst/>
              <a:gdLst>
                <a:gd name="connsiteX0" fmla="*/ 99859 w 106699"/>
                <a:gd name="connsiteY0" fmla="*/ 117151 h 117150"/>
                <a:gd name="connsiteX1" fmla="*/ 15083 w 106699"/>
                <a:gd name="connsiteY1" fmla="*/ 117151 h 117150"/>
                <a:gd name="connsiteX2" fmla="*/ 57 w 106699"/>
                <a:gd name="connsiteY2" fmla="*/ 102010 h 117150"/>
                <a:gd name="connsiteX3" fmla="*/ 57 w 106699"/>
                <a:gd name="connsiteY3" fmla="*/ 7774 h 117150"/>
                <a:gd name="connsiteX4" fmla="*/ 5967 w 106699"/>
                <a:gd name="connsiteY4" fmla="*/ 57 h 117150"/>
                <a:gd name="connsiteX5" fmla="*/ 13625 w 106699"/>
                <a:gd name="connsiteY5" fmla="*/ 6013 h 117150"/>
                <a:gd name="connsiteX6" fmla="*/ 13625 w 106699"/>
                <a:gd name="connsiteY6" fmla="*/ 7774 h 117150"/>
                <a:gd name="connsiteX7" fmla="*/ 13625 w 106699"/>
                <a:gd name="connsiteY7" fmla="*/ 102010 h 117150"/>
                <a:gd name="connsiteX8" fmla="*/ 14966 w 106699"/>
                <a:gd name="connsiteY8" fmla="*/ 103370 h 117150"/>
                <a:gd name="connsiteX9" fmla="*/ 15083 w 106699"/>
                <a:gd name="connsiteY9" fmla="*/ 103366 h 117150"/>
                <a:gd name="connsiteX10" fmla="*/ 99859 w 106699"/>
                <a:gd name="connsiteY10" fmla="*/ 103366 h 117150"/>
                <a:gd name="connsiteX11" fmla="*/ 106700 w 106699"/>
                <a:gd name="connsiteY11" fmla="*/ 110258 h 117150"/>
                <a:gd name="connsiteX12" fmla="*/ 99859 w 106699"/>
                <a:gd name="connsiteY12" fmla="*/ 117151 h 11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699" h="117150">
                  <a:moveTo>
                    <a:pt x="99859" y="117151"/>
                  </a:moveTo>
                  <a:lnTo>
                    <a:pt x="15083" y="117151"/>
                  </a:lnTo>
                  <a:cubicBezTo>
                    <a:pt x="6810" y="117089"/>
                    <a:pt x="118" y="110346"/>
                    <a:pt x="57" y="102010"/>
                  </a:cubicBezTo>
                  <a:lnTo>
                    <a:pt x="57" y="7774"/>
                  </a:lnTo>
                  <a:cubicBezTo>
                    <a:pt x="-426" y="3999"/>
                    <a:pt x="2220" y="544"/>
                    <a:pt x="5967" y="57"/>
                  </a:cubicBezTo>
                  <a:cubicBezTo>
                    <a:pt x="9714" y="-429"/>
                    <a:pt x="13143" y="2237"/>
                    <a:pt x="13625" y="6013"/>
                  </a:cubicBezTo>
                  <a:cubicBezTo>
                    <a:pt x="13700" y="6597"/>
                    <a:pt x="13700" y="7189"/>
                    <a:pt x="13625" y="7774"/>
                  </a:cubicBezTo>
                  <a:lnTo>
                    <a:pt x="13625" y="102010"/>
                  </a:lnTo>
                  <a:cubicBezTo>
                    <a:pt x="13623" y="102759"/>
                    <a:pt x="14223" y="103368"/>
                    <a:pt x="14966" y="103370"/>
                  </a:cubicBezTo>
                  <a:cubicBezTo>
                    <a:pt x="15005" y="103371"/>
                    <a:pt x="15044" y="103369"/>
                    <a:pt x="15083" y="103366"/>
                  </a:cubicBezTo>
                  <a:lnTo>
                    <a:pt x="99859" y="103366"/>
                  </a:lnTo>
                  <a:cubicBezTo>
                    <a:pt x="103637" y="103366"/>
                    <a:pt x="106700" y="106452"/>
                    <a:pt x="106700" y="110258"/>
                  </a:cubicBezTo>
                  <a:cubicBezTo>
                    <a:pt x="106700" y="114065"/>
                    <a:pt x="103637" y="117151"/>
                    <a:pt x="99859" y="117151"/>
                  </a:cubicBezTo>
                  <a:close/>
                </a:path>
              </a:pathLst>
            </a:custGeom>
            <a:grpFill/>
            <a:ln w="110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6" name="Graphic 54">
            <a:extLst>
              <a:ext uri="{FF2B5EF4-FFF2-40B4-BE49-F238E27FC236}">
                <a16:creationId xmlns:a16="http://schemas.microsoft.com/office/drawing/2014/main" id="{C6262362-F98B-1049-9B03-912A27FCFFF4}"/>
              </a:ext>
            </a:extLst>
          </p:cNvPr>
          <p:cNvGrpSpPr>
            <a:grpSpLocks noChangeAspect="1"/>
          </p:cNvGrpSpPr>
          <p:nvPr/>
        </p:nvGrpSpPr>
        <p:grpSpPr>
          <a:xfrm>
            <a:off x="7608479" y="4074494"/>
            <a:ext cx="419389" cy="220723"/>
            <a:chOff x="5242635" y="2247117"/>
            <a:chExt cx="419389" cy="220723"/>
          </a:xfrm>
          <a:solidFill>
            <a:srgbClr val="FFFFFF"/>
          </a:solidFill>
        </p:grpSpPr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ACAB3F8A-52EF-F24B-9792-C8DE51033903}"/>
                </a:ext>
              </a:extLst>
            </p:cNvPr>
            <p:cNvSpPr/>
            <p:nvPr/>
          </p:nvSpPr>
          <p:spPr>
            <a:xfrm>
              <a:off x="5565056" y="2251692"/>
              <a:ext cx="96968" cy="145379"/>
            </a:xfrm>
            <a:custGeom>
              <a:avLst/>
              <a:gdLst>
                <a:gd name="connsiteX0" fmla="*/ 39760 w 96968"/>
                <a:gd name="connsiteY0" fmla="*/ 145380 h 145379"/>
                <a:gd name="connsiteX1" fmla="*/ 33076 w 96968"/>
                <a:gd name="connsiteY1" fmla="*/ 140284 h 145379"/>
                <a:gd name="connsiteX2" fmla="*/ 229 w 96968"/>
                <a:gd name="connsiteY2" fmla="*/ 21959 h 145379"/>
                <a:gd name="connsiteX3" fmla="*/ 920 w 96968"/>
                <a:gd name="connsiteY3" fmla="*/ 16750 h 145379"/>
                <a:gd name="connsiteX4" fmla="*/ 5185 w 96968"/>
                <a:gd name="connsiteY4" fmla="*/ 13579 h 145379"/>
                <a:gd name="connsiteX5" fmla="*/ 55665 w 96968"/>
                <a:gd name="connsiteY5" fmla="*/ 218 h 145379"/>
                <a:gd name="connsiteX6" fmla="*/ 64194 w 96968"/>
                <a:gd name="connsiteY6" fmla="*/ 5087 h 145379"/>
                <a:gd name="connsiteX7" fmla="*/ 96695 w 96968"/>
                <a:gd name="connsiteY7" fmla="*/ 123640 h 145379"/>
                <a:gd name="connsiteX8" fmla="*/ 96004 w 96968"/>
                <a:gd name="connsiteY8" fmla="*/ 128848 h 145379"/>
                <a:gd name="connsiteX9" fmla="*/ 91739 w 96968"/>
                <a:gd name="connsiteY9" fmla="*/ 132132 h 145379"/>
                <a:gd name="connsiteX10" fmla="*/ 41604 w 96968"/>
                <a:gd name="connsiteY10" fmla="*/ 145153 h 145379"/>
                <a:gd name="connsiteX11" fmla="*/ 15673 w 96968"/>
                <a:gd name="connsiteY11" fmla="*/ 25016 h 145379"/>
                <a:gd name="connsiteX12" fmla="*/ 44716 w 96968"/>
                <a:gd name="connsiteY12" fmla="*/ 130094 h 145379"/>
                <a:gd name="connsiteX13" fmla="*/ 81482 w 96968"/>
                <a:gd name="connsiteY13" fmla="*/ 120356 h 145379"/>
                <a:gd name="connsiteX14" fmla="*/ 52553 w 96968"/>
                <a:gd name="connsiteY14" fmla="*/ 15051 h 145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968" h="145379">
                  <a:moveTo>
                    <a:pt x="39760" y="145380"/>
                  </a:moveTo>
                  <a:cubicBezTo>
                    <a:pt x="36611" y="145375"/>
                    <a:pt x="33863" y="143280"/>
                    <a:pt x="33076" y="140284"/>
                  </a:cubicBezTo>
                  <a:lnTo>
                    <a:pt x="229" y="21959"/>
                  </a:lnTo>
                  <a:cubicBezTo>
                    <a:pt x="-235" y="20200"/>
                    <a:pt x="12" y="18333"/>
                    <a:pt x="920" y="16750"/>
                  </a:cubicBezTo>
                  <a:cubicBezTo>
                    <a:pt x="1831" y="15156"/>
                    <a:pt x="3376" y="14007"/>
                    <a:pt x="5185" y="13579"/>
                  </a:cubicBezTo>
                  <a:lnTo>
                    <a:pt x="55665" y="218"/>
                  </a:lnTo>
                  <a:cubicBezTo>
                    <a:pt x="59385" y="-719"/>
                    <a:pt x="63181" y="1448"/>
                    <a:pt x="64194" y="5087"/>
                  </a:cubicBezTo>
                  <a:lnTo>
                    <a:pt x="96695" y="123640"/>
                  </a:lnTo>
                  <a:cubicBezTo>
                    <a:pt x="97227" y="125394"/>
                    <a:pt x="96975" y="127287"/>
                    <a:pt x="96004" y="128848"/>
                  </a:cubicBezTo>
                  <a:cubicBezTo>
                    <a:pt x="95058" y="130435"/>
                    <a:pt x="93533" y="131608"/>
                    <a:pt x="91739" y="132132"/>
                  </a:cubicBezTo>
                  <a:lnTo>
                    <a:pt x="41604" y="145153"/>
                  </a:lnTo>
                  <a:close/>
                  <a:moveTo>
                    <a:pt x="15673" y="25016"/>
                  </a:moveTo>
                  <a:lnTo>
                    <a:pt x="44716" y="130094"/>
                  </a:lnTo>
                  <a:lnTo>
                    <a:pt x="81482" y="120356"/>
                  </a:lnTo>
                  <a:lnTo>
                    <a:pt x="52553" y="15051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9DBC1D02-7D59-E146-A65D-AC43AF286C8B}"/>
                </a:ext>
              </a:extLst>
            </p:cNvPr>
            <p:cNvSpPr/>
            <p:nvPr/>
          </p:nvSpPr>
          <p:spPr>
            <a:xfrm>
              <a:off x="5408289" y="2270213"/>
              <a:ext cx="200347" cy="119955"/>
            </a:xfrm>
            <a:custGeom>
              <a:avLst/>
              <a:gdLst>
                <a:gd name="connsiteX0" fmla="*/ 172900 w 200347"/>
                <a:gd name="connsiteY0" fmla="*/ 119952 h 119955"/>
                <a:gd name="connsiteX1" fmla="*/ 149274 w 200347"/>
                <a:gd name="connsiteY1" fmla="*/ 113158 h 119955"/>
                <a:gd name="connsiteX2" fmla="*/ 81505 w 200347"/>
                <a:gd name="connsiteY2" fmla="*/ 68998 h 119955"/>
                <a:gd name="connsiteX3" fmla="*/ 59262 w 200347"/>
                <a:gd name="connsiteY3" fmla="*/ 68998 h 119955"/>
                <a:gd name="connsiteX4" fmla="*/ 33445 w 200347"/>
                <a:gd name="connsiteY4" fmla="*/ 84737 h 119955"/>
                <a:gd name="connsiteX5" fmla="*/ 15696 w 200347"/>
                <a:gd name="connsiteY5" fmla="*/ 87228 h 119955"/>
                <a:gd name="connsiteX6" fmla="*/ 2096 w 200347"/>
                <a:gd name="connsiteY6" fmla="*/ 75905 h 119955"/>
                <a:gd name="connsiteX7" fmla="*/ 7167 w 200347"/>
                <a:gd name="connsiteY7" fmla="*/ 51107 h 119955"/>
                <a:gd name="connsiteX8" fmla="*/ 51540 w 200347"/>
                <a:gd name="connsiteY8" fmla="*/ 11250 h 119955"/>
                <a:gd name="connsiteX9" fmla="*/ 93837 w 200347"/>
                <a:gd name="connsiteY9" fmla="*/ 1852 h 119955"/>
                <a:gd name="connsiteX10" fmla="*/ 127837 w 200347"/>
                <a:gd name="connsiteY10" fmla="*/ 12043 h 119955"/>
                <a:gd name="connsiteX11" fmla="*/ 151463 w 200347"/>
                <a:gd name="connsiteY11" fmla="*/ 12043 h 119955"/>
                <a:gd name="connsiteX12" fmla="*/ 165640 w 200347"/>
                <a:gd name="connsiteY12" fmla="*/ 8193 h 119955"/>
                <a:gd name="connsiteX13" fmla="*/ 170941 w 200347"/>
                <a:gd name="connsiteY13" fmla="*/ 8872 h 119955"/>
                <a:gd name="connsiteX14" fmla="*/ 174168 w 200347"/>
                <a:gd name="connsiteY14" fmla="*/ 12949 h 119955"/>
                <a:gd name="connsiteX15" fmla="*/ 200100 w 200347"/>
                <a:gd name="connsiteY15" fmla="*/ 106590 h 119955"/>
                <a:gd name="connsiteX16" fmla="*/ 195490 w 200347"/>
                <a:gd name="connsiteY16" fmla="*/ 114970 h 119955"/>
                <a:gd name="connsiteX17" fmla="*/ 185924 w 200347"/>
                <a:gd name="connsiteY17" fmla="*/ 117913 h 119955"/>
                <a:gd name="connsiteX18" fmla="*/ 172900 w 200347"/>
                <a:gd name="connsiteY18" fmla="*/ 119952 h 119955"/>
                <a:gd name="connsiteX19" fmla="*/ 70210 w 200347"/>
                <a:gd name="connsiteY19" fmla="*/ 52013 h 119955"/>
                <a:gd name="connsiteX20" fmla="*/ 89227 w 200347"/>
                <a:gd name="connsiteY20" fmla="*/ 57675 h 119955"/>
                <a:gd name="connsiteX21" fmla="*/ 156996 w 200347"/>
                <a:gd name="connsiteY21" fmla="*/ 101835 h 119955"/>
                <a:gd name="connsiteX22" fmla="*/ 181660 w 200347"/>
                <a:gd name="connsiteY22" fmla="*/ 105232 h 119955"/>
                <a:gd name="connsiteX23" fmla="*/ 184887 w 200347"/>
                <a:gd name="connsiteY23" fmla="*/ 104213 h 119955"/>
                <a:gd name="connsiteX24" fmla="*/ 162528 w 200347"/>
                <a:gd name="connsiteY24" fmla="*/ 23253 h 119955"/>
                <a:gd name="connsiteX25" fmla="*/ 155152 w 200347"/>
                <a:gd name="connsiteY25" fmla="*/ 25291 h 119955"/>
                <a:gd name="connsiteX26" fmla="*/ 123803 w 200347"/>
                <a:gd name="connsiteY26" fmla="*/ 25291 h 119955"/>
                <a:gd name="connsiteX27" fmla="*/ 89227 w 200347"/>
                <a:gd name="connsiteY27" fmla="*/ 15100 h 119955"/>
                <a:gd name="connsiteX28" fmla="*/ 60529 w 200347"/>
                <a:gd name="connsiteY28" fmla="*/ 21554 h 119955"/>
                <a:gd name="connsiteX29" fmla="*/ 16503 w 200347"/>
                <a:gd name="connsiteY29" fmla="*/ 61185 h 119955"/>
                <a:gd name="connsiteX30" fmla="*/ 14774 w 200347"/>
                <a:gd name="connsiteY30" fmla="*/ 69904 h 119955"/>
                <a:gd name="connsiteX31" fmla="*/ 19615 w 200347"/>
                <a:gd name="connsiteY31" fmla="*/ 74093 h 119955"/>
                <a:gd name="connsiteX32" fmla="*/ 25954 w 200347"/>
                <a:gd name="connsiteY32" fmla="*/ 73187 h 119955"/>
                <a:gd name="connsiteX33" fmla="*/ 51770 w 200347"/>
                <a:gd name="connsiteY33" fmla="*/ 56543 h 119955"/>
                <a:gd name="connsiteX34" fmla="*/ 70211 w 200347"/>
                <a:gd name="connsiteY34" fmla="*/ 51560 h 119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00347" h="119955">
                  <a:moveTo>
                    <a:pt x="172900" y="119952"/>
                  </a:moveTo>
                  <a:cubicBezTo>
                    <a:pt x="164511" y="120059"/>
                    <a:pt x="156281" y="117693"/>
                    <a:pt x="149274" y="113158"/>
                  </a:cubicBezTo>
                  <a:lnTo>
                    <a:pt x="81505" y="68998"/>
                  </a:lnTo>
                  <a:cubicBezTo>
                    <a:pt x="74734" y="64706"/>
                    <a:pt x="66033" y="64706"/>
                    <a:pt x="59262" y="68998"/>
                  </a:cubicBezTo>
                  <a:lnTo>
                    <a:pt x="33445" y="84737"/>
                  </a:lnTo>
                  <a:cubicBezTo>
                    <a:pt x="28162" y="88018"/>
                    <a:pt x="21703" y="88924"/>
                    <a:pt x="15696" y="87228"/>
                  </a:cubicBezTo>
                  <a:cubicBezTo>
                    <a:pt x="9675" y="85628"/>
                    <a:pt x="4690" y="81478"/>
                    <a:pt x="2096" y="75905"/>
                  </a:cubicBezTo>
                  <a:cubicBezTo>
                    <a:pt x="-2016" y="67451"/>
                    <a:pt x="51" y="57345"/>
                    <a:pt x="7167" y="51107"/>
                  </a:cubicBezTo>
                  <a:lnTo>
                    <a:pt x="51540" y="11250"/>
                  </a:lnTo>
                  <a:cubicBezTo>
                    <a:pt x="62971" y="1019"/>
                    <a:pt x="79037" y="-2551"/>
                    <a:pt x="93837" y="1852"/>
                  </a:cubicBezTo>
                  <a:lnTo>
                    <a:pt x="127837" y="12043"/>
                  </a:lnTo>
                  <a:cubicBezTo>
                    <a:pt x="135544" y="14306"/>
                    <a:pt x="143756" y="14306"/>
                    <a:pt x="151463" y="12043"/>
                  </a:cubicBezTo>
                  <a:lnTo>
                    <a:pt x="165640" y="8193"/>
                  </a:lnTo>
                  <a:cubicBezTo>
                    <a:pt x="167430" y="7737"/>
                    <a:pt x="169330" y="7981"/>
                    <a:pt x="170941" y="8872"/>
                  </a:cubicBezTo>
                  <a:cubicBezTo>
                    <a:pt x="172530" y="9751"/>
                    <a:pt x="173692" y="11220"/>
                    <a:pt x="174168" y="12949"/>
                  </a:cubicBezTo>
                  <a:lnTo>
                    <a:pt x="200100" y="106590"/>
                  </a:lnTo>
                  <a:cubicBezTo>
                    <a:pt x="201083" y="110144"/>
                    <a:pt x="199055" y="113831"/>
                    <a:pt x="195490" y="114970"/>
                  </a:cubicBezTo>
                  <a:lnTo>
                    <a:pt x="185924" y="117913"/>
                  </a:lnTo>
                  <a:cubicBezTo>
                    <a:pt x="181718" y="119259"/>
                    <a:pt x="177324" y="119947"/>
                    <a:pt x="172900" y="119952"/>
                  </a:cubicBezTo>
                  <a:close/>
                  <a:moveTo>
                    <a:pt x="70210" y="52013"/>
                  </a:moveTo>
                  <a:cubicBezTo>
                    <a:pt x="76977" y="52032"/>
                    <a:pt x="83589" y="54000"/>
                    <a:pt x="89227" y="57675"/>
                  </a:cubicBezTo>
                  <a:lnTo>
                    <a:pt x="156996" y="101835"/>
                  </a:lnTo>
                  <a:cubicBezTo>
                    <a:pt x="164269" y="106580"/>
                    <a:pt x="173339" y="107829"/>
                    <a:pt x="181660" y="105232"/>
                  </a:cubicBezTo>
                  <a:lnTo>
                    <a:pt x="184887" y="104213"/>
                  </a:lnTo>
                  <a:lnTo>
                    <a:pt x="162528" y="23253"/>
                  </a:lnTo>
                  <a:lnTo>
                    <a:pt x="155152" y="25291"/>
                  </a:lnTo>
                  <a:cubicBezTo>
                    <a:pt x="144917" y="28235"/>
                    <a:pt x="134038" y="28235"/>
                    <a:pt x="123803" y="25291"/>
                  </a:cubicBezTo>
                  <a:lnTo>
                    <a:pt x="89227" y="15100"/>
                  </a:lnTo>
                  <a:cubicBezTo>
                    <a:pt x="79174" y="12074"/>
                    <a:pt x="68241" y="14533"/>
                    <a:pt x="60529" y="21554"/>
                  </a:cubicBezTo>
                  <a:lnTo>
                    <a:pt x="16503" y="61185"/>
                  </a:lnTo>
                  <a:cubicBezTo>
                    <a:pt x="13969" y="63363"/>
                    <a:pt x="13257" y="66950"/>
                    <a:pt x="14774" y="69904"/>
                  </a:cubicBezTo>
                  <a:cubicBezTo>
                    <a:pt x="15688" y="71927"/>
                    <a:pt x="17456" y="73458"/>
                    <a:pt x="19615" y="74093"/>
                  </a:cubicBezTo>
                  <a:cubicBezTo>
                    <a:pt x="21765" y="74650"/>
                    <a:pt x="24054" y="74323"/>
                    <a:pt x="25954" y="73187"/>
                  </a:cubicBezTo>
                  <a:lnTo>
                    <a:pt x="51770" y="56543"/>
                  </a:lnTo>
                  <a:cubicBezTo>
                    <a:pt x="57318" y="53211"/>
                    <a:pt x="63709" y="51485"/>
                    <a:pt x="70211" y="5156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602A2F8-8864-A442-A916-637D6B3A19BA}"/>
                </a:ext>
              </a:extLst>
            </p:cNvPr>
            <p:cNvSpPr/>
            <p:nvPr/>
          </p:nvSpPr>
          <p:spPr>
            <a:xfrm>
              <a:off x="5300276" y="2263656"/>
              <a:ext cx="180425" cy="133076"/>
            </a:xfrm>
            <a:custGeom>
              <a:avLst/>
              <a:gdLst>
                <a:gd name="connsiteX0" fmla="*/ 38653 w 180425"/>
                <a:gd name="connsiteY0" fmla="*/ 133077 h 133076"/>
                <a:gd name="connsiteX1" fmla="*/ 35771 w 180425"/>
                <a:gd name="connsiteY1" fmla="*/ 132397 h 133076"/>
                <a:gd name="connsiteX2" fmla="*/ 4077 w 180425"/>
                <a:gd name="connsiteY2" fmla="*/ 117904 h 133076"/>
                <a:gd name="connsiteX3" fmla="*/ 504 w 180425"/>
                <a:gd name="connsiteY3" fmla="*/ 109072 h 133076"/>
                <a:gd name="connsiteX4" fmla="*/ 36002 w 180425"/>
                <a:gd name="connsiteY4" fmla="*/ 22451 h 133076"/>
                <a:gd name="connsiteX5" fmla="*/ 43493 w 180425"/>
                <a:gd name="connsiteY5" fmla="*/ 17808 h 133076"/>
                <a:gd name="connsiteX6" fmla="*/ 67581 w 180425"/>
                <a:gd name="connsiteY6" fmla="*/ 21318 h 133076"/>
                <a:gd name="connsiteX7" fmla="*/ 85676 w 180425"/>
                <a:gd name="connsiteY7" fmla="*/ 19507 h 133076"/>
                <a:gd name="connsiteX8" fmla="*/ 135926 w 180425"/>
                <a:gd name="connsiteY8" fmla="*/ 1956 h 133076"/>
                <a:gd name="connsiteX9" fmla="*/ 157363 w 180425"/>
                <a:gd name="connsiteY9" fmla="*/ 1956 h 133076"/>
                <a:gd name="connsiteX10" fmla="*/ 176495 w 180425"/>
                <a:gd name="connsiteY10" fmla="*/ 9542 h 133076"/>
                <a:gd name="connsiteX11" fmla="*/ 179703 w 180425"/>
                <a:gd name="connsiteY11" fmla="*/ 18788 h 133076"/>
                <a:gd name="connsiteX12" fmla="*/ 171308 w 180425"/>
                <a:gd name="connsiteY12" fmla="*/ 22337 h 133076"/>
                <a:gd name="connsiteX13" fmla="*/ 152176 w 180425"/>
                <a:gd name="connsiteY13" fmla="*/ 14751 h 133076"/>
                <a:gd name="connsiteX14" fmla="*/ 140651 w 180425"/>
                <a:gd name="connsiteY14" fmla="*/ 14751 h 133076"/>
                <a:gd name="connsiteX15" fmla="*/ 90401 w 180425"/>
                <a:gd name="connsiteY15" fmla="*/ 32868 h 133076"/>
                <a:gd name="connsiteX16" fmla="*/ 65622 w 180425"/>
                <a:gd name="connsiteY16" fmla="*/ 35359 h 133076"/>
                <a:gd name="connsiteX17" fmla="*/ 46951 w 180425"/>
                <a:gd name="connsiteY17" fmla="*/ 32641 h 133076"/>
                <a:gd name="connsiteX18" fmla="*/ 15948 w 180425"/>
                <a:gd name="connsiteY18" fmla="*/ 108393 h 133076"/>
                <a:gd name="connsiteX19" fmla="*/ 41649 w 180425"/>
                <a:gd name="connsiteY19" fmla="*/ 119716 h 133076"/>
                <a:gd name="connsiteX20" fmla="*/ 45239 w 180425"/>
                <a:gd name="connsiteY20" fmla="*/ 128653 h 133076"/>
                <a:gd name="connsiteX21" fmla="*/ 38653 w 180425"/>
                <a:gd name="connsiteY21" fmla="*/ 132737 h 13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425" h="133076">
                  <a:moveTo>
                    <a:pt x="38653" y="133077"/>
                  </a:moveTo>
                  <a:cubicBezTo>
                    <a:pt x="37652" y="133069"/>
                    <a:pt x="36667" y="132836"/>
                    <a:pt x="35771" y="132397"/>
                  </a:cubicBezTo>
                  <a:lnTo>
                    <a:pt x="4077" y="117904"/>
                  </a:lnTo>
                  <a:cubicBezTo>
                    <a:pt x="686" y="116361"/>
                    <a:pt x="-884" y="112481"/>
                    <a:pt x="504" y="109072"/>
                  </a:cubicBezTo>
                  <a:lnTo>
                    <a:pt x="36002" y="22451"/>
                  </a:lnTo>
                  <a:cubicBezTo>
                    <a:pt x="37068" y="19358"/>
                    <a:pt x="40193" y="17421"/>
                    <a:pt x="43493" y="17808"/>
                  </a:cubicBezTo>
                  <a:lnTo>
                    <a:pt x="67581" y="21318"/>
                  </a:lnTo>
                  <a:cubicBezTo>
                    <a:pt x="73672" y="22198"/>
                    <a:pt x="79890" y="21576"/>
                    <a:pt x="85676" y="19507"/>
                  </a:cubicBezTo>
                  <a:lnTo>
                    <a:pt x="135926" y="1956"/>
                  </a:lnTo>
                  <a:cubicBezTo>
                    <a:pt x="142825" y="-652"/>
                    <a:pt x="150464" y="-652"/>
                    <a:pt x="157363" y="1956"/>
                  </a:cubicBezTo>
                  <a:lnTo>
                    <a:pt x="176495" y="9542"/>
                  </a:lnTo>
                  <a:cubicBezTo>
                    <a:pt x="179979" y="11225"/>
                    <a:pt x="181416" y="15364"/>
                    <a:pt x="179703" y="18788"/>
                  </a:cubicBezTo>
                  <a:cubicBezTo>
                    <a:pt x="178176" y="21840"/>
                    <a:pt x="174614" y="23346"/>
                    <a:pt x="171308" y="22337"/>
                  </a:cubicBezTo>
                  <a:lnTo>
                    <a:pt x="152176" y="14751"/>
                  </a:lnTo>
                  <a:cubicBezTo>
                    <a:pt x="148470" y="13335"/>
                    <a:pt x="144358" y="13335"/>
                    <a:pt x="140651" y="14751"/>
                  </a:cubicBezTo>
                  <a:lnTo>
                    <a:pt x="90401" y="32868"/>
                  </a:lnTo>
                  <a:cubicBezTo>
                    <a:pt x="82470" y="35663"/>
                    <a:pt x="73965" y="36518"/>
                    <a:pt x="65622" y="35359"/>
                  </a:cubicBezTo>
                  <a:lnTo>
                    <a:pt x="46951" y="32641"/>
                  </a:lnTo>
                  <a:lnTo>
                    <a:pt x="15948" y="108393"/>
                  </a:lnTo>
                  <a:lnTo>
                    <a:pt x="41649" y="119716"/>
                  </a:lnTo>
                  <a:cubicBezTo>
                    <a:pt x="45152" y="121210"/>
                    <a:pt x="46759" y="125211"/>
                    <a:pt x="45239" y="128653"/>
                  </a:cubicBezTo>
                  <a:cubicBezTo>
                    <a:pt x="44106" y="131215"/>
                    <a:pt x="41494" y="132835"/>
                    <a:pt x="38653" y="13273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50A1414-5E0D-B545-925A-B94898A13355}"/>
                </a:ext>
              </a:extLst>
            </p:cNvPr>
            <p:cNvSpPr/>
            <p:nvPr/>
          </p:nvSpPr>
          <p:spPr>
            <a:xfrm>
              <a:off x="5325944" y="2369746"/>
              <a:ext cx="50998" cy="53503"/>
            </a:xfrm>
            <a:custGeom>
              <a:avLst/>
              <a:gdLst>
                <a:gd name="connsiteX0" fmla="*/ 20361 w 50998"/>
                <a:gd name="connsiteY0" fmla="*/ 53482 h 53503"/>
                <a:gd name="connsiteX1" fmla="*/ 8835 w 50998"/>
                <a:gd name="connsiteY1" fmla="*/ 49745 h 53503"/>
                <a:gd name="connsiteX2" fmla="*/ 3818 w 50998"/>
                <a:gd name="connsiteY2" fmla="*/ 21184 h 53503"/>
                <a:gd name="connsiteX3" fmla="*/ 3880 w 50998"/>
                <a:gd name="connsiteY3" fmla="*/ 21098 h 53503"/>
                <a:gd name="connsiteX4" fmla="*/ 12639 w 50998"/>
                <a:gd name="connsiteY4" fmla="*/ 8869 h 53503"/>
                <a:gd name="connsiteX5" fmla="*/ 41971 w 50998"/>
                <a:gd name="connsiteY5" fmla="*/ 3717 h 53503"/>
                <a:gd name="connsiteX6" fmla="*/ 47215 w 50998"/>
                <a:gd name="connsiteY6" fmla="*/ 32534 h 53503"/>
                <a:gd name="connsiteX7" fmla="*/ 38455 w 50998"/>
                <a:gd name="connsiteY7" fmla="*/ 44876 h 53503"/>
                <a:gd name="connsiteX8" fmla="*/ 24856 w 50998"/>
                <a:gd name="connsiteY8" fmla="*/ 53142 h 53503"/>
                <a:gd name="connsiteX9" fmla="*/ 20361 w 50998"/>
                <a:gd name="connsiteY9" fmla="*/ 53482 h 53503"/>
                <a:gd name="connsiteX10" fmla="*/ 29581 w 50998"/>
                <a:gd name="connsiteY10" fmla="*/ 13625 h 53503"/>
                <a:gd name="connsiteX11" fmla="*/ 28428 w 50998"/>
                <a:gd name="connsiteY11" fmla="*/ 13625 h 53503"/>
                <a:gd name="connsiteX12" fmla="*/ 23934 w 50998"/>
                <a:gd name="connsiteY12" fmla="*/ 16342 h 53503"/>
                <a:gd name="connsiteX13" fmla="*/ 15174 w 50998"/>
                <a:gd name="connsiteY13" fmla="*/ 28571 h 53503"/>
                <a:gd name="connsiteX14" fmla="*/ 16788 w 50998"/>
                <a:gd name="connsiteY14" fmla="*/ 38083 h 53503"/>
                <a:gd name="connsiteX15" fmla="*/ 21974 w 50998"/>
                <a:gd name="connsiteY15" fmla="*/ 39215 h 53503"/>
                <a:gd name="connsiteX16" fmla="*/ 26469 w 50998"/>
                <a:gd name="connsiteY16" fmla="*/ 36497 h 53503"/>
                <a:gd name="connsiteX17" fmla="*/ 35228 w 50998"/>
                <a:gd name="connsiteY17" fmla="*/ 24948 h 53503"/>
                <a:gd name="connsiteX18" fmla="*/ 33713 w 50998"/>
                <a:gd name="connsiteY18" fmla="*/ 15618 h 53503"/>
                <a:gd name="connsiteX19" fmla="*/ 33615 w 50998"/>
                <a:gd name="connsiteY19" fmla="*/ 15550 h 53503"/>
                <a:gd name="connsiteX20" fmla="*/ 29581 w 50998"/>
                <a:gd name="connsiteY20" fmla="*/ 13625 h 5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998" h="53503">
                  <a:moveTo>
                    <a:pt x="20361" y="53482"/>
                  </a:moveTo>
                  <a:cubicBezTo>
                    <a:pt x="16223" y="53407"/>
                    <a:pt x="12206" y="52104"/>
                    <a:pt x="8835" y="49745"/>
                  </a:cubicBezTo>
                  <a:cubicBezTo>
                    <a:pt x="-578" y="43220"/>
                    <a:pt x="-2825" y="30432"/>
                    <a:pt x="3818" y="21184"/>
                  </a:cubicBezTo>
                  <a:cubicBezTo>
                    <a:pt x="3838" y="21155"/>
                    <a:pt x="3859" y="21127"/>
                    <a:pt x="3880" y="21098"/>
                  </a:cubicBezTo>
                  <a:lnTo>
                    <a:pt x="12639" y="8869"/>
                  </a:lnTo>
                  <a:cubicBezTo>
                    <a:pt x="19290" y="-511"/>
                    <a:pt x="32423" y="-2818"/>
                    <a:pt x="41971" y="3717"/>
                  </a:cubicBezTo>
                  <a:cubicBezTo>
                    <a:pt x="51518" y="10252"/>
                    <a:pt x="53866" y="23154"/>
                    <a:pt x="47215" y="32534"/>
                  </a:cubicBezTo>
                  <a:lnTo>
                    <a:pt x="38455" y="44876"/>
                  </a:lnTo>
                  <a:cubicBezTo>
                    <a:pt x="35220" y="49297"/>
                    <a:pt x="30326" y="52271"/>
                    <a:pt x="24856" y="53142"/>
                  </a:cubicBezTo>
                  <a:cubicBezTo>
                    <a:pt x="23378" y="53442"/>
                    <a:pt x="21868" y="53556"/>
                    <a:pt x="20361" y="53482"/>
                  </a:cubicBezTo>
                  <a:close/>
                  <a:moveTo>
                    <a:pt x="29581" y="13625"/>
                  </a:moveTo>
                  <a:lnTo>
                    <a:pt x="28428" y="13625"/>
                  </a:lnTo>
                  <a:cubicBezTo>
                    <a:pt x="26614" y="13887"/>
                    <a:pt x="24989" y="14869"/>
                    <a:pt x="23934" y="16342"/>
                  </a:cubicBezTo>
                  <a:lnTo>
                    <a:pt x="15174" y="28571"/>
                  </a:lnTo>
                  <a:cubicBezTo>
                    <a:pt x="12998" y="31647"/>
                    <a:pt x="13714" y="35867"/>
                    <a:pt x="16788" y="38083"/>
                  </a:cubicBezTo>
                  <a:cubicBezTo>
                    <a:pt x="18294" y="39123"/>
                    <a:pt x="20161" y="39531"/>
                    <a:pt x="21974" y="39215"/>
                  </a:cubicBezTo>
                  <a:cubicBezTo>
                    <a:pt x="23771" y="38906"/>
                    <a:pt x="25379" y="37934"/>
                    <a:pt x="26469" y="36497"/>
                  </a:cubicBezTo>
                  <a:lnTo>
                    <a:pt x="35228" y="24948"/>
                  </a:lnTo>
                  <a:cubicBezTo>
                    <a:pt x="37432" y="21960"/>
                    <a:pt x="36754" y="17783"/>
                    <a:pt x="33713" y="15618"/>
                  </a:cubicBezTo>
                  <a:cubicBezTo>
                    <a:pt x="33680" y="15595"/>
                    <a:pt x="33648" y="15572"/>
                    <a:pt x="33615" y="15550"/>
                  </a:cubicBezTo>
                  <a:cubicBezTo>
                    <a:pt x="32560" y="14438"/>
                    <a:pt x="31122" y="13752"/>
                    <a:pt x="29581" y="1362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6436A78-8313-7F48-90AE-BF0D4555000E}"/>
                </a:ext>
              </a:extLst>
            </p:cNvPr>
            <p:cNvSpPr/>
            <p:nvPr/>
          </p:nvSpPr>
          <p:spPr>
            <a:xfrm>
              <a:off x="5344362" y="2364414"/>
              <a:ext cx="70813" cy="81120"/>
            </a:xfrm>
            <a:custGeom>
              <a:avLst/>
              <a:gdLst>
                <a:gd name="connsiteX0" fmla="*/ 21420 w 70813"/>
                <a:gd name="connsiteY0" fmla="*/ 81121 h 81120"/>
                <a:gd name="connsiteX1" fmla="*/ 9088 w 70813"/>
                <a:gd name="connsiteY1" fmla="*/ 77271 h 81120"/>
                <a:gd name="connsiteX2" fmla="*/ 3902 w 70813"/>
                <a:gd name="connsiteY2" fmla="*/ 47944 h 81120"/>
                <a:gd name="connsiteX3" fmla="*/ 30525 w 70813"/>
                <a:gd name="connsiteY3" fmla="*/ 11031 h 81120"/>
                <a:gd name="connsiteX4" fmla="*/ 59586 w 70813"/>
                <a:gd name="connsiteY4" fmla="*/ 2548 h 81120"/>
                <a:gd name="connsiteX5" fmla="*/ 68220 w 70813"/>
                <a:gd name="connsiteY5" fmla="*/ 31099 h 81120"/>
                <a:gd name="connsiteX6" fmla="*/ 65101 w 70813"/>
                <a:gd name="connsiteY6" fmla="*/ 35375 h 81120"/>
                <a:gd name="connsiteX7" fmla="*/ 38593 w 70813"/>
                <a:gd name="connsiteY7" fmla="*/ 72175 h 81120"/>
                <a:gd name="connsiteX8" fmla="*/ 21420 w 70813"/>
                <a:gd name="connsiteY8" fmla="*/ 81121 h 81120"/>
                <a:gd name="connsiteX9" fmla="*/ 48044 w 70813"/>
                <a:gd name="connsiteY9" fmla="*/ 15900 h 81120"/>
                <a:gd name="connsiteX10" fmla="*/ 41935 w 70813"/>
                <a:gd name="connsiteY10" fmla="*/ 18957 h 81120"/>
                <a:gd name="connsiteX11" fmla="*/ 15312 w 70813"/>
                <a:gd name="connsiteY11" fmla="*/ 55870 h 81120"/>
                <a:gd name="connsiteX12" fmla="*/ 17035 w 70813"/>
                <a:gd name="connsiteY12" fmla="*/ 65978 h 81120"/>
                <a:gd name="connsiteX13" fmla="*/ 17156 w 70813"/>
                <a:gd name="connsiteY13" fmla="*/ 66061 h 81120"/>
                <a:gd name="connsiteX14" fmla="*/ 27459 w 70813"/>
                <a:gd name="connsiteY14" fmla="*/ 64458 h 81120"/>
                <a:gd name="connsiteX15" fmla="*/ 27529 w 70813"/>
                <a:gd name="connsiteY15" fmla="*/ 64362 h 81120"/>
                <a:gd name="connsiteX16" fmla="*/ 54037 w 70813"/>
                <a:gd name="connsiteY16" fmla="*/ 27449 h 81120"/>
                <a:gd name="connsiteX17" fmla="*/ 52405 w 70813"/>
                <a:gd name="connsiteY17" fmla="*/ 17327 h 81120"/>
                <a:gd name="connsiteX18" fmla="*/ 52308 w 70813"/>
                <a:gd name="connsiteY18" fmla="*/ 17259 h 81120"/>
                <a:gd name="connsiteX19" fmla="*/ 48044 w 70813"/>
                <a:gd name="connsiteY19" fmla="*/ 15900 h 8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813" h="81120">
                  <a:moveTo>
                    <a:pt x="21420" y="81121"/>
                  </a:moveTo>
                  <a:cubicBezTo>
                    <a:pt x="17002" y="81131"/>
                    <a:pt x="12690" y="79785"/>
                    <a:pt x="9088" y="77271"/>
                  </a:cubicBezTo>
                  <a:cubicBezTo>
                    <a:pt x="-580" y="70575"/>
                    <a:pt x="-2901" y="57451"/>
                    <a:pt x="3902" y="47944"/>
                  </a:cubicBezTo>
                  <a:lnTo>
                    <a:pt x="30525" y="11031"/>
                  </a:lnTo>
                  <a:cubicBezTo>
                    <a:pt x="36166" y="804"/>
                    <a:pt x="49177" y="-2994"/>
                    <a:pt x="59586" y="2548"/>
                  </a:cubicBezTo>
                  <a:cubicBezTo>
                    <a:pt x="69995" y="8090"/>
                    <a:pt x="73861" y="20872"/>
                    <a:pt x="68220" y="31099"/>
                  </a:cubicBezTo>
                  <a:cubicBezTo>
                    <a:pt x="67367" y="32647"/>
                    <a:pt x="66319" y="34084"/>
                    <a:pt x="65101" y="35375"/>
                  </a:cubicBezTo>
                  <a:lnTo>
                    <a:pt x="38593" y="72175"/>
                  </a:lnTo>
                  <a:cubicBezTo>
                    <a:pt x="34678" y="77711"/>
                    <a:pt x="28280" y="81043"/>
                    <a:pt x="21420" y="81121"/>
                  </a:cubicBezTo>
                  <a:close/>
                  <a:moveTo>
                    <a:pt x="48044" y="15900"/>
                  </a:moveTo>
                  <a:cubicBezTo>
                    <a:pt x="45610" y="15830"/>
                    <a:pt x="43308" y="16982"/>
                    <a:pt x="41935" y="18957"/>
                  </a:cubicBezTo>
                  <a:lnTo>
                    <a:pt x="15312" y="55870"/>
                  </a:lnTo>
                  <a:cubicBezTo>
                    <a:pt x="12947" y="59129"/>
                    <a:pt x="13718" y="63654"/>
                    <a:pt x="17035" y="65978"/>
                  </a:cubicBezTo>
                  <a:cubicBezTo>
                    <a:pt x="17075" y="66006"/>
                    <a:pt x="17115" y="66034"/>
                    <a:pt x="17156" y="66061"/>
                  </a:cubicBezTo>
                  <a:cubicBezTo>
                    <a:pt x="20451" y="68414"/>
                    <a:pt x="25064" y="67696"/>
                    <a:pt x="27459" y="64458"/>
                  </a:cubicBezTo>
                  <a:cubicBezTo>
                    <a:pt x="27482" y="64426"/>
                    <a:pt x="27506" y="64395"/>
                    <a:pt x="27529" y="64362"/>
                  </a:cubicBezTo>
                  <a:lnTo>
                    <a:pt x="54037" y="27449"/>
                  </a:lnTo>
                  <a:cubicBezTo>
                    <a:pt x="56431" y="24211"/>
                    <a:pt x="55701" y="19680"/>
                    <a:pt x="52405" y="17327"/>
                  </a:cubicBezTo>
                  <a:cubicBezTo>
                    <a:pt x="52373" y="17304"/>
                    <a:pt x="52341" y="17281"/>
                    <a:pt x="52308" y="17259"/>
                  </a:cubicBezTo>
                  <a:cubicBezTo>
                    <a:pt x="51061" y="16389"/>
                    <a:pt x="49573" y="15914"/>
                    <a:pt x="48044" y="1590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39E1D847-CB16-FC4D-8660-3D311918FEBC}"/>
                </a:ext>
              </a:extLst>
            </p:cNvPr>
            <p:cNvSpPr/>
            <p:nvPr/>
          </p:nvSpPr>
          <p:spPr>
            <a:xfrm>
              <a:off x="5374204" y="2384866"/>
              <a:ext cx="61842" cy="68368"/>
            </a:xfrm>
            <a:custGeom>
              <a:avLst/>
              <a:gdLst>
                <a:gd name="connsiteX0" fmla="*/ 21429 w 61842"/>
                <a:gd name="connsiteY0" fmla="*/ 68368 h 68368"/>
                <a:gd name="connsiteX1" fmla="*/ 9097 w 61842"/>
                <a:gd name="connsiteY1" fmla="*/ 64519 h 68368"/>
                <a:gd name="connsiteX2" fmla="*/ 3911 w 61842"/>
                <a:gd name="connsiteY2" fmla="*/ 35079 h 68368"/>
                <a:gd name="connsiteX3" fmla="*/ 22927 w 61842"/>
                <a:gd name="connsiteY3" fmla="*/ 8809 h 68368"/>
                <a:gd name="connsiteX4" fmla="*/ 52778 w 61842"/>
                <a:gd name="connsiteY4" fmla="*/ 3827 h 68368"/>
                <a:gd name="connsiteX5" fmla="*/ 61537 w 61842"/>
                <a:gd name="connsiteY5" fmla="*/ 17415 h 68368"/>
                <a:gd name="connsiteX6" fmla="*/ 57849 w 61842"/>
                <a:gd name="connsiteY6" fmla="*/ 33154 h 68368"/>
                <a:gd name="connsiteX7" fmla="*/ 38948 w 61842"/>
                <a:gd name="connsiteY7" fmla="*/ 59423 h 68368"/>
                <a:gd name="connsiteX8" fmla="*/ 21429 w 61842"/>
                <a:gd name="connsiteY8" fmla="*/ 68368 h 68368"/>
                <a:gd name="connsiteX9" fmla="*/ 40446 w 61842"/>
                <a:gd name="connsiteY9" fmla="*/ 13678 h 68368"/>
                <a:gd name="connsiteX10" fmla="*/ 39178 w 61842"/>
                <a:gd name="connsiteY10" fmla="*/ 13678 h 68368"/>
                <a:gd name="connsiteX11" fmla="*/ 34337 w 61842"/>
                <a:gd name="connsiteY11" fmla="*/ 16622 h 68368"/>
                <a:gd name="connsiteX12" fmla="*/ 15321 w 61842"/>
                <a:gd name="connsiteY12" fmla="*/ 42891 h 68368"/>
                <a:gd name="connsiteX13" fmla="*/ 17102 w 61842"/>
                <a:gd name="connsiteY13" fmla="*/ 53152 h 68368"/>
                <a:gd name="connsiteX14" fmla="*/ 17165 w 61842"/>
                <a:gd name="connsiteY14" fmla="*/ 53195 h 68368"/>
                <a:gd name="connsiteX15" fmla="*/ 27538 w 61842"/>
                <a:gd name="connsiteY15" fmla="*/ 51384 h 68368"/>
                <a:gd name="connsiteX16" fmla="*/ 46439 w 61842"/>
                <a:gd name="connsiteY16" fmla="*/ 25114 h 68368"/>
                <a:gd name="connsiteX17" fmla="*/ 47707 w 61842"/>
                <a:gd name="connsiteY17" fmla="*/ 19679 h 68368"/>
                <a:gd name="connsiteX18" fmla="*/ 44710 w 61842"/>
                <a:gd name="connsiteY18" fmla="*/ 14924 h 68368"/>
                <a:gd name="connsiteX19" fmla="*/ 40446 w 61842"/>
                <a:gd name="connsiteY19" fmla="*/ 13678 h 6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842" h="68368">
                  <a:moveTo>
                    <a:pt x="21429" y="68368"/>
                  </a:moveTo>
                  <a:cubicBezTo>
                    <a:pt x="17011" y="68379"/>
                    <a:pt x="12699" y="67033"/>
                    <a:pt x="9097" y="64519"/>
                  </a:cubicBezTo>
                  <a:cubicBezTo>
                    <a:pt x="-586" y="57781"/>
                    <a:pt x="-2904" y="44621"/>
                    <a:pt x="3911" y="35079"/>
                  </a:cubicBezTo>
                  <a:lnTo>
                    <a:pt x="22927" y="8809"/>
                  </a:lnTo>
                  <a:cubicBezTo>
                    <a:pt x="29815" y="-595"/>
                    <a:pt x="43116" y="-2815"/>
                    <a:pt x="52778" y="3827"/>
                  </a:cubicBezTo>
                  <a:cubicBezTo>
                    <a:pt x="57450" y="7004"/>
                    <a:pt x="60611" y="11907"/>
                    <a:pt x="61537" y="17415"/>
                  </a:cubicBezTo>
                  <a:cubicBezTo>
                    <a:pt x="62498" y="22934"/>
                    <a:pt x="61170" y="28603"/>
                    <a:pt x="57849" y="33154"/>
                  </a:cubicBezTo>
                  <a:lnTo>
                    <a:pt x="38948" y="59423"/>
                  </a:lnTo>
                  <a:cubicBezTo>
                    <a:pt x="34923" y="65012"/>
                    <a:pt x="28397" y="68344"/>
                    <a:pt x="21429" y="68368"/>
                  </a:cubicBezTo>
                  <a:close/>
                  <a:moveTo>
                    <a:pt x="40446" y="13678"/>
                  </a:moveTo>
                  <a:lnTo>
                    <a:pt x="39178" y="13678"/>
                  </a:lnTo>
                  <a:cubicBezTo>
                    <a:pt x="37233" y="13995"/>
                    <a:pt x="35494" y="15053"/>
                    <a:pt x="34337" y="16622"/>
                  </a:cubicBezTo>
                  <a:lnTo>
                    <a:pt x="15321" y="42891"/>
                  </a:lnTo>
                  <a:cubicBezTo>
                    <a:pt x="12929" y="46208"/>
                    <a:pt x="13726" y="50802"/>
                    <a:pt x="17102" y="53152"/>
                  </a:cubicBezTo>
                  <a:cubicBezTo>
                    <a:pt x="17123" y="53167"/>
                    <a:pt x="17144" y="53181"/>
                    <a:pt x="17165" y="53195"/>
                  </a:cubicBezTo>
                  <a:cubicBezTo>
                    <a:pt x="20544" y="55486"/>
                    <a:pt x="25169" y="54678"/>
                    <a:pt x="27538" y="51384"/>
                  </a:cubicBezTo>
                  <a:lnTo>
                    <a:pt x="46439" y="25114"/>
                  </a:lnTo>
                  <a:cubicBezTo>
                    <a:pt x="47648" y="23571"/>
                    <a:pt x="48111" y="21586"/>
                    <a:pt x="47707" y="19679"/>
                  </a:cubicBezTo>
                  <a:cubicBezTo>
                    <a:pt x="47435" y="17750"/>
                    <a:pt x="46347" y="16023"/>
                    <a:pt x="44710" y="14924"/>
                  </a:cubicBezTo>
                  <a:cubicBezTo>
                    <a:pt x="43456" y="14080"/>
                    <a:pt x="41965" y="13645"/>
                    <a:pt x="40446" y="1367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69C1206A-90A6-9D4D-B603-6E6D98E98CBB}"/>
                </a:ext>
              </a:extLst>
            </p:cNvPr>
            <p:cNvSpPr/>
            <p:nvPr/>
          </p:nvSpPr>
          <p:spPr>
            <a:xfrm>
              <a:off x="5399773" y="2403921"/>
              <a:ext cx="58881" cy="63919"/>
            </a:xfrm>
            <a:custGeom>
              <a:avLst/>
              <a:gdLst>
                <a:gd name="connsiteX0" fmla="*/ 21907 w 58881"/>
                <a:gd name="connsiteY0" fmla="*/ 63806 h 63919"/>
                <a:gd name="connsiteX1" fmla="*/ 0 w 58881"/>
                <a:gd name="connsiteY1" fmla="*/ 42302 h 63919"/>
                <a:gd name="connsiteX2" fmla="*/ 4043 w 58881"/>
                <a:gd name="connsiteY2" fmla="*/ 29837 h 63919"/>
                <a:gd name="connsiteX3" fmla="*/ 18911 w 58881"/>
                <a:gd name="connsiteY3" fmla="*/ 9116 h 63919"/>
                <a:gd name="connsiteX4" fmla="*/ 49602 w 58881"/>
                <a:gd name="connsiteY4" fmla="*/ 3989 h 63919"/>
                <a:gd name="connsiteX5" fmla="*/ 58558 w 58881"/>
                <a:gd name="connsiteY5" fmla="*/ 17948 h 63919"/>
                <a:gd name="connsiteX6" fmla="*/ 54869 w 58881"/>
                <a:gd name="connsiteY6" fmla="*/ 34140 h 63919"/>
                <a:gd name="connsiteX7" fmla="*/ 39887 w 58881"/>
                <a:gd name="connsiteY7" fmla="*/ 54748 h 63919"/>
                <a:gd name="connsiteX8" fmla="*/ 21907 w 58881"/>
                <a:gd name="connsiteY8" fmla="*/ 63920 h 63919"/>
                <a:gd name="connsiteX9" fmla="*/ 36890 w 58881"/>
                <a:gd name="connsiteY9" fmla="*/ 13419 h 63919"/>
                <a:gd name="connsiteX10" fmla="*/ 35507 w 58881"/>
                <a:gd name="connsiteY10" fmla="*/ 13419 h 63919"/>
                <a:gd name="connsiteX11" fmla="*/ 30321 w 58881"/>
                <a:gd name="connsiteY11" fmla="*/ 16703 h 63919"/>
                <a:gd name="connsiteX12" fmla="*/ 15684 w 58881"/>
                <a:gd name="connsiteY12" fmla="*/ 37650 h 63919"/>
                <a:gd name="connsiteX13" fmla="*/ 17314 w 58881"/>
                <a:gd name="connsiteY13" fmla="*/ 48744 h 63919"/>
                <a:gd name="connsiteX14" fmla="*/ 17643 w 58881"/>
                <a:gd name="connsiteY14" fmla="*/ 48973 h 63919"/>
                <a:gd name="connsiteX15" fmla="*/ 23636 w 58881"/>
                <a:gd name="connsiteY15" fmla="*/ 50332 h 63919"/>
                <a:gd name="connsiteX16" fmla="*/ 28938 w 58881"/>
                <a:gd name="connsiteY16" fmla="*/ 47048 h 63919"/>
                <a:gd name="connsiteX17" fmla="*/ 43805 w 58881"/>
                <a:gd name="connsiteY17" fmla="*/ 26440 h 63919"/>
                <a:gd name="connsiteX18" fmla="*/ 45188 w 58881"/>
                <a:gd name="connsiteY18" fmla="*/ 20439 h 63919"/>
                <a:gd name="connsiteX19" fmla="*/ 41846 w 58881"/>
                <a:gd name="connsiteY19" fmla="*/ 15344 h 63919"/>
                <a:gd name="connsiteX20" fmla="*/ 36890 w 58881"/>
                <a:gd name="connsiteY20" fmla="*/ 13419 h 63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881" h="63919">
                  <a:moveTo>
                    <a:pt x="21907" y="63806"/>
                  </a:moveTo>
                  <a:cubicBezTo>
                    <a:pt x="9813" y="63812"/>
                    <a:pt x="5" y="54184"/>
                    <a:pt x="0" y="42302"/>
                  </a:cubicBezTo>
                  <a:cubicBezTo>
                    <a:pt x="-2" y="37835"/>
                    <a:pt x="1411" y="33479"/>
                    <a:pt x="4043" y="29837"/>
                  </a:cubicBezTo>
                  <a:lnTo>
                    <a:pt x="18911" y="9116"/>
                  </a:lnTo>
                  <a:cubicBezTo>
                    <a:pt x="25945" y="-626"/>
                    <a:pt x="39685" y="-2922"/>
                    <a:pt x="49602" y="3989"/>
                  </a:cubicBezTo>
                  <a:cubicBezTo>
                    <a:pt x="54347" y="7296"/>
                    <a:pt x="57567" y="12315"/>
                    <a:pt x="58558" y="17948"/>
                  </a:cubicBezTo>
                  <a:cubicBezTo>
                    <a:pt x="59555" y="23612"/>
                    <a:pt x="58229" y="29434"/>
                    <a:pt x="54869" y="34140"/>
                  </a:cubicBezTo>
                  <a:lnTo>
                    <a:pt x="39887" y="54748"/>
                  </a:lnTo>
                  <a:cubicBezTo>
                    <a:pt x="35753" y="60479"/>
                    <a:pt x="29057" y="63895"/>
                    <a:pt x="21907" y="63920"/>
                  </a:cubicBezTo>
                  <a:close/>
                  <a:moveTo>
                    <a:pt x="36890" y="13419"/>
                  </a:moveTo>
                  <a:lnTo>
                    <a:pt x="35507" y="13419"/>
                  </a:lnTo>
                  <a:cubicBezTo>
                    <a:pt x="33430" y="13859"/>
                    <a:pt x="31587" y="15026"/>
                    <a:pt x="30321" y="16703"/>
                  </a:cubicBezTo>
                  <a:lnTo>
                    <a:pt x="15684" y="37650"/>
                  </a:lnTo>
                  <a:cubicBezTo>
                    <a:pt x="13016" y="41156"/>
                    <a:pt x="13746" y="46123"/>
                    <a:pt x="17314" y="48744"/>
                  </a:cubicBezTo>
                  <a:cubicBezTo>
                    <a:pt x="17422" y="48823"/>
                    <a:pt x="17532" y="48900"/>
                    <a:pt x="17643" y="48973"/>
                  </a:cubicBezTo>
                  <a:cubicBezTo>
                    <a:pt x="19374" y="50198"/>
                    <a:pt x="21534" y="50687"/>
                    <a:pt x="23636" y="50332"/>
                  </a:cubicBezTo>
                  <a:cubicBezTo>
                    <a:pt x="25796" y="50023"/>
                    <a:pt x="27722" y="48830"/>
                    <a:pt x="28938" y="47048"/>
                  </a:cubicBezTo>
                  <a:lnTo>
                    <a:pt x="43805" y="26440"/>
                  </a:lnTo>
                  <a:cubicBezTo>
                    <a:pt x="45058" y="24699"/>
                    <a:pt x="45556" y="22541"/>
                    <a:pt x="45188" y="20439"/>
                  </a:cubicBezTo>
                  <a:cubicBezTo>
                    <a:pt x="44830" y="18363"/>
                    <a:pt x="43622" y="16522"/>
                    <a:pt x="41846" y="15344"/>
                  </a:cubicBezTo>
                  <a:cubicBezTo>
                    <a:pt x="40450" y="14192"/>
                    <a:pt x="38711" y="13516"/>
                    <a:pt x="36890" y="1341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EADD7027-1390-8E45-AB78-9104BF6D85F7}"/>
                </a:ext>
              </a:extLst>
            </p:cNvPr>
            <p:cNvSpPr/>
            <p:nvPr/>
          </p:nvSpPr>
          <p:spPr>
            <a:xfrm>
              <a:off x="5439264" y="2418319"/>
              <a:ext cx="60504" cy="41821"/>
            </a:xfrm>
            <a:custGeom>
              <a:avLst/>
              <a:gdLst>
                <a:gd name="connsiteX0" fmla="*/ 44076 w 60504"/>
                <a:gd name="connsiteY0" fmla="*/ 41822 h 41821"/>
                <a:gd name="connsiteX1" fmla="*/ 37046 w 60504"/>
                <a:gd name="connsiteY1" fmla="*/ 40350 h 41821"/>
                <a:gd name="connsiteX2" fmla="*/ 4083 w 60504"/>
                <a:gd name="connsiteY2" fmla="*/ 25517 h 41821"/>
                <a:gd name="connsiteX3" fmla="*/ 626 w 60504"/>
                <a:gd name="connsiteY3" fmla="*/ 16458 h 41821"/>
                <a:gd name="connsiteX4" fmla="*/ 9846 w 60504"/>
                <a:gd name="connsiteY4" fmla="*/ 13061 h 41821"/>
                <a:gd name="connsiteX5" fmla="*/ 42808 w 60504"/>
                <a:gd name="connsiteY5" fmla="*/ 27895 h 41821"/>
                <a:gd name="connsiteX6" fmla="*/ 46496 w 60504"/>
                <a:gd name="connsiteY6" fmla="*/ 26876 h 41821"/>
                <a:gd name="connsiteX7" fmla="*/ 46496 w 60504"/>
                <a:gd name="connsiteY7" fmla="*/ 24498 h 41821"/>
                <a:gd name="connsiteX8" fmla="*/ 44998 w 60504"/>
                <a:gd name="connsiteY8" fmla="*/ 22573 h 41821"/>
                <a:gd name="connsiteX9" fmla="*/ 26673 w 60504"/>
                <a:gd name="connsiteY9" fmla="*/ 12948 h 41821"/>
                <a:gd name="connsiteX10" fmla="*/ 23907 w 60504"/>
                <a:gd name="connsiteY10" fmla="*/ 3663 h 41821"/>
                <a:gd name="connsiteX11" fmla="*/ 33231 w 60504"/>
                <a:gd name="connsiteY11" fmla="*/ 766 h 41821"/>
                <a:gd name="connsiteX12" fmla="*/ 33358 w 60504"/>
                <a:gd name="connsiteY12" fmla="*/ 833 h 41821"/>
                <a:gd name="connsiteX13" fmla="*/ 51683 w 60504"/>
                <a:gd name="connsiteY13" fmla="*/ 10570 h 41821"/>
                <a:gd name="connsiteX14" fmla="*/ 58427 w 60504"/>
                <a:gd name="connsiteY14" fmla="*/ 33158 h 41821"/>
                <a:gd name="connsiteX15" fmla="*/ 43615 w 60504"/>
                <a:gd name="connsiteY15" fmla="*/ 41822 h 4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504" h="41821">
                  <a:moveTo>
                    <a:pt x="44076" y="41822"/>
                  </a:moveTo>
                  <a:cubicBezTo>
                    <a:pt x="41653" y="41824"/>
                    <a:pt x="39257" y="41322"/>
                    <a:pt x="37046" y="40350"/>
                  </a:cubicBezTo>
                  <a:lnTo>
                    <a:pt x="4083" y="25517"/>
                  </a:lnTo>
                  <a:cubicBezTo>
                    <a:pt x="583" y="23953"/>
                    <a:pt x="-965" y="19898"/>
                    <a:pt x="626" y="16458"/>
                  </a:cubicBezTo>
                  <a:cubicBezTo>
                    <a:pt x="2217" y="13019"/>
                    <a:pt x="6345" y="11498"/>
                    <a:pt x="9846" y="13061"/>
                  </a:cubicBezTo>
                  <a:lnTo>
                    <a:pt x="42808" y="27895"/>
                  </a:lnTo>
                  <a:cubicBezTo>
                    <a:pt x="44127" y="28472"/>
                    <a:pt x="45677" y="28044"/>
                    <a:pt x="46496" y="26876"/>
                  </a:cubicBezTo>
                  <a:cubicBezTo>
                    <a:pt x="46852" y="26121"/>
                    <a:pt x="46852" y="25252"/>
                    <a:pt x="46496" y="24498"/>
                  </a:cubicBezTo>
                  <a:cubicBezTo>
                    <a:pt x="46288" y="23681"/>
                    <a:pt x="45746" y="22984"/>
                    <a:pt x="44998" y="22573"/>
                  </a:cubicBezTo>
                  <a:lnTo>
                    <a:pt x="26673" y="12948"/>
                  </a:lnTo>
                  <a:cubicBezTo>
                    <a:pt x="23330" y="11110"/>
                    <a:pt x="22100" y="6982"/>
                    <a:pt x="23907" y="3663"/>
                  </a:cubicBezTo>
                  <a:cubicBezTo>
                    <a:pt x="25667" y="334"/>
                    <a:pt x="29842" y="-963"/>
                    <a:pt x="33231" y="766"/>
                  </a:cubicBezTo>
                  <a:cubicBezTo>
                    <a:pt x="33274" y="788"/>
                    <a:pt x="33316" y="810"/>
                    <a:pt x="33358" y="833"/>
                  </a:cubicBezTo>
                  <a:lnTo>
                    <a:pt x="51683" y="10570"/>
                  </a:lnTo>
                  <a:cubicBezTo>
                    <a:pt x="59894" y="14978"/>
                    <a:pt x="62913" y="25091"/>
                    <a:pt x="58427" y="33158"/>
                  </a:cubicBezTo>
                  <a:cubicBezTo>
                    <a:pt x="55466" y="38482"/>
                    <a:pt x="49791" y="41802"/>
                    <a:pt x="43615" y="4182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33031AE-6E3C-9045-9AE7-9B9AC3B91FF9}"/>
                </a:ext>
              </a:extLst>
            </p:cNvPr>
            <p:cNvSpPr/>
            <p:nvPr/>
          </p:nvSpPr>
          <p:spPr>
            <a:xfrm>
              <a:off x="5455896" y="2382982"/>
              <a:ext cx="73211" cy="67647"/>
            </a:xfrm>
            <a:custGeom>
              <a:avLst/>
              <a:gdLst>
                <a:gd name="connsiteX0" fmla="*/ 53722 w 73211"/>
                <a:gd name="connsiteY0" fmla="*/ 67648 h 67647"/>
                <a:gd name="connsiteX1" fmla="*/ 44963 w 73211"/>
                <a:gd name="connsiteY1" fmla="*/ 65610 h 67647"/>
                <a:gd name="connsiteX2" fmla="*/ 26983 w 73211"/>
                <a:gd name="connsiteY2" fmla="*/ 57004 h 67647"/>
                <a:gd name="connsiteX3" fmla="*/ 23695 w 73211"/>
                <a:gd name="connsiteY3" fmla="*/ 47956 h 67647"/>
                <a:gd name="connsiteX4" fmla="*/ 23756 w 73211"/>
                <a:gd name="connsiteY4" fmla="*/ 47833 h 67647"/>
                <a:gd name="connsiteX5" fmla="*/ 33092 w 73211"/>
                <a:gd name="connsiteY5" fmla="*/ 44662 h 67647"/>
                <a:gd name="connsiteX6" fmla="*/ 51186 w 73211"/>
                <a:gd name="connsiteY6" fmla="*/ 53381 h 67647"/>
                <a:gd name="connsiteX7" fmla="*/ 58956 w 73211"/>
                <a:gd name="connsiteY7" fmla="*/ 50478 h 67647"/>
                <a:gd name="connsiteX8" fmla="*/ 59369 w 73211"/>
                <a:gd name="connsiteY8" fmla="*/ 47040 h 67647"/>
                <a:gd name="connsiteX9" fmla="*/ 56603 w 73211"/>
                <a:gd name="connsiteY9" fmla="*/ 43303 h 67647"/>
                <a:gd name="connsiteX10" fmla="*/ 3472 w 73211"/>
                <a:gd name="connsiteY10" fmla="*/ 12844 h 67647"/>
                <a:gd name="connsiteX11" fmla="*/ 936 w 73211"/>
                <a:gd name="connsiteY11" fmla="*/ 3446 h 67647"/>
                <a:gd name="connsiteX12" fmla="*/ 10179 w 73211"/>
                <a:gd name="connsiteY12" fmla="*/ 837 h 67647"/>
                <a:gd name="connsiteX13" fmla="*/ 10387 w 73211"/>
                <a:gd name="connsiteY13" fmla="*/ 955 h 67647"/>
                <a:gd name="connsiteX14" fmla="*/ 63288 w 73211"/>
                <a:gd name="connsiteY14" fmla="*/ 31301 h 67647"/>
                <a:gd name="connsiteX15" fmla="*/ 70557 w 73211"/>
                <a:gd name="connsiteY15" fmla="*/ 57901 h 67647"/>
                <a:gd name="connsiteX16" fmla="*/ 53376 w 73211"/>
                <a:gd name="connsiteY16" fmla="*/ 67648 h 6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211" h="67647">
                  <a:moveTo>
                    <a:pt x="53722" y="67648"/>
                  </a:moveTo>
                  <a:cubicBezTo>
                    <a:pt x="50684" y="67622"/>
                    <a:pt x="47690" y="66925"/>
                    <a:pt x="44963" y="65610"/>
                  </a:cubicBezTo>
                  <a:lnTo>
                    <a:pt x="26983" y="57004"/>
                  </a:lnTo>
                  <a:cubicBezTo>
                    <a:pt x="23532" y="55398"/>
                    <a:pt x="22060" y="51346"/>
                    <a:pt x="23695" y="47956"/>
                  </a:cubicBezTo>
                  <a:cubicBezTo>
                    <a:pt x="23715" y="47914"/>
                    <a:pt x="23736" y="47873"/>
                    <a:pt x="23756" y="47833"/>
                  </a:cubicBezTo>
                  <a:cubicBezTo>
                    <a:pt x="25461" y="44444"/>
                    <a:pt x="29621" y="43031"/>
                    <a:pt x="33092" y="44662"/>
                  </a:cubicBezTo>
                  <a:lnTo>
                    <a:pt x="51186" y="53381"/>
                  </a:lnTo>
                  <a:cubicBezTo>
                    <a:pt x="54148" y="54687"/>
                    <a:pt x="57626" y="53387"/>
                    <a:pt x="58956" y="50478"/>
                  </a:cubicBezTo>
                  <a:cubicBezTo>
                    <a:pt x="59448" y="49400"/>
                    <a:pt x="59593" y="48200"/>
                    <a:pt x="59369" y="47040"/>
                  </a:cubicBezTo>
                  <a:cubicBezTo>
                    <a:pt x="59017" y="45470"/>
                    <a:pt x="58014" y="44116"/>
                    <a:pt x="56603" y="43303"/>
                  </a:cubicBezTo>
                  <a:lnTo>
                    <a:pt x="3472" y="12844"/>
                  </a:lnTo>
                  <a:cubicBezTo>
                    <a:pt x="145" y="10925"/>
                    <a:pt x="-986" y="6732"/>
                    <a:pt x="936" y="3446"/>
                  </a:cubicBezTo>
                  <a:cubicBezTo>
                    <a:pt x="2755" y="218"/>
                    <a:pt x="6893" y="-950"/>
                    <a:pt x="10179" y="837"/>
                  </a:cubicBezTo>
                  <a:cubicBezTo>
                    <a:pt x="10249" y="875"/>
                    <a:pt x="10318" y="915"/>
                    <a:pt x="10387" y="955"/>
                  </a:cubicBezTo>
                  <a:lnTo>
                    <a:pt x="63288" y="31301"/>
                  </a:lnTo>
                  <a:cubicBezTo>
                    <a:pt x="72772" y="36674"/>
                    <a:pt x="76027" y="48584"/>
                    <a:pt x="70557" y="57901"/>
                  </a:cubicBezTo>
                  <a:cubicBezTo>
                    <a:pt x="67016" y="63935"/>
                    <a:pt x="60465" y="67651"/>
                    <a:pt x="53376" y="6764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85EBDD8C-D2D8-634D-B180-4F7B0AB4A5B2}"/>
                </a:ext>
              </a:extLst>
            </p:cNvPr>
            <p:cNvSpPr/>
            <p:nvPr/>
          </p:nvSpPr>
          <p:spPr>
            <a:xfrm>
              <a:off x="5471626" y="2361968"/>
              <a:ext cx="77324" cy="70205"/>
            </a:xfrm>
            <a:custGeom>
              <a:avLst/>
              <a:gdLst>
                <a:gd name="connsiteX0" fmla="*/ 56663 w 77324"/>
                <a:gd name="connsiteY0" fmla="*/ 70205 h 70205"/>
                <a:gd name="connsiteX1" fmla="*/ 46290 w 77324"/>
                <a:gd name="connsiteY1" fmla="*/ 67488 h 70205"/>
                <a:gd name="connsiteX2" fmla="*/ 4684 w 77324"/>
                <a:gd name="connsiteY2" fmla="*/ 44049 h 70205"/>
                <a:gd name="connsiteX3" fmla="*/ 372 w 77324"/>
                <a:gd name="connsiteY3" fmla="*/ 35425 h 70205"/>
                <a:gd name="connsiteX4" fmla="*/ 9150 w 77324"/>
                <a:gd name="connsiteY4" fmla="*/ 31189 h 70205"/>
                <a:gd name="connsiteX5" fmla="*/ 11714 w 77324"/>
                <a:gd name="connsiteY5" fmla="*/ 32726 h 70205"/>
                <a:gd name="connsiteX6" fmla="*/ 53436 w 77324"/>
                <a:gd name="connsiteY6" fmla="*/ 55372 h 70205"/>
                <a:gd name="connsiteX7" fmla="*/ 58507 w 77324"/>
                <a:gd name="connsiteY7" fmla="*/ 56051 h 70205"/>
                <a:gd name="connsiteX8" fmla="*/ 62541 w 77324"/>
                <a:gd name="connsiteY8" fmla="*/ 52881 h 70205"/>
                <a:gd name="connsiteX9" fmla="*/ 60235 w 77324"/>
                <a:gd name="connsiteY9" fmla="*/ 44162 h 70205"/>
                <a:gd name="connsiteX10" fmla="*/ 8026 w 77324"/>
                <a:gd name="connsiteY10" fmla="*/ 12684 h 70205"/>
                <a:gd name="connsiteX11" fmla="*/ 5721 w 77324"/>
                <a:gd name="connsiteY11" fmla="*/ 3286 h 70205"/>
                <a:gd name="connsiteX12" fmla="*/ 15214 w 77324"/>
                <a:gd name="connsiteY12" fmla="*/ 977 h 70205"/>
                <a:gd name="connsiteX13" fmla="*/ 15287 w 77324"/>
                <a:gd name="connsiteY13" fmla="*/ 1021 h 70205"/>
                <a:gd name="connsiteX14" fmla="*/ 67496 w 77324"/>
                <a:gd name="connsiteY14" fmla="*/ 32726 h 70205"/>
                <a:gd name="connsiteX15" fmla="*/ 74266 w 77324"/>
                <a:gd name="connsiteY15" fmla="*/ 60607 h 70205"/>
                <a:gd name="connsiteX16" fmla="*/ 62195 w 77324"/>
                <a:gd name="connsiteY16" fmla="*/ 69526 h 70205"/>
                <a:gd name="connsiteX17" fmla="*/ 56663 w 77324"/>
                <a:gd name="connsiteY17" fmla="*/ 70205 h 70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324" h="70205">
                  <a:moveTo>
                    <a:pt x="56663" y="70205"/>
                  </a:moveTo>
                  <a:cubicBezTo>
                    <a:pt x="53023" y="70204"/>
                    <a:pt x="49447" y="69267"/>
                    <a:pt x="46290" y="67488"/>
                  </a:cubicBezTo>
                  <a:lnTo>
                    <a:pt x="4684" y="44049"/>
                  </a:lnTo>
                  <a:cubicBezTo>
                    <a:pt x="1069" y="42837"/>
                    <a:pt x="-861" y="38976"/>
                    <a:pt x="372" y="35425"/>
                  </a:cubicBezTo>
                  <a:cubicBezTo>
                    <a:pt x="1606" y="31874"/>
                    <a:pt x="5536" y="29977"/>
                    <a:pt x="9150" y="31189"/>
                  </a:cubicBezTo>
                  <a:cubicBezTo>
                    <a:pt x="10109" y="31511"/>
                    <a:pt x="10984" y="32035"/>
                    <a:pt x="11714" y="32726"/>
                  </a:cubicBezTo>
                  <a:lnTo>
                    <a:pt x="53436" y="55372"/>
                  </a:lnTo>
                  <a:cubicBezTo>
                    <a:pt x="54958" y="56275"/>
                    <a:pt x="56793" y="56521"/>
                    <a:pt x="58507" y="56051"/>
                  </a:cubicBezTo>
                  <a:cubicBezTo>
                    <a:pt x="60248" y="55605"/>
                    <a:pt x="61715" y="54452"/>
                    <a:pt x="62541" y="52881"/>
                  </a:cubicBezTo>
                  <a:cubicBezTo>
                    <a:pt x="64242" y="49833"/>
                    <a:pt x="63231" y="46011"/>
                    <a:pt x="60235" y="44162"/>
                  </a:cubicBezTo>
                  <a:lnTo>
                    <a:pt x="8026" y="12684"/>
                  </a:lnTo>
                  <a:cubicBezTo>
                    <a:pt x="4783" y="10690"/>
                    <a:pt x="3758" y="6513"/>
                    <a:pt x="5721" y="3286"/>
                  </a:cubicBezTo>
                  <a:cubicBezTo>
                    <a:pt x="7694" y="73"/>
                    <a:pt x="11944" y="-961"/>
                    <a:pt x="15214" y="977"/>
                  </a:cubicBezTo>
                  <a:cubicBezTo>
                    <a:pt x="15238" y="992"/>
                    <a:pt x="15263" y="1006"/>
                    <a:pt x="15287" y="1021"/>
                  </a:cubicBezTo>
                  <a:lnTo>
                    <a:pt x="67496" y="32726"/>
                  </a:lnTo>
                  <a:cubicBezTo>
                    <a:pt x="77202" y="38588"/>
                    <a:pt x="80233" y="51071"/>
                    <a:pt x="74266" y="60607"/>
                  </a:cubicBezTo>
                  <a:cubicBezTo>
                    <a:pt x="71534" y="64972"/>
                    <a:pt x="67221" y="68159"/>
                    <a:pt x="62195" y="69526"/>
                  </a:cubicBezTo>
                  <a:cubicBezTo>
                    <a:pt x="60385" y="69971"/>
                    <a:pt x="58528" y="70199"/>
                    <a:pt x="56663" y="7020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E3C9B50E-CE6D-BD40-A94F-49DC70DA6F42}"/>
                </a:ext>
              </a:extLst>
            </p:cNvPr>
            <p:cNvSpPr/>
            <p:nvPr/>
          </p:nvSpPr>
          <p:spPr>
            <a:xfrm>
              <a:off x="5512769" y="2344851"/>
              <a:ext cx="60570" cy="68299"/>
            </a:xfrm>
            <a:custGeom>
              <a:avLst/>
              <a:gdLst>
                <a:gd name="connsiteX0" fmla="*/ 36495 w 60570"/>
                <a:gd name="connsiteY0" fmla="*/ 68300 h 68299"/>
                <a:gd name="connsiteX1" fmla="*/ 23702 w 60570"/>
                <a:gd name="connsiteY1" fmla="*/ 64676 h 68299"/>
                <a:gd name="connsiteX2" fmla="*/ 3187 w 60570"/>
                <a:gd name="connsiteY2" fmla="*/ 51994 h 68299"/>
                <a:gd name="connsiteX3" fmla="*/ 1113 w 60570"/>
                <a:gd name="connsiteY3" fmla="*/ 42483 h 68299"/>
                <a:gd name="connsiteX4" fmla="*/ 10638 w 60570"/>
                <a:gd name="connsiteY4" fmla="*/ 40307 h 68299"/>
                <a:gd name="connsiteX5" fmla="*/ 10679 w 60570"/>
                <a:gd name="connsiteY5" fmla="*/ 40332 h 68299"/>
                <a:gd name="connsiteX6" fmla="*/ 31194 w 60570"/>
                <a:gd name="connsiteY6" fmla="*/ 53014 h 68299"/>
                <a:gd name="connsiteX7" fmla="*/ 38916 w 60570"/>
                <a:gd name="connsiteY7" fmla="*/ 54259 h 68299"/>
                <a:gd name="connsiteX8" fmla="*/ 45255 w 60570"/>
                <a:gd name="connsiteY8" fmla="*/ 49617 h 68299"/>
                <a:gd name="connsiteX9" fmla="*/ 42027 w 60570"/>
                <a:gd name="connsiteY9" fmla="*/ 36482 h 68299"/>
                <a:gd name="connsiteX10" fmla="*/ 5377 w 60570"/>
                <a:gd name="connsiteY10" fmla="*/ 12477 h 68299"/>
                <a:gd name="connsiteX11" fmla="*/ 3476 w 60570"/>
                <a:gd name="connsiteY11" fmla="*/ 3022 h 68299"/>
                <a:gd name="connsiteX12" fmla="*/ 13099 w 60570"/>
                <a:gd name="connsiteY12" fmla="*/ 1154 h 68299"/>
                <a:gd name="connsiteX13" fmla="*/ 49749 w 60570"/>
                <a:gd name="connsiteY13" fmla="*/ 25046 h 68299"/>
                <a:gd name="connsiteX14" fmla="*/ 56636 w 60570"/>
                <a:gd name="connsiteY14" fmla="*/ 57659 h 68299"/>
                <a:gd name="connsiteX15" fmla="*/ 42258 w 60570"/>
                <a:gd name="connsiteY15" fmla="*/ 67620 h 68299"/>
                <a:gd name="connsiteX16" fmla="*/ 36495 w 60570"/>
                <a:gd name="connsiteY16" fmla="*/ 68300 h 6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570" h="68299">
                  <a:moveTo>
                    <a:pt x="36495" y="68300"/>
                  </a:moveTo>
                  <a:cubicBezTo>
                    <a:pt x="31970" y="68291"/>
                    <a:pt x="27538" y="67035"/>
                    <a:pt x="23702" y="64676"/>
                  </a:cubicBezTo>
                  <a:lnTo>
                    <a:pt x="3187" y="51994"/>
                  </a:lnTo>
                  <a:cubicBezTo>
                    <a:pt x="-45" y="49921"/>
                    <a:pt x="-971" y="45676"/>
                    <a:pt x="1113" y="42483"/>
                  </a:cubicBezTo>
                  <a:cubicBezTo>
                    <a:pt x="3131" y="39298"/>
                    <a:pt x="7396" y="38323"/>
                    <a:pt x="10638" y="40307"/>
                  </a:cubicBezTo>
                  <a:cubicBezTo>
                    <a:pt x="10652" y="40315"/>
                    <a:pt x="10665" y="40323"/>
                    <a:pt x="10679" y="40332"/>
                  </a:cubicBezTo>
                  <a:lnTo>
                    <a:pt x="31194" y="53014"/>
                  </a:lnTo>
                  <a:cubicBezTo>
                    <a:pt x="33469" y="54491"/>
                    <a:pt x="36279" y="54945"/>
                    <a:pt x="38916" y="54259"/>
                  </a:cubicBezTo>
                  <a:cubicBezTo>
                    <a:pt x="41605" y="53668"/>
                    <a:pt x="43910" y="51980"/>
                    <a:pt x="45255" y="49617"/>
                  </a:cubicBezTo>
                  <a:cubicBezTo>
                    <a:pt x="47949" y="45098"/>
                    <a:pt x="46523" y="39295"/>
                    <a:pt x="42027" y="36482"/>
                  </a:cubicBezTo>
                  <a:lnTo>
                    <a:pt x="5377" y="12477"/>
                  </a:lnTo>
                  <a:cubicBezTo>
                    <a:pt x="2195" y="10382"/>
                    <a:pt x="1343" y="6149"/>
                    <a:pt x="3476" y="3022"/>
                  </a:cubicBezTo>
                  <a:cubicBezTo>
                    <a:pt x="5608" y="-104"/>
                    <a:pt x="9916" y="-941"/>
                    <a:pt x="13099" y="1154"/>
                  </a:cubicBezTo>
                  <a:lnTo>
                    <a:pt x="49749" y="25046"/>
                  </a:lnTo>
                  <a:cubicBezTo>
                    <a:pt x="60818" y="32183"/>
                    <a:pt x="63901" y="46785"/>
                    <a:pt x="56636" y="57659"/>
                  </a:cubicBezTo>
                  <a:cubicBezTo>
                    <a:pt x="53301" y="62649"/>
                    <a:pt x="48162" y="66210"/>
                    <a:pt x="42258" y="67620"/>
                  </a:cubicBezTo>
                  <a:cubicBezTo>
                    <a:pt x="40370" y="68063"/>
                    <a:pt x="38436" y="68291"/>
                    <a:pt x="36495" y="6830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BF21D48-E991-FC42-8B40-3EAA3DCC4EE1}"/>
                </a:ext>
              </a:extLst>
            </p:cNvPr>
            <p:cNvSpPr/>
            <p:nvPr/>
          </p:nvSpPr>
          <p:spPr>
            <a:xfrm>
              <a:off x="5242635" y="2247117"/>
              <a:ext cx="113613" cy="148490"/>
            </a:xfrm>
            <a:custGeom>
              <a:avLst/>
              <a:gdLst>
                <a:gd name="connsiteX0" fmla="*/ 58721 w 113613"/>
                <a:gd name="connsiteY0" fmla="*/ 148369 h 148490"/>
                <a:gd name="connsiteX1" fmla="*/ 56301 w 113613"/>
                <a:gd name="connsiteY1" fmla="*/ 148369 h 148490"/>
                <a:gd name="connsiteX2" fmla="*/ 4437 w 113613"/>
                <a:gd name="connsiteY2" fmla="*/ 128328 h 148490"/>
                <a:gd name="connsiteX3" fmla="*/ 519 w 113613"/>
                <a:gd name="connsiteY3" fmla="*/ 124931 h 148490"/>
                <a:gd name="connsiteX4" fmla="*/ 519 w 113613"/>
                <a:gd name="connsiteY4" fmla="*/ 119722 h 148490"/>
                <a:gd name="connsiteX5" fmla="*/ 45352 w 113613"/>
                <a:gd name="connsiteY5" fmla="*/ 4793 h 148490"/>
                <a:gd name="connsiteX6" fmla="*/ 53998 w 113613"/>
                <a:gd name="connsiteY6" fmla="*/ 304 h 148490"/>
                <a:gd name="connsiteX7" fmla="*/ 54227 w 113613"/>
                <a:gd name="connsiteY7" fmla="*/ 377 h 148490"/>
                <a:gd name="connsiteX8" fmla="*/ 108971 w 113613"/>
                <a:gd name="connsiteY8" fmla="*/ 19966 h 148490"/>
                <a:gd name="connsiteX9" fmla="*/ 113005 w 113613"/>
                <a:gd name="connsiteY9" fmla="*/ 23703 h 148490"/>
                <a:gd name="connsiteX10" fmla="*/ 113005 w 113613"/>
                <a:gd name="connsiteY10" fmla="*/ 29024 h 148490"/>
                <a:gd name="connsiteX11" fmla="*/ 106551 w 113613"/>
                <a:gd name="connsiteY11" fmla="*/ 44197 h 148490"/>
                <a:gd name="connsiteX12" fmla="*/ 71053 w 113613"/>
                <a:gd name="connsiteY12" fmla="*/ 130819 h 148490"/>
                <a:gd name="connsiteX13" fmla="*/ 65176 w 113613"/>
                <a:gd name="connsiteY13" fmla="*/ 144293 h 148490"/>
                <a:gd name="connsiteX14" fmla="*/ 58721 w 113613"/>
                <a:gd name="connsiteY14" fmla="*/ 148369 h 148490"/>
                <a:gd name="connsiteX15" fmla="*/ 15963 w 113613"/>
                <a:gd name="connsiteY15" fmla="*/ 118024 h 148490"/>
                <a:gd name="connsiteX16" fmla="*/ 55033 w 113613"/>
                <a:gd name="connsiteY16" fmla="*/ 132744 h 148490"/>
                <a:gd name="connsiteX17" fmla="*/ 58260 w 113613"/>
                <a:gd name="connsiteY17" fmla="*/ 125497 h 148490"/>
                <a:gd name="connsiteX18" fmla="*/ 93643 w 113613"/>
                <a:gd name="connsiteY18" fmla="*/ 38989 h 148490"/>
                <a:gd name="connsiteX19" fmla="*/ 97331 w 113613"/>
                <a:gd name="connsiteY19" fmla="*/ 30496 h 148490"/>
                <a:gd name="connsiteX20" fmla="*/ 55955 w 113613"/>
                <a:gd name="connsiteY20" fmla="*/ 16003 h 14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613" h="148490">
                  <a:moveTo>
                    <a:pt x="58721" y="148369"/>
                  </a:moveTo>
                  <a:cubicBezTo>
                    <a:pt x="57923" y="148531"/>
                    <a:pt x="57099" y="148531"/>
                    <a:pt x="56301" y="148369"/>
                  </a:cubicBezTo>
                  <a:lnTo>
                    <a:pt x="4437" y="128328"/>
                  </a:lnTo>
                  <a:cubicBezTo>
                    <a:pt x="2747" y="127712"/>
                    <a:pt x="1351" y="126502"/>
                    <a:pt x="519" y="124931"/>
                  </a:cubicBezTo>
                  <a:cubicBezTo>
                    <a:pt x="-173" y="123261"/>
                    <a:pt x="-173" y="121392"/>
                    <a:pt x="519" y="119722"/>
                  </a:cubicBezTo>
                  <a:lnTo>
                    <a:pt x="45352" y="4793"/>
                  </a:lnTo>
                  <a:cubicBezTo>
                    <a:pt x="46478" y="1208"/>
                    <a:pt x="50349" y="-802"/>
                    <a:pt x="53998" y="304"/>
                  </a:cubicBezTo>
                  <a:cubicBezTo>
                    <a:pt x="54075" y="327"/>
                    <a:pt x="54151" y="351"/>
                    <a:pt x="54227" y="377"/>
                  </a:cubicBezTo>
                  <a:lnTo>
                    <a:pt x="108971" y="19966"/>
                  </a:lnTo>
                  <a:cubicBezTo>
                    <a:pt x="110788" y="20604"/>
                    <a:pt x="112250" y="21959"/>
                    <a:pt x="113005" y="23703"/>
                  </a:cubicBezTo>
                  <a:cubicBezTo>
                    <a:pt x="113816" y="25387"/>
                    <a:pt x="113816" y="27340"/>
                    <a:pt x="113005" y="29024"/>
                  </a:cubicBezTo>
                  <a:lnTo>
                    <a:pt x="106551" y="44197"/>
                  </a:lnTo>
                  <a:lnTo>
                    <a:pt x="71053" y="130819"/>
                  </a:lnTo>
                  <a:lnTo>
                    <a:pt x="65176" y="144293"/>
                  </a:lnTo>
                  <a:cubicBezTo>
                    <a:pt x="64012" y="146768"/>
                    <a:pt x="61496" y="148357"/>
                    <a:pt x="58721" y="148369"/>
                  </a:cubicBezTo>
                  <a:close/>
                  <a:moveTo>
                    <a:pt x="15963" y="118024"/>
                  </a:moveTo>
                  <a:lnTo>
                    <a:pt x="55033" y="132744"/>
                  </a:lnTo>
                  <a:lnTo>
                    <a:pt x="58260" y="125497"/>
                  </a:lnTo>
                  <a:lnTo>
                    <a:pt x="93643" y="38989"/>
                  </a:lnTo>
                  <a:lnTo>
                    <a:pt x="97331" y="30496"/>
                  </a:lnTo>
                  <a:lnTo>
                    <a:pt x="55955" y="16003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9" name="Graphic 56">
            <a:extLst>
              <a:ext uri="{FF2B5EF4-FFF2-40B4-BE49-F238E27FC236}">
                <a16:creationId xmlns:a16="http://schemas.microsoft.com/office/drawing/2014/main" id="{AEE3E9BC-767E-0F4E-A6DF-432AB7A62D4D}"/>
              </a:ext>
            </a:extLst>
          </p:cNvPr>
          <p:cNvGrpSpPr>
            <a:grpSpLocks noChangeAspect="1"/>
          </p:cNvGrpSpPr>
          <p:nvPr/>
        </p:nvGrpSpPr>
        <p:grpSpPr>
          <a:xfrm>
            <a:off x="6971132" y="2433475"/>
            <a:ext cx="401140" cy="320815"/>
            <a:chOff x="5250261" y="2193711"/>
            <a:chExt cx="401140" cy="320815"/>
          </a:xfrm>
          <a:solidFill>
            <a:srgbClr val="FFFFFF"/>
          </a:solidFill>
        </p:grpSpPr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FC96933E-4378-5C47-B2FB-A5C0493DFB50}"/>
                </a:ext>
              </a:extLst>
            </p:cNvPr>
            <p:cNvSpPr/>
            <p:nvPr/>
          </p:nvSpPr>
          <p:spPr>
            <a:xfrm>
              <a:off x="5250261" y="2193711"/>
              <a:ext cx="267122" cy="202193"/>
            </a:xfrm>
            <a:custGeom>
              <a:avLst/>
              <a:gdLst>
                <a:gd name="connsiteX0" fmla="*/ 11415 w 267122"/>
                <a:gd name="connsiteY0" fmla="*/ 202193 h 202193"/>
                <a:gd name="connsiteX1" fmla="*/ 8105 w 267122"/>
                <a:gd name="connsiteY1" fmla="*/ 201414 h 202193"/>
                <a:gd name="connsiteX2" fmla="*/ 4566 w 267122"/>
                <a:gd name="connsiteY2" fmla="*/ 194737 h 202193"/>
                <a:gd name="connsiteX3" fmla="*/ 10388 w 267122"/>
                <a:gd name="connsiteY3" fmla="*/ 141101 h 202193"/>
                <a:gd name="connsiteX4" fmla="*/ 7648 w 267122"/>
                <a:gd name="connsiteY4" fmla="*/ 126635 h 202193"/>
                <a:gd name="connsiteX5" fmla="*/ 0 w 267122"/>
                <a:gd name="connsiteY5" fmla="*/ 94920 h 202193"/>
                <a:gd name="connsiteX6" fmla="*/ 133561 w 267122"/>
                <a:gd name="connsiteY6" fmla="*/ 0 h 202193"/>
                <a:gd name="connsiteX7" fmla="*/ 267122 w 267122"/>
                <a:gd name="connsiteY7" fmla="*/ 94920 h 202193"/>
                <a:gd name="connsiteX8" fmla="*/ 133561 w 267122"/>
                <a:gd name="connsiteY8" fmla="*/ 189841 h 202193"/>
                <a:gd name="connsiteX9" fmla="*/ 67694 w 267122"/>
                <a:gd name="connsiteY9" fmla="*/ 178045 h 202193"/>
                <a:gd name="connsiteX10" fmla="*/ 40639 w 267122"/>
                <a:gd name="connsiteY10" fmla="*/ 181829 h 202193"/>
                <a:gd name="connsiteX11" fmla="*/ 15753 w 267122"/>
                <a:gd name="connsiteY11" fmla="*/ 200301 h 202193"/>
                <a:gd name="connsiteX12" fmla="*/ 11415 w 267122"/>
                <a:gd name="connsiteY12" fmla="*/ 202193 h 202193"/>
                <a:gd name="connsiteX13" fmla="*/ 133561 w 267122"/>
                <a:gd name="connsiteY13" fmla="*/ 13020 h 202193"/>
                <a:gd name="connsiteX14" fmla="*/ 13813 w 267122"/>
                <a:gd name="connsiteY14" fmla="*/ 94920 h 202193"/>
                <a:gd name="connsiteX15" fmla="*/ 20091 w 267122"/>
                <a:gd name="connsiteY15" fmla="*/ 120737 h 202193"/>
                <a:gd name="connsiteX16" fmla="*/ 24201 w 267122"/>
                <a:gd name="connsiteY16" fmla="*/ 142993 h 202193"/>
                <a:gd name="connsiteX17" fmla="*/ 20091 w 267122"/>
                <a:gd name="connsiteY17" fmla="*/ 180605 h 202193"/>
                <a:gd name="connsiteX18" fmla="*/ 32078 w 267122"/>
                <a:gd name="connsiteY18" fmla="*/ 171257 h 202193"/>
                <a:gd name="connsiteX19" fmla="*/ 72945 w 267122"/>
                <a:gd name="connsiteY19" fmla="*/ 165582 h 202193"/>
                <a:gd name="connsiteX20" fmla="*/ 133561 w 267122"/>
                <a:gd name="connsiteY20" fmla="*/ 176710 h 202193"/>
                <a:gd name="connsiteX21" fmla="*/ 253310 w 267122"/>
                <a:gd name="connsiteY21" fmla="*/ 95254 h 202193"/>
                <a:gd name="connsiteX22" fmla="*/ 133561 w 267122"/>
                <a:gd name="connsiteY22" fmla="*/ 13465 h 2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7122" h="202193">
                  <a:moveTo>
                    <a:pt x="11415" y="202193"/>
                  </a:moveTo>
                  <a:cubicBezTo>
                    <a:pt x="10262" y="202214"/>
                    <a:pt x="9122" y="201945"/>
                    <a:pt x="8105" y="201414"/>
                  </a:cubicBezTo>
                  <a:cubicBezTo>
                    <a:pt x="5654" y="200086"/>
                    <a:pt x="4259" y="197454"/>
                    <a:pt x="4566" y="194737"/>
                  </a:cubicBezTo>
                  <a:lnTo>
                    <a:pt x="10388" y="141101"/>
                  </a:lnTo>
                  <a:cubicBezTo>
                    <a:pt x="10954" y="136121"/>
                    <a:pt x="10001" y="131089"/>
                    <a:pt x="7648" y="126635"/>
                  </a:cubicBezTo>
                  <a:cubicBezTo>
                    <a:pt x="2688" y="116757"/>
                    <a:pt x="74" y="105918"/>
                    <a:pt x="0" y="94920"/>
                  </a:cubicBezTo>
                  <a:cubicBezTo>
                    <a:pt x="0" y="42620"/>
                    <a:pt x="59931" y="0"/>
                    <a:pt x="133561" y="0"/>
                  </a:cubicBezTo>
                  <a:cubicBezTo>
                    <a:pt x="207191" y="0"/>
                    <a:pt x="267122" y="42620"/>
                    <a:pt x="267122" y="94920"/>
                  </a:cubicBezTo>
                  <a:cubicBezTo>
                    <a:pt x="267122" y="147221"/>
                    <a:pt x="207305" y="189841"/>
                    <a:pt x="133561" y="189841"/>
                  </a:cubicBezTo>
                  <a:cubicBezTo>
                    <a:pt x="111030" y="190093"/>
                    <a:pt x="88662" y="186087"/>
                    <a:pt x="67694" y="178045"/>
                  </a:cubicBezTo>
                  <a:cubicBezTo>
                    <a:pt x="58646" y="174373"/>
                    <a:pt x="48263" y="175825"/>
                    <a:pt x="40639" y="181829"/>
                  </a:cubicBezTo>
                  <a:lnTo>
                    <a:pt x="15753" y="200301"/>
                  </a:lnTo>
                  <a:cubicBezTo>
                    <a:pt x="14597" y="201433"/>
                    <a:pt x="13052" y="202107"/>
                    <a:pt x="11415" y="202193"/>
                  </a:cubicBezTo>
                  <a:close/>
                  <a:moveTo>
                    <a:pt x="133561" y="13020"/>
                  </a:moveTo>
                  <a:cubicBezTo>
                    <a:pt x="67580" y="13465"/>
                    <a:pt x="13813" y="50075"/>
                    <a:pt x="13813" y="94920"/>
                  </a:cubicBezTo>
                  <a:cubicBezTo>
                    <a:pt x="13883" y="103877"/>
                    <a:pt x="16029" y="112703"/>
                    <a:pt x="20091" y="120737"/>
                  </a:cubicBezTo>
                  <a:cubicBezTo>
                    <a:pt x="23601" y="127625"/>
                    <a:pt x="25026" y="135344"/>
                    <a:pt x="24201" y="142993"/>
                  </a:cubicBezTo>
                  <a:lnTo>
                    <a:pt x="20091" y="180605"/>
                  </a:lnTo>
                  <a:lnTo>
                    <a:pt x="32078" y="171257"/>
                  </a:lnTo>
                  <a:cubicBezTo>
                    <a:pt x="43607" y="162214"/>
                    <a:pt x="59284" y="160037"/>
                    <a:pt x="72945" y="165582"/>
                  </a:cubicBezTo>
                  <a:cubicBezTo>
                    <a:pt x="92222" y="173077"/>
                    <a:pt x="112808" y="176856"/>
                    <a:pt x="133561" y="176710"/>
                  </a:cubicBezTo>
                  <a:cubicBezTo>
                    <a:pt x="199657" y="176710"/>
                    <a:pt x="253310" y="140211"/>
                    <a:pt x="253310" y="95254"/>
                  </a:cubicBezTo>
                  <a:cubicBezTo>
                    <a:pt x="253310" y="50298"/>
                    <a:pt x="199657" y="13465"/>
                    <a:pt x="133561" y="13465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BB56283-5450-3942-93C9-BA15D309701D}"/>
                </a:ext>
              </a:extLst>
            </p:cNvPr>
            <p:cNvSpPr/>
            <p:nvPr/>
          </p:nvSpPr>
          <p:spPr>
            <a:xfrm>
              <a:off x="5308137" y="2273942"/>
              <a:ext cx="32648" cy="31825"/>
            </a:xfrm>
            <a:custGeom>
              <a:avLst/>
              <a:gdLst>
                <a:gd name="connsiteX0" fmla="*/ 32648 w 32648"/>
                <a:gd name="connsiteY0" fmla="*/ 15913 h 31825"/>
                <a:gd name="connsiteX1" fmla="*/ 16324 w 32648"/>
                <a:gd name="connsiteY1" fmla="*/ 31826 h 31825"/>
                <a:gd name="connsiteX2" fmla="*/ 0 w 32648"/>
                <a:gd name="connsiteY2" fmla="*/ 15913 h 31825"/>
                <a:gd name="connsiteX3" fmla="*/ 16324 w 32648"/>
                <a:gd name="connsiteY3" fmla="*/ 0 h 31825"/>
                <a:gd name="connsiteX4" fmla="*/ 32648 w 32648"/>
                <a:gd name="connsiteY4" fmla="*/ 15913 h 3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48" h="31825">
                  <a:moveTo>
                    <a:pt x="32648" y="15913"/>
                  </a:moveTo>
                  <a:cubicBezTo>
                    <a:pt x="32648" y="24701"/>
                    <a:pt x="25340" y="31826"/>
                    <a:pt x="16324" y="31826"/>
                  </a:cubicBezTo>
                  <a:cubicBezTo>
                    <a:pt x="7309" y="31826"/>
                    <a:pt x="0" y="24701"/>
                    <a:pt x="0" y="15913"/>
                  </a:cubicBezTo>
                  <a:cubicBezTo>
                    <a:pt x="0" y="7124"/>
                    <a:pt x="7309" y="0"/>
                    <a:pt x="16324" y="0"/>
                  </a:cubicBezTo>
                  <a:cubicBezTo>
                    <a:pt x="25340" y="0"/>
                    <a:pt x="32648" y="7124"/>
                    <a:pt x="32648" y="1591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1A2D76B8-0EC3-894B-BD54-2B95D3E3535D}"/>
                </a:ext>
              </a:extLst>
            </p:cNvPr>
            <p:cNvSpPr/>
            <p:nvPr/>
          </p:nvSpPr>
          <p:spPr>
            <a:xfrm>
              <a:off x="5366698" y="2273942"/>
              <a:ext cx="32648" cy="31825"/>
            </a:xfrm>
            <a:custGeom>
              <a:avLst/>
              <a:gdLst>
                <a:gd name="connsiteX0" fmla="*/ 32648 w 32648"/>
                <a:gd name="connsiteY0" fmla="*/ 15913 h 31825"/>
                <a:gd name="connsiteX1" fmla="*/ 16324 w 32648"/>
                <a:gd name="connsiteY1" fmla="*/ 31826 h 31825"/>
                <a:gd name="connsiteX2" fmla="*/ 0 w 32648"/>
                <a:gd name="connsiteY2" fmla="*/ 15913 h 31825"/>
                <a:gd name="connsiteX3" fmla="*/ 16324 w 32648"/>
                <a:gd name="connsiteY3" fmla="*/ 0 h 31825"/>
                <a:gd name="connsiteX4" fmla="*/ 32648 w 32648"/>
                <a:gd name="connsiteY4" fmla="*/ 15913 h 3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48" h="31825">
                  <a:moveTo>
                    <a:pt x="32648" y="15913"/>
                  </a:moveTo>
                  <a:cubicBezTo>
                    <a:pt x="32648" y="24701"/>
                    <a:pt x="25340" y="31826"/>
                    <a:pt x="16324" y="31826"/>
                  </a:cubicBezTo>
                  <a:cubicBezTo>
                    <a:pt x="7309" y="31826"/>
                    <a:pt x="0" y="24701"/>
                    <a:pt x="0" y="15913"/>
                  </a:cubicBezTo>
                  <a:cubicBezTo>
                    <a:pt x="0" y="7124"/>
                    <a:pt x="7309" y="0"/>
                    <a:pt x="16324" y="0"/>
                  </a:cubicBezTo>
                  <a:cubicBezTo>
                    <a:pt x="25340" y="0"/>
                    <a:pt x="32648" y="7124"/>
                    <a:pt x="32648" y="1591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C5AFCEE-C864-754C-AEAF-CE71901C71B0}"/>
                </a:ext>
              </a:extLst>
            </p:cNvPr>
            <p:cNvSpPr/>
            <p:nvPr/>
          </p:nvSpPr>
          <p:spPr>
            <a:xfrm>
              <a:off x="5425374" y="2273942"/>
              <a:ext cx="32648" cy="31825"/>
            </a:xfrm>
            <a:custGeom>
              <a:avLst/>
              <a:gdLst>
                <a:gd name="connsiteX0" fmla="*/ 32648 w 32648"/>
                <a:gd name="connsiteY0" fmla="*/ 15913 h 31825"/>
                <a:gd name="connsiteX1" fmla="*/ 16324 w 32648"/>
                <a:gd name="connsiteY1" fmla="*/ 31826 h 31825"/>
                <a:gd name="connsiteX2" fmla="*/ 0 w 32648"/>
                <a:gd name="connsiteY2" fmla="*/ 15913 h 31825"/>
                <a:gd name="connsiteX3" fmla="*/ 16324 w 32648"/>
                <a:gd name="connsiteY3" fmla="*/ 0 h 31825"/>
                <a:gd name="connsiteX4" fmla="*/ 32648 w 32648"/>
                <a:gd name="connsiteY4" fmla="*/ 15913 h 3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48" h="31825">
                  <a:moveTo>
                    <a:pt x="32648" y="15913"/>
                  </a:moveTo>
                  <a:cubicBezTo>
                    <a:pt x="32648" y="24701"/>
                    <a:pt x="25340" y="31826"/>
                    <a:pt x="16324" y="31826"/>
                  </a:cubicBezTo>
                  <a:cubicBezTo>
                    <a:pt x="7309" y="31826"/>
                    <a:pt x="0" y="24701"/>
                    <a:pt x="0" y="15913"/>
                  </a:cubicBezTo>
                  <a:cubicBezTo>
                    <a:pt x="0" y="7124"/>
                    <a:pt x="7309" y="0"/>
                    <a:pt x="16324" y="0"/>
                  </a:cubicBezTo>
                  <a:cubicBezTo>
                    <a:pt x="25340" y="0"/>
                    <a:pt x="32648" y="7124"/>
                    <a:pt x="32648" y="1591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4A9E22D3-DB69-6F4A-97C0-CF800BEA3149}"/>
                </a:ext>
              </a:extLst>
            </p:cNvPr>
            <p:cNvSpPr/>
            <p:nvPr/>
          </p:nvSpPr>
          <p:spPr>
            <a:xfrm>
              <a:off x="5560990" y="2392454"/>
              <a:ext cx="32648" cy="31825"/>
            </a:xfrm>
            <a:custGeom>
              <a:avLst/>
              <a:gdLst>
                <a:gd name="connsiteX0" fmla="*/ 32648 w 32648"/>
                <a:gd name="connsiteY0" fmla="*/ 15913 h 31825"/>
                <a:gd name="connsiteX1" fmla="*/ 16324 w 32648"/>
                <a:gd name="connsiteY1" fmla="*/ 31826 h 31825"/>
                <a:gd name="connsiteX2" fmla="*/ 0 w 32648"/>
                <a:gd name="connsiteY2" fmla="*/ 15913 h 31825"/>
                <a:gd name="connsiteX3" fmla="*/ 16324 w 32648"/>
                <a:gd name="connsiteY3" fmla="*/ 0 h 31825"/>
                <a:gd name="connsiteX4" fmla="*/ 32648 w 32648"/>
                <a:gd name="connsiteY4" fmla="*/ 15913 h 3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48" h="31825">
                  <a:moveTo>
                    <a:pt x="32648" y="15913"/>
                  </a:moveTo>
                  <a:cubicBezTo>
                    <a:pt x="32648" y="24701"/>
                    <a:pt x="25340" y="31826"/>
                    <a:pt x="16324" y="31826"/>
                  </a:cubicBezTo>
                  <a:cubicBezTo>
                    <a:pt x="7309" y="31826"/>
                    <a:pt x="0" y="24701"/>
                    <a:pt x="0" y="15913"/>
                  </a:cubicBezTo>
                  <a:cubicBezTo>
                    <a:pt x="0" y="7124"/>
                    <a:pt x="7309" y="0"/>
                    <a:pt x="16324" y="0"/>
                  </a:cubicBezTo>
                  <a:cubicBezTo>
                    <a:pt x="25340" y="0"/>
                    <a:pt x="32648" y="7124"/>
                    <a:pt x="32648" y="1591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15063F17-A9D8-114F-A3B0-40806032FFEC}"/>
                </a:ext>
              </a:extLst>
            </p:cNvPr>
            <p:cNvSpPr/>
            <p:nvPr/>
          </p:nvSpPr>
          <p:spPr>
            <a:xfrm>
              <a:off x="5502314" y="2392454"/>
              <a:ext cx="32648" cy="31825"/>
            </a:xfrm>
            <a:custGeom>
              <a:avLst/>
              <a:gdLst>
                <a:gd name="connsiteX0" fmla="*/ 32648 w 32648"/>
                <a:gd name="connsiteY0" fmla="*/ 15913 h 31825"/>
                <a:gd name="connsiteX1" fmla="*/ 16324 w 32648"/>
                <a:gd name="connsiteY1" fmla="*/ 31826 h 31825"/>
                <a:gd name="connsiteX2" fmla="*/ 0 w 32648"/>
                <a:gd name="connsiteY2" fmla="*/ 15913 h 31825"/>
                <a:gd name="connsiteX3" fmla="*/ 16324 w 32648"/>
                <a:gd name="connsiteY3" fmla="*/ 0 h 31825"/>
                <a:gd name="connsiteX4" fmla="*/ 32648 w 32648"/>
                <a:gd name="connsiteY4" fmla="*/ 15913 h 3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48" h="31825">
                  <a:moveTo>
                    <a:pt x="32648" y="15913"/>
                  </a:moveTo>
                  <a:cubicBezTo>
                    <a:pt x="32648" y="24701"/>
                    <a:pt x="25340" y="31826"/>
                    <a:pt x="16324" y="31826"/>
                  </a:cubicBezTo>
                  <a:cubicBezTo>
                    <a:pt x="7309" y="31826"/>
                    <a:pt x="0" y="24701"/>
                    <a:pt x="0" y="15913"/>
                  </a:cubicBezTo>
                  <a:cubicBezTo>
                    <a:pt x="0" y="7124"/>
                    <a:pt x="7309" y="0"/>
                    <a:pt x="16324" y="0"/>
                  </a:cubicBezTo>
                  <a:cubicBezTo>
                    <a:pt x="25340" y="0"/>
                    <a:pt x="32648" y="7124"/>
                    <a:pt x="32648" y="1591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8E5AA1CD-4956-DB4C-B07F-DEBEC1DC7E11}"/>
                </a:ext>
              </a:extLst>
            </p:cNvPr>
            <p:cNvSpPr/>
            <p:nvPr/>
          </p:nvSpPr>
          <p:spPr>
            <a:xfrm>
              <a:off x="5443639" y="2392454"/>
              <a:ext cx="32648" cy="31825"/>
            </a:xfrm>
            <a:custGeom>
              <a:avLst/>
              <a:gdLst>
                <a:gd name="connsiteX0" fmla="*/ 32648 w 32648"/>
                <a:gd name="connsiteY0" fmla="*/ 15913 h 31825"/>
                <a:gd name="connsiteX1" fmla="*/ 16324 w 32648"/>
                <a:gd name="connsiteY1" fmla="*/ 31826 h 31825"/>
                <a:gd name="connsiteX2" fmla="*/ 0 w 32648"/>
                <a:gd name="connsiteY2" fmla="*/ 15913 h 31825"/>
                <a:gd name="connsiteX3" fmla="*/ 16324 w 32648"/>
                <a:gd name="connsiteY3" fmla="*/ 0 h 31825"/>
                <a:gd name="connsiteX4" fmla="*/ 32648 w 32648"/>
                <a:gd name="connsiteY4" fmla="*/ 15913 h 3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48" h="31825">
                  <a:moveTo>
                    <a:pt x="32648" y="15913"/>
                  </a:moveTo>
                  <a:cubicBezTo>
                    <a:pt x="32648" y="24701"/>
                    <a:pt x="25340" y="31826"/>
                    <a:pt x="16324" y="31826"/>
                  </a:cubicBezTo>
                  <a:cubicBezTo>
                    <a:pt x="7309" y="31826"/>
                    <a:pt x="0" y="24701"/>
                    <a:pt x="0" y="15913"/>
                  </a:cubicBezTo>
                  <a:cubicBezTo>
                    <a:pt x="0" y="7124"/>
                    <a:pt x="7309" y="0"/>
                    <a:pt x="16324" y="0"/>
                  </a:cubicBezTo>
                  <a:cubicBezTo>
                    <a:pt x="25340" y="0"/>
                    <a:pt x="32648" y="7124"/>
                    <a:pt x="32648" y="1591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4DFAC779-7B74-2E4A-9255-4C8D64412C3B}"/>
                </a:ext>
              </a:extLst>
            </p:cNvPr>
            <p:cNvSpPr/>
            <p:nvPr/>
          </p:nvSpPr>
          <p:spPr>
            <a:xfrm>
              <a:off x="5384278" y="2312778"/>
              <a:ext cx="267122" cy="201747"/>
            </a:xfrm>
            <a:custGeom>
              <a:avLst/>
              <a:gdLst>
                <a:gd name="connsiteX0" fmla="*/ 255707 w 267122"/>
                <a:gd name="connsiteY0" fmla="*/ 201748 h 201747"/>
                <a:gd name="connsiteX1" fmla="*/ 251369 w 267122"/>
                <a:gd name="connsiteY1" fmla="*/ 200190 h 201747"/>
                <a:gd name="connsiteX2" fmla="*/ 226483 w 267122"/>
                <a:gd name="connsiteY2" fmla="*/ 181384 h 201747"/>
                <a:gd name="connsiteX3" fmla="*/ 199543 w 267122"/>
                <a:gd name="connsiteY3" fmla="*/ 177600 h 201747"/>
                <a:gd name="connsiteX4" fmla="*/ 133561 w 267122"/>
                <a:gd name="connsiteY4" fmla="*/ 189952 h 201747"/>
                <a:gd name="connsiteX5" fmla="*/ 0 w 267122"/>
                <a:gd name="connsiteY5" fmla="*/ 94920 h 201747"/>
                <a:gd name="connsiteX6" fmla="*/ 9018 w 267122"/>
                <a:gd name="connsiteY6" fmla="*/ 60758 h 201747"/>
                <a:gd name="connsiteX7" fmla="*/ 14498 w 267122"/>
                <a:gd name="connsiteY7" fmla="*/ 57197 h 201747"/>
                <a:gd name="connsiteX8" fmla="*/ 111872 w 267122"/>
                <a:gd name="connsiteY8" fmla="*/ 4340 h 201747"/>
                <a:gd name="connsiteX9" fmla="*/ 117465 w 267122"/>
                <a:gd name="connsiteY9" fmla="*/ 779 h 201747"/>
                <a:gd name="connsiteX10" fmla="*/ 133561 w 267122"/>
                <a:gd name="connsiteY10" fmla="*/ 0 h 201747"/>
                <a:gd name="connsiteX11" fmla="*/ 267122 w 267122"/>
                <a:gd name="connsiteY11" fmla="*/ 94920 h 201747"/>
                <a:gd name="connsiteX12" fmla="*/ 259474 w 267122"/>
                <a:gd name="connsiteY12" fmla="*/ 125744 h 201747"/>
                <a:gd name="connsiteX13" fmla="*/ 256734 w 267122"/>
                <a:gd name="connsiteY13" fmla="*/ 140211 h 201747"/>
                <a:gd name="connsiteX14" fmla="*/ 262556 w 267122"/>
                <a:gd name="connsiteY14" fmla="*/ 193958 h 201747"/>
                <a:gd name="connsiteX15" fmla="*/ 259017 w 267122"/>
                <a:gd name="connsiteY15" fmla="*/ 200523 h 201747"/>
                <a:gd name="connsiteX16" fmla="*/ 255707 w 267122"/>
                <a:gd name="connsiteY16" fmla="*/ 201748 h 201747"/>
                <a:gd name="connsiteX17" fmla="*/ 210045 w 267122"/>
                <a:gd name="connsiteY17" fmla="*/ 161576 h 201747"/>
                <a:gd name="connsiteX18" fmla="*/ 235501 w 267122"/>
                <a:gd name="connsiteY18" fmla="*/ 170256 h 201747"/>
                <a:gd name="connsiteX19" fmla="*/ 246917 w 267122"/>
                <a:gd name="connsiteY19" fmla="*/ 179603 h 201747"/>
                <a:gd name="connsiteX20" fmla="*/ 242693 w 267122"/>
                <a:gd name="connsiteY20" fmla="*/ 141991 h 201747"/>
                <a:gd name="connsiteX21" fmla="*/ 246689 w 267122"/>
                <a:gd name="connsiteY21" fmla="*/ 119735 h 201747"/>
                <a:gd name="connsiteX22" fmla="*/ 252967 w 267122"/>
                <a:gd name="connsiteY22" fmla="*/ 93919 h 201747"/>
                <a:gd name="connsiteX23" fmla="*/ 133219 w 267122"/>
                <a:gd name="connsiteY23" fmla="*/ 12463 h 201747"/>
                <a:gd name="connsiteX24" fmla="*/ 121803 w 267122"/>
                <a:gd name="connsiteY24" fmla="*/ 12463 h 201747"/>
                <a:gd name="connsiteX25" fmla="*/ 19064 w 267122"/>
                <a:gd name="connsiteY25" fmla="*/ 68770 h 201747"/>
                <a:gd name="connsiteX26" fmla="*/ 14384 w 267122"/>
                <a:gd name="connsiteY26" fmla="*/ 94364 h 201747"/>
                <a:gd name="connsiteX27" fmla="*/ 134132 w 267122"/>
                <a:gd name="connsiteY27" fmla="*/ 175820 h 201747"/>
                <a:gd name="connsiteX28" fmla="*/ 194748 w 267122"/>
                <a:gd name="connsiteY28" fmla="*/ 164692 h 201747"/>
                <a:gd name="connsiteX29" fmla="*/ 209702 w 267122"/>
                <a:gd name="connsiteY29" fmla="*/ 161576 h 20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67122" h="201747">
                  <a:moveTo>
                    <a:pt x="255707" y="201748"/>
                  </a:moveTo>
                  <a:cubicBezTo>
                    <a:pt x="254123" y="201716"/>
                    <a:pt x="252595" y="201168"/>
                    <a:pt x="251369" y="200190"/>
                  </a:cubicBezTo>
                  <a:lnTo>
                    <a:pt x="226483" y="181384"/>
                  </a:lnTo>
                  <a:cubicBezTo>
                    <a:pt x="218895" y="175400"/>
                    <a:pt x="208555" y="173947"/>
                    <a:pt x="199543" y="177600"/>
                  </a:cubicBezTo>
                  <a:cubicBezTo>
                    <a:pt x="178574" y="185833"/>
                    <a:pt x="156167" y="190028"/>
                    <a:pt x="133561" y="189952"/>
                  </a:cubicBezTo>
                  <a:cubicBezTo>
                    <a:pt x="59931" y="189952"/>
                    <a:pt x="0" y="147332"/>
                    <a:pt x="0" y="94920"/>
                  </a:cubicBezTo>
                  <a:cubicBezTo>
                    <a:pt x="123" y="82989"/>
                    <a:pt x="3218" y="71265"/>
                    <a:pt x="9018" y="60758"/>
                  </a:cubicBezTo>
                  <a:cubicBezTo>
                    <a:pt x="10132" y="58764"/>
                    <a:pt x="12181" y="57433"/>
                    <a:pt x="14498" y="57197"/>
                  </a:cubicBezTo>
                  <a:cubicBezTo>
                    <a:pt x="59018" y="53414"/>
                    <a:pt x="96347" y="33161"/>
                    <a:pt x="111872" y="4340"/>
                  </a:cubicBezTo>
                  <a:cubicBezTo>
                    <a:pt x="113008" y="2316"/>
                    <a:pt x="115107" y="979"/>
                    <a:pt x="117465" y="779"/>
                  </a:cubicBezTo>
                  <a:cubicBezTo>
                    <a:pt x="123516" y="223"/>
                    <a:pt x="128881" y="0"/>
                    <a:pt x="133561" y="0"/>
                  </a:cubicBezTo>
                  <a:cubicBezTo>
                    <a:pt x="207191" y="0"/>
                    <a:pt x="267122" y="42620"/>
                    <a:pt x="267122" y="94920"/>
                  </a:cubicBezTo>
                  <a:cubicBezTo>
                    <a:pt x="266978" y="105624"/>
                    <a:pt x="264364" y="116159"/>
                    <a:pt x="259474" y="125744"/>
                  </a:cubicBezTo>
                  <a:cubicBezTo>
                    <a:pt x="257240" y="130238"/>
                    <a:pt x="256294" y="135236"/>
                    <a:pt x="256734" y="140211"/>
                  </a:cubicBezTo>
                  <a:lnTo>
                    <a:pt x="262556" y="193958"/>
                  </a:lnTo>
                  <a:cubicBezTo>
                    <a:pt x="262879" y="196649"/>
                    <a:pt x="261474" y="199256"/>
                    <a:pt x="259017" y="200523"/>
                  </a:cubicBezTo>
                  <a:cubicBezTo>
                    <a:pt x="258043" y="201207"/>
                    <a:pt x="256901" y="201629"/>
                    <a:pt x="255707" y="201748"/>
                  </a:cubicBezTo>
                  <a:close/>
                  <a:moveTo>
                    <a:pt x="210045" y="161576"/>
                  </a:moveTo>
                  <a:cubicBezTo>
                    <a:pt x="219290" y="161596"/>
                    <a:pt x="228259" y="164654"/>
                    <a:pt x="235501" y="170256"/>
                  </a:cubicBezTo>
                  <a:lnTo>
                    <a:pt x="246917" y="179603"/>
                  </a:lnTo>
                  <a:lnTo>
                    <a:pt x="242693" y="141991"/>
                  </a:lnTo>
                  <a:cubicBezTo>
                    <a:pt x="241826" y="134353"/>
                    <a:pt x="243212" y="126632"/>
                    <a:pt x="246689" y="119735"/>
                  </a:cubicBezTo>
                  <a:cubicBezTo>
                    <a:pt x="250804" y="111720"/>
                    <a:pt x="252954" y="102882"/>
                    <a:pt x="252967" y="93919"/>
                  </a:cubicBezTo>
                  <a:cubicBezTo>
                    <a:pt x="252967" y="49408"/>
                    <a:pt x="199314" y="12463"/>
                    <a:pt x="133219" y="12463"/>
                  </a:cubicBezTo>
                  <a:cubicBezTo>
                    <a:pt x="129680" y="12463"/>
                    <a:pt x="126027" y="12463"/>
                    <a:pt x="121803" y="12463"/>
                  </a:cubicBezTo>
                  <a:cubicBezTo>
                    <a:pt x="103653" y="42620"/>
                    <a:pt x="64726" y="63874"/>
                    <a:pt x="19064" y="68770"/>
                  </a:cubicBezTo>
                  <a:cubicBezTo>
                    <a:pt x="15548" y="76849"/>
                    <a:pt x="13948" y="85598"/>
                    <a:pt x="14384" y="94364"/>
                  </a:cubicBezTo>
                  <a:cubicBezTo>
                    <a:pt x="14384" y="138875"/>
                    <a:pt x="68150" y="175820"/>
                    <a:pt x="134132" y="175820"/>
                  </a:cubicBezTo>
                  <a:cubicBezTo>
                    <a:pt x="154885" y="175966"/>
                    <a:pt x="175471" y="172187"/>
                    <a:pt x="194748" y="164692"/>
                  </a:cubicBezTo>
                  <a:cubicBezTo>
                    <a:pt x="199487" y="162745"/>
                    <a:pt x="204561" y="161688"/>
                    <a:pt x="209702" y="161576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F525D8C-877D-724C-BEED-3D03EA51A8A1}"/>
                </a:ext>
              </a:extLst>
            </p:cNvPr>
            <p:cNvSpPr/>
            <p:nvPr/>
          </p:nvSpPr>
          <p:spPr>
            <a:xfrm>
              <a:off x="5626476" y="2311600"/>
              <a:ext cx="24767" cy="21430"/>
            </a:xfrm>
            <a:custGeom>
              <a:avLst/>
              <a:gdLst>
                <a:gd name="connsiteX0" fmla="*/ 18076 w 24767"/>
                <a:gd name="connsiteY0" fmla="*/ 21431 h 21430"/>
                <a:gd name="connsiteX1" fmla="*/ 13738 w 24767"/>
                <a:gd name="connsiteY1" fmla="*/ 19873 h 21430"/>
                <a:gd name="connsiteX2" fmla="*/ 3122 w 24767"/>
                <a:gd name="connsiteY2" fmla="*/ 12306 h 21430"/>
                <a:gd name="connsiteX3" fmla="*/ 1105 w 24767"/>
                <a:gd name="connsiteY3" fmla="*/ 3071 h 21430"/>
                <a:gd name="connsiteX4" fmla="*/ 1181 w 24767"/>
                <a:gd name="connsiteY4" fmla="*/ 2959 h 21430"/>
                <a:gd name="connsiteX5" fmla="*/ 10770 w 24767"/>
                <a:gd name="connsiteY5" fmla="*/ 1067 h 21430"/>
                <a:gd name="connsiteX6" fmla="*/ 22185 w 24767"/>
                <a:gd name="connsiteY6" fmla="*/ 9413 h 21430"/>
                <a:gd name="connsiteX7" fmla="*/ 23276 w 24767"/>
                <a:gd name="connsiteY7" fmla="*/ 18795 h 21430"/>
                <a:gd name="connsiteX8" fmla="*/ 23213 w 24767"/>
                <a:gd name="connsiteY8" fmla="*/ 18872 h 21430"/>
                <a:gd name="connsiteX9" fmla="*/ 18076 w 24767"/>
                <a:gd name="connsiteY9" fmla="*/ 21431 h 2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7" h="21430">
                  <a:moveTo>
                    <a:pt x="18076" y="21431"/>
                  </a:moveTo>
                  <a:cubicBezTo>
                    <a:pt x="16492" y="21400"/>
                    <a:pt x="14964" y="20851"/>
                    <a:pt x="13738" y="19873"/>
                  </a:cubicBezTo>
                  <a:cubicBezTo>
                    <a:pt x="10427" y="17314"/>
                    <a:pt x="6774" y="14754"/>
                    <a:pt x="3122" y="12306"/>
                  </a:cubicBezTo>
                  <a:cubicBezTo>
                    <a:pt x="-52" y="10299"/>
                    <a:pt x="-955" y="6164"/>
                    <a:pt x="1105" y="3071"/>
                  </a:cubicBezTo>
                  <a:cubicBezTo>
                    <a:pt x="1130" y="3033"/>
                    <a:pt x="1155" y="2996"/>
                    <a:pt x="1181" y="2959"/>
                  </a:cubicBezTo>
                  <a:cubicBezTo>
                    <a:pt x="3344" y="-70"/>
                    <a:pt x="7569" y="-904"/>
                    <a:pt x="10770" y="1067"/>
                  </a:cubicBezTo>
                  <a:cubicBezTo>
                    <a:pt x="14765" y="3738"/>
                    <a:pt x="18761" y="6520"/>
                    <a:pt x="22185" y="9413"/>
                  </a:cubicBezTo>
                  <a:cubicBezTo>
                    <a:pt x="25144" y="11710"/>
                    <a:pt x="25633" y="15911"/>
                    <a:pt x="23276" y="18795"/>
                  </a:cubicBezTo>
                  <a:cubicBezTo>
                    <a:pt x="23255" y="18821"/>
                    <a:pt x="23234" y="18846"/>
                    <a:pt x="23213" y="18872"/>
                  </a:cubicBezTo>
                  <a:cubicBezTo>
                    <a:pt x="21971" y="20420"/>
                    <a:pt x="20091" y="21357"/>
                    <a:pt x="18076" y="2143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37AFB5A4-816B-E14D-81D8-5C2457228365}"/>
                </a:ext>
              </a:extLst>
            </p:cNvPr>
            <p:cNvSpPr/>
            <p:nvPr/>
          </p:nvSpPr>
          <p:spPr>
            <a:xfrm>
              <a:off x="5571410" y="2288325"/>
              <a:ext cx="42328" cy="22829"/>
            </a:xfrm>
            <a:custGeom>
              <a:avLst/>
              <a:gdLst>
                <a:gd name="connsiteX0" fmla="*/ 35356 w 42328"/>
                <a:gd name="connsiteY0" fmla="*/ 22673 h 22829"/>
                <a:gd name="connsiteX1" fmla="*/ 32617 w 42328"/>
                <a:gd name="connsiteY1" fmla="*/ 22673 h 22829"/>
                <a:gd name="connsiteX2" fmla="*/ 5105 w 42328"/>
                <a:gd name="connsiteY2" fmla="*/ 13215 h 22829"/>
                <a:gd name="connsiteX3" fmla="*/ 197 w 42328"/>
                <a:gd name="connsiteY3" fmla="*/ 4980 h 22829"/>
                <a:gd name="connsiteX4" fmla="*/ 8758 w 42328"/>
                <a:gd name="connsiteY4" fmla="*/ 195 h 22829"/>
                <a:gd name="connsiteX5" fmla="*/ 38210 w 42328"/>
                <a:gd name="connsiteY5" fmla="*/ 10321 h 22829"/>
                <a:gd name="connsiteX6" fmla="*/ 41749 w 42328"/>
                <a:gd name="connsiteY6" fmla="*/ 19224 h 22829"/>
                <a:gd name="connsiteX7" fmla="*/ 35356 w 42328"/>
                <a:gd name="connsiteY7" fmla="*/ 22673 h 22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8" h="22829">
                  <a:moveTo>
                    <a:pt x="35356" y="22673"/>
                  </a:moveTo>
                  <a:cubicBezTo>
                    <a:pt x="34456" y="22881"/>
                    <a:pt x="33517" y="22881"/>
                    <a:pt x="32617" y="22673"/>
                  </a:cubicBezTo>
                  <a:cubicBezTo>
                    <a:pt x="23707" y="18841"/>
                    <a:pt x="14510" y="15679"/>
                    <a:pt x="5105" y="13215"/>
                  </a:cubicBezTo>
                  <a:cubicBezTo>
                    <a:pt x="1476" y="12187"/>
                    <a:pt x="-685" y="8562"/>
                    <a:pt x="197" y="4980"/>
                  </a:cubicBezTo>
                  <a:cubicBezTo>
                    <a:pt x="1300" y="1427"/>
                    <a:pt x="5055" y="-672"/>
                    <a:pt x="8758" y="195"/>
                  </a:cubicBezTo>
                  <a:cubicBezTo>
                    <a:pt x="18805" y="2900"/>
                    <a:pt x="28646" y="6283"/>
                    <a:pt x="38210" y="10321"/>
                  </a:cubicBezTo>
                  <a:cubicBezTo>
                    <a:pt x="41693" y="11842"/>
                    <a:pt x="43271" y="15812"/>
                    <a:pt x="41749" y="19224"/>
                  </a:cubicBezTo>
                  <a:cubicBezTo>
                    <a:pt x="40478" y="21478"/>
                    <a:pt x="37991" y="22820"/>
                    <a:pt x="35356" y="2267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06F1F8BC-83A9-464E-B7E5-3DBE7FE10B36}"/>
                </a:ext>
              </a:extLst>
            </p:cNvPr>
            <p:cNvSpPr/>
            <p:nvPr/>
          </p:nvSpPr>
          <p:spPr>
            <a:xfrm>
              <a:off x="5527428" y="2280508"/>
              <a:ext cx="28782" cy="14926"/>
            </a:xfrm>
            <a:custGeom>
              <a:avLst/>
              <a:gdLst>
                <a:gd name="connsiteX0" fmla="*/ 21233 w 28782"/>
                <a:gd name="connsiteY0" fmla="*/ 14911 h 14926"/>
                <a:gd name="connsiteX1" fmla="*/ 20320 w 28782"/>
                <a:gd name="connsiteY1" fmla="*/ 14911 h 14926"/>
                <a:gd name="connsiteX2" fmla="*/ 6963 w 28782"/>
                <a:gd name="connsiteY2" fmla="*/ 13576 h 14926"/>
                <a:gd name="connsiteX3" fmla="*/ 0 w 28782"/>
                <a:gd name="connsiteY3" fmla="*/ 6788 h 14926"/>
                <a:gd name="connsiteX4" fmla="*/ 6963 w 28782"/>
                <a:gd name="connsiteY4" fmla="*/ 0 h 14926"/>
                <a:gd name="connsiteX5" fmla="*/ 8219 w 28782"/>
                <a:gd name="connsiteY5" fmla="*/ 111 h 14926"/>
                <a:gd name="connsiteX6" fmla="*/ 22374 w 28782"/>
                <a:gd name="connsiteY6" fmla="*/ 1558 h 14926"/>
                <a:gd name="connsiteX7" fmla="*/ 28767 w 28782"/>
                <a:gd name="connsiteY7" fmla="*/ 8680 h 14926"/>
                <a:gd name="connsiteX8" fmla="*/ 21461 w 28782"/>
                <a:gd name="connsiteY8" fmla="*/ 14911 h 1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82" h="14926">
                  <a:moveTo>
                    <a:pt x="21233" y="14911"/>
                  </a:moveTo>
                  <a:lnTo>
                    <a:pt x="20320" y="14911"/>
                  </a:lnTo>
                  <a:cubicBezTo>
                    <a:pt x="15982" y="14318"/>
                    <a:pt x="11530" y="13873"/>
                    <a:pt x="6963" y="13576"/>
                  </a:cubicBezTo>
                  <a:cubicBezTo>
                    <a:pt x="3118" y="13576"/>
                    <a:pt x="0" y="10537"/>
                    <a:pt x="0" y="6788"/>
                  </a:cubicBezTo>
                  <a:cubicBezTo>
                    <a:pt x="0" y="3039"/>
                    <a:pt x="3118" y="0"/>
                    <a:pt x="6963" y="0"/>
                  </a:cubicBezTo>
                  <a:cubicBezTo>
                    <a:pt x="7385" y="0"/>
                    <a:pt x="7805" y="37"/>
                    <a:pt x="8219" y="111"/>
                  </a:cubicBezTo>
                  <a:cubicBezTo>
                    <a:pt x="13014" y="111"/>
                    <a:pt x="17694" y="890"/>
                    <a:pt x="22374" y="1558"/>
                  </a:cubicBezTo>
                  <a:cubicBezTo>
                    <a:pt x="26157" y="1804"/>
                    <a:pt x="29019" y="4992"/>
                    <a:pt x="28767" y="8680"/>
                  </a:cubicBezTo>
                  <a:cubicBezTo>
                    <a:pt x="28515" y="12367"/>
                    <a:pt x="25244" y="15157"/>
                    <a:pt x="21461" y="1491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1" name="Graphic 58">
            <a:extLst>
              <a:ext uri="{FF2B5EF4-FFF2-40B4-BE49-F238E27FC236}">
                <a16:creationId xmlns:a16="http://schemas.microsoft.com/office/drawing/2014/main" id="{D5DC4006-B1D6-FF49-A612-9F320EC76083}"/>
              </a:ext>
            </a:extLst>
          </p:cNvPr>
          <p:cNvGrpSpPr>
            <a:grpSpLocks noChangeAspect="1"/>
          </p:cNvGrpSpPr>
          <p:nvPr/>
        </p:nvGrpSpPr>
        <p:grpSpPr>
          <a:xfrm>
            <a:off x="5242637" y="2192036"/>
            <a:ext cx="399313" cy="329806"/>
            <a:chOff x="5250261" y="2192486"/>
            <a:chExt cx="399313" cy="329806"/>
          </a:xfrm>
          <a:solidFill>
            <a:srgbClr val="FFFFFF"/>
          </a:solidFill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DA4C9D8B-9658-E247-8074-E8A27FFAC95D}"/>
                </a:ext>
              </a:extLst>
            </p:cNvPr>
            <p:cNvSpPr/>
            <p:nvPr/>
          </p:nvSpPr>
          <p:spPr>
            <a:xfrm>
              <a:off x="5250261" y="2192486"/>
              <a:ext cx="399313" cy="242309"/>
            </a:xfrm>
            <a:custGeom>
              <a:avLst/>
              <a:gdLst>
                <a:gd name="connsiteX0" fmla="*/ 314611 w 399313"/>
                <a:gd name="connsiteY0" fmla="*/ 242253 h 242309"/>
                <a:gd name="connsiteX1" fmla="*/ 251826 w 399313"/>
                <a:gd name="connsiteY1" fmla="*/ 242253 h 242309"/>
                <a:gd name="connsiteX2" fmla="*/ 244030 w 399313"/>
                <a:gd name="connsiteY2" fmla="*/ 236388 h 242309"/>
                <a:gd name="connsiteX3" fmla="*/ 250046 w 399313"/>
                <a:gd name="connsiteY3" fmla="*/ 228788 h 242309"/>
                <a:gd name="connsiteX4" fmla="*/ 251826 w 399313"/>
                <a:gd name="connsiteY4" fmla="*/ 228788 h 242309"/>
                <a:gd name="connsiteX5" fmla="*/ 314611 w 399313"/>
                <a:gd name="connsiteY5" fmla="*/ 228788 h 242309"/>
                <a:gd name="connsiteX6" fmla="*/ 385651 w 399313"/>
                <a:gd name="connsiteY6" fmla="*/ 159831 h 242309"/>
                <a:gd name="connsiteX7" fmla="*/ 314911 w 399313"/>
                <a:gd name="connsiteY7" fmla="*/ 90581 h 242309"/>
                <a:gd name="connsiteX8" fmla="*/ 280364 w 399313"/>
                <a:gd name="connsiteY8" fmla="*/ 99260 h 242309"/>
                <a:gd name="connsiteX9" fmla="*/ 273173 w 399313"/>
                <a:gd name="connsiteY9" fmla="*/ 99260 h 242309"/>
                <a:gd name="connsiteX10" fmla="*/ 270090 w 399313"/>
                <a:gd name="connsiteY10" fmla="*/ 92917 h 242309"/>
                <a:gd name="connsiteX11" fmla="*/ 270775 w 399313"/>
                <a:gd name="connsiteY11" fmla="*/ 84126 h 242309"/>
                <a:gd name="connsiteX12" fmla="*/ 199885 w 399313"/>
                <a:gd name="connsiteY12" fmla="*/ 15023 h 242309"/>
                <a:gd name="connsiteX13" fmla="*/ 128995 w 399313"/>
                <a:gd name="connsiteY13" fmla="*/ 84126 h 242309"/>
                <a:gd name="connsiteX14" fmla="*/ 129566 w 399313"/>
                <a:gd name="connsiteY14" fmla="*/ 92917 h 242309"/>
                <a:gd name="connsiteX15" fmla="*/ 126598 w 399313"/>
                <a:gd name="connsiteY15" fmla="*/ 99260 h 242309"/>
                <a:gd name="connsiteX16" fmla="*/ 119406 w 399313"/>
                <a:gd name="connsiteY16" fmla="*/ 99260 h 242309"/>
                <a:gd name="connsiteX17" fmla="*/ 23023 w 399313"/>
                <a:gd name="connsiteY17" fmla="*/ 126155 h 242309"/>
                <a:gd name="connsiteX18" fmla="*/ 50613 w 399313"/>
                <a:gd name="connsiteY18" fmla="*/ 220109 h 242309"/>
                <a:gd name="connsiteX19" fmla="*/ 85160 w 399313"/>
                <a:gd name="connsiteY19" fmla="*/ 228788 h 242309"/>
                <a:gd name="connsiteX20" fmla="*/ 147945 w 399313"/>
                <a:gd name="connsiteY20" fmla="*/ 228788 h 242309"/>
                <a:gd name="connsiteX21" fmla="*/ 155741 w 399313"/>
                <a:gd name="connsiteY21" fmla="*/ 234653 h 242309"/>
                <a:gd name="connsiteX22" fmla="*/ 149724 w 399313"/>
                <a:gd name="connsiteY22" fmla="*/ 242253 h 242309"/>
                <a:gd name="connsiteX23" fmla="*/ 147945 w 399313"/>
                <a:gd name="connsiteY23" fmla="*/ 242253 h 242309"/>
                <a:gd name="connsiteX24" fmla="*/ 84703 w 399313"/>
                <a:gd name="connsiteY24" fmla="*/ 242253 h 242309"/>
                <a:gd name="connsiteX25" fmla="*/ 0 w 399313"/>
                <a:gd name="connsiteY25" fmla="*/ 159684 h 242309"/>
                <a:gd name="connsiteX26" fmla="*/ 84703 w 399313"/>
                <a:gd name="connsiteY26" fmla="*/ 77116 h 242309"/>
                <a:gd name="connsiteX27" fmla="*/ 114954 w 399313"/>
                <a:gd name="connsiteY27" fmla="*/ 82568 h 242309"/>
                <a:gd name="connsiteX28" fmla="*/ 199657 w 399313"/>
                <a:gd name="connsiteY28" fmla="*/ 0 h 242309"/>
                <a:gd name="connsiteX29" fmla="*/ 284360 w 399313"/>
                <a:gd name="connsiteY29" fmla="*/ 82568 h 242309"/>
                <a:gd name="connsiteX30" fmla="*/ 314611 w 399313"/>
                <a:gd name="connsiteY30" fmla="*/ 77116 h 242309"/>
                <a:gd name="connsiteX31" fmla="*/ 399314 w 399313"/>
                <a:gd name="connsiteY31" fmla="*/ 159684 h 242309"/>
                <a:gd name="connsiteX32" fmla="*/ 314611 w 399313"/>
                <a:gd name="connsiteY32" fmla="*/ 242253 h 24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99313" h="242309">
                  <a:moveTo>
                    <a:pt x="314611" y="242253"/>
                  </a:moveTo>
                  <a:lnTo>
                    <a:pt x="251826" y="242253"/>
                  </a:lnTo>
                  <a:cubicBezTo>
                    <a:pt x="248011" y="242732"/>
                    <a:pt x="244521" y="240106"/>
                    <a:pt x="244030" y="236388"/>
                  </a:cubicBezTo>
                  <a:cubicBezTo>
                    <a:pt x="243538" y="232670"/>
                    <a:pt x="246232" y="229267"/>
                    <a:pt x="250046" y="228788"/>
                  </a:cubicBezTo>
                  <a:cubicBezTo>
                    <a:pt x="250637" y="228714"/>
                    <a:pt x="251235" y="228714"/>
                    <a:pt x="251826" y="228788"/>
                  </a:cubicBezTo>
                  <a:lnTo>
                    <a:pt x="314611" y="228788"/>
                  </a:lnTo>
                  <a:cubicBezTo>
                    <a:pt x="353762" y="228869"/>
                    <a:pt x="385568" y="197996"/>
                    <a:pt x="385651" y="159831"/>
                  </a:cubicBezTo>
                  <a:cubicBezTo>
                    <a:pt x="385734" y="121666"/>
                    <a:pt x="354062" y="90662"/>
                    <a:pt x="314911" y="90581"/>
                  </a:cubicBezTo>
                  <a:cubicBezTo>
                    <a:pt x="302825" y="90556"/>
                    <a:pt x="290933" y="93544"/>
                    <a:pt x="280364" y="99260"/>
                  </a:cubicBezTo>
                  <a:cubicBezTo>
                    <a:pt x="278160" y="100586"/>
                    <a:pt x="275377" y="100586"/>
                    <a:pt x="273173" y="99260"/>
                  </a:cubicBezTo>
                  <a:cubicBezTo>
                    <a:pt x="271017" y="97868"/>
                    <a:pt x="269830" y="95426"/>
                    <a:pt x="270090" y="92917"/>
                  </a:cubicBezTo>
                  <a:cubicBezTo>
                    <a:pt x="270517" y="90005"/>
                    <a:pt x="270746" y="87068"/>
                    <a:pt x="270775" y="84126"/>
                  </a:cubicBezTo>
                  <a:cubicBezTo>
                    <a:pt x="270775" y="45961"/>
                    <a:pt x="239037" y="15023"/>
                    <a:pt x="199885" y="15023"/>
                  </a:cubicBezTo>
                  <a:cubicBezTo>
                    <a:pt x="160734" y="15023"/>
                    <a:pt x="128995" y="45961"/>
                    <a:pt x="128995" y="84126"/>
                  </a:cubicBezTo>
                  <a:cubicBezTo>
                    <a:pt x="128995" y="86797"/>
                    <a:pt x="128995" y="89579"/>
                    <a:pt x="129566" y="92917"/>
                  </a:cubicBezTo>
                  <a:cubicBezTo>
                    <a:pt x="129905" y="95411"/>
                    <a:pt x="128752" y="97875"/>
                    <a:pt x="126598" y="99260"/>
                  </a:cubicBezTo>
                  <a:cubicBezTo>
                    <a:pt x="124393" y="100586"/>
                    <a:pt x="121610" y="100586"/>
                    <a:pt x="119406" y="99260"/>
                  </a:cubicBezTo>
                  <a:cubicBezTo>
                    <a:pt x="85172" y="80742"/>
                    <a:pt x="42020" y="92783"/>
                    <a:pt x="23023" y="126155"/>
                  </a:cubicBezTo>
                  <a:cubicBezTo>
                    <a:pt x="4027" y="159526"/>
                    <a:pt x="16379" y="201591"/>
                    <a:pt x="50613" y="220109"/>
                  </a:cubicBezTo>
                  <a:cubicBezTo>
                    <a:pt x="61181" y="225825"/>
                    <a:pt x="73073" y="228813"/>
                    <a:pt x="85160" y="228788"/>
                  </a:cubicBezTo>
                  <a:lnTo>
                    <a:pt x="147945" y="228788"/>
                  </a:lnTo>
                  <a:cubicBezTo>
                    <a:pt x="151759" y="228309"/>
                    <a:pt x="155249" y="230935"/>
                    <a:pt x="155741" y="234653"/>
                  </a:cubicBezTo>
                  <a:cubicBezTo>
                    <a:pt x="156232" y="238371"/>
                    <a:pt x="153538" y="241774"/>
                    <a:pt x="149724" y="242253"/>
                  </a:cubicBezTo>
                  <a:cubicBezTo>
                    <a:pt x="149133" y="242327"/>
                    <a:pt x="148535" y="242327"/>
                    <a:pt x="147945" y="242253"/>
                  </a:cubicBezTo>
                  <a:lnTo>
                    <a:pt x="84703" y="242253"/>
                  </a:lnTo>
                  <a:cubicBezTo>
                    <a:pt x="37923" y="242253"/>
                    <a:pt x="0" y="205286"/>
                    <a:pt x="0" y="159684"/>
                  </a:cubicBezTo>
                  <a:cubicBezTo>
                    <a:pt x="0" y="114083"/>
                    <a:pt x="37923" y="77116"/>
                    <a:pt x="84703" y="77116"/>
                  </a:cubicBezTo>
                  <a:cubicBezTo>
                    <a:pt x="95048" y="77072"/>
                    <a:pt x="105309" y="78921"/>
                    <a:pt x="114954" y="82568"/>
                  </a:cubicBezTo>
                  <a:cubicBezTo>
                    <a:pt x="114954" y="36967"/>
                    <a:pt x="152877" y="0"/>
                    <a:pt x="199657" y="0"/>
                  </a:cubicBezTo>
                  <a:cubicBezTo>
                    <a:pt x="246437" y="0"/>
                    <a:pt x="284360" y="36967"/>
                    <a:pt x="284360" y="82568"/>
                  </a:cubicBezTo>
                  <a:cubicBezTo>
                    <a:pt x="294005" y="78921"/>
                    <a:pt x="304266" y="77072"/>
                    <a:pt x="314611" y="77116"/>
                  </a:cubicBezTo>
                  <a:cubicBezTo>
                    <a:pt x="361391" y="77116"/>
                    <a:pt x="399314" y="114083"/>
                    <a:pt x="399314" y="159684"/>
                  </a:cubicBezTo>
                  <a:cubicBezTo>
                    <a:pt x="399314" y="205286"/>
                    <a:pt x="361391" y="242253"/>
                    <a:pt x="314611" y="242253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B220A305-12E8-4043-90D9-4E2385368EA4}"/>
                </a:ext>
              </a:extLst>
            </p:cNvPr>
            <p:cNvSpPr/>
            <p:nvPr/>
          </p:nvSpPr>
          <p:spPr>
            <a:xfrm>
              <a:off x="5365200" y="2193776"/>
              <a:ext cx="169420" cy="127237"/>
            </a:xfrm>
            <a:custGeom>
              <a:avLst/>
              <a:gdLst>
                <a:gd name="connsiteX0" fmla="*/ 152069 w 169420"/>
                <a:gd name="connsiteY0" fmla="*/ 127237 h 127237"/>
                <a:gd name="connsiteX1" fmla="*/ 148644 w 169420"/>
                <a:gd name="connsiteY1" fmla="*/ 126347 h 127237"/>
                <a:gd name="connsiteX2" fmla="*/ 146132 w 169420"/>
                <a:gd name="connsiteY2" fmla="*/ 117111 h 127237"/>
                <a:gd name="connsiteX3" fmla="*/ 120123 w 169420"/>
                <a:gd name="connsiteY3" fmla="*/ 22730 h 127237"/>
                <a:gd name="connsiteX4" fmla="*/ 23302 w 169420"/>
                <a:gd name="connsiteY4" fmla="*/ 48084 h 127237"/>
                <a:gd name="connsiteX5" fmla="*/ 23302 w 169420"/>
                <a:gd name="connsiteY5" fmla="*/ 117111 h 127237"/>
                <a:gd name="connsiteX6" fmla="*/ 20997 w 169420"/>
                <a:gd name="connsiteY6" fmla="*/ 126120 h 127237"/>
                <a:gd name="connsiteX7" fmla="*/ 20790 w 169420"/>
                <a:gd name="connsiteY7" fmla="*/ 126236 h 127237"/>
                <a:gd name="connsiteX8" fmla="*/ 11316 w 169420"/>
                <a:gd name="connsiteY8" fmla="*/ 123788 h 127237"/>
                <a:gd name="connsiteX9" fmla="*/ 42447 w 169420"/>
                <a:gd name="connsiteY9" fmla="*/ 11030 h 127237"/>
                <a:gd name="connsiteX10" fmla="*/ 158119 w 169420"/>
                <a:gd name="connsiteY10" fmla="*/ 41377 h 127237"/>
                <a:gd name="connsiteX11" fmla="*/ 158119 w 169420"/>
                <a:gd name="connsiteY11" fmla="*/ 123788 h 127237"/>
                <a:gd name="connsiteX12" fmla="*/ 152069 w 169420"/>
                <a:gd name="connsiteY12" fmla="*/ 127237 h 12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420" h="127237">
                  <a:moveTo>
                    <a:pt x="152069" y="127237"/>
                  </a:moveTo>
                  <a:cubicBezTo>
                    <a:pt x="150871" y="127206"/>
                    <a:pt x="149698" y="126901"/>
                    <a:pt x="148644" y="126347"/>
                  </a:cubicBezTo>
                  <a:cubicBezTo>
                    <a:pt x="145349" y="124461"/>
                    <a:pt x="144229" y="120340"/>
                    <a:pt x="146132" y="117111"/>
                  </a:cubicBezTo>
                  <a:cubicBezTo>
                    <a:pt x="165687" y="84047"/>
                    <a:pt x="154042" y="41791"/>
                    <a:pt x="120123" y="22730"/>
                  </a:cubicBezTo>
                  <a:cubicBezTo>
                    <a:pt x="86204" y="3668"/>
                    <a:pt x="42856" y="15020"/>
                    <a:pt x="23302" y="48084"/>
                  </a:cubicBezTo>
                  <a:cubicBezTo>
                    <a:pt x="10669" y="69445"/>
                    <a:pt x="10669" y="95750"/>
                    <a:pt x="23302" y="117111"/>
                  </a:cubicBezTo>
                  <a:cubicBezTo>
                    <a:pt x="25217" y="120219"/>
                    <a:pt x="24185" y="124253"/>
                    <a:pt x="20997" y="126120"/>
                  </a:cubicBezTo>
                  <a:cubicBezTo>
                    <a:pt x="20929" y="126160"/>
                    <a:pt x="20860" y="126198"/>
                    <a:pt x="20790" y="126236"/>
                  </a:cubicBezTo>
                  <a:cubicBezTo>
                    <a:pt x="17478" y="128092"/>
                    <a:pt x="13250" y="126999"/>
                    <a:pt x="11316" y="123788"/>
                  </a:cubicBezTo>
                  <a:cubicBezTo>
                    <a:pt x="-12030" y="84271"/>
                    <a:pt x="1908" y="33787"/>
                    <a:pt x="42447" y="11030"/>
                  </a:cubicBezTo>
                  <a:cubicBezTo>
                    <a:pt x="82985" y="-11727"/>
                    <a:pt x="134773" y="1860"/>
                    <a:pt x="158119" y="41377"/>
                  </a:cubicBezTo>
                  <a:cubicBezTo>
                    <a:pt x="173187" y="66884"/>
                    <a:pt x="173187" y="98281"/>
                    <a:pt x="158119" y="123788"/>
                  </a:cubicBezTo>
                  <a:cubicBezTo>
                    <a:pt x="156869" y="125899"/>
                    <a:pt x="154569" y="127210"/>
                    <a:pt x="152069" y="127237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9C655BF5-B2C3-2C4F-86BB-8D0AC2BBBFC9}"/>
                </a:ext>
              </a:extLst>
            </p:cNvPr>
            <p:cNvSpPr/>
            <p:nvPr/>
          </p:nvSpPr>
          <p:spPr>
            <a:xfrm>
              <a:off x="5383772" y="2318294"/>
              <a:ext cx="132024" cy="203998"/>
            </a:xfrm>
            <a:custGeom>
              <a:avLst/>
              <a:gdLst>
                <a:gd name="connsiteX0" fmla="*/ 95712 w 132024"/>
                <a:gd name="connsiteY0" fmla="*/ 203131 h 203998"/>
                <a:gd name="connsiteX1" fmla="*/ 88748 w 132024"/>
                <a:gd name="connsiteY1" fmla="*/ 196343 h 203998"/>
                <a:gd name="connsiteX2" fmla="*/ 88748 w 132024"/>
                <a:gd name="connsiteY2" fmla="*/ 73937 h 203998"/>
                <a:gd name="connsiteX3" fmla="*/ 95597 w 132024"/>
                <a:gd name="connsiteY3" fmla="*/ 67259 h 203998"/>
                <a:gd name="connsiteX4" fmla="*/ 95712 w 132024"/>
                <a:gd name="connsiteY4" fmla="*/ 67260 h 203998"/>
                <a:gd name="connsiteX5" fmla="*/ 110095 w 132024"/>
                <a:gd name="connsiteY5" fmla="*/ 67260 h 203998"/>
                <a:gd name="connsiteX6" fmla="*/ 66146 w 132024"/>
                <a:gd name="connsiteY6" fmla="*/ 17407 h 203998"/>
                <a:gd name="connsiteX7" fmla="*/ 22082 w 132024"/>
                <a:gd name="connsiteY7" fmla="*/ 67260 h 203998"/>
                <a:gd name="connsiteX8" fmla="*/ 36580 w 132024"/>
                <a:gd name="connsiteY8" fmla="*/ 67260 h 203998"/>
                <a:gd name="connsiteX9" fmla="*/ 43542 w 132024"/>
                <a:gd name="connsiteY9" fmla="*/ 73825 h 203998"/>
                <a:gd name="connsiteX10" fmla="*/ 43543 w 132024"/>
                <a:gd name="connsiteY10" fmla="*/ 73937 h 203998"/>
                <a:gd name="connsiteX11" fmla="*/ 43543 w 132024"/>
                <a:gd name="connsiteY11" fmla="*/ 196343 h 203998"/>
                <a:gd name="connsiteX12" fmla="*/ 37527 w 132024"/>
                <a:gd name="connsiteY12" fmla="*/ 203943 h 203998"/>
                <a:gd name="connsiteX13" fmla="*/ 29730 w 132024"/>
                <a:gd name="connsiteY13" fmla="*/ 198078 h 203998"/>
                <a:gd name="connsiteX14" fmla="*/ 29730 w 132024"/>
                <a:gd name="connsiteY14" fmla="*/ 196343 h 203998"/>
                <a:gd name="connsiteX15" fmla="*/ 29730 w 132024"/>
                <a:gd name="connsiteY15" fmla="*/ 80168 h 203998"/>
                <a:gd name="connsiteX16" fmla="*/ 6899 w 132024"/>
                <a:gd name="connsiteY16" fmla="*/ 80168 h 203998"/>
                <a:gd name="connsiteX17" fmla="*/ 621 w 132024"/>
                <a:gd name="connsiteY17" fmla="*/ 76162 h 203998"/>
                <a:gd name="connsiteX18" fmla="*/ 1648 w 132024"/>
                <a:gd name="connsiteY18" fmla="*/ 69041 h 203998"/>
                <a:gd name="connsiteX19" fmla="*/ 60781 w 132024"/>
                <a:gd name="connsiteY19" fmla="*/ 2274 h 203998"/>
                <a:gd name="connsiteX20" fmla="*/ 70777 w 132024"/>
                <a:gd name="connsiteY20" fmla="*/ 1781 h 203998"/>
                <a:gd name="connsiteX21" fmla="*/ 71283 w 132024"/>
                <a:gd name="connsiteY21" fmla="*/ 2274 h 203998"/>
                <a:gd name="connsiteX22" fmla="*/ 130301 w 132024"/>
                <a:gd name="connsiteY22" fmla="*/ 69041 h 203998"/>
                <a:gd name="connsiteX23" fmla="*/ 131442 w 132024"/>
                <a:gd name="connsiteY23" fmla="*/ 76162 h 203998"/>
                <a:gd name="connsiteX24" fmla="*/ 125050 w 132024"/>
                <a:gd name="connsiteY24" fmla="*/ 80168 h 203998"/>
                <a:gd name="connsiteX25" fmla="*/ 102219 w 132024"/>
                <a:gd name="connsiteY25" fmla="*/ 80168 h 203998"/>
                <a:gd name="connsiteX26" fmla="*/ 102219 w 132024"/>
                <a:gd name="connsiteY26" fmla="*/ 196343 h 203998"/>
                <a:gd name="connsiteX27" fmla="*/ 95712 w 132024"/>
                <a:gd name="connsiteY27" fmla="*/ 203131 h 20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2024" h="203998">
                  <a:moveTo>
                    <a:pt x="95712" y="203131"/>
                  </a:moveTo>
                  <a:cubicBezTo>
                    <a:pt x="91866" y="203131"/>
                    <a:pt x="88748" y="200092"/>
                    <a:pt x="88748" y="196343"/>
                  </a:cubicBezTo>
                  <a:lnTo>
                    <a:pt x="88748" y="73937"/>
                  </a:lnTo>
                  <a:cubicBezTo>
                    <a:pt x="88748" y="70249"/>
                    <a:pt x="91814" y="67260"/>
                    <a:pt x="95597" y="67259"/>
                  </a:cubicBezTo>
                  <a:cubicBezTo>
                    <a:pt x="95635" y="67259"/>
                    <a:pt x="95674" y="67259"/>
                    <a:pt x="95712" y="67260"/>
                  </a:cubicBezTo>
                  <a:lnTo>
                    <a:pt x="110095" y="67260"/>
                  </a:lnTo>
                  <a:lnTo>
                    <a:pt x="66146" y="17407"/>
                  </a:lnTo>
                  <a:lnTo>
                    <a:pt x="22082" y="67260"/>
                  </a:lnTo>
                  <a:lnTo>
                    <a:pt x="36580" y="67260"/>
                  </a:lnTo>
                  <a:cubicBezTo>
                    <a:pt x="40362" y="67199"/>
                    <a:pt x="43479" y="70138"/>
                    <a:pt x="43542" y="73825"/>
                  </a:cubicBezTo>
                  <a:cubicBezTo>
                    <a:pt x="43543" y="73862"/>
                    <a:pt x="43543" y="73899"/>
                    <a:pt x="43543" y="73937"/>
                  </a:cubicBezTo>
                  <a:lnTo>
                    <a:pt x="43543" y="196343"/>
                  </a:lnTo>
                  <a:cubicBezTo>
                    <a:pt x="44035" y="200061"/>
                    <a:pt x="41341" y="203464"/>
                    <a:pt x="37527" y="203943"/>
                  </a:cubicBezTo>
                  <a:cubicBezTo>
                    <a:pt x="33712" y="204422"/>
                    <a:pt x="30222" y="201796"/>
                    <a:pt x="29730" y="198078"/>
                  </a:cubicBezTo>
                  <a:cubicBezTo>
                    <a:pt x="29654" y="197502"/>
                    <a:pt x="29654" y="196919"/>
                    <a:pt x="29730" y="196343"/>
                  </a:cubicBezTo>
                  <a:lnTo>
                    <a:pt x="29730" y="80168"/>
                  </a:lnTo>
                  <a:lnTo>
                    <a:pt x="6899" y="80168"/>
                  </a:lnTo>
                  <a:cubicBezTo>
                    <a:pt x="4184" y="80140"/>
                    <a:pt x="1734" y="78577"/>
                    <a:pt x="621" y="76162"/>
                  </a:cubicBezTo>
                  <a:cubicBezTo>
                    <a:pt x="-490" y="73796"/>
                    <a:pt x="-89" y="71016"/>
                    <a:pt x="1648" y="69041"/>
                  </a:cubicBezTo>
                  <a:lnTo>
                    <a:pt x="60781" y="2274"/>
                  </a:lnTo>
                  <a:cubicBezTo>
                    <a:pt x="63401" y="-553"/>
                    <a:pt x="67877" y="-774"/>
                    <a:pt x="70777" y="1781"/>
                  </a:cubicBezTo>
                  <a:cubicBezTo>
                    <a:pt x="70954" y="1936"/>
                    <a:pt x="71123" y="2101"/>
                    <a:pt x="71283" y="2274"/>
                  </a:cubicBezTo>
                  <a:lnTo>
                    <a:pt x="130301" y="69041"/>
                  </a:lnTo>
                  <a:cubicBezTo>
                    <a:pt x="132076" y="70993"/>
                    <a:pt x="132522" y="73775"/>
                    <a:pt x="131442" y="76162"/>
                  </a:cubicBezTo>
                  <a:cubicBezTo>
                    <a:pt x="130290" y="78594"/>
                    <a:pt x="127798" y="80156"/>
                    <a:pt x="125050" y="80168"/>
                  </a:cubicBezTo>
                  <a:lnTo>
                    <a:pt x="102219" y="80168"/>
                  </a:lnTo>
                  <a:lnTo>
                    <a:pt x="102219" y="196343"/>
                  </a:lnTo>
                  <a:cubicBezTo>
                    <a:pt x="102285" y="199947"/>
                    <a:pt x="99405" y="202951"/>
                    <a:pt x="95712" y="203131"/>
                  </a:cubicBezTo>
                  <a:close/>
                </a:path>
              </a:pathLst>
            </a:custGeom>
            <a:grpFill/>
            <a:ln w="111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D37DF423-D4E6-3842-BD24-4E1168F7C30F}"/>
              </a:ext>
            </a:extLst>
          </p:cNvPr>
          <p:cNvSpPr txBox="1"/>
          <p:nvPr/>
        </p:nvSpPr>
        <p:spPr>
          <a:xfrm>
            <a:off x="4734221" y="4071064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4DD72A76-1C54-9C46-92E0-FEBFE63FD08F}"/>
              </a:ext>
            </a:extLst>
          </p:cNvPr>
          <p:cNvSpPr txBox="1"/>
          <p:nvPr/>
        </p:nvSpPr>
        <p:spPr>
          <a:xfrm>
            <a:off x="5577560" y="5007891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10C835FB-B2D8-C64F-AC07-EDCE6277A2DE}"/>
              </a:ext>
            </a:extLst>
          </p:cNvPr>
          <p:cNvSpPr txBox="1"/>
          <p:nvPr/>
        </p:nvSpPr>
        <p:spPr>
          <a:xfrm>
            <a:off x="6817865" y="4736754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2EEDC1CD-E2EE-AF49-9A8F-0C8904CDD7C3}"/>
              </a:ext>
            </a:extLst>
          </p:cNvPr>
          <p:cNvSpPr txBox="1"/>
          <p:nvPr/>
        </p:nvSpPr>
        <p:spPr>
          <a:xfrm>
            <a:off x="7166612" y="3525780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E8BAD38-4398-4740-BB14-6FBE68226D8F}"/>
              </a:ext>
            </a:extLst>
          </p:cNvPr>
          <p:cNvSpPr txBox="1"/>
          <p:nvPr/>
        </p:nvSpPr>
        <p:spPr>
          <a:xfrm>
            <a:off x="6339709" y="2650901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B2A9C0E-D414-EB4B-B5B8-5D57F63B3349}"/>
              </a:ext>
            </a:extLst>
          </p:cNvPr>
          <p:cNvSpPr txBox="1"/>
          <p:nvPr/>
        </p:nvSpPr>
        <p:spPr>
          <a:xfrm>
            <a:off x="5151344" y="2875420"/>
            <a:ext cx="26289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06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6A97BF6-5B51-A441-A1C4-8DA9F32F014D}"/>
              </a:ext>
            </a:extLst>
          </p:cNvPr>
          <p:cNvGrpSpPr/>
          <p:nvPr/>
        </p:nvGrpSpPr>
        <p:grpSpPr>
          <a:xfrm flipH="1">
            <a:off x="1631194" y="1963397"/>
            <a:ext cx="2783072" cy="723275"/>
            <a:chOff x="7825488" y="1404017"/>
            <a:chExt cx="3368029" cy="723275"/>
          </a:xfrm>
        </p:grpSpPr>
        <p:sp>
          <p:nvSpPr>
            <p:cNvPr id="122" name="Inhaltsplatzhalter 4">
              <a:extLst>
                <a:ext uri="{FF2B5EF4-FFF2-40B4-BE49-F238E27FC236}">
                  <a16:creationId xmlns:a16="http://schemas.microsoft.com/office/drawing/2014/main" id="{9FF3AB92-73DD-6B4B-AC06-9347BD8A47C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3E1DD9CA-DBA8-AA4B-BEA2-D5F2E66BA2C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A1B91276-742D-2E47-BF7D-84BEC974BBA6}"/>
              </a:ext>
            </a:extLst>
          </p:cNvPr>
          <p:cNvGrpSpPr/>
          <p:nvPr/>
        </p:nvGrpSpPr>
        <p:grpSpPr>
          <a:xfrm>
            <a:off x="7841299" y="2188555"/>
            <a:ext cx="2783072" cy="723275"/>
            <a:chOff x="7825488" y="1404017"/>
            <a:chExt cx="3368029" cy="723275"/>
          </a:xfrm>
        </p:grpSpPr>
        <p:sp>
          <p:nvSpPr>
            <p:cNvPr id="125" name="Inhaltsplatzhalter 4">
              <a:extLst>
                <a:ext uri="{FF2B5EF4-FFF2-40B4-BE49-F238E27FC236}">
                  <a16:creationId xmlns:a16="http://schemas.microsoft.com/office/drawing/2014/main" id="{AA1B47BD-B306-6B47-85C1-67B0430254D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608B26E-6DAA-1B47-9046-9077855F1E5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172750D2-9FFA-8046-A292-2E0DBEC4D874}"/>
              </a:ext>
            </a:extLst>
          </p:cNvPr>
          <p:cNvGrpSpPr/>
          <p:nvPr/>
        </p:nvGrpSpPr>
        <p:grpSpPr>
          <a:xfrm flipH="1">
            <a:off x="1557764" y="4956191"/>
            <a:ext cx="2783072" cy="723275"/>
            <a:chOff x="7825488" y="1404017"/>
            <a:chExt cx="3368029" cy="723275"/>
          </a:xfrm>
        </p:grpSpPr>
        <p:sp>
          <p:nvSpPr>
            <p:cNvPr id="128" name="Inhaltsplatzhalter 4">
              <a:extLst>
                <a:ext uri="{FF2B5EF4-FFF2-40B4-BE49-F238E27FC236}">
                  <a16:creationId xmlns:a16="http://schemas.microsoft.com/office/drawing/2014/main" id="{49E12DBD-9C59-6646-9F35-9C304A53BF2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1D0F5500-A195-6946-88EE-DB2F8DA9C0A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1C30400F-BF4E-6C49-BF31-D7293CFE2141}"/>
              </a:ext>
            </a:extLst>
          </p:cNvPr>
          <p:cNvGrpSpPr/>
          <p:nvPr/>
        </p:nvGrpSpPr>
        <p:grpSpPr>
          <a:xfrm>
            <a:off x="7589997" y="5333540"/>
            <a:ext cx="2783072" cy="723275"/>
            <a:chOff x="7825488" y="1404017"/>
            <a:chExt cx="3368029" cy="723275"/>
          </a:xfrm>
        </p:grpSpPr>
        <p:sp>
          <p:nvSpPr>
            <p:cNvPr id="131" name="Inhaltsplatzhalter 4">
              <a:extLst>
                <a:ext uri="{FF2B5EF4-FFF2-40B4-BE49-F238E27FC236}">
                  <a16:creationId xmlns:a16="http://schemas.microsoft.com/office/drawing/2014/main" id="{1DE7E3E5-E5DF-7F4F-8577-40BBF3C824E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EB52C6FC-FDBA-4C40-B43F-679F600BF50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8DA70C79-3C54-1140-93EE-E116FBEAE5FF}"/>
              </a:ext>
            </a:extLst>
          </p:cNvPr>
          <p:cNvGrpSpPr/>
          <p:nvPr/>
        </p:nvGrpSpPr>
        <p:grpSpPr>
          <a:xfrm>
            <a:off x="8498434" y="3828940"/>
            <a:ext cx="2783072" cy="723275"/>
            <a:chOff x="7825488" y="1404017"/>
            <a:chExt cx="3368029" cy="723275"/>
          </a:xfrm>
        </p:grpSpPr>
        <p:sp>
          <p:nvSpPr>
            <p:cNvPr id="134" name="Inhaltsplatzhalter 4">
              <a:extLst>
                <a:ext uri="{FF2B5EF4-FFF2-40B4-BE49-F238E27FC236}">
                  <a16:creationId xmlns:a16="http://schemas.microsoft.com/office/drawing/2014/main" id="{A8BE857D-B32F-B041-A6DB-8C5A307B351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B3BFE7EA-8940-484D-BC9E-972D1386C1D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05F019C4-7012-1148-B104-0E1B17938158}"/>
              </a:ext>
            </a:extLst>
          </p:cNvPr>
          <p:cNvGrpSpPr/>
          <p:nvPr/>
        </p:nvGrpSpPr>
        <p:grpSpPr>
          <a:xfrm flipH="1">
            <a:off x="896530" y="3334002"/>
            <a:ext cx="2783072" cy="723275"/>
            <a:chOff x="7825488" y="1404017"/>
            <a:chExt cx="3368029" cy="723275"/>
          </a:xfrm>
        </p:grpSpPr>
        <p:sp>
          <p:nvSpPr>
            <p:cNvPr id="137" name="Inhaltsplatzhalter 4">
              <a:extLst>
                <a:ext uri="{FF2B5EF4-FFF2-40B4-BE49-F238E27FC236}">
                  <a16:creationId xmlns:a16="http://schemas.microsoft.com/office/drawing/2014/main" id="{C83A0530-93CA-3941-8F19-BC1F8740344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8F0588E-5B53-6F42-A4D0-863FDAB86C9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661D5F79-8AB2-944A-9A34-F06807B1907F}"/>
              </a:ext>
            </a:extLst>
          </p:cNvPr>
          <p:cNvGrpSpPr/>
          <p:nvPr/>
        </p:nvGrpSpPr>
        <p:grpSpPr>
          <a:xfrm>
            <a:off x="5428684" y="3338167"/>
            <a:ext cx="1338870" cy="1238019"/>
            <a:chOff x="5398240" y="3718434"/>
            <a:chExt cx="1338870" cy="1238019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66BA2BFF-6AB9-554A-95B6-5DCF690AF3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41" name="Title 1">
              <a:extLst>
                <a:ext uri="{FF2B5EF4-FFF2-40B4-BE49-F238E27FC236}">
                  <a16:creationId xmlns:a16="http://schemas.microsoft.com/office/drawing/2014/main" id="{A4151987-FD31-C64F-AB35-320ABBFF16A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3362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F58657E-6365-3D47-BA5F-731D97A1DFC2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991CD70-E1D7-F243-8080-9AE3788B1423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F7C2603-725B-9243-AE72-1241D1B685C6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386AA773-CAFB-9C41-BBE5-3B01FDCEAB90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5D8D6BC1-9913-7648-988D-EC1932B72BC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B08DAA3-7968-1C4A-83C4-282C4AA7E3C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4" name="Triangle">
            <a:extLst>
              <a:ext uri="{FF2B5EF4-FFF2-40B4-BE49-F238E27FC236}">
                <a16:creationId xmlns:a16="http://schemas.microsoft.com/office/drawing/2014/main" id="{22C778FC-AB26-2540-A54C-72165B141623}"/>
              </a:ext>
            </a:extLst>
          </p:cNvPr>
          <p:cNvSpPr/>
          <p:nvPr/>
        </p:nvSpPr>
        <p:spPr>
          <a:xfrm rot="9000000">
            <a:off x="4592675" y="2305793"/>
            <a:ext cx="1769271" cy="12132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15" name="Triangle">
            <a:extLst>
              <a:ext uri="{FF2B5EF4-FFF2-40B4-BE49-F238E27FC236}">
                <a16:creationId xmlns:a16="http://schemas.microsoft.com/office/drawing/2014/main" id="{E48F371C-7EE8-4F40-AAFF-2C6274FD9EAF}"/>
              </a:ext>
            </a:extLst>
          </p:cNvPr>
          <p:cNvSpPr/>
          <p:nvPr/>
        </p:nvSpPr>
        <p:spPr>
          <a:xfrm rot="5400000">
            <a:off x="3987609" y="3339021"/>
            <a:ext cx="1769273" cy="12132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16" name="Triangle">
            <a:extLst>
              <a:ext uri="{FF2B5EF4-FFF2-40B4-BE49-F238E27FC236}">
                <a16:creationId xmlns:a16="http://schemas.microsoft.com/office/drawing/2014/main" id="{06789375-D4F3-5149-AC56-35055CACF5F1}"/>
              </a:ext>
            </a:extLst>
          </p:cNvPr>
          <p:cNvSpPr/>
          <p:nvPr/>
        </p:nvSpPr>
        <p:spPr>
          <a:xfrm rot="1638680">
            <a:off x="4604881" y="4351187"/>
            <a:ext cx="1769275" cy="12132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17" name="Triangle">
            <a:extLst>
              <a:ext uri="{FF2B5EF4-FFF2-40B4-BE49-F238E27FC236}">
                <a16:creationId xmlns:a16="http://schemas.microsoft.com/office/drawing/2014/main" id="{0B76DA9D-6AD1-9A4F-92D0-18C3FED80E15}"/>
              </a:ext>
            </a:extLst>
          </p:cNvPr>
          <p:cNvSpPr/>
          <p:nvPr/>
        </p:nvSpPr>
        <p:spPr>
          <a:xfrm rot="19790647">
            <a:off x="5872809" y="4372952"/>
            <a:ext cx="1769276" cy="12132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18" name="Triangle">
            <a:extLst>
              <a:ext uri="{FF2B5EF4-FFF2-40B4-BE49-F238E27FC236}">
                <a16:creationId xmlns:a16="http://schemas.microsoft.com/office/drawing/2014/main" id="{74B1A06B-001E-D64F-9F3E-9B0DB2A13900}"/>
              </a:ext>
            </a:extLst>
          </p:cNvPr>
          <p:cNvSpPr/>
          <p:nvPr/>
        </p:nvSpPr>
        <p:spPr>
          <a:xfrm rot="16200000">
            <a:off x="6435119" y="3352879"/>
            <a:ext cx="1769273" cy="12132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19" name="Triangle">
            <a:extLst>
              <a:ext uri="{FF2B5EF4-FFF2-40B4-BE49-F238E27FC236}">
                <a16:creationId xmlns:a16="http://schemas.microsoft.com/office/drawing/2014/main" id="{C80BECC7-989E-254E-8D7A-6DCF0BB15F65}"/>
              </a:ext>
            </a:extLst>
          </p:cNvPr>
          <p:cNvSpPr/>
          <p:nvPr/>
        </p:nvSpPr>
        <p:spPr>
          <a:xfrm rot="12445070">
            <a:off x="5849811" y="2345431"/>
            <a:ext cx="1769273" cy="12132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06A2E8E5-F092-4B44-8901-2E8B1436E2E3}"/>
              </a:ext>
            </a:extLst>
          </p:cNvPr>
          <p:cNvSpPr/>
          <p:nvPr/>
        </p:nvSpPr>
        <p:spPr>
          <a:xfrm rot="9000000">
            <a:off x="4592675" y="2305793"/>
            <a:ext cx="1769271" cy="1213217"/>
          </a:xfrm>
          <a:custGeom>
            <a:avLst/>
            <a:gdLst>
              <a:gd name="connsiteX0" fmla="*/ 0 w 1769271"/>
              <a:gd name="connsiteY0" fmla="*/ 1213217 h 1213217"/>
              <a:gd name="connsiteX1" fmla="*/ 0 w 1769271"/>
              <a:gd name="connsiteY1" fmla="*/ 0 h 1213217"/>
              <a:gd name="connsiteX2" fmla="*/ 64845 w 1769271"/>
              <a:gd name="connsiteY2" fmla="*/ 44466 h 1213217"/>
              <a:gd name="connsiteX3" fmla="*/ 64845 w 1769271"/>
              <a:gd name="connsiteY3" fmla="*/ 1143010 h 1213217"/>
              <a:gd name="connsiteX4" fmla="*/ 1666887 w 1769271"/>
              <a:gd name="connsiteY4" fmla="*/ 1143010 h 1213217"/>
              <a:gd name="connsiteX5" fmla="*/ 1769271 w 1769271"/>
              <a:gd name="connsiteY5" fmla="*/ 1213217 h 1213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9271" h="1213217">
                <a:moveTo>
                  <a:pt x="0" y="1213217"/>
                </a:moveTo>
                <a:lnTo>
                  <a:pt x="0" y="0"/>
                </a:lnTo>
                <a:lnTo>
                  <a:pt x="64845" y="44466"/>
                </a:lnTo>
                <a:lnTo>
                  <a:pt x="64845" y="1143010"/>
                </a:lnTo>
                <a:lnTo>
                  <a:pt x="1666887" y="1143010"/>
                </a:lnTo>
                <a:lnTo>
                  <a:pt x="1769271" y="1213217"/>
                </a:ln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636CBB4C-499D-BC4F-B857-004F8CF96571}"/>
              </a:ext>
            </a:extLst>
          </p:cNvPr>
          <p:cNvSpPr/>
          <p:nvPr/>
        </p:nvSpPr>
        <p:spPr>
          <a:xfrm rot="5400000">
            <a:off x="3987609" y="3339021"/>
            <a:ext cx="1769273" cy="1213215"/>
          </a:xfrm>
          <a:custGeom>
            <a:avLst/>
            <a:gdLst>
              <a:gd name="connsiteX0" fmla="*/ 64657 w 1769273"/>
              <a:gd name="connsiteY0" fmla="*/ 1147560 h 1213215"/>
              <a:gd name="connsiteX1" fmla="*/ 1673087 w 1769273"/>
              <a:gd name="connsiteY1" fmla="*/ 1147560 h 1213215"/>
              <a:gd name="connsiteX2" fmla="*/ 64657 w 1769273"/>
              <a:gd name="connsiteY2" fmla="*/ 44636 h 1213215"/>
              <a:gd name="connsiteX3" fmla="*/ 0 w 1769273"/>
              <a:gd name="connsiteY3" fmla="*/ 1213215 h 1213215"/>
              <a:gd name="connsiteX4" fmla="*/ 0 w 1769273"/>
              <a:gd name="connsiteY4" fmla="*/ 0 h 1213215"/>
              <a:gd name="connsiteX5" fmla="*/ 1769273 w 1769273"/>
              <a:gd name="connsiteY5" fmla="*/ 1213215 h 1213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9273" h="1213215">
                <a:moveTo>
                  <a:pt x="64657" y="1147560"/>
                </a:moveTo>
                <a:lnTo>
                  <a:pt x="1673087" y="1147560"/>
                </a:lnTo>
                <a:lnTo>
                  <a:pt x="64657" y="44636"/>
                </a:lnTo>
                <a:close/>
                <a:moveTo>
                  <a:pt x="0" y="1213215"/>
                </a:moveTo>
                <a:lnTo>
                  <a:pt x="0" y="0"/>
                </a:lnTo>
                <a:lnTo>
                  <a:pt x="1769273" y="1213215"/>
                </a:ln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5963182C-4696-0A42-B0FA-9490C8FC9EFA}"/>
              </a:ext>
            </a:extLst>
          </p:cNvPr>
          <p:cNvSpPr/>
          <p:nvPr/>
        </p:nvSpPr>
        <p:spPr>
          <a:xfrm rot="1638680">
            <a:off x="4604881" y="4351187"/>
            <a:ext cx="1769275" cy="1213217"/>
          </a:xfrm>
          <a:custGeom>
            <a:avLst/>
            <a:gdLst>
              <a:gd name="connsiteX0" fmla="*/ 0 w 1769275"/>
              <a:gd name="connsiteY0" fmla="*/ 0 h 1213217"/>
              <a:gd name="connsiteX1" fmla="*/ 67146 w 1769275"/>
              <a:gd name="connsiteY1" fmla="*/ 46043 h 1213217"/>
              <a:gd name="connsiteX2" fmla="*/ 67146 w 1769275"/>
              <a:gd name="connsiteY2" fmla="*/ 1147184 h 1213217"/>
              <a:gd name="connsiteX3" fmla="*/ 1672976 w 1769275"/>
              <a:gd name="connsiteY3" fmla="*/ 1147183 h 1213217"/>
              <a:gd name="connsiteX4" fmla="*/ 1769275 w 1769275"/>
              <a:gd name="connsiteY4" fmla="*/ 1213217 h 1213217"/>
              <a:gd name="connsiteX5" fmla="*/ 0 w 1769275"/>
              <a:gd name="connsiteY5" fmla="*/ 1213217 h 1213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9275" h="1213217">
                <a:moveTo>
                  <a:pt x="0" y="0"/>
                </a:moveTo>
                <a:lnTo>
                  <a:pt x="67146" y="46043"/>
                </a:lnTo>
                <a:lnTo>
                  <a:pt x="67146" y="1147184"/>
                </a:lnTo>
                <a:lnTo>
                  <a:pt x="1672976" y="1147183"/>
                </a:lnTo>
                <a:lnTo>
                  <a:pt x="1769275" y="1213217"/>
                </a:lnTo>
                <a:lnTo>
                  <a:pt x="0" y="1213217"/>
                </a:lnTo>
                <a:close/>
              </a:path>
            </a:pathLst>
          </a:custGeom>
          <a:solidFill>
            <a:schemeClr val="accent4">
              <a:lumMod val="50000"/>
              <a:alpha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B5F56C3F-B998-1746-8A92-C94C74205835}"/>
              </a:ext>
            </a:extLst>
          </p:cNvPr>
          <p:cNvSpPr/>
          <p:nvPr/>
        </p:nvSpPr>
        <p:spPr>
          <a:xfrm rot="19790647">
            <a:off x="5872809" y="4372952"/>
            <a:ext cx="1769276" cy="1213217"/>
          </a:xfrm>
          <a:custGeom>
            <a:avLst/>
            <a:gdLst>
              <a:gd name="connsiteX0" fmla="*/ 0 w 1769276"/>
              <a:gd name="connsiteY0" fmla="*/ 0 h 1213217"/>
              <a:gd name="connsiteX1" fmla="*/ 64111 w 1769276"/>
              <a:gd name="connsiteY1" fmla="*/ 43961 h 1213217"/>
              <a:gd name="connsiteX2" fmla="*/ 64111 w 1769276"/>
              <a:gd name="connsiteY2" fmla="*/ 1144304 h 1213217"/>
              <a:gd name="connsiteX3" fmla="*/ 1668777 w 1769276"/>
              <a:gd name="connsiteY3" fmla="*/ 1144304 h 1213217"/>
              <a:gd name="connsiteX4" fmla="*/ 1769276 w 1769276"/>
              <a:gd name="connsiteY4" fmla="*/ 1213217 h 1213217"/>
              <a:gd name="connsiteX5" fmla="*/ 0 w 1769276"/>
              <a:gd name="connsiteY5" fmla="*/ 1213217 h 1213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9276" h="1213217">
                <a:moveTo>
                  <a:pt x="0" y="0"/>
                </a:moveTo>
                <a:lnTo>
                  <a:pt x="64111" y="43961"/>
                </a:lnTo>
                <a:lnTo>
                  <a:pt x="64111" y="1144304"/>
                </a:lnTo>
                <a:lnTo>
                  <a:pt x="1668777" y="1144304"/>
                </a:lnTo>
                <a:lnTo>
                  <a:pt x="1769276" y="1213217"/>
                </a:lnTo>
                <a:lnTo>
                  <a:pt x="0" y="1213217"/>
                </a:ln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9514D2E5-2B7E-4048-8538-DE1B852ECA82}"/>
              </a:ext>
            </a:extLst>
          </p:cNvPr>
          <p:cNvSpPr/>
          <p:nvPr/>
        </p:nvSpPr>
        <p:spPr>
          <a:xfrm rot="16200000">
            <a:off x="6435119" y="3352879"/>
            <a:ext cx="1769273" cy="1213215"/>
          </a:xfrm>
          <a:custGeom>
            <a:avLst/>
            <a:gdLst>
              <a:gd name="connsiteX0" fmla="*/ 1769273 w 1769273"/>
              <a:gd name="connsiteY0" fmla="*/ 1213215 h 1213215"/>
              <a:gd name="connsiteX1" fmla="*/ 0 w 1769273"/>
              <a:gd name="connsiteY1" fmla="*/ 1213215 h 1213215"/>
              <a:gd name="connsiteX2" fmla="*/ 0 w 1769273"/>
              <a:gd name="connsiteY2" fmla="*/ 0 h 1213215"/>
              <a:gd name="connsiteX3" fmla="*/ 64657 w 1769273"/>
              <a:gd name="connsiteY3" fmla="*/ 44336 h 1213215"/>
              <a:gd name="connsiteX4" fmla="*/ 64657 w 1769273"/>
              <a:gd name="connsiteY4" fmla="*/ 1143849 h 1213215"/>
              <a:gd name="connsiteX5" fmla="*/ 1668114 w 1769273"/>
              <a:gd name="connsiteY5" fmla="*/ 1143849 h 1213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9273" h="1213215">
                <a:moveTo>
                  <a:pt x="1769273" y="1213215"/>
                </a:moveTo>
                <a:lnTo>
                  <a:pt x="0" y="1213215"/>
                </a:lnTo>
                <a:lnTo>
                  <a:pt x="0" y="0"/>
                </a:lnTo>
                <a:lnTo>
                  <a:pt x="64657" y="44336"/>
                </a:lnTo>
                <a:lnTo>
                  <a:pt x="64657" y="1143849"/>
                </a:lnTo>
                <a:lnTo>
                  <a:pt x="1668114" y="1143849"/>
                </a:lnTo>
                <a:close/>
              </a:path>
            </a:pathLst>
          </a:custGeom>
          <a:solidFill>
            <a:schemeClr val="accent2">
              <a:lumMod val="75000"/>
              <a:alpha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767236B2-E18A-474B-A3A8-F536A81B1551}"/>
              </a:ext>
            </a:extLst>
          </p:cNvPr>
          <p:cNvSpPr/>
          <p:nvPr/>
        </p:nvSpPr>
        <p:spPr>
          <a:xfrm rot="12445070">
            <a:off x="5849811" y="2345431"/>
            <a:ext cx="1769273" cy="1213214"/>
          </a:xfrm>
          <a:custGeom>
            <a:avLst/>
            <a:gdLst>
              <a:gd name="connsiteX0" fmla="*/ 1769273 w 1769273"/>
              <a:gd name="connsiteY0" fmla="*/ 1213214 h 1213214"/>
              <a:gd name="connsiteX1" fmla="*/ 0 w 1769273"/>
              <a:gd name="connsiteY1" fmla="*/ 1213214 h 1213214"/>
              <a:gd name="connsiteX2" fmla="*/ 0 w 1769273"/>
              <a:gd name="connsiteY2" fmla="*/ 0 h 1213214"/>
              <a:gd name="connsiteX3" fmla="*/ 67126 w 1769273"/>
              <a:gd name="connsiteY3" fmla="*/ 46029 h 1213214"/>
              <a:gd name="connsiteX4" fmla="*/ 67126 w 1769273"/>
              <a:gd name="connsiteY4" fmla="*/ 1147205 h 1213214"/>
              <a:gd name="connsiteX5" fmla="*/ 1673010 w 1769273"/>
              <a:gd name="connsiteY5" fmla="*/ 1147205 h 1213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9273" h="1213214">
                <a:moveTo>
                  <a:pt x="1769273" y="1213214"/>
                </a:moveTo>
                <a:lnTo>
                  <a:pt x="0" y="1213214"/>
                </a:lnTo>
                <a:lnTo>
                  <a:pt x="0" y="0"/>
                </a:lnTo>
                <a:lnTo>
                  <a:pt x="67126" y="46029"/>
                </a:lnTo>
                <a:lnTo>
                  <a:pt x="67126" y="1147205"/>
                </a:lnTo>
                <a:lnTo>
                  <a:pt x="1673010" y="1147205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45719" tIns="45719" rIns="45719" bIns="45719" numCol="1" anchor="ctr">
            <a:noAutofit/>
          </a:bodyPr>
          <a:lstStyle/>
          <a:p>
            <a:pPr>
              <a:defRPr>
                <a:solidFill>
                  <a:srgbClr val="000000"/>
                </a:solidFill>
              </a:defRPr>
            </a:pPr>
            <a:endParaRPr/>
          </a:p>
        </p:txBody>
      </p:sp>
      <p:sp>
        <p:nvSpPr>
          <p:cNvPr id="42" name="Freeform 17">
            <a:extLst>
              <a:ext uri="{FF2B5EF4-FFF2-40B4-BE49-F238E27FC236}">
                <a16:creationId xmlns:a16="http://schemas.microsoft.com/office/drawing/2014/main" id="{8EE5B5CD-6340-6C4B-988D-20ECB2C17455}"/>
              </a:ext>
            </a:extLst>
          </p:cNvPr>
          <p:cNvSpPr>
            <a:spLocks noChangeAspect="1"/>
          </p:cNvSpPr>
          <p:nvPr/>
        </p:nvSpPr>
        <p:spPr bwMode="auto">
          <a:xfrm>
            <a:off x="5222972" y="3081175"/>
            <a:ext cx="1750294" cy="1752003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58" name="Graphic 46">
            <a:extLst>
              <a:ext uri="{FF2B5EF4-FFF2-40B4-BE49-F238E27FC236}">
                <a16:creationId xmlns:a16="http://schemas.microsoft.com/office/drawing/2014/main" id="{8759C67D-13A6-E94E-8D63-8BE6267B243E}"/>
              </a:ext>
            </a:extLst>
          </p:cNvPr>
          <p:cNvGrpSpPr>
            <a:grpSpLocks noChangeAspect="1"/>
          </p:cNvGrpSpPr>
          <p:nvPr/>
        </p:nvGrpSpPr>
        <p:grpSpPr>
          <a:xfrm>
            <a:off x="4864739" y="4687719"/>
            <a:ext cx="334467" cy="404679"/>
            <a:chOff x="5629609" y="2355520"/>
            <a:chExt cx="334467" cy="404679"/>
          </a:xfrm>
          <a:solidFill>
            <a:srgbClr val="FFFFFF"/>
          </a:solidFill>
        </p:grpSpPr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263D669-0CC7-0048-B7BA-B9A5F83D86F1}"/>
                </a:ext>
              </a:extLst>
            </p:cNvPr>
            <p:cNvSpPr/>
            <p:nvPr/>
          </p:nvSpPr>
          <p:spPr>
            <a:xfrm>
              <a:off x="5735653" y="2404834"/>
              <a:ext cx="59951" cy="60730"/>
            </a:xfrm>
            <a:custGeom>
              <a:avLst/>
              <a:gdLst>
                <a:gd name="connsiteX0" fmla="*/ 29975 w 59951"/>
                <a:gd name="connsiteY0" fmla="*/ 60730 h 60730"/>
                <a:gd name="connsiteX1" fmla="*/ 0 w 59951"/>
                <a:gd name="connsiteY1" fmla="*/ 30364 h 60730"/>
                <a:gd name="connsiteX2" fmla="*/ 29977 w 59951"/>
                <a:gd name="connsiteY2" fmla="*/ 0 h 60730"/>
                <a:gd name="connsiteX3" fmla="*/ 59952 w 59951"/>
                <a:gd name="connsiteY3" fmla="*/ 30366 h 60730"/>
                <a:gd name="connsiteX4" fmla="*/ 59951 w 59951"/>
                <a:gd name="connsiteY4" fmla="*/ 30594 h 60730"/>
                <a:gd name="connsiteX5" fmla="*/ 29975 w 59951"/>
                <a:gd name="connsiteY5" fmla="*/ 60730 h 60730"/>
                <a:gd name="connsiteX6" fmla="*/ 29975 w 59951"/>
                <a:gd name="connsiteY6" fmla="*/ 13813 h 60730"/>
                <a:gd name="connsiteX7" fmla="*/ 13636 w 59951"/>
                <a:gd name="connsiteY7" fmla="*/ 30367 h 60730"/>
                <a:gd name="connsiteX8" fmla="*/ 29978 w 59951"/>
                <a:gd name="connsiteY8" fmla="*/ 46918 h 60730"/>
                <a:gd name="connsiteX9" fmla="*/ 46315 w 59951"/>
                <a:gd name="connsiteY9" fmla="*/ 30594 h 60730"/>
                <a:gd name="connsiteX10" fmla="*/ 29976 w 59951"/>
                <a:gd name="connsiteY10" fmla="*/ 13813 h 60730"/>
                <a:gd name="connsiteX11" fmla="*/ 29975 w 59951"/>
                <a:gd name="connsiteY11" fmla="*/ 13813 h 6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951" h="60730">
                  <a:moveTo>
                    <a:pt x="29975" y="60730"/>
                  </a:moveTo>
                  <a:cubicBezTo>
                    <a:pt x="13420" y="60730"/>
                    <a:pt x="0" y="47135"/>
                    <a:pt x="0" y="30364"/>
                  </a:cubicBezTo>
                  <a:cubicBezTo>
                    <a:pt x="0" y="13594"/>
                    <a:pt x="13422" y="0"/>
                    <a:pt x="29977" y="0"/>
                  </a:cubicBezTo>
                  <a:cubicBezTo>
                    <a:pt x="46532" y="0"/>
                    <a:pt x="59952" y="13596"/>
                    <a:pt x="59952" y="30366"/>
                  </a:cubicBezTo>
                  <a:cubicBezTo>
                    <a:pt x="59952" y="30442"/>
                    <a:pt x="59952" y="30518"/>
                    <a:pt x="59951" y="30594"/>
                  </a:cubicBezTo>
                  <a:cubicBezTo>
                    <a:pt x="59766" y="47249"/>
                    <a:pt x="46417" y="60669"/>
                    <a:pt x="29975" y="60730"/>
                  </a:cubicBezTo>
                  <a:close/>
                  <a:moveTo>
                    <a:pt x="29975" y="13813"/>
                  </a:moveTo>
                  <a:cubicBezTo>
                    <a:pt x="20951" y="13814"/>
                    <a:pt x="13636" y="21225"/>
                    <a:pt x="13636" y="30367"/>
                  </a:cubicBezTo>
                  <a:cubicBezTo>
                    <a:pt x="13637" y="39508"/>
                    <a:pt x="20954" y="46919"/>
                    <a:pt x="29978" y="46918"/>
                  </a:cubicBezTo>
                  <a:cubicBezTo>
                    <a:pt x="38914" y="46917"/>
                    <a:pt x="46192" y="39645"/>
                    <a:pt x="46315" y="30594"/>
                  </a:cubicBezTo>
                  <a:cubicBezTo>
                    <a:pt x="46378" y="21389"/>
                    <a:pt x="39062" y="13876"/>
                    <a:pt x="29976" y="13813"/>
                  </a:cubicBezTo>
                  <a:cubicBezTo>
                    <a:pt x="29976" y="13813"/>
                    <a:pt x="29975" y="13813"/>
                    <a:pt x="29975" y="13813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52C1346-C0DE-BD4A-917F-18A9DCDBA6E3}"/>
                </a:ext>
              </a:extLst>
            </p:cNvPr>
            <p:cNvSpPr/>
            <p:nvPr/>
          </p:nvSpPr>
          <p:spPr>
            <a:xfrm>
              <a:off x="5709170" y="2471615"/>
              <a:ext cx="112917" cy="66553"/>
            </a:xfrm>
            <a:custGeom>
              <a:avLst/>
              <a:gdLst>
                <a:gd name="connsiteX0" fmla="*/ 106043 w 112917"/>
                <a:gd name="connsiteY0" fmla="*/ 66552 h 66553"/>
                <a:gd name="connsiteX1" fmla="*/ 99169 w 112917"/>
                <a:gd name="connsiteY1" fmla="*/ 59818 h 66553"/>
                <a:gd name="connsiteX2" fmla="*/ 99168 w 112917"/>
                <a:gd name="connsiteY2" fmla="*/ 59703 h 66553"/>
                <a:gd name="connsiteX3" fmla="*/ 99168 w 112917"/>
                <a:gd name="connsiteY3" fmla="*/ 32306 h 66553"/>
                <a:gd name="connsiteX4" fmla="*/ 80912 w 112917"/>
                <a:gd name="connsiteY4" fmla="*/ 13813 h 66553"/>
                <a:gd name="connsiteX5" fmla="*/ 31892 w 112917"/>
                <a:gd name="connsiteY5" fmla="*/ 13813 h 66553"/>
                <a:gd name="connsiteX6" fmla="*/ 13636 w 112917"/>
                <a:gd name="connsiteY6" fmla="*/ 32306 h 66553"/>
                <a:gd name="connsiteX7" fmla="*/ 13636 w 112917"/>
                <a:gd name="connsiteY7" fmla="*/ 59475 h 66553"/>
                <a:gd name="connsiteX8" fmla="*/ 5939 w 112917"/>
                <a:gd name="connsiteY8" fmla="*/ 65491 h 66553"/>
                <a:gd name="connsiteX9" fmla="*/ 0 w 112917"/>
                <a:gd name="connsiteY9" fmla="*/ 59475 h 66553"/>
                <a:gd name="connsiteX10" fmla="*/ 0 w 112917"/>
                <a:gd name="connsiteY10" fmla="*/ 32306 h 66553"/>
                <a:gd name="connsiteX11" fmla="*/ 31892 w 112917"/>
                <a:gd name="connsiteY11" fmla="*/ 0 h 66553"/>
                <a:gd name="connsiteX12" fmla="*/ 80912 w 112917"/>
                <a:gd name="connsiteY12" fmla="*/ 0 h 66553"/>
                <a:gd name="connsiteX13" fmla="*/ 112917 w 112917"/>
                <a:gd name="connsiteY13" fmla="*/ 32306 h 66553"/>
                <a:gd name="connsiteX14" fmla="*/ 112917 w 112917"/>
                <a:gd name="connsiteY14" fmla="*/ 59475 h 66553"/>
                <a:gd name="connsiteX15" fmla="*/ 106156 w 112917"/>
                <a:gd name="connsiteY15" fmla="*/ 66551 h 66553"/>
                <a:gd name="connsiteX16" fmla="*/ 106043 w 112917"/>
                <a:gd name="connsiteY16" fmla="*/ 66552 h 6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917" h="66553">
                  <a:moveTo>
                    <a:pt x="106043" y="66552"/>
                  </a:moveTo>
                  <a:cubicBezTo>
                    <a:pt x="102309" y="66615"/>
                    <a:pt x="99232" y="63600"/>
                    <a:pt x="99169" y="59818"/>
                  </a:cubicBezTo>
                  <a:cubicBezTo>
                    <a:pt x="99169" y="59780"/>
                    <a:pt x="99168" y="59741"/>
                    <a:pt x="99168" y="59703"/>
                  </a:cubicBezTo>
                  <a:lnTo>
                    <a:pt x="99168" y="32306"/>
                  </a:lnTo>
                  <a:cubicBezTo>
                    <a:pt x="99168" y="22092"/>
                    <a:pt x="90995" y="13813"/>
                    <a:pt x="80912" y="13813"/>
                  </a:cubicBezTo>
                  <a:lnTo>
                    <a:pt x="31892" y="13813"/>
                  </a:lnTo>
                  <a:cubicBezTo>
                    <a:pt x="21835" y="13875"/>
                    <a:pt x="13697" y="22118"/>
                    <a:pt x="13636" y="32306"/>
                  </a:cubicBezTo>
                  <a:lnTo>
                    <a:pt x="13636" y="59475"/>
                  </a:lnTo>
                  <a:cubicBezTo>
                    <a:pt x="13151" y="63289"/>
                    <a:pt x="9705" y="65983"/>
                    <a:pt x="5939" y="65491"/>
                  </a:cubicBezTo>
                  <a:cubicBezTo>
                    <a:pt x="2840" y="65087"/>
                    <a:pt x="399" y="62615"/>
                    <a:pt x="0" y="59475"/>
                  </a:cubicBezTo>
                  <a:lnTo>
                    <a:pt x="0" y="32306"/>
                  </a:lnTo>
                  <a:cubicBezTo>
                    <a:pt x="0" y="14464"/>
                    <a:pt x="14278" y="0"/>
                    <a:pt x="31892" y="0"/>
                  </a:cubicBezTo>
                  <a:lnTo>
                    <a:pt x="80912" y="0"/>
                  </a:lnTo>
                  <a:cubicBezTo>
                    <a:pt x="98544" y="0"/>
                    <a:pt x="112855" y="14445"/>
                    <a:pt x="112917" y="32306"/>
                  </a:cubicBezTo>
                  <a:lnTo>
                    <a:pt x="112917" y="59475"/>
                  </a:lnTo>
                  <a:cubicBezTo>
                    <a:pt x="112979" y="63320"/>
                    <a:pt x="109952" y="66488"/>
                    <a:pt x="106156" y="66551"/>
                  </a:cubicBezTo>
                  <a:cubicBezTo>
                    <a:pt x="106118" y="66552"/>
                    <a:pt x="106080" y="66552"/>
                    <a:pt x="106043" y="66552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AE0D2A2-294D-3B43-8D74-FD396807707A}"/>
                </a:ext>
              </a:extLst>
            </p:cNvPr>
            <p:cNvSpPr/>
            <p:nvPr/>
          </p:nvSpPr>
          <p:spPr>
            <a:xfrm>
              <a:off x="5737285" y="2513761"/>
              <a:ext cx="13749" cy="24407"/>
            </a:xfrm>
            <a:custGeom>
              <a:avLst/>
              <a:gdLst>
                <a:gd name="connsiteX0" fmla="*/ 6931 w 13749"/>
                <a:gd name="connsiteY0" fmla="*/ 24406 h 24407"/>
                <a:gd name="connsiteX1" fmla="*/ 58 w 13749"/>
                <a:gd name="connsiteY1" fmla="*/ 17672 h 24407"/>
                <a:gd name="connsiteX2" fmla="*/ 57 w 13749"/>
                <a:gd name="connsiteY2" fmla="*/ 17557 h 24407"/>
                <a:gd name="connsiteX3" fmla="*/ 57 w 13749"/>
                <a:gd name="connsiteY3" fmla="*/ 7854 h 24407"/>
                <a:gd name="connsiteX4" fmla="*/ 5997 w 13749"/>
                <a:gd name="connsiteY4" fmla="*/ 58 h 24407"/>
                <a:gd name="connsiteX5" fmla="*/ 13693 w 13749"/>
                <a:gd name="connsiteY5" fmla="*/ 6074 h 24407"/>
                <a:gd name="connsiteX6" fmla="*/ 13693 w 13749"/>
                <a:gd name="connsiteY6" fmla="*/ 7854 h 24407"/>
                <a:gd name="connsiteX7" fmla="*/ 13693 w 13749"/>
                <a:gd name="connsiteY7" fmla="*/ 17557 h 24407"/>
                <a:gd name="connsiteX8" fmla="*/ 6931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931" y="24406"/>
                  </a:moveTo>
                  <a:cubicBezTo>
                    <a:pt x="3198" y="24469"/>
                    <a:pt x="120" y="21454"/>
                    <a:pt x="58" y="17672"/>
                  </a:cubicBezTo>
                  <a:cubicBezTo>
                    <a:pt x="57" y="17634"/>
                    <a:pt x="57" y="17595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6"/>
                    <a:pt x="6931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92F3904B-D757-EB4A-B6A4-A455A00CE0EC}"/>
                </a:ext>
              </a:extLst>
            </p:cNvPr>
            <p:cNvSpPr/>
            <p:nvPr/>
          </p:nvSpPr>
          <p:spPr>
            <a:xfrm>
              <a:off x="5780559" y="2513761"/>
              <a:ext cx="13749" cy="24407"/>
            </a:xfrm>
            <a:custGeom>
              <a:avLst/>
              <a:gdLst>
                <a:gd name="connsiteX0" fmla="*/ 6819 w 13749"/>
                <a:gd name="connsiteY0" fmla="*/ 24406 h 24407"/>
                <a:gd name="connsiteX1" fmla="*/ 57 w 13749"/>
                <a:gd name="connsiteY1" fmla="*/ 17557 h 24407"/>
                <a:gd name="connsiteX2" fmla="*/ 57 w 13749"/>
                <a:gd name="connsiteY2" fmla="*/ 7854 h 24407"/>
                <a:gd name="connsiteX3" fmla="*/ 5997 w 13749"/>
                <a:gd name="connsiteY3" fmla="*/ 58 h 24407"/>
                <a:gd name="connsiteX4" fmla="*/ 13693 w 13749"/>
                <a:gd name="connsiteY4" fmla="*/ 6074 h 24407"/>
                <a:gd name="connsiteX5" fmla="*/ 13693 w 13749"/>
                <a:gd name="connsiteY5" fmla="*/ 7854 h 24407"/>
                <a:gd name="connsiteX6" fmla="*/ 13693 w 13749"/>
                <a:gd name="connsiteY6" fmla="*/ 17557 h 24407"/>
                <a:gd name="connsiteX7" fmla="*/ 6932 w 13749"/>
                <a:gd name="connsiteY7" fmla="*/ 24407 h 24407"/>
                <a:gd name="connsiteX8" fmla="*/ 6819 w 13749"/>
                <a:gd name="connsiteY8" fmla="*/ 24406 h 2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9" h="24407">
                  <a:moveTo>
                    <a:pt x="6819" y="24406"/>
                  </a:moveTo>
                  <a:cubicBezTo>
                    <a:pt x="3084" y="24406"/>
                    <a:pt x="57" y="21340"/>
                    <a:pt x="57" y="17557"/>
                  </a:cubicBezTo>
                  <a:lnTo>
                    <a:pt x="57" y="7854"/>
                  </a:lnTo>
                  <a:cubicBezTo>
                    <a:pt x="-428" y="4040"/>
                    <a:pt x="2231" y="549"/>
                    <a:pt x="5997" y="58"/>
                  </a:cubicBezTo>
                  <a:cubicBezTo>
                    <a:pt x="9762" y="-434"/>
                    <a:pt x="13208" y="2260"/>
                    <a:pt x="13693" y="6074"/>
                  </a:cubicBezTo>
                  <a:cubicBezTo>
                    <a:pt x="13768" y="6665"/>
                    <a:pt x="13768" y="7263"/>
                    <a:pt x="13693" y="7854"/>
                  </a:cubicBezTo>
                  <a:lnTo>
                    <a:pt x="13693" y="17557"/>
                  </a:lnTo>
                  <a:cubicBezTo>
                    <a:pt x="13693" y="21340"/>
                    <a:pt x="10666" y="24407"/>
                    <a:pt x="6932" y="24407"/>
                  </a:cubicBezTo>
                  <a:cubicBezTo>
                    <a:pt x="6894" y="24407"/>
                    <a:pt x="6856" y="24407"/>
                    <a:pt x="6819" y="24406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E64168F8-7D99-554D-8BBE-4B0A41A09E40}"/>
                </a:ext>
              </a:extLst>
            </p:cNvPr>
            <p:cNvSpPr/>
            <p:nvPr/>
          </p:nvSpPr>
          <p:spPr>
            <a:xfrm>
              <a:off x="5667699" y="2549525"/>
              <a:ext cx="196060" cy="14213"/>
            </a:xfrm>
            <a:custGeom>
              <a:avLst/>
              <a:gdLst>
                <a:gd name="connsiteX0" fmla="*/ 188307 w 196060"/>
                <a:gd name="connsiteY0" fmla="*/ 14213 h 14213"/>
                <a:gd name="connsiteX1" fmla="*/ 6987 w 196060"/>
                <a:gd name="connsiteY1" fmla="*/ 14213 h 14213"/>
                <a:gd name="connsiteX2" fmla="*/ 0 w 196060"/>
                <a:gd name="connsiteY2" fmla="*/ 7135 h 14213"/>
                <a:gd name="connsiteX3" fmla="*/ 6987 w 196060"/>
                <a:gd name="connsiteY3" fmla="*/ 58 h 14213"/>
                <a:gd name="connsiteX4" fmla="*/ 188307 w 196060"/>
                <a:gd name="connsiteY4" fmla="*/ 58 h 14213"/>
                <a:gd name="connsiteX5" fmla="*/ 196003 w 196060"/>
                <a:gd name="connsiteY5" fmla="*/ 6074 h 14213"/>
                <a:gd name="connsiteX6" fmla="*/ 190064 w 196060"/>
                <a:gd name="connsiteY6" fmla="*/ 13871 h 14213"/>
                <a:gd name="connsiteX7" fmla="*/ 188307 w 196060"/>
                <a:gd name="connsiteY7" fmla="*/ 13871 h 1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060" h="14213">
                  <a:moveTo>
                    <a:pt x="188307" y="14213"/>
                  </a:moveTo>
                  <a:lnTo>
                    <a:pt x="6987" y="14213"/>
                  </a:lnTo>
                  <a:cubicBezTo>
                    <a:pt x="3128" y="14213"/>
                    <a:pt x="0" y="11044"/>
                    <a:pt x="0" y="7135"/>
                  </a:cubicBezTo>
                  <a:cubicBezTo>
                    <a:pt x="0" y="3227"/>
                    <a:pt x="3128" y="58"/>
                    <a:pt x="6987" y="58"/>
                  </a:cubicBezTo>
                  <a:lnTo>
                    <a:pt x="188307" y="58"/>
                  </a:lnTo>
                  <a:cubicBezTo>
                    <a:pt x="192073" y="-434"/>
                    <a:pt x="195518" y="2260"/>
                    <a:pt x="196003" y="6074"/>
                  </a:cubicBezTo>
                  <a:cubicBezTo>
                    <a:pt x="196488" y="9889"/>
                    <a:pt x="193829" y="13379"/>
                    <a:pt x="190064" y="13871"/>
                  </a:cubicBezTo>
                  <a:cubicBezTo>
                    <a:pt x="189481" y="13947"/>
                    <a:pt x="188890" y="13947"/>
                    <a:pt x="188307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737A8D5-173C-DF4D-A30F-C83F245391F3}"/>
                </a:ext>
              </a:extLst>
            </p:cNvPr>
            <p:cNvSpPr/>
            <p:nvPr/>
          </p:nvSpPr>
          <p:spPr>
            <a:xfrm>
              <a:off x="5666933" y="2586169"/>
              <a:ext cx="196826" cy="13928"/>
            </a:xfrm>
            <a:custGeom>
              <a:avLst/>
              <a:gdLst>
                <a:gd name="connsiteX0" fmla="*/ 189074 w 196826"/>
                <a:gd name="connsiteY0" fmla="*/ 13871 h 13928"/>
                <a:gd name="connsiteX1" fmla="*/ 7753 w 196826"/>
                <a:gd name="connsiteY1" fmla="*/ 13871 h 13928"/>
                <a:gd name="connsiteX2" fmla="*/ 57 w 196826"/>
                <a:gd name="connsiteY2" fmla="*/ 7854 h 13928"/>
                <a:gd name="connsiteX3" fmla="*/ 5997 w 196826"/>
                <a:gd name="connsiteY3" fmla="*/ 58 h 13928"/>
                <a:gd name="connsiteX4" fmla="*/ 7753 w 196826"/>
                <a:gd name="connsiteY4" fmla="*/ 58 h 13928"/>
                <a:gd name="connsiteX5" fmla="*/ 189074 w 196826"/>
                <a:gd name="connsiteY5" fmla="*/ 58 h 13928"/>
                <a:gd name="connsiteX6" fmla="*/ 196770 w 196826"/>
                <a:gd name="connsiteY6" fmla="*/ 6074 h 13928"/>
                <a:gd name="connsiteX7" fmla="*/ 190830 w 196826"/>
                <a:gd name="connsiteY7" fmla="*/ 13871 h 13928"/>
                <a:gd name="connsiteX8" fmla="*/ 189074 w 196826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826" h="13928">
                  <a:moveTo>
                    <a:pt x="189074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89074" y="58"/>
                  </a:lnTo>
                  <a:cubicBezTo>
                    <a:pt x="192839" y="-434"/>
                    <a:pt x="196285" y="2260"/>
                    <a:pt x="196770" y="6074"/>
                  </a:cubicBezTo>
                  <a:cubicBezTo>
                    <a:pt x="197255" y="9889"/>
                    <a:pt x="194596" y="13379"/>
                    <a:pt x="190830" y="13871"/>
                  </a:cubicBezTo>
                  <a:cubicBezTo>
                    <a:pt x="190247" y="13947"/>
                    <a:pt x="189657" y="13947"/>
                    <a:pt x="189074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18C06F0-B480-BB4A-BCDE-6119842F0512}"/>
                </a:ext>
              </a:extLst>
            </p:cNvPr>
            <p:cNvSpPr/>
            <p:nvPr/>
          </p:nvSpPr>
          <p:spPr>
            <a:xfrm>
              <a:off x="5666933" y="2622470"/>
              <a:ext cx="216885" cy="13928"/>
            </a:xfrm>
            <a:custGeom>
              <a:avLst/>
              <a:gdLst>
                <a:gd name="connsiteX0" fmla="*/ 209133 w 216885"/>
                <a:gd name="connsiteY0" fmla="*/ 13871 h 13928"/>
                <a:gd name="connsiteX1" fmla="*/ 7753 w 216885"/>
                <a:gd name="connsiteY1" fmla="*/ 13871 h 13928"/>
                <a:gd name="connsiteX2" fmla="*/ 57 w 216885"/>
                <a:gd name="connsiteY2" fmla="*/ 7854 h 13928"/>
                <a:gd name="connsiteX3" fmla="*/ 5997 w 216885"/>
                <a:gd name="connsiteY3" fmla="*/ 58 h 13928"/>
                <a:gd name="connsiteX4" fmla="*/ 7753 w 216885"/>
                <a:gd name="connsiteY4" fmla="*/ 58 h 13928"/>
                <a:gd name="connsiteX5" fmla="*/ 209133 w 216885"/>
                <a:gd name="connsiteY5" fmla="*/ 58 h 13928"/>
                <a:gd name="connsiteX6" fmla="*/ 216829 w 216885"/>
                <a:gd name="connsiteY6" fmla="*/ 6074 h 13928"/>
                <a:gd name="connsiteX7" fmla="*/ 210889 w 216885"/>
                <a:gd name="connsiteY7" fmla="*/ 13871 h 13928"/>
                <a:gd name="connsiteX8" fmla="*/ 209133 w 216885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885" h="13928">
                  <a:moveTo>
                    <a:pt x="209133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209133" y="58"/>
                  </a:lnTo>
                  <a:cubicBezTo>
                    <a:pt x="212898" y="-434"/>
                    <a:pt x="216344" y="2260"/>
                    <a:pt x="216829" y="6074"/>
                  </a:cubicBezTo>
                  <a:cubicBezTo>
                    <a:pt x="217314" y="9889"/>
                    <a:pt x="214655" y="13379"/>
                    <a:pt x="210889" y="13871"/>
                  </a:cubicBezTo>
                  <a:cubicBezTo>
                    <a:pt x="210306" y="13947"/>
                    <a:pt x="209716" y="13947"/>
                    <a:pt x="209133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36E6F534-733E-A241-AAA5-DE7F39B366F4}"/>
                </a:ext>
              </a:extLst>
            </p:cNvPr>
            <p:cNvSpPr/>
            <p:nvPr/>
          </p:nvSpPr>
          <p:spPr>
            <a:xfrm>
              <a:off x="5666933" y="2658771"/>
              <a:ext cx="177669" cy="13928"/>
            </a:xfrm>
            <a:custGeom>
              <a:avLst/>
              <a:gdLst>
                <a:gd name="connsiteX0" fmla="*/ 169916 w 177669"/>
                <a:gd name="connsiteY0" fmla="*/ 13871 h 13928"/>
                <a:gd name="connsiteX1" fmla="*/ 7753 w 177669"/>
                <a:gd name="connsiteY1" fmla="*/ 13871 h 13928"/>
                <a:gd name="connsiteX2" fmla="*/ 57 w 177669"/>
                <a:gd name="connsiteY2" fmla="*/ 7854 h 13928"/>
                <a:gd name="connsiteX3" fmla="*/ 5997 w 177669"/>
                <a:gd name="connsiteY3" fmla="*/ 58 h 13928"/>
                <a:gd name="connsiteX4" fmla="*/ 7753 w 177669"/>
                <a:gd name="connsiteY4" fmla="*/ 58 h 13928"/>
                <a:gd name="connsiteX5" fmla="*/ 169916 w 177669"/>
                <a:gd name="connsiteY5" fmla="*/ 58 h 13928"/>
                <a:gd name="connsiteX6" fmla="*/ 177612 w 177669"/>
                <a:gd name="connsiteY6" fmla="*/ 6074 h 13928"/>
                <a:gd name="connsiteX7" fmla="*/ 171673 w 177669"/>
                <a:gd name="connsiteY7" fmla="*/ 13871 h 13928"/>
                <a:gd name="connsiteX8" fmla="*/ 169916 w 177669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669" h="13928">
                  <a:moveTo>
                    <a:pt x="169916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9916" y="58"/>
                  </a:lnTo>
                  <a:cubicBezTo>
                    <a:pt x="173681" y="-434"/>
                    <a:pt x="177127" y="2260"/>
                    <a:pt x="177612" y="6074"/>
                  </a:cubicBezTo>
                  <a:cubicBezTo>
                    <a:pt x="178097" y="9889"/>
                    <a:pt x="175438" y="13379"/>
                    <a:pt x="171673" y="13871"/>
                  </a:cubicBezTo>
                  <a:cubicBezTo>
                    <a:pt x="171090" y="13947"/>
                    <a:pt x="170499" y="13947"/>
                    <a:pt x="169916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AA59F96-4235-6A47-9A74-983A40997A2A}"/>
                </a:ext>
              </a:extLst>
            </p:cNvPr>
            <p:cNvSpPr/>
            <p:nvPr/>
          </p:nvSpPr>
          <p:spPr>
            <a:xfrm>
              <a:off x="5666933" y="2695529"/>
              <a:ext cx="173274" cy="13928"/>
            </a:xfrm>
            <a:custGeom>
              <a:avLst/>
              <a:gdLst>
                <a:gd name="connsiteX0" fmla="*/ 166310 w 173274"/>
                <a:gd name="connsiteY0" fmla="*/ 13871 h 13928"/>
                <a:gd name="connsiteX1" fmla="*/ 7753 w 173274"/>
                <a:gd name="connsiteY1" fmla="*/ 13871 h 13928"/>
                <a:gd name="connsiteX2" fmla="*/ 57 w 173274"/>
                <a:gd name="connsiteY2" fmla="*/ 7854 h 13928"/>
                <a:gd name="connsiteX3" fmla="*/ 5997 w 173274"/>
                <a:gd name="connsiteY3" fmla="*/ 58 h 13928"/>
                <a:gd name="connsiteX4" fmla="*/ 7753 w 173274"/>
                <a:gd name="connsiteY4" fmla="*/ 58 h 13928"/>
                <a:gd name="connsiteX5" fmla="*/ 165521 w 173274"/>
                <a:gd name="connsiteY5" fmla="*/ 58 h 13928"/>
                <a:gd name="connsiteX6" fmla="*/ 173217 w 173274"/>
                <a:gd name="connsiteY6" fmla="*/ 6074 h 13928"/>
                <a:gd name="connsiteX7" fmla="*/ 167278 w 173274"/>
                <a:gd name="connsiteY7" fmla="*/ 13871 h 13928"/>
                <a:gd name="connsiteX8" fmla="*/ 165521 w 173274"/>
                <a:gd name="connsiteY8" fmla="*/ 13871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74" h="13928">
                  <a:moveTo>
                    <a:pt x="166310" y="13871"/>
                  </a:moveTo>
                  <a:lnTo>
                    <a:pt x="7753" y="13871"/>
                  </a:lnTo>
                  <a:cubicBezTo>
                    <a:pt x="3988" y="14362"/>
                    <a:pt x="542" y="11668"/>
                    <a:pt x="57" y="7854"/>
                  </a:cubicBezTo>
                  <a:cubicBezTo>
                    <a:pt x="-428" y="4040"/>
                    <a:pt x="2231" y="549"/>
                    <a:pt x="5997" y="58"/>
                  </a:cubicBezTo>
                  <a:cubicBezTo>
                    <a:pt x="6580" y="-18"/>
                    <a:pt x="7170" y="-18"/>
                    <a:pt x="7753" y="58"/>
                  </a:cubicBezTo>
                  <a:lnTo>
                    <a:pt x="165521" y="58"/>
                  </a:lnTo>
                  <a:cubicBezTo>
                    <a:pt x="169287" y="-434"/>
                    <a:pt x="172732" y="2260"/>
                    <a:pt x="173217" y="6074"/>
                  </a:cubicBezTo>
                  <a:cubicBezTo>
                    <a:pt x="173702" y="9889"/>
                    <a:pt x="171043" y="13379"/>
                    <a:pt x="167278" y="13871"/>
                  </a:cubicBezTo>
                  <a:cubicBezTo>
                    <a:pt x="166695" y="13947"/>
                    <a:pt x="166104" y="13947"/>
                    <a:pt x="165521" y="1387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7557A135-E3FE-CE41-88E9-CAE8468F3E0D}"/>
                </a:ext>
              </a:extLst>
            </p:cNvPr>
            <p:cNvSpPr/>
            <p:nvPr/>
          </p:nvSpPr>
          <p:spPr>
            <a:xfrm>
              <a:off x="5629609" y="2381203"/>
              <a:ext cx="271925" cy="374544"/>
            </a:xfrm>
            <a:custGeom>
              <a:avLst/>
              <a:gdLst>
                <a:gd name="connsiteX0" fmla="*/ 242174 w 271925"/>
                <a:gd name="connsiteY0" fmla="*/ 374543 h 374544"/>
                <a:gd name="connsiteX1" fmla="*/ 6874 w 271925"/>
                <a:gd name="connsiteY1" fmla="*/ 374543 h 374544"/>
                <a:gd name="connsiteX2" fmla="*/ 1 w 271925"/>
                <a:gd name="connsiteY2" fmla="*/ 367809 h 374544"/>
                <a:gd name="connsiteX3" fmla="*/ 0 w 271925"/>
                <a:gd name="connsiteY3" fmla="*/ 367694 h 374544"/>
                <a:gd name="connsiteX4" fmla="*/ 0 w 271925"/>
                <a:gd name="connsiteY4" fmla="*/ 6850 h 374544"/>
                <a:gd name="connsiteX5" fmla="*/ 6761 w 271925"/>
                <a:gd name="connsiteY5" fmla="*/ 0 h 374544"/>
                <a:gd name="connsiteX6" fmla="*/ 6874 w 271925"/>
                <a:gd name="connsiteY6" fmla="*/ 1 h 374544"/>
                <a:gd name="connsiteX7" fmla="*/ 265163 w 271925"/>
                <a:gd name="connsiteY7" fmla="*/ 1 h 374544"/>
                <a:gd name="connsiteX8" fmla="*/ 271924 w 271925"/>
                <a:gd name="connsiteY8" fmla="*/ 6850 h 374544"/>
                <a:gd name="connsiteX9" fmla="*/ 271924 w 271925"/>
                <a:gd name="connsiteY9" fmla="*/ 245320 h 374544"/>
                <a:gd name="connsiteX10" fmla="*/ 265276 w 271925"/>
                <a:gd name="connsiteY10" fmla="*/ 252282 h 374544"/>
                <a:gd name="connsiteX11" fmla="*/ 265163 w 271925"/>
                <a:gd name="connsiteY11" fmla="*/ 252283 h 374544"/>
                <a:gd name="connsiteX12" fmla="*/ 209278 w 271925"/>
                <a:gd name="connsiteY12" fmla="*/ 308457 h 374544"/>
                <a:gd name="connsiteX13" fmla="*/ 244653 w 271925"/>
                <a:gd name="connsiteY13" fmla="*/ 361187 h 374544"/>
                <a:gd name="connsiteX14" fmla="*/ 248822 w 271925"/>
                <a:gd name="connsiteY14" fmla="*/ 368949 h 374544"/>
                <a:gd name="connsiteX15" fmla="*/ 242174 w 271925"/>
                <a:gd name="connsiteY15" fmla="*/ 374543 h 374544"/>
                <a:gd name="connsiteX16" fmla="*/ 13636 w 271925"/>
                <a:gd name="connsiteY16" fmla="*/ 360730 h 374544"/>
                <a:gd name="connsiteX17" fmla="*/ 218396 w 271925"/>
                <a:gd name="connsiteY17" fmla="*/ 360730 h 374544"/>
                <a:gd name="connsiteX18" fmla="*/ 213905 w 271925"/>
                <a:gd name="connsiteY18" fmla="*/ 261388 h 374544"/>
                <a:gd name="connsiteX19" fmla="*/ 258289 w 271925"/>
                <a:gd name="connsiteY19" fmla="*/ 238813 h 374544"/>
                <a:gd name="connsiteX20" fmla="*/ 258289 w 271925"/>
                <a:gd name="connsiteY20" fmla="*/ 13814 h 374544"/>
                <a:gd name="connsiteX21" fmla="*/ 13636 w 271925"/>
                <a:gd name="connsiteY21" fmla="*/ 13814 h 37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1925" h="374544">
                  <a:moveTo>
                    <a:pt x="242174" y="374543"/>
                  </a:moveTo>
                  <a:lnTo>
                    <a:pt x="6874" y="374543"/>
                  </a:lnTo>
                  <a:cubicBezTo>
                    <a:pt x="3140" y="374606"/>
                    <a:pt x="63" y="371591"/>
                    <a:pt x="1" y="367809"/>
                  </a:cubicBezTo>
                  <a:cubicBezTo>
                    <a:pt x="0" y="367771"/>
                    <a:pt x="0" y="367732"/>
                    <a:pt x="0" y="367694"/>
                  </a:cubicBezTo>
                  <a:lnTo>
                    <a:pt x="0" y="6850"/>
                  </a:lnTo>
                  <a:cubicBezTo>
                    <a:pt x="-1" y="3067"/>
                    <a:pt x="3026" y="1"/>
                    <a:pt x="6761" y="0"/>
                  </a:cubicBezTo>
                  <a:cubicBezTo>
                    <a:pt x="6798" y="0"/>
                    <a:pt x="6836" y="0"/>
                    <a:pt x="6874" y="1"/>
                  </a:cubicBezTo>
                  <a:lnTo>
                    <a:pt x="265163" y="1"/>
                  </a:lnTo>
                  <a:cubicBezTo>
                    <a:pt x="268897" y="1"/>
                    <a:pt x="271924" y="3067"/>
                    <a:pt x="271924" y="6850"/>
                  </a:cubicBezTo>
                  <a:lnTo>
                    <a:pt x="271924" y="245320"/>
                  </a:lnTo>
                  <a:cubicBezTo>
                    <a:pt x="271986" y="249102"/>
                    <a:pt x="269010" y="252219"/>
                    <a:pt x="265276" y="252282"/>
                  </a:cubicBezTo>
                  <a:cubicBezTo>
                    <a:pt x="265238" y="252283"/>
                    <a:pt x="265201" y="252283"/>
                    <a:pt x="265163" y="252283"/>
                  </a:cubicBezTo>
                  <a:cubicBezTo>
                    <a:pt x="234418" y="252163"/>
                    <a:pt x="209397" y="277313"/>
                    <a:pt x="209278" y="308457"/>
                  </a:cubicBezTo>
                  <a:cubicBezTo>
                    <a:pt x="209190" y="331747"/>
                    <a:pt x="223244" y="352696"/>
                    <a:pt x="244653" y="361187"/>
                  </a:cubicBezTo>
                  <a:cubicBezTo>
                    <a:pt x="247725" y="362399"/>
                    <a:pt x="249487" y="365678"/>
                    <a:pt x="248822" y="368949"/>
                  </a:cubicBezTo>
                  <a:cubicBezTo>
                    <a:pt x="248268" y="372218"/>
                    <a:pt x="245447" y="374591"/>
                    <a:pt x="242174" y="374543"/>
                  </a:cubicBezTo>
                  <a:close/>
                  <a:moveTo>
                    <a:pt x="13636" y="360730"/>
                  </a:moveTo>
                  <a:lnTo>
                    <a:pt x="218396" y="360730"/>
                  </a:lnTo>
                  <a:cubicBezTo>
                    <a:pt x="190075" y="334554"/>
                    <a:pt x="188064" y="290077"/>
                    <a:pt x="213905" y="261388"/>
                  </a:cubicBezTo>
                  <a:cubicBezTo>
                    <a:pt x="225445" y="248576"/>
                    <a:pt x="241252" y="240536"/>
                    <a:pt x="258289" y="238813"/>
                  </a:cubicBezTo>
                  <a:lnTo>
                    <a:pt x="258289" y="13814"/>
                  </a:lnTo>
                  <a:lnTo>
                    <a:pt x="13636" y="13814"/>
                  </a:ln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B32518C-FB48-6B4B-A1D2-98750D05F871}"/>
                </a:ext>
              </a:extLst>
            </p:cNvPr>
            <p:cNvSpPr/>
            <p:nvPr/>
          </p:nvSpPr>
          <p:spPr>
            <a:xfrm>
              <a:off x="5825242" y="2619560"/>
              <a:ext cx="138835" cy="140638"/>
            </a:xfrm>
            <a:custGeom>
              <a:avLst/>
              <a:gdLst>
                <a:gd name="connsiteX0" fmla="*/ 69531 w 138835"/>
                <a:gd name="connsiteY0" fmla="*/ 140639 h 140638"/>
                <a:gd name="connsiteX1" fmla="*/ 0 w 138835"/>
                <a:gd name="connsiteY1" fmla="*/ 70434 h 140638"/>
                <a:gd name="connsiteX2" fmla="*/ 69305 w 138835"/>
                <a:gd name="connsiteY2" fmla="*/ 0 h 140638"/>
                <a:gd name="connsiteX3" fmla="*/ 138836 w 138835"/>
                <a:gd name="connsiteY3" fmla="*/ 70205 h 140638"/>
                <a:gd name="connsiteX4" fmla="*/ 138836 w 138835"/>
                <a:gd name="connsiteY4" fmla="*/ 70319 h 140638"/>
                <a:gd name="connsiteX5" fmla="*/ 69531 w 138835"/>
                <a:gd name="connsiteY5" fmla="*/ 140639 h 140638"/>
                <a:gd name="connsiteX6" fmla="*/ 69531 w 138835"/>
                <a:gd name="connsiteY6" fmla="*/ 13927 h 140638"/>
                <a:gd name="connsiteX7" fmla="*/ 13636 w 138835"/>
                <a:gd name="connsiteY7" fmla="*/ 70319 h 140638"/>
                <a:gd name="connsiteX8" fmla="*/ 69305 w 138835"/>
                <a:gd name="connsiteY8" fmla="*/ 126940 h 140638"/>
                <a:gd name="connsiteX9" fmla="*/ 125200 w 138835"/>
                <a:gd name="connsiteY9" fmla="*/ 70547 h 140638"/>
                <a:gd name="connsiteX10" fmla="*/ 125200 w 138835"/>
                <a:gd name="connsiteY10" fmla="*/ 70319 h 140638"/>
                <a:gd name="connsiteX11" fmla="*/ 69531 w 138835"/>
                <a:gd name="connsiteY11" fmla="*/ 13927 h 14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35" h="140638">
                  <a:moveTo>
                    <a:pt x="69531" y="140639"/>
                  </a:moveTo>
                  <a:cubicBezTo>
                    <a:pt x="31192" y="140702"/>
                    <a:pt x="62" y="109270"/>
                    <a:pt x="0" y="70434"/>
                  </a:cubicBezTo>
                  <a:cubicBezTo>
                    <a:pt x="-62" y="31597"/>
                    <a:pt x="30967" y="63"/>
                    <a:pt x="69305" y="0"/>
                  </a:cubicBezTo>
                  <a:cubicBezTo>
                    <a:pt x="107644" y="-63"/>
                    <a:pt x="138773" y="31369"/>
                    <a:pt x="138836" y="70205"/>
                  </a:cubicBezTo>
                  <a:cubicBezTo>
                    <a:pt x="138836" y="70243"/>
                    <a:pt x="138836" y="70281"/>
                    <a:pt x="138836" y="70319"/>
                  </a:cubicBezTo>
                  <a:cubicBezTo>
                    <a:pt x="138836" y="109111"/>
                    <a:pt x="107825" y="140576"/>
                    <a:pt x="69531" y="140639"/>
                  </a:cubicBezTo>
                  <a:close/>
                  <a:moveTo>
                    <a:pt x="69531" y="13927"/>
                  </a:moveTo>
                  <a:cubicBezTo>
                    <a:pt x="38723" y="13864"/>
                    <a:pt x="13698" y="39112"/>
                    <a:pt x="13636" y="70319"/>
                  </a:cubicBezTo>
                  <a:cubicBezTo>
                    <a:pt x="13574" y="101527"/>
                    <a:pt x="38498" y="126877"/>
                    <a:pt x="69305" y="126940"/>
                  </a:cubicBezTo>
                  <a:cubicBezTo>
                    <a:pt x="100113" y="127003"/>
                    <a:pt x="125138" y="101755"/>
                    <a:pt x="125200" y="70547"/>
                  </a:cubicBezTo>
                  <a:cubicBezTo>
                    <a:pt x="125200" y="70471"/>
                    <a:pt x="125200" y="70395"/>
                    <a:pt x="125200" y="70319"/>
                  </a:cubicBezTo>
                  <a:cubicBezTo>
                    <a:pt x="124835" y="39329"/>
                    <a:pt x="100124" y="14297"/>
                    <a:pt x="69531" y="13927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0A88F597-5294-6E40-919B-B40D802EFC86}"/>
                </a:ext>
              </a:extLst>
            </p:cNvPr>
            <p:cNvSpPr/>
            <p:nvPr/>
          </p:nvSpPr>
          <p:spPr>
            <a:xfrm>
              <a:off x="5857289" y="2663372"/>
              <a:ext cx="73341" cy="59843"/>
            </a:xfrm>
            <a:custGeom>
              <a:avLst/>
              <a:gdLst>
                <a:gd name="connsiteX0" fmla="*/ 31510 w 73341"/>
                <a:gd name="connsiteY0" fmla="*/ 59841 h 59843"/>
                <a:gd name="connsiteX1" fmla="*/ 25988 w 73341"/>
                <a:gd name="connsiteY1" fmla="*/ 56987 h 59843"/>
                <a:gd name="connsiteX2" fmla="*/ 1309 w 73341"/>
                <a:gd name="connsiteY2" fmla="*/ 23197 h 59843"/>
                <a:gd name="connsiteX3" fmla="*/ 2887 w 73341"/>
                <a:gd name="connsiteY3" fmla="*/ 13380 h 59843"/>
                <a:gd name="connsiteX4" fmla="*/ 12578 w 73341"/>
                <a:gd name="connsiteY4" fmla="*/ 14978 h 59843"/>
                <a:gd name="connsiteX5" fmla="*/ 31510 w 73341"/>
                <a:gd name="connsiteY5" fmla="*/ 41347 h 59843"/>
                <a:gd name="connsiteX6" fmla="*/ 60697 w 73341"/>
                <a:gd name="connsiteY6" fmla="*/ 2877 h 59843"/>
                <a:gd name="connsiteX7" fmla="*/ 70502 w 73341"/>
                <a:gd name="connsiteY7" fmla="*/ 1393 h 59843"/>
                <a:gd name="connsiteX8" fmla="*/ 71967 w 73341"/>
                <a:gd name="connsiteY8" fmla="*/ 11325 h 59843"/>
                <a:gd name="connsiteX9" fmla="*/ 37258 w 73341"/>
                <a:gd name="connsiteY9" fmla="*/ 56987 h 59843"/>
                <a:gd name="connsiteX10" fmla="*/ 31510 w 73341"/>
                <a:gd name="connsiteY10" fmla="*/ 59841 h 5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41" h="59843">
                  <a:moveTo>
                    <a:pt x="31510" y="59841"/>
                  </a:moveTo>
                  <a:cubicBezTo>
                    <a:pt x="29313" y="59890"/>
                    <a:pt x="27238" y="58818"/>
                    <a:pt x="25988" y="56987"/>
                  </a:cubicBezTo>
                  <a:lnTo>
                    <a:pt x="1309" y="23197"/>
                  </a:lnTo>
                  <a:cubicBezTo>
                    <a:pt x="-931" y="20045"/>
                    <a:pt x="-225" y="15649"/>
                    <a:pt x="2887" y="13380"/>
                  </a:cubicBezTo>
                  <a:cubicBezTo>
                    <a:pt x="5999" y="11110"/>
                    <a:pt x="10338" y="11825"/>
                    <a:pt x="12578" y="14978"/>
                  </a:cubicBezTo>
                  <a:lnTo>
                    <a:pt x="31510" y="41347"/>
                  </a:lnTo>
                  <a:lnTo>
                    <a:pt x="60697" y="2877"/>
                  </a:lnTo>
                  <a:cubicBezTo>
                    <a:pt x="63000" y="-275"/>
                    <a:pt x="67390" y="-939"/>
                    <a:pt x="70502" y="1393"/>
                  </a:cubicBezTo>
                  <a:cubicBezTo>
                    <a:pt x="73613" y="3726"/>
                    <a:pt x="74269" y="8172"/>
                    <a:pt x="71967" y="11325"/>
                  </a:cubicBezTo>
                  <a:lnTo>
                    <a:pt x="37258" y="56987"/>
                  </a:lnTo>
                  <a:cubicBezTo>
                    <a:pt x="35923" y="58839"/>
                    <a:pt x="33773" y="59906"/>
                    <a:pt x="31510" y="5984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8A6BAD9-0346-B544-A305-DDD9299D3550}"/>
                </a:ext>
              </a:extLst>
            </p:cNvPr>
            <p:cNvSpPr/>
            <p:nvPr/>
          </p:nvSpPr>
          <p:spPr>
            <a:xfrm>
              <a:off x="5658119" y="2355520"/>
              <a:ext cx="271925" cy="285387"/>
            </a:xfrm>
            <a:custGeom>
              <a:avLst/>
              <a:gdLst>
                <a:gd name="connsiteX0" fmla="*/ 265051 w 271925"/>
                <a:gd name="connsiteY0" fmla="*/ 285387 h 285387"/>
                <a:gd name="connsiteX1" fmla="*/ 262008 w 271925"/>
                <a:gd name="connsiteY1" fmla="*/ 284588 h 285387"/>
                <a:gd name="connsiteX2" fmla="*/ 236653 w 271925"/>
                <a:gd name="connsiteY2" fmla="*/ 278424 h 285387"/>
                <a:gd name="connsiteX3" fmla="*/ 229779 w 271925"/>
                <a:gd name="connsiteY3" fmla="*/ 271460 h 285387"/>
                <a:gd name="connsiteX4" fmla="*/ 229779 w 271925"/>
                <a:gd name="connsiteY4" fmla="*/ 39498 h 285387"/>
                <a:gd name="connsiteX5" fmla="*/ 6762 w 271925"/>
                <a:gd name="connsiteY5" fmla="*/ 39498 h 285387"/>
                <a:gd name="connsiteX6" fmla="*/ 0 w 271925"/>
                <a:gd name="connsiteY6" fmla="*/ 32649 h 285387"/>
                <a:gd name="connsiteX7" fmla="*/ 1 w 271925"/>
                <a:gd name="connsiteY7" fmla="*/ 32534 h 285387"/>
                <a:gd name="connsiteX8" fmla="*/ 1 w 271925"/>
                <a:gd name="connsiteY8" fmla="*/ 6963 h 285387"/>
                <a:gd name="connsiteX9" fmla="*/ 6649 w 271925"/>
                <a:gd name="connsiteY9" fmla="*/ 1 h 285387"/>
                <a:gd name="connsiteX10" fmla="*/ 6762 w 271925"/>
                <a:gd name="connsiteY10" fmla="*/ 0 h 285387"/>
                <a:gd name="connsiteX11" fmla="*/ 265051 w 271925"/>
                <a:gd name="connsiteY11" fmla="*/ 0 h 285387"/>
                <a:gd name="connsiteX12" fmla="*/ 271925 w 271925"/>
                <a:gd name="connsiteY12" fmla="*/ 6963 h 285387"/>
                <a:gd name="connsiteX13" fmla="*/ 271925 w 271925"/>
                <a:gd name="connsiteY13" fmla="*/ 277967 h 285387"/>
                <a:gd name="connsiteX14" fmla="*/ 268657 w 271925"/>
                <a:gd name="connsiteY14" fmla="*/ 283903 h 285387"/>
                <a:gd name="connsiteX15" fmla="*/ 265051 w 271925"/>
                <a:gd name="connsiteY15" fmla="*/ 285387 h 285387"/>
                <a:gd name="connsiteX16" fmla="*/ 243414 w 271925"/>
                <a:gd name="connsiteY16" fmla="*/ 264953 h 285387"/>
                <a:gd name="connsiteX17" fmla="*/ 258289 w 271925"/>
                <a:gd name="connsiteY17" fmla="*/ 268036 h 285387"/>
                <a:gd name="connsiteX18" fmla="*/ 258290 w 271925"/>
                <a:gd name="connsiteY18" fmla="*/ 13813 h 285387"/>
                <a:gd name="connsiteX19" fmla="*/ 13637 w 271925"/>
                <a:gd name="connsiteY19" fmla="*/ 13813 h 285387"/>
                <a:gd name="connsiteX20" fmla="*/ 13637 w 271925"/>
                <a:gd name="connsiteY20" fmla="*/ 25228 h 285387"/>
                <a:gd name="connsiteX21" fmla="*/ 236653 w 271925"/>
                <a:gd name="connsiteY21" fmla="*/ 25228 h 285387"/>
                <a:gd name="connsiteX22" fmla="*/ 243414 w 271925"/>
                <a:gd name="connsiteY22" fmla="*/ 32078 h 28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1925" h="285387">
                  <a:moveTo>
                    <a:pt x="265051" y="285387"/>
                  </a:moveTo>
                  <a:cubicBezTo>
                    <a:pt x="263985" y="285395"/>
                    <a:pt x="262936" y="285120"/>
                    <a:pt x="262008" y="284588"/>
                  </a:cubicBezTo>
                  <a:cubicBezTo>
                    <a:pt x="254157" y="280529"/>
                    <a:pt x="245467" y="278416"/>
                    <a:pt x="236653" y="278424"/>
                  </a:cubicBezTo>
                  <a:cubicBezTo>
                    <a:pt x="232856" y="278424"/>
                    <a:pt x="229779" y="275306"/>
                    <a:pt x="229779" y="271460"/>
                  </a:cubicBezTo>
                  <a:lnTo>
                    <a:pt x="229779" y="39498"/>
                  </a:lnTo>
                  <a:lnTo>
                    <a:pt x="6762" y="39498"/>
                  </a:lnTo>
                  <a:cubicBezTo>
                    <a:pt x="3028" y="39498"/>
                    <a:pt x="1" y="36432"/>
                    <a:pt x="0" y="32649"/>
                  </a:cubicBezTo>
                  <a:cubicBezTo>
                    <a:pt x="0" y="32611"/>
                    <a:pt x="0" y="32573"/>
                    <a:pt x="1" y="32534"/>
                  </a:cubicBezTo>
                  <a:lnTo>
                    <a:pt x="1" y="6963"/>
                  </a:lnTo>
                  <a:cubicBezTo>
                    <a:pt x="-61" y="3181"/>
                    <a:pt x="2915" y="64"/>
                    <a:pt x="6649" y="1"/>
                  </a:cubicBezTo>
                  <a:cubicBezTo>
                    <a:pt x="6687" y="0"/>
                    <a:pt x="6725" y="0"/>
                    <a:pt x="6762" y="0"/>
                  </a:cubicBezTo>
                  <a:lnTo>
                    <a:pt x="265051" y="0"/>
                  </a:lnTo>
                  <a:cubicBezTo>
                    <a:pt x="268847" y="0"/>
                    <a:pt x="271925" y="3118"/>
                    <a:pt x="271925" y="6963"/>
                  </a:cubicBezTo>
                  <a:lnTo>
                    <a:pt x="271925" y="277967"/>
                  </a:lnTo>
                  <a:cubicBezTo>
                    <a:pt x="271950" y="280392"/>
                    <a:pt x="270707" y="282650"/>
                    <a:pt x="268657" y="283903"/>
                  </a:cubicBezTo>
                  <a:cubicBezTo>
                    <a:pt x="267618" y="284734"/>
                    <a:pt x="266368" y="285249"/>
                    <a:pt x="265051" y="285387"/>
                  </a:cubicBezTo>
                  <a:close/>
                  <a:moveTo>
                    <a:pt x="243414" y="264953"/>
                  </a:moveTo>
                  <a:cubicBezTo>
                    <a:pt x="248471" y="265412"/>
                    <a:pt x="253461" y="266446"/>
                    <a:pt x="258289" y="268036"/>
                  </a:cubicBezTo>
                  <a:lnTo>
                    <a:pt x="258290" y="13813"/>
                  </a:lnTo>
                  <a:lnTo>
                    <a:pt x="13637" y="13813"/>
                  </a:lnTo>
                  <a:lnTo>
                    <a:pt x="13637" y="25228"/>
                  </a:lnTo>
                  <a:lnTo>
                    <a:pt x="236653" y="25228"/>
                  </a:lnTo>
                  <a:cubicBezTo>
                    <a:pt x="240387" y="25228"/>
                    <a:pt x="243414" y="28295"/>
                    <a:pt x="243414" y="3207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2" name="Graphic 48">
            <a:extLst>
              <a:ext uri="{FF2B5EF4-FFF2-40B4-BE49-F238E27FC236}">
                <a16:creationId xmlns:a16="http://schemas.microsoft.com/office/drawing/2014/main" id="{A448BC26-6B65-994C-A5FD-F1ACED553D6D}"/>
              </a:ext>
            </a:extLst>
          </p:cNvPr>
          <p:cNvGrpSpPr>
            <a:grpSpLocks noChangeAspect="1"/>
          </p:cNvGrpSpPr>
          <p:nvPr/>
        </p:nvGrpSpPr>
        <p:grpSpPr>
          <a:xfrm>
            <a:off x="7288924" y="4287112"/>
            <a:ext cx="420441" cy="309617"/>
            <a:chOff x="5591192" y="2401621"/>
            <a:chExt cx="420441" cy="309617"/>
          </a:xfrm>
          <a:solidFill>
            <a:srgbClr val="FFFFFF"/>
          </a:solidFill>
        </p:grpSpPr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729750C-B714-2947-BAD8-314DDF1598C9}"/>
                </a:ext>
              </a:extLst>
            </p:cNvPr>
            <p:cNvSpPr/>
            <p:nvPr/>
          </p:nvSpPr>
          <p:spPr>
            <a:xfrm>
              <a:off x="5591192" y="2654777"/>
              <a:ext cx="420441" cy="56461"/>
            </a:xfrm>
            <a:custGeom>
              <a:avLst/>
              <a:gdLst>
                <a:gd name="connsiteX0" fmla="*/ 380333 w 420441"/>
                <a:gd name="connsiteY0" fmla="*/ 56460 h 56461"/>
                <a:gd name="connsiteX1" fmla="*/ 39762 w 420441"/>
                <a:gd name="connsiteY1" fmla="*/ 56460 h 56461"/>
                <a:gd name="connsiteX2" fmla="*/ 0 w 420441"/>
                <a:gd name="connsiteY2" fmla="*/ 17075 h 56461"/>
                <a:gd name="connsiteX3" fmla="*/ 0 w 420441"/>
                <a:gd name="connsiteY3" fmla="*/ 6831 h 56461"/>
                <a:gd name="connsiteX4" fmla="*/ 6914 w 420441"/>
                <a:gd name="connsiteY4" fmla="*/ 0 h 56461"/>
                <a:gd name="connsiteX5" fmla="*/ 7030 w 420441"/>
                <a:gd name="connsiteY5" fmla="*/ 1 h 56461"/>
                <a:gd name="connsiteX6" fmla="*/ 413411 w 420441"/>
                <a:gd name="connsiteY6" fmla="*/ 1 h 56461"/>
                <a:gd name="connsiteX7" fmla="*/ 420440 w 420441"/>
                <a:gd name="connsiteY7" fmla="*/ 6716 h 56461"/>
                <a:gd name="connsiteX8" fmla="*/ 420441 w 420441"/>
                <a:gd name="connsiteY8" fmla="*/ 6831 h 56461"/>
                <a:gd name="connsiteX9" fmla="*/ 420441 w 420441"/>
                <a:gd name="connsiteY9" fmla="*/ 17075 h 56461"/>
                <a:gd name="connsiteX10" fmla="*/ 380564 w 420441"/>
                <a:gd name="connsiteY10" fmla="*/ 56461 h 56461"/>
                <a:gd name="connsiteX11" fmla="*/ 380333 w 420441"/>
                <a:gd name="connsiteY11" fmla="*/ 56460 h 56461"/>
                <a:gd name="connsiteX12" fmla="*/ 13946 w 420441"/>
                <a:gd name="connsiteY12" fmla="*/ 13774 h 56461"/>
                <a:gd name="connsiteX13" fmla="*/ 13946 w 420441"/>
                <a:gd name="connsiteY13" fmla="*/ 17075 h 56461"/>
                <a:gd name="connsiteX14" fmla="*/ 39531 w 420441"/>
                <a:gd name="connsiteY14" fmla="*/ 42800 h 56461"/>
                <a:gd name="connsiteX15" fmla="*/ 39762 w 420441"/>
                <a:gd name="connsiteY15" fmla="*/ 42801 h 56461"/>
                <a:gd name="connsiteX16" fmla="*/ 380333 w 420441"/>
                <a:gd name="connsiteY16" fmla="*/ 42801 h 56461"/>
                <a:gd name="connsiteX17" fmla="*/ 406150 w 420441"/>
                <a:gd name="connsiteY17" fmla="*/ 17303 h 56461"/>
                <a:gd name="connsiteX18" fmla="*/ 406150 w 420441"/>
                <a:gd name="connsiteY18" fmla="*/ 14002 h 5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0441" h="56461">
                  <a:moveTo>
                    <a:pt x="380333" y="56460"/>
                  </a:moveTo>
                  <a:lnTo>
                    <a:pt x="39762" y="56460"/>
                  </a:lnTo>
                  <a:cubicBezTo>
                    <a:pt x="17783" y="56398"/>
                    <a:pt x="0" y="38783"/>
                    <a:pt x="0" y="17075"/>
                  </a:cubicBezTo>
                  <a:lnTo>
                    <a:pt x="0" y="6831"/>
                  </a:lnTo>
                  <a:cubicBezTo>
                    <a:pt x="-1" y="3059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3411" y="1"/>
                  </a:lnTo>
                  <a:cubicBezTo>
                    <a:pt x="417229" y="-62"/>
                    <a:pt x="420377" y="2945"/>
                    <a:pt x="420440" y="6716"/>
                  </a:cubicBezTo>
                  <a:cubicBezTo>
                    <a:pt x="420441" y="6754"/>
                    <a:pt x="420441" y="6792"/>
                    <a:pt x="420441" y="6831"/>
                  </a:cubicBezTo>
                  <a:lnTo>
                    <a:pt x="420441" y="17075"/>
                  </a:lnTo>
                  <a:cubicBezTo>
                    <a:pt x="420441" y="38827"/>
                    <a:pt x="402588" y="56461"/>
                    <a:pt x="380564" y="56461"/>
                  </a:cubicBezTo>
                  <a:cubicBezTo>
                    <a:pt x="380487" y="56461"/>
                    <a:pt x="380410" y="56461"/>
                    <a:pt x="380333" y="56460"/>
                  </a:cubicBezTo>
                  <a:close/>
                  <a:moveTo>
                    <a:pt x="13946" y="13774"/>
                  </a:moveTo>
                  <a:lnTo>
                    <a:pt x="13946" y="17075"/>
                  </a:lnTo>
                  <a:cubicBezTo>
                    <a:pt x="13818" y="31157"/>
                    <a:pt x="25273" y="42674"/>
                    <a:pt x="39531" y="42800"/>
                  </a:cubicBezTo>
                  <a:cubicBezTo>
                    <a:pt x="39608" y="42801"/>
                    <a:pt x="39685" y="42801"/>
                    <a:pt x="39762" y="42801"/>
                  </a:cubicBezTo>
                  <a:lnTo>
                    <a:pt x="380333" y="42801"/>
                  </a:lnTo>
                  <a:cubicBezTo>
                    <a:pt x="394591" y="42801"/>
                    <a:pt x="406150" y="31385"/>
                    <a:pt x="406150" y="17303"/>
                  </a:cubicBezTo>
                  <a:lnTo>
                    <a:pt x="406150" y="1400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63A5230-D306-0348-9C3E-4005C7F37D3A}"/>
                </a:ext>
              </a:extLst>
            </p:cNvPr>
            <p:cNvSpPr/>
            <p:nvPr/>
          </p:nvSpPr>
          <p:spPr>
            <a:xfrm>
              <a:off x="5601911" y="2401621"/>
              <a:ext cx="399004" cy="266930"/>
            </a:xfrm>
            <a:custGeom>
              <a:avLst/>
              <a:gdLst>
                <a:gd name="connsiteX0" fmla="*/ 391974 w 399004"/>
                <a:gd name="connsiteY0" fmla="*/ 266931 h 266930"/>
                <a:gd name="connsiteX1" fmla="*/ 7030 w 399004"/>
                <a:gd name="connsiteY1" fmla="*/ 266931 h 266930"/>
                <a:gd name="connsiteX2" fmla="*/ 0 w 399004"/>
                <a:gd name="connsiteY2" fmla="*/ 259987 h 266930"/>
                <a:gd name="connsiteX3" fmla="*/ 0 w 399004"/>
                <a:gd name="connsiteY3" fmla="*/ 13773 h 266930"/>
                <a:gd name="connsiteX4" fmla="*/ 13946 w 399004"/>
                <a:gd name="connsiteY4" fmla="*/ 0 h 266930"/>
                <a:gd name="connsiteX5" fmla="*/ 385059 w 399004"/>
                <a:gd name="connsiteY5" fmla="*/ 0 h 266930"/>
                <a:gd name="connsiteX6" fmla="*/ 399004 w 399004"/>
                <a:gd name="connsiteY6" fmla="*/ 13773 h 266930"/>
                <a:gd name="connsiteX7" fmla="*/ 399004 w 399004"/>
                <a:gd name="connsiteY7" fmla="*/ 259987 h 266930"/>
                <a:gd name="connsiteX8" fmla="*/ 391974 w 399004"/>
                <a:gd name="connsiteY8" fmla="*/ 266931 h 266930"/>
                <a:gd name="connsiteX9" fmla="*/ 13946 w 399004"/>
                <a:gd name="connsiteY9" fmla="*/ 253157 h 266930"/>
                <a:gd name="connsiteX10" fmla="*/ 385059 w 399004"/>
                <a:gd name="connsiteY10" fmla="*/ 253157 h 266930"/>
                <a:gd name="connsiteX11" fmla="*/ 385059 w 399004"/>
                <a:gd name="connsiteY11" fmla="*/ 14115 h 266930"/>
                <a:gd name="connsiteX12" fmla="*/ 13946 w 399004"/>
                <a:gd name="connsiteY12" fmla="*/ 14115 h 26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04" h="266930">
                  <a:moveTo>
                    <a:pt x="391974" y="266931"/>
                  </a:moveTo>
                  <a:lnTo>
                    <a:pt x="7030" y="266931"/>
                  </a:lnTo>
                  <a:cubicBezTo>
                    <a:pt x="3148" y="266931"/>
                    <a:pt x="0" y="263822"/>
                    <a:pt x="0" y="259987"/>
                  </a:cubicBezTo>
                  <a:lnTo>
                    <a:pt x="0" y="13773"/>
                  </a:lnTo>
                  <a:cubicBezTo>
                    <a:pt x="0" y="6167"/>
                    <a:pt x="6244" y="0"/>
                    <a:pt x="13946" y="0"/>
                  </a:cubicBezTo>
                  <a:lnTo>
                    <a:pt x="385059" y="0"/>
                  </a:lnTo>
                  <a:cubicBezTo>
                    <a:pt x="392761" y="0"/>
                    <a:pt x="399004" y="6167"/>
                    <a:pt x="399004" y="13773"/>
                  </a:cubicBezTo>
                  <a:lnTo>
                    <a:pt x="399004" y="259987"/>
                  </a:lnTo>
                  <a:cubicBezTo>
                    <a:pt x="399004" y="263822"/>
                    <a:pt x="395857" y="266931"/>
                    <a:pt x="391974" y="266931"/>
                  </a:cubicBezTo>
                  <a:close/>
                  <a:moveTo>
                    <a:pt x="13946" y="253157"/>
                  </a:moveTo>
                  <a:lnTo>
                    <a:pt x="385059" y="253157"/>
                  </a:lnTo>
                  <a:lnTo>
                    <a:pt x="385059" y="14115"/>
                  </a:lnTo>
                  <a:lnTo>
                    <a:pt x="13946" y="1411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94CD5DE1-C942-E241-9F07-C6FA876CBD37}"/>
                </a:ext>
              </a:extLst>
            </p:cNvPr>
            <p:cNvSpPr/>
            <p:nvPr/>
          </p:nvSpPr>
          <p:spPr>
            <a:xfrm>
              <a:off x="5630724" y="2430647"/>
              <a:ext cx="341377" cy="208763"/>
            </a:xfrm>
            <a:custGeom>
              <a:avLst/>
              <a:gdLst>
                <a:gd name="connsiteX0" fmla="*/ 327432 w 341377"/>
                <a:gd name="connsiteY0" fmla="*/ 208764 h 208763"/>
                <a:gd name="connsiteX1" fmla="*/ 13946 w 341377"/>
                <a:gd name="connsiteY1" fmla="*/ 208764 h 208763"/>
                <a:gd name="connsiteX2" fmla="*/ 0 w 341377"/>
                <a:gd name="connsiteY2" fmla="*/ 194990 h 208763"/>
                <a:gd name="connsiteX3" fmla="*/ 0 w 341377"/>
                <a:gd name="connsiteY3" fmla="*/ 13887 h 208763"/>
                <a:gd name="connsiteX4" fmla="*/ 13946 w 341377"/>
                <a:gd name="connsiteY4" fmla="*/ 0 h 208763"/>
                <a:gd name="connsiteX5" fmla="*/ 327432 w 341377"/>
                <a:gd name="connsiteY5" fmla="*/ 0 h 208763"/>
                <a:gd name="connsiteX6" fmla="*/ 341378 w 341377"/>
                <a:gd name="connsiteY6" fmla="*/ 13887 h 208763"/>
                <a:gd name="connsiteX7" fmla="*/ 341378 w 341377"/>
                <a:gd name="connsiteY7" fmla="*/ 194990 h 208763"/>
                <a:gd name="connsiteX8" fmla="*/ 327432 w 341377"/>
                <a:gd name="connsiteY8" fmla="*/ 208764 h 208763"/>
                <a:gd name="connsiteX9" fmla="*/ 13946 w 341377"/>
                <a:gd name="connsiteY9" fmla="*/ 13887 h 208763"/>
                <a:gd name="connsiteX10" fmla="*/ 13946 w 341377"/>
                <a:gd name="connsiteY10" fmla="*/ 194990 h 208763"/>
                <a:gd name="connsiteX11" fmla="*/ 327432 w 341377"/>
                <a:gd name="connsiteY11" fmla="*/ 194990 h 208763"/>
                <a:gd name="connsiteX12" fmla="*/ 327432 w 341377"/>
                <a:gd name="connsiteY12" fmla="*/ 13887 h 20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377" h="208763">
                  <a:moveTo>
                    <a:pt x="327432" y="208764"/>
                  </a:moveTo>
                  <a:lnTo>
                    <a:pt x="13946" y="208764"/>
                  </a:lnTo>
                  <a:cubicBezTo>
                    <a:pt x="6244" y="208764"/>
                    <a:pt x="0" y="202597"/>
                    <a:pt x="0" y="194990"/>
                  </a:cubicBezTo>
                  <a:lnTo>
                    <a:pt x="0" y="13887"/>
                  </a:lnTo>
                  <a:cubicBezTo>
                    <a:pt x="0" y="6262"/>
                    <a:pt x="6225" y="63"/>
                    <a:pt x="13946" y="0"/>
                  </a:cubicBezTo>
                  <a:lnTo>
                    <a:pt x="327432" y="0"/>
                  </a:lnTo>
                  <a:cubicBezTo>
                    <a:pt x="335153" y="63"/>
                    <a:pt x="341378" y="6262"/>
                    <a:pt x="341378" y="13887"/>
                  </a:cubicBezTo>
                  <a:lnTo>
                    <a:pt x="341378" y="194990"/>
                  </a:lnTo>
                  <a:cubicBezTo>
                    <a:pt x="341378" y="202597"/>
                    <a:pt x="335134" y="208764"/>
                    <a:pt x="327432" y="208764"/>
                  </a:cubicBezTo>
                  <a:close/>
                  <a:moveTo>
                    <a:pt x="13946" y="13887"/>
                  </a:moveTo>
                  <a:lnTo>
                    <a:pt x="13946" y="194990"/>
                  </a:lnTo>
                  <a:lnTo>
                    <a:pt x="327432" y="194990"/>
                  </a:lnTo>
                  <a:lnTo>
                    <a:pt x="327432" y="13887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2FABFD87-6FCA-804D-9829-C5664DE418BE}"/>
                </a:ext>
              </a:extLst>
            </p:cNvPr>
            <p:cNvSpPr/>
            <p:nvPr/>
          </p:nvSpPr>
          <p:spPr>
            <a:xfrm>
              <a:off x="5693768" y="2465365"/>
              <a:ext cx="55782" cy="55093"/>
            </a:xfrm>
            <a:custGeom>
              <a:avLst/>
              <a:gdLst>
                <a:gd name="connsiteX0" fmla="*/ 27890 w 55782"/>
                <a:gd name="connsiteY0" fmla="*/ 55094 h 55093"/>
                <a:gd name="connsiteX1" fmla="*/ 0 w 55782"/>
                <a:gd name="connsiteY1" fmla="*/ 27546 h 55093"/>
                <a:gd name="connsiteX2" fmla="*/ 27892 w 55782"/>
                <a:gd name="connsiteY2" fmla="*/ 0 h 55093"/>
                <a:gd name="connsiteX3" fmla="*/ 55781 w 55782"/>
                <a:gd name="connsiteY3" fmla="*/ 27319 h 55093"/>
                <a:gd name="connsiteX4" fmla="*/ 28122 w 55782"/>
                <a:gd name="connsiteY4" fmla="*/ 55093 h 55093"/>
                <a:gd name="connsiteX5" fmla="*/ 27890 w 55782"/>
                <a:gd name="connsiteY5" fmla="*/ 55094 h 55093"/>
                <a:gd name="connsiteX6" fmla="*/ 27890 w 55782"/>
                <a:gd name="connsiteY6" fmla="*/ 13887 h 55093"/>
                <a:gd name="connsiteX7" fmla="*/ 13834 w 55782"/>
                <a:gd name="connsiteY7" fmla="*/ 27551 h 55093"/>
                <a:gd name="connsiteX8" fmla="*/ 27668 w 55782"/>
                <a:gd name="connsiteY8" fmla="*/ 41433 h 55093"/>
                <a:gd name="connsiteX9" fmla="*/ 41724 w 55782"/>
                <a:gd name="connsiteY9" fmla="*/ 27770 h 55093"/>
                <a:gd name="connsiteX10" fmla="*/ 41720 w 55782"/>
                <a:gd name="connsiteY10" fmla="*/ 27319 h 55093"/>
                <a:gd name="connsiteX11" fmla="*/ 27890 w 55782"/>
                <a:gd name="connsiteY11" fmla="*/ 13887 h 5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782" h="55093">
                  <a:moveTo>
                    <a:pt x="27890" y="55094"/>
                  </a:moveTo>
                  <a:cubicBezTo>
                    <a:pt x="12486" y="55093"/>
                    <a:pt x="-1" y="42760"/>
                    <a:pt x="0" y="27546"/>
                  </a:cubicBezTo>
                  <a:cubicBezTo>
                    <a:pt x="1" y="12332"/>
                    <a:pt x="12488" y="-1"/>
                    <a:pt x="27892" y="0"/>
                  </a:cubicBezTo>
                  <a:cubicBezTo>
                    <a:pt x="43206" y="1"/>
                    <a:pt x="55655" y="12195"/>
                    <a:pt x="55781" y="27319"/>
                  </a:cubicBezTo>
                  <a:cubicBezTo>
                    <a:pt x="55909" y="42532"/>
                    <a:pt x="43525" y="54967"/>
                    <a:pt x="28122" y="55093"/>
                  </a:cubicBezTo>
                  <a:cubicBezTo>
                    <a:pt x="28044" y="55093"/>
                    <a:pt x="27967" y="55094"/>
                    <a:pt x="27890" y="55094"/>
                  </a:cubicBezTo>
                  <a:close/>
                  <a:moveTo>
                    <a:pt x="27890" y="13887"/>
                  </a:moveTo>
                  <a:cubicBezTo>
                    <a:pt x="20188" y="13827"/>
                    <a:pt x="13895" y="19944"/>
                    <a:pt x="13834" y="27551"/>
                  </a:cubicBezTo>
                  <a:cubicBezTo>
                    <a:pt x="13773" y="35157"/>
                    <a:pt x="19967" y="41373"/>
                    <a:pt x="27668" y="41433"/>
                  </a:cubicBezTo>
                  <a:cubicBezTo>
                    <a:pt x="35370" y="41494"/>
                    <a:pt x="41663" y="35376"/>
                    <a:pt x="41724" y="27770"/>
                  </a:cubicBezTo>
                  <a:cubicBezTo>
                    <a:pt x="41725" y="27620"/>
                    <a:pt x="41724" y="27469"/>
                    <a:pt x="41720" y="27319"/>
                  </a:cubicBezTo>
                  <a:cubicBezTo>
                    <a:pt x="41534" y="19890"/>
                    <a:pt x="35414" y="13946"/>
                    <a:pt x="27890" y="1388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E691E942-C6F9-1B49-818D-34477EF4FB79}"/>
                </a:ext>
              </a:extLst>
            </p:cNvPr>
            <p:cNvSpPr/>
            <p:nvPr/>
          </p:nvSpPr>
          <p:spPr>
            <a:xfrm>
              <a:off x="5669333" y="2520189"/>
              <a:ext cx="105112" cy="84518"/>
            </a:xfrm>
            <a:custGeom>
              <a:avLst/>
              <a:gdLst>
                <a:gd name="connsiteX0" fmla="*/ 97735 w 105112"/>
                <a:gd name="connsiteY0" fmla="*/ 84504 h 84518"/>
                <a:gd name="connsiteX1" fmla="*/ 6916 w 105112"/>
                <a:gd name="connsiteY1" fmla="*/ 84504 h 84518"/>
                <a:gd name="connsiteX2" fmla="*/ 0 w 105112"/>
                <a:gd name="connsiteY2" fmla="*/ 77675 h 84518"/>
                <a:gd name="connsiteX3" fmla="*/ 1 w 105112"/>
                <a:gd name="connsiteY3" fmla="*/ 77560 h 84518"/>
                <a:gd name="connsiteX4" fmla="*/ 1 w 105112"/>
                <a:gd name="connsiteY4" fmla="*/ 20645 h 84518"/>
                <a:gd name="connsiteX5" fmla="*/ 11526 w 105112"/>
                <a:gd name="connsiteY5" fmla="*/ 4367 h 84518"/>
                <a:gd name="connsiteX6" fmla="*/ 12448 w 105112"/>
                <a:gd name="connsiteY6" fmla="*/ 4367 h 84518"/>
                <a:gd name="connsiteX7" fmla="*/ 30658 w 105112"/>
                <a:gd name="connsiteY7" fmla="*/ 156 h 84518"/>
                <a:gd name="connsiteX8" fmla="*/ 38150 w 105112"/>
                <a:gd name="connsiteY8" fmla="*/ 3115 h 84518"/>
                <a:gd name="connsiteX9" fmla="*/ 52556 w 105112"/>
                <a:gd name="connsiteY9" fmla="*/ 24401 h 84518"/>
                <a:gd name="connsiteX10" fmla="*/ 66963 w 105112"/>
                <a:gd name="connsiteY10" fmla="*/ 3115 h 84518"/>
                <a:gd name="connsiteX11" fmla="*/ 74339 w 105112"/>
                <a:gd name="connsiteY11" fmla="*/ 156 h 84518"/>
                <a:gd name="connsiteX12" fmla="*/ 92664 w 105112"/>
                <a:gd name="connsiteY12" fmla="*/ 4367 h 84518"/>
                <a:gd name="connsiteX13" fmla="*/ 93586 w 105112"/>
                <a:gd name="connsiteY13" fmla="*/ 4367 h 84518"/>
                <a:gd name="connsiteX14" fmla="*/ 105111 w 105112"/>
                <a:gd name="connsiteY14" fmla="*/ 20645 h 84518"/>
                <a:gd name="connsiteX15" fmla="*/ 105111 w 105112"/>
                <a:gd name="connsiteY15" fmla="*/ 77560 h 84518"/>
                <a:gd name="connsiteX16" fmla="*/ 98328 w 105112"/>
                <a:gd name="connsiteY16" fmla="*/ 84518 h 84518"/>
                <a:gd name="connsiteX17" fmla="*/ 97735 w 105112"/>
                <a:gd name="connsiteY17" fmla="*/ 84504 h 84518"/>
                <a:gd name="connsiteX18" fmla="*/ 14062 w 105112"/>
                <a:gd name="connsiteY18" fmla="*/ 70730 h 84518"/>
                <a:gd name="connsiteX19" fmla="*/ 90820 w 105112"/>
                <a:gd name="connsiteY19" fmla="*/ 70730 h 84518"/>
                <a:gd name="connsiteX20" fmla="*/ 90820 w 105112"/>
                <a:gd name="connsiteY20" fmla="*/ 20190 h 84518"/>
                <a:gd name="connsiteX21" fmla="*/ 88745 w 105112"/>
                <a:gd name="connsiteY21" fmla="*/ 16889 h 84518"/>
                <a:gd name="connsiteX22" fmla="*/ 75837 w 105112"/>
                <a:gd name="connsiteY22" fmla="*/ 13929 h 84518"/>
                <a:gd name="connsiteX23" fmla="*/ 58203 w 105112"/>
                <a:gd name="connsiteY23" fmla="*/ 39882 h 84518"/>
                <a:gd name="connsiteX24" fmla="*/ 48024 w 105112"/>
                <a:gd name="connsiteY24" fmla="*/ 41211 h 84518"/>
                <a:gd name="connsiteX25" fmla="*/ 46678 w 105112"/>
                <a:gd name="connsiteY25" fmla="*/ 39882 h 84518"/>
                <a:gd name="connsiteX26" fmla="*/ 28929 w 105112"/>
                <a:gd name="connsiteY26" fmla="*/ 13929 h 84518"/>
                <a:gd name="connsiteX27" fmla="*/ 16021 w 105112"/>
                <a:gd name="connsiteY27" fmla="*/ 16889 h 84518"/>
                <a:gd name="connsiteX28" fmla="*/ 13947 w 105112"/>
                <a:gd name="connsiteY28" fmla="*/ 20190 h 8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5112" h="84518">
                  <a:moveTo>
                    <a:pt x="97735" y="84504"/>
                  </a:moveTo>
                  <a:lnTo>
                    <a:pt x="6916" y="84504"/>
                  </a:lnTo>
                  <a:cubicBezTo>
                    <a:pt x="3097" y="84504"/>
                    <a:pt x="1" y="81447"/>
                    <a:pt x="0" y="77675"/>
                  </a:cubicBezTo>
                  <a:cubicBezTo>
                    <a:pt x="0" y="77636"/>
                    <a:pt x="0" y="77598"/>
                    <a:pt x="1" y="77560"/>
                  </a:cubicBezTo>
                  <a:lnTo>
                    <a:pt x="1" y="20645"/>
                  </a:lnTo>
                  <a:cubicBezTo>
                    <a:pt x="59" y="13386"/>
                    <a:pt x="4642" y="6913"/>
                    <a:pt x="11526" y="4367"/>
                  </a:cubicBezTo>
                  <a:lnTo>
                    <a:pt x="12448" y="4367"/>
                  </a:lnTo>
                  <a:lnTo>
                    <a:pt x="30658" y="156"/>
                  </a:lnTo>
                  <a:cubicBezTo>
                    <a:pt x="33531" y="-445"/>
                    <a:pt x="36488" y="723"/>
                    <a:pt x="38150" y="3115"/>
                  </a:cubicBezTo>
                  <a:lnTo>
                    <a:pt x="52556" y="24401"/>
                  </a:lnTo>
                  <a:lnTo>
                    <a:pt x="66963" y="3115"/>
                  </a:lnTo>
                  <a:cubicBezTo>
                    <a:pt x="68586" y="742"/>
                    <a:pt x="71500" y="-427"/>
                    <a:pt x="74339" y="156"/>
                  </a:cubicBezTo>
                  <a:lnTo>
                    <a:pt x="92664" y="4367"/>
                  </a:lnTo>
                  <a:lnTo>
                    <a:pt x="93586" y="4367"/>
                  </a:lnTo>
                  <a:cubicBezTo>
                    <a:pt x="100470" y="6913"/>
                    <a:pt x="105053" y="13386"/>
                    <a:pt x="105111" y="20645"/>
                  </a:cubicBezTo>
                  <a:lnTo>
                    <a:pt x="105111" y="77560"/>
                  </a:lnTo>
                  <a:cubicBezTo>
                    <a:pt x="105183" y="81331"/>
                    <a:pt x="102146" y="84446"/>
                    <a:pt x="98328" y="84518"/>
                  </a:cubicBezTo>
                  <a:cubicBezTo>
                    <a:pt x="98130" y="84521"/>
                    <a:pt x="97932" y="84517"/>
                    <a:pt x="97735" y="84504"/>
                  </a:cubicBezTo>
                  <a:close/>
                  <a:moveTo>
                    <a:pt x="14062" y="70730"/>
                  </a:moveTo>
                  <a:lnTo>
                    <a:pt x="90820" y="70730"/>
                  </a:lnTo>
                  <a:lnTo>
                    <a:pt x="90820" y="20190"/>
                  </a:lnTo>
                  <a:cubicBezTo>
                    <a:pt x="90803" y="18794"/>
                    <a:pt x="90004" y="17523"/>
                    <a:pt x="88745" y="16889"/>
                  </a:cubicBezTo>
                  <a:lnTo>
                    <a:pt x="75837" y="13929"/>
                  </a:lnTo>
                  <a:lnTo>
                    <a:pt x="58203" y="39882"/>
                  </a:lnTo>
                  <a:cubicBezTo>
                    <a:pt x="55764" y="43026"/>
                    <a:pt x="51206" y="43621"/>
                    <a:pt x="48024" y="41211"/>
                  </a:cubicBezTo>
                  <a:cubicBezTo>
                    <a:pt x="47518" y="40828"/>
                    <a:pt x="47066" y="40382"/>
                    <a:pt x="46678" y="39882"/>
                  </a:cubicBezTo>
                  <a:lnTo>
                    <a:pt x="28929" y="13929"/>
                  </a:lnTo>
                  <a:lnTo>
                    <a:pt x="16021" y="16889"/>
                  </a:lnTo>
                  <a:cubicBezTo>
                    <a:pt x="14744" y="17503"/>
                    <a:pt x="13937" y="18787"/>
                    <a:pt x="13947" y="2019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AC6F6104-520C-FE42-B5FF-4DAB02B85F11}"/>
                </a:ext>
              </a:extLst>
            </p:cNvPr>
            <p:cNvSpPr/>
            <p:nvPr/>
          </p:nvSpPr>
          <p:spPr>
            <a:xfrm>
              <a:off x="5714628" y="2550144"/>
              <a:ext cx="13946" cy="54548"/>
            </a:xfrm>
            <a:custGeom>
              <a:avLst/>
              <a:gdLst>
                <a:gd name="connsiteX0" fmla="*/ 7030 w 13946"/>
                <a:gd name="connsiteY0" fmla="*/ 54549 h 54548"/>
                <a:gd name="connsiteX1" fmla="*/ 0 w 13946"/>
                <a:gd name="connsiteY1" fmla="*/ 47605 h 54548"/>
                <a:gd name="connsiteX2" fmla="*/ 0 w 13946"/>
                <a:gd name="connsiteY2" fmla="*/ 6057 h 54548"/>
                <a:gd name="connsiteX3" fmla="*/ 7871 w 13946"/>
                <a:gd name="connsiteY3" fmla="*/ 58 h 54548"/>
                <a:gd name="connsiteX4" fmla="*/ 13946 w 13946"/>
                <a:gd name="connsiteY4" fmla="*/ 6057 h 54548"/>
                <a:gd name="connsiteX5" fmla="*/ 13946 w 13946"/>
                <a:gd name="connsiteY5" fmla="*/ 47605 h 54548"/>
                <a:gd name="connsiteX6" fmla="*/ 7147 w 13946"/>
                <a:gd name="connsiteY6" fmla="*/ 54548 h 54548"/>
                <a:gd name="connsiteX7" fmla="*/ 7030 w 13946"/>
                <a:gd name="connsiteY7" fmla="*/ 54549 h 5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54548">
                  <a:moveTo>
                    <a:pt x="7030" y="54549"/>
                  </a:moveTo>
                  <a:cubicBezTo>
                    <a:pt x="3148" y="54549"/>
                    <a:pt x="0" y="51440"/>
                    <a:pt x="0" y="47605"/>
                  </a:cubicBezTo>
                  <a:lnTo>
                    <a:pt x="0" y="6057"/>
                  </a:lnTo>
                  <a:cubicBezTo>
                    <a:pt x="496" y="2254"/>
                    <a:pt x="4020" y="-432"/>
                    <a:pt x="7871" y="58"/>
                  </a:cubicBezTo>
                  <a:cubicBezTo>
                    <a:pt x="11041" y="461"/>
                    <a:pt x="13537" y="2926"/>
                    <a:pt x="13946" y="6057"/>
                  </a:cubicBezTo>
                  <a:lnTo>
                    <a:pt x="13946" y="47605"/>
                  </a:lnTo>
                  <a:cubicBezTo>
                    <a:pt x="14009" y="51376"/>
                    <a:pt x="10965" y="54485"/>
                    <a:pt x="7147" y="54548"/>
                  </a:cubicBezTo>
                  <a:cubicBezTo>
                    <a:pt x="7108" y="54548"/>
                    <a:pt x="7069" y="54549"/>
                    <a:pt x="7030" y="5454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F9F87B7-44EA-354F-B003-F0A6FA45F8EB}"/>
                </a:ext>
              </a:extLst>
            </p:cNvPr>
            <p:cNvSpPr/>
            <p:nvPr/>
          </p:nvSpPr>
          <p:spPr>
            <a:xfrm>
              <a:off x="5799223" y="2462747"/>
              <a:ext cx="142221" cy="110381"/>
            </a:xfrm>
            <a:custGeom>
              <a:avLst/>
              <a:gdLst>
                <a:gd name="connsiteX0" fmla="*/ 6915 w 142221"/>
                <a:gd name="connsiteY0" fmla="*/ 110301 h 110381"/>
                <a:gd name="connsiteX1" fmla="*/ 4495 w 142221"/>
                <a:gd name="connsiteY1" fmla="*/ 110301 h 110381"/>
                <a:gd name="connsiteX2" fmla="*/ 0 w 142221"/>
                <a:gd name="connsiteY2" fmla="*/ 103813 h 110381"/>
                <a:gd name="connsiteX3" fmla="*/ 0 w 142221"/>
                <a:gd name="connsiteY3" fmla="*/ 25156 h 110381"/>
                <a:gd name="connsiteX4" fmla="*/ 25471 w 142221"/>
                <a:gd name="connsiteY4" fmla="*/ 0 h 110381"/>
                <a:gd name="connsiteX5" fmla="*/ 116751 w 142221"/>
                <a:gd name="connsiteY5" fmla="*/ 0 h 110381"/>
                <a:gd name="connsiteX6" fmla="*/ 142222 w 142221"/>
                <a:gd name="connsiteY6" fmla="*/ 25156 h 110381"/>
                <a:gd name="connsiteX7" fmla="*/ 142222 w 142221"/>
                <a:gd name="connsiteY7" fmla="*/ 49174 h 110381"/>
                <a:gd name="connsiteX8" fmla="*/ 116751 w 142221"/>
                <a:gd name="connsiteY8" fmla="*/ 74331 h 110381"/>
                <a:gd name="connsiteX9" fmla="*/ 50481 w 142221"/>
                <a:gd name="connsiteY9" fmla="*/ 74331 h 110381"/>
                <a:gd name="connsiteX10" fmla="*/ 34345 w 142221"/>
                <a:gd name="connsiteY10" fmla="*/ 81844 h 110381"/>
                <a:gd name="connsiteX11" fmla="*/ 12332 w 142221"/>
                <a:gd name="connsiteY11" fmla="*/ 107797 h 110381"/>
                <a:gd name="connsiteX12" fmla="*/ 6915 w 142221"/>
                <a:gd name="connsiteY12" fmla="*/ 110301 h 110381"/>
                <a:gd name="connsiteX13" fmla="*/ 25471 w 142221"/>
                <a:gd name="connsiteY13" fmla="*/ 13773 h 110381"/>
                <a:gd name="connsiteX14" fmla="*/ 13946 w 142221"/>
                <a:gd name="connsiteY14" fmla="*/ 25156 h 110381"/>
                <a:gd name="connsiteX15" fmla="*/ 13946 w 142221"/>
                <a:gd name="connsiteY15" fmla="*/ 84348 h 110381"/>
                <a:gd name="connsiteX16" fmla="*/ 23627 w 142221"/>
                <a:gd name="connsiteY16" fmla="*/ 72965 h 110381"/>
                <a:gd name="connsiteX17" fmla="*/ 50481 w 142221"/>
                <a:gd name="connsiteY17" fmla="*/ 60557 h 110381"/>
                <a:gd name="connsiteX18" fmla="*/ 116751 w 142221"/>
                <a:gd name="connsiteY18" fmla="*/ 60557 h 110381"/>
                <a:gd name="connsiteX19" fmla="*/ 128276 w 142221"/>
                <a:gd name="connsiteY19" fmla="*/ 49174 h 110381"/>
                <a:gd name="connsiteX20" fmla="*/ 128276 w 142221"/>
                <a:gd name="connsiteY20" fmla="*/ 25156 h 110381"/>
                <a:gd name="connsiteX21" fmla="*/ 116751 w 142221"/>
                <a:gd name="connsiteY21" fmla="*/ 13773 h 1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21" h="110381">
                  <a:moveTo>
                    <a:pt x="6915" y="110301"/>
                  </a:moveTo>
                  <a:cubicBezTo>
                    <a:pt x="6112" y="110409"/>
                    <a:pt x="5298" y="110409"/>
                    <a:pt x="4495" y="110301"/>
                  </a:cubicBezTo>
                  <a:cubicBezTo>
                    <a:pt x="1782" y="109265"/>
                    <a:pt x="-5" y="106686"/>
                    <a:pt x="0" y="103813"/>
                  </a:cubicBezTo>
                  <a:lnTo>
                    <a:pt x="0" y="25156"/>
                  </a:lnTo>
                  <a:cubicBezTo>
                    <a:pt x="0" y="11263"/>
                    <a:pt x="11404" y="0"/>
                    <a:pt x="25471" y="0"/>
                  </a:cubicBezTo>
                  <a:lnTo>
                    <a:pt x="116751" y="0"/>
                  </a:lnTo>
                  <a:cubicBezTo>
                    <a:pt x="130818" y="0"/>
                    <a:pt x="142222" y="11263"/>
                    <a:pt x="142222" y="25156"/>
                  </a:cubicBezTo>
                  <a:lnTo>
                    <a:pt x="142222" y="49174"/>
                  </a:lnTo>
                  <a:cubicBezTo>
                    <a:pt x="142222" y="63068"/>
                    <a:pt x="130818" y="74331"/>
                    <a:pt x="116751" y="74331"/>
                  </a:cubicBezTo>
                  <a:lnTo>
                    <a:pt x="50481" y="74331"/>
                  </a:lnTo>
                  <a:cubicBezTo>
                    <a:pt x="44238" y="74339"/>
                    <a:pt x="38324" y="77093"/>
                    <a:pt x="34345" y="81844"/>
                  </a:cubicBezTo>
                  <a:lnTo>
                    <a:pt x="12332" y="107797"/>
                  </a:lnTo>
                  <a:cubicBezTo>
                    <a:pt x="10984" y="109373"/>
                    <a:pt x="9005" y="110289"/>
                    <a:pt x="6915" y="110301"/>
                  </a:cubicBezTo>
                  <a:close/>
                  <a:moveTo>
                    <a:pt x="25471" y="13773"/>
                  </a:moveTo>
                  <a:cubicBezTo>
                    <a:pt x="19106" y="13773"/>
                    <a:pt x="13946" y="18870"/>
                    <a:pt x="13946" y="25156"/>
                  </a:cubicBezTo>
                  <a:lnTo>
                    <a:pt x="13946" y="84348"/>
                  </a:lnTo>
                  <a:lnTo>
                    <a:pt x="23627" y="72965"/>
                  </a:lnTo>
                  <a:cubicBezTo>
                    <a:pt x="30238" y="65056"/>
                    <a:pt x="40097" y="60501"/>
                    <a:pt x="50481" y="60557"/>
                  </a:cubicBezTo>
                  <a:lnTo>
                    <a:pt x="116751" y="60557"/>
                  </a:lnTo>
                  <a:cubicBezTo>
                    <a:pt x="123116" y="60557"/>
                    <a:pt x="128276" y="55461"/>
                    <a:pt x="128276" y="49174"/>
                  </a:cubicBezTo>
                  <a:lnTo>
                    <a:pt x="128276" y="25156"/>
                  </a:lnTo>
                  <a:cubicBezTo>
                    <a:pt x="128276" y="18870"/>
                    <a:pt x="123116" y="13773"/>
                    <a:pt x="116751" y="1377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6F65FF5F-872D-2946-B4CA-656F50CF5221}"/>
                </a:ext>
              </a:extLst>
            </p:cNvPr>
            <p:cNvSpPr/>
            <p:nvPr/>
          </p:nvSpPr>
          <p:spPr>
            <a:xfrm>
              <a:off x="5834145" y="2492911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8 w 16136"/>
                <a:gd name="connsiteY1" fmla="*/ 15937 h 15936"/>
                <a:gd name="connsiteX2" fmla="*/ 0 w 16136"/>
                <a:gd name="connsiteY2" fmla="*/ 7969 h 15936"/>
                <a:gd name="connsiteX3" fmla="*/ 8068 w 16136"/>
                <a:gd name="connsiteY3" fmla="*/ 1 h 15936"/>
                <a:gd name="connsiteX4" fmla="*/ 16135 w 16136"/>
                <a:gd name="connsiteY4" fmla="*/ 7740 h 15936"/>
                <a:gd name="connsiteX5" fmla="*/ 16135 w 16136"/>
                <a:gd name="connsiteY5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3" y="15937"/>
                    <a:pt x="8068" y="15937"/>
                  </a:cubicBezTo>
                  <a:cubicBezTo>
                    <a:pt x="3612" y="15937"/>
                    <a:pt x="0" y="12370"/>
                    <a:pt x="0" y="7969"/>
                  </a:cubicBezTo>
                  <a:cubicBezTo>
                    <a:pt x="0" y="3568"/>
                    <a:pt x="3612" y="1"/>
                    <a:pt x="8068" y="1"/>
                  </a:cubicBezTo>
                  <a:cubicBezTo>
                    <a:pt x="12459" y="-62"/>
                    <a:pt x="16071" y="3402"/>
                    <a:pt x="16135" y="7740"/>
                  </a:cubicBezTo>
                  <a:cubicBezTo>
                    <a:pt x="16136" y="7816"/>
                    <a:pt x="16136" y="7892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BCAE75F5-72B8-D94F-A074-E548E5F40FA2}"/>
                </a:ext>
              </a:extLst>
            </p:cNvPr>
            <p:cNvSpPr/>
            <p:nvPr/>
          </p:nvSpPr>
          <p:spPr>
            <a:xfrm>
              <a:off x="5862151" y="2492911"/>
              <a:ext cx="16136" cy="15936"/>
            </a:xfrm>
            <a:custGeom>
              <a:avLst/>
              <a:gdLst>
                <a:gd name="connsiteX0" fmla="*/ 16135 w 16136"/>
                <a:gd name="connsiteY0" fmla="*/ 7969 h 15936"/>
                <a:gd name="connsiteX1" fmla="*/ 8067 w 16136"/>
                <a:gd name="connsiteY1" fmla="*/ 15936 h 15936"/>
                <a:gd name="connsiteX2" fmla="*/ 0 w 16136"/>
                <a:gd name="connsiteY2" fmla="*/ 7967 h 15936"/>
                <a:gd name="connsiteX3" fmla="*/ 8068 w 16136"/>
                <a:gd name="connsiteY3" fmla="*/ 0 h 15936"/>
                <a:gd name="connsiteX4" fmla="*/ 8183 w 16136"/>
                <a:gd name="connsiteY4" fmla="*/ 1 h 15936"/>
                <a:gd name="connsiteX5" fmla="*/ 16136 w 16136"/>
                <a:gd name="connsiteY5" fmla="*/ 7854 h 15936"/>
                <a:gd name="connsiteX6" fmla="*/ 16135 w 16136"/>
                <a:gd name="connsiteY6" fmla="*/ 7969 h 1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36" h="15936">
                  <a:moveTo>
                    <a:pt x="16135" y="7969"/>
                  </a:moveTo>
                  <a:cubicBezTo>
                    <a:pt x="16135" y="12370"/>
                    <a:pt x="12522" y="15937"/>
                    <a:pt x="8067" y="15936"/>
                  </a:cubicBezTo>
                  <a:cubicBezTo>
                    <a:pt x="3611" y="15936"/>
                    <a:pt x="0" y="12368"/>
                    <a:pt x="0" y="7967"/>
                  </a:cubicBezTo>
                  <a:cubicBezTo>
                    <a:pt x="0" y="3567"/>
                    <a:pt x="3613" y="0"/>
                    <a:pt x="8068" y="0"/>
                  </a:cubicBezTo>
                  <a:cubicBezTo>
                    <a:pt x="8107" y="0"/>
                    <a:pt x="8145" y="0"/>
                    <a:pt x="8183" y="1"/>
                  </a:cubicBezTo>
                  <a:cubicBezTo>
                    <a:pt x="12575" y="0"/>
                    <a:pt x="16136" y="3516"/>
                    <a:pt x="16136" y="7854"/>
                  </a:cubicBezTo>
                  <a:cubicBezTo>
                    <a:pt x="16136" y="7892"/>
                    <a:pt x="16136" y="7931"/>
                    <a:pt x="16135" y="79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B5205F9-56D2-A84A-B1BE-630C78367F1A}"/>
                </a:ext>
              </a:extLst>
            </p:cNvPr>
            <p:cNvSpPr/>
            <p:nvPr/>
          </p:nvSpPr>
          <p:spPr>
            <a:xfrm>
              <a:off x="5891234" y="2492912"/>
              <a:ext cx="15173" cy="15822"/>
            </a:xfrm>
            <a:custGeom>
              <a:avLst/>
              <a:gdLst>
                <a:gd name="connsiteX0" fmla="*/ 15174 w 15173"/>
                <a:gd name="connsiteY0" fmla="*/ 7968 h 15822"/>
                <a:gd name="connsiteX1" fmla="*/ 7106 w 15173"/>
                <a:gd name="connsiteY1" fmla="*/ 15822 h 15822"/>
                <a:gd name="connsiteX2" fmla="*/ 58 w 15173"/>
                <a:gd name="connsiteY2" fmla="*/ 6960 h 15822"/>
                <a:gd name="connsiteX3" fmla="*/ 7106 w 15173"/>
                <a:gd name="connsiteY3" fmla="*/ 0 h 15822"/>
                <a:gd name="connsiteX4" fmla="*/ 15174 w 15173"/>
                <a:gd name="connsiteY4" fmla="*/ 7968 h 1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73" h="15822">
                  <a:moveTo>
                    <a:pt x="15174" y="7968"/>
                  </a:moveTo>
                  <a:cubicBezTo>
                    <a:pt x="15111" y="12324"/>
                    <a:pt x="11517" y="15823"/>
                    <a:pt x="7106" y="15822"/>
                  </a:cubicBezTo>
                  <a:cubicBezTo>
                    <a:pt x="2682" y="15297"/>
                    <a:pt x="-473" y="11330"/>
                    <a:pt x="58" y="6960"/>
                  </a:cubicBezTo>
                  <a:cubicBezTo>
                    <a:pt x="502" y="3313"/>
                    <a:pt x="3413" y="438"/>
                    <a:pt x="7106" y="0"/>
                  </a:cubicBezTo>
                  <a:cubicBezTo>
                    <a:pt x="11562" y="0"/>
                    <a:pt x="15174" y="3567"/>
                    <a:pt x="15174" y="79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3" name="Graphic 50">
            <a:extLst>
              <a:ext uri="{FF2B5EF4-FFF2-40B4-BE49-F238E27FC236}">
                <a16:creationId xmlns:a16="http://schemas.microsoft.com/office/drawing/2014/main" id="{91C9DE94-22BD-5147-872B-72730CC5494B}"/>
              </a:ext>
            </a:extLst>
          </p:cNvPr>
          <p:cNvGrpSpPr>
            <a:grpSpLocks noChangeAspect="1"/>
          </p:cNvGrpSpPr>
          <p:nvPr/>
        </p:nvGrpSpPr>
        <p:grpSpPr>
          <a:xfrm>
            <a:off x="7028876" y="2807942"/>
            <a:ext cx="322891" cy="410536"/>
            <a:chOff x="5637293" y="2347836"/>
            <a:chExt cx="322891" cy="410536"/>
          </a:xfrm>
          <a:solidFill>
            <a:srgbClr val="FFFFFF"/>
          </a:solidFill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7EF678E-3536-DD4E-B087-50C7860DF180}"/>
                </a:ext>
              </a:extLst>
            </p:cNvPr>
            <p:cNvSpPr/>
            <p:nvPr/>
          </p:nvSpPr>
          <p:spPr>
            <a:xfrm>
              <a:off x="5637293" y="2347836"/>
              <a:ext cx="317464" cy="410536"/>
            </a:xfrm>
            <a:custGeom>
              <a:avLst/>
              <a:gdLst>
                <a:gd name="connsiteX0" fmla="*/ 310491 w 317464"/>
                <a:gd name="connsiteY0" fmla="*/ 410536 h 410536"/>
                <a:gd name="connsiteX1" fmla="*/ 7031 w 317464"/>
                <a:gd name="connsiteY1" fmla="*/ 410536 h 410536"/>
                <a:gd name="connsiteX2" fmla="*/ 1 w 317464"/>
                <a:gd name="connsiteY2" fmla="*/ 403921 h 410536"/>
                <a:gd name="connsiteX3" fmla="*/ 1 w 317464"/>
                <a:gd name="connsiteY3" fmla="*/ 403695 h 410536"/>
                <a:gd name="connsiteX4" fmla="*/ 1 w 317464"/>
                <a:gd name="connsiteY4" fmla="*/ 6840 h 410536"/>
                <a:gd name="connsiteX5" fmla="*/ 7031 w 317464"/>
                <a:gd name="connsiteY5" fmla="*/ 0 h 410536"/>
                <a:gd name="connsiteX6" fmla="*/ 310491 w 317464"/>
                <a:gd name="connsiteY6" fmla="*/ 0 h 410536"/>
                <a:gd name="connsiteX7" fmla="*/ 317407 w 317464"/>
                <a:gd name="connsiteY7" fmla="*/ 6727 h 410536"/>
                <a:gd name="connsiteX8" fmla="*/ 317406 w 317464"/>
                <a:gd name="connsiteY8" fmla="*/ 6840 h 410536"/>
                <a:gd name="connsiteX9" fmla="*/ 317406 w 317464"/>
                <a:gd name="connsiteY9" fmla="*/ 36781 h 410536"/>
                <a:gd name="connsiteX10" fmla="*/ 311332 w 317464"/>
                <a:gd name="connsiteY10" fmla="*/ 44439 h 410536"/>
                <a:gd name="connsiteX11" fmla="*/ 303461 w 317464"/>
                <a:gd name="connsiteY11" fmla="*/ 38529 h 410536"/>
                <a:gd name="connsiteX12" fmla="*/ 303461 w 317464"/>
                <a:gd name="connsiteY12" fmla="*/ 36781 h 410536"/>
                <a:gd name="connsiteX13" fmla="*/ 303461 w 317464"/>
                <a:gd name="connsiteY13" fmla="*/ 13569 h 410536"/>
                <a:gd name="connsiteX14" fmla="*/ 13947 w 317464"/>
                <a:gd name="connsiteY14" fmla="*/ 13569 h 410536"/>
                <a:gd name="connsiteX15" fmla="*/ 13947 w 317464"/>
                <a:gd name="connsiteY15" fmla="*/ 396967 h 410536"/>
                <a:gd name="connsiteX16" fmla="*/ 303461 w 317464"/>
                <a:gd name="connsiteY16" fmla="*/ 396967 h 410536"/>
                <a:gd name="connsiteX17" fmla="*/ 303461 w 317464"/>
                <a:gd name="connsiteY17" fmla="*/ 208800 h 410536"/>
                <a:gd name="connsiteX18" fmla="*/ 311332 w 317464"/>
                <a:gd name="connsiteY18" fmla="*/ 202890 h 410536"/>
                <a:gd name="connsiteX19" fmla="*/ 317406 w 317464"/>
                <a:gd name="connsiteY19" fmla="*/ 208800 h 410536"/>
                <a:gd name="connsiteX20" fmla="*/ 317406 w 317464"/>
                <a:gd name="connsiteY20" fmla="*/ 403695 h 410536"/>
                <a:gd name="connsiteX21" fmla="*/ 310607 w 317464"/>
                <a:gd name="connsiteY21" fmla="*/ 410535 h 410536"/>
                <a:gd name="connsiteX22" fmla="*/ 310491 w 317464"/>
                <a:gd name="connsiteY22" fmla="*/ 410536 h 41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7464" h="410536">
                  <a:moveTo>
                    <a:pt x="310491" y="410536"/>
                  </a:moveTo>
                  <a:lnTo>
                    <a:pt x="7031" y="410536"/>
                  </a:lnTo>
                  <a:cubicBezTo>
                    <a:pt x="3213" y="410598"/>
                    <a:pt x="65" y="407637"/>
                    <a:pt x="1" y="403921"/>
                  </a:cubicBezTo>
                  <a:cubicBezTo>
                    <a:pt x="0" y="403846"/>
                    <a:pt x="0" y="403771"/>
                    <a:pt x="1" y="403695"/>
                  </a:cubicBezTo>
                  <a:lnTo>
                    <a:pt x="1" y="6840"/>
                  </a:lnTo>
                  <a:cubicBezTo>
                    <a:pt x="1" y="3063"/>
                    <a:pt x="3149" y="0"/>
                    <a:pt x="7031" y="0"/>
                  </a:cubicBezTo>
                  <a:lnTo>
                    <a:pt x="310491" y="0"/>
                  </a:lnTo>
                  <a:cubicBezTo>
                    <a:pt x="314310" y="-1"/>
                    <a:pt x="317407" y="3011"/>
                    <a:pt x="317407" y="6727"/>
                  </a:cubicBezTo>
                  <a:cubicBezTo>
                    <a:pt x="317407" y="6765"/>
                    <a:pt x="317407" y="6803"/>
                    <a:pt x="317406" y="6840"/>
                  </a:cubicBezTo>
                  <a:lnTo>
                    <a:pt x="317406" y="36781"/>
                  </a:lnTo>
                  <a:cubicBezTo>
                    <a:pt x="317903" y="40528"/>
                    <a:pt x="315183" y="43957"/>
                    <a:pt x="311332" y="44439"/>
                  </a:cubicBezTo>
                  <a:cubicBezTo>
                    <a:pt x="307481" y="44922"/>
                    <a:pt x="303957" y="42276"/>
                    <a:pt x="303461" y="38529"/>
                  </a:cubicBezTo>
                  <a:cubicBezTo>
                    <a:pt x="303384" y="37949"/>
                    <a:pt x="303384" y="37361"/>
                    <a:pt x="303461" y="36781"/>
                  </a:cubicBezTo>
                  <a:lnTo>
                    <a:pt x="303461" y="13569"/>
                  </a:lnTo>
                  <a:lnTo>
                    <a:pt x="13947" y="13569"/>
                  </a:lnTo>
                  <a:lnTo>
                    <a:pt x="13947" y="396967"/>
                  </a:lnTo>
                  <a:lnTo>
                    <a:pt x="303461" y="396967"/>
                  </a:lnTo>
                  <a:lnTo>
                    <a:pt x="303461" y="208800"/>
                  </a:lnTo>
                  <a:cubicBezTo>
                    <a:pt x="303957" y="205053"/>
                    <a:pt x="307481" y="202407"/>
                    <a:pt x="311332" y="202890"/>
                  </a:cubicBezTo>
                  <a:cubicBezTo>
                    <a:pt x="314502" y="203287"/>
                    <a:pt x="316998" y="205716"/>
                    <a:pt x="317406" y="208800"/>
                  </a:cubicBezTo>
                  <a:lnTo>
                    <a:pt x="317406" y="403695"/>
                  </a:lnTo>
                  <a:cubicBezTo>
                    <a:pt x="317470" y="407411"/>
                    <a:pt x="314426" y="410473"/>
                    <a:pt x="310607" y="410535"/>
                  </a:cubicBezTo>
                  <a:cubicBezTo>
                    <a:pt x="310569" y="410535"/>
                    <a:pt x="310530" y="410536"/>
                    <a:pt x="310491" y="41053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6C87E920-D218-1F4F-8A12-6741127D7780}"/>
                </a:ext>
              </a:extLst>
            </p:cNvPr>
            <p:cNvSpPr/>
            <p:nvPr/>
          </p:nvSpPr>
          <p:spPr>
            <a:xfrm>
              <a:off x="5708265" y="2422296"/>
              <a:ext cx="150568" cy="13568"/>
            </a:xfrm>
            <a:custGeom>
              <a:avLst/>
              <a:gdLst>
                <a:gd name="connsiteX0" fmla="*/ 144436 w 150568"/>
                <a:gd name="connsiteY0" fmla="*/ 13569 h 13568"/>
                <a:gd name="connsiteX1" fmla="*/ 6133 w 150568"/>
                <a:gd name="connsiteY1" fmla="*/ 13569 h 13568"/>
                <a:gd name="connsiteX2" fmla="*/ 58 w 150568"/>
                <a:gd name="connsiteY2" fmla="*/ 5910 h 13568"/>
                <a:gd name="connsiteX3" fmla="*/ 6133 w 150568"/>
                <a:gd name="connsiteY3" fmla="*/ 0 h 13568"/>
                <a:gd name="connsiteX4" fmla="*/ 144436 w 150568"/>
                <a:gd name="connsiteY4" fmla="*/ 0 h 13568"/>
                <a:gd name="connsiteX5" fmla="*/ 150510 w 150568"/>
                <a:gd name="connsiteY5" fmla="*/ 7658 h 13568"/>
                <a:gd name="connsiteX6" fmla="*/ 144436 w 150568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68" h="13568">
                  <a:moveTo>
                    <a:pt x="144436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44436" y="0"/>
                  </a:lnTo>
                  <a:cubicBezTo>
                    <a:pt x="148287" y="483"/>
                    <a:pt x="151006" y="3911"/>
                    <a:pt x="150510" y="7658"/>
                  </a:cubicBezTo>
                  <a:cubicBezTo>
                    <a:pt x="150102" y="10743"/>
                    <a:pt x="147606" y="13171"/>
                    <a:pt x="144436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6E50CD2C-8984-8D4D-9C5A-1CF78D9F8A9D}"/>
                </a:ext>
              </a:extLst>
            </p:cNvPr>
            <p:cNvSpPr/>
            <p:nvPr/>
          </p:nvSpPr>
          <p:spPr>
            <a:xfrm>
              <a:off x="5677262" y="2490419"/>
              <a:ext cx="176683" cy="13681"/>
            </a:xfrm>
            <a:custGeom>
              <a:avLst/>
              <a:gdLst>
                <a:gd name="connsiteX0" fmla="*/ 168754 w 176683"/>
                <a:gd name="connsiteY0" fmla="*/ 13625 h 13681"/>
                <a:gd name="connsiteX1" fmla="*/ 6133 w 176683"/>
                <a:gd name="connsiteY1" fmla="*/ 13625 h 13681"/>
                <a:gd name="connsiteX2" fmla="*/ 58 w 176683"/>
                <a:gd name="connsiteY2" fmla="*/ 5967 h 13681"/>
                <a:gd name="connsiteX3" fmla="*/ 6133 w 176683"/>
                <a:gd name="connsiteY3" fmla="*/ 57 h 13681"/>
                <a:gd name="connsiteX4" fmla="*/ 168754 w 176683"/>
                <a:gd name="connsiteY4" fmla="*/ 57 h 13681"/>
                <a:gd name="connsiteX5" fmla="*/ 176625 w 176683"/>
                <a:gd name="connsiteY5" fmla="*/ 5967 h 13681"/>
                <a:gd name="connsiteX6" fmla="*/ 170551 w 176683"/>
                <a:gd name="connsiteY6" fmla="*/ 13625 h 13681"/>
                <a:gd name="connsiteX7" fmla="*/ 168754 w 176683"/>
                <a:gd name="connsiteY7" fmla="*/ 13625 h 1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83" h="13681">
                  <a:moveTo>
                    <a:pt x="168754" y="13625"/>
                  </a:moveTo>
                  <a:lnTo>
                    <a:pt x="6133" y="13625"/>
                  </a:lnTo>
                  <a:cubicBezTo>
                    <a:pt x="2282" y="13143"/>
                    <a:pt x="-438" y="9714"/>
                    <a:pt x="58" y="5967"/>
                  </a:cubicBezTo>
                  <a:cubicBezTo>
                    <a:pt x="467" y="2882"/>
                    <a:pt x="2963" y="454"/>
                    <a:pt x="6133" y="57"/>
                  </a:cubicBezTo>
                  <a:lnTo>
                    <a:pt x="168754" y="57"/>
                  </a:lnTo>
                  <a:cubicBezTo>
                    <a:pt x="172605" y="-426"/>
                    <a:pt x="176129" y="2220"/>
                    <a:pt x="176625" y="5967"/>
                  </a:cubicBezTo>
                  <a:cubicBezTo>
                    <a:pt x="177121" y="9714"/>
                    <a:pt x="174402" y="13143"/>
                    <a:pt x="170551" y="13625"/>
                  </a:cubicBezTo>
                  <a:cubicBezTo>
                    <a:pt x="169954" y="13700"/>
                    <a:pt x="169351" y="13700"/>
                    <a:pt x="168754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7C12CFA8-69DB-C245-BF9E-3C72008329DF}"/>
                </a:ext>
              </a:extLst>
            </p:cNvPr>
            <p:cNvSpPr/>
            <p:nvPr/>
          </p:nvSpPr>
          <p:spPr>
            <a:xfrm>
              <a:off x="5677262" y="2536115"/>
              <a:ext cx="166934" cy="13568"/>
            </a:xfrm>
            <a:custGeom>
              <a:avLst/>
              <a:gdLst>
                <a:gd name="connsiteX0" fmla="*/ 160802 w 166934"/>
                <a:gd name="connsiteY0" fmla="*/ 13569 h 13568"/>
                <a:gd name="connsiteX1" fmla="*/ 6133 w 166934"/>
                <a:gd name="connsiteY1" fmla="*/ 13569 h 13568"/>
                <a:gd name="connsiteX2" fmla="*/ 58 w 166934"/>
                <a:gd name="connsiteY2" fmla="*/ 5910 h 13568"/>
                <a:gd name="connsiteX3" fmla="*/ 6133 w 166934"/>
                <a:gd name="connsiteY3" fmla="*/ 0 h 13568"/>
                <a:gd name="connsiteX4" fmla="*/ 160802 w 166934"/>
                <a:gd name="connsiteY4" fmla="*/ 0 h 13568"/>
                <a:gd name="connsiteX5" fmla="*/ 166876 w 166934"/>
                <a:gd name="connsiteY5" fmla="*/ 7658 h 13568"/>
                <a:gd name="connsiteX6" fmla="*/ 160802 w 166934"/>
                <a:gd name="connsiteY6" fmla="*/ 13569 h 1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934" h="13568">
                  <a:moveTo>
                    <a:pt x="160802" y="13569"/>
                  </a:moveTo>
                  <a:lnTo>
                    <a:pt x="6133" y="13569"/>
                  </a:lnTo>
                  <a:cubicBezTo>
                    <a:pt x="2282" y="13086"/>
                    <a:pt x="-438" y="9657"/>
                    <a:pt x="58" y="5910"/>
                  </a:cubicBezTo>
                  <a:cubicBezTo>
                    <a:pt x="467" y="2826"/>
                    <a:pt x="2963" y="397"/>
                    <a:pt x="6133" y="0"/>
                  </a:cubicBezTo>
                  <a:lnTo>
                    <a:pt x="160802" y="0"/>
                  </a:lnTo>
                  <a:cubicBezTo>
                    <a:pt x="164653" y="483"/>
                    <a:pt x="167372" y="3911"/>
                    <a:pt x="166876" y="7658"/>
                  </a:cubicBezTo>
                  <a:cubicBezTo>
                    <a:pt x="166468" y="10743"/>
                    <a:pt x="163972" y="13171"/>
                    <a:pt x="160802" y="1356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E9CA993-D6D2-C346-A69F-B635041FE92B}"/>
                </a:ext>
              </a:extLst>
            </p:cNvPr>
            <p:cNvSpPr/>
            <p:nvPr/>
          </p:nvSpPr>
          <p:spPr>
            <a:xfrm>
              <a:off x="5676478" y="2582540"/>
              <a:ext cx="160547" cy="13680"/>
            </a:xfrm>
            <a:custGeom>
              <a:avLst/>
              <a:gdLst>
                <a:gd name="connsiteX0" fmla="*/ 153517 w 160547"/>
                <a:gd name="connsiteY0" fmla="*/ 13681 h 13680"/>
                <a:gd name="connsiteX1" fmla="*/ 6916 w 160547"/>
                <a:gd name="connsiteY1" fmla="*/ 13681 h 13680"/>
                <a:gd name="connsiteX2" fmla="*/ 0 w 160547"/>
                <a:gd name="connsiteY2" fmla="*/ 6953 h 13680"/>
                <a:gd name="connsiteX3" fmla="*/ 1 w 160547"/>
                <a:gd name="connsiteY3" fmla="*/ 6840 h 13680"/>
                <a:gd name="connsiteX4" fmla="*/ 6916 w 160547"/>
                <a:gd name="connsiteY4" fmla="*/ 0 h 13680"/>
                <a:gd name="connsiteX5" fmla="*/ 153517 w 160547"/>
                <a:gd name="connsiteY5" fmla="*/ 0 h 13680"/>
                <a:gd name="connsiteX6" fmla="*/ 160548 w 160547"/>
                <a:gd name="connsiteY6" fmla="*/ 6840 h 13680"/>
                <a:gd name="connsiteX7" fmla="*/ 153517 w 160547"/>
                <a:gd name="connsiteY7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547" h="13680">
                  <a:moveTo>
                    <a:pt x="153517" y="13681"/>
                  </a:moveTo>
                  <a:lnTo>
                    <a:pt x="6916" y="13681"/>
                  </a:lnTo>
                  <a:cubicBezTo>
                    <a:pt x="3097" y="13681"/>
                    <a:pt x="1" y="10669"/>
                    <a:pt x="0" y="6953"/>
                  </a:cubicBezTo>
                  <a:cubicBezTo>
                    <a:pt x="0" y="6916"/>
                    <a:pt x="0" y="6878"/>
                    <a:pt x="1" y="6840"/>
                  </a:cubicBezTo>
                  <a:cubicBezTo>
                    <a:pt x="0" y="3106"/>
                    <a:pt x="3078" y="61"/>
                    <a:pt x="6916" y="0"/>
                  </a:cubicBezTo>
                  <a:lnTo>
                    <a:pt x="153517" y="0"/>
                  </a:lnTo>
                  <a:cubicBezTo>
                    <a:pt x="157400" y="0"/>
                    <a:pt x="160548" y="3063"/>
                    <a:pt x="160548" y="6840"/>
                  </a:cubicBezTo>
                  <a:cubicBezTo>
                    <a:pt x="160548" y="10618"/>
                    <a:pt x="157400" y="13681"/>
                    <a:pt x="153517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40E89DF-7C26-5644-8E14-53F787932EFE}"/>
                </a:ext>
              </a:extLst>
            </p:cNvPr>
            <p:cNvSpPr/>
            <p:nvPr/>
          </p:nvSpPr>
          <p:spPr>
            <a:xfrm>
              <a:off x="5676134" y="2628180"/>
              <a:ext cx="152594" cy="14129"/>
            </a:xfrm>
            <a:custGeom>
              <a:avLst/>
              <a:gdLst>
                <a:gd name="connsiteX0" fmla="*/ 145564 w 152594"/>
                <a:gd name="connsiteY0" fmla="*/ 14129 h 14129"/>
                <a:gd name="connsiteX1" fmla="*/ 7261 w 152594"/>
                <a:gd name="connsiteY1" fmla="*/ 14129 h 14129"/>
                <a:gd name="connsiteX2" fmla="*/ 0 w 152594"/>
                <a:gd name="connsiteY2" fmla="*/ 7065 h 14129"/>
                <a:gd name="connsiteX3" fmla="*/ 7261 w 152594"/>
                <a:gd name="connsiteY3" fmla="*/ 0 h 14129"/>
                <a:gd name="connsiteX4" fmla="*/ 145564 w 152594"/>
                <a:gd name="connsiteY4" fmla="*/ 0 h 14129"/>
                <a:gd name="connsiteX5" fmla="*/ 152594 w 152594"/>
                <a:gd name="connsiteY5" fmla="*/ 6840 h 14129"/>
                <a:gd name="connsiteX6" fmla="*/ 145564 w 152594"/>
                <a:gd name="connsiteY6" fmla="*/ 13681 h 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94" h="14129">
                  <a:moveTo>
                    <a:pt x="145564" y="14129"/>
                  </a:moveTo>
                  <a:lnTo>
                    <a:pt x="7261" y="14129"/>
                  </a:lnTo>
                  <a:cubicBezTo>
                    <a:pt x="3251" y="14129"/>
                    <a:pt x="0" y="10966"/>
                    <a:pt x="0" y="7065"/>
                  </a:cubicBezTo>
                  <a:cubicBezTo>
                    <a:pt x="0" y="3163"/>
                    <a:pt x="3251" y="0"/>
                    <a:pt x="7261" y="0"/>
                  </a:cubicBezTo>
                  <a:lnTo>
                    <a:pt x="145564" y="0"/>
                  </a:lnTo>
                  <a:cubicBezTo>
                    <a:pt x="149447" y="0"/>
                    <a:pt x="152594" y="3063"/>
                    <a:pt x="152594" y="6840"/>
                  </a:cubicBezTo>
                  <a:cubicBezTo>
                    <a:pt x="152594" y="10618"/>
                    <a:pt x="149447" y="13681"/>
                    <a:pt x="145564" y="1368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FE85D03-E9DA-0446-9177-3A1E7002A1BA}"/>
                </a:ext>
              </a:extLst>
            </p:cNvPr>
            <p:cNvSpPr/>
            <p:nvPr/>
          </p:nvSpPr>
          <p:spPr>
            <a:xfrm>
              <a:off x="5789450" y="2697088"/>
              <a:ext cx="112786" cy="13682"/>
            </a:xfrm>
            <a:custGeom>
              <a:avLst/>
              <a:gdLst>
                <a:gd name="connsiteX0" fmla="*/ 104857 w 112786"/>
                <a:gd name="connsiteY0" fmla="*/ 13625 h 13682"/>
                <a:gd name="connsiteX1" fmla="*/ 7929 w 112786"/>
                <a:gd name="connsiteY1" fmla="*/ 13625 h 13682"/>
                <a:gd name="connsiteX2" fmla="*/ 58 w 112786"/>
                <a:gd name="connsiteY2" fmla="*/ 7715 h 13682"/>
                <a:gd name="connsiteX3" fmla="*/ 6133 w 112786"/>
                <a:gd name="connsiteY3" fmla="*/ 57 h 13682"/>
                <a:gd name="connsiteX4" fmla="*/ 7929 w 112786"/>
                <a:gd name="connsiteY4" fmla="*/ 57 h 13682"/>
                <a:gd name="connsiteX5" fmla="*/ 104857 w 112786"/>
                <a:gd name="connsiteY5" fmla="*/ 57 h 13682"/>
                <a:gd name="connsiteX6" fmla="*/ 112728 w 112786"/>
                <a:gd name="connsiteY6" fmla="*/ 5967 h 13682"/>
                <a:gd name="connsiteX7" fmla="*/ 106653 w 112786"/>
                <a:gd name="connsiteY7" fmla="*/ 13625 h 13682"/>
                <a:gd name="connsiteX8" fmla="*/ 104857 w 112786"/>
                <a:gd name="connsiteY8" fmla="*/ 1362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786" h="13682">
                  <a:moveTo>
                    <a:pt x="104857" y="13625"/>
                  </a:moveTo>
                  <a:lnTo>
                    <a:pt x="7929" y="13625"/>
                  </a:lnTo>
                  <a:cubicBezTo>
                    <a:pt x="4079" y="14108"/>
                    <a:pt x="555" y="11462"/>
                    <a:pt x="58" y="7715"/>
                  </a:cubicBezTo>
                  <a:cubicBezTo>
                    <a:pt x="-438" y="3968"/>
                    <a:pt x="2282" y="540"/>
                    <a:pt x="6133" y="57"/>
                  </a:cubicBezTo>
                  <a:cubicBezTo>
                    <a:pt x="6729" y="-18"/>
                    <a:pt x="7333" y="-18"/>
                    <a:pt x="7929" y="57"/>
                  </a:cubicBezTo>
                  <a:lnTo>
                    <a:pt x="104857" y="57"/>
                  </a:lnTo>
                  <a:cubicBezTo>
                    <a:pt x="108708" y="-426"/>
                    <a:pt x="112232" y="2220"/>
                    <a:pt x="112728" y="5967"/>
                  </a:cubicBezTo>
                  <a:cubicBezTo>
                    <a:pt x="113224" y="9714"/>
                    <a:pt x="110504" y="13143"/>
                    <a:pt x="106653" y="13625"/>
                  </a:cubicBezTo>
                  <a:cubicBezTo>
                    <a:pt x="106057" y="13700"/>
                    <a:pt x="105453" y="13700"/>
                    <a:pt x="104857" y="1362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52ABBC84-738C-7A4B-9F23-9147D9E5A259}"/>
                </a:ext>
              </a:extLst>
            </p:cNvPr>
            <p:cNvSpPr/>
            <p:nvPr/>
          </p:nvSpPr>
          <p:spPr>
            <a:xfrm>
              <a:off x="5849734" y="2405326"/>
              <a:ext cx="95569" cy="264569"/>
            </a:xfrm>
            <a:custGeom>
              <a:avLst/>
              <a:gdLst>
                <a:gd name="connsiteX0" fmla="*/ 46647 w 95569"/>
                <a:gd name="connsiteY0" fmla="*/ 264570 h 264569"/>
                <a:gd name="connsiteX1" fmla="*/ 45494 w 95569"/>
                <a:gd name="connsiteY1" fmla="*/ 264570 h 264569"/>
                <a:gd name="connsiteX2" fmla="*/ 5847 w 95569"/>
                <a:gd name="connsiteY2" fmla="*/ 258066 h 264569"/>
                <a:gd name="connsiteX3" fmla="*/ 1352 w 95569"/>
                <a:gd name="connsiteY3" fmla="*/ 255262 h 264569"/>
                <a:gd name="connsiteX4" fmla="*/ 85 w 95569"/>
                <a:gd name="connsiteY4" fmla="*/ 250216 h 264569"/>
                <a:gd name="connsiteX5" fmla="*/ 41921 w 95569"/>
                <a:gd name="connsiteY5" fmla="*/ 9793 h 264569"/>
                <a:gd name="connsiteX6" fmla="*/ 55867 w 95569"/>
                <a:gd name="connsiteY6" fmla="*/ 149 h 264569"/>
                <a:gd name="connsiteX7" fmla="*/ 85487 w 95569"/>
                <a:gd name="connsiteY7" fmla="*/ 5083 h 264569"/>
                <a:gd name="connsiteX8" fmla="*/ 95398 w 95569"/>
                <a:gd name="connsiteY8" fmla="*/ 18652 h 264569"/>
                <a:gd name="connsiteX9" fmla="*/ 53562 w 95569"/>
                <a:gd name="connsiteY9" fmla="*/ 258851 h 264569"/>
                <a:gd name="connsiteX10" fmla="*/ 46647 w 95569"/>
                <a:gd name="connsiteY10" fmla="*/ 264570 h 264569"/>
                <a:gd name="connsiteX11" fmla="*/ 15067 w 95569"/>
                <a:gd name="connsiteY11" fmla="*/ 245282 h 264569"/>
                <a:gd name="connsiteX12" fmla="*/ 40884 w 95569"/>
                <a:gd name="connsiteY12" fmla="*/ 249543 h 264569"/>
                <a:gd name="connsiteX13" fmla="*/ 81222 w 95569"/>
                <a:gd name="connsiteY13" fmla="*/ 17755 h 264569"/>
                <a:gd name="connsiteX14" fmla="*/ 55406 w 95569"/>
                <a:gd name="connsiteY14" fmla="*/ 13494 h 26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569" h="264569">
                  <a:moveTo>
                    <a:pt x="46647" y="264570"/>
                  </a:moveTo>
                  <a:lnTo>
                    <a:pt x="45494" y="264570"/>
                  </a:lnTo>
                  <a:lnTo>
                    <a:pt x="5847" y="258066"/>
                  </a:lnTo>
                  <a:cubicBezTo>
                    <a:pt x="4028" y="257743"/>
                    <a:pt x="2414" y="256736"/>
                    <a:pt x="1352" y="255262"/>
                  </a:cubicBezTo>
                  <a:cubicBezTo>
                    <a:pt x="253" y="253813"/>
                    <a:pt x="-204" y="251996"/>
                    <a:pt x="85" y="250216"/>
                  </a:cubicBezTo>
                  <a:lnTo>
                    <a:pt x="41921" y="9793"/>
                  </a:lnTo>
                  <a:cubicBezTo>
                    <a:pt x="43094" y="3419"/>
                    <a:pt x="49295" y="-868"/>
                    <a:pt x="55867" y="149"/>
                  </a:cubicBezTo>
                  <a:lnTo>
                    <a:pt x="85487" y="5083"/>
                  </a:lnTo>
                  <a:cubicBezTo>
                    <a:pt x="92074" y="6169"/>
                    <a:pt x="96510" y="12243"/>
                    <a:pt x="95398" y="18652"/>
                  </a:cubicBezTo>
                  <a:lnTo>
                    <a:pt x="53562" y="258851"/>
                  </a:lnTo>
                  <a:cubicBezTo>
                    <a:pt x="52999" y="262143"/>
                    <a:pt x="50077" y="264560"/>
                    <a:pt x="46647" y="264570"/>
                  </a:cubicBezTo>
                  <a:close/>
                  <a:moveTo>
                    <a:pt x="15067" y="245282"/>
                  </a:moveTo>
                  <a:lnTo>
                    <a:pt x="40884" y="249543"/>
                  </a:lnTo>
                  <a:lnTo>
                    <a:pt x="81222" y="17755"/>
                  </a:lnTo>
                  <a:lnTo>
                    <a:pt x="55406" y="13494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F85B9599-EA4E-AF4A-93FF-4DA6F75BDFB2}"/>
                </a:ext>
              </a:extLst>
            </p:cNvPr>
            <p:cNvSpPr/>
            <p:nvPr/>
          </p:nvSpPr>
          <p:spPr>
            <a:xfrm>
              <a:off x="5849869" y="2649738"/>
              <a:ext cx="53638" cy="60976"/>
            </a:xfrm>
            <a:custGeom>
              <a:avLst/>
              <a:gdLst>
                <a:gd name="connsiteX0" fmla="*/ 18966 w 53638"/>
                <a:gd name="connsiteY0" fmla="*/ 60976 h 60976"/>
                <a:gd name="connsiteX1" fmla="*/ 17929 w 53638"/>
                <a:gd name="connsiteY1" fmla="*/ 60976 h 60976"/>
                <a:gd name="connsiteX2" fmla="*/ 12397 w 53638"/>
                <a:gd name="connsiteY2" fmla="*/ 55817 h 60976"/>
                <a:gd name="connsiteX3" fmla="*/ 180 w 53638"/>
                <a:gd name="connsiteY3" fmla="*/ 8383 h 60976"/>
                <a:gd name="connsiteX4" fmla="*/ 1909 w 53638"/>
                <a:gd name="connsiteY4" fmla="*/ 2216 h 60976"/>
                <a:gd name="connsiteX5" fmla="*/ 8133 w 53638"/>
                <a:gd name="connsiteY5" fmla="*/ 85 h 60976"/>
                <a:gd name="connsiteX6" fmla="*/ 47780 w 53638"/>
                <a:gd name="connsiteY6" fmla="*/ 6589 h 60976"/>
                <a:gd name="connsiteX7" fmla="*/ 53081 w 53638"/>
                <a:gd name="connsiteY7" fmla="*/ 10626 h 60976"/>
                <a:gd name="connsiteX8" fmla="*/ 52505 w 53638"/>
                <a:gd name="connsiteY8" fmla="*/ 17018 h 60976"/>
                <a:gd name="connsiteX9" fmla="*/ 24844 w 53638"/>
                <a:gd name="connsiteY9" fmla="*/ 57948 h 60976"/>
                <a:gd name="connsiteX10" fmla="*/ 18966 w 53638"/>
                <a:gd name="connsiteY10" fmla="*/ 60976 h 60976"/>
                <a:gd name="connsiteX11" fmla="*/ 16200 w 53638"/>
                <a:gd name="connsiteY11" fmla="*/ 15224 h 60976"/>
                <a:gd name="connsiteX12" fmla="*/ 21963 w 53638"/>
                <a:gd name="connsiteY12" fmla="*/ 37651 h 60976"/>
                <a:gd name="connsiteX13" fmla="*/ 34871 w 53638"/>
                <a:gd name="connsiteY13" fmla="*/ 18363 h 6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638" h="60976">
                  <a:moveTo>
                    <a:pt x="18966" y="60976"/>
                  </a:moveTo>
                  <a:lnTo>
                    <a:pt x="17929" y="60976"/>
                  </a:lnTo>
                  <a:cubicBezTo>
                    <a:pt x="15170" y="60527"/>
                    <a:pt x="12975" y="58480"/>
                    <a:pt x="12397" y="55817"/>
                  </a:cubicBezTo>
                  <a:lnTo>
                    <a:pt x="180" y="8383"/>
                  </a:lnTo>
                  <a:cubicBezTo>
                    <a:pt x="-348" y="6175"/>
                    <a:pt x="302" y="3857"/>
                    <a:pt x="1909" y="2216"/>
                  </a:cubicBezTo>
                  <a:cubicBezTo>
                    <a:pt x="3479" y="526"/>
                    <a:pt x="5821" y="-276"/>
                    <a:pt x="8133" y="85"/>
                  </a:cubicBezTo>
                  <a:lnTo>
                    <a:pt x="47780" y="6589"/>
                  </a:lnTo>
                  <a:cubicBezTo>
                    <a:pt x="50104" y="7043"/>
                    <a:pt x="52070" y="8540"/>
                    <a:pt x="53081" y="10626"/>
                  </a:cubicBezTo>
                  <a:cubicBezTo>
                    <a:pt x="53992" y="12717"/>
                    <a:pt x="53776" y="15112"/>
                    <a:pt x="52505" y="17018"/>
                  </a:cubicBezTo>
                  <a:lnTo>
                    <a:pt x="24844" y="57948"/>
                  </a:lnTo>
                  <a:cubicBezTo>
                    <a:pt x="23545" y="59868"/>
                    <a:pt x="21329" y="61010"/>
                    <a:pt x="18966" y="60976"/>
                  </a:cubicBezTo>
                  <a:close/>
                  <a:moveTo>
                    <a:pt x="16200" y="15224"/>
                  </a:moveTo>
                  <a:lnTo>
                    <a:pt x="21963" y="37651"/>
                  </a:lnTo>
                  <a:lnTo>
                    <a:pt x="34871" y="18363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6580F5D-7793-6144-BB20-BB73AA1A78C6}"/>
                </a:ext>
              </a:extLst>
            </p:cNvPr>
            <p:cNvSpPr/>
            <p:nvPr/>
          </p:nvSpPr>
          <p:spPr>
            <a:xfrm>
              <a:off x="5897341" y="2382644"/>
              <a:ext cx="44169" cy="40887"/>
            </a:xfrm>
            <a:custGeom>
              <a:avLst/>
              <a:gdLst>
                <a:gd name="connsiteX0" fmla="*/ 34884 w 44169"/>
                <a:gd name="connsiteY0" fmla="*/ 40885 h 40887"/>
                <a:gd name="connsiteX1" fmla="*/ 33731 w 44169"/>
                <a:gd name="connsiteY1" fmla="*/ 40885 h 40887"/>
                <a:gd name="connsiteX2" fmla="*/ 5840 w 44169"/>
                <a:gd name="connsiteY2" fmla="*/ 36288 h 40887"/>
                <a:gd name="connsiteX3" fmla="*/ 77 w 44169"/>
                <a:gd name="connsiteY3" fmla="*/ 28438 h 40887"/>
                <a:gd name="connsiteX4" fmla="*/ 2152 w 44169"/>
                <a:gd name="connsiteY4" fmla="*/ 17224 h 40887"/>
                <a:gd name="connsiteX5" fmla="*/ 10796 w 44169"/>
                <a:gd name="connsiteY5" fmla="*/ 3880 h 40887"/>
                <a:gd name="connsiteX6" fmla="*/ 26585 w 44169"/>
                <a:gd name="connsiteY6" fmla="*/ 292 h 40887"/>
                <a:gd name="connsiteX7" fmla="*/ 40300 w 44169"/>
                <a:gd name="connsiteY7" fmla="*/ 8702 h 40887"/>
                <a:gd name="connsiteX8" fmla="*/ 43873 w 44169"/>
                <a:gd name="connsiteY8" fmla="*/ 24065 h 40887"/>
                <a:gd name="connsiteX9" fmla="*/ 41799 w 44169"/>
                <a:gd name="connsiteY9" fmla="*/ 35279 h 40887"/>
                <a:gd name="connsiteX10" fmla="*/ 39033 w 44169"/>
                <a:gd name="connsiteY10" fmla="*/ 39652 h 40887"/>
                <a:gd name="connsiteX11" fmla="*/ 34884 w 44169"/>
                <a:gd name="connsiteY11" fmla="*/ 40885 h 40887"/>
                <a:gd name="connsiteX12" fmla="*/ 15060 w 44169"/>
                <a:gd name="connsiteY12" fmla="*/ 23841 h 40887"/>
                <a:gd name="connsiteX13" fmla="*/ 29236 w 44169"/>
                <a:gd name="connsiteY13" fmla="*/ 26195 h 40887"/>
                <a:gd name="connsiteX14" fmla="*/ 30158 w 44169"/>
                <a:gd name="connsiteY14" fmla="*/ 21261 h 40887"/>
                <a:gd name="connsiteX15" fmla="*/ 28890 w 44169"/>
                <a:gd name="connsiteY15" fmla="*/ 15991 h 40887"/>
                <a:gd name="connsiteX16" fmla="*/ 24280 w 44169"/>
                <a:gd name="connsiteY16" fmla="*/ 13187 h 40887"/>
                <a:gd name="connsiteX17" fmla="*/ 15982 w 44169"/>
                <a:gd name="connsiteY17" fmla="*/ 18906 h 4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169" h="40887">
                  <a:moveTo>
                    <a:pt x="34884" y="40885"/>
                  </a:moveTo>
                  <a:lnTo>
                    <a:pt x="33731" y="40885"/>
                  </a:lnTo>
                  <a:lnTo>
                    <a:pt x="5840" y="36288"/>
                  </a:lnTo>
                  <a:cubicBezTo>
                    <a:pt x="2062" y="35604"/>
                    <a:pt x="-483" y="32137"/>
                    <a:pt x="77" y="28438"/>
                  </a:cubicBezTo>
                  <a:lnTo>
                    <a:pt x="2152" y="17224"/>
                  </a:lnTo>
                  <a:cubicBezTo>
                    <a:pt x="3054" y="11820"/>
                    <a:pt x="6174" y="7003"/>
                    <a:pt x="10796" y="3880"/>
                  </a:cubicBezTo>
                  <a:cubicBezTo>
                    <a:pt x="15346" y="661"/>
                    <a:pt x="21040" y="-633"/>
                    <a:pt x="26585" y="292"/>
                  </a:cubicBezTo>
                  <a:cubicBezTo>
                    <a:pt x="32103" y="1263"/>
                    <a:pt x="37020" y="4277"/>
                    <a:pt x="40300" y="8702"/>
                  </a:cubicBezTo>
                  <a:cubicBezTo>
                    <a:pt x="43521" y="13167"/>
                    <a:pt x="44804" y="18686"/>
                    <a:pt x="43873" y="24065"/>
                  </a:cubicBezTo>
                  <a:lnTo>
                    <a:pt x="41799" y="35279"/>
                  </a:lnTo>
                  <a:cubicBezTo>
                    <a:pt x="41559" y="37053"/>
                    <a:pt x="40553" y="38644"/>
                    <a:pt x="39033" y="39652"/>
                  </a:cubicBezTo>
                  <a:cubicBezTo>
                    <a:pt x="37821" y="40485"/>
                    <a:pt x="36367" y="40918"/>
                    <a:pt x="34884" y="40885"/>
                  </a:cubicBezTo>
                  <a:close/>
                  <a:moveTo>
                    <a:pt x="15060" y="23841"/>
                  </a:moveTo>
                  <a:lnTo>
                    <a:pt x="29236" y="26195"/>
                  </a:lnTo>
                  <a:lnTo>
                    <a:pt x="30158" y="21261"/>
                  </a:lnTo>
                  <a:cubicBezTo>
                    <a:pt x="30447" y="19411"/>
                    <a:pt x="29993" y="17524"/>
                    <a:pt x="28890" y="15991"/>
                  </a:cubicBezTo>
                  <a:cubicBezTo>
                    <a:pt x="27761" y="14536"/>
                    <a:pt x="26119" y="13537"/>
                    <a:pt x="24280" y="13187"/>
                  </a:cubicBezTo>
                  <a:cubicBezTo>
                    <a:pt x="20375" y="12576"/>
                    <a:pt x="16685" y="15119"/>
                    <a:pt x="15982" y="18906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D46D9BCC-3930-1243-B741-A4B1F417363B}"/>
                </a:ext>
              </a:extLst>
            </p:cNvPr>
            <p:cNvSpPr/>
            <p:nvPr/>
          </p:nvSpPr>
          <p:spPr>
            <a:xfrm>
              <a:off x="5887359" y="2435255"/>
              <a:ext cx="72825" cy="106579"/>
            </a:xfrm>
            <a:custGeom>
              <a:avLst/>
              <a:gdLst>
                <a:gd name="connsiteX0" fmla="*/ 53279 w 72825"/>
                <a:gd name="connsiteY0" fmla="*/ 106580 h 106579"/>
                <a:gd name="connsiteX1" fmla="*/ 52127 w 72825"/>
                <a:gd name="connsiteY1" fmla="*/ 106580 h 106579"/>
                <a:gd name="connsiteX2" fmla="*/ 46447 w 72825"/>
                <a:gd name="connsiteY2" fmla="*/ 99030 h 106579"/>
                <a:gd name="connsiteX3" fmla="*/ 46479 w 72825"/>
                <a:gd name="connsiteY3" fmla="*/ 98842 h 106579"/>
                <a:gd name="connsiteX4" fmla="*/ 58696 w 72825"/>
                <a:gd name="connsiteY4" fmla="*/ 28196 h 106579"/>
                <a:gd name="connsiteX5" fmla="*/ 53971 w 72825"/>
                <a:gd name="connsiteY5" fmla="*/ 21804 h 106579"/>
                <a:gd name="connsiteX6" fmla="*/ 5450 w 72825"/>
                <a:gd name="connsiteY6" fmla="*/ 13506 h 106579"/>
                <a:gd name="connsiteX7" fmla="*/ 182 w 72825"/>
                <a:gd name="connsiteY7" fmla="*/ 5301 h 106579"/>
                <a:gd name="connsiteX8" fmla="*/ 7870 w 72825"/>
                <a:gd name="connsiteY8" fmla="*/ 49 h 106579"/>
                <a:gd name="connsiteX9" fmla="*/ 56391 w 72825"/>
                <a:gd name="connsiteY9" fmla="*/ 8011 h 106579"/>
                <a:gd name="connsiteX10" fmla="*/ 72527 w 72825"/>
                <a:gd name="connsiteY10" fmla="*/ 30439 h 106579"/>
                <a:gd name="connsiteX11" fmla="*/ 60195 w 72825"/>
                <a:gd name="connsiteY11" fmla="*/ 101085 h 106579"/>
                <a:gd name="connsiteX12" fmla="*/ 53279 w 72825"/>
                <a:gd name="connsiteY12" fmla="*/ 106580 h 10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825" h="106579">
                  <a:moveTo>
                    <a:pt x="53279" y="106580"/>
                  </a:moveTo>
                  <a:lnTo>
                    <a:pt x="52127" y="106580"/>
                  </a:lnTo>
                  <a:cubicBezTo>
                    <a:pt x="48416" y="106021"/>
                    <a:pt x="45873" y="102641"/>
                    <a:pt x="46447" y="99030"/>
                  </a:cubicBezTo>
                  <a:cubicBezTo>
                    <a:pt x="46457" y="98967"/>
                    <a:pt x="46468" y="98905"/>
                    <a:pt x="46479" y="98842"/>
                  </a:cubicBezTo>
                  <a:lnTo>
                    <a:pt x="58696" y="28196"/>
                  </a:lnTo>
                  <a:cubicBezTo>
                    <a:pt x="59182" y="25166"/>
                    <a:pt x="57077" y="22319"/>
                    <a:pt x="53971" y="21804"/>
                  </a:cubicBezTo>
                  <a:lnTo>
                    <a:pt x="5450" y="13506"/>
                  </a:lnTo>
                  <a:cubicBezTo>
                    <a:pt x="1666" y="12655"/>
                    <a:pt x="-692" y="8982"/>
                    <a:pt x="182" y="5301"/>
                  </a:cubicBezTo>
                  <a:cubicBezTo>
                    <a:pt x="990" y="1897"/>
                    <a:pt x="4305" y="-367"/>
                    <a:pt x="7870" y="49"/>
                  </a:cubicBezTo>
                  <a:lnTo>
                    <a:pt x="56391" y="8011"/>
                  </a:lnTo>
                  <a:cubicBezTo>
                    <a:pt x="67198" y="9890"/>
                    <a:pt x="74411" y="19916"/>
                    <a:pt x="72527" y="30439"/>
                  </a:cubicBezTo>
                  <a:lnTo>
                    <a:pt x="60195" y="101085"/>
                  </a:lnTo>
                  <a:cubicBezTo>
                    <a:pt x="59534" y="104289"/>
                    <a:pt x="56637" y="106590"/>
                    <a:pt x="53279" y="106580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86B1C58-E724-7D4C-9EAC-98F457DCD3E7}"/>
                </a:ext>
              </a:extLst>
            </p:cNvPr>
            <p:cNvSpPr/>
            <p:nvPr/>
          </p:nvSpPr>
          <p:spPr>
            <a:xfrm>
              <a:off x="5883646" y="2457703"/>
              <a:ext cx="53079" cy="20100"/>
            </a:xfrm>
            <a:custGeom>
              <a:avLst/>
              <a:gdLst>
                <a:gd name="connsiteX0" fmla="*/ 46158 w 53079"/>
                <a:gd name="connsiteY0" fmla="*/ 19988 h 20100"/>
                <a:gd name="connsiteX1" fmla="*/ 45005 w 53079"/>
                <a:gd name="connsiteY1" fmla="*/ 19988 h 20100"/>
                <a:gd name="connsiteX2" fmla="*/ 5359 w 53079"/>
                <a:gd name="connsiteY2" fmla="*/ 13484 h 20100"/>
                <a:gd name="connsiteX3" fmla="*/ 204 w 53079"/>
                <a:gd name="connsiteY3" fmla="*/ 5212 h 20100"/>
                <a:gd name="connsiteX4" fmla="*/ 7664 w 53079"/>
                <a:gd name="connsiteY4" fmla="*/ 28 h 20100"/>
                <a:gd name="connsiteX5" fmla="*/ 47310 w 53079"/>
                <a:gd name="connsiteY5" fmla="*/ 6532 h 20100"/>
                <a:gd name="connsiteX6" fmla="*/ 52963 w 53079"/>
                <a:gd name="connsiteY6" fmla="*/ 14490 h 20100"/>
                <a:gd name="connsiteX7" fmla="*/ 46158 w 53079"/>
                <a:gd name="connsiteY7" fmla="*/ 20101 h 2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79" h="20100">
                  <a:moveTo>
                    <a:pt x="46158" y="19988"/>
                  </a:moveTo>
                  <a:lnTo>
                    <a:pt x="45005" y="19988"/>
                  </a:lnTo>
                  <a:lnTo>
                    <a:pt x="5359" y="13484"/>
                  </a:lnTo>
                  <a:cubicBezTo>
                    <a:pt x="1587" y="12585"/>
                    <a:pt x="-721" y="8882"/>
                    <a:pt x="204" y="5212"/>
                  </a:cubicBezTo>
                  <a:cubicBezTo>
                    <a:pt x="1031" y="1928"/>
                    <a:pt x="4202" y="-276"/>
                    <a:pt x="7664" y="28"/>
                  </a:cubicBezTo>
                  <a:lnTo>
                    <a:pt x="47310" y="6532"/>
                  </a:lnTo>
                  <a:cubicBezTo>
                    <a:pt x="51130" y="7211"/>
                    <a:pt x="53661" y="10774"/>
                    <a:pt x="52963" y="14490"/>
                  </a:cubicBezTo>
                  <a:cubicBezTo>
                    <a:pt x="52361" y="17700"/>
                    <a:pt x="49512" y="20049"/>
                    <a:pt x="46158" y="2010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6" name="Graphic 52">
            <a:extLst>
              <a:ext uri="{FF2B5EF4-FFF2-40B4-BE49-F238E27FC236}">
                <a16:creationId xmlns:a16="http://schemas.microsoft.com/office/drawing/2014/main" id="{27278A65-80BF-1F47-9A77-DBDCFCBDEC4E}"/>
              </a:ext>
            </a:extLst>
          </p:cNvPr>
          <p:cNvGrpSpPr>
            <a:grpSpLocks noChangeAspect="1"/>
          </p:cNvGrpSpPr>
          <p:nvPr/>
        </p:nvGrpSpPr>
        <p:grpSpPr>
          <a:xfrm>
            <a:off x="4496868" y="3244973"/>
            <a:ext cx="327201" cy="417696"/>
            <a:chOff x="5637294" y="2347815"/>
            <a:chExt cx="327201" cy="417696"/>
          </a:xfrm>
          <a:solidFill>
            <a:srgbClr val="FFFFFF"/>
          </a:solidFill>
        </p:grpSpPr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D8DDDFC5-97E9-284B-81D1-12CF7F389E75}"/>
                </a:ext>
              </a:extLst>
            </p:cNvPr>
            <p:cNvSpPr/>
            <p:nvPr/>
          </p:nvSpPr>
          <p:spPr>
            <a:xfrm>
              <a:off x="5879115" y="2642904"/>
              <a:ext cx="85380" cy="85265"/>
            </a:xfrm>
            <a:custGeom>
              <a:avLst/>
              <a:gdLst>
                <a:gd name="connsiteX0" fmla="*/ 63598 w 85380"/>
                <a:gd name="connsiteY0" fmla="*/ 85265 h 85265"/>
                <a:gd name="connsiteX1" fmla="*/ 48154 w 85380"/>
                <a:gd name="connsiteY1" fmla="*/ 78926 h 85265"/>
                <a:gd name="connsiteX2" fmla="*/ 2053 w 85380"/>
                <a:gd name="connsiteY2" fmla="*/ 32825 h 85265"/>
                <a:gd name="connsiteX3" fmla="*/ 94 w 85380"/>
                <a:gd name="connsiteY3" fmla="*/ 26832 h 85265"/>
                <a:gd name="connsiteX4" fmla="*/ 3782 w 85380"/>
                <a:gd name="connsiteY4" fmla="*/ 21761 h 85265"/>
                <a:gd name="connsiteX5" fmla="*/ 21761 w 85380"/>
                <a:gd name="connsiteY5" fmla="*/ 3782 h 85265"/>
                <a:gd name="connsiteX6" fmla="*/ 26832 w 85380"/>
                <a:gd name="connsiteY6" fmla="*/ 94 h 85265"/>
                <a:gd name="connsiteX7" fmla="*/ 32825 w 85380"/>
                <a:gd name="connsiteY7" fmla="*/ 2053 h 85265"/>
                <a:gd name="connsiteX8" fmla="*/ 78926 w 85380"/>
                <a:gd name="connsiteY8" fmla="*/ 48154 h 85265"/>
                <a:gd name="connsiteX9" fmla="*/ 85381 w 85380"/>
                <a:gd name="connsiteY9" fmla="*/ 63483 h 85265"/>
                <a:gd name="connsiteX10" fmla="*/ 78926 w 85380"/>
                <a:gd name="connsiteY10" fmla="*/ 78926 h 85265"/>
                <a:gd name="connsiteX11" fmla="*/ 63598 w 85380"/>
                <a:gd name="connsiteY11" fmla="*/ 85265 h 85265"/>
                <a:gd name="connsiteX12" fmla="*/ 17497 w 85380"/>
                <a:gd name="connsiteY12" fmla="*/ 29137 h 85265"/>
                <a:gd name="connsiteX13" fmla="*/ 57835 w 85380"/>
                <a:gd name="connsiteY13" fmla="*/ 69245 h 85265"/>
                <a:gd name="connsiteX14" fmla="*/ 69360 w 85380"/>
                <a:gd name="connsiteY14" fmla="*/ 69245 h 85265"/>
                <a:gd name="connsiteX15" fmla="*/ 69360 w 85380"/>
                <a:gd name="connsiteY15" fmla="*/ 57720 h 85265"/>
                <a:gd name="connsiteX16" fmla="*/ 29368 w 85380"/>
                <a:gd name="connsiteY16" fmla="*/ 17843 h 85265"/>
                <a:gd name="connsiteX17" fmla="*/ 24181 w 85380"/>
                <a:gd name="connsiteY17" fmla="*/ 23720 h 85265"/>
                <a:gd name="connsiteX18" fmla="*/ 17958 w 85380"/>
                <a:gd name="connsiteY18" fmla="*/ 29368 h 8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380" h="85265">
                  <a:moveTo>
                    <a:pt x="63598" y="85265"/>
                  </a:moveTo>
                  <a:cubicBezTo>
                    <a:pt x="57810" y="85300"/>
                    <a:pt x="52249" y="83017"/>
                    <a:pt x="48154" y="78926"/>
                  </a:cubicBezTo>
                  <a:lnTo>
                    <a:pt x="2053" y="32825"/>
                  </a:lnTo>
                  <a:cubicBezTo>
                    <a:pt x="457" y="31270"/>
                    <a:pt x="-275" y="29030"/>
                    <a:pt x="94" y="26832"/>
                  </a:cubicBezTo>
                  <a:cubicBezTo>
                    <a:pt x="459" y="24657"/>
                    <a:pt x="1825" y="22779"/>
                    <a:pt x="3782" y="21761"/>
                  </a:cubicBezTo>
                  <a:cubicBezTo>
                    <a:pt x="11477" y="17754"/>
                    <a:pt x="17754" y="11477"/>
                    <a:pt x="21761" y="3782"/>
                  </a:cubicBezTo>
                  <a:cubicBezTo>
                    <a:pt x="22779" y="1825"/>
                    <a:pt x="24657" y="459"/>
                    <a:pt x="26832" y="94"/>
                  </a:cubicBezTo>
                  <a:cubicBezTo>
                    <a:pt x="29030" y="-275"/>
                    <a:pt x="31270" y="457"/>
                    <a:pt x="32825" y="2053"/>
                  </a:cubicBezTo>
                  <a:lnTo>
                    <a:pt x="78926" y="48154"/>
                  </a:lnTo>
                  <a:cubicBezTo>
                    <a:pt x="83064" y="52179"/>
                    <a:pt x="85393" y="57710"/>
                    <a:pt x="85381" y="63483"/>
                  </a:cubicBezTo>
                  <a:cubicBezTo>
                    <a:pt x="85385" y="69287"/>
                    <a:pt x="83060" y="74851"/>
                    <a:pt x="78926" y="78926"/>
                  </a:cubicBezTo>
                  <a:cubicBezTo>
                    <a:pt x="74882" y="83022"/>
                    <a:pt x="69354" y="85308"/>
                    <a:pt x="63598" y="85265"/>
                  </a:cubicBezTo>
                  <a:close/>
                  <a:moveTo>
                    <a:pt x="17497" y="29137"/>
                  </a:moveTo>
                  <a:lnTo>
                    <a:pt x="57835" y="69245"/>
                  </a:lnTo>
                  <a:cubicBezTo>
                    <a:pt x="61018" y="72428"/>
                    <a:pt x="66178" y="72428"/>
                    <a:pt x="69360" y="69245"/>
                  </a:cubicBezTo>
                  <a:cubicBezTo>
                    <a:pt x="72543" y="66063"/>
                    <a:pt x="72543" y="60903"/>
                    <a:pt x="69360" y="57720"/>
                  </a:cubicBezTo>
                  <a:lnTo>
                    <a:pt x="29368" y="17843"/>
                  </a:lnTo>
                  <a:cubicBezTo>
                    <a:pt x="27763" y="19908"/>
                    <a:pt x="26031" y="21871"/>
                    <a:pt x="24181" y="23720"/>
                  </a:cubicBezTo>
                  <a:cubicBezTo>
                    <a:pt x="22262" y="25767"/>
                    <a:pt x="20180" y="27655"/>
                    <a:pt x="17958" y="29368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B035EE2-6DF2-6E48-B97D-CB26C8CF36E6}"/>
                </a:ext>
              </a:extLst>
            </p:cNvPr>
            <p:cNvSpPr/>
            <p:nvPr/>
          </p:nvSpPr>
          <p:spPr>
            <a:xfrm>
              <a:off x="5702757" y="2347815"/>
              <a:ext cx="172994" cy="114236"/>
            </a:xfrm>
            <a:custGeom>
              <a:avLst/>
              <a:gdLst>
                <a:gd name="connsiteX0" fmla="*/ 166079 w 172994"/>
                <a:gd name="connsiteY0" fmla="*/ 114237 h 114236"/>
                <a:gd name="connsiteX1" fmla="*/ 7030 w 172994"/>
                <a:gd name="connsiteY1" fmla="*/ 114237 h 114236"/>
                <a:gd name="connsiteX2" fmla="*/ 0 w 172994"/>
                <a:gd name="connsiteY2" fmla="*/ 107207 h 114236"/>
                <a:gd name="connsiteX3" fmla="*/ 0 w 172994"/>
                <a:gd name="connsiteY3" fmla="*/ 47045 h 114236"/>
                <a:gd name="connsiteX4" fmla="*/ 18325 w 172994"/>
                <a:gd name="connsiteY4" fmla="*/ 28835 h 114236"/>
                <a:gd name="connsiteX5" fmla="*/ 45179 w 172994"/>
                <a:gd name="connsiteY5" fmla="*/ 28835 h 114236"/>
                <a:gd name="connsiteX6" fmla="*/ 101701 w 172994"/>
                <a:gd name="connsiteY6" fmla="*/ 2720 h 114236"/>
                <a:gd name="connsiteX7" fmla="*/ 127815 w 172994"/>
                <a:gd name="connsiteY7" fmla="*/ 28835 h 114236"/>
                <a:gd name="connsiteX8" fmla="*/ 154784 w 172994"/>
                <a:gd name="connsiteY8" fmla="*/ 28835 h 114236"/>
                <a:gd name="connsiteX9" fmla="*/ 172994 w 172994"/>
                <a:gd name="connsiteY9" fmla="*/ 47045 h 114236"/>
                <a:gd name="connsiteX10" fmla="*/ 172994 w 172994"/>
                <a:gd name="connsiteY10" fmla="*/ 107207 h 114236"/>
                <a:gd name="connsiteX11" fmla="*/ 166195 w 172994"/>
                <a:gd name="connsiteY11" fmla="*/ 114236 h 114236"/>
                <a:gd name="connsiteX12" fmla="*/ 166079 w 172994"/>
                <a:gd name="connsiteY12" fmla="*/ 114237 h 114236"/>
                <a:gd name="connsiteX13" fmla="*/ 14061 w 172994"/>
                <a:gd name="connsiteY13" fmla="*/ 100291 h 114236"/>
                <a:gd name="connsiteX14" fmla="*/ 159048 w 172994"/>
                <a:gd name="connsiteY14" fmla="*/ 100291 h 114236"/>
                <a:gd name="connsiteX15" fmla="*/ 159048 w 172994"/>
                <a:gd name="connsiteY15" fmla="*/ 47045 h 114236"/>
                <a:gd name="connsiteX16" fmla="*/ 154784 w 172994"/>
                <a:gd name="connsiteY16" fmla="*/ 42780 h 114236"/>
                <a:gd name="connsiteX17" fmla="*/ 122629 w 172994"/>
                <a:gd name="connsiteY17" fmla="*/ 42780 h 114236"/>
                <a:gd name="connsiteX18" fmla="*/ 115829 w 172994"/>
                <a:gd name="connsiteY18" fmla="*/ 37363 h 114236"/>
                <a:gd name="connsiteX19" fmla="*/ 80154 w 172994"/>
                <a:gd name="connsiteY19" fmla="*/ 14490 h 114236"/>
                <a:gd name="connsiteX20" fmla="*/ 57280 w 172994"/>
                <a:gd name="connsiteY20" fmla="*/ 37363 h 114236"/>
                <a:gd name="connsiteX21" fmla="*/ 50481 w 172994"/>
                <a:gd name="connsiteY21" fmla="*/ 42780 h 114236"/>
                <a:gd name="connsiteX22" fmla="*/ 18325 w 172994"/>
                <a:gd name="connsiteY22" fmla="*/ 42780 h 114236"/>
                <a:gd name="connsiteX23" fmla="*/ 14061 w 172994"/>
                <a:gd name="connsiteY23" fmla="*/ 47045 h 11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994" h="114236">
                  <a:moveTo>
                    <a:pt x="166079" y="114237"/>
                  </a:moveTo>
                  <a:lnTo>
                    <a:pt x="7030" y="114237"/>
                  </a:lnTo>
                  <a:cubicBezTo>
                    <a:pt x="3148" y="114237"/>
                    <a:pt x="0" y="111089"/>
                    <a:pt x="0" y="107207"/>
                  </a:cubicBezTo>
                  <a:lnTo>
                    <a:pt x="0" y="47045"/>
                  </a:lnTo>
                  <a:cubicBezTo>
                    <a:pt x="63" y="36969"/>
                    <a:pt x="8249" y="28835"/>
                    <a:pt x="18325" y="28835"/>
                  </a:cubicBezTo>
                  <a:lnTo>
                    <a:pt x="45179" y="28835"/>
                  </a:lnTo>
                  <a:cubicBezTo>
                    <a:pt x="53576" y="6015"/>
                    <a:pt x="78881" y="-5676"/>
                    <a:pt x="101701" y="2720"/>
                  </a:cubicBezTo>
                  <a:cubicBezTo>
                    <a:pt x="113812" y="7177"/>
                    <a:pt x="123358" y="16723"/>
                    <a:pt x="127815" y="28835"/>
                  </a:cubicBezTo>
                  <a:lnTo>
                    <a:pt x="154784" y="28835"/>
                  </a:lnTo>
                  <a:cubicBezTo>
                    <a:pt x="164841" y="28835"/>
                    <a:pt x="172994" y="36988"/>
                    <a:pt x="172994" y="47045"/>
                  </a:cubicBezTo>
                  <a:lnTo>
                    <a:pt x="172994" y="107207"/>
                  </a:lnTo>
                  <a:cubicBezTo>
                    <a:pt x="173058" y="111025"/>
                    <a:pt x="170014" y="114172"/>
                    <a:pt x="166195" y="114236"/>
                  </a:cubicBezTo>
                  <a:cubicBezTo>
                    <a:pt x="166156" y="114237"/>
                    <a:pt x="166118" y="114237"/>
                    <a:pt x="166079" y="114237"/>
                  </a:cubicBezTo>
                  <a:close/>
                  <a:moveTo>
                    <a:pt x="14061" y="100291"/>
                  </a:moveTo>
                  <a:lnTo>
                    <a:pt x="159048" y="100291"/>
                  </a:lnTo>
                  <a:lnTo>
                    <a:pt x="159048" y="47045"/>
                  </a:lnTo>
                  <a:cubicBezTo>
                    <a:pt x="159048" y="44690"/>
                    <a:pt x="157139" y="42780"/>
                    <a:pt x="154784" y="42780"/>
                  </a:cubicBezTo>
                  <a:lnTo>
                    <a:pt x="122629" y="42780"/>
                  </a:lnTo>
                  <a:cubicBezTo>
                    <a:pt x="119383" y="42761"/>
                    <a:pt x="116574" y="40522"/>
                    <a:pt x="115829" y="37363"/>
                  </a:cubicBezTo>
                  <a:cubicBezTo>
                    <a:pt x="112294" y="21196"/>
                    <a:pt x="96322" y="10955"/>
                    <a:pt x="80154" y="14490"/>
                  </a:cubicBezTo>
                  <a:cubicBezTo>
                    <a:pt x="68716" y="16991"/>
                    <a:pt x="59781" y="25925"/>
                    <a:pt x="57280" y="37363"/>
                  </a:cubicBezTo>
                  <a:cubicBezTo>
                    <a:pt x="56536" y="40522"/>
                    <a:pt x="53726" y="42761"/>
                    <a:pt x="50481" y="42780"/>
                  </a:cubicBezTo>
                  <a:lnTo>
                    <a:pt x="18325" y="42780"/>
                  </a:lnTo>
                  <a:cubicBezTo>
                    <a:pt x="15970" y="42780"/>
                    <a:pt x="14061" y="44690"/>
                    <a:pt x="14061" y="47045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1AD3DE1-011D-8D45-B8EA-9CC62E5B8FDF}"/>
                </a:ext>
              </a:extLst>
            </p:cNvPr>
            <p:cNvSpPr/>
            <p:nvPr/>
          </p:nvSpPr>
          <p:spPr>
            <a:xfrm>
              <a:off x="5701858" y="2416930"/>
              <a:ext cx="173110" cy="14061"/>
            </a:xfrm>
            <a:custGeom>
              <a:avLst/>
              <a:gdLst>
                <a:gd name="connsiteX0" fmla="*/ 166978 w 173110"/>
                <a:gd name="connsiteY0" fmla="*/ 14003 h 14061"/>
                <a:gd name="connsiteX1" fmla="*/ 7929 w 173110"/>
                <a:gd name="connsiteY1" fmla="*/ 14003 h 14061"/>
                <a:gd name="connsiteX2" fmla="*/ 58 w 173110"/>
                <a:gd name="connsiteY2" fmla="*/ 7929 h 14061"/>
                <a:gd name="connsiteX3" fmla="*/ 6133 w 173110"/>
                <a:gd name="connsiteY3" fmla="*/ 58 h 14061"/>
                <a:gd name="connsiteX4" fmla="*/ 7929 w 173110"/>
                <a:gd name="connsiteY4" fmla="*/ 58 h 14061"/>
                <a:gd name="connsiteX5" fmla="*/ 166978 w 173110"/>
                <a:gd name="connsiteY5" fmla="*/ 58 h 14061"/>
                <a:gd name="connsiteX6" fmla="*/ 173052 w 173110"/>
                <a:gd name="connsiteY6" fmla="*/ 7929 h 14061"/>
                <a:gd name="connsiteX7" fmla="*/ 166978 w 17311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10" h="14061">
                  <a:moveTo>
                    <a:pt x="16697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66978" y="58"/>
                  </a:lnTo>
                  <a:cubicBezTo>
                    <a:pt x="170829" y="554"/>
                    <a:pt x="173549" y="4078"/>
                    <a:pt x="173052" y="7929"/>
                  </a:cubicBezTo>
                  <a:cubicBezTo>
                    <a:pt x="172644" y="11099"/>
                    <a:pt x="170148" y="13595"/>
                    <a:pt x="16697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44F74EC9-1A18-6948-BD19-DF31438873B2}"/>
                </a:ext>
              </a:extLst>
            </p:cNvPr>
            <p:cNvSpPr/>
            <p:nvPr/>
          </p:nvSpPr>
          <p:spPr>
            <a:xfrm>
              <a:off x="5712922" y="2511667"/>
              <a:ext cx="152778" cy="14062"/>
            </a:xfrm>
            <a:custGeom>
              <a:avLst/>
              <a:gdLst>
                <a:gd name="connsiteX0" fmla="*/ 144849 w 152778"/>
                <a:gd name="connsiteY0" fmla="*/ 14004 h 14062"/>
                <a:gd name="connsiteX1" fmla="*/ 7929 w 152778"/>
                <a:gd name="connsiteY1" fmla="*/ 14004 h 14062"/>
                <a:gd name="connsiteX2" fmla="*/ 58 w 152778"/>
                <a:gd name="connsiteY2" fmla="*/ 7929 h 14062"/>
                <a:gd name="connsiteX3" fmla="*/ 6133 w 152778"/>
                <a:gd name="connsiteY3" fmla="*/ 58 h 14062"/>
                <a:gd name="connsiteX4" fmla="*/ 7929 w 152778"/>
                <a:gd name="connsiteY4" fmla="*/ 58 h 14062"/>
                <a:gd name="connsiteX5" fmla="*/ 144849 w 152778"/>
                <a:gd name="connsiteY5" fmla="*/ 58 h 14062"/>
                <a:gd name="connsiteX6" fmla="*/ 152721 w 152778"/>
                <a:gd name="connsiteY6" fmla="*/ 6133 h 14062"/>
                <a:gd name="connsiteX7" fmla="*/ 146646 w 152778"/>
                <a:gd name="connsiteY7" fmla="*/ 14004 h 14062"/>
                <a:gd name="connsiteX8" fmla="*/ 144849 w 152778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78" h="14062">
                  <a:moveTo>
                    <a:pt x="144849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44849" y="58"/>
                  </a:lnTo>
                  <a:cubicBezTo>
                    <a:pt x="148700" y="-438"/>
                    <a:pt x="152224" y="2282"/>
                    <a:pt x="152721" y="6133"/>
                  </a:cubicBezTo>
                  <a:cubicBezTo>
                    <a:pt x="153217" y="9984"/>
                    <a:pt x="150497" y="13508"/>
                    <a:pt x="146646" y="14004"/>
                  </a:cubicBezTo>
                  <a:cubicBezTo>
                    <a:pt x="146050" y="14081"/>
                    <a:pt x="145446" y="14081"/>
                    <a:pt x="144849" y="14004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2799E64-E57C-8548-BFE8-A8AE36F55E87}"/>
                </a:ext>
              </a:extLst>
            </p:cNvPr>
            <p:cNvSpPr/>
            <p:nvPr/>
          </p:nvSpPr>
          <p:spPr>
            <a:xfrm>
              <a:off x="5713821" y="2547339"/>
              <a:ext cx="150980" cy="14060"/>
            </a:xfrm>
            <a:custGeom>
              <a:avLst/>
              <a:gdLst>
                <a:gd name="connsiteX0" fmla="*/ 143950 w 150980"/>
                <a:gd name="connsiteY0" fmla="*/ 14061 h 14060"/>
                <a:gd name="connsiteX1" fmla="*/ 7030 w 150980"/>
                <a:gd name="connsiteY1" fmla="*/ 14061 h 14060"/>
                <a:gd name="connsiteX2" fmla="*/ 0 w 150980"/>
                <a:gd name="connsiteY2" fmla="*/ 7030 h 14060"/>
                <a:gd name="connsiteX3" fmla="*/ 7030 w 150980"/>
                <a:gd name="connsiteY3" fmla="*/ 0 h 14060"/>
                <a:gd name="connsiteX4" fmla="*/ 143950 w 150980"/>
                <a:gd name="connsiteY4" fmla="*/ 0 h 14060"/>
                <a:gd name="connsiteX5" fmla="*/ 150981 w 150980"/>
                <a:gd name="connsiteY5" fmla="*/ 7030 h 14060"/>
                <a:gd name="connsiteX6" fmla="*/ 143950 w 150980"/>
                <a:gd name="connsiteY6" fmla="*/ 14061 h 1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980" h="14060">
                  <a:moveTo>
                    <a:pt x="143950" y="14061"/>
                  </a:moveTo>
                  <a:lnTo>
                    <a:pt x="7030" y="14061"/>
                  </a:lnTo>
                  <a:cubicBezTo>
                    <a:pt x="3148" y="14061"/>
                    <a:pt x="0" y="10913"/>
                    <a:pt x="0" y="7030"/>
                  </a:cubicBezTo>
                  <a:cubicBezTo>
                    <a:pt x="0" y="3148"/>
                    <a:pt x="3148" y="0"/>
                    <a:pt x="7030" y="0"/>
                  </a:cubicBezTo>
                  <a:lnTo>
                    <a:pt x="143950" y="0"/>
                  </a:lnTo>
                  <a:cubicBezTo>
                    <a:pt x="147807" y="62"/>
                    <a:pt x="150919" y="3173"/>
                    <a:pt x="150981" y="7030"/>
                  </a:cubicBezTo>
                  <a:cubicBezTo>
                    <a:pt x="150981" y="10913"/>
                    <a:pt x="147833" y="14061"/>
                    <a:pt x="143950" y="1406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D0BBBED-073C-DB47-BDBA-EE18CEF79F50}"/>
                </a:ext>
              </a:extLst>
            </p:cNvPr>
            <p:cNvSpPr/>
            <p:nvPr/>
          </p:nvSpPr>
          <p:spPr>
            <a:xfrm>
              <a:off x="5712922" y="2583009"/>
              <a:ext cx="126433" cy="14061"/>
            </a:xfrm>
            <a:custGeom>
              <a:avLst/>
              <a:gdLst>
                <a:gd name="connsiteX0" fmla="*/ 120301 w 126433"/>
                <a:gd name="connsiteY0" fmla="*/ 14003 h 14061"/>
                <a:gd name="connsiteX1" fmla="*/ 7929 w 126433"/>
                <a:gd name="connsiteY1" fmla="*/ 14003 h 14061"/>
                <a:gd name="connsiteX2" fmla="*/ 58 w 126433"/>
                <a:gd name="connsiteY2" fmla="*/ 7929 h 14061"/>
                <a:gd name="connsiteX3" fmla="*/ 6133 w 126433"/>
                <a:gd name="connsiteY3" fmla="*/ 58 h 14061"/>
                <a:gd name="connsiteX4" fmla="*/ 7929 w 126433"/>
                <a:gd name="connsiteY4" fmla="*/ 58 h 14061"/>
                <a:gd name="connsiteX5" fmla="*/ 120301 w 126433"/>
                <a:gd name="connsiteY5" fmla="*/ 58 h 14061"/>
                <a:gd name="connsiteX6" fmla="*/ 126375 w 126433"/>
                <a:gd name="connsiteY6" fmla="*/ 7929 h 14061"/>
                <a:gd name="connsiteX7" fmla="*/ 120301 w 12643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33" h="14061">
                  <a:moveTo>
                    <a:pt x="120301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20301" y="58"/>
                  </a:lnTo>
                  <a:cubicBezTo>
                    <a:pt x="124152" y="554"/>
                    <a:pt x="126871" y="4078"/>
                    <a:pt x="126375" y="7929"/>
                  </a:cubicBezTo>
                  <a:cubicBezTo>
                    <a:pt x="125967" y="11099"/>
                    <a:pt x="123471" y="13595"/>
                    <a:pt x="120301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C8E73AE-ED67-5F45-A96C-75DD72F6064C}"/>
                </a:ext>
              </a:extLst>
            </p:cNvPr>
            <p:cNvSpPr/>
            <p:nvPr/>
          </p:nvSpPr>
          <p:spPr>
            <a:xfrm>
              <a:off x="5712922" y="2618738"/>
              <a:ext cx="109260" cy="14061"/>
            </a:xfrm>
            <a:custGeom>
              <a:avLst/>
              <a:gdLst>
                <a:gd name="connsiteX0" fmla="*/ 103128 w 109260"/>
                <a:gd name="connsiteY0" fmla="*/ 14003 h 14061"/>
                <a:gd name="connsiteX1" fmla="*/ 7929 w 109260"/>
                <a:gd name="connsiteY1" fmla="*/ 14003 h 14061"/>
                <a:gd name="connsiteX2" fmla="*/ 58 w 109260"/>
                <a:gd name="connsiteY2" fmla="*/ 7929 h 14061"/>
                <a:gd name="connsiteX3" fmla="*/ 6133 w 109260"/>
                <a:gd name="connsiteY3" fmla="*/ 58 h 14061"/>
                <a:gd name="connsiteX4" fmla="*/ 7929 w 109260"/>
                <a:gd name="connsiteY4" fmla="*/ 58 h 14061"/>
                <a:gd name="connsiteX5" fmla="*/ 103128 w 109260"/>
                <a:gd name="connsiteY5" fmla="*/ 58 h 14061"/>
                <a:gd name="connsiteX6" fmla="*/ 109203 w 109260"/>
                <a:gd name="connsiteY6" fmla="*/ 7929 h 14061"/>
                <a:gd name="connsiteX7" fmla="*/ 103128 w 109260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60" h="14061">
                  <a:moveTo>
                    <a:pt x="103128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03128" y="58"/>
                  </a:lnTo>
                  <a:cubicBezTo>
                    <a:pt x="106979" y="554"/>
                    <a:pt x="109699" y="4078"/>
                    <a:pt x="109203" y="7929"/>
                  </a:cubicBezTo>
                  <a:cubicBezTo>
                    <a:pt x="108794" y="11099"/>
                    <a:pt x="106298" y="13595"/>
                    <a:pt x="103128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69CA876E-FF65-044F-AB0A-106B10E2B076}"/>
                </a:ext>
              </a:extLst>
            </p:cNvPr>
            <p:cNvSpPr/>
            <p:nvPr/>
          </p:nvSpPr>
          <p:spPr>
            <a:xfrm>
              <a:off x="5712922" y="2654466"/>
              <a:ext cx="120901" cy="14061"/>
            </a:xfrm>
            <a:custGeom>
              <a:avLst/>
              <a:gdLst>
                <a:gd name="connsiteX0" fmla="*/ 114769 w 120901"/>
                <a:gd name="connsiteY0" fmla="*/ 14003 h 14061"/>
                <a:gd name="connsiteX1" fmla="*/ 7929 w 120901"/>
                <a:gd name="connsiteY1" fmla="*/ 14003 h 14061"/>
                <a:gd name="connsiteX2" fmla="*/ 58 w 120901"/>
                <a:gd name="connsiteY2" fmla="*/ 7929 h 14061"/>
                <a:gd name="connsiteX3" fmla="*/ 6133 w 120901"/>
                <a:gd name="connsiteY3" fmla="*/ 58 h 14061"/>
                <a:gd name="connsiteX4" fmla="*/ 7929 w 120901"/>
                <a:gd name="connsiteY4" fmla="*/ 58 h 14061"/>
                <a:gd name="connsiteX5" fmla="*/ 114769 w 120901"/>
                <a:gd name="connsiteY5" fmla="*/ 58 h 14061"/>
                <a:gd name="connsiteX6" fmla="*/ 120843 w 120901"/>
                <a:gd name="connsiteY6" fmla="*/ 7929 h 14061"/>
                <a:gd name="connsiteX7" fmla="*/ 114769 w 120901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01" h="14061">
                  <a:moveTo>
                    <a:pt x="114769" y="14003"/>
                  </a:moveTo>
                  <a:lnTo>
                    <a:pt x="7929" y="14003"/>
                  </a:lnTo>
                  <a:cubicBezTo>
                    <a:pt x="4079" y="14499"/>
                    <a:pt x="555" y="11780"/>
                    <a:pt x="58" y="7929"/>
                  </a:cubicBezTo>
                  <a:cubicBezTo>
                    <a:pt x="-438" y="4078"/>
                    <a:pt x="2282" y="554"/>
                    <a:pt x="6133" y="58"/>
                  </a:cubicBezTo>
                  <a:cubicBezTo>
                    <a:pt x="6729" y="-19"/>
                    <a:pt x="7333" y="-19"/>
                    <a:pt x="7929" y="58"/>
                  </a:cubicBezTo>
                  <a:lnTo>
                    <a:pt x="114769" y="58"/>
                  </a:lnTo>
                  <a:cubicBezTo>
                    <a:pt x="118620" y="554"/>
                    <a:pt x="121339" y="4078"/>
                    <a:pt x="120843" y="7929"/>
                  </a:cubicBezTo>
                  <a:cubicBezTo>
                    <a:pt x="120435" y="11099"/>
                    <a:pt x="117939" y="13595"/>
                    <a:pt x="114769" y="1400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0F4FFF8D-2CF2-1A40-9D21-B8280E828608}"/>
                </a:ext>
              </a:extLst>
            </p:cNvPr>
            <p:cNvSpPr/>
            <p:nvPr/>
          </p:nvSpPr>
          <p:spPr>
            <a:xfrm>
              <a:off x="5891518" y="2655637"/>
              <a:ext cx="13184" cy="13523"/>
            </a:xfrm>
            <a:custGeom>
              <a:avLst/>
              <a:gdLst>
                <a:gd name="connsiteX0" fmla="*/ 6592 w 13184"/>
                <a:gd name="connsiteY0" fmla="*/ 13523 h 13523"/>
                <a:gd name="connsiteX1" fmla="*/ 14 w 13184"/>
                <a:gd name="connsiteY1" fmla="*/ 6068 h 13523"/>
                <a:gd name="connsiteX2" fmla="*/ 1636 w 13184"/>
                <a:gd name="connsiteY2" fmla="*/ 1998 h 13523"/>
                <a:gd name="connsiteX3" fmla="*/ 11548 w 13184"/>
                <a:gd name="connsiteY3" fmla="*/ 1998 h 13523"/>
                <a:gd name="connsiteX4" fmla="*/ 10662 w 13184"/>
                <a:gd name="connsiteY4" fmla="*/ 11901 h 13523"/>
                <a:gd name="connsiteX5" fmla="*/ 6592 w 13184"/>
                <a:gd name="connsiteY5" fmla="*/ 13523 h 1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4" h="13523">
                  <a:moveTo>
                    <a:pt x="6592" y="13523"/>
                  </a:moveTo>
                  <a:cubicBezTo>
                    <a:pt x="2717" y="13281"/>
                    <a:pt x="-228" y="9943"/>
                    <a:pt x="14" y="6068"/>
                  </a:cubicBezTo>
                  <a:cubicBezTo>
                    <a:pt x="107" y="4573"/>
                    <a:pt x="676" y="3147"/>
                    <a:pt x="1636" y="1998"/>
                  </a:cubicBezTo>
                  <a:cubicBezTo>
                    <a:pt x="4403" y="-666"/>
                    <a:pt x="8781" y="-666"/>
                    <a:pt x="11548" y="1998"/>
                  </a:cubicBezTo>
                  <a:cubicBezTo>
                    <a:pt x="14038" y="4977"/>
                    <a:pt x="13641" y="9411"/>
                    <a:pt x="10662" y="11901"/>
                  </a:cubicBezTo>
                  <a:cubicBezTo>
                    <a:pt x="9513" y="12861"/>
                    <a:pt x="8087" y="13430"/>
                    <a:pt x="6592" y="1352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9A691809-657F-024D-9E78-23297E346A64}"/>
                </a:ext>
              </a:extLst>
            </p:cNvPr>
            <p:cNvSpPr/>
            <p:nvPr/>
          </p:nvSpPr>
          <p:spPr>
            <a:xfrm>
              <a:off x="5668412" y="2434390"/>
              <a:ext cx="242030" cy="300579"/>
            </a:xfrm>
            <a:custGeom>
              <a:avLst/>
              <a:gdLst>
                <a:gd name="connsiteX0" fmla="*/ 234769 w 242030"/>
                <a:gd name="connsiteY0" fmla="*/ 300580 h 300579"/>
                <a:gd name="connsiteX1" fmla="*/ 7030 w 242030"/>
                <a:gd name="connsiteY1" fmla="*/ 300580 h 300579"/>
                <a:gd name="connsiteX2" fmla="*/ 0 w 242030"/>
                <a:gd name="connsiteY2" fmla="*/ 293780 h 300579"/>
                <a:gd name="connsiteX3" fmla="*/ 0 w 242030"/>
                <a:gd name="connsiteY3" fmla="*/ 6916 h 300579"/>
                <a:gd name="connsiteX4" fmla="*/ 6914 w 242030"/>
                <a:gd name="connsiteY4" fmla="*/ 0 h 300579"/>
                <a:gd name="connsiteX5" fmla="*/ 7030 w 242030"/>
                <a:gd name="connsiteY5" fmla="*/ 1 h 300579"/>
                <a:gd name="connsiteX6" fmla="*/ 41606 w 242030"/>
                <a:gd name="connsiteY6" fmla="*/ 1 h 300579"/>
                <a:gd name="connsiteX7" fmla="*/ 48636 w 242030"/>
                <a:gd name="connsiteY7" fmla="*/ 6800 h 300579"/>
                <a:gd name="connsiteX8" fmla="*/ 48637 w 242030"/>
                <a:gd name="connsiteY8" fmla="*/ 6916 h 300579"/>
                <a:gd name="connsiteX9" fmla="*/ 48637 w 242030"/>
                <a:gd name="connsiteY9" fmla="*/ 13716 h 300579"/>
                <a:gd name="connsiteX10" fmla="*/ 193394 w 242030"/>
                <a:gd name="connsiteY10" fmla="*/ 13716 h 300579"/>
                <a:gd name="connsiteX11" fmla="*/ 193394 w 242030"/>
                <a:gd name="connsiteY11" fmla="*/ 6916 h 300579"/>
                <a:gd name="connsiteX12" fmla="*/ 200308 w 242030"/>
                <a:gd name="connsiteY12" fmla="*/ 0 h 300579"/>
                <a:gd name="connsiteX13" fmla="*/ 200424 w 242030"/>
                <a:gd name="connsiteY13" fmla="*/ 1 h 300579"/>
                <a:gd name="connsiteX14" fmla="*/ 235000 w 242030"/>
                <a:gd name="connsiteY14" fmla="*/ 1 h 300579"/>
                <a:gd name="connsiteX15" fmla="*/ 242030 w 242030"/>
                <a:gd name="connsiteY15" fmla="*/ 6916 h 300579"/>
                <a:gd name="connsiteX16" fmla="*/ 242030 w 242030"/>
                <a:gd name="connsiteY16" fmla="*/ 165619 h 300579"/>
                <a:gd name="connsiteX17" fmla="*/ 237190 w 242030"/>
                <a:gd name="connsiteY17" fmla="*/ 172303 h 300579"/>
                <a:gd name="connsiteX18" fmla="*/ 229352 w 242030"/>
                <a:gd name="connsiteY18" fmla="*/ 169653 h 300579"/>
                <a:gd name="connsiteX19" fmla="*/ 224973 w 242030"/>
                <a:gd name="connsiteY19" fmla="*/ 164582 h 300579"/>
                <a:gd name="connsiteX20" fmla="*/ 166785 w 242030"/>
                <a:gd name="connsiteY20" fmla="*/ 164451 h 300579"/>
                <a:gd name="connsiteX21" fmla="*/ 154669 w 242030"/>
                <a:gd name="connsiteY21" fmla="*/ 193740 h 300579"/>
                <a:gd name="connsiteX22" fmla="*/ 195770 w 242030"/>
                <a:gd name="connsiteY22" fmla="*/ 234930 h 300579"/>
                <a:gd name="connsiteX23" fmla="*/ 214600 w 242030"/>
                <a:gd name="connsiteY23" fmla="*/ 230391 h 300579"/>
                <a:gd name="connsiteX24" fmla="*/ 222783 w 242030"/>
                <a:gd name="connsiteY24" fmla="*/ 231658 h 300579"/>
                <a:gd name="connsiteX25" fmla="*/ 239725 w 242030"/>
                <a:gd name="connsiteY25" fmla="*/ 248831 h 300579"/>
                <a:gd name="connsiteX26" fmla="*/ 241800 w 242030"/>
                <a:gd name="connsiteY26" fmla="*/ 253787 h 300579"/>
                <a:gd name="connsiteX27" fmla="*/ 241800 w 242030"/>
                <a:gd name="connsiteY27" fmla="*/ 293780 h 300579"/>
                <a:gd name="connsiteX28" fmla="*/ 234769 w 242030"/>
                <a:gd name="connsiteY28" fmla="*/ 300580 h 300579"/>
                <a:gd name="connsiteX29" fmla="*/ 13946 w 242030"/>
                <a:gd name="connsiteY29" fmla="*/ 286634 h 300579"/>
                <a:gd name="connsiteX30" fmla="*/ 227739 w 242030"/>
                <a:gd name="connsiteY30" fmla="*/ 286634 h 300579"/>
                <a:gd name="connsiteX31" fmla="*/ 227739 w 242030"/>
                <a:gd name="connsiteY31" fmla="*/ 256668 h 300579"/>
                <a:gd name="connsiteX32" fmla="*/ 216214 w 242030"/>
                <a:gd name="connsiteY32" fmla="*/ 245143 h 300579"/>
                <a:gd name="connsiteX33" fmla="*/ 156743 w 242030"/>
                <a:gd name="connsiteY33" fmla="*/ 232926 h 300579"/>
                <a:gd name="connsiteX34" fmla="*/ 156743 w 242030"/>
                <a:gd name="connsiteY34" fmla="*/ 155016 h 300579"/>
                <a:gd name="connsiteX35" fmla="*/ 156743 w 242030"/>
                <a:gd name="connsiteY35" fmla="*/ 155016 h 300579"/>
                <a:gd name="connsiteX36" fmla="*/ 227854 w 242030"/>
                <a:gd name="connsiteY36" fmla="*/ 149138 h 300579"/>
                <a:gd name="connsiteX37" fmla="*/ 227854 w 242030"/>
                <a:gd name="connsiteY37" fmla="*/ 13947 h 300579"/>
                <a:gd name="connsiteX38" fmla="*/ 207339 w 242030"/>
                <a:gd name="connsiteY38" fmla="*/ 13947 h 300579"/>
                <a:gd name="connsiteX39" fmla="*/ 207339 w 242030"/>
                <a:gd name="connsiteY39" fmla="*/ 20631 h 300579"/>
                <a:gd name="connsiteX40" fmla="*/ 200540 w 242030"/>
                <a:gd name="connsiteY40" fmla="*/ 27661 h 300579"/>
                <a:gd name="connsiteX41" fmla="*/ 200424 w 242030"/>
                <a:gd name="connsiteY41" fmla="*/ 27662 h 300579"/>
                <a:gd name="connsiteX42" fmla="*/ 41376 w 242030"/>
                <a:gd name="connsiteY42" fmla="*/ 27662 h 300579"/>
                <a:gd name="connsiteX43" fmla="*/ 34345 w 242030"/>
                <a:gd name="connsiteY43" fmla="*/ 20631 h 300579"/>
                <a:gd name="connsiteX44" fmla="*/ 34345 w 242030"/>
                <a:gd name="connsiteY44" fmla="*/ 13947 h 300579"/>
                <a:gd name="connsiteX45" fmla="*/ 13946 w 242030"/>
                <a:gd name="connsiteY45" fmla="*/ 13947 h 30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42030" h="300579">
                  <a:moveTo>
                    <a:pt x="234769" y="300580"/>
                  </a:moveTo>
                  <a:lnTo>
                    <a:pt x="7030" y="300580"/>
                  </a:lnTo>
                  <a:cubicBezTo>
                    <a:pt x="3236" y="300582"/>
                    <a:pt x="124" y="297572"/>
                    <a:pt x="0" y="293780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41606" y="1"/>
                  </a:lnTo>
                  <a:cubicBezTo>
                    <a:pt x="45425" y="-63"/>
                    <a:pt x="48572" y="2981"/>
                    <a:pt x="48636" y="6800"/>
                  </a:cubicBezTo>
                  <a:cubicBezTo>
                    <a:pt x="48636" y="6839"/>
                    <a:pt x="48637" y="6877"/>
                    <a:pt x="48637" y="6916"/>
                  </a:cubicBezTo>
                  <a:lnTo>
                    <a:pt x="48637" y="13716"/>
                  </a:lnTo>
                  <a:lnTo>
                    <a:pt x="193394" y="13716"/>
                  </a:lnTo>
                  <a:lnTo>
                    <a:pt x="193394" y="6916"/>
                  </a:lnTo>
                  <a:cubicBezTo>
                    <a:pt x="193393" y="3097"/>
                    <a:pt x="196489" y="1"/>
                    <a:pt x="200308" y="0"/>
                  </a:cubicBezTo>
                  <a:cubicBezTo>
                    <a:pt x="200347" y="0"/>
                    <a:pt x="200385" y="0"/>
                    <a:pt x="200424" y="1"/>
                  </a:cubicBezTo>
                  <a:lnTo>
                    <a:pt x="235000" y="1"/>
                  </a:lnTo>
                  <a:cubicBezTo>
                    <a:pt x="238838" y="0"/>
                    <a:pt x="241967" y="3078"/>
                    <a:pt x="242030" y="6916"/>
                  </a:cubicBezTo>
                  <a:lnTo>
                    <a:pt x="242030" y="165619"/>
                  </a:lnTo>
                  <a:cubicBezTo>
                    <a:pt x="242032" y="168659"/>
                    <a:pt x="240079" y="171356"/>
                    <a:pt x="237190" y="172303"/>
                  </a:cubicBezTo>
                  <a:cubicBezTo>
                    <a:pt x="234278" y="173252"/>
                    <a:pt x="231090" y="172174"/>
                    <a:pt x="229352" y="169653"/>
                  </a:cubicBezTo>
                  <a:cubicBezTo>
                    <a:pt x="227988" y="167882"/>
                    <a:pt x="226526" y="166189"/>
                    <a:pt x="224973" y="164582"/>
                  </a:cubicBezTo>
                  <a:cubicBezTo>
                    <a:pt x="208941" y="148477"/>
                    <a:pt x="182889" y="148419"/>
                    <a:pt x="166785" y="164451"/>
                  </a:cubicBezTo>
                  <a:cubicBezTo>
                    <a:pt x="158997" y="172204"/>
                    <a:pt x="154634" y="182751"/>
                    <a:pt x="154669" y="193740"/>
                  </a:cubicBezTo>
                  <a:cubicBezTo>
                    <a:pt x="154644" y="216464"/>
                    <a:pt x="173046" y="234905"/>
                    <a:pt x="195770" y="234930"/>
                  </a:cubicBezTo>
                  <a:cubicBezTo>
                    <a:pt x="202318" y="234937"/>
                    <a:pt x="208774" y="233381"/>
                    <a:pt x="214600" y="230391"/>
                  </a:cubicBezTo>
                  <a:cubicBezTo>
                    <a:pt x="217314" y="228992"/>
                    <a:pt x="220620" y="229504"/>
                    <a:pt x="222783" y="231658"/>
                  </a:cubicBezTo>
                  <a:lnTo>
                    <a:pt x="239725" y="248831"/>
                  </a:lnTo>
                  <a:cubicBezTo>
                    <a:pt x="241056" y="250136"/>
                    <a:pt x="241804" y="251923"/>
                    <a:pt x="241800" y="253787"/>
                  </a:cubicBezTo>
                  <a:lnTo>
                    <a:pt x="241800" y="293780"/>
                  </a:lnTo>
                  <a:cubicBezTo>
                    <a:pt x="241675" y="297572"/>
                    <a:pt x="238564" y="300582"/>
                    <a:pt x="234769" y="300580"/>
                  </a:cubicBezTo>
                  <a:close/>
                  <a:moveTo>
                    <a:pt x="13946" y="286634"/>
                  </a:moveTo>
                  <a:lnTo>
                    <a:pt x="227739" y="286634"/>
                  </a:lnTo>
                  <a:lnTo>
                    <a:pt x="227739" y="256668"/>
                  </a:lnTo>
                  <a:lnTo>
                    <a:pt x="216214" y="245143"/>
                  </a:lnTo>
                  <a:cubicBezTo>
                    <a:pt x="195738" y="253411"/>
                    <a:pt x="172302" y="248596"/>
                    <a:pt x="156743" y="232926"/>
                  </a:cubicBezTo>
                  <a:cubicBezTo>
                    <a:pt x="135229" y="211412"/>
                    <a:pt x="135229" y="176531"/>
                    <a:pt x="156743" y="155016"/>
                  </a:cubicBezTo>
                  <a:cubicBezTo>
                    <a:pt x="156743" y="155016"/>
                    <a:pt x="156743" y="155016"/>
                    <a:pt x="156743" y="155016"/>
                  </a:cubicBezTo>
                  <a:cubicBezTo>
                    <a:pt x="175826" y="135943"/>
                    <a:pt x="205899" y="133457"/>
                    <a:pt x="227854" y="149138"/>
                  </a:cubicBezTo>
                  <a:lnTo>
                    <a:pt x="227854" y="13947"/>
                  </a:lnTo>
                  <a:lnTo>
                    <a:pt x="207339" y="13947"/>
                  </a:lnTo>
                  <a:lnTo>
                    <a:pt x="207339" y="20631"/>
                  </a:lnTo>
                  <a:cubicBezTo>
                    <a:pt x="207403" y="24450"/>
                    <a:pt x="204359" y="27597"/>
                    <a:pt x="200540" y="27661"/>
                  </a:cubicBezTo>
                  <a:cubicBezTo>
                    <a:pt x="200502" y="27661"/>
                    <a:pt x="200463" y="27662"/>
                    <a:pt x="200424" y="27662"/>
                  </a:cubicBezTo>
                  <a:lnTo>
                    <a:pt x="41376" y="27662"/>
                  </a:lnTo>
                  <a:cubicBezTo>
                    <a:pt x="37493" y="27662"/>
                    <a:pt x="34345" y="24514"/>
                    <a:pt x="34345" y="20631"/>
                  </a:cubicBezTo>
                  <a:lnTo>
                    <a:pt x="34345" y="13947"/>
                  </a:lnTo>
                  <a:lnTo>
                    <a:pt x="13946" y="13947"/>
                  </a:ln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A4358B8-5129-C043-B992-CDCEB4613373}"/>
                </a:ext>
              </a:extLst>
            </p:cNvPr>
            <p:cNvSpPr/>
            <p:nvPr/>
          </p:nvSpPr>
          <p:spPr>
            <a:xfrm>
              <a:off x="5637294" y="2398432"/>
              <a:ext cx="304554" cy="367079"/>
            </a:xfrm>
            <a:custGeom>
              <a:avLst/>
              <a:gdLst>
                <a:gd name="connsiteX0" fmla="*/ 297006 w 304554"/>
                <a:gd name="connsiteY0" fmla="*/ 367079 h 367079"/>
                <a:gd name="connsiteX1" fmla="*/ 7030 w 304554"/>
                <a:gd name="connsiteY1" fmla="*/ 367079 h 367079"/>
                <a:gd name="connsiteX2" fmla="*/ 0 w 304554"/>
                <a:gd name="connsiteY2" fmla="*/ 360049 h 367079"/>
                <a:gd name="connsiteX3" fmla="*/ 0 w 304554"/>
                <a:gd name="connsiteY3" fmla="*/ 7030 h 367079"/>
                <a:gd name="connsiteX4" fmla="*/ 7030 w 304554"/>
                <a:gd name="connsiteY4" fmla="*/ 0 h 367079"/>
                <a:gd name="connsiteX5" fmla="*/ 72494 w 304554"/>
                <a:gd name="connsiteY5" fmla="*/ 0 h 367079"/>
                <a:gd name="connsiteX6" fmla="*/ 79524 w 304554"/>
                <a:gd name="connsiteY6" fmla="*/ 7030 h 367079"/>
                <a:gd name="connsiteX7" fmla="*/ 79524 w 304554"/>
                <a:gd name="connsiteY7" fmla="*/ 49674 h 367079"/>
                <a:gd name="connsiteX8" fmla="*/ 224512 w 304554"/>
                <a:gd name="connsiteY8" fmla="*/ 49674 h 367079"/>
                <a:gd name="connsiteX9" fmla="*/ 224512 w 304554"/>
                <a:gd name="connsiteY9" fmla="*/ 7030 h 367079"/>
                <a:gd name="connsiteX10" fmla="*/ 231542 w 304554"/>
                <a:gd name="connsiteY10" fmla="*/ 0 h 367079"/>
                <a:gd name="connsiteX11" fmla="*/ 297006 w 304554"/>
                <a:gd name="connsiteY11" fmla="*/ 0 h 367079"/>
                <a:gd name="connsiteX12" fmla="*/ 304036 w 304554"/>
                <a:gd name="connsiteY12" fmla="*/ 7030 h 367079"/>
                <a:gd name="connsiteX13" fmla="*/ 304036 w 304554"/>
                <a:gd name="connsiteY13" fmla="*/ 69497 h 367079"/>
                <a:gd name="connsiteX14" fmla="*/ 297962 w 304554"/>
                <a:gd name="connsiteY14" fmla="*/ 77368 h 367079"/>
                <a:gd name="connsiteX15" fmla="*/ 290091 w 304554"/>
                <a:gd name="connsiteY15" fmla="*/ 71294 h 367079"/>
                <a:gd name="connsiteX16" fmla="*/ 290091 w 304554"/>
                <a:gd name="connsiteY16" fmla="*/ 69497 h 367079"/>
                <a:gd name="connsiteX17" fmla="*/ 290091 w 304554"/>
                <a:gd name="connsiteY17" fmla="*/ 14291 h 367079"/>
                <a:gd name="connsiteX18" fmla="*/ 238457 w 304554"/>
                <a:gd name="connsiteY18" fmla="*/ 14291 h 367079"/>
                <a:gd name="connsiteX19" fmla="*/ 238457 w 304554"/>
                <a:gd name="connsiteY19" fmla="*/ 56589 h 367079"/>
                <a:gd name="connsiteX20" fmla="*/ 231659 w 304554"/>
                <a:gd name="connsiteY20" fmla="*/ 63618 h 367079"/>
                <a:gd name="connsiteX21" fmla="*/ 231542 w 304554"/>
                <a:gd name="connsiteY21" fmla="*/ 63619 h 367079"/>
                <a:gd name="connsiteX22" fmla="*/ 72494 w 304554"/>
                <a:gd name="connsiteY22" fmla="*/ 63619 h 367079"/>
                <a:gd name="connsiteX23" fmla="*/ 65463 w 304554"/>
                <a:gd name="connsiteY23" fmla="*/ 56589 h 367079"/>
                <a:gd name="connsiteX24" fmla="*/ 65463 w 304554"/>
                <a:gd name="connsiteY24" fmla="*/ 14291 h 367079"/>
                <a:gd name="connsiteX25" fmla="*/ 13946 w 304554"/>
                <a:gd name="connsiteY25" fmla="*/ 14291 h 367079"/>
                <a:gd name="connsiteX26" fmla="*/ 13946 w 304554"/>
                <a:gd name="connsiteY26" fmla="*/ 352788 h 367079"/>
                <a:gd name="connsiteX27" fmla="*/ 290552 w 304554"/>
                <a:gd name="connsiteY27" fmla="*/ 352788 h 367079"/>
                <a:gd name="connsiteX28" fmla="*/ 290552 w 304554"/>
                <a:gd name="connsiteY28" fmla="*/ 323744 h 367079"/>
                <a:gd name="connsiteX29" fmla="*/ 247678 w 304554"/>
                <a:gd name="connsiteY29" fmla="*/ 280870 h 367079"/>
                <a:gd name="connsiteX30" fmla="*/ 188207 w 304554"/>
                <a:gd name="connsiteY30" fmla="*/ 268654 h 367079"/>
                <a:gd name="connsiteX31" fmla="*/ 188207 w 304554"/>
                <a:gd name="connsiteY31" fmla="*/ 190744 h 367079"/>
                <a:gd name="connsiteX32" fmla="*/ 188207 w 304554"/>
                <a:gd name="connsiteY32" fmla="*/ 190743 h 367079"/>
                <a:gd name="connsiteX33" fmla="*/ 266116 w 304554"/>
                <a:gd name="connsiteY33" fmla="*/ 190363 h 367079"/>
                <a:gd name="connsiteX34" fmla="*/ 278450 w 304554"/>
                <a:gd name="connsiteY34" fmla="*/ 250098 h 367079"/>
                <a:gd name="connsiteX35" fmla="*/ 290552 w 304554"/>
                <a:gd name="connsiteY35" fmla="*/ 261623 h 367079"/>
                <a:gd name="connsiteX36" fmla="*/ 290552 w 304554"/>
                <a:gd name="connsiteY36" fmla="*/ 186248 h 367079"/>
                <a:gd name="connsiteX37" fmla="*/ 296626 w 304554"/>
                <a:gd name="connsiteY37" fmla="*/ 178377 h 367079"/>
                <a:gd name="connsiteX38" fmla="*/ 304497 w 304554"/>
                <a:gd name="connsiteY38" fmla="*/ 184451 h 367079"/>
                <a:gd name="connsiteX39" fmla="*/ 304497 w 304554"/>
                <a:gd name="connsiteY39" fmla="*/ 186248 h 367079"/>
                <a:gd name="connsiteX40" fmla="*/ 304497 w 304554"/>
                <a:gd name="connsiteY40" fmla="*/ 278450 h 367079"/>
                <a:gd name="connsiteX41" fmla="*/ 300118 w 304554"/>
                <a:gd name="connsiteY41" fmla="*/ 284904 h 367079"/>
                <a:gd name="connsiteX42" fmla="*/ 292511 w 304554"/>
                <a:gd name="connsiteY42" fmla="*/ 283406 h 367079"/>
                <a:gd name="connsiteX43" fmla="*/ 265081 w 304554"/>
                <a:gd name="connsiteY43" fmla="*/ 256552 h 367079"/>
                <a:gd name="connsiteX44" fmla="*/ 263813 w 304554"/>
                <a:gd name="connsiteY44" fmla="*/ 248369 h 367079"/>
                <a:gd name="connsiteX45" fmla="*/ 246189 w 304554"/>
                <a:gd name="connsiteY45" fmla="*/ 192743 h 367079"/>
                <a:gd name="connsiteX46" fmla="*/ 190563 w 304554"/>
                <a:gd name="connsiteY46" fmla="*/ 210367 h 367079"/>
                <a:gd name="connsiteX47" fmla="*/ 208187 w 304554"/>
                <a:gd name="connsiteY47" fmla="*/ 265993 h 367079"/>
                <a:gd name="connsiteX48" fmla="*/ 245488 w 304554"/>
                <a:gd name="connsiteY48" fmla="*/ 266349 h 367079"/>
                <a:gd name="connsiteX49" fmla="*/ 253671 w 304554"/>
                <a:gd name="connsiteY49" fmla="*/ 267616 h 367079"/>
                <a:gd name="connsiteX50" fmla="*/ 299772 w 304554"/>
                <a:gd name="connsiteY50" fmla="*/ 313717 h 367079"/>
                <a:gd name="connsiteX51" fmla="*/ 300809 w 304554"/>
                <a:gd name="connsiteY51" fmla="*/ 314639 h 367079"/>
                <a:gd name="connsiteX52" fmla="*/ 303921 w 304554"/>
                <a:gd name="connsiteY52" fmla="*/ 320402 h 367079"/>
                <a:gd name="connsiteX53" fmla="*/ 303921 w 304554"/>
                <a:gd name="connsiteY53" fmla="*/ 360049 h 367079"/>
                <a:gd name="connsiteX54" fmla="*/ 297006 w 304554"/>
                <a:gd name="connsiteY54" fmla="*/ 367079 h 3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4554" h="367079">
                  <a:moveTo>
                    <a:pt x="297006" y="367079"/>
                  </a:moveTo>
                  <a:lnTo>
                    <a:pt x="7030" y="367079"/>
                  </a:lnTo>
                  <a:cubicBezTo>
                    <a:pt x="3148" y="367079"/>
                    <a:pt x="0" y="363932"/>
                    <a:pt x="0" y="360049"/>
                  </a:cubicBezTo>
                  <a:lnTo>
                    <a:pt x="0" y="7030"/>
                  </a:lnTo>
                  <a:cubicBezTo>
                    <a:pt x="0" y="3148"/>
                    <a:pt x="3148" y="0"/>
                    <a:pt x="7030" y="0"/>
                  </a:cubicBezTo>
                  <a:lnTo>
                    <a:pt x="72494" y="0"/>
                  </a:lnTo>
                  <a:cubicBezTo>
                    <a:pt x="76377" y="0"/>
                    <a:pt x="79524" y="3148"/>
                    <a:pt x="79524" y="7030"/>
                  </a:cubicBezTo>
                  <a:lnTo>
                    <a:pt x="79524" y="49674"/>
                  </a:lnTo>
                  <a:lnTo>
                    <a:pt x="224512" y="49674"/>
                  </a:lnTo>
                  <a:lnTo>
                    <a:pt x="224512" y="7030"/>
                  </a:lnTo>
                  <a:cubicBezTo>
                    <a:pt x="224512" y="3148"/>
                    <a:pt x="227659" y="0"/>
                    <a:pt x="231542" y="0"/>
                  </a:cubicBezTo>
                  <a:lnTo>
                    <a:pt x="297006" y="0"/>
                  </a:lnTo>
                  <a:cubicBezTo>
                    <a:pt x="300888" y="0"/>
                    <a:pt x="304036" y="3148"/>
                    <a:pt x="304036" y="7030"/>
                  </a:cubicBezTo>
                  <a:lnTo>
                    <a:pt x="304036" y="69497"/>
                  </a:lnTo>
                  <a:cubicBezTo>
                    <a:pt x="304532" y="73348"/>
                    <a:pt x="301813" y="76872"/>
                    <a:pt x="297962" y="77368"/>
                  </a:cubicBezTo>
                  <a:cubicBezTo>
                    <a:pt x="294111" y="77864"/>
                    <a:pt x="290587" y="75145"/>
                    <a:pt x="290091" y="71294"/>
                  </a:cubicBezTo>
                  <a:cubicBezTo>
                    <a:pt x="290014" y="70697"/>
                    <a:pt x="290014" y="70094"/>
                    <a:pt x="290091" y="69497"/>
                  </a:cubicBezTo>
                  <a:lnTo>
                    <a:pt x="290091" y="14291"/>
                  </a:lnTo>
                  <a:lnTo>
                    <a:pt x="238457" y="14291"/>
                  </a:lnTo>
                  <a:lnTo>
                    <a:pt x="238457" y="56589"/>
                  </a:lnTo>
                  <a:cubicBezTo>
                    <a:pt x="238521" y="60408"/>
                    <a:pt x="235477" y="63555"/>
                    <a:pt x="231659" y="63618"/>
                  </a:cubicBezTo>
                  <a:cubicBezTo>
                    <a:pt x="231620" y="63619"/>
                    <a:pt x="231581" y="63619"/>
                    <a:pt x="231542" y="63619"/>
                  </a:cubicBezTo>
                  <a:lnTo>
                    <a:pt x="72494" y="63619"/>
                  </a:lnTo>
                  <a:cubicBezTo>
                    <a:pt x="68611" y="63619"/>
                    <a:pt x="65463" y="60472"/>
                    <a:pt x="65463" y="56589"/>
                  </a:cubicBezTo>
                  <a:lnTo>
                    <a:pt x="65463" y="14291"/>
                  </a:lnTo>
                  <a:lnTo>
                    <a:pt x="13946" y="14291"/>
                  </a:lnTo>
                  <a:lnTo>
                    <a:pt x="13946" y="352788"/>
                  </a:lnTo>
                  <a:lnTo>
                    <a:pt x="290552" y="352788"/>
                  </a:lnTo>
                  <a:lnTo>
                    <a:pt x="290552" y="323744"/>
                  </a:lnTo>
                  <a:lnTo>
                    <a:pt x="247678" y="280870"/>
                  </a:lnTo>
                  <a:cubicBezTo>
                    <a:pt x="227202" y="289138"/>
                    <a:pt x="203766" y="284323"/>
                    <a:pt x="188207" y="268654"/>
                  </a:cubicBezTo>
                  <a:cubicBezTo>
                    <a:pt x="166693" y="247140"/>
                    <a:pt x="166693" y="212258"/>
                    <a:pt x="188207" y="190744"/>
                  </a:cubicBezTo>
                  <a:cubicBezTo>
                    <a:pt x="188207" y="190743"/>
                    <a:pt x="188207" y="190743"/>
                    <a:pt x="188207" y="190743"/>
                  </a:cubicBezTo>
                  <a:cubicBezTo>
                    <a:pt x="209616" y="169124"/>
                    <a:pt x="244497" y="168954"/>
                    <a:pt x="266116" y="190363"/>
                  </a:cubicBezTo>
                  <a:cubicBezTo>
                    <a:pt x="281881" y="205974"/>
                    <a:pt x="286743" y="229519"/>
                    <a:pt x="278450" y="250098"/>
                  </a:cubicBezTo>
                  <a:lnTo>
                    <a:pt x="290552" y="261623"/>
                  </a:lnTo>
                  <a:lnTo>
                    <a:pt x="290552" y="186248"/>
                  </a:lnTo>
                  <a:cubicBezTo>
                    <a:pt x="290055" y="182397"/>
                    <a:pt x="292775" y="178873"/>
                    <a:pt x="296626" y="178377"/>
                  </a:cubicBezTo>
                  <a:cubicBezTo>
                    <a:pt x="300477" y="177881"/>
                    <a:pt x="304001" y="180600"/>
                    <a:pt x="304497" y="184451"/>
                  </a:cubicBezTo>
                  <a:cubicBezTo>
                    <a:pt x="304574" y="185048"/>
                    <a:pt x="304574" y="185652"/>
                    <a:pt x="304497" y="186248"/>
                  </a:cubicBezTo>
                  <a:lnTo>
                    <a:pt x="304497" y="278450"/>
                  </a:lnTo>
                  <a:cubicBezTo>
                    <a:pt x="304506" y="281298"/>
                    <a:pt x="302767" y="283860"/>
                    <a:pt x="300118" y="284904"/>
                  </a:cubicBezTo>
                  <a:cubicBezTo>
                    <a:pt x="297518" y="286041"/>
                    <a:pt x="294486" y="285443"/>
                    <a:pt x="292511" y="283406"/>
                  </a:cubicBezTo>
                  <a:lnTo>
                    <a:pt x="265081" y="256552"/>
                  </a:lnTo>
                  <a:cubicBezTo>
                    <a:pt x="262926" y="254389"/>
                    <a:pt x="262414" y="251083"/>
                    <a:pt x="263813" y="248369"/>
                  </a:cubicBezTo>
                  <a:cubicBezTo>
                    <a:pt x="274307" y="228142"/>
                    <a:pt x="266416" y="203237"/>
                    <a:pt x="246189" y="192743"/>
                  </a:cubicBezTo>
                  <a:cubicBezTo>
                    <a:pt x="225961" y="182249"/>
                    <a:pt x="201057" y="190140"/>
                    <a:pt x="190563" y="210367"/>
                  </a:cubicBezTo>
                  <a:cubicBezTo>
                    <a:pt x="180069" y="230595"/>
                    <a:pt x="187960" y="255499"/>
                    <a:pt x="208187" y="265993"/>
                  </a:cubicBezTo>
                  <a:cubicBezTo>
                    <a:pt x="219854" y="272046"/>
                    <a:pt x="233707" y="272178"/>
                    <a:pt x="245488" y="266349"/>
                  </a:cubicBezTo>
                  <a:cubicBezTo>
                    <a:pt x="248201" y="264950"/>
                    <a:pt x="251508" y="265462"/>
                    <a:pt x="253671" y="267616"/>
                  </a:cubicBezTo>
                  <a:lnTo>
                    <a:pt x="299772" y="313717"/>
                  </a:lnTo>
                  <a:cubicBezTo>
                    <a:pt x="300060" y="314084"/>
                    <a:pt x="300411" y="314396"/>
                    <a:pt x="300809" y="314639"/>
                  </a:cubicBezTo>
                  <a:cubicBezTo>
                    <a:pt x="302732" y="315930"/>
                    <a:pt x="303896" y="318086"/>
                    <a:pt x="303921" y="320402"/>
                  </a:cubicBezTo>
                  <a:lnTo>
                    <a:pt x="303921" y="360049"/>
                  </a:lnTo>
                  <a:cubicBezTo>
                    <a:pt x="303921" y="363887"/>
                    <a:pt x="300843" y="367016"/>
                    <a:pt x="297006" y="36707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35574573-2DA3-7E48-A348-9C8DCDE557C3}"/>
                </a:ext>
              </a:extLst>
            </p:cNvPr>
            <p:cNvSpPr/>
            <p:nvPr/>
          </p:nvSpPr>
          <p:spPr>
            <a:xfrm>
              <a:off x="5927326" y="2555775"/>
              <a:ext cx="14061" cy="35821"/>
            </a:xfrm>
            <a:custGeom>
              <a:avLst/>
              <a:gdLst>
                <a:gd name="connsiteX0" fmla="*/ 6974 w 14061"/>
                <a:gd name="connsiteY0" fmla="*/ 35821 h 35821"/>
                <a:gd name="connsiteX1" fmla="*/ 58 w 14061"/>
                <a:gd name="connsiteY1" fmla="*/ 28905 h 35821"/>
                <a:gd name="connsiteX2" fmla="*/ 58 w 14061"/>
                <a:gd name="connsiteY2" fmla="*/ 7929 h 35821"/>
                <a:gd name="connsiteX3" fmla="*/ 6133 w 14061"/>
                <a:gd name="connsiteY3" fmla="*/ 58 h 35821"/>
                <a:gd name="connsiteX4" fmla="*/ 14004 w 14061"/>
                <a:gd name="connsiteY4" fmla="*/ 6133 h 35821"/>
                <a:gd name="connsiteX5" fmla="*/ 14004 w 14061"/>
                <a:gd name="connsiteY5" fmla="*/ 7929 h 35821"/>
                <a:gd name="connsiteX6" fmla="*/ 14004 w 14061"/>
                <a:gd name="connsiteY6" fmla="*/ 28905 h 35821"/>
                <a:gd name="connsiteX7" fmla="*/ 7090 w 14061"/>
                <a:gd name="connsiteY7" fmla="*/ 35822 h 35821"/>
                <a:gd name="connsiteX8" fmla="*/ 6974 w 14061"/>
                <a:gd name="connsiteY8" fmla="*/ 35821 h 3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35821">
                  <a:moveTo>
                    <a:pt x="6974" y="35821"/>
                  </a:moveTo>
                  <a:cubicBezTo>
                    <a:pt x="3154" y="35821"/>
                    <a:pt x="58" y="32725"/>
                    <a:pt x="58" y="28905"/>
                  </a:cubicBezTo>
                  <a:lnTo>
                    <a:pt x="58" y="7929"/>
                  </a:lnTo>
                  <a:cubicBezTo>
                    <a:pt x="-438" y="4079"/>
                    <a:pt x="2282" y="555"/>
                    <a:pt x="6133" y="58"/>
                  </a:cubicBezTo>
                  <a:cubicBezTo>
                    <a:pt x="9984" y="-438"/>
                    <a:pt x="13508" y="2282"/>
                    <a:pt x="14004" y="6133"/>
                  </a:cubicBezTo>
                  <a:cubicBezTo>
                    <a:pt x="14081" y="6729"/>
                    <a:pt x="14081" y="7333"/>
                    <a:pt x="14004" y="7929"/>
                  </a:cubicBezTo>
                  <a:lnTo>
                    <a:pt x="14004" y="28905"/>
                  </a:lnTo>
                  <a:cubicBezTo>
                    <a:pt x="14004" y="32725"/>
                    <a:pt x="10909" y="35821"/>
                    <a:pt x="7090" y="35822"/>
                  </a:cubicBezTo>
                  <a:cubicBezTo>
                    <a:pt x="7051" y="35822"/>
                    <a:pt x="7012" y="35821"/>
                    <a:pt x="6974" y="35821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55E1473C-0051-454E-9746-918B84608790}"/>
                </a:ext>
              </a:extLst>
            </p:cNvPr>
            <p:cNvSpPr/>
            <p:nvPr/>
          </p:nvSpPr>
          <p:spPr>
            <a:xfrm>
              <a:off x="5927384" y="2507898"/>
              <a:ext cx="13945" cy="37943"/>
            </a:xfrm>
            <a:custGeom>
              <a:avLst/>
              <a:gdLst>
                <a:gd name="connsiteX0" fmla="*/ 6915 w 13945"/>
                <a:gd name="connsiteY0" fmla="*/ 37943 h 37943"/>
                <a:gd name="connsiteX1" fmla="*/ 0 w 13945"/>
                <a:gd name="connsiteY1" fmla="*/ 31027 h 37943"/>
                <a:gd name="connsiteX2" fmla="*/ 0 w 13945"/>
                <a:gd name="connsiteY2" fmla="*/ 6133 h 37943"/>
                <a:gd name="connsiteX3" fmla="*/ 7871 w 13945"/>
                <a:gd name="connsiteY3" fmla="*/ 58 h 37943"/>
                <a:gd name="connsiteX4" fmla="*/ 13946 w 13945"/>
                <a:gd name="connsiteY4" fmla="*/ 6133 h 37943"/>
                <a:gd name="connsiteX5" fmla="*/ 13946 w 13945"/>
                <a:gd name="connsiteY5" fmla="*/ 31027 h 37943"/>
                <a:gd name="connsiteX6" fmla="*/ 7031 w 13945"/>
                <a:gd name="connsiteY6" fmla="*/ 37944 h 37943"/>
                <a:gd name="connsiteX7" fmla="*/ 6915 w 13945"/>
                <a:gd name="connsiteY7" fmla="*/ 37943 h 3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5" h="37943">
                  <a:moveTo>
                    <a:pt x="6915" y="37943"/>
                  </a:moveTo>
                  <a:cubicBezTo>
                    <a:pt x="3096" y="37943"/>
                    <a:pt x="0" y="34847"/>
                    <a:pt x="0" y="31027"/>
                  </a:cubicBezTo>
                  <a:lnTo>
                    <a:pt x="0" y="6133"/>
                  </a:lnTo>
                  <a:cubicBezTo>
                    <a:pt x="496" y="2282"/>
                    <a:pt x="4020" y="-438"/>
                    <a:pt x="7871" y="58"/>
                  </a:cubicBezTo>
                  <a:cubicBezTo>
                    <a:pt x="11041" y="467"/>
                    <a:pt x="13537" y="2963"/>
                    <a:pt x="13946" y="6133"/>
                  </a:cubicBezTo>
                  <a:lnTo>
                    <a:pt x="13946" y="31027"/>
                  </a:lnTo>
                  <a:cubicBezTo>
                    <a:pt x="13946" y="34847"/>
                    <a:pt x="10850" y="37943"/>
                    <a:pt x="7031" y="37944"/>
                  </a:cubicBezTo>
                  <a:cubicBezTo>
                    <a:pt x="6993" y="37944"/>
                    <a:pt x="6954" y="37943"/>
                    <a:pt x="6915" y="37943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663E15A-6EA5-A342-9E88-93C218359B1A}"/>
                </a:ext>
              </a:extLst>
            </p:cNvPr>
            <p:cNvSpPr/>
            <p:nvPr/>
          </p:nvSpPr>
          <p:spPr>
            <a:xfrm>
              <a:off x="5927383" y="2462142"/>
              <a:ext cx="13946" cy="34139"/>
            </a:xfrm>
            <a:custGeom>
              <a:avLst/>
              <a:gdLst>
                <a:gd name="connsiteX0" fmla="*/ 6916 w 13946"/>
                <a:gd name="connsiteY0" fmla="*/ 34139 h 34139"/>
                <a:gd name="connsiteX1" fmla="*/ 0 w 13946"/>
                <a:gd name="connsiteY1" fmla="*/ 27225 h 34139"/>
                <a:gd name="connsiteX2" fmla="*/ 1 w 13946"/>
                <a:gd name="connsiteY2" fmla="*/ 27109 h 34139"/>
                <a:gd name="connsiteX3" fmla="*/ 1 w 13946"/>
                <a:gd name="connsiteY3" fmla="*/ 6133 h 34139"/>
                <a:gd name="connsiteX4" fmla="*/ 7872 w 13946"/>
                <a:gd name="connsiteY4" fmla="*/ 58 h 34139"/>
                <a:gd name="connsiteX5" fmla="*/ 13946 w 13946"/>
                <a:gd name="connsiteY5" fmla="*/ 6133 h 34139"/>
                <a:gd name="connsiteX6" fmla="*/ 13946 w 13946"/>
                <a:gd name="connsiteY6" fmla="*/ 27109 h 34139"/>
                <a:gd name="connsiteX7" fmla="*/ 6916 w 13946"/>
                <a:gd name="connsiteY7" fmla="*/ 34139 h 3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6" h="34139">
                  <a:moveTo>
                    <a:pt x="6916" y="34139"/>
                  </a:moveTo>
                  <a:cubicBezTo>
                    <a:pt x="3097" y="34140"/>
                    <a:pt x="1" y="31044"/>
                    <a:pt x="0" y="27225"/>
                  </a:cubicBezTo>
                  <a:cubicBezTo>
                    <a:pt x="0" y="27186"/>
                    <a:pt x="0" y="27148"/>
                    <a:pt x="1" y="27109"/>
                  </a:cubicBezTo>
                  <a:lnTo>
                    <a:pt x="1" y="6133"/>
                  </a:lnTo>
                  <a:cubicBezTo>
                    <a:pt x="497" y="2282"/>
                    <a:pt x="4021" y="-438"/>
                    <a:pt x="7872" y="58"/>
                  </a:cubicBezTo>
                  <a:cubicBezTo>
                    <a:pt x="11042" y="467"/>
                    <a:pt x="13538" y="2963"/>
                    <a:pt x="13946" y="6133"/>
                  </a:cubicBezTo>
                  <a:lnTo>
                    <a:pt x="13946" y="27109"/>
                  </a:lnTo>
                  <a:cubicBezTo>
                    <a:pt x="13946" y="30992"/>
                    <a:pt x="10799" y="34139"/>
                    <a:pt x="6916" y="34139"/>
                  </a:cubicBezTo>
                  <a:close/>
                </a:path>
              </a:pathLst>
            </a:custGeom>
            <a:grpFill/>
            <a:ln w="112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1" name="Graphic 54">
            <a:extLst>
              <a:ext uri="{FF2B5EF4-FFF2-40B4-BE49-F238E27FC236}">
                <a16:creationId xmlns:a16="http://schemas.microsoft.com/office/drawing/2014/main" id="{8E9B2B5F-14DE-0447-B420-37624F83B3CC}"/>
              </a:ext>
            </a:extLst>
          </p:cNvPr>
          <p:cNvGrpSpPr>
            <a:grpSpLocks noChangeAspect="1"/>
          </p:cNvGrpSpPr>
          <p:nvPr/>
        </p:nvGrpSpPr>
        <p:grpSpPr>
          <a:xfrm>
            <a:off x="6275054" y="5127428"/>
            <a:ext cx="366963" cy="417905"/>
            <a:chOff x="5614242" y="2347836"/>
            <a:chExt cx="366963" cy="417905"/>
          </a:xfrm>
          <a:solidFill>
            <a:srgbClr val="FFFFFF"/>
          </a:solidFill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605B50B-65D7-9B4D-9C2B-3AB2E1755B64}"/>
                </a:ext>
              </a:extLst>
            </p:cNvPr>
            <p:cNvSpPr/>
            <p:nvPr/>
          </p:nvSpPr>
          <p:spPr>
            <a:xfrm>
              <a:off x="5649049" y="2437388"/>
              <a:ext cx="87591" cy="87591"/>
            </a:xfrm>
            <a:custGeom>
              <a:avLst/>
              <a:gdLst>
                <a:gd name="connsiteX0" fmla="*/ 43911 w 87591"/>
                <a:gd name="connsiteY0" fmla="*/ 87592 h 87591"/>
                <a:gd name="connsiteX1" fmla="*/ 0 w 87591"/>
                <a:gd name="connsiteY1" fmla="*/ 43911 h 87591"/>
                <a:gd name="connsiteX2" fmla="*/ 43681 w 87591"/>
                <a:gd name="connsiteY2" fmla="*/ 0 h 87591"/>
                <a:gd name="connsiteX3" fmla="*/ 87592 w 87591"/>
                <a:gd name="connsiteY3" fmla="*/ 43681 h 87591"/>
                <a:gd name="connsiteX4" fmla="*/ 87592 w 87591"/>
                <a:gd name="connsiteY4" fmla="*/ 43796 h 87591"/>
                <a:gd name="connsiteX5" fmla="*/ 43911 w 87591"/>
                <a:gd name="connsiteY5" fmla="*/ 87592 h 87591"/>
                <a:gd name="connsiteX6" fmla="*/ 43911 w 87591"/>
                <a:gd name="connsiteY6" fmla="*/ 14176 h 87591"/>
                <a:gd name="connsiteX7" fmla="*/ 13946 w 87591"/>
                <a:gd name="connsiteY7" fmla="*/ 43911 h 87591"/>
                <a:gd name="connsiteX8" fmla="*/ 43681 w 87591"/>
                <a:gd name="connsiteY8" fmla="*/ 73876 h 87591"/>
                <a:gd name="connsiteX9" fmla="*/ 73646 w 87591"/>
                <a:gd name="connsiteY9" fmla="*/ 44141 h 87591"/>
                <a:gd name="connsiteX10" fmla="*/ 73646 w 87591"/>
                <a:gd name="connsiteY10" fmla="*/ 43911 h 87591"/>
                <a:gd name="connsiteX11" fmla="*/ 43911 w 87591"/>
                <a:gd name="connsiteY11" fmla="*/ 14176 h 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91" h="87591">
                  <a:moveTo>
                    <a:pt x="43911" y="87592"/>
                  </a:moveTo>
                  <a:cubicBezTo>
                    <a:pt x="19723" y="87655"/>
                    <a:pt x="64" y="68099"/>
                    <a:pt x="0" y="43911"/>
                  </a:cubicBezTo>
                  <a:cubicBezTo>
                    <a:pt x="-63" y="19723"/>
                    <a:pt x="19493" y="64"/>
                    <a:pt x="43681" y="0"/>
                  </a:cubicBezTo>
                  <a:cubicBezTo>
                    <a:pt x="67868" y="-63"/>
                    <a:pt x="87528" y="19493"/>
                    <a:pt x="87592" y="43681"/>
                  </a:cubicBezTo>
                  <a:cubicBezTo>
                    <a:pt x="87592" y="43719"/>
                    <a:pt x="87592" y="43757"/>
                    <a:pt x="87592" y="43796"/>
                  </a:cubicBezTo>
                  <a:cubicBezTo>
                    <a:pt x="87592" y="67939"/>
                    <a:pt x="68054" y="87528"/>
                    <a:pt x="43911" y="87592"/>
                  </a:cubicBezTo>
                  <a:close/>
                  <a:moveTo>
                    <a:pt x="43911" y="14176"/>
                  </a:moveTo>
                  <a:cubicBezTo>
                    <a:pt x="27425" y="14112"/>
                    <a:pt x="14010" y="27425"/>
                    <a:pt x="13946" y="43911"/>
                  </a:cubicBezTo>
                  <a:cubicBezTo>
                    <a:pt x="13882" y="60397"/>
                    <a:pt x="27195" y="73813"/>
                    <a:pt x="43681" y="73876"/>
                  </a:cubicBezTo>
                  <a:cubicBezTo>
                    <a:pt x="60167" y="73940"/>
                    <a:pt x="73583" y="60627"/>
                    <a:pt x="73646" y="44141"/>
                  </a:cubicBezTo>
                  <a:cubicBezTo>
                    <a:pt x="73647" y="44064"/>
                    <a:pt x="73647" y="43988"/>
                    <a:pt x="73646" y="43911"/>
                  </a:cubicBezTo>
                  <a:cubicBezTo>
                    <a:pt x="73583" y="27515"/>
                    <a:pt x="60307" y="14239"/>
                    <a:pt x="43911" y="14176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368C28F3-F8C2-D542-B5FF-F4E6BEAE965D}"/>
                </a:ext>
              </a:extLst>
            </p:cNvPr>
            <p:cNvSpPr/>
            <p:nvPr/>
          </p:nvSpPr>
          <p:spPr>
            <a:xfrm>
              <a:off x="5762778" y="2510976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3429088-E18F-2F46-A6D8-DFCC6D176512}"/>
                </a:ext>
              </a:extLst>
            </p:cNvPr>
            <p:cNvSpPr/>
            <p:nvPr/>
          </p:nvSpPr>
          <p:spPr>
            <a:xfrm>
              <a:off x="5651377" y="2555233"/>
              <a:ext cx="160385" cy="14062"/>
            </a:xfrm>
            <a:custGeom>
              <a:avLst/>
              <a:gdLst>
                <a:gd name="connsiteX0" fmla="*/ 152456 w 160385"/>
                <a:gd name="connsiteY0" fmla="*/ 14004 h 14062"/>
                <a:gd name="connsiteX1" fmla="*/ 7929 w 160385"/>
                <a:gd name="connsiteY1" fmla="*/ 14004 h 14062"/>
                <a:gd name="connsiteX2" fmla="*/ 58 w 160385"/>
                <a:gd name="connsiteY2" fmla="*/ 7929 h 14062"/>
                <a:gd name="connsiteX3" fmla="*/ 6133 w 160385"/>
                <a:gd name="connsiteY3" fmla="*/ 58 h 14062"/>
                <a:gd name="connsiteX4" fmla="*/ 7929 w 160385"/>
                <a:gd name="connsiteY4" fmla="*/ 58 h 14062"/>
                <a:gd name="connsiteX5" fmla="*/ 152456 w 160385"/>
                <a:gd name="connsiteY5" fmla="*/ 58 h 14062"/>
                <a:gd name="connsiteX6" fmla="*/ 160327 w 160385"/>
                <a:gd name="connsiteY6" fmla="*/ 6133 h 14062"/>
                <a:gd name="connsiteX7" fmla="*/ 154253 w 160385"/>
                <a:gd name="connsiteY7" fmla="*/ 14004 h 14062"/>
                <a:gd name="connsiteX8" fmla="*/ 152456 w 160385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385" h="14062">
                  <a:moveTo>
                    <a:pt x="152456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52456" y="58"/>
                  </a:lnTo>
                  <a:cubicBezTo>
                    <a:pt x="156307" y="-438"/>
                    <a:pt x="159831" y="2282"/>
                    <a:pt x="160327" y="6133"/>
                  </a:cubicBezTo>
                  <a:cubicBezTo>
                    <a:pt x="160823" y="9984"/>
                    <a:pt x="158104" y="13508"/>
                    <a:pt x="154253" y="14004"/>
                  </a:cubicBezTo>
                  <a:cubicBezTo>
                    <a:pt x="153656" y="14081"/>
                    <a:pt x="153053" y="14081"/>
                    <a:pt x="152456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CDDF8B21-C5DC-594C-9844-37196037301C}"/>
                </a:ext>
              </a:extLst>
            </p:cNvPr>
            <p:cNvSpPr/>
            <p:nvPr/>
          </p:nvSpPr>
          <p:spPr>
            <a:xfrm>
              <a:off x="5651377" y="2596954"/>
              <a:ext cx="121776" cy="14062"/>
            </a:xfrm>
            <a:custGeom>
              <a:avLst/>
              <a:gdLst>
                <a:gd name="connsiteX0" fmla="*/ 113847 w 121776"/>
                <a:gd name="connsiteY0" fmla="*/ 14004 h 14062"/>
                <a:gd name="connsiteX1" fmla="*/ 7929 w 121776"/>
                <a:gd name="connsiteY1" fmla="*/ 14004 h 14062"/>
                <a:gd name="connsiteX2" fmla="*/ 58 w 121776"/>
                <a:gd name="connsiteY2" fmla="*/ 7929 h 14062"/>
                <a:gd name="connsiteX3" fmla="*/ 6133 w 121776"/>
                <a:gd name="connsiteY3" fmla="*/ 58 h 14062"/>
                <a:gd name="connsiteX4" fmla="*/ 7929 w 121776"/>
                <a:gd name="connsiteY4" fmla="*/ 58 h 14062"/>
                <a:gd name="connsiteX5" fmla="*/ 113847 w 121776"/>
                <a:gd name="connsiteY5" fmla="*/ 58 h 14062"/>
                <a:gd name="connsiteX6" fmla="*/ 121718 w 121776"/>
                <a:gd name="connsiteY6" fmla="*/ 6133 h 14062"/>
                <a:gd name="connsiteX7" fmla="*/ 115643 w 121776"/>
                <a:gd name="connsiteY7" fmla="*/ 14004 h 14062"/>
                <a:gd name="connsiteX8" fmla="*/ 113847 w 121776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776" h="14062">
                  <a:moveTo>
                    <a:pt x="113847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13847" y="58"/>
                  </a:lnTo>
                  <a:cubicBezTo>
                    <a:pt x="117697" y="-438"/>
                    <a:pt x="121222" y="2282"/>
                    <a:pt x="121718" y="6133"/>
                  </a:cubicBezTo>
                  <a:cubicBezTo>
                    <a:pt x="122214" y="9984"/>
                    <a:pt x="119494" y="13508"/>
                    <a:pt x="115643" y="14004"/>
                  </a:cubicBezTo>
                  <a:cubicBezTo>
                    <a:pt x="115047" y="14081"/>
                    <a:pt x="114443" y="14081"/>
                    <a:pt x="113847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9B8B3754-628E-7D40-8047-900087C33C33}"/>
                </a:ext>
              </a:extLst>
            </p:cNvPr>
            <p:cNvSpPr/>
            <p:nvPr/>
          </p:nvSpPr>
          <p:spPr>
            <a:xfrm>
              <a:off x="5651377" y="2638791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AA7F1F5A-1D85-B94E-9BD2-8F814E7937A2}"/>
                </a:ext>
              </a:extLst>
            </p:cNvPr>
            <p:cNvSpPr/>
            <p:nvPr/>
          </p:nvSpPr>
          <p:spPr>
            <a:xfrm>
              <a:off x="5651377" y="2680512"/>
              <a:ext cx="108060" cy="14062"/>
            </a:xfrm>
            <a:custGeom>
              <a:avLst/>
              <a:gdLst>
                <a:gd name="connsiteX0" fmla="*/ 100131 w 108060"/>
                <a:gd name="connsiteY0" fmla="*/ 14004 h 14062"/>
                <a:gd name="connsiteX1" fmla="*/ 7929 w 108060"/>
                <a:gd name="connsiteY1" fmla="*/ 14004 h 14062"/>
                <a:gd name="connsiteX2" fmla="*/ 58 w 108060"/>
                <a:gd name="connsiteY2" fmla="*/ 7929 h 14062"/>
                <a:gd name="connsiteX3" fmla="*/ 6133 w 108060"/>
                <a:gd name="connsiteY3" fmla="*/ 58 h 14062"/>
                <a:gd name="connsiteX4" fmla="*/ 7929 w 108060"/>
                <a:gd name="connsiteY4" fmla="*/ 58 h 14062"/>
                <a:gd name="connsiteX5" fmla="*/ 100131 w 108060"/>
                <a:gd name="connsiteY5" fmla="*/ 58 h 14062"/>
                <a:gd name="connsiteX6" fmla="*/ 108003 w 108060"/>
                <a:gd name="connsiteY6" fmla="*/ 6133 h 14062"/>
                <a:gd name="connsiteX7" fmla="*/ 101928 w 108060"/>
                <a:gd name="connsiteY7" fmla="*/ 14004 h 14062"/>
                <a:gd name="connsiteX8" fmla="*/ 100131 w 108060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60" h="14062">
                  <a:moveTo>
                    <a:pt x="100131" y="14004"/>
                  </a:moveTo>
                  <a:lnTo>
                    <a:pt x="7929" y="14004"/>
                  </a:lnTo>
                  <a:cubicBezTo>
                    <a:pt x="4079" y="14500"/>
                    <a:pt x="555" y="11780"/>
                    <a:pt x="58" y="7929"/>
                  </a:cubicBezTo>
                  <a:cubicBezTo>
                    <a:pt x="-438" y="4079"/>
                    <a:pt x="2282" y="555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100131" y="58"/>
                  </a:lnTo>
                  <a:cubicBezTo>
                    <a:pt x="103982" y="-438"/>
                    <a:pt x="107506" y="2282"/>
                    <a:pt x="108003" y="6133"/>
                  </a:cubicBezTo>
                  <a:cubicBezTo>
                    <a:pt x="108499" y="9984"/>
                    <a:pt x="105779" y="13508"/>
                    <a:pt x="101928" y="14004"/>
                  </a:cubicBezTo>
                  <a:cubicBezTo>
                    <a:pt x="101332" y="14081"/>
                    <a:pt x="100728" y="14081"/>
                    <a:pt x="100131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6F8CAFDB-399B-AB4E-A439-D7BABFE3BF3D}"/>
                </a:ext>
              </a:extLst>
            </p:cNvPr>
            <p:cNvSpPr/>
            <p:nvPr/>
          </p:nvSpPr>
          <p:spPr>
            <a:xfrm>
              <a:off x="5762778" y="2477322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E977A726-88B7-E74C-942D-6DF4C4470E21}"/>
                </a:ext>
              </a:extLst>
            </p:cNvPr>
            <p:cNvSpPr/>
            <p:nvPr/>
          </p:nvSpPr>
          <p:spPr>
            <a:xfrm>
              <a:off x="5762778" y="2443668"/>
              <a:ext cx="78949" cy="14061"/>
            </a:xfrm>
            <a:custGeom>
              <a:avLst/>
              <a:gdLst>
                <a:gd name="connsiteX0" fmla="*/ 71020 w 78949"/>
                <a:gd name="connsiteY0" fmla="*/ 14004 h 14061"/>
                <a:gd name="connsiteX1" fmla="*/ 6133 w 78949"/>
                <a:gd name="connsiteY1" fmla="*/ 14004 h 14061"/>
                <a:gd name="connsiteX2" fmla="*/ 58 w 78949"/>
                <a:gd name="connsiteY2" fmla="*/ 6133 h 14061"/>
                <a:gd name="connsiteX3" fmla="*/ 6133 w 78949"/>
                <a:gd name="connsiteY3" fmla="*/ 58 h 14061"/>
                <a:gd name="connsiteX4" fmla="*/ 71020 w 78949"/>
                <a:gd name="connsiteY4" fmla="*/ 58 h 14061"/>
                <a:gd name="connsiteX5" fmla="*/ 78891 w 78949"/>
                <a:gd name="connsiteY5" fmla="*/ 6133 h 14061"/>
                <a:gd name="connsiteX6" fmla="*/ 72817 w 78949"/>
                <a:gd name="connsiteY6" fmla="*/ 14004 h 14061"/>
                <a:gd name="connsiteX7" fmla="*/ 71020 w 78949"/>
                <a:gd name="connsiteY7" fmla="*/ 14004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49" h="14061">
                  <a:moveTo>
                    <a:pt x="71020" y="14004"/>
                  </a:moveTo>
                  <a:lnTo>
                    <a:pt x="6133" y="14004"/>
                  </a:lnTo>
                  <a:cubicBezTo>
                    <a:pt x="2282" y="13508"/>
                    <a:pt x="-438" y="9984"/>
                    <a:pt x="58" y="6133"/>
                  </a:cubicBezTo>
                  <a:cubicBezTo>
                    <a:pt x="467" y="2963"/>
                    <a:pt x="2963" y="467"/>
                    <a:pt x="6133" y="58"/>
                  </a:cubicBezTo>
                  <a:lnTo>
                    <a:pt x="71020" y="58"/>
                  </a:lnTo>
                  <a:cubicBezTo>
                    <a:pt x="74871" y="-438"/>
                    <a:pt x="78395" y="2282"/>
                    <a:pt x="78891" y="6133"/>
                  </a:cubicBezTo>
                  <a:cubicBezTo>
                    <a:pt x="79387" y="9984"/>
                    <a:pt x="76668" y="13508"/>
                    <a:pt x="72817" y="14004"/>
                  </a:cubicBezTo>
                  <a:cubicBezTo>
                    <a:pt x="72220" y="14081"/>
                    <a:pt x="71616" y="14081"/>
                    <a:pt x="71020" y="14004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E0F80EC-D7B0-E74A-8CCA-A41C23CE3047}"/>
                </a:ext>
              </a:extLst>
            </p:cNvPr>
            <p:cNvSpPr/>
            <p:nvPr/>
          </p:nvSpPr>
          <p:spPr>
            <a:xfrm>
              <a:off x="5772715" y="2555291"/>
              <a:ext cx="208491" cy="208491"/>
            </a:xfrm>
            <a:custGeom>
              <a:avLst/>
              <a:gdLst>
                <a:gd name="connsiteX0" fmla="*/ 126432 w 208491"/>
                <a:gd name="connsiteY0" fmla="*/ 208492 h 208491"/>
                <a:gd name="connsiteX1" fmla="*/ 82060 w 208491"/>
                <a:gd name="connsiteY1" fmla="*/ 208492 h 208491"/>
                <a:gd name="connsiteX2" fmla="*/ 75029 w 208491"/>
                <a:gd name="connsiteY2" fmla="*/ 201461 h 208491"/>
                <a:gd name="connsiteX3" fmla="*/ 75029 w 208491"/>
                <a:gd name="connsiteY3" fmla="*/ 180601 h 208491"/>
                <a:gd name="connsiteX4" fmla="*/ 70880 w 208491"/>
                <a:gd name="connsiteY4" fmla="*/ 178757 h 208491"/>
                <a:gd name="connsiteX5" fmla="*/ 56128 w 208491"/>
                <a:gd name="connsiteY5" fmla="*/ 193624 h 208491"/>
                <a:gd name="connsiteX6" fmla="*/ 46216 w 208491"/>
                <a:gd name="connsiteY6" fmla="*/ 193624 h 208491"/>
                <a:gd name="connsiteX7" fmla="*/ 14407 w 208491"/>
                <a:gd name="connsiteY7" fmla="*/ 162276 h 208491"/>
                <a:gd name="connsiteX8" fmla="*/ 12332 w 208491"/>
                <a:gd name="connsiteY8" fmla="*/ 157320 h 208491"/>
                <a:gd name="connsiteX9" fmla="*/ 14407 w 208491"/>
                <a:gd name="connsiteY9" fmla="*/ 152364 h 208491"/>
                <a:gd name="connsiteX10" fmla="*/ 29159 w 208491"/>
                <a:gd name="connsiteY10" fmla="*/ 137611 h 208491"/>
                <a:gd name="connsiteX11" fmla="*/ 27430 w 208491"/>
                <a:gd name="connsiteY11" fmla="*/ 133347 h 208491"/>
                <a:gd name="connsiteX12" fmla="*/ 7030 w 208491"/>
                <a:gd name="connsiteY12" fmla="*/ 133347 h 208491"/>
                <a:gd name="connsiteX13" fmla="*/ 1 w 208491"/>
                <a:gd name="connsiteY13" fmla="*/ 126548 h 208491"/>
                <a:gd name="connsiteX14" fmla="*/ 0 w 208491"/>
                <a:gd name="connsiteY14" fmla="*/ 126432 h 208491"/>
                <a:gd name="connsiteX15" fmla="*/ 0 w 208491"/>
                <a:gd name="connsiteY15" fmla="*/ 82060 h 208491"/>
                <a:gd name="connsiteX16" fmla="*/ 7030 w 208491"/>
                <a:gd name="connsiteY16" fmla="*/ 75029 h 208491"/>
                <a:gd name="connsiteX17" fmla="*/ 27891 w 208491"/>
                <a:gd name="connsiteY17" fmla="*/ 75029 h 208491"/>
                <a:gd name="connsiteX18" fmla="*/ 29620 w 208491"/>
                <a:gd name="connsiteY18" fmla="*/ 70880 h 208491"/>
                <a:gd name="connsiteX19" fmla="*/ 14407 w 208491"/>
                <a:gd name="connsiteY19" fmla="*/ 56013 h 208491"/>
                <a:gd name="connsiteX20" fmla="*/ 14107 w 208491"/>
                <a:gd name="connsiteY20" fmla="*/ 46401 h 208491"/>
                <a:gd name="connsiteX21" fmla="*/ 14407 w 208491"/>
                <a:gd name="connsiteY21" fmla="*/ 46101 h 208491"/>
                <a:gd name="connsiteX22" fmla="*/ 45755 w 208491"/>
                <a:gd name="connsiteY22" fmla="*/ 14752 h 208491"/>
                <a:gd name="connsiteX23" fmla="*/ 50711 w 208491"/>
                <a:gd name="connsiteY23" fmla="*/ 12678 h 208491"/>
                <a:gd name="connsiteX24" fmla="*/ 55667 w 208491"/>
                <a:gd name="connsiteY24" fmla="*/ 14752 h 208491"/>
                <a:gd name="connsiteX25" fmla="*/ 70419 w 208491"/>
                <a:gd name="connsiteY25" fmla="*/ 29505 h 208491"/>
                <a:gd name="connsiteX26" fmla="*/ 74568 w 208491"/>
                <a:gd name="connsiteY26" fmla="*/ 27776 h 208491"/>
                <a:gd name="connsiteX27" fmla="*/ 74568 w 208491"/>
                <a:gd name="connsiteY27" fmla="*/ 6915 h 208491"/>
                <a:gd name="connsiteX28" fmla="*/ 81599 w 208491"/>
                <a:gd name="connsiteY28" fmla="*/ 0 h 208491"/>
                <a:gd name="connsiteX29" fmla="*/ 125971 w 208491"/>
                <a:gd name="connsiteY29" fmla="*/ 0 h 208491"/>
                <a:gd name="connsiteX30" fmla="*/ 132886 w 208491"/>
                <a:gd name="connsiteY30" fmla="*/ 6915 h 208491"/>
                <a:gd name="connsiteX31" fmla="*/ 132886 w 208491"/>
                <a:gd name="connsiteY31" fmla="*/ 27891 h 208491"/>
                <a:gd name="connsiteX32" fmla="*/ 137151 w 208491"/>
                <a:gd name="connsiteY32" fmla="*/ 29620 h 208491"/>
                <a:gd name="connsiteX33" fmla="*/ 152710 w 208491"/>
                <a:gd name="connsiteY33" fmla="*/ 14868 h 208491"/>
                <a:gd name="connsiteX34" fmla="*/ 162488 w 208491"/>
                <a:gd name="connsiteY34" fmla="*/ 14734 h 208491"/>
                <a:gd name="connsiteX35" fmla="*/ 162621 w 208491"/>
                <a:gd name="connsiteY35" fmla="*/ 14868 h 208491"/>
                <a:gd name="connsiteX36" fmla="*/ 193624 w 208491"/>
                <a:gd name="connsiteY36" fmla="*/ 46101 h 208491"/>
                <a:gd name="connsiteX37" fmla="*/ 193806 w 208491"/>
                <a:gd name="connsiteY37" fmla="*/ 55716 h 208491"/>
                <a:gd name="connsiteX38" fmla="*/ 193624 w 208491"/>
                <a:gd name="connsiteY38" fmla="*/ 55897 h 208491"/>
                <a:gd name="connsiteX39" fmla="*/ 178872 w 208491"/>
                <a:gd name="connsiteY39" fmla="*/ 70765 h 208491"/>
                <a:gd name="connsiteX40" fmla="*/ 180601 w 208491"/>
                <a:gd name="connsiteY40" fmla="*/ 74914 h 208491"/>
                <a:gd name="connsiteX41" fmla="*/ 201461 w 208491"/>
                <a:gd name="connsiteY41" fmla="*/ 74914 h 208491"/>
                <a:gd name="connsiteX42" fmla="*/ 208492 w 208491"/>
                <a:gd name="connsiteY42" fmla="*/ 81945 h 208491"/>
                <a:gd name="connsiteX43" fmla="*/ 208492 w 208491"/>
                <a:gd name="connsiteY43" fmla="*/ 126778 h 208491"/>
                <a:gd name="connsiteX44" fmla="*/ 201578 w 208491"/>
                <a:gd name="connsiteY44" fmla="*/ 133694 h 208491"/>
                <a:gd name="connsiteX45" fmla="*/ 201461 w 208491"/>
                <a:gd name="connsiteY45" fmla="*/ 133693 h 208491"/>
                <a:gd name="connsiteX46" fmla="*/ 180601 w 208491"/>
                <a:gd name="connsiteY46" fmla="*/ 133693 h 208491"/>
                <a:gd name="connsiteX47" fmla="*/ 178872 w 208491"/>
                <a:gd name="connsiteY47" fmla="*/ 137957 h 208491"/>
                <a:gd name="connsiteX48" fmla="*/ 193624 w 208491"/>
                <a:gd name="connsiteY48" fmla="*/ 152710 h 208491"/>
                <a:gd name="connsiteX49" fmla="*/ 193757 w 208491"/>
                <a:gd name="connsiteY49" fmla="*/ 162488 h 208491"/>
                <a:gd name="connsiteX50" fmla="*/ 193624 w 208491"/>
                <a:gd name="connsiteY50" fmla="*/ 162621 h 208491"/>
                <a:gd name="connsiteX51" fmla="*/ 162276 w 208491"/>
                <a:gd name="connsiteY51" fmla="*/ 193624 h 208491"/>
                <a:gd name="connsiteX52" fmla="*/ 152364 w 208491"/>
                <a:gd name="connsiteY52" fmla="*/ 193624 h 208491"/>
                <a:gd name="connsiteX53" fmla="*/ 137611 w 208491"/>
                <a:gd name="connsiteY53" fmla="*/ 178757 h 208491"/>
                <a:gd name="connsiteX54" fmla="*/ 133347 w 208491"/>
                <a:gd name="connsiteY54" fmla="*/ 180601 h 208491"/>
                <a:gd name="connsiteX55" fmla="*/ 133347 w 208491"/>
                <a:gd name="connsiteY55" fmla="*/ 201461 h 208491"/>
                <a:gd name="connsiteX56" fmla="*/ 126432 w 208491"/>
                <a:gd name="connsiteY56" fmla="*/ 208492 h 208491"/>
                <a:gd name="connsiteX57" fmla="*/ 89090 w 208491"/>
                <a:gd name="connsiteY57" fmla="*/ 194431 h 208491"/>
                <a:gd name="connsiteX58" fmla="*/ 119402 w 208491"/>
                <a:gd name="connsiteY58" fmla="*/ 194431 h 208491"/>
                <a:gd name="connsiteX59" fmla="*/ 119402 w 208491"/>
                <a:gd name="connsiteY59" fmla="*/ 175645 h 208491"/>
                <a:gd name="connsiteX60" fmla="*/ 124357 w 208491"/>
                <a:gd name="connsiteY60" fmla="*/ 168960 h 208491"/>
                <a:gd name="connsiteX61" fmla="*/ 135883 w 208491"/>
                <a:gd name="connsiteY61" fmla="*/ 164120 h 208491"/>
                <a:gd name="connsiteX62" fmla="*/ 144066 w 208491"/>
                <a:gd name="connsiteY62" fmla="*/ 165387 h 208491"/>
                <a:gd name="connsiteX63" fmla="*/ 157435 w 208491"/>
                <a:gd name="connsiteY63" fmla="*/ 178757 h 208491"/>
                <a:gd name="connsiteX64" fmla="*/ 178872 w 208491"/>
                <a:gd name="connsiteY64" fmla="*/ 157320 h 208491"/>
                <a:gd name="connsiteX65" fmla="*/ 165387 w 208491"/>
                <a:gd name="connsiteY65" fmla="*/ 143950 h 208491"/>
                <a:gd name="connsiteX66" fmla="*/ 164235 w 208491"/>
                <a:gd name="connsiteY66" fmla="*/ 135767 h 208491"/>
                <a:gd name="connsiteX67" fmla="*/ 168960 w 208491"/>
                <a:gd name="connsiteY67" fmla="*/ 124242 h 208491"/>
                <a:gd name="connsiteX68" fmla="*/ 175645 w 208491"/>
                <a:gd name="connsiteY68" fmla="*/ 119286 h 208491"/>
                <a:gd name="connsiteX69" fmla="*/ 194546 w 208491"/>
                <a:gd name="connsiteY69" fmla="*/ 119286 h 208491"/>
                <a:gd name="connsiteX70" fmla="*/ 194546 w 208491"/>
                <a:gd name="connsiteY70" fmla="*/ 88975 h 208491"/>
                <a:gd name="connsiteX71" fmla="*/ 175760 w 208491"/>
                <a:gd name="connsiteY71" fmla="*/ 88975 h 208491"/>
                <a:gd name="connsiteX72" fmla="*/ 169075 w 208491"/>
                <a:gd name="connsiteY72" fmla="*/ 84134 h 208491"/>
                <a:gd name="connsiteX73" fmla="*/ 164350 w 208491"/>
                <a:gd name="connsiteY73" fmla="*/ 72609 h 208491"/>
                <a:gd name="connsiteX74" fmla="*/ 165503 w 208491"/>
                <a:gd name="connsiteY74" fmla="*/ 64426 h 208491"/>
                <a:gd name="connsiteX75" fmla="*/ 178872 w 208491"/>
                <a:gd name="connsiteY75" fmla="*/ 51057 h 208491"/>
                <a:gd name="connsiteX76" fmla="*/ 157320 w 208491"/>
                <a:gd name="connsiteY76" fmla="*/ 29620 h 208491"/>
                <a:gd name="connsiteX77" fmla="*/ 143950 w 208491"/>
                <a:gd name="connsiteY77" fmla="*/ 42989 h 208491"/>
                <a:gd name="connsiteX78" fmla="*/ 135767 w 208491"/>
                <a:gd name="connsiteY78" fmla="*/ 44257 h 208491"/>
                <a:gd name="connsiteX79" fmla="*/ 124242 w 208491"/>
                <a:gd name="connsiteY79" fmla="*/ 39532 h 208491"/>
                <a:gd name="connsiteX80" fmla="*/ 119286 w 208491"/>
                <a:gd name="connsiteY80" fmla="*/ 32847 h 208491"/>
                <a:gd name="connsiteX81" fmla="*/ 119286 w 208491"/>
                <a:gd name="connsiteY81" fmla="*/ 13946 h 208491"/>
                <a:gd name="connsiteX82" fmla="*/ 89090 w 208491"/>
                <a:gd name="connsiteY82" fmla="*/ 13946 h 208491"/>
                <a:gd name="connsiteX83" fmla="*/ 89090 w 208491"/>
                <a:gd name="connsiteY83" fmla="*/ 32847 h 208491"/>
                <a:gd name="connsiteX84" fmla="*/ 84134 w 208491"/>
                <a:gd name="connsiteY84" fmla="*/ 39532 h 208491"/>
                <a:gd name="connsiteX85" fmla="*/ 72609 w 208491"/>
                <a:gd name="connsiteY85" fmla="*/ 44257 h 208491"/>
                <a:gd name="connsiteX86" fmla="*/ 64426 w 208491"/>
                <a:gd name="connsiteY86" fmla="*/ 42989 h 208491"/>
                <a:gd name="connsiteX87" fmla="*/ 51057 w 208491"/>
                <a:gd name="connsiteY87" fmla="*/ 29620 h 208491"/>
                <a:gd name="connsiteX88" fmla="*/ 29505 w 208491"/>
                <a:gd name="connsiteY88" fmla="*/ 51172 h 208491"/>
                <a:gd name="connsiteX89" fmla="*/ 42874 w 208491"/>
                <a:gd name="connsiteY89" fmla="*/ 64541 h 208491"/>
                <a:gd name="connsiteX90" fmla="*/ 44142 w 208491"/>
                <a:gd name="connsiteY90" fmla="*/ 72724 h 208491"/>
                <a:gd name="connsiteX91" fmla="*/ 39416 w 208491"/>
                <a:gd name="connsiteY91" fmla="*/ 84250 h 208491"/>
                <a:gd name="connsiteX92" fmla="*/ 32732 w 208491"/>
                <a:gd name="connsiteY92" fmla="*/ 89090 h 208491"/>
                <a:gd name="connsiteX93" fmla="*/ 14407 w 208491"/>
                <a:gd name="connsiteY93" fmla="*/ 89090 h 208491"/>
                <a:gd name="connsiteX94" fmla="*/ 14407 w 208491"/>
                <a:gd name="connsiteY94" fmla="*/ 119517 h 208491"/>
                <a:gd name="connsiteX95" fmla="*/ 32847 w 208491"/>
                <a:gd name="connsiteY95" fmla="*/ 119517 h 208491"/>
                <a:gd name="connsiteX96" fmla="*/ 39532 w 208491"/>
                <a:gd name="connsiteY96" fmla="*/ 124473 h 208491"/>
                <a:gd name="connsiteX97" fmla="*/ 44257 w 208491"/>
                <a:gd name="connsiteY97" fmla="*/ 135998 h 208491"/>
                <a:gd name="connsiteX98" fmla="*/ 42989 w 208491"/>
                <a:gd name="connsiteY98" fmla="*/ 144181 h 208491"/>
                <a:gd name="connsiteX99" fmla="*/ 29620 w 208491"/>
                <a:gd name="connsiteY99" fmla="*/ 157550 h 208491"/>
                <a:gd name="connsiteX100" fmla="*/ 51172 w 208491"/>
                <a:gd name="connsiteY100" fmla="*/ 178987 h 208491"/>
                <a:gd name="connsiteX101" fmla="*/ 64541 w 208491"/>
                <a:gd name="connsiteY101" fmla="*/ 165618 h 208491"/>
                <a:gd name="connsiteX102" fmla="*/ 72724 w 208491"/>
                <a:gd name="connsiteY102" fmla="*/ 164350 h 208491"/>
                <a:gd name="connsiteX103" fmla="*/ 84250 w 208491"/>
                <a:gd name="connsiteY103" fmla="*/ 169191 h 208491"/>
                <a:gd name="connsiteX104" fmla="*/ 89205 w 208491"/>
                <a:gd name="connsiteY104" fmla="*/ 175875 h 20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08491" h="208491">
                  <a:moveTo>
                    <a:pt x="126432" y="208492"/>
                  </a:moveTo>
                  <a:lnTo>
                    <a:pt x="82060" y="208492"/>
                  </a:lnTo>
                  <a:cubicBezTo>
                    <a:pt x="78203" y="208430"/>
                    <a:pt x="75091" y="205318"/>
                    <a:pt x="75029" y="201461"/>
                  </a:cubicBezTo>
                  <a:lnTo>
                    <a:pt x="75029" y="180601"/>
                  </a:lnTo>
                  <a:lnTo>
                    <a:pt x="70880" y="178757"/>
                  </a:lnTo>
                  <a:lnTo>
                    <a:pt x="56128" y="193624"/>
                  </a:lnTo>
                  <a:cubicBezTo>
                    <a:pt x="53361" y="196288"/>
                    <a:pt x="48983" y="196288"/>
                    <a:pt x="46216" y="193624"/>
                  </a:cubicBezTo>
                  <a:lnTo>
                    <a:pt x="14407" y="162276"/>
                  </a:lnTo>
                  <a:cubicBezTo>
                    <a:pt x="13117" y="160943"/>
                    <a:pt x="12376" y="159174"/>
                    <a:pt x="12332" y="157320"/>
                  </a:cubicBezTo>
                  <a:cubicBezTo>
                    <a:pt x="12353" y="155461"/>
                    <a:pt x="13097" y="153683"/>
                    <a:pt x="14407" y="152364"/>
                  </a:cubicBezTo>
                  <a:lnTo>
                    <a:pt x="29159" y="137611"/>
                  </a:lnTo>
                  <a:lnTo>
                    <a:pt x="27430" y="133347"/>
                  </a:lnTo>
                  <a:lnTo>
                    <a:pt x="7030" y="133347"/>
                  </a:lnTo>
                  <a:cubicBezTo>
                    <a:pt x="3212" y="133411"/>
                    <a:pt x="65" y="130367"/>
                    <a:pt x="1" y="126548"/>
                  </a:cubicBezTo>
                  <a:cubicBezTo>
                    <a:pt x="0" y="126509"/>
                    <a:pt x="0" y="126471"/>
                    <a:pt x="0" y="126432"/>
                  </a:cubicBezTo>
                  <a:lnTo>
                    <a:pt x="0" y="82060"/>
                  </a:lnTo>
                  <a:cubicBezTo>
                    <a:pt x="0" y="78177"/>
                    <a:pt x="3148" y="75029"/>
                    <a:pt x="7030" y="75029"/>
                  </a:cubicBezTo>
                  <a:lnTo>
                    <a:pt x="27891" y="75029"/>
                  </a:lnTo>
                  <a:lnTo>
                    <a:pt x="29620" y="70880"/>
                  </a:lnTo>
                  <a:lnTo>
                    <a:pt x="14407" y="56013"/>
                  </a:lnTo>
                  <a:cubicBezTo>
                    <a:pt x="11670" y="53441"/>
                    <a:pt x="11535" y="49138"/>
                    <a:pt x="14107" y="46401"/>
                  </a:cubicBezTo>
                  <a:cubicBezTo>
                    <a:pt x="14203" y="46298"/>
                    <a:pt x="14304" y="46198"/>
                    <a:pt x="14407" y="46101"/>
                  </a:cubicBezTo>
                  <a:lnTo>
                    <a:pt x="45755" y="14752"/>
                  </a:lnTo>
                  <a:cubicBezTo>
                    <a:pt x="47044" y="13398"/>
                    <a:pt x="48842" y="12646"/>
                    <a:pt x="50711" y="12678"/>
                  </a:cubicBezTo>
                  <a:cubicBezTo>
                    <a:pt x="52575" y="12673"/>
                    <a:pt x="54362" y="13421"/>
                    <a:pt x="55667" y="14752"/>
                  </a:cubicBezTo>
                  <a:lnTo>
                    <a:pt x="70419" y="29505"/>
                  </a:lnTo>
                  <a:cubicBezTo>
                    <a:pt x="71760" y="28831"/>
                    <a:pt x="73146" y="28253"/>
                    <a:pt x="74568" y="27776"/>
                  </a:cubicBezTo>
                  <a:lnTo>
                    <a:pt x="74568" y="6915"/>
                  </a:lnTo>
                  <a:cubicBezTo>
                    <a:pt x="74631" y="3077"/>
                    <a:pt x="77761" y="-1"/>
                    <a:pt x="81599" y="0"/>
                  </a:cubicBezTo>
                  <a:lnTo>
                    <a:pt x="125971" y="0"/>
                  </a:lnTo>
                  <a:cubicBezTo>
                    <a:pt x="129790" y="0"/>
                    <a:pt x="132886" y="3096"/>
                    <a:pt x="132886" y="6915"/>
                  </a:cubicBezTo>
                  <a:lnTo>
                    <a:pt x="132886" y="27891"/>
                  </a:lnTo>
                  <a:cubicBezTo>
                    <a:pt x="134353" y="28347"/>
                    <a:pt x="135780" y="28926"/>
                    <a:pt x="137151" y="29620"/>
                  </a:cubicBezTo>
                  <a:lnTo>
                    <a:pt x="152710" y="14868"/>
                  </a:lnTo>
                  <a:cubicBezTo>
                    <a:pt x="155373" y="12131"/>
                    <a:pt x="159751" y="12071"/>
                    <a:pt x="162488" y="14734"/>
                  </a:cubicBezTo>
                  <a:cubicBezTo>
                    <a:pt x="162533" y="14778"/>
                    <a:pt x="162578" y="14823"/>
                    <a:pt x="162621" y="14868"/>
                  </a:cubicBezTo>
                  <a:lnTo>
                    <a:pt x="193624" y="46101"/>
                  </a:lnTo>
                  <a:cubicBezTo>
                    <a:pt x="196329" y="48706"/>
                    <a:pt x="196411" y="53011"/>
                    <a:pt x="193806" y="55716"/>
                  </a:cubicBezTo>
                  <a:cubicBezTo>
                    <a:pt x="193746" y="55777"/>
                    <a:pt x="193686" y="55838"/>
                    <a:pt x="193624" y="55897"/>
                  </a:cubicBezTo>
                  <a:lnTo>
                    <a:pt x="178872" y="70765"/>
                  </a:lnTo>
                  <a:lnTo>
                    <a:pt x="180601" y="74914"/>
                  </a:lnTo>
                  <a:lnTo>
                    <a:pt x="201461" y="74914"/>
                  </a:lnTo>
                  <a:cubicBezTo>
                    <a:pt x="205344" y="74914"/>
                    <a:pt x="208492" y="78062"/>
                    <a:pt x="208492" y="81945"/>
                  </a:cubicBezTo>
                  <a:lnTo>
                    <a:pt x="208492" y="126778"/>
                  </a:lnTo>
                  <a:cubicBezTo>
                    <a:pt x="208492" y="130597"/>
                    <a:pt x="205397" y="133693"/>
                    <a:pt x="201578" y="133694"/>
                  </a:cubicBezTo>
                  <a:cubicBezTo>
                    <a:pt x="201539" y="133694"/>
                    <a:pt x="201500" y="133694"/>
                    <a:pt x="201461" y="133693"/>
                  </a:cubicBezTo>
                  <a:lnTo>
                    <a:pt x="180601" y="133693"/>
                  </a:lnTo>
                  <a:lnTo>
                    <a:pt x="178872" y="137957"/>
                  </a:lnTo>
                  <a:lnTo>
                    <a:pt x="193624" y="152710"/>
                  </a:lnTo>
                  <a:cubicBezTo>
                    <a:pt x="196361" y="155373"/>
                    <a:pt x="196421" y="159751"/>
                    <a:pt x="193757" y="162488"/>
                  </a:cubicBezTo>
                  <a:cubicBezTo>
                    <a:pt x="193714" y="162533"/>
                    <a:pt x="193669" y="162578"/>
                    <a:pt x="193624" y="162621"/>
                  </a:cubicBezTo>
                  <a:lnTo>
                    <a:pt x="162276" y="193624"/>
                  </a:lnTo>
                  <a:cubicBezTo>
                    <a:pt x="159509" y="196288"/>
                    <a:pt x="155131" y="196288"/>
                    <a:pt x="152364" y="193624"/>
                  </a:cubicBezTo>
                  <a:lnTo>
                    <a:pt x="137611" y="178757"/>
                  </a:lnTo>
                  <a:lnTo>
                    <a:pt x="133347" y="180601"/>
                  </a:lnTo>
                  <a:lnTo>
                    <a:pt x="133347" y="201461"/>
                  </a:lnTo>
                  <a:cubicBezTo>
                    <a:pt x="133348" y="205300"/>
                    <a:pt x="130270" y="208429"/>
                    <a:pt x="126432" y="208492"/>
                  </a:cubicBezTo>
                  <a:close/>
                  <a:moveTo>
                    <a:pt x="89090" y="194431"/>
                  </a:moveTo>
                  <a:lnTo>
                    <a:pt x="119402" y="194431"/>
                  </a:lnTo>
                  <a:lnTo>
                    <a:pt x="119402" y="175645"/>
                  </a:lnTo>
                  <a:cubicBezTo>
                    <a:pt x="119378" y="172561"/>
                    <a:pt x="121400" y="169834"/>
                    <a:pt x="124357" y="168960"/>
                  </a:cubicBezTo>
                  <a:cubicBezTo>
                    <a:pt x="128356" y="167749"/>
                    <a:pt x="132218" y="166127"/>
                    <a:pt x="135883" y="164120"/>
                  </a:cubicBezTo>
                  <a:cubicBezTo>
                    <a:pt x="138596" y="162721"/>
                    <a:pt x="141903" y="163233"/>
                    <a:pt x="144066" y="165387"/>
                  </a:cubicBezTo>
                  <a:lnTo>
                    <a:pt x="157435" y="178757"/>
                  </a:lnTo>
                  <a:lnTo>
                    <a:pt x="178872" y="157320"/>
                  </a:lnTo>
                  <a:lnTo>
                    <a:pt x="165387" y="143950"/>
                  </a:lnTo>
                  <a:cubicBezTo>
                    <a:pt x="163271" y="141760"/>
                    <a:pt x="162806" y="138457"/>
                    <a:pt x="164235" y="135767"/>
                  </a:cubicBezTo>
                  <a:cubicBezTo>
                    <a:pt x="166157" y="132078"/>
                    <a:pt x="167739" y="128220"/>
                    <a:pt x="168960" y="124242"/>
                  </a:cubicBezTo>
                  <a:cubicBezTo>
                    <a:pt x="169834" y="121284"/>
                    <a:pt x="172561" y="119263"/>
                    <a:pt x="175645" y="119286"/>
                  </a:cubicBezTo>
                  <a:lnTo>
                    <a:pt x="194546" y="119286"/>
                  </a:lnTo>
                  <a:lnTo>
                    <a:pt x="194546" y="88975"/>
                  </a:lnTo>
                  <a:lnTo>
                    <a:pt x="175760" y="88975"/>
                  </a:lnTo>
                  <a:cubicBezTo>
                    <a:pt x="172708" y="89014"/>
                    <a:pt x="169991" y="87046"/>
                    <a:pt x="169075" y="84134"/>
                  </a:cubicBezTo>
                  <a:cubicBezTo>
                    <a:pt x="167876" y="80149"/>
                    <a:pt x="166293" y="76289"/>
                    <a:pt x="164350" y="72609"/>
                  </a:cubicBezTo>
                  <a:cubicBezTo>
                    <a:pt x="162883" y="69927"/>
                    <a:pt x="163352" y="66599"/>
                    <a:pt x="165503" y="64426"/>
                  </a:cubicBezTo>
                  <a:lnTo>
                    <a:pt x="178872" y="51057"/>
                  </a:lnTo>
                  <a:lnTo>
                    <a:pt x="157320" y="29620"/>
                  </a:lnTo>
                  <a:lnTo>
                    <a:pt x="143950" y="42989"/>
                  </a:lnTo>
                  <a:cubicBezTo>
                    <a:pt x="141787" y="45144"/>
                    <a:pt x="138481" y="45656"/>
                    <a:pt x="135767" y="44257"/>
                  </a:cubicBezTo>
                  <a:cubicBezTo>
                    <a:pt x="132078" y="42334"/>
                    <a:pt x="128220" y="40753"/>
                    <a:pt x="124242" y="39532"/>
                  </a:cubicBezTo>
                  <a:cubicBezTo>
                    <a:pt x="121307" y="38625"/>
                    <a:pt x="119301" y="35919"/>
                    <a:pt x="119286" y="32847"/>
                  </a:cubicBezTo>
                  <a:lnTo>
                    <a:pt x="119286" y="13946"/>
                  </a:lnTo>
                  <a:lnTo>
                    <a:pt x="89090" y="13946"/>
                  </a:lnTo>
                  <a:lnTo>
                    <a:pt x="89090" y="32847"/>
                  </a:lnTo>
                  <a:cubicBezTo>
                    <a:pt x="89040" y="35906"/>
                    <a:pt x="87047" y="38594"/>
                    <a:pt x="84134" y="39532"/>
                  </a:cubicBezTo>
                  <a:cubicBezTo>
                    <a:pt x="80157" y="40753"/>
                    <a:pt x="76299" y="42334"/>
                    <a:pt x="72609" y="44257"/>
                  </a:cubicBezTo>
                  <a:cubicBezTo>
                    <a:pt x="69895" y="45656"/>
                    <a:pt x="66589" y="45144"/>
                    <a:pt x="64426" y="42989"/>
                  </a:cubicBezTo>
                  <a:lnTo>
                    <a:pt x="51057" y="29620"/>
                  </a:lnTo>
                  <a:lnTo>
                    <a:pt x="29505" y="51172"/>
                  </a:lnTo>
                  <a:lnTo>
                    <a:pt x="42874" y="64541"/>
                  </a:lnTo>
                  <a:cubicBezTo>
                    <a:pt x="45100" y="66668"/>
                    <a:pt x="45620" y="70024"/>
                    <a:pt x="44142" y="72724"/>
                  </a:cubicBezTo>
                  <a:cubicBezTo>
                    <a:pt x="42199" y="76405"/>
                    <a:pt x="40616" y="80264"/>
                    <a:pt x="39416" y="84250"/>
                  </a:cubicBezTo>
                  <a:cubicBezTo>
                    <a:pt x="38469" y="87139"/>
                    <a:pt x="35772" y="89092"/>
                    <a:pt x="32732" y="89090"/>
                  </a:cubicBezTo>
                  <a:lnTo>
                    <a:pt x="14407" y="89090"/>
                  </a:lnTo>
                  <a:lnTo>
                    <a:pt x="14407" y="119517"/>
                  </a:lnTo>
                  <a:lnTo>
                    <a:pt x="32847" y="119517"/>
                  </a:lnTo>
                  <a:cubicBezTo>
                    <a:pt x="35919" y="119531"/>
                    <a:pt x="38625" y="121538"/>
                    <a:pt x="39532" y="124473"/>
                  </a:cubicBezTo>
                  <a:cubicBezTo>
                    <a:pt x="40753" y="128450"/>
                    <a:pt x="42334" y="132308"/>
                    <a:pt x="44257" y="135998"/>
                  </a:cubicBezTo>
                  <a:cubicBezTo>
                    <a:pt x="45735" y="138698"/>
                    <a:pt x="45215" y="142055"/>
                    <a:pt x="42989" y="144181"/>
                  </a:cubicBezTo>
                  <a:lnTo>
                    <a:pt x="29620" y="157550"/>
                  </a:lnTo>
                  <a:lnTo>
                    <a:pt x="51172" y="178987"/>
                  </a:lnTo>
                  <a:lnTo>
                    <a:pt x="64541" y="165618"/>
                  </a:lnTo>
                  <a:cubicBezTo>
                    <a:pt x="66704" y="163463"/>
                    <a:pt x="70011" y="162951"/>
                    <a:pt x="72724" y="164350"/>
                  </a:cubicBezTo>
                  <a:cubicBezTo>
                    <a:pt x="76389" y="166357"/>
                    <a:pt x="80251" y="167979"/>
                    <a:pt x="84250" y="169191"/>
                  </a:cubicBezTo>
                  <a:cubicBezTo>
                    <a:pt x="87184" y="170097"/>
                    <a:pt x="89191" y="172804"/>
                    <a:pt x="89205" y="17587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3C3F57C9-7800-CF47-AA94-6384943DB8C8}"/>
                </a:ext>
              </a:extLst>
            </p:cNvPr>
            <p:cNvSpPr/>
            <p:nvPr/>
          </p:nvSpPr>
          <p:spPr>
            <a:xfrm>
              <a:off x="5821123" y="2603582"/>
              <a:ext cx="111794" cy="111794"/>
            </a:xfrm>
            <a:custGeom>
              <a:avLst/>
              <a:gdLst>
                <a:gd name="connsiteX0" fmla="*/ 55780 w 111794"/>
                <a:gd name="connsiteY0" fmla="*/ 111795 h 111794"/>
                <a:gd name="connsiteX1" fmla="*/ 0 w 111794"/>
                <a:gd name="connsiteY1" fmla="*/ 55780 h 111794"/>
                <a:gd name="connsiteX2" fmla="*/ 56015 w 111794"/>
                <a:gd name="connsiteY2" fmla="*/ 0 h 111794"/>
                <a:gd name="connsiteX3" fmla="*/ 111793 w 111794"/>
                <a:gd name="connsiteY3" fmla="*/ 55436 h 111794"/>
                <a:gd name="connsiteX4" fmla="*/ 56359 w 111794"/>
                <a:gd name="connsiteY4" fmla="*/ 111793 h 111794"/>
                <a:gd name="connsiteX5" fmla="*/ 55780 w 111794"/>
                <a:gd name="connsiteY5" fmla="*/ 111795 h 111794"/>
                <a:gd name="connsiteX6" fmla="*/ 55780 w 111794"/>
                <a:gd name="connsiteY6" fmla="*/ 13945 h 111794"/>
                <a:gd name="connsiteX7" fmla="*/ 13831 w 111794"/>
                <a:gd name="connsiteY7" fmla="*/ 55900 h 111794"/>
                <a:gd name="connsiteX8" fmla="*/ 55785 w 111794"/>
                <a:gd name="connsiteY8" fmla="*/ 97849 h 111794"/>
                <a:gd name="connsiteX9" fmla="*/ 97735 w 111794"/>
                <a:gd name="connsiteY9" fmla="*/ 55895 h 111794"/>
                <a:gd name="connsiteX10" fmla="*/ 97732 w 111794"/>
                <a:gd name="connsiteY10" fmla="*/ 55436 h 111794"/>
                <a:gd name="connsiteX11" fmla="*/ 55780 w 111794"/>
                <a:gd name="connsiteY11" fmla="*/ 13945 h 1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794" h="111794">
                  <a:moveTo>
                    <a:pt x="55780" y="111795"/>
                  </a:moveTo>
                  <a:cubicBezTo>
                    <a:pt x="24909" y="111730"/>
                    <a:pt x="-65" y="86652"/>
                    <a:pt x="0" y="55780"/>
                  </a:cubicBezTo>
                  <a:cubicBezTo>
                    <a:pt x="65" y="24909"/>
                    <a:pt x="25143" y="-65"/>
                    <a:pt x="56015" y="0"/>
                  </a:cubicBezTo>
                  <a:cubicBezTo>
                    <a:pt x="86660" y="64"/>
                    <a:pt x="111540" y="24792"/>
                    <a:pt x="111793" y="55436"/>
                  </a:cubicBezTo>
                  <a:cubicBezTo>
                    <a:pt x="112048" y="86307"/>
                    <a:pt x="87229" y="111538"/>
                    <a:pt x="56359" y="111793"/>
                  </a:cubicBezTo>
                  <a:cubicBezTo>
                    <a:pt x="56166" y="111795"/>
                    <a:pt x="55973" y="111795"/>
                    <a:pt x="55780" y="111795"/>
                  </a:cubicBezTo>
                  <a:close/>
                  <a:moveTo>
                    <a:pt x="55780" y="13945"/>
                  </a:moveTo>
                  <a:cubicBezTo>
                    <a:pt x="32611" y="13947"/>
                    <a:pt x="13830" y="32730"/>
                    <a:pt x="13831" y="55900"/>
                  </a:cubicBezTo>
                  <a:cubicBezTo>
                    <a:pt x="13832" y="79069"/>
                    <a:pt x="32616" y="97851"/>
                    <a:pt x="55785" y="97849"/>
                  </a:cubicBezTo>
                  <a:cubicBezTo>
                    <a:pt x="78955" y="97848"/>
                    <a:pt x="97736" y="79064"/>
                    <a:pt x="97735" y="55895"/>
                  </a:cubicBezTo>
                  <a:cubicBezTo>
                    <a:pt x="97735" y="55742"/>
                    <a:pt x="97734" y="55589"/>
                    <a:pt x="97732" y="55436"/>
                  </a:cubicBezTo>
                  <a:cubicBezTo>
                    <a:pt x="97418" y="32473"/>
                    <a:pt x="78745" y="14006"/>
                    <a:pt x="55780" y="13945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434F53FF-CCDA-D74F-8CAC-2E65F4D80F27}"/>
                </a:ext>
              </a:extLst>
            </p:cNvPr>
            <p:cNvSpPr/>
            <p:nvPr/>
          </p:nvSpPr>
          <p:spPr>
            <a:xfrm>
              <a:off x="5668525" y="2347836"/>
              <a:ext cx="264506" cy="203882"/>
            </a:xfrm>
            <a:custGeom>
              <a:avLst/>
              <a:gdLst>
                <a:gd name="connsiteX0" fmla="*/ 257590 w 264506"/>
                <a:gd name="connsiteY0" fmla="*/ 203882 h 203882"/>
                <a:gd name="connsiteX1" fmla="*/ 250561 w 264506"/>
                <a:gd name="connsiteY1" fmla="*/ 197083 h 203882"/>
                <a:gd name="connsiteX2" fmla="*/ 250560 w 264506"/>
                <a:gd name="connsiteY2" fmla="*/ 196967 h 203882"/>
                <a:gd name="connsiteX3" fmla="*/ 250560 w 264506"/>
                <a:gd name="connsiteY3" fmla="*/ 13946 h 203882"/>
                <a:gd name="connsiteX4" fmla="*/ 13947 w 264506"/>
                <a:gd name="connsiteY4" fmla="*/ 13946 h 203882"/>
                <a:gd name="connsiteX5" fmla="*/ 13947 w 264506"/>
                <a:gd name="connsiteY5" fmla="*/ 27084 h 203882"/>
                <a:gd name="connsiteX6" fmla="*/ 230391 w 264506"/>
                <a:gd name="connsiteY6" fmla="*/ 27084 h 203882"/>
                <a:gd name="connsiteX7" fmla="*/ 237421 w 264506"/>
                <a:gd name="connsiteY7" fmla="*/ 34115 h 203882"/>
                <a:gd name="connsiteX8" fmla="*/ 237421 w 264506"/>
                <a:gd name="connsiteY8" fmla="*/ 184404 h 203882"/>
                <a:gd name="connsiteX9" fmla="*/ 229550 w 264506"/>
                <a:gd name="connsiteY9" fmla="*/ 190478 h 203882"/>
                <a:gd name="connsiteX10" fmla="*/ 223476 w 264506"/>
                <a:gd name="connsiteY10" fmla="*/ 184404 h 203882"/>
                <a:gd name="connsiteX11" fmla="*/ 223476 w 264506"/>
                <a:gd name="connsiteY11" fmla="*/ 41030 h 203882"/>
                <a:gd name="connsiteX12" fmla="*/ 6916 w 264506"/>
                <a:gd name="connsiteY12" fmla="*/ 41030 h 203882"/>
                <a:gd name="connsiteX13" fmla="*/ 1 w 264506"/>
                <a:gd name="connsiteY13" fmla="*/ 34115 h 203882"/>
                <a:gd name="connsiteX14" fmla="*/ 1 w 264506"/>
                <a:gd name="connsiteY14" fmla="*/ 7030 h 203882"/>
                <a:gd name="connsiteX15" fmla="*/ 6800 w 264506"/>
                <a:gd name="connsiteY15" fmla="*/ 1 h 203882"/>
                <a:gd name="connsiteX16" fmla="*/ 6916 w 264506"/>
                <a:gd name="connsiteY16" fmla="*/ 0 h 203882"/>
                <a:gd name="connsiteX17" fmla="*/ 257590 w 264506"/>
                <a:gd name="connsiteY17" fmla="*/ 0 h 203882"/>
                <a:gd name="connsiteX18" fmla="*/ 264506 w 264506"/>
                <a:gd name="connsiteY18" fmla="*/ 6914 h 203882"/>
                <a:gd name="connsiteX19" fmla="*/ 264505 w 264506"/>
                <a:gd name="connsiteY19" fmla="*/ 7030 h 203882"/>
                <a:gd name="connsiteX20" fmla="*/ 264505 w 264506"/>
                <a:gd name="connsiteY20" fmla="*/ 196967 h 203882"/>
                <a:gd name="connsiteX21" fmla="*/ 257590 w 264506"/>
                <a:gd name="connsiteY21" fmla="*/ 203882 h 20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4506" h="203882">
                  <a:moveTo>
                    <a:pt x="257590" y="203882"/>
                  </a:moveTo>
                  <a:cubicBezTo>
                    <a:pt x="253772" y="203945"/>
                    <a:pt x="250625" y="200901"/>
                    <a:pt x="250561" y="197083"/>
                  </a:cubicBezTo>
                  <a:cubicBezTo>
                    <a:pt x="250560" y="197044"/>
                    <a:pt x="250560" y="197005"/>
                    <a:pt x="250560" y="196967"/>
                  </a:cubicBezTo>
                  <a:lnTo>
                    <a:pt x="250560" y="13946"/>
                  </a:lnTo>
                  <a:lnTo>
                    <a:pt x="13947" y="13946"/>
                  </a:lnTo>
                  <a:lnTo>
                    <a:pt x="13947" y="27084"/>
                  </a:lnTo>
                  <a:lnTo>
                    <a:pt x="230391" y="27084"/>
                  </a:lnTo>
                  <a:cubicBezTo>
                    <a:pt x="234274" y="27084"/>
                    <a:pt x="237421" y="30232"/>
                    <a:pt x="237421" y="34115"/>
                  </a:cubicBezTo>
                  <a:lnTo>
                    <a:pt x="237421" y="184404"/>
                  </a:lnTo>
                  <a:cubicBezTo>
                    <a:pt x="236925" y="188255"/>
                    <a:pt x="233401" y="190975"/>
                    <a:pt x="229550" y="190478"/>
                  </a:cubicBezTo>
                  <a:cubicBezTo>
                    <a:pt x="226380" y="190070"/>
                    <a:pt x="223884" y="187574"/>
                    <a:pt x="223476" y="184404"/>
                  </a:cubicBezTo>
                  <a:lnTo>
                    <a:pt x="223476" y="41030"/>
                  </a:lnTo>
                  <a:lnTo>
                    <a:pt x="6916" y="41030"/>
                  </a:lnTo>
                  <a:cubicBezTo>
                    <a:pt x="3097" y="41030"/>
                    <a:pt x="1" y="37934"/>
                    <a:pt x="1" y="34115"/>
                  </a:cubicBezTo>
                  <a:lnTo>
                    <a:pt x="1" y="7030"/>
                  </a:lnTo>
                  <a:cubicBezTo>
                    <a:pt x="-63" y="3212"/>
                    <a:pt x="2981" y="65"/>
                    <a:pt x="6800" y="1"/>
                  </a:cubicBezTo>
                  <a:cubicBezTo>
                    <a:pt x="6839" y="0"/>
                    <a:pt x="6877" y="0"/>
                    <a:pt x="6916" y="0"/>
                  </a:cubicBezTo>
                  <a:lnTo>
                    <a:pt x="257590" y="0"/>
                  </a:lnTo>
                  <a:cubicBezTo>
                    <a:pt x="261409" y="-1"/>
                    <a:pt x="264506" y="3095"/>
                    <a:pt x="264506" y="6914"/>
                  </a:cubicBezTo>
                  <a:cubicBezTo>
                    <a:pt x="264506" y="6953"/>
                    <a:pt x="264506" y="6992"/>
                    <a:pt x="264505" y="7030"/>
                  </a:cubicBezTo>
                  <a:lnTo>
                    <a:pt x="264505" y="196967"/>
                  </a:lnTo>
                  <a:cubicBezTo>
                    <a:pt x="264505" y="200786"/>
                    <a:pt x="261409" y="203882"/>
                    <a:pt x="257590" y="203882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01613DFF-A089-CA4E-833D-3A613D5D166D}"/>
                </a:ext>
              </a:extLst>
            </p:cNvPr>
            <p:cNvSpPr/>
            <p:nvPr/>
          </p:nvSpPr>
          <p:spPr>
            <a:xfrm>
              <a:off x="5641772" y="2374921"/>
              <a:ext cx="264174" cy="164351"/>
            </a:xfrm>
            <a:custGeom>
              <a:avLst/>
              <a:gdLst>
                <a:gd name="connsiteX0" fmla="*/ 230059 w 264174"/>
                <a:gd name="connsiteY0" fmla="*/ 164350 h 164351"/>
                <a:gd name="connsiteX1" fmla="*/ 223030 w 264174"/>
                <a:gd name="connsiteY1" fmla="*/ 157551 h 164351"/>
                <a:gd name="connsiteX2" fmla="*/ 223029 w 264174"/>
                <a:gd name="connsiteY2" fmla="*/ 157435 h 164351"/>
                <a:gd name="connsiteX3" fmla="*/ 223029 w 264174"/>
                <a:gd name="connsiteY3" fmla="*/ 41145 h 164351"/>
                <a:gd name="connsiteX4" fmla="*/ 7046 w 264174"/>
                <a:gd name="connsiteY4" fmla="*/ 41145 h 164351"/>
                <a:gd name="connsiteX5" fmla="*/ 15 w 264174"/>
                <a:gd name="connsiteY5" fmla="*/ 34115 h 164351"/>
                <a:gd name="connsiteX6" fmla="*/ 15 w 264174"/>
                <a:gd name="connsiteY6" fmla="*/ 7491 h 164351"/>
                <a:gd name="connsiteX7" fmla="*/ 6570 w 264174"/>
                <a:gd name="connsiteY7" fmla="*/ 15 h 164351"/>
                <a:gd name="connsiteX8" fmla="*/ 7046 w 264174"/>
                <a:gd name="connsiteY8" fmla="*/ 0 h 164351"/>
                <a:gd name="connsiteX9" fmla="*/ 257144 w 264174"/>
                <a:gd name="connsiteY9" fmla="*/ 0 h 164351"/>
                <a:gd name="connsiteX10" fmla="*/ 264174 w 264174"/>
                <a:gd name="connsiteY10" fmla="*/ 7030 h 164351"/>
                <a:gd name="connsiteX11" fmla="*/ 264174 w 264174"/>
                <a:gd name="connsiteY11" fmla="*/ 153055 h 164351"/>
                <a:gd name="connsiteX12" fmla="*/ 256303 w 264174"/>
                <a:gd name="connsiteY12" fmla="*/ 159130 h 164351"/>
                <a:gd name="connsiteX13" fmla="*/ 250229 w 264174"/>
                <a:gd name="connsiteY13" fmla="*/ 153055 h 164351"/>
                <a:gd name="connsiteX14" fmla="*/ 250229 w 264174"/>
                <a:gd name="connsiteY14" fmla="*/ 13946 h 164351"/>
                <a:gd name="connsiteX15" fmla="*/ 13500 w 264174"/>
                <a:gd name="connsiteY15" fmla="*/ 13946 h 164351"/>
                <a:gd name="connsiteX16" fmla="*/ 13500 w 264174"/>
                <a:gd name="connsiteY16" fmla="*/ 27200 h 164351"/>
                <a:gd name="connsiteX17" fmla="*/ 230059 w 264174"/>
                <a:gd name="connsiteY17" fmla="*/ 27200 h 164351"/>
                <a:gd name="connsiteX18" fmla="*/ 237090 w 264174"/>
                <a:gd name="connsiteY18" fmla="*/ 34115 h 164351"/>
                <a:gd name="connsiteX19" fmla="*/ 237090 w 264174"/>
                <a:gd name="connsiteY19" fmla="*/ 157320 h 164351"/>
                <a:gd name="connsiteX20" fmla="*/ 230059 w 264174"/>
                <a:gd name="connsiteY20" fmla="*/ 164350 h 164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4174" h="164351">
                  <a:moveTo>
                    <a:pt x="230059" y="164350"/>
                  </a:moveTo>
                  <a:cubicBezTo>
                    <a:pt x="226241" y="164414"/>
                    <a:pt x="223094" y="161370"/>
                    <a:pt x="223030" y="157551"/>
                  </a:cubicBezTo>
                  <a:cubicBezTo>
                    <a:pt x="223029" y="157512"/>
                    <a:pt x="223029" y="157474"/>
                    <a:pt x="223029" y="157435"/>
                  </a:cubicBezTo>
                  <a:lnTo>
                    <a:pt x="223029" y="41145"/>
                  </a:lnTo>
                  <a:lnTo>
                    <a:pt x="7046" y="41145"/>
                  </a:lnTo>
                  <a:cubicBezTo>
                    <a:pt x="3163" y="41145"/>
                    <a:pt x="15" y="37998"/>
                    <a:pt x="15" y="34115"/>
                  </a:cubicBezTo>
                  <a:lnTo>
                    <a:pt x="15" y="7491"/>
                  </a:lnTo>
                  <a:cubicBezTo>
                    <a:pt x="-239" y="3617"/>
                    <a:pt x="2695" y="270"/>
                    <a:pt x="6570" y="15"/>
                  </a:cubicBezTo>
                  <a:cubicBezTo>
                    <a:pt x="6728" y="5"/>
                    <a:pt x="6887" y="0"/>
                    <a:pt x="7046" y="0"/>
                  </a:cubicBezTo>
                  <a:lnTo>
                    <a:pt x="257144" y="0"/>
                  </a:lnTo>
                  <a:cubicBezTo>
                    <a:pt x="261027" y="0"/>
                    <a:pt x="264174" y="3148"/>
                    <a:pt x="264174" y="7030"/>
                  </a:cubicBezTo>
                  <a:lnTo>
                    <a:pt x="264174" y="153055"/>
                  </a:lnTo>
                  <a:cubicBezTo>
                    <a:pt x="263678" y="156906"/>
                    <a:pt x="260154" y="159626"/>
                    <a:pt x="256303" y="159130"/>
                  </a:cubicBezTo>
                  <a:cubicBezTo>
                    <a:pt x="253133" y="158721"/>
                    <a:pt x="250637" y="156226"/>
                    <a:pt x="250229" y="153055"/>
                  </a:cubicBezTo>
                  <a:lnTo>
                    <a:pt x="250229" y="13946"/>
                  </a:lnTo>
                  <a:lnTo>
                    <a:pt x="13500" y="13946"/>
                  </a:lnTo>
                  <a:lnTo>
                    <a:pt x="13500" y="27200"/>
                  </a:lnTo>
                  <a:lnTo>
                    <a:pt x="230059" y="27200"/>
                  </a:lnTo>
                  <a:cubicBezTo>
                    <a:pt x="233898" y="27199"/>
                    <a:pt x="237027" y="30277"/>
                    <a:pt x="237090" y="34115"/>
                  </a:cubicBezTo>
                  <a:lnTo>
                    <a:pt x="237090" y="157320"/>
                  </a:lnTo>
                  <a:cubicBezTo>
                    <a:pt x="237090" y="161202"/>
                    <a:pt x="233942" y="164350"/>
                    <a:pt x="230059" y="164350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68EF085A-7FCC-8D46-8B56-988A0E72D7DF}"/>
                </a:ext>
              </a:extLst>
            </p:cNvPr>
            <p:cNvSpPr/>
            <p:nvPr/>
          </p:nvSpPr>
          <p:spPr>
            <a:xfrm>
              <a:off x="5614242" y="2402119"/>
              <a:ext cx="264619" cy="363622"/>
            </a:xfrm>
            <a:custGeom>
              <a:avLst/>
              <a:gdLst>
                <a:gd name="connsiteX0" fmla="*/ 194661 w 264619"/>
                <a:gd name="connsiteY0" fmla="*/ 363623 h 363622"/>
                <a:gd name="connsiteX1" fmla="*/ 7030 w 264619"/>
                <a:gd name="connsiteY1" fmla="*/ 363623 h 363622"/>
                <a:gd name="connsiteX2" fmla="*/ 0 w 264619"/>
                <a:gd name="connsiteY2" fmla="*/ 356592 h 363622"/>
                <a:gd name="connsiteX3" fmla="*/ 0 w 264619"/>
                <a:gd name="connsiteY3" fmla="*/ 6916 h 363622"/>
                <a:gd name="connsiteX4" fmla="*/ 6914 w 264619"/>
                <a:gd name="connsiteY4" fmla="*/ 0 h 363622"/>
                <a:gd name="connsiteX5" fmla="*/ 7030 w 264619"/>
                <a:gd name="connsiteY5" fmla="*/ 1 h 363622"/>
                <a:gd name="connsiteX6" fmla="*/ 257589 w 264619"/>
                <a:gd name="connsiteY6" fmla="*/ 1 h 363622"/>
                <a:gd name="connsiteX7" fmla="*/ 264620 w 264619"/>
                <a:gd name="connsiteY7" fmla="*/ 6916 h 363622"/>
                <a:gd name="connsiteX8" fmla="*/ 264620 w 264619"/>
                <a:gd name="connsiteY8" fmla="*/ 130121 h 363622"/>
                <a:gd name="connsiteX9" fmla="*/ 257589 w 264619"/>
                <a:gd name="connsiteY9" fmla="*/ 137036 h 363622"/>
                <a:gd name="connsiteX10" fmla="*/ 250560 w 264619"/>
                <a:gd name="connsiteY10" fmla="*/ 130237 h 363622"/>
                <a:gd name="connsiteX11" fmla="*/ 250559 w 264619"/>
                <a:gd name="connsiteY11" fmla="*/ 130121 h 363622"/>
                <a:gd name="connsiteX12" fmla="*/ 250559 w 264619"/>
                <a:gd name="connsiteY12" fmla="*/ 13947 h 363622"/>
                <a:gd name="connsiteX13" fmla="*/ 13946 w 264619"/>
                <a:gd name="connsiteY13" fmla="*/ 13947 h 363622"/>
                <a:gd name="connsiteX14" fmla="*/ 13946 w 264619"/>
                <a:gd name="connsiteY14" fmla="*/ 349677 h 363622"/>
                <a:gd name="connsiteX15" fmla="*/ 194661 w 264619"/>
                <a:gd name="connsiteY15" fmla="*/ 349677 h 363622"/>
                <a:gd name="connsiteX16" fmla="*/ 200736 w 264619"/>
                <a:gd name="connsiteY16" fmla="*/ 357548 h 363622"/>
                <a:gd name="connsiteX17" fmla="*/ 194661 w 264619"/>
                <a:gd name="connsiteY17" fmla="*/ 363623 h 36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4619" h="363622">
                  <a:moveTo>
                    <a:pt x="194661" y="363623"/>
                  </a:moveTo>
                  <a:lnTo>
                    <a:pt x="7030" y="363623"/>
                  </a:lnTo>
                  <a:cubicBezTo>
                    <a:pt x="3148" y="363623"/>
                    <a:pt x="0" y="360475"/>
                    <a:pt x="0" y="356592"/>
                  </a:cubicBezTo>
                  <a:lnTo>
                    <a:pt x="0" y="6916"/>
                  </a:lnTo>
                  <a:cubicBezTo>
                    <a:pt x="-1" y="3097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257589" y="1"/>
                  </a:lnTo>
                  <a:cubicBezTo>
                    <a:pt x="261428" y="0"/>
                    <a:pt x="264557" y="3078"/>
                    <a:pt x="264620" y="6916"/>
                  </a:cubicBezTo>
                  <a:lnTo>
                    <a:pt x="264620" y="130121"/>
                  </a:lnTo>
                  <a:cubicBezTo>
                    <a:pt x="264557" y="133959"/>
                    <a:pt x="261428" y="137037"/>
                    <a:pt x="257589" y="137036"/>
                  </a:cubicBezTo>
                  <a:cubicBezTo>
                    <a:pt x="253771" y="137100"/>
                    <a:pt x="250624" y="134056"/>
                    <a:pt x="250560" y="130237"/>
                  </a:cubicBezTo>
                  <a:cubicBezTo>
                    <a:pt x="250559" y="130199"/>
                    <a:pt x="250559" y="130160"/>
                    <a:pt x="250559" y="130121"/>
                  </a:cubicBezTo>
                  <a:lnTo>
                    <a:pt x="250559" y="13947"/>
                  </a:lnTo>
                  <a:lnTo>
                    <a:pt x="13946" y="13947"/>
                  </a:lnTo>
                  <a:lnTo>
                    <a:pt x="13946" y="349677"/>
                  </a:lnTo>
                  <a:lnTo>
                    <a:pt x="194661" y="349677"/>
                  </a:lnTo>
                  <a:cubicBezTo>
                    <a:pt x="198512" y="350173"/>
                    <a:pt x="201232" y="353697"/>
                    <a:pt x="200736" y="357548"/>
                  </a:cubicBezTo>
                  <a:cubicBezTo>
                    <a:pt x="200328" y="360718"/>
                    <a:pt x="197832" y="363214"/>
                    <a:pt x="194661" y="363623"/>
                  </a:cubicBezTo>
                  <a:close/>
                </a:path>
              </a:pathLst>
            </a:custGeom>
            <a:grpFill/>
            <a:ln w="113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5" name="Graphic 56">
            <a:extLst>
              <a:ext uri="{FF2B5EF4-FFF2-40B4-BE49-F238E27FC236}">
                <a16:creationId xmlns:a16="http://schemas.microsoft.com/office/drawing/2014/main" id="{C1F6BB46-5356-D54C-8102-6EF477EB35C8}"/>
              </a:ext>
            </a:extLst>
          </p:cNvPr>
          <p:cNvGrpSpPr>
            <a:grpSpLocks noChangeAspect="1"/>
          </p:cNvGrpSpPr>
          <p:nvPr/>
        </p:nvGrpSpPr>
        <p:grpSpPr>
          <a:xfrm>
            <a:off x="5618593" y="2329136"/>
            <a:ext cx="339764" cy="425294"/>
            <a:chOff x="5629609" y="2340152"/>
            <a:chExt cx="339764" cy="425294"/>
          </a:xfrm>
          <a:solidFill>
            <a:srgbClr val="FFFFFF"/>
          </a:solidFill>
        </p:grpSpPr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B80FEE82-AF00-DD4E-A223-6380D9D9421E}"/>
                </a:ext>
              </a:extLst>
            </p:cNvPr>
            <p:cNvSpPr/>
            <p:nvPr/>
          </p:nvSpPr>
          <p:spPr>
            <a:xfrm>
              <a:off x="5629609" y="2401863"/>
              <a:ext cx="276544" cy="363583"/>
            </a:xfrm>
            <a:custGeom>
              <a:avLst/>
              <a:gdLst>
                <a:gd name="connsiteX0" fmla="*/ 249724 w 276544"/>
                <a:gd name="connsiteY0" fmla="*/ 363583 h 363583"/>
                <a:gd name="connsiteX1" fmla="*/ 26708 w 276544"/>
                <a:gd name="connsiteY1" fmla="*/ 363583 h 363583"/>
                <a:gd name="connsiteX2" fmla="*/ 0 w 276544"/>
                <a:gd name="connsiteY2" fmla="*/ 336748 h 363583"/>
                <a:gd name="connsiteX3" fmla="*/ 0 w 276544"/>
                <a:gd name="connsiteY3" fmla="*/ 26949 h 363583"/>
                <a:gd name="connsiteX4" fmla="*/ 26708 w 276544"/>
                <a:gd name="connsiteY4" fmla="*/ 0 h 363583"/>
                <a:gd name="connsiteX5" fmla="*/ 249724 w 276544"/>
                <a:gd name="connsiteY5" fmla="*/ 0 h 363583"/>
                <a:gd name="connsiteX6" fmla="*/ 276545 w 276544"/>
                <a:gd name="connsiteY6" fmla="*/ 26949 h 363583"/>
                <a:gd name="connsiteX7" fmla="*/ 276545 w 276544"/>
                <a:gd name="connsiteY7" fmla="*/ 336748 h 363583"/>
                <a:gd name="connsiteX8" fmla="*/ 249724 w 276544"/>
                <a:gd name="connsiteY8" fmla="*/ 363583 h 363583"/>
                <a:gd name="connsiteX9" fmla="*/ 26708 w 276544"/>
                <a:gd name="connsiteY9" fmla="*/ 13701 h 363583"/>
                <a:gd name="connsiteX10" fmla="*/ 13635 w 276544"/>
                <a:gd name="connsiteY10" fmla="*/ 26835 h 363583"/>
                <a:gd name="connsiteX11" fmla="*/ 13636 w 276544"/>
                <a:gd name="connsiteY11" fmla="*/ 26949 h 363583"/>
                <a:gd name="connsiteX12" fmla="*/ 13636 w 276544"/>
                <a:gd name="connsiteY12" fmla="*/ 336748 h 363583"/>
                <a:gd name="connsiteX13" fmla="*/ 26708 w 276544"/>
                <a:gd name="connsiteY13" fmla="*/ 349882 h 363583"/>
                <a:gd name="connsiteX14" fmla="*/ 249724 w 276544"/>
                <a:gd name="connsiteY14" fmla="*/ 349882 h 363583"/>
                <a:gd name="connsiteX15" fmla="*/ 262796 w 276544"/>
                <a:gd name="connsiteY15" fmla="*/ 336748 h 363583"/>
                <a:gd name="connsiteX16" fmla="*/ 262796 w 276544"/>
                <a:gd name="connsiteY16" fmla="*/ 26949 h 363583"/>
                <a:gd name="connsiteX17" fmla="*/ 249837 w 276544"/>
                <a:gd name="connsiteY17" fmla="*/ 13701 h 363583"/>
                <a:gd name="connsiteX18" fmla="*/ 249724 w 276544"/>
                <a:gd name="connsiteY18" fmla="*/ 13701 h 36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6544" h="363583">
                  <a:moveTo>
                    <a:pt x="249724" y="363583"/>
                  </a:moveTo>
                  <a:lnTo>
                    <a:pt x="26708" y="363583"/>
                  </a:lnTo>
                  <a:cubicBezTo>
                    <a:pt x="11958" y="363583"/>
                    <a:pt x="0" y="351569"/>
                    <a:pt x="0" y="336748"/>
                  </a:cubicBezTo>
                  <a:lnTo>
                    <a:pt x="0" y="26949"/>
                  </a:lnTo>
                  <a:cubicBezTo>
                    <a:pt x="0" y="12110"/>
                    <a:pt x="11939" y="62"/>
                    <a:pt x="26708" y="0"/>
                  </a:cubicBezTo>
                  <a:lnTo>
                    <a:pt x="249724" y="0"/>
                  </a:lnTo>
                  <a:cubicBezTo>
                    <a:pt x="264511" y="62"/>
                    <a:pt x="276483" y="12091"/>
                    <a:pt x="276545" y="26949"/>
                  </a:cubicBezTo>
                  <a:lnTo>
                    <a:pt x="276545" y="336748"/>
                  </a:lnTo>
                  <a:cubicBezTo>
                    <a:pt x="276483" y="351587"/>
                    <a:pt x="264493" y="363583"/>
                    <a:pt x="249724" y="363583"/>
                  </a:cubicBezTo>
                  <a:close/>
                  <a:moveTo>
                    <a:pt x="26708" y="13701"/>
                  </a:moveTo>
                  <a:cubicBezTo>
                    <a:pt x="19488" y="13701"/>
                    <a:pt x="13635" y="19581"/>
                    <a:pt x="13635" y="26835"/>
                  </a:cubicBezTo>
                  <a:cubicBezTo>
                    <a:pt x="13635" y="26873"/>
                    <a:pt x="13635" y="26911"/>
                    <a:pt x="13636" y="26949"/>
                  </a:cubicBezTo>
                  <a:lnTo>
                    <a:pt x="13636" y="336748"/>
                  </a:lnTo>
                  <a:cubicBezTo>
                    <a:pt x="13636" y="344002"/>
                    <a:pt x="19488" y="349882"/>
                    <a:pt x="26708" y="349882"/>
                  </a:cubicBezTo>
                  <a:lnTo>
                    <a:pt x="249724" y="349882"/>
                  </a:lnTo>
                  <a:cubicBezTo>
                    <a:pt x="256944" y="349882"/>
                    <a:pt x="262796" y="344002"/>
                    <a:pt x="262796" y="336748"/>
                  </a:cubicBezTo>
                  <a:lnTo>
                    <a:pt x="262796" y="26949"/>
                  </a:lnTo>
                  <a:cubicBezTo>
                    <a:pt x="262858" y="19695"/>
                    <a:pt x="257056" y="13764"/>
                    <a:pt x="249837" y="13701"/>
                  </a:cubicBezTo>
                  <a:cubicBezTo>
                    <a:pt x="249799" y="13701"/>
                    <a:pt x="249762" y="13701"/>
                    <a:pt x="249724" y="13701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57CBAAC-ED2D-204D-ABC8-514A3CFD12AE}"/>
                </a:ext>
              </a:extLst>
            </p:cNvPr>
            <p:cNvSpPr/>
            <p:nvPr/>
          </p:nvSpPr>
          <p:spPr>
            <a:xfrm>
              <a:off x="5725623" y="2429944"/>
              <a:ext cx="84293" cy="84696"/>
            </a:xfrm>
            <a:custGeom>
              <a:avLst/>
              <a:gdLst>
                <a:gd name="connsiteX0" fmla="*/ 42259 w 84293"/>
                <a:gd name="connsiteY0" fmla="*/ 84696 h 84696"/>
                <a:gd name="connsiteX1" fmla="*/ 0 w 84293"/>
                <a:gd name="connsiteY1" fmla="*/ 42461 h 84696"/>
                <a:gd name="connsiteX2" fmla="*/ 42034 w 84293"/>
                <a:gd name="connsiteY2" fmla="*/ 0 h 84696"/>
                <a:gd name="connsiteX3" fmla="*/ 84293 w 84293"/>
                <a:gd name="connsiteY3" fmla="*/ 42235 h 84696"/>
                <a:gd name="connsiteX4" fmla="*/ 84293 w 84293"/>
                <a:gd name="connsiteY4" fmla="*/ 42348 h 84696"/>
                <a:gd name="connsiteX5" fmla="*/ 42259 w 84293"/>
                <a:gd name="connsiteY5" fmla="*/ 84696 h 84696"/>
                <a:gd name="connsiteX6" fmla="*/ 42259 w 84293"/>
                <a:gd name="connsiteY6" fmla="*/ 13814 h 84696"/>
                <a:gd name="connsiteX7" fmla="*/ 13636 w 84293"/>
                <a:gd name="connsiteY7" fmla="*/ 42348 h 84696"/>
                <a:gd name="connsiteX8" fmla="*/ 42034 w 84293"/>
                <a:gd name="connsiteY8" fmla="*/ 71108 h 84696"/>
                <a:gd name="connsiteX9" fmla="*/ 70657 w 84293"/>
                <a:gd name="connsiteY9" fmla="*/ 42574 h 84696"/>
                <a:gd name="connsiteX10" fmla="*/ 70657 w 84293"/>
                <a:gd name="connsiteY10" fmla="*/ 42348 h 84696"/>
                <a:gd name="connsiteX11" fmla="*/ 42259 w 84293"/>
                <a:gd name="connsiteY11" fmla="*/ 13814 h 8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293" h="84696">
                  <a:moveTo>
                    <a:pt x="42259" y="84696"/>
                  </a:moveTo>
                  <a:cubicBezTo>
                    <a:pt x="18982" y="84759"/>
                    <a:pt x="62" y="65850"/>
                    <a:pt x="0" y="42461"/>
                  </a:cubicBezTo>
                  <a:cubicBezTo>
                    <a:pt x="-62" y="19073"/>
                    <a:pt x="18757" y="63"/>
                    <a:pt x="42034" y="0"/>
                  </a:cubicBezTo>
                  <a:cubicBezTo>
                    <a:pt x="65311" y="-62"/>
                    <a:pt x="84231" y="18847"/>
                    <a:pt x="84293" y="42235"/>
                  </a:cubicBezTo>
                  <a:cubicBezTo>
                    <a:pt x="84293" y="42273"/>
                    <a:pt x="84293" y="42310"/>
                    <a:pt x="84293" y="42348"/>
                  </a:cubicBezTo>
                  <a:cubicBezTo>
                    <a:pt x="84293" y="65692"/>
                    <a:pt x="65492" y="84634"/>
                    <a:pt x="42259" y="84696"/>
                  </a:cubicBezTo>
                  <a:close/>
                  <a:moveTo>
                    <a:pt x="42259" y="13814"/>
                  </a:moveTo>
                  <a:cubicBezTo>
                    <a:pt x="26513" y="13752"/>
                    <a:pt x="13698" y="26527"/>
                    <a:pt x="13636" y="42348"/>
                  </a:cubicBezTo>
                  <a:cubicBezTo>
                    <a:pt x="13574" y="58169"/>
                    <a:pt x="26288" y="71046"/>
                    <a:pt x="42034" y="71108"/>
                  </a:cubicBezTo>
                  <a:cubicBezTo>
                    <a:pt x="57780" y="71171"/>
                    <a:pt x="70595" y="58395"/>
                    <a:pt x="70657" y="42574"/>
                  </a:cubicBezTo>
                  <a:cubicBezTo>
                    <a:pt x="70658" y="42499"/>
                    <a:pt x="70658" y="42423"/>
                    <a:pt x="70657" y="42348"/>
                  </a:cubicBezTo>
                  <a:cubicBezTo>
                    <a:pt x="70657" y="26589"/>
                    <a:pt x="57943" y="13814"/>
                    <a:pt x="42259" y="13814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D721F3A9-3E61-7B4C-931D-38217E5753FF}"/>
                </a:ext>
              </a:extLst>
            </p:cNvPr>
            <p:cNvSpPr/>
            <p:nvPr/>
          </p:nvSpPr>
          <p:spPr>
            <a:xfrm>
              <a:off x="5693844" y="2515087"/>
              <a:ext cx="147739" cy="87420"/>
            </a:xfrm>
            <a:custGeom>
              <a:avLst/>
              <a:gdLst>
                <a:gd name="connsiteX0" fmla="*/ 141202 w 147739"/>
                <a:gd name="connsiteY0" fmla="*/ 87420 h 87420"/>
                <a:gd name="connsiteX1" fmla="*/ 6874 w 147739"/>
                <a:gd name="connsiteY1" fmla="*/ 87420 h 87420"/>
                <a:gd name="connsiteX2" fmla="*/ 0 w 147739"/>
                <a:gd name="connsiteY2" fmla="*/ 80513 h 87420"/>
                <a:gd name="connsiteX3" fmla="*/ 0 w 147739"/>
                <a:gd name="connsiteY3" fmla="*/ 40996 h 87420"/>
                <a:gd name="connsiteX4" fmla="*/ 40794 w 147739"/>
                <a:gd name="connsiteY4" fmla="*/ 6 h 87420"/>
                <a:gd name="connsiteX5" fmla="*/ 42935 w 147739"/>
                <a:gd name="connsiteY5" fmla="*/ 6 h 87420"/>
                <a:gd name="connsiteX6" fmla="*/ 55331 w 147739"/>
                <a:gd name="connsiteY6" fmla="*/ 5441 h 87420"/>
                <a:gd name="connsiteX7" fmla="*/ 74038 w 147739"/>
                <a:gd name="connsiteY7" fmla="*/ 30352 h 87420"/>
                <a:gd name="connsiteX8" fmla="*/ 92520 w 147739"/>
                <a:gd name="connsiteY8" fmla="*/ 6234 h 87420"/>
                <a:gd name="connsiteX9" fmla="*/ 104803 w 147739"/>
                <a:gd name="connsiteY9" fmla="*/ 6 h 87420"/>
                <a:gd name="connsiteX10" fmla="*/ 106944 w 147739"/>
                <a:gd name="connsiteY10" fmla="*/ 6 h 87420"/>
                <a:gd name="connsiteX11" fmla="*/ 147738 w 147739"/>
                <a:gd name="connsiteY11" fmla="*/ 40996 h 87420"/>
                <a:gd name="connsiteX12" fmla="*/ 147738 w 147739"/>
                <a:gd name="connsiteY12" fmla="*/ 80513 h 87420"/>
                <a:gd name="connsiteX13" fmla="*/ 141202 w 147739"/>
                <a:gd name="connsiteY13" fmla="*/ 87420 h 87420"/>
                <a:gd name="connsiteX14" fmla="*/ 13748 w 147739"/>
                <a:gd name="connsiteY14" fmla="*/ 74172 h 87420"/>
                <a:gd name="connsiteX15" fmla="*/ 134328 w 147739"/>
                <a:gd name="connsiteY15" fmla="*/ 74172 h 87420"/>
                <a:gd name="connsiteX16" fmla="*/ 134328 w 147739"/>
                <a:gd name="connsiteY16" fmla="*/ 40996 h 87420"/>
                <a:gd name="connsiteX17" fmla="*/ 107169 w 147739"/>
                <a:gd name="connsiteY17" fmla="*/ 13707 h 87420"/>
                <a:gd name="connsiteX18" fmla="*/ 104803 w 147739"/>
                <a:gd name="connsiteY18" fmla="*/ 13707 h 87420"/>
                <a:gd name="connsiteX19" fmla="*/ 102887 w 147739"/>
                <a:gd name="connsiteY19" fmla="*/ 14387 h 87420"/>
                <a:gd name="connsiteX20" fmla="*/ 79222 w 147739"/>
                <a:gd name="connsiteY20" fmla="*/ 45865 h 87420"/>
                <a:gd name="connsiteX21" fmla="*/ 69085 w 147739"/>
                <a:gd name="connsiteY21" fmla="*/ 47003 h 87420"/>
                <a:gd name="connsiteX22" fmla="*/ 67953 w 147739"/>
                <a:gd name="connsiteY22" fmla="*/ 45865 h 87420"/>
                <a:gd name="connsiteX23" fmla="*/ 44626 w 147739"/>
                <a:gd name="connsiteY23" fmla="*/ 14047 h 87420"/>
                <a:gd name="connsiteX24" fmla="*/ 42935 w 147739"/>
                <a:gd name="connsiteY24" fmla="*/ 14047 h 87420"/>
                <a:gd name="connsiteX25" fmla="*/ 40794 w 147739"/>
                <a:gd name="connsiteY25" fmla="*/ 14047 h 87420"/>
                <a:gd name="connsiteX26" fmla="*/ 13748 w 147739"/>
                <a:gd name="connsiteY26" fmla="*/ 41335 h 8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7739" h="87420">
                  <a:moveTo>
                    <a:pt x="141202" y="87420"/>
                  </a:moveTo>
                  <a:lnTo>
                    <a:pt x="6874" y="87420"/>
                  </a:lnTo>
                  <a:cubicBezTo>
                    <a:pt x="3078" y="87420"/>
                    <a:pt x="0" y="84328"/>
                    <a:pt x="0" y="80513"/>
                  </a:cubicBezTo>
                  <a:lnTo>
                    <a:pt x="0" y="40996"/>
                  </a:lnTo>
                  <a:cubicBezTo>
                    <a:pt x="62" y="18384"/>
                    <a:pt x="18290" y="69"/>
                    <a:pt x="40794" y="6"/>
                  </a:cubicBezTo>
                  <a:lnTo>
                    <a:pt x="42935" y="6"/>
                  </a:lnTo>
                  <a:cubicBezTo>
                    <a:pt x="47667" y="-128"/>
                    <a:pt x="52211" y="1865"/>
                    <a:pt x="55331" y="5441"/>
                  </a:cubicBezTo>
                  <a:lnTo>
                    <a:pt x="74038" y="30352"/>
                  </a:lnTo>
                  <a:lnTo>
                    <a:pt x="92520" y="6234"/>
                  </a:lnTo>
                  <a:cubicBezTo>
                    <a:pt x="95492" y="2431"/>
                    <a:pt x="99992" y="149"/>
                    <a:pt x="104803" y="6"/>
                  </a:cubicBezTo>
                  <a:lnTo>
                    <a:pt x="106944" y="6"/>
                  </a:lnTo>
                  <a:cubicBezTo>
                    <a:pt x="129474" y="6"/>
                    <a:pt x="147738" y="18358"/>
                    <a:pt x="147738" y="40996"/>
                  </a:cubicBezTo>
                  <a:lnTo>
                    <a:pt x="147738" y="80513"/>
                  </a:lnTo>
                  <a:cubicBezTo>
                    <a:pt x="147802" y="84223"/>
                    <a:pt x="144892" y="87297"/>
                    <a:pt x="141202" y="87420"/>
                  </a:cubicBezTo>
                  <a:close/>
                  <a:moveTo>
                    <a:pt x="13748" y="74172"/>
                  </a:moveTo>
                  <a:lnTo>
                    <a:pt x="134328" y="74172"/>
                  </a:lnTo>
                  <a:lnTo>
                    <a:pt x="134328" y="40996"/>
                  </a:lnTo>
                  <a:cubicBezTo>
                    <a:pt x="134328" y="25925"/>
                    <a:pt x="122169" y="13707"/>
                    <a:pt x="107169" y="13707"/>
                  </a:cubicBezTo>
                  <a:lnTo>
                    <a:pt x="104803" y="13707"/>
                  </a:lnTo>
                  <a:cubicBezTo>
                    <a:pt x="104101" y="13675"/>
                    <a:pt x="103414" y="13919"/>
                    <a:pt x="102887" y="14387"/>
                  </a:cubicBezTo>
                  <a:lnTo>
                    <a:pt x="79222" y="45865"/>
                  </a:lnTo>
                  <a:cubicBezTo>
                    <a:pt x="76736" y="48991"/>
                    <a:pt x="72197" y="49501"/>
                    <a:pt x="69085" y="47003"/>
                  </a:cubicBezTo>
                  <a:cubicBezTo>
                    <a:pt x="68667" y="46667"/>
                    <a:pt x="68287" y="46285"/>
                    <a:pt x="67953" y="45865"/>
                  </a:cubicBezTo>
                  <a:lnTo>
                    <a:pt x="44626" y="14047"/>
                  </a:lnTo>
                  <a:cubicBezTo>
                    <a:pt x="44069" y="13928"/>
                    <a:pt x="43493" y="13928"/>
                    <a:pt x="42935" y="14047"/>
                  </a:cubicBezTo>
                  <a:lnTo>
                    <a:pt x="40794" y="14047"/>
                  </a:lnTo>
                  <a:cubicBezTo>
                    <a:pt x="25839" y="14109"/>
                    <a:pt x="13748" y="26309"/>
                    <a:pt x="13748" y="41335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F27DB308-9EA2-9F46-967E-53EF509E801E}"/>
                </a:ext>
              </a:extLst>
            </p:cNvPr>
            <p:cNvSpPr/>
            <p:nvPr/>
          </p:nvSpPr>
          <p:spPr>
            <a:xfrm>
              <a:off x="5666098" y="2634494"/>
              <a:ext cx="205325" cy="13814"/>
            </a:xfrm>
            <a:custGeom>
              <a:avLst/>
              <a:gdLst>
                <a:gd name="connsiteX0" fmla="*/ 197572 w 205325"/>
                <a:gd name="connsiteY0" fmla="*/ 13758 h 13814"/>
                <a:gd name="connsiteX1" fmla="*/ 5997 w 205325"/>
                <a:gd name="connsiteY1" fmla="*/ 13758 h 13814"/>
                <a:gd name="connsiteX2" fmla="*/ 57 w 205325"/>
                <a:gd name="connsiteY2" fmla="*/ 6025 h 13814"/>
                <a:gd name="connsiteX3" fmla="*/ 5997 w 205325"/>
                <a:gd name="connsiteY3" fmla="*/ 57 h 13814"/>
                <a:gd name="connsiteX4" fmla="*/ 197572 w 205325"/>
                <a:gd name="connsiteY4" fmla="*/ 57 h 13814"/>
                <a:gd name="connsiteX5" fmla="*/ 205268 w 205325"/>
                <a:gd name="connsiteY5" fmla="*/ 6025 h 13814"/>
                <a:gd name="connsiteX6" fmla="*/ 199329 w 205325"/>
                <a:gd name="connsiteY6" fmla="*/ 13758 h 13814"/>
                <a:gd name="connsiteX7" fmla="*/ 197572 w 205325"/>
                <a:gd name="connsiteY7" fmla="*/ 13758 h 1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25" h="13814">
                  <a:moveTo>
                    <a:pt x="197572" y="13758"/>
                  </a:moveTo>
                  <a:lnTo>
                    <a:pt x="5997" y="13758"/>
                  </a:lnTo>
                  <a:cubicBezTo>
                    <a:pt x="2231" y="13271"/>
                    <a:pt x="-428" y="9809"/>
                    <a:pt x="57" y="6025"/>
                  </a:cubicBezTo>
                  <a:cubicBezTo>
                    <a:pt x="456" y="2911"/>
                    <a:pt x="2897" y="459"/>
                    <a:pt x="5997" y="57"/>
                  </a:cubicBezTo>
                  <a:lnTo>
                    <a:pt x="197572" y="57"/>
                  </a:lnTo>
                  <a:cubicBezTo>
                    <a:pt x="201337" y="-430"/>
                    <a:pt x="204783" y="2242"/>
                    <a:pt x="205268" y="6025"/>
                  </a:cubicBezTo>
                  <a:cubicBezTo>
                    <a:pt x="205753" y="9809"/>
                    <a:pt x="203094" y="13271"/>
                    <a:pt x="199329" y="13758"/>
                  </a:cubicBezTo>
                  <a:cubicBezTo>
                    <a:pt x="198745" y="13834"/>
                    <a:pt x="198155" y="13834"/>
                    <a:pt x="197572" y="1375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C19F914D-8CCD-774F-BB65-402566DC9A6F}"/>
                </a:ext>
              </a:extLst>
            </p:cNvPr>
            <p:cNvSpPr/>
            <p:nvPr/>
          </p:nvSpPr>
          <p:spPr>
            <a:xfrm>
              <a:off x="5666098" y="2671634"/>
              <a:ext cx="205325" cy="13814"/>
            </a:xfrm>
            <a:custGeom>
              <a:avLst/>
              <a:gdLst>
                <a:gd name="connsiteX0" fmla="*/ 197572 w 205325"/>
                <a:gd name="connsiteY0" fmla="*/ 13758 h 13814"/>
                <a:gd name="connsiteX1" fmla="*/ 5997 w 205325"/>
                <a:gd name="connsiteY1" fmla="*/ 13758 h 13814"/>
                <a:gd name="connsiteX2" fmla="*/ 57 w 205325"/>
                <a:gd name="connsiteY2" fmla="*/ 6025 h 13814"/>
                <a:gd name="connsiteX3" fmla="*/ 5997 w 205325"/>
                <a:gd name="connsiteY3" fmla="*/ 57 h 13814"/>
                <a:gd name="connsiteX4" fmla="*/ 197572 w 205325"/>
                <a:gd name="connsiteY4" fmla="*/ 57 h 13814"/>
                <a:gd name="connsiteX5" fmla="*/ 205268 w 205325"/>
                <a:gd name="connsiteY5" fmla="*/ 6025 h 13814"/>
                <a:gd name="connsiteX6" fmla="*/ 199329 w 205325"/>
                <a:gd name="connsiteY6" fmla="*/ 13758 h 13814"/>
                <a:gd name="connsiteX7" fmla="*/ 197572 w 205325"/>
                <a:gd name="connsiteY7" fmla="*/ 13758 h 1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25" h="13814">
                  <a:moveTo>
                    <a:pt x="197572" y="13758"/>
                  </a:moveTo>
                  <a:lnTo>
                    <a:pt x="5997" y="13758"/>
                  </a:lnTo>
                  <a:cubicBezTo>
                    <a:pt x="2231" y="13271"/>
                    <a:pt x="-428" y="9809"/>
                    <a:pt x="57" y="6025"/>
                  </a:cubicBezTo>
                  <a:cubicBezTo>
                    <a:pt x="456" y="2911"/>
                    <a:pt x="2897" y="459"/>
                    <a:pt x="5997" y="57"/>
                  </a:cubicBezTo>
                  <a:lnTo>
                    <a:pt x="197572" y="57"/>
                  </a:lnTo>
                  <a:cubicBezTo>
                    <a:pt x="201337" y="-430"/>
                    <a:pt x="204783" y="2242"/>
                    <a:pt x="205268" y="6025"/>
                  </a:cubicBezTo>
                  <a:cubicBezTo>
                    <a:pt x="205753" y="9809"/>
                    <a:pt x="203094" y="13271"/>
                    <a:pt x="199329" y="13758"/>
                  </a:cubicBezTo>
                  <a:cubicBezTo>
                    <a:pt x="198745" y="13834"/>
                    <a:pt x="198155" y="13834"/>
                    <a:pt x="197572" y="1375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1E8EFBA5-14E2-F147-98A5-CC44FF0BD9F1}"/>
                </a:ext>
              </a:extLst>
            </p:cNvPr>
            <p:cNvSpPr/>
            <p:nvPr/>
          </p:nvSpPr>
          <p:spPr>
            <a:xfrm>
              <a:off x="5666098" y="2708774"/>
              <a:ext cx="205325" cy="13814"/>
            </a:xfrm>
            <a:custGeom>
              <a:avLst/>
              <a:gdLst>
                <a:gd name="connsiteX0" fmla="*/ 197572 w 205325"/>
                <a:gd name="connsiteY0" fmla="*/ 13758 h 13814"/>
                <a:gd name="connsiteX1" fmla="*/ 5997 w 205325"/>
                <a:gd name="connsiteY1" fmla="*/ 13758 h 13814"/>
                <a:gd name="connsiteX2" fmla="*/ 57 w 205325"/>
                <a:gd name="connsiteY2" fmla="*/ 6025 h 13814"/>
                <a:gd name="connsiteX3" fmla="*/ 5997 w 205325"/>
                <a:gd name="connsiteY3" fmla="*/ 57 h 13814"/>
                <a:gd name="connsiteX4" fmla="*/ 197572 w 205325"/>
                <a:gd name="connsiteY4" fmla="*/ 57 h 13814"/>
                <a:gd name="connsiteX5" fmla="*/ 205268 w 205325"/>
                <a:gd name="connsiteY5" fmla="*/ 6025 h 13814"/>
                <a:gd name="connsiteX6" fmla="*/ 199329 w 205325"/>
                <a:gd name="connsiteY6" fmla="*/ 13758 h 13814"/>
                <a:gd name="connsiteX7" fmla="*/ 197572 w 205325"/>
                <a:gd name="connsiteY7" fmla="*/ 13758 h 1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25" h="13814">
                  <a:moveTo>
                    <a:pt x="197572" y="13758"/>
                  </a:moveTo>
                  <a:lnTo>
                    <a:pt x="5997" y="13758"/>
                  </a:lnTo>
                  <a:cubicBezTo>
                    <a:pt x="2231" y="13271"/>
                    <a:pt x="-428" y="9809"/>
                    <a:pt x="57" y="6025"/>
                  </a:cubicBezTo>
                  <a:cubicBezTo>
                    <a:pt x="456" y="2911"/>
                    <a:pt x="2897" y="459"/>
                    <a:pt x="5997" y="57"/>
                  </a:cubicBezTo>
                  <a:lnTo>
                    <a:pt x="197572" y="57"/>
                  </a:lnTo>
                  <a:cubicBezTo>
                    <a:pt x="201337" y="-430"/>
                    <a:pt x="204783" y="2242"/>
                    <a:pt x="205268" y="6025"/>
                  </a:cubicBezTo>
                  <a:cubicBezTo>
                    <a:pt x="205753" y="9809"/>
                    <a:pt x="203094" y="13271"/>
                    <a:pt x="199329" y="13758"/>
                  </a:cubicBezTo>
                  <a:cubicBezTo>
                    <a:pt x="198745" y="13834"/>
                    <a:pt x="198155" y="13834"/>
                    <a:pt x="197572" y="1375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CD52599-FDF5-414B-8A6E-71A9B76526E1}"/>
                </a:ext>
              </a:extLst>
            </p:cNvPr>
            <p:cNvSpPr/>
            <p:nvPr/>
          </p:nvSpPr>
          <p:spPr>
            <a:xfrm>
              <a:off x="5692941" y="2340152"/>
              <a:ext cx="276432" cy="363583"/>
            </a:xfrm>
            <a:custGeom>
              <a:avLst/>
              <a:gdLst>
                <a:gd name="connsiteX0" fmla="*/ 249725 w 276432"/>
                <a:gd name="connsiteY0" fmla="*/ 363584 h 363583"/>
                <a:gd name="connsiteX1" fmla="*/ 238456 w 276432"/>
                <a:gd name="connsiteY1" fmla="*/ 363584 h 363583"/>
                <a:gd name="connsiteX2" fmla="*/ 231582 w 276432"/>
                <a:gd name="connsiteY2" fmla="*/ 356676 h 363583"/>
                <a:gd name="connsiteX3" fmla="*/ 231582 w 276432"/>
                <a:gd name="connsiteY3" fmla="*/ 57748 h 363583"/>
                <a:gd name="connsiteX4" fmla="*/ 218510 w 276432"/>
                <a:gd name="connsiteY4" fmla="*/ 44613 h 363583"/>
                <a:gd name="connsiteX5" fmla="*/ 218397 w 276432"/>
                <a:gd name="connsiteY5" fmla="*/ 44613 h 363583"/>
                <a:gd name="connsiteX6" fmla="*/ 6762 w 276432"/>
                <a:gd name="connsiteY6" fmla="*/ 44613 h 363583"/>
                <a:gd name="connsiteX7" fmla="*/ 0 w 276432"/>
                <a:gd name="connsiteY7" fmla="*/ 37820 h 363583"/>
                <a:gd name="connsiteX8" fmla="*/ 1 w 276432"/>
                <a:gd name="connsiteY8" fmla="*/ 37706 h 363583"/>
                <a:gd name="connsiteX9" fmla="*/ 1 w 276432"/>
                <a:gd name="connsiteY9" fmla="*/ 26383 h 363583"/>
                <a:gd name="connsiteX10" fmla="*/ 26821 w 276432"/>
                <a:gd name="connsiteY10" fmla="*/ 0 h 363583"/>
                <a:gd name="connsiteX11" fmla="*/ 249725 w 276432"/>
                <a:gd name="connsiteY11" fmla="*/ 0 h 363583"/>
                <a:gd name="connsiteX12" fmla="*/ 276433 w 276432"/>
                <a:gd name="connsiteY12" fmla="*/ 26836 h 363583"/>
                <a:gd name="connsiteX13" fmla="*/ 276433 w 276432"/>
                <a:gd name="connsiteY13" fmla="*/ 336748 h 363583"/>
                <a:gd name="connsiteX14" fmla="*/ 249725 w 276432"/>
                <a:gd name="connsiteY14" fmla="*/ 363584 h 363583"/>
                <a:gd name="connsiteX15" fmla="*/ 244767 w 276432"/>
                <a:gd name="connsiteY15" fmla="*/ 349883 h 363583"/>
                <a:gd name="connsiteX16" fmla="*/ 249725 w 276432"/>
                <a:gd name="connsiteY16" fmla="*/ 349883 h 363583"/>
                <a:gd name="connsiteX17" fmla="*/ 262797 w 276432"/>
                <a:gd name="connsiteY17" fmla="*/ 336748 h 363583"/>
                <a:gd name="connsiteX18" fmla="*/ 262797 w 276432"/>
                <a:gd name="connsiteY18" fmla="*/ 26836 h 363583"/>
                <a:gd name="connsiteX19" fmla="*/ 249725 w 276432"/>
                <a:gd name="connsiteY19" fmla="*/ 13701 h 363583"/>
                <a:gd name="connsiteX20" fmla="*/ 26821 w 276432"/>
                <a:gd name="connsiteY20" fmla="*/ 13701 h 363583"/>
                <a:gd name="connsiteX21" fmla="*/ 13637 w 276432"/>
                <a:gd name="connsiteY21" fmla="*/ 26722 h 363583"/>
                <a:gd name="connsiteX22" fmla="*/ 13637 w 276432"/>
                <a:gd name="connsiteY22" fmla="*/ 26836 h 363583"/>
                <a:gd name="connsiteX23" fmla="*/ 13637 w 276432"/>
                <a:gd name="connsiteY23" fmla="*/ 30912 h 363583"/>
                <a:gd name="connsiteX24" fmla="*/ 218397 w 276432"/>
                <a:gd name="connsiteY24" fmla="*/ 30912 h 363583"/>
                <a:gd name="connsiteX25" fmla="*/ 244767 w 276432"/>
                <a:gd name="connsiteY25" fmla="*/ 57748 h 36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76432" h="363583">
                  <a:moveTo>
                    <a:pt x="249725" y="363584"/>
                  </a:moveTo>
                  <a:lnTo>
                    <a:pt x="238456" y="363584"/>
                  </a:lnTo>
                  <a:cubicBezTo>
                    <a:pt x="234659" y="363584"/>
                    <a:pt x="231582" y="360491"/>
                    <a:pt x="231582" y="356676"/>
                  </a:cubicBezTo>
                  <a:lnTo>
                    <a:pt x="231582" y="57748"/>
                  </a:lnTo>
                  <a:cubicBezTo>
                    <a:pt x="231582" y="50494"/>
                    <a:pt x="225730" y="44613"/>
                    <a:pt x="218510" y="44613"/>
                  </a:cubicBezTo>
                  <a:cubicBezTo>
                    <a:pt x="218472" y="44613"/>
                    <a:pt x="218434" y="44613"/>
                    <a:pt x="218397" y="44613"/>
                  </a:cubicBezTo>
                  <a:lnTo>
                    <a:pt x="6762" y="44613"/>
                  </a:lnTo>
                  <a:cubicBezTo>
                    <a:pt x="3028" y="44614"/>
                    <a:pt x="1" y="41572"/>
                    <a:pt x="0" y="37820"/>
                  </a:cubicBezTo>
                  <a:cubicBezTo>
                    <a:pt x="0" y="37782"/>
                    <a:pt x="0" y="37744"/>
                    <a:pt x="1" y="37706"/>
                  </a:cubicBezTo>
                  <a:lnTo>
                    <a:pt x="1" y="26383"/>
                  </a:lnTo>
                  <a:cubicBezTo>
                    <a:pt x="248" y="11695"/>
                    <a:pt x="12202" y="-64"/>
                    <a:pt x="26821" y="0"/>
                  </a:cubicBezTo>
                  <a:lnTo>
                    <a:pt x="249725" y="0"/>
                  </a:lnTo>
                  <a:cubicBezTo>
                    <a:pt x="264475" y="0"/>
                    <a:pt x="276433" y="12015"/>
                    <a:pt x="276433" y="26836"/>
                  </a:cubicBezTo>
                  <a:lnTo>
                    <a:pt x="276433" y="336748"/>
                  </a:lnTo>
                  <a:cubicBezTo>
                    <a:pt x="276371" y="351543"/>
                    <a:pt x="264450" y="363521"/>
                    <a:pt x="249725" y="363584"/>
                  </a:cubicBezTo>
                  <a:close/>
                  <a:moveTo>
                    <a:pt x="244767" y="349883"/>
                  </a:moveTo>
                  <a:lnTo>
                    <a:pt x="249725" y="349883"/>
                  </a:lnTo>
                  <a:cubicBezTo>
                    <a:pt x="256945" y="349883"/>
                    <a:pt x="262797" y="344002"/>
                    <a:pt x="262797" y="336748"/>
                  </a:cubicBezTo>
                  <a:lnTo>
                    <a:pt x="262797" y="26836"/>
                  </a:lnTo>
                  <a:cubicBezTo>
                    <a:pt x="262797" y="19582"/>
                    <a:pt x="256945" y="13701"/>
                    <a:pt x="249725" y="13701"/>
                  </a:cubicBezTo>
                  <a:lnTo>
                    <a:pt x="26821" y="13701"/>
                  </a:lnTo>
                  <a:cubicBezTo>
                    <a:pt x="19602" y="13639"/>
                    <a:pt x="13699" y="19468"/>
                    <a:pt x="13637" y="26722"/>
                  </a:cubicBezTo>
                  <a:cubicBezTo>
                    <a:pt x="13637" y="26760"/>
                    <a:pt x="13637" y="26798"/>
                    <a:pt x="13637" y="26836"/>
                  </a:cubicBezTo>
                  <a:lnTo>
                    <a:pt x="13637" y="30912"/>
                  </a:lnTo>
                  <a:lnTo>
                    <a:pt x="218397" y="30912"/>
                  </a:lnTo>
                  <a:cubicBezTo>
                    <a:pt x="233015" y="31098"/>
                    <a:pt x="244768" y="43059"/>
                    <a:pt x="244767" y="5774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FCD81234-9140-6543-879F-895069127DFF}"/>
                </a:ext>
              </a:extLst>
            </p:cNvPr>
            <p:cNvSpPr/>
            <p:nvPr/>
          </p:nvSpPr>
          <p:spPr>
            <a:xfrm>
              <a:off x="5661276" y="2371064"/>
              <a:ext cx="276431" cy="363583"/>
            </a:xfrm>
            <a:custGeom>
              <a:avLst/>
              <a:gdLst>
                <a:gd name="connsiteX0" fmla="*/ 250062 w 276431"/>
                <a:gd name="connsiteY0" fmla="*/ 363583 h 363583"/>
                <a:gd name="connsiteX1" fmla="*/ 238793 w 276431"/>
                <a:gd name="connsiteY1" fmla="*/ 363583 h 363583"/>
                <a:gd name="connsiteX2" fmla="*/ 231919 w 276431"/>
                <a:gd name="connsiteY2" fmla="*/ 356676 h 363583"/>
                <a:gd name="connsiteX3" fmla="*/ 231919 w 276431"/>
                <a:gd name="connsiteY3" fmla="*/ 57748 h 363583"/>
                <a:gd name="connsiteX4" fmla="*/ 218960 w 276431"/>
                <a:gd name="connsiteY4" fmla="*/ 44500 h 363583"/>
                <a:gd name="connsiteX5" fmla="*/ 218847 w 276431"/>
                <a:gd name="connsiteY5" fmla="*/ 44500 h 363583"/>
                <a:gd name="connsiteX6" fmla="*/ 6761 w 276431"/>
                <a:gd name="connsiteY6" fmla="*/ 44500 h 363583"/>
                <a:gd name="connsiteX7" fmla="*/ 0 w 276431"/>
                <a:gd name="connsiteY7" fmla="*/ 37706 h 363583"/>
                <a:gd name="connsiteX8" fmla="*/ 0 w 276431"/>
                <a:gd name="connsiteY8" fmla="*/ 26383 h 363583"/>
                <a:gd name="connsiteX9" fmla="*/ 26708 w 276431"/>
                <a:gd name="connsiteY9" fmla="*/ 0 h 363583"/>
                <a:gd name="connsiteX10" fmla="*/ 250062 w 276431"/>
                <a:gd name="connsiteY10" fmla="*/ 0 h 363583"/>
                <a:gd name="connsiteX11" fmla="*/ 276432 w 276431"/>
                <a:gd name="connsiteY11" fmla="*/ 26836 h 363583"/>
                <a:gd name="connsiteX12" fmla="*/ 276432 w 276431"/>
                <a:gd name="connsiteY12" fmla="*/ 336634 h 363583"/>
                <a:gd name="connsiteX13" fmla="*/ 250062 w 276431"/>
                <a:gd name="connsiteY13" fmla="*/ 363583 h 363583"/>
                <a:gd name="connsiteX14" fmla="*/ 245216 w 276431"/>
                <a:gd name="connsiteY14" fmla="*/ 349769 h 363583"/>
                <a:gd name="connsiteX15" fmla="*/ 250062 w 276431"/>
                <a:gd name="connsiteY15" fmla="*/ 349769 h 363583"/>
                <a:gd name="connsiteX16" fmla="*/ 263134 w 276431"/>
                <a:gd name="connsiteY16" fmla="*/ 336634 h 363583"/>
                <a:gd name="connsiteX17" fmla="*/ 263134 w 276431"/>
                <a:gd name="connsiteY17" fmla="*/ 26836 h 363583"/>
                <a:gd name="connsiteX18" fmla="*/ 250062 w 276431"/>
                <a:gd name="connsiteY18" fmla="*/ 13701 h 363583"/>
                <a:gd name="connsiteX19" fmla="*/ 26708 w 276431"/>
                <a:gd name="connsiteY19" fmla="*/ 13701 h 363583"/>
                <a:gd name="connsiteX20" fmla="*/ 13412 w 276431"/>
                <a:gd name="connsiteY20" fmla="*/ 26607 h 363583"/>
                <a:gd name="connsiteX21" fmla="*/ 13410 w 276431"/>
                <a:gd name="connsiteY21" fmla="*/ 26836 h 363583"/>
                <a:gd name="connsiteX22" fmla="*/ 13410 w 276431"/>
                <a:gd name="connsiteY22" fmla="*/ 30799 h 363583"/>
                <a:gd name="connsiteX23" fmla="*/ 218058 w 276431"/>
                <a:gd name="connsiteY23" fmla="*/ 30799 h 363583"/>
                <a:gd name="connsiteX24" fmla="*/ 244878 w 276431"/>
                <a:gd name="connsiteY24" fmla="*/ 57748 h 36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6431" h="363583">
                  <a:moveTo>
                    <a:pt x="250062" y="363583"/>
                  </a:moveTo>
                  <a:lnTo>
                    <a:pt x="238793" y="363583"/>
                  </a:lnTo>
                  <a:cubicBezTo>
                    <a:pt x="235022" y="363523"/>
                    <a:pt x="231979" y="360465"/>
                    <a:pt x="231919" y="356676"/>
                  </a:cubicBezTo>
                  <a:lnTo>
                    <a:pt x="231919" y="57748"/>
                  </a:lnTo>
                  <a:cubicBezTo>
                    <a:pt x="231981" y="50494"/>
                    <a:pt x="226179" y="44563"/>
                    <a:pt x="218960" y="44500"/>
                  </a:cubicBezTo>
                  <a:cubicBezTo>
                    <a:pt x="218922" y="44500"/>
                    <a:pt x="218884" y="44500"/>
                    <a:pt x="218847" y="44500"/>
                  </a:cubicBezTo>
                  <a:lnTo>
                    <a:pt x="6761" y="44500"/>
                  </a:lnTo>
                  <a:cubicBezTo>
                    <a:pt x="3027" y="44500"/>
                    <a:pt x="0" y="41458"/>
                    <a:pt x="0" y="37706"/>
                  </a:cubicBezTo>
                  <a:lnTo>
                    <a:pt x="0" y="26383"/>
                  </a:lnTo>
                  <a:cubicBezTo>
                    <a:pt x="246" y="11739"/>
                    <a:pt x="12132" y="-2"/>
                    <a:pt x="26708" y="0"/>
                  </a:cubicBezTo>
                  <a:lnTo>
                    <a:pt x="250062" y="0"/>
                  </a:lnTo>
                  <a:cubicBezTo>
                    <a:pt x="264680" y="186"/>
                    <a:pt x="276433" y="12146"/>
                    <a:pt x="276432" y="26836"/>
                  </a:cubicBezTo>
                  <a:lnTo>
                    <a:pt x="276432" y="336634"/>
                  </a:lnTo>
                  <a:cubicBezTo>
                    <a:pt x="276434" y="351343"/>
                    <a:pt x="264698" y="363336"/>
                    <a:pt x="250062" y="363583"/>
                  </a:cubicBezTo>
                  <a:close/>
                  <a:moveTo>
                    <a:pt x="245216" y="349769"/>
                  </a:moveTo>
                  <a:lnTo>
                    <a:pt x="250062" y="349769"/>
                  </a:lnTo>
                  <a:cubicBezTo>
                    <a:pt x="257282" y="349769"/>
                    <a:pt x="263134" y="343888"/>
                    <a:pt x="263134" y="336634"/>
                  </a:cubicBezTo>
                  <a:lnTo>
                    <a:pt x="263134" y="26836"/>
                  </a:lnTo>
                  <a:cubicBezTo>
                    <a:pt x="263134" y="19582"/>
                    <a:pt x="257282" y="13701"/>
                    <a:pt x="250062" y="13701"/>
                  </a:cubicBezTo>
                  <a:lnTo>
                    <a:pt x="26708" y="13701"/>
                  </a:lnTo>
                  <a:cubicBezTo>
                    <a:pt x="19489" y="13576"/>
                    <a:pt x="13537" y="19354"/>
                    <a:pt x="13412" y="26607"/>
                  </a:cubicBezTo>
                  <a:cubicBezTo>
                    <a:pt x="13411" y="26683"/>
                    <a:pt x="13410" y="26759"/>
                    <a:pt x="13410" y="26836"/>
                  </a:cubicBezTo>
                  <a:lnTo>
                    <a:pt x="13410" y="30799"/>
                  </a:lnTo>
                  <a:lnTo>
                    <a:pt x="218058" y="30799"/>
                  </a:lnTo>
                  <a:cubicBezTo>
                    <a:pt x="232845" y="30861"/>
                    <a:pt x="244817" y="42890"/>
                    <a:pt x="244878" y="57748"/>
                  </a:cubicBezTo>
                  <a:close/>
                </a:path>
              </a:pathLst>
            </a:custGeom>
            <a:grpFill/>
            <a:ln w="111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49480B8C-692B-1242-9CA1-55665CF10915}"/>
              </a:ext>
            </a:extLst>
          </p:cNvPr>
          <p:cNvGrpSpPr/>
          <p:nvPr/>
        </p:nvGrpSpPr>
        <p:grpSpPr>
          <a:xfrm flipH="1">
            <a:off x="1854048" y="1777742"/>
            <a:ext cx="2783072" cy="723275"/>
            <a:chOff x="7825488" y="1404017"/>
            <a:chExt cx="3368029" cy="723275"/>
          </a:xfrm>
        </p:grpSpPr>
        <p:sp>
          <p:nvSpPr>
            <p:cNvPr id="135" name="Inhaltsplatzhalter 4">
              <a:extLst>
                <a:ext uri="{FF2B5EF4-FFF2-40B4-BE49-F238E27FC236}">
                  <a16:creationId xmlns:a16="http://schemas.microsoft.com/office/drawing/2014/main" id="{40D78EFC-F1C4-664F-8110-745386FB88C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052BF447-7507-9F40-B369-3E2ED463F70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62C8C33B-B669-C346-B6C9-E3673AF313BF}"/>
              </a:ext>
            </a:extLst>
          </p:cNvPr>
          <p:cNvGrpSpPr/>
          <p:nvPr/>
        </p:nvGrpSpPr>
        <p:grpSpPr>
          <a:xfrm>
            <a:off x="7608388" y="1777742"/>
            <a:ext cx="2783072" cy="723275"/>
            <a:chOff x="7825488" y="1404017"/>
            <a:chExt cx="3368029" cy="723275"/>
          </a:xfrm>
        </p:grpSpPr>
        <p:sp>
          <p:nvSpPr>
            <p:cNvPr id="138" name="Inhaltsplatzhalter 4">
              <a:extLst>
                <a:ext uri="{FF2B5EF4-FFF2-40B4-BE49-F238E27FC236}">
                  <a16:creationId xmlns:a16="http://schemas.microsoft.com/office/drawing/2014/main" id="{6F70B9B3-FDB7-0A45-A4A7-8E730EEB891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6BF9EBC4-55B1-DC44-B6EB-41838C91CB0E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9728727E-CFC5-D444-A74A-D85662E8B2F6}"/>
              </a:ext>
            </a:extLst>
          </p:cNvPr>
          <p:cNvGrpSpPr/>
          <p:nvPr/>
        </p:nvGrpSpPr>
        <p:grpSpPr>
          <a:xfrm flipH="1">
            <a:off x="1854048" y="5347916"/>
            <a:ext cx="2783072" cy="723275"/>
            <a:chOff x="7825488" y="1404017"/>
            <a:chExt cx="3368029" cy="723275"/>
          </a:xfrm>
        </p:grpSpPr>
        <p:sp>
          <p:nvSpPr>
            <p:cNvPr id="141" name="Inhaltsplatzhalter 4">
              <a:extLst>
                <a:ext uri="{FF2B5EF4-FFF2-40B4-BE49-F238E27FC236}">
                  <a16:creationId xmlns:a16="http://schemas.microsoft.com/office/drawing/2014/main" id="{D0155667-4E2C-964B-9FC8-F2308506511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2FDDE66D-3468-4449-A542-625C7253812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9BC214CF-AFFF-5A43-B826-6B8904BD6A51}"/>
              </a:ext>
            </a:extLst>
          </p:cNvPr>
          <p:cNvGrpSpPr/>
          <p:nvPr/>
        </p:nvGrpSpPr>
        <p:grpSpPr>
          <a:xfrm>
            <a:off x="7608388" y="5347916"/>
            <a:ext cx="2783072" cy="723275"/>
            <a:chOff x="7825488" y="1404017"/>
            <a:chExt cx="3368029" cy="723275"/>
          </a:xfrm>
        </p:grpSpPr>
        <p:sp>
          <p:nvSpPr>
            <p:cNvPr id="144" name="Inhaltsplatzhalter 4">
              <a:extLst>
                <a:ext uri="{FF2B5EF4-FFF2-40B4-BE49-F238E27FC236}">
                  <a16:creationId xmlns:a16="http://schemas.microsoft.com/office/drawing/2014/main" id="{E069CB5A-E7AA-F445-9137-6154EE5B5C5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18B09B1B-7AFA-6844-AFA6-B58A0CCAB5D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8EF8D9F8-6E2B-E94D-8A31-F6EE2BE30B90}"/>
              </a:ext>
            </a:extLst>
          </p:cNvPr>
          <p:cNvGrpSpPr/>
          <p:nvPr/>
        </p:nvGrpSpPr>
        <p:grpSpPr>
          <a:xfrm>
            <a:off x="8283192" y="3578487"/>
            <a:ext cx="2783072" cy="723275"/>
            <a:chOff x="7825488" y="1404017"/>
            <a:chExt cx="3368029" cy="723275"/>
          </a:xfrm>
        </p:grpSpPr>
        <p:sp>
          <p:nvSpPr>
            <p:cNvPr id="147" name="Inhaltsplatzhalter 4">
              <a:extLst>
                <a:ext uri="{FF2B5EF4-FFF2-40B4-BE49-F238E27FC236}">
                  <a16:creationId xmlns:a16="http://schemas.microsoft.com/office/drawing/2014/main" id="{57532A2A-6C4A-924A-A189-C50B91CA236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0B4A51C8-1545-0749-8180-DA93CA68D18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BC40B5BA-4F55-1747-84E6-653E1BECB437}"/>
              </a:ext>
            </a:extLst>
          </p:cNvPr>
          <p:cNvGrpSpPr/>
          <p:nvPr/>
        </p:nvGrpSpPr>
        <p:grpSpPr>
          <a:xfrm flipH="1">
            <a:off x="1146150" y="3578487"/>
            <a:ext cx="2783072" cy="723275"/>
            <a:chOff x="7825488" y="1404017"/>
            <a:chExt cx="3368029" cy="723275"/>
          </a:xfrm>
        </p:grpSpPr>
        <p:sp>
          <p:nvSpPr>
            <p:cNvPr id="150" name="Inhaltsplatzhalter 4">
              <a:extLst>
                <a:ext uri="{FF2B5EF4-FFF2-40B4-BE49-F238E27FC236}">
                  <a16:creationId xmlns:a16="http://schemas.microsoft.com/office/drawing/2014/main" id="{87D3355C-16E5-A241-A0C9-90D505D57B9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2CCC1408-FBD7-CA45-8F25-37D89A94422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40227184-483B-0741-A95C-C8F0D6440C67}"/>
              </a:ext>
            </a:extLst>
          </p:cNvPr>
          <p:cNvGrpSpPr/>
          <p:nvPr/>
        </p:nvGrpSpPr>
        <p:grpSpPr>
          <a:xfrm>
            <a:off x="5428684" y="3338167"/>
            <a:ext cx="1338870" cy="1238019"/>
            <a:chOff x="5398240" y="3718434"/>
            <a:chExt cx="1338870" cy="1238019"/>
          </a:xfrm>
        </p:grpSpPr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98D9AC53-DE10-BC40-9345-B4836F83A5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54" name="Title 1">
              <a:extLst>
                <a:ext uri="{FF2B5EF4-FFF2-40B4-BE49-F238E27FC236}">
                  <a16:creationId xmlns:a16="http://schemas.microsoft.com/office/drawing/2014/main" id="{6C184916-5DA7-4143-91A2-A2832C16380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17844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F58657E-6365-3D47-BA5F-731D97A1DFC2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991CD70-E1D7-F243-8080-9AE3788B1423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F7C2603-725B-9243-AE72-1241D1B685C6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386AA773-CAFB-9C41-BBE5-3B01FDCEAB90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5D8D6BC1-9913-7648-988D-EC1932B72BC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B08DAA3-7968-1C4A-83C4-282C4AA7E3C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0" name="Right Arrow 9">
            <a:extLst>
              <a:ext uri="{FF2B5EF4-FFF2-40B4-BE49-F238E27FC236}">
                <a16:creationId xmlns:a16="http://schemas.microsoft.com/office/drawing/2014/main" id="{6FAAC51B-5934-574A-8FFE-7DE79AB6FC6F}"/>
              </a:ext>
            </a:extLst>
          </p:cNvPr>
          <p:cNvSpPr/>
          <p:nvPr/>
        </p:nvSpPr>
        <p:spPr>
          <a:xfrm rot="3679801">
            <a:off x="5480172" y="2761081"/>
            <a:ext cx="385504" cy="385504"/>
          </a:xfrm>
          <a:prstGeom prst="rightArrow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Block Arc 10">
            <a:extLst>
              <a:ext uri="{FF2B5EF4-FFF2-40B4-BE49-F238E27FC236}">
                <a16:creationId xmlns:a16="http://schemas.microsoft.com/office/drawing/2014/main" id="{67018B4E-16C4-BD47-8F62-D5BB95A7FBD6}"/>
              </a:ext>
            </a:extLst>
          </p:cNvPr>
          <p:cNvSpPr/>
          <p:nvPr/>
        </p:nvSpPr>
        <p:spPr>
          <a:xfrm rot="19827800">
            <a:off x="4451697" y="2099027"/>
            <a:ext cx="3293228" cy="329322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2" name="Block Arc 11">
            <a:extLst>
              <a:ext uri="{FF2B5EF4-FFF2-40B4-BE49-F238E27FC236}">
                <a16:creationId xmlns:a16="http://schemas.microsoft.com/office/drawing/2014/main" id="{F8D1A896-4E8D-7640-A2B5-A1F5565778D1}"/>
              </a:ext>
            </a:extLst>
          </p:cNvPr>
          <p:cNvSpPr/>
          <p:nvPr/>
        </p:nvSpPr>
        <p:spPr>
          <a:xfrm rot="1783192">
            <a:off x="4451697" y="2099027"/>
            <a:ext cx="3293228" cy="329322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3" name="Block Arc 12">
            <a:extLst>
              <a:ext uri="{FF2B5EF4-FFF2-40B4-BE49-F238E27FC236}">
                <a16:creationId xmlns:a16="http://schemas.microsoft.com/office/drawing/2014/main" id="{1262189C-6F0A-4548-9AD1-4A8E0864F61B}"/>
              </a:ext>
            </a:extLst>
          </p:cNvPr>
          <p:cNvSpPr/>
          <p:nvPr/>
        </p:nvSpPr>
        <p:spPr>
          <a:xfrm rot="5400000">
            <a:off x="4451697" y="2099028"/>
            <a:ext cx="3293229" cy="329322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4" name="Block Arc 13">
            <a:extLst>
              <a:ext uri="{FF2B5EF4-FFF2-40B4-BE49-F238E27FC236}">
                <a16:creationId xmlns:a16="http://schemas.microsoft.com/office/drawing/2014/main" id="{E19FCCE2-CAC3-9C4F-8F0E-B7210E4A2C56}"/>
              </a:ext>
            </a:extLst>
          </p:cNvPr>
          <p:cNvSpPr/>
          <p:nvPr/>
        </p:nvSpPr>
        <p:spPr>
          <a:xfrm rot="16200000">
            <a:off x="4451697" y="2099028"/>
            <a:ext cx="3293229" cy="329322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5" name="Block Arc 14">
            <a:extLst>
              <a:ext uri="{FF2B5EF4-FFF2-40B4-BE49-F238E27FC236}">
                <a16:creationId xmlns:a16="http://schemas.microsoft.com/office/drawing/2014/main" id="{165A7CCC-F99C-8D40-9A68-6486BADC50EC}"/>
              </a:ext>
            </a:extLst>
          </p:cNvPr>
          <p:cNvSpPr/>
          <p:nvPr/>
        </p:nvSpPr>
        <p:spPr>
          <a:xfrm rot="12651236">
            <a:off x="4451697" y="2099027"/>
            <a:ext cx="3293228" cy="329322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6" name="Block Arc 15">
            <a:extLst>
              <a:ext uri="{FF2B5EF4-FFF2-40B4-BE49-F238E27FC236}">
                <a16:creationId xmlns:a16="http://schemas.microsoft.com/office/drawing/2014/main" id="{190288B9-4107-AE46-8D5B-21438DE47AE0}"/>
              </a:ext>
            </a:extLst>
          </p:cNvPr>
          <p:cNvSpPr/>
          <p:nvPr/>
        </p:nvSpPr>
        <p:spPr>
          <a:xfrm rot="9007401">
            <a:off x="4451697" y="2099027"/>
            <a:ext cx="3293228" cy="329322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7" name="Right Arrow 16">
            <a:extLst>
              <a:ext uri="{FF2B5EF4-FFF2-40B4-BE49-F238E27FC236}">
                <a16:creationId xmlns:a16="http://schemas.microsoft.com/office/drawing/2014/main" id="{0AF737B1-94FB-7A4F-8395-868D735C3D5D}"/>
              </a:ext>
            </a:extLst>
          </p:cNvPr>
          <p:cNvSpPr/>
          <p:nvPr/>
        </p:nvSpPr>
        <p:spPr>
          <a:xfrm rot="17920199" flipH="1">
            <a:off x="6372390" y="2773128"/>
            <a:ext cx="385504" cy="385504"/>
          </a:xfrm>
          <a:prstGeom prst="rightArrow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ight Arrow 17">
            <a:extLst>
              <a:ext uri="{FF2B5EF4-FFF2-40B4-BE49-F238E27FC236}">
                <a16:creationId xmlns:a16="http://schemas.microsoft.com/office/drawing/2014/main" id="{5BEAB21B-39E1-8F44-A725-E9CB81793730}"/>
              </a:ext>
            </a:extLst>
          </p:cNvPr>
          <p:cNvSpPr/>
          <p:nvPr/>
        </p:nvSpPr>
        <p:spPr>
          <a:xfrm rot="10800000">
            <a:off x="6795065" y="3552889"/>
            <a:ext cx="385504" cy="385504"/>
          </a:xfrm>
          <a:prstGeom prst="rightArrow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ight Arrow 18">
            <a:extLst>
              <a:ext uri="{FF2B5EF4-FFF2-40B4-BE49-F238E27FC236}">
                <a16:creationId xmlns:a16="http://schemas.microsoft.com/office/drawing/2014/main" id="{A73CDBA3-19D3-9B48-BB00-DEBADDAF56E1}"/>
              </a:ext>
            </a:extLst>
          </p:cNvPr>
          <p:cNvSpPr/>
          <p:nvPr/>
        </p:nvSpPr>
        <p:spPr>
          <a:xfrm rot="10800000" flipH="1">
            <a:off x="5012110" y="3552889"/>
            <a:ext cx="385504" cy="385504"/>
          </a:xfrm>
          <a:prstGeom prst="rightArrow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ight Arrow 19">
            <a:extLst>
              <a:ext uri="{FF2B5EF4-FFF2-40B4-BE49-F238E27FC236}">
                <a16:creationId xmlns:a16="http://schemas.microsoft.com/office/drawing/2014/main" id="{FB34AB53-5528-F04F-9335-869987982A9E}"/>
              </a:ext>
            </a:extLst>
          </p:cNvPr>
          <p:cNvSpPr/>
          <p:nvPr/>
        </p:nvSpPr>
        <p:spPr>
          <a:xfrm rot="17920199" flipV="1">
            <a:off x="5460898" y="4339977"/>
            <a:ext cx="385504" cy="385504"/>
          </a:xfrm>
          <a:prstGeom prst="rightArrow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ight Arrow 20">
            <a:extLst>
              <a:ext uri="{FF2B5EF4-FFF2-40B4-BE49-F238E27FC236}">
                <a16:creationId xmlns:a16="http://schemas.microsoft.com/office/drawing/2014/main" id="{B543AC72-68A6-5C43-ADAC-EEBA9A4913DE}"/>
              </a:ext>
            </a:extLst>
          </p:cNvPr>
          <p:cNvSpPr/>
          <p:nvPr/>
        </p:nvSpPr>
        <p:spPr>
          <a:xfrm rot="3679801" flipH="1" flipV="1">
            <a:off x="6372392" y="4330339"/>
            <a:ext cx="385504" cy="385504"/>
          </a:xfrm>
          <a:prstGeom prst="rightArrow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5BAF1FF-D0A2-D04C-8A7B-7C4884B781FF}"/>
              </a:ext>
            </a:extLst>
          </p:cNvPr>
          <p:cNvSpPr txBox="1"/>
          <p:nvPr/>
        </p:nvSpPr>
        <p:spPr>
          <a:xfrm rot="2151195">
            <a:off x="6388627" y="2568940"/>
            <a:ext cx="706381" cy="228925"/>
          </a:xfrm>
          <a:prstGeom prst="rect">
            <a:avLst/>
          </a:prstGeom>
          <a:noFill/>
        </p:spPr>
        <p:txBody>
          <a:bodyPr wrap="none" rtlCol="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05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Insert Title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14E69EA-4DB4-9E47-914F-638C4D9DDDC2}"/>
              </a:ext>
            </a:extLst>
          </p:cNvPr>
          <p:cNvSpPr txBox="1"/>
          <p:nvPr/>
        </p:nvSpPr>
        <p:spPr>
          <a:xfrm rot="19921567">
            <a:off x="5116857" y="2540850"/>
            <a:ext cx="706381" cy="228925"/>
          </a:xfrm>
          <a:prstGeom prst="rect">
            <a:avLst/>
          </a:prstGeom>
          <a:noFill/>
        </p:spPr>
        <p:txBody>
          <a:bodyPr wrap="none" rtlCol="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05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Insert Title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5800F80-7DBB-784E-A716-780655781C6A}"/>
              </a:ext>
            </a:extLst>
          </p:cNvPr>
          <p:cNvSpPr txBox="1"/>
          <p:nvPr/>
        </p:nvSpPr>
        <p:spPr>
          <a:xfrm rot="19975228" flipH="1" flipV="1">
            <a:off x="6320967" y="4728720"/>
            <a:ext cx="706381" cy="228925"/>
          </a:xfrm>
          <a:prstGeom prst="rect">
            <a:avLst/>
          </a:prstGeom>
          <a:noFill/>
        </p:spPr>
        <p:txBody>
          <a:bodyPr wrap="none" rtlCol="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05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Insert Title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AF26E87-3445-AD43-AD19-90A9958063F6}"/>
              </a:ext>
            </a:extLst>
          </p:cNvPr>
          <p:cNvSpPr txBox="1"/>
          <p:nvPr/>
        </p:nvSpPr>
        <p:spPr>
          <a:xfrm rot="5552946">
            <a:off x="6988457" y="3625197"/>
            <a:ext cx="706381" cy="228925"/>
          </a:xfrm>
          <a:prstGeom prst="rect">
            <a:avLst/>
          </a:prstGeom>
          <a:noFill/>
        </p:spPr>
        <p:txBody>
          <a:bodyPr wrap="none" rtlCol="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05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Insert Title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8F1B064-B20A-9E42-8CCB-B40EC226A81D}"/>
              </a:ext>
            </a:extLst>
          </p:cNvPr>
          <p:cNvSpPr txBox="1"/>
          <p:nvPr/>
        </p:nvSpPr>
        <p:spPr>
          <a:xfrm rot="2183035" flipH="1" flipV="1">
            <a:off x="5105568" y="4692705"/>
            <a:ext cx="706381" cy="228925"/>
          </a:xfrm>
          <a:prstGeom prst="rect">
            <a:avLst/>
          </a:prstGeom>
          <a:noFill/>
        </p:spPr>
        <p:txBody>
          <a:bodyPr wrap="none" rtlCol="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05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Insert Title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342B80A-6564-E44B-A57E-6339AD37363F}"/>
              </a:ext>
            </a:extLst>
          </p:cNvPr>
          <p:cNvSpPr txBox="1"/>
          <p:nvPr/>
        </p:nvSpPr>
        <p:spPr>
          <a:xfrm rot="16386960">
            <a:off x="4497389" y="3566509"/>
            <a:ext cx="706381" cy="228925"/>
          </a:xfrm>
          <a:prstGeom prst="rect">
            <a:avLst/>
          </a:prstGeom>
          <a:noFill/>
        </p:spPr>
        <p:txBody>
          <a:bodyPr wrap="none" rtlCol="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05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Insert Title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3734F870-6AC0-6841-A199-69A125AC4B06}"/>
              </a:ext>
            </a:extLst>
          </p:cNvPr>
          <p:cNvSpPr/>
          <p:nvPr/>
        </p:nvSpPr>
        <p:spPr>
          <a:xfrm>
            <a:off x="4074416" y="1721745"/>
            <a:ext cx="4047788" cy="4047789"/>
          </a:xfrm>
          <a:prstGeom prst="ellipse">
            <a:avLst/>
          </a:prstGeom>
          <a:noFill/>
          <a:ln w="50800" cap="rnd">
            <a:solidFill>
              <a:schemeClr val="tx2">
                <a:alpha val="3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16C74FE9-8B32-4149-BB1D-B47A1574A823}"/>
              </a:ext>
            </a:extLst>
          </p:cNvPr>
          <p:cNvSpPr>
            <a:spLocks noChangeAspect="1"/>
          </p:cNvSpPr>
          <p:nvPr/>
        </p:nvSpPr>
        <p:spPr>
          <a:xfrm>
            <a:off x="4632161" y="1542383"/>
            <a:ext cx="776861" cy="776861"/>
          </a:xfrm>
          <a:prstGeom prst="ellipse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9FDD976E-57DB-FD4A-95B5-4F1F07104C56}"/>
              </a:ext>
            </a:extLst>
          </p:cNvPr>
          <p:cNvSpPr>
            <a:spLocks noChangeAspect="1"/>
          </p:cNvSpPr>
          <p:nvPr/>
        </p:nvSpPr>
        <p:spPr>
          <a:xfrm>
            <a:off x="6810448" y="1542383"/>
            <a:ext cx="776861" cy="776861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B71C40D4-8CB7-5249-9A16-0B6052FDC253}"/>
              </a:ext>
            </a:extLst>
          </p:cNvPr>
          <p:cNvSpPr>
            <a:spLocks noChangeAspect="1"/>
          </p:cNvSpPr>
          <p:nvPr/>
        </p:nvSpPr>
        <p:spPr>
          <a:xfrm>
            <a:off x="7832908" y="3302487"/>
            <a:ext cx="776861" cy="776861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24541C7B-5986-C74F-BFAF-0E1CD613221F}"/>
              </a:ext>
            </a:extLst>
          </p:cNvPr>
          <p:cNvSpPr>
            <a:spLocks noChangeAspect="1"/>
          </p:cNvSpPr>
          <p:nvPr/>
        </p:nvSpPr>
        <p:spPr>
          <a:xfrm>
            <a:off x="6810448" y="5160466"/>
            <a:ext cx="776861" cy="776861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EA1B3529-7CCF-B04A-8FEE-AA028204160C}"/>
              </a:ext>
            </a:extLst>
          </p:cNvPr>
          <p:cNvSpPr>
            <a:spLocks noChangeAspect="1"/>
          </p:cNvSpPr>
          <p:nvPr/>
        </p:nvSpPr>
        <p:spPr>
          <a:xfrm>
            <a:off x="3582232" y="3302487"/>
            <a:ext cx="776861" cy="77686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A3335CA-1667-B74D-B53F-95E0DBE7296C}"/>
              </a:ext>
            </a:extLst>
          </p:cNvPr>
          <p:cNvSpPr>
            <a:spLocks noChangeAspect="1"/>
          </p:cNvSpPr>
          <p:nvPr/>
        </p:nvSpPr>
        <p:spPr>
          <a:xfrm>
            <a:off x="4679753" y="5160466"/>
            <a:ext cx="776861" cy="776861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BE1C34EE-C1B7-E345-85DB-5A14B58C8519}"/>
              </a:ext>
            </a:extLst>
          </p:cNvPr>
          <p:cNvSpPr/>
          <p:nvPr/>
        </p:nvSpPr>
        <p:spPr>
          <a:xfrm rot="19827800">
            <a:off x="6147614" y="1874655"/>
            <a:ext cx="1103958" cy="1423876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DFB3E63A-FA5C-344F-B735-3201B89DD4D2}"/>
              </a:ext>
            </a:extLst>
          </p:cNvPr>
          <p:cNvSpPr/>
          <p:nvPr/>
        </p:nvSpPr>
        <p:spPr>
          <a:xfrm rot="1783192">
            <a:off x="7048132" y="3018804"/>
            <a:ext cx="882278" cy="1443084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55F29902-D828-DC4E-9B7E-2F665623F683}"/>
              </a:ext>
            </a:extLst>
          </p:cNvPr>
          <p:cNvSpPr/>
          <p:nvPr/>
        </p:nvSpPr>
        <p:spPr>
          <a:xfrm rot="5400000">
            <a:off x="6340469" y="4218757"/>
            <a:ext cx="882281" cy="1464721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0FEFD4AE-B7B5-9E41-B76D-6B31675414F2}"/>
              </a:ext>
            </a:extLst>
          </p:cNvPr>
          <p:cNvSpPr/>
          <p:nvPr/>
        </p:nvSpPr>
        <p:spPr>
          <a:xfrm rot="16200000">
            <a:off x="4860968" y="1929001"/>
            <a:ext cx="1085556" cy="1425604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FDD9AFD3-3A9F-FF41-942A-6972DBA04358}"/>
              </a:ext>
            </a:extLst>
          </p:cNvPr>
          <p:cNvSpPr/>
          <p:nvPr/>
        </p:nvSpPr>
        <p:spPr>
          <a:xfrm rot="12651236">
            <a:off x="4261591" y="3026858"/>
            <a:ext cx="945015" cy="1425604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A1EAEE43-E6CF-7640-B4C0-8F24F464B541}"/>
              </a:ext>
            </a:extLst>
          </p:cNvPr>
          <p:cNvSpPr/>
          <p:nvPr/>
        </p:nvSpPr>
        <p:spPr>
          <a:xfrm rot="9007401">
            <a:off x="4939273" y="4166405"/>
            <a:ext cx="995145" cy="1469483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chemeClr val="accent4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16" name="Oval 115">
            <a:extLst>
              <a:ext uri="{FF2B5EF4-FFF2-40B4-BE49-F238E27FC236}">
                <a16:creationId xmlns:a16="http://schemas.microsoft.com/office/drawing/2014/main" id="{33AFAE7F-F85B-4F47-953E-F3C0227AC3CF}"/>
              </a:ext>
            </a:extLst>
          </p:cNvPr>
          <p:cNvSpPr>
            <a:spLocks noChangeAspect="1"/>
          </p:cNvSpPr>
          <p:nvPr/>
        </p:nvSpPr>
        <p:spPr>
          <a:xfrm>
            <a:off x="4728758" y="1638980"/>
            <a:ext cx="583667" cy="583667"/>
          </a:xfrm>
          <a:prstGeom prst="ellipse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2700000" scaled="1"/>
          </a:gra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9737DB42-4D27-C847-B836-A22E8BE08CA2}"/>
              </a:ext>
            </a:extLst>
          </p:cNvPr>
          <p:cNvSpPr>
            <a:spLocks noChangeAspect="1"/>
          </p:cNvSpPr>
          <p:nvPr/>
        </p:nvSpPr>
        <p:spPr>
          <a:xfrm>
            <a:off x="6907045" y="1638980"/>
            <a:ext cx="583667" cy="583667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8" name="Oval 117">
            <a:extLst>
              <a:ext uri="{FF2B5EF4-FFF2-40B4-BE49-F238E27FC236}">
                <a16:creationId xmlns:a16="http://schemas.microsoft.com/office/drawing/2014/main" id="{7FA34066-1198-034E-B4EE-0971556977EB}"/>
              </a:ext>
            </a:extLst>
          </p:cNvPr>
          <p:cNvSpPr>
            <a:spLocks noChangeAspect="1"/>
          </p:cNvSpPr>
          <p:nvPr/>
        </p:nvSpPr>
        <p:spPr>
          <a:xfrm>
            <a:off x="7929505" y="3399084"/>
            <a:ext cx="583667" cy="583667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700000" scaled="1"/>
          </a:gra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B007A3D6-D8F4-9749-BDF5-491ACA0A95D0}"/>
              </a:ext>
            </a:extLst>
          </p:cNvPr>
          <p:cNvSpPr>
            <a:spLocks noChangeAspect="1"/>
          </p:cNvSpPr>
          <p:nvPr/>
        </p:nvSpPr>
        <p:spPr>
          <a:xfrm>
            <a:off x="6907045" y="5257063"/>
            <a:ext cx="583667" cy="583667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1"/>
          </a:gra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8EBDD8E6-9CBF-B249-B7EC-F194E29628AA}"/>
              </a:ext>
            </a:extLst>
          </p:cNvPr>
          <p:cNvSpPr>
            <a:spLocks noChangeAspect="1"/>
          </p:cNvSpPr>
          <p:nvPr/>
        </p:nvSpPr>
        <p:spPr>
          <a:xfrm>
            <a:off x="3678829" y="3399084"/>
            <a:ext cx="583667" cy="583667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E00D3BF9-12A6-054F-880A-497423AFB110}"/>
              </a:ext>
            </a:extLst>
          </p:cNvPr>
          <p:cNvSpPr>
            <a:spLocks noChangeAspect="1"/>
          </p:cNvSpPr>
          <p:nvPr/>
        </p:nvSpPr>
        <p:spPr>
          <a:xfrm>
            <a:off x="4776350" y="5257063"/>
            <a:ext cx="583667" cy="583667"/>
          </a:xfrm>
          <a:prstGeom prst="ellipse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700000" scaled="1"/>
          </a:gra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EED55DA9-62F3-314E-B3DD-8D2CF52E9FE0}"/>
              </a:ext>
            </a:extLst>
          </p:cNvPr>
          <p:cNvGrpSpPr/>
          <p:nvPr/>
        </p:nvGrpSpPr>
        <p:grpSpPr>
          <a:xfrm flipH="1">
            <a:off x="1680381" y="1544869"/>
            <a:ext cx="2783072" cy="723275"/>
            <a:chOff x="7825488" y="1404017"/>
            <a:chExt cx="3368029" cy="723275"/>
          </a:xfrm>
        </p:grpSpPr>
        <p:sp>
          <p:nvSpPr>
            <p:cNvPr id="95" name="Inhaltsplatzhalter 4">
              <a:extLst>
                <a:ext uri="{FF2B5EF4-FFF2-40B4-BE49-F238E27FC236}">
                  <a16:creationId xmlns:a16="http://schemas.microsoft.com/office/drawing/2014/main" id="{DDC155A4-1A45-EA4F-A3EF-4A3E541694F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713F2E43-F9B0-7D46-A568-9F022868662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36B63C6D-7DB6-2841-98DB-C20294E6D2D7}"/>
              </a:ext>
            </a:extLst>
          </p:cNvPr>
          <p:cNvGrpSpPr/>
          <p:nvPr/>
        </p:nvGrpSpPr>
        <p:grpSpPr>
          <a:xfrm>
            <a:off x="7775944" y="1544869"/>
            <a:ext cx="2783072" cy="723275"/>
            <a:chOff x="7825488" y="1404017"/>
            <a:chExt cx="3368029" cy="723275"/>
          </a:xfrm>
        </p:grpSpPr>
        <p:sp>
          <p:nvSpPr>
            <p:cNvPr id="98" name="Inhaltsplatzhalter 4">
              <a:extLst>
                <a:ext uri="{FF2B5EF4-FFF2-40B4-BE49-F238E27FC236}">
                  <a16:creationId xmlns:a16="http://schemas.microsoft.com/office/drawing/2014/main" id="{DC36247E-BFEE-E34A-97F3-1FC63903C54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F5243666-6307-474C-8BE1-A23A7356267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2FFC1A0-8435-4B4D-8C0F-C226AC674643}"/>
              </a:ext>
            </a:extLst>
          </p:cNvPr>
          <p:cNvGrpSpPr/>
          <p:nvPr/>
        </p:nvGrpSpPr>
        <p:grpSpPr>
          <a:xfrm flipH="1">
            <a:off x="1680381" y="5207490"/>
            <a:ext cx="2783072" cy="723275"/>
            <a:chOff x="7825488" y="1404017"/>
            <a:chExt cx="3368029" cy="723275"/>
          </a:xfrm>
        </p:grpSpPr>
        <p:sp>
          <p:nvSpPr>
            <p:cNvPr id="101" name="Inhaltsplatzhalter 4">
              <a:extLst>
                <a:ext uri="{FF2B5EF4-FFF2-40B4-BE49-F238E27FC236}">
                  <a16:creationId xmlns:a16="http://schemas.microsoft.com/office/drawing/2014/main" id="{9B6A057A-18B2-BF4A-A628-DFE7D555D11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88DC0C34-A466-7D49-A3EF-A84936D45703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ED6A27B4-B2DD-0C4A-9FCD-7C841F69CF05}"/>
              </a:ext>
            </a:extLst>
          </p:cNvPr>
          <p:cNvGrpSpPr/>
          <p:nvPr/>
        </p:nvGrpSpPr>
        <p:grpSpPr>
          <a:xfrm>
            <a:off x="7775944" y="5207490"/>
            <a:ext cx="2783072" cy="723275"/>
            <a:chOff x="7825488" y="1404017"/>
            <a:chExt cx="3368029" cy="723275"/>
          </a:xfrm>
        </p:grpSpPr>
        <p:sp>
          <p:nvSpPr>
            <p:cNvPr id="104" name="Inhaltsplatzhalter 4">
              <a:extLst>
                <a:ext uri="{FF2B5EF4-FFF2-40B4-BE49-F238E27FC236}">
                  <a16:creationId xmlns:a16="http://schemas.microsoft.com/office/drawing/2014/main" id="{031940C7-AF47-C44B-829F-C4400AB9202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F7B6A6C5-91F5-CE40-96D7-BE9C0EC3689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6BD3CD5E-0D97-7845-B3B1-FC3890B91334}"/>
              </a:ext>
            </a:extLst>
          </p:cNvPr>
          <p:cNvGrpSpPr/>
          <p:nvPr/>
        </p:nvGrpSpPr>
        <p:grpSpPr>
          <a:xfrm>
            <a:off x="8791225" y="3303533"/>
            <a:ext cx="2783072" cy="723275"/>
            <a:chOff x="7825488" y="1404017"/>
            <a:chExt cx="3368029" cy="723275"/>
          </a:xfrm>
        </p:grpSpPr>
        <p:sp>
          <p:nvSpPr>
            <p:cNvPr id="107" name="Inhaltsplatzhalter 4">
              <a:extLst>
                <a:ext uri="{FF2B5EF4-FFF2-40B4-BE49-F238E27FC236}">
                  <a16:creationId xmlns:a16="http://schemas.microsoft.com/office/drawing/2014/main" id="{D01F1BFA-9E3E-304E-A4DC-D7131EF555E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73C9349F-44CA-A743-9DB3-61B458CBFDA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D0D7636-42E3-8048-A3AC-699BA538A686}"/>
              </a:ext>
            </a:extLst>
          </p:cNvPr>
          <p:cNvGrpSpPr/>
          <p:nvPr/>
        </p:nvGrpSpPr>
        <p:grpSpPr>
          <a:xfrm flipH="1">
            <a:off x="627190" y="3303533"/>
            <a:ext cx="2783072" cy="723275"/>
            <a:chOff x="7825488" y="1404017"/>
            <a:chExt cx="3368029" cy="723275"/>
          </a:xfrm>
        </p:grpSpPr>
        <p:sp>
          <p:nvSpPr>
            <p:cNvPr id="110" name="Inhaltsplatzhalter 4">
              <a:extLst>
                <a:ext uri="{FF2B5EF4-FFF2-40B4-BE49-F238E27FC236}">
                  <a16:creationId xmlns:a16="http://schemas.microsoft.com/office/drawing/2014/main" id="{E8D6EEF1-9C12-3644-B412-C7D0972CD206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D602044F-1D2D-CE47-94E9-6FE0AC815D0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Freeform 17">
            <a:extLst>
              <a:ext uri="{FF2B5EF4-FFF2-40B4-BE49-F238E27FC236}">
                <a16:creationId xmlns:a16="http://schemas.microsoft.com/office/drawing/2014/main" id="{D463786B-BDA0-FF40-9DCA-FC009B0A53AC}"/>
              </a:ext>
            </a:extLst>
          </p:cNvPr>
          <p:cNvSpPr>
            <a:spLocks noChangeAspect="1"/>
          </p:cNvSpPr>
          <p:nvPr/>
        </p:nvSpPr>
        <p:spPr bwMode="auto">
          <a:xfrm>
            <a:off x="5374769" y="3019222"/>
            <a:ext cx="1446524" cy="1447936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134" name="Graphic 122">
            <a:extLst>
              <a:ext uri="{FF2B5EF4-FFF2-40B4-BE49-F238E27FC236}">
                <a16:creationId xmlns:a16="http://schemas.microsoft.com/office/drawing/2014/main" id="{C1B83469-1785-C94A-ACC5-2F9B0337D1BE}"/>
              </a:ext>
            </a:extLst>
          </p:cNvPr>
          <p:cNvGrpSpPr>
            <a:grpSpLocks noChangeAspect="1"/>
          </p:cNvGrpSpPr>
          <p:nvPr/>
        </p:nvGrpSpPr>
        <p:grpSpPr>
          <a:xfrm>
            <a:off x="8043912" y="3569919"/>
            <a:ext cx="354852" cy="241996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D6DFA054-A460-1E4E-AD2B-F601A4AA3763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F51C0442-9CC4-4F40-B3FD-51765FF38050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D4262555-CEC5-4749-9F08-4065B456F002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4422D735-4F95-754C-8DBB-DCAD1E4000AC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828F69D7-0F37-0D4B-8A8F-752D98121DCA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2128295D-EFFB-5647-A488-942437B2ECAC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9F183053-7FDB-D54B-A116-E8E7EF763845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6FA2C9D6-9235-E543-B0E3-5CA691ED9F76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76980B52-384D-D34A-AC41-643CE75BC27B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07AA6FAD-5AC1-B04B-84D8-E6ED379E2D8A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039D6369-871B-F04B-9C90-F4C1E4D08F6D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F9C508E9-857A-4248-9103-61F77B92940E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09C0F1E8-4A28-0A4A-B34F-C9F440BC48DD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0B8391CE-72B1-9B49-BF9B-3482AA1CAE9F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DE402CF6-9113-0646-9F18-AE9A34DFAA1C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F1D1BB4E-DB60-4E42-9775-949826E58144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4E6666BB-437A-6944-B841-6E2BBAC98A02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E01EB88F-FC63-EB40-9D37-F8FE84A1E965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603B9228-6191-6747-B8F2-0D3A8A8D2C9B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4" name="Graphic 124">
            <a:extLst>
              <a:ext uri="{FF2B5EF4-FFF2-40B4-BE49-F238E27FC236}">
                <a16:creationId xmlns:a16="http://schemas.microsoft.com/office/drawing/2014/main" id="{36B5643A-2218-5644-8C3F-2F48FFA5FFF1}"/>
              </a:ext>
            </a:extLst>
          </p:cNvPr>
          <p:cNvGrpSpPr>
            <a:grpSpLocks noChangeAspect="1"/>
          </p:cNvGrpSpPr>
          <p:nvPr/>
        </p:nvGrpSpPr>
        <p:grpSpPr>
          <a:xfrm>
            <a:off x="4907342" y="1761564"/>
            <a:ext cx="226498" cy="338498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904DEE1A-86E5-4D48-8D7D-135C2F262947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EBD7556D-ABA9-7D4E-9B57-9645E9BF2A95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E6A6E6D0-AADA-EB4A-8699-2EEE76996327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787983E7-AB2C-544F-8A57-C8012059C29F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92A249B7-8363-6D42-B2FE-F6E1A0404BE1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9A6A97D2-2320-D04A-97BF-9E9390AD33AD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D9B38D5A-8D05-234E-B130-F290A8791912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595C71C-2EFA-1647-BE70-48026C990439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F82FBD05-3E20-DD4E-AC33-4D96EC89EE1F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3FB4DEA9-7EE4-4B47-8CB3-3203EB071698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C6FCDEFD-193C-954C-B9AE-79DCD9474212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80E4D844-3020-A040-93EB-5BF854100D09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67" name="Graphic 126">
            <a:extLst>
              <a:ext uri="{FF2B5EF4-FFF2-40B4-BE49-F238E27FC236}">
                <a16:creationId xmlns:a16="http://schemas.microsoft.com/office/drawing/2014/main" id="{AA1864A4-4A01-5C4F-978E-2B6D7B71F3C8}"/>
              </a:ext>
            </a:extLst>
          </p:cNvPr>
          <p:cNvGrpSpPr>
            <a:grpSpLocks noChangeAspect="1"/>
          </p:cNvGrpSpPr>
          <p:nvPr/>
        </p:nvGrpSpPr>
        <p:grpSpPr>
          <a:xfrm>
            <a:off x="4948832" y="5379708"/>
            <a:ext cx="238702" cy="338376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9189B0F5-030B-DB46-90A8-43013F8039D9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7A4E3F03-AE65-3149-9501-9BAB8436E941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982B9E7E-0E9D-224A-BF0D-E641BAADC3FD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AD0450C3-771C-BB43-9109-5C2F65869605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052F1520-E927-4D43-9107-63F1D50ABB4A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9B79D2C-7CD6-794D-8BA4-E77CD8B76DB0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6767DDF1-0B78-BA4D-A417-7828CD8B401B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56D95D29-2AB4-AD4A-B38D-BB81E0F1ED24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05BF60BE-9F0F-2448-84E8-017F1E28A4AD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E3B11ACF-22F6-4B4A-93CA-966C131E7A90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1023CA35-CE61-FF4D-996E-AB3294DF9ECB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09ACA9F1-90DB-FC4D-BCC7-38CF7C36E47D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80" name="Graphic 128">
            <a:extLst>
              <a:ext uri="{FF2B5EF4-FFF2-40B4-BE49-F238E27FC236}">
                <a16:creationId xmlns:a16="http://schemas.microsoft.com/office/drawing/2014/main" id="{433D2590-42A7-C049-ADDF-5AD4EDF4C9F3}"/>
              </a:ext>
            </a:extLst>
          </p:cNvPr>
          <p:cNvGrpSpPr>
            <a:grpSpLocks noChangeAspect="1"/>
          </p:cNvGrpSpPr>
          <p:nvPr/>
        </p:nvGrpSpPr>
        <p:grpSpPr>
          <a:xfrm>
            <a:off x="7028865" y="5416696"/>
            <a:ext cx="340026" cy="264400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118F28A2-F108-194B-9F56-9B58A3BD2DB3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B2C94FA-24F6-9744-9D48-F3B7DA31B2DF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FBBFDFC-FC79-374D-B722-5BD88770D626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4" name="Freeform 183">
              <a:extLst>
                <a:ext uri="{FF2B5EF4-FFF2-40B4-BE49-F238E27FC236}">
                  <a16:creationId xmlns:a16="http://schemas.microsoft.com/office/drawing/2014/main" id="{88397DAC-708C-2042-9B00-3635C675C480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5" name="Freeform 184">
              <a:extLst>
                <a:ext uri="{FF2B5EF4-FFF2-40B4-BE49-F238E27FC236}">
                  <a16:creationId xmlns:a16="http://schemas.microsoft.com/office/drawing/2014/main" id="{D78506AD-2722-5A48-9A79-7FB29E3453CA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ED491170-E623-E346-A978-C3FA9212EC54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AFBDADFE-E8A0-0140-94B0-05C38C07ABDE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782C393B-9724-9449-A8CE-F82AB04694BA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25A1CDE6-4043-CC47-8D5B-049ABA315F60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27DCEF8-6E98-9543-A363-262D93DA0385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CF377F2A-9BDC-4749-8961-9458E7E2D675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5FAC485E-B936-6C49-B3C2-A9E22334CF3F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926F634C-1FB6-D942-BCBC-964C84001E59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E3F7E3BE-18E2-6349-92A0-DA07F872A71A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5" name="Freeform 194">
              <a:extLst>
                <a:ext uri="{FF2B5EF4-FFF2-40B4-BE49-F238E27FC236}">
                  <a16:creationId xmlns:a16="http://schemas.microsoft.com/office/drawing/2014/main" id="{02D820F2-1D86-684C-B959-881AFFF15758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0FC4ADC6-397C-8146-96FA-C8DA251F8736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7" name="Freeform 196">
              <a:extLst>
                <a:ext uri="{FF2B5EF4-FFF2-40B4-BE49-F238E27FC236}">
                  <a16:creationId xmlns:a16="http://schemas.microsoft.com/office/drawing/2014/main" id="{D538AFE9-F1B0-704A-8D6A-FD447C7ED2E6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F4249D05-E16E-524D-86E2-91D4B1C376C4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6985B453-B110-0742-AC6F-3B450B900758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F1678BDB-F20B-1B41-ACB1-DD20D6902256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F272855B-B185-C646-98F1-DBE74BE343B3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7840C89-7D99-C04B-AE1C-8371117BF013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C686B9D4-B2C6-4442-BB7B-22E8E2D7D31E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0C14E879-1623-A44F-8597-6461D51EF3C8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205" name="Graphic 130">
            <a:extLst>
              <a:ext uri="{FF2B5EF4-FFF2-40B4-BE49-F238E27FC236}">
                <a16:creationId xmlns:a16="http://schemas.microsoft.com/office/drawing/2014/main" id="{A84219CF-3728-224D-9AD8-FE8FA1A748C8}"/>
              </a:ext>
            </a:extLst>
          </p:cNvPr>
          <p:cNvGrpSpPr>
            <a:grpSpLocks noChangeAspect="1"/>
          </p:cNvGrpSpPr>
          <p:nvPr/>
        </p:nvGrpSpPr>
        <p:grpSpPr>
          <a:xfrm>
            <a:off x="7063432" y="1758778"/>
            <a:ext cx="270892" cy="344071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1596FB9D-4AA5-2E49-AFF9-C5A12CFC43D8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8118281A-3E28-C94A-8340-D24DCED0BD0D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75F40BFE-3AD7-3B48-99FE-B6745DFC384E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DEA8EA74-0B67-2948-A968-2A0138FCAFAF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0DCA3B99-BCF8-CC47-8F52-EA9E0024C3D4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C0DAF5DE-27A0-884E-B419-77BAE3F29621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BFA71313-AF8D-0542-B8EB-1E2A003EBE2D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45A8E351-2131-B64C-86B7-6845B3074C27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4" name="Freeform 213">
              <a:extLst>
                <a:ext uri="{FF2B5EF4-FFF2-40B4-BE49-F238E27FC236}">
                  <a16:creationId xmlns:a16="http://schemas.microsoft.com/office/drawing/2014/main" id="{54BC1C27-17C7-C54A-8856-8151497DAB5A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55416B9B-3AC8-234F-A7AB-47100B76B90F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216" name="Graphic 132">
            <a:extLst>
              <a:ext uri="{FF2B5EF4-FFF2-40B4-BE49-F238E27FC236}">
                <a16:creationId xmlns:a16="http://schemas.microsoft.com/office/drawing/2014/main" id="{7D46D7DA-58F4-814B-8905-A3FAE947D7E3}"/>
              </a:ext>
            </a:extLst>
          </p:cNvPr>
          <p:cNvGrpSpPr>
            <a:grpSpLocks noChangeAspect="1"/>
          </p:cNvGrpSpPr>
          <p:nvPr/>
        </p:nvGrpSpPr>
        <p:grpSpPr>
          <a:xfrm>
            <a:off x="3816923" y="3520358"/>
            <a:ext cx="307478" cy="341119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217" name="Freeform 216">
              <a:extLst>
                <a:ext uri="{FF2B5EF4-FFF2-40B4-BE49-F238E27FC236}">
                  <a16:creationId xmlns:a16="http://schemas.microsoft.com/office/drawing/2014/main" id="{FDA1DF5B-F24D-5141-B687-352284E37D2C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AA9299F1-17DA-7C4D-AAD1-07413BEA850F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2FBAB42C-7149-CC4B-B6D8-8C9803D57A2D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1EB46B92-E403-4A4B-BC31-7FA93FDAB474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57CF6ADB-E303-7544-B299-9428806A8DA0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08149104-6D08-F541-9967-A77378FFB82E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2FED7389-4278-B647-9745-ED4732C5AA11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8AE443F-B5F0-C445-9F6C-CDDE8B8EDB1F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5" name="Freeform 224">
              <a:extLst>
                <a:ext uri="{FF2B5EF4-FFF2-40B4-BE49-F238E27FC236}">
                  <a16:creationId xmlns:a16="http://schemas.microsoft.com/office/drawing/2014/main" id="{0CACA127-4D09-724B-9A74-7BCCBE1FF537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40C90649-3541-7641-A8A1-F4995810761C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39E5DB1A-6DB3-C14B-B1AE-8EF819C37E7A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14D3015F-AD4B-464F-9281-09BFAE3C6E4F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EF921D09-50EC-9E4F-97A6-C68A7163500C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3DF16403-7F51-CF4A-A73C-7798E2777A5C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1D84745D-E6DF-0B40-9CE5-460BB63575E5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31A492C1-6BA9-E441-82B5-FEA3A197A8EF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A6C392B-9A02-7D4A-91FC-E4F8D5273F1B}"/>
              </a:ext>
            </a:extLst>
          </p:cNvPr>
          <p:cNvGrpSpPr/>
          <p:nvPr/>
        </p:nvGrpSpPr>
        <p:grpSpPr>
          <a:xfrm>
            <a:off x="5428596" y="3191302"/>
            <a:ext cx="1338870" cy="1103777"/>
            <a:chOff x="5398240" y="3852676"/>
            <a:chExt cx="1338870" cy="110377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83485944-E5DC-9C48-88CE-B505AE5695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40117" y="3852676"/>
              <a:ext cx="455117" cy="40304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235" name="Title 1">
              <a:extLst>
                <a:ext uri="{FF2B5EF4-FFF2-40B4-BE49-F238E27FC236}">
                  <a16:creationId xmlns:a16="http://schemas.microsoft.com/office/drawing/2014/main" id="{0BED5BB9-1D35-8444-B420-122067D8F29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78214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F58657E-6365-3D47-BA5F-731D97A1DFC2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991CD70-E1D7-F243-8080-9AE3788B1423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F7C2603-725B-9243-AE72-1241D1B685C6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386AA773-CAFB-9C41-BBE5-3B01FDCEAB90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5D8D6BC1-9913-7648-988D-EC1932B72BC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B08DAA3-7968-1C4A-83C4-282C4AA7E3C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9" name="Group 4">
            <a:extLst>
              <a:ext uri="{FF2B5EF4-FFF2-40B4-BE49-F238E27FC236}">
                <a16:creationId xmlns:a16="http://schemas.microsoft.com/office/drawing/2014/main" id="{7F5F8D55-CFAA-DB4E-93DE-E6EA1B61BC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850267" y="1920408"/>
            <a:ext cx="4491466" cy="3927647"/>
            <a:chOff x="2309" y="821"/>
            <a:chExt cx="3059" cy="2675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F70A26D1-87BE-C34F-8DB6-E42EF2C5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821"/>
              <a:ext cx="1492" cy="1292"/>
            </a:xfrm>
            <a:custGeom>
              <a:avLst/>
              <a:gdLst>
                <a:gd name="T0" fmla="*/ 444 w 1492"/>
                <a:gd name="T1" fmla="*/ 519 h 1292"/>
                <a:gd name="T2" fmla="*/ 470 w 1492"/>
                <a:gd name="T3" fmla="*/ 519 h 1292"/>
                <a:gd name="T4" fmla="*/ 484 w 1492"/>
                <a:gd name="T5" fmla="*/ 543 h 1292"/>
                <a:gd name="T6" fmla="*/ 556 w 1492"/>
                <a:gd name="T7" fmla="*/ 666 h 1292"/>
                <a:gd name="T8" fmla="*/ 569 w 1492"/>
                <a:gd name="T9" fmla="*/ 690 h 1292"/>
                <a:gd name="T10" fmla="*/ 556 w 1492"/>
                <a:gd name="T11" fmla="*/ 714 h 1292"/>
                <a:gd name="T12" fmla="*/ 484 w 1492"/>
                <a:gd name="T13" fmla="*/ 837 h 1292"/>
                <a:gd name="T14" fmla="*/ 746 w 1492"/>
                <a:gd name="T15" fmla="*/ 1292 h 1292"/>
                <a:gd name="T16" fmla="*/ 1034 w 1492"/>
                <a:gd name="T17" fmla="*/ 792 h 1292"/>
                <a:gd name="T18" fmla="*/ 1048 w 1492"/>
                <a:gd name="T19" fmla="*/ 816 h 1292"/>
                <a:gd name="T20" fmla="*/ 1192 w 1492"/>
                <a:gd name="T21" fmla="*/ 816 h 1292"/>
                <a:gd name="T22" fmla="*/ 1264 w 1492"/>
                <a:gd name="T23" fmla="*/ 690 h 1292"/>
                <a:gd name="T24" fmla="*/ 1192 w 1492"/>
                <a:gd name="T25" fmla="*/ 565 h 1292"/>
                <a:gd name="T26" fmla="*/ 1165 w 1492"/>
                <a:gd name="T27" fmla="*/ 565 h 1292"/>
                <a:gd name="T28" fmla="*/ 1492 w 1492"/>
                <a:gd name="T29" fmla="*/ 0 h 1292"/>
                <a:gd name="T30" fmla="*/ 0 w 1492"/>
                <a:gd name="T31" fmla="*/ 0 h 1292"/>
                <a:gd name="T32" fmla="*/ 299 w 1492"/>
                <a:gd name="T33" fmla="*/ 519 h 1292"/>
                <a:gd name="T34" fmla="*/ 444 w 1492"/>
                <a:gd name="T35" fmla="*/ 519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92" h="1292">
                  <a:moveTo>
                    <a:pt x="444" y="519"/>
                  </a:moveTo>
                  <a:lnTo>
                    <a:pt x="470" y="519"/>
                  </a:lnTo>
                  <a:lnTo>
                    <a:pt x="484" y="543"/>
                  </a:lnTo>
                  <a:lnTo>
                    <a:pt x="556" y="666"/>
                  </a:lnTo>
                  <a:lnTo>
                    <a:pt x="569" y="690"/>
                  </a:lnTo>
                  <a:lnTo>
                    <a:pt x="556" y="714"/>
                  </a:lnTo>
                  <a:lnTo>
                    <a:pt x="484" y="837"/>
                  </a:lnTo>
                  <a:lnTo>
                    <a:pt x="746" y="1292"/>
                  </a:lnTo>
                  <a:lnTo>
                    <a:pt x="1034" y="792"/>
                  </a:lnTo>
                  <a:lnTo>
                    <a:pt x="1048" y="816"/>
                  </a:lnTo>
                  <a:lnTo>
                    <a:pt x="1192" y="816"/>
                  </a:lnTo>
                  <a:lnTo>
                    <a:pt x="1264" y="690"/>
                  </a:lnTo>
                  <a:lnTo>
                    <a:pt x="1192" y="565"/>
                  </a:lnTo>
                  <a:lnTo>
                    <a:pt x="1165" y="565"/>
                  </a:lnTo>
                  <a:lnTo>
                    <a:pt x="1492" y="0"/>
                  </a:lnTo>
                  <a:lnTo>
                    <a:pt x="0" y="0"/>
                  </a:lnTo>
                  <a:lnTo>
                    <a:pt x="299" y="519"/>
                  </a:lnTo>
                  <a:lnTo>
                    <a:pt x="444" y="51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8757C4E-0FC3-114E-A93D-180DB1B5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845"/>
              <a:ext cx="1490" cy="1290"/>
            </a:xfrm>
            <a:custGeom>
              <a:avLst/>
              <a:gdLst>
                <a:gd name="T0" fmla="*/ 671 w 1490"/>
                <a:gd name="T1" fmla="*/ 1167 h 1290"/>
                <a:gd name="T2" fmla="*/ 685 w 1490"/>
                <a:gd name="T3" fmla="*/ 1142 h 1290"/>
                <a:gd name="T4" fmla="*/ 709 w 1490"/>
                <a:gd name="T5" fmla="*/ 1142 h 1290"/>
                <a:gd name="T6" fmla="*/ 856 w 1490"/>
                <a:gd name="T7" fmla="*/ 1142 h 1290"/>
                <a:gd name="T8" fmla="*/ 883 w 1490"/>
                <a:gd name="T9" fmla="*/ 1142 h 1290"/>
                <a:gd name="T10" fmla="*/ 893 w 1490"/>
                <a:gd name="T11" fmla="*/ 1167 h 1290"/>
                <a:gd name="T12" fmla="*/ 968 w 1490"/>
                <a:gd name="T13" fmla="*/ 1290 h 1290"/>
                <a:gd name="T14" fmla="*/ 1490 w 1490"/>
                <a:gd name="T15" fmla="*/ 1290 h 1290"/>
                <a:gd name="T16" fmla="*/ 1201 w 1490"/>
                <a:gd name="T17" fmla="*/ 792 h 1290"/>
                <a:gd name="T18" fmla="*/ 1228 w 1490"/>
                <a:gd name="T19" fmla="*/ 792 h 1290"/>
                <a:gd name="T20" fmla="*/ 1300 w 1490"/>
                <a:gd name="T21" fmla="*/ 666 h 1290"/>
                <a:gd name="T22" fmla="*/ 1228 w 1490"/>
                <a:gd name="T23" fmla="*/ 541 h 1290"/>
                <a:gd name="T24" fmla="*/ 1083 w 1490"/>
                <a:gd name="T25" fmla="*/ 541 h 1290"/>
                <a:gd name="T26" fmla="*/ 1070 w 1490"/>
                <a:gd name="T27" fmla="*/ 565 h 1290"/>
                <a:gd name="T28" fmla="*/ 744 w 1490"/>
                <a:gd name="T29" fmla="*/ 0 h 1290"/>
                <a:gd name="T30" fmla="*/ 0 w 1490"/>
                <a:gd name="T31" fmla="*/ 1290 h 1290"/>
                <a:gd name="T32" fmla="*/ 599 w 1490"/>
                <a:gd name="T33" fmla="*/ 1290 h 1290"/>
                <a:gd name="T34" fmla="*/ 671 w 1490"/>
                <a:gd name="T35" fmla="*/ 1167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90" h="1290">
                  <a:moveTo>
                    <a:pt x="671" y="1167"/>
                  </a:moveTo>
                  <a:lnTo>
                    <a:pt x="685" y="1142"/>
                  </a:lnTo>
                  <a:lnTo>
                    <a:pt x="709" y="1142"/>
                  </a:lnTo>
                  <a:lnTo>
                    <a:pt x="856" y="1142"/>
                  </a:lnTo>
                  <a:lnTo>
                    <a:pt x="883" y="1142"/>
                  </a:lnTo>
                  <a:lnTo>
                    <a:pt x="893" y="1167"/>
                  </a:lnTo>
                  <a:lnTo>
                    <a:pt x="968" y="1290"/>
                  </a:lnTo>
                  <a:lnTo>
                    <a:pt x="1490" y="1290"/>
                  </a:lnTo>
                  <a:lnTo>
                    <a:pt x="1201" y="792"/>
                  </a:lnTo>
                  <a:lnTo>
                    <a:pt x="1228" y="792"/>
                  </a:lnTo>
                  <a:lnTo>
                    <a:pt x="1300" y="666"/>
                  </a:lnTo>
                  <a:lnTo>
                    <a:pt x="1228" y="541"/>
                  </a:lnTo>
                  <a:lnTo>
                    <a:pt x="1083" y="541"/>
                  </a:lnTo>
                  <a:lnTo>
                    <a:pt x="1070" y="565"/>
                  </a:lnTo>
                  <a:lnTo>
                    <a:pt x="744" y="0"/>
                  </a:lnTo>
                  <a:lnTo>
                    <a:pt x="0" y="1290"/>
                  </a:lnTo>
                  <a:lnTo>
                    <a:pt x="599" y="1290"/>
                  </a:lnTo>
                  <a:lnTo>
                    <a:pt x="671" y="1167"/>
                  </a:ln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6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A1AAEF86-18DD-3C4A-978A-7F90536AC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33"/>
              <a:ext cx="1490" cy="1439"/>
            </a:xfrm>
            <a:custGeom>
              <a:avLst/>
              <a:gdLst>
                <a:gd name="T0" fmla="*/ 971 w 1490"/>
                <a:gd name="T1" fmla="*/ 797 h 1439"/>
                <a:gd name="T2" fmla="*/ 958 w 1490"/>
                <a:gd name="T3" fmla="*/ 773 h 1439"/>
                <a:gd name="T4" fmla="*/ 971 w 1490"/>
                <a:gd name="T5" fmla="*/ 749 h 1439"/>
                <a:gd name="T6" fmla="*/ 1043 w 1490"/>
                <a:gd name="T7" fmla="*/ 626 h 1439"/>
                <a:gd name="T8" fmla="*/ 1056 w 1490"/>
                <a:gd name="T9" fmla="*/ 602 h 1439"/>
                <a:gd name="T10" fmla="*/ 1083 w 1490"/>
                <a:gd name="T11" fmla="*/ 602 h 1439"/>
                <a:gd name="T12" fmla="*/ 1228 w 1490"/>
                <a:gd name="T13" fmla="*/ 602 h 1439"/>
                <a:gd name="T14" fmla="*/ 1490 w 1490"/>
                <a:gd name="T15" fmla="*/ 150 h 1439"/>
                <a:gd name="T16" fmla="*/ 915 w 1490"/>
                <a:gd name="T17" fmla="*/ 150 h 1439"/>
                <a:gd name="T18" fmla="*/ 928 w 1490"/>
                <a:gd name="T19" fmla="*/ 126 h 1439"/>
                <a:gd name="T20" fmla="*/ 856 w 1490"/>
                <a:gd name="T21" fmla="*/ 0 h 1439"/>
                <a:gd name="T22" fmla="*/ 709 w 1490"/>
                <a:gd name="T23" fmla="*/ 0 h 1439"/>
                <a:gd name="T24" fmla="*/ 637 w 1490"/>
                <a:gd name="T25" fmla="*/ 126 h 1439"/>
                <a:gd name="T26" fmla="*/ 650 w 1490"/>
                <a:gd name="T27" fmla="*/ 150 h 1439"/>
                <a:gd name="T28" fmla="*/ 0 w 1490"/>
                <a:gd name="T29" fmla="*/ 150 h 1439"/>
                <a:gd name="T30" fmla="*/ 744 w 1490"/>
                <a:gd name="T31" fmla="*/ 1439 h 1439"/>
                <a:gd name="T32" fmla="*/ 1043 w 1490"/>
                <a:gd name="T33" fmla="*/ 920 h 1439"/>
                <a:gd name="T34" fmla="*/ 971 w 1490"/>
                <a:gd name="T35" fmla="*/ 797 h 1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90" h="1439">
                  <a:moveTo>
                    <a:pt x="971" y="797"/>
                  </a:moveTo>
                  <a:lnTo>
                    <a:pt x="958" y="773"/>
                  </a:lnTo>
                  <a:lnTo>
                    <a:pt x="971" y="749"/>
                  </a:lnTo>
                  <a:lnTo>
                    <a:pt x="1043" y="626"/>
                  </a:lnTo>
                  <a:lnTo>
                    <a:pt x="1056" y="602"/>
                  </a:lnTo>
                  <a:lnTo>
                    <a:pt x="1083" y="602"/>
                  </a:lnTo>
                  <a:lnTo>
                    <a:pt x="1228" y="602"/>
                  </a:lnTo>
                  <a:lnTo>
                    <a:pt x="1490" y="150"/>
                  </a:lnTo>
                  <a:lnTo>
                    <a:pt x="915" y="150"/>
                  </a:lnTo>
                  <a:lnTo>
                    <a:pt x="928" y="126"/>
                  </a:lnTo>
                  <a:lnTo>
                    <a:pt x="856" y="0"/>
                  </a:lnTo>
                  <a:lnTo>
                    <a:pt x="709" y="0"/>
                  </a:lnTo>
                  <a:lnTo>
                    <a:pt x="637" y="126"/>
                  </a:lnTo>
                  <a:lnTo>
                    <a:pt x="650" y="150"/>
                  </a:lnTo>
                  <a:lnTo>
                    <a:pt x="0" y="150"/>
                  </a:lnTo>
                  <a:lnTo>
                    <a:pt x="744" y="1439"/>
                  </a:lnTo>
                  <a:lnTo>
                    <a:pt x="1043" y="920"/>
                  </a:lnTo>
                  <a:lnTo>
                    <a:pt x="971" y="797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2FA929C-0053-654B-8F7D-08B74E04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04"/>
              <a:ext cx="1492" cy="1292"/>
            </a:xfrm>
            <a:custGeom>
              <a:avLst/>
              <a:gdLst>
                <a:gd name="T0" fmla="*/ 1048 w 1492"/>
                <a:gd name="T1" fmla="*/ 773 h 1292"/>
                <a:gd name="T2" fmla="*/ 1021 w 1492"/>
                <a:gd name="T3" fmla="*/ 773 h 1292"/>
                <a:gd name="T4" fmla="*/ 1008 w 1492"/>
                <a:gd name="T5" fmla="*/ 749 h 1292"/>
                <a:gd name="T6" fmla="*/ 936 w 1492"/>
                <a:gd name="T7" fmla="*/ 626 h 1292"/>
                <a:gd name="T8" fmla="*/ 922 w 1492"/>
                <a:gd name="T9" fmla="*/ 602 h 1292"/>
                <a:gd name="T10" fmla="*/ 936 w 1492"/>
                <a:gd name="T11" fmla="*/ 578 h 1292"/>
                <a:gd name="T12" fmla="*/ 1008 w 1492"/>
                <a:gd name="T13" fmla="*/ 455 h 1292"/>
                <a:gd name="T14" fmla="*/ 746 w 1492"/>
                <a:gd name="T15" fmla="*/ 0 h 1292"/>
                <a:gd name="T16" fmla="*/ 457 w 1492"/>
                <a:gd name="T17" fmla="*/ 500 h 1292"/>
                <a:gd name="T18" fmla="*/ 444 w 1492"/>
                <a:gd name="T19" fmla="*/ 476 h 1292"/>
                <a:gd name="T20" fmla="*/ 299 w 1492"/>
                <a:gd name="T21" fmla="*/ 476 h 1292"/>
                <a:gd name="T22" fmla="*/ 227 w 1492"/>
                <a:gd name="T23" fmla="*/ 602 h 1292"/>
                <a:gd name="T24" fmla="*/ 299 w 1492"/>
                <a:gd name="T25" fmla="*/ 728 h 1292"/>
                <a:gd name="T26" fmla="*/ 326 w 1492"/>
                <a:gd name="T27" fmla="*/ 728 h 1292"/>
                <a:gd name="T28" fmla="*/ 0 w 1492"/>
                <a:gd name="T29" fmla="*/ 1292 h 1292"/>
                <a:gd name="T30" fmla="*/ 1492 w 1492"/>
                <a:gd name="T31" fmla="*/ 1292 h 1292"/>
                <a:gd name="T32" fmla="*/ 1192 w 1492"/>
                <a:gd name="T33" fmla="*/ 773 h 1292"/>
                <a:gd name="T34" fmla="*/ 1048 w 1492"/>
                <a:gd name="T35" fmla="*/ 773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92" h="1292">
                  <a:moveTo>
                    <a:pt x="1048" y="773"/>
                  </a:moveTo>
                  <a:lnTo>
                    <a:pt x="1021" y="773"/>
                  </a:lnTo>
                  <a:lnTo>
                    <a:pt x="1008" y="749"/>
                  </a:lnTo>
                  <a:lnTo>
                    <a:pt x="936" y="626"/>
                  </a:lnTo>
                  <a:lnTo>
                    <a:pt x="922" y="602"/>
                  </a:lnTo>
                  <a:lnTo>
                    <a:pt x="936" y="578"/>
                  </a:lnTo>
                  <a:lnTo>
                    <a:pt x="1008" y="455"/>
                  </a:lnTo>
                  <a:lnTo>
                    <a:pt x="746" y="0"/>
                  </a:lnTo>
                  <a:lnTo>
                    <a:pt x="457" y="500"/>
                  </a:lnTo>
                  <a:lnTo>
                    <a:pt x="444" y="476"/>
                  </a:lnTo>
                  <a:lnTo>
                    <a:pt x="299" y="476"/>
                  </a:lnTo>
                  <a:lnTo>
                    <a:pt x="227" y="602"/>
                  </a:lnTo>
                  <a:lnTo>
                    <a:pt x="299" y="728"/>
                  </a:lnTo>
                  <a:lnTo>
                    <a:pt x="326" y="728"/>
                  </a:lnTo>
                  <a:lnTo>
                    <a:pt x="0" y="1292"/>
                  </a:lnTo>
                  <a:lnTo>
                    <a:pt x="1492" y="1292"/>
                  </a:lnTo>
                  <a:lnTo>
                    <a:pt x="1192" y="773"/>
                  </a:lnTo>
                  <a:lnTo>
                    <a:pt x="1048" y="773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5D54AFD5-B946-B64F-ACCF-0FEBB4B4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183"/>
              <a:ext cx="1489" cy="1289"/>
            </a:xfrm>
            <a:custGeom>
              <a:avLst/>
              <a:gdLst>
                <a:gd name="T0" fmla="*/ 818 w 1489"/>
                <a:gd name="T1" fmla="*/ 123 h 1289"/>
                <a:gd name="T2" fmla="*/ 805 w 1489"/>
                <a:gd name="T3" fmla="*/ 147 h 1289"/>
                <a:gd name="T4" fmla="*/ 781 w 1489"/>
                <a:gd name="T5" fmla="*/ 147 h 1289"/>
                <a:gd name="T6" fmla="*/ 633 w 1489"/>
                <a:gd name="T7" fmla="*/ 147 h 1289"/>
                <a:gd name="T8" fmla="*/ 607 w 1489"/>
                <a:gd name="T9" fmla="*/ 147 h 1289"/>
                <a:gd name="T10" fmla="*/ 596 w 1489"/>
                <a:gd name="T11" fmla="*/ 123 h 1289"/>
                <a:gd name="T12" fmla="*/ 521 w 1489"/>
                <a:gd name="T13" fmla="*/ 0 h 1289"/>
                <a:gd name="T14" fmla="*/ 0 w 1489"/>
                <a:gd name="T15" fmla="*/ 0 h 1289"/>
                <a:gd name="T16" fmla="*/ 289 w 1489"/>
                <a:gd name="T17" fmla="*/ 497 h 1289"/>
                <a:gd name="T18" fmla="*/ 262 w 1489"/>
                <a:gd name="T19" fmla="*/ 497 h 1289"/>
                <a:gd name="T20" fmla="*/ 190 w 1489"/>
                <a:gd name="T21" fmla="*/ 623 h 1289"/>
                <a:gd name="T22" fmla="*/ 262 w 1489"/>
                <a:gd name="T23" fmla="*/ 749 h 1289"/>
                <a:gd name="T24" fmla="*/ 406 w 1489"/>
                <a:gd name="T25" fmla="*/ 749 h 1289"/>
                <a:gd name="T26" fmla="*/ 420 w 1489"/>
                <a:gd name="T27" fmla="*/ 725 h 1289"/>
                <a:gd name="T28" fmla="*/ 746 w 1489"/>
                <a:gd name="T29" fmla="*/ 1289 h 1289"/>
                <a:gd name="T30" fmla="*/ 1489 w 1489"/>
                <a:gd name="T31" fmla="*/ 0 h 1289"/>
                <a:gd name="T32" fmla="*/ 890 w 1489"/>
                <a:gd name="T33" fmla="*/ 0 h 1289"/>
                <a:gd name="T34" fmla="*/ 818 w 1489"/>
                <a:gd name="T35" fmla="*/ 123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89" h="1289">
                  <a:moveTo>
                    <a:pt x="818" y="123"/>
                  </a:moveTo>
                  <a:lnTo>
                    <a:pt x="805" y="147"/>
                  </a:lnTo>
                  <a:lnTo>
                    <a:pt x="781" y="147"/>
                  </a:lnTo>
                  <a:lnTo>
                    <a:pt x="633" y="147"/>
                  </a:lnTo>
                  <a:lnTo>
                    <a:pt x="607" y="147"/>
                  </a:lnTo>
                  <a:lnTo>
                    <a:pt x="596" y="123"/>
                  </a:lnTo>
                  <a:lnTo>
                    <a:pt x="521" y="0"/>
                  </a:lnTo>
                  <a:lnTo>
                    <a:pt x="0" y="0"/>
                  </a:lnTo>
                  <a:lnTo>
                    <a:pt x="289" y="497"/>
                  </a:lnTo>
                  <a:lnTo>
                    <a:pt x="262" y="497"/>
                  </a:lnTo>
                  <a:lnTo>
                    <a:pt x="190" y="623"/>
                  </a:lnTo>
                  <a:lnTo>
                    <a:pt x="262" y="749"/>
                  </a:lnTo>
                  <a:lnTo>
                    <a:pt x="406" y="749"/>
                  </a:lnTo>
                  <a:lnTo>
                    <a:pt x="420" y="725"/>
                  </a:lnTo>
                  <a:lnTo>
                    <a:pt x="746" y="1289"/>
                  </a:lnTo>
                  <a:lnTo>
                    <a:pt x="1489" y="0"/>
                  </a:lnTo>
                  <a:lnTo>
                    <a:pt x="890" y="0"/>
                  </a:lnTo>
                  <a:lnTo>
                    <a:pt x="818" y="1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FBCD23A9-BC32-BC45-87DA-BF7AFDC1D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845"/>
              <a:ext cx="1489" cy="1439"/>
            </a:xfrm>
            <a:custGeom>
              <a:avLst/>
              <a:gdLst>
                <a:gd name="T0" fmla="*/ 518 w 1489"/>
                <a:gd name="T1" fmla="*/ 642 h 1439"/>
                <a:gd name="T2" fmla="*/ 532 w 1489"/>
                <a:gd name="T3" fmla="*/ 666 h 1439"/>
                <a:gd name="T4" fmla="*/ 518 w 1489"/>
                <a:gd name="T5" fmla="*/ 690 h 1439"/>
                <a:gd name="T6" fmla="*/ 446 w 1489"/>
                <a:gd name="T7" fmla="*/ 813 h 1439"/>
                <a:gd name="T8" fmla="*/ 433 w 1489"/>
                <a:gd name="T9" fmla="*/ 838 h 1439"/>
                <a:gd name="T10" fmla="*/ 406 w 1489"/>
                <a:gd name="T11" fmla="*/ 838 h 1439"/>
                <a:gd name="T12" fmla="*/ 262 w 1489"/>
                <a:gd name="T13" fmla="*/ 838 h 1439"/>
                <a:gd name="T14" fmla="*/ 0 w 1489"/>
                <a:gd name="T15" fmla="*/ 1290 h 1439"/>
                <a:gd name="T16" fmla="*/ 575 w 1489"/>
                <a:gd name="T17" fmla="*/ 1290 h 1439"/>
                <a:gd name="T18" fmla="*/ 561 w 1489"/>
                <a:gd name="T19" fmla="*/ 1314 h 1439"/>
                <a:gd name="T20" fmla="*/ 633 w 1489"/>
                <a:gd name="T21" fmla="*/ 1439 h 1439"/>
                <a:gd name="T22" fmla="*/ 781 w 1489"/>
                <a:gd name="T23" fmla="*/ 1439 h 1439"/>
                <a:gd name="T24" fmla="*/ 853 w 1489"/>
                <a:gd name="T25" fmla="*/ 1314 h 1439"/>
                <a:gd name="T26" fmla="*/ 839 w 1489"/>
                <a:gd name="T27" fmla="*/ 1290 h 1439"/>
                <a:gd name="T28" fmla="*/ 1489 w 1489"/>
                <a:gd name="T29" fmla="*/ 1290 h 1439"/>
                <a:gd name="T30" fmla="*/ 746 w 1489"/>
                <a:gd name="T31" fmla="*/ 0 h 1439"/>
                <a:gd name="T32" fmla="*/ 446 w 1489"/>
                <a:gd name="T33" fmla="*/ 517 h 1439"/>
                <a:gd name="T34" fmla="*/ 518 w 1489"/>
                <a:gd name="T35" fmla="*/ 642 h 1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89" h="1439">
                  <a:moveTo>
                    <a:pt x="518" y="642"/>
                  </a:moveTo>
                  <a:lnTo>
                    <a:pt x="532" y="666"/>
                  </a:lnTo>
                  <a:lnTo>
                    <a:pt x="518" y="690"/>
                  </a:lnTo>
                  <a:lnTo>
                    <a:pt x="446" y="813"/>
                  </a:lnTo>
                  <a:lnTo>
                    <a:pt x="433" y="838"/>
                  </a:lnTo>
                  <a:lnTo>
                    <a:pt x="406" y="838"/>
                  </a:lnTo>
                  <a:lnTo>
                    <a:pt x="262" y="838"/>
                  </a:lnTo>
                  <a:lnTo>
                    <a:pt x="0" y="1290"/>
                  </a:lnTo>
                  <a:lnTo>
                    <a:pt x="575" y="1290"/>
                  </a:lnTo>
                  <a:lnTo>
                    <a:pt x="561" y="1314"/>
                  </a:lnTo>
                  <a:lnTo>
                    <a:pt x="633" y="1439"/>
                  </a:lnTo>
                  <a:lnTo>
                    <a:pt x="781" y="1439"/>
                  </a:lnTo>
                  <a:lnTo>
                    <a:pt x="853" y="1314"/>
                  </a:lnTo>
                  <a:lnTo>
                    <a:pt x="839" y="1290"/>
                  </a:lnTo>
                  <a:lnTo>
                    <a:pt x="1489" y="1290"/>
                  </a:lnTo>
                  <a:lnTo>
                    <a:pt x="746" y="0"/>
                  </a:lnTo>
                  <a:lnTo>
                    <a:pt x="446" y="517"/>
                  </a:lnTo>
                  <a:lnTo>
                    <a:pt x="518" y="642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E9852EF-E7AE-BE41-83FA-7F8987B9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728"/>
              <a:ext cx="468" cy="407"/>
            </a:xfrm>
            <a:custGeom>
              <a:avLst/>
              <a:gdLst>
                <a:gd name="T0" fmla="*/ 0 w 468"/>
                <a:gd name="T1" fmla="*/ 407 h 407"/>
                <a:gd name="T2" fmla="*/ 468 w 468"/>
                <a:gd name="T3" fmla="*/ 407 h 407"/>
                <a:gd name="T4" fmla="*/ 235 w 468"/>
                <a:gd name="T5" fmla="*/ 0 h 407"/>
                <a:gd name="T6" fmla="*/ 0 w 468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407">
                  <a:moveTo>
                    <a:pt x="0" y="407"/>
                  </a:moveTo>
                  <a:lnTo>
                    <a:pt x="468" y="407"/>
                  </a:lnTo>
                  <a:lnTo>
                    <a:pt x="235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chemeClr val="accent2">
                <a:lumMod val="50000"/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1CB49D6-6084-2042-BE35-B7A1F8F8B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183"/>
              <a:ext cx="468" cy="406"/>
            </a:xfrm>
            <a:custGeom>
              <a:avLst/>
              <a:gdLst>
                <a:gd name="T0" fmla="*/ 0 w 468"/>
                <a:gd name="T1" fmla="*/ 0 h 406"/>
                <a:gd name="T2" fmla="*/ 235 w 468"/>
                <a:gd name="T3" fmla="*/ 406 h 406"/>
                <a:gd name="T4" fmla="*/ 468 w 468"/>
                <a:gd name="T5" fmla="*/ 0 h 406"/>
                <a:gd name="T6" fmla="*/ 0 w 468"/>
                <a:gd name="T7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406">
                  <a:moveTo>
                    <a:pt x="0" y="0"/>
                  </a:moveTo>
                  <a:lnTo>
                    <a:pt x="235" y="406"/>
                  </a:lnTo>
                  <a:lnTo>
                    <a:pt x="4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50000"/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DAF059C2-3000-324F-83A9-C6CD4F9D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204"/>
              <a:ext cx="471" cy="407"/>
            </a:xfrm>
            <a:custGeom>
              <a:avLst/>
              <a:gdLst>
                <a:gd name="T0" fmla="*/ 471 w 471"/>
                <a:gd name="T1" fmla="*/ 407 h 407"/>
                <a:gd name="T2" fmla="*/ 236 w 471"/>
                <a:gd name="T3" fmla="*/ 0 h 407"/>
                <a:gd name="T4" fmla="*/ 0 w 471"/>
                <a:gd name="T5" fmla="*/ 407 h 407"/>
                <a:gd name="T6" fmla="*/ 471 w 471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1" h="407">
                  <a:moveTo>
                    <a:pt x="471" y="407"/>
                  </a:moveTo>
                  <a:lnTo>
                    <a:pt x="236" y="0"/>
                  </a:lnTo>
                  <a:lnTo>
                    <a:pt x="0" y="407"/>
                  </a:lnTo>
                  <a:lnTo>
                    <a:pt x="471" y="407"/>
                  </a:lnTo>
                  <a:close/>
                </a:path>
              </a:pathLst>
            </a:custGeom>
            <a:solidFill>
              <a:schemeClr val="accent4">
                <a:lumMod val="50000"/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DE2DE8F-D51A-9F46-80F8-1E3618CCA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83"/>
              <a:ext cx="468" cy="406"/>
            </a:xfrm>
            <a:custGeom>
              <a:avLst/>
              <a:gdLst>
                <a:gd name="T0" fmla="*/ 232 w 468"/>
                <a:gd name="T1" fmla="*/ 406 h 406"/>
                <a:gd name="T2" fmla="*/ 468 w 468"/>
                <a:gd name="T3" fmla="*/ 0 h 406"/>
                <a:gd name="T4" fmla="*/ 0 w 468"/>
                <a:gd name="T5" fmla="*/ 0 h 406"/>
                <a:gd name="T6" fmla="*/ 232 w 468"/>
                <a:gd name="T7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406">
                  <a:moveTo>
                    <a:pt x="232" y="406"/>
                  </a:moveTo>
                  <a:lnTo>
                    <a:pt x="468" y="0"/>
                  </a:lnTo>
                  <a:lnTo>
                    <a:pt x="0" y="0"/>
                  </a:lnTo>
                  <a:lnTo>
                    <a:pt x="232" y="406"/>
                  </a:lnTo>
                  <a:close/>
                </a:path>
              </a:pathLst>
            </a:custGeom>
            <a:solidFill>
              <a:schemeClr val="accent5">
                <a:lumMod val="50000"/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12E683A6-A3AD-5F4D-A231-155F7C990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728"/>
              <a:ext cx="468" cy="407"/>
            </a:xfrm>
            <a:custGeom>
              <a:avLst/>
              <a:gdLst>
                <a:gd name="T0" fmla="*/ 468 w 468"/>
                <a:gd name="T1" fmla="*/ 407 h 407"/>
                <a:gd name="T2" fmla="*/ 232 w 468"/>
                <a:gd name="T3" fmla="*/ 0 h 407"/>
                <a:gd name="T4" fmla="*/ 0 w 468"/>
                <a:gd name="T5" fmla="*/ 407 h 407"/>
                <a:gd name="T6" fmla="*/ 468 w 468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8" h="407">
                  <a:moveTo>
                    <a:pt x="468" y="407"/>
                  </a:moveTo>
                  <a:lnTo>
                    <a:pt x="232" y="0"/>
                  </a:lnTo>
                  <a:lnTo>
                    <a:pt x="0" y="407"/>
                  </a:lnTo>
                  <a:lnTo>
                    <a:pt x="468" y="407"/>
                  </a:lnTo>
                  <a:close/>
                </a:path>
              </a:pathLst>
            </a:custGeom>
            <a:solidFill>
              <a:schemeClr val="accent6">
                <a:lumMod val="50000"/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088263B5-546F-B142-8A64-382D049A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707"/>
              <a:ext cx="471" cy="406"/>
            </a:xfrm>
            <a:custGeom>
              <a:avLst/>
              <a:gdLst>
                <a:gd name="T0" fmla="*/ 0 w 471"/>
                <a:gd name="T1" fmla="*/ 0 h 406"/>
                <a:gd name="T2" fmla="*/ 236 w 471"/>
                <a:gd name="T3" fmla="*/ 406 h 406"/>
                <a:gd name="T4" fmla="*/ 471 w 471"/>
                <a:gd name="T5" fmla="*/ 0 h 406"/>
                <a:gd name="T6" fmla="*/ 0 w 471"/>
                <a:gd name="T7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1" h="406">
                  <a:moveTo>
                    <a:pt x="0" y="0"/>
                  </a:moveTo>
                  <a:lnTo>
                    <a:pt x="236" y="406"/>
                  </a:lnTo>
                  <a:lnTo>
                    <a:pt x="4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50000"/>
                <a:alpha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437B109-CDD9-1145-967F-CB1BA6AD5D67}"/>
              </a:ext>
            </a:extLst>
          </p:cNvPr>
          <p:cNvSpPr txBox="1"/>
          <p:nvPr/>
        </p:nvSpPr>
        <p:spPr>
          <a:xfrm>
            <a:off x="5989958" y="3266844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44184F3-BC1C-B548-8BE4-157DFB867F61}"/>
              </a:ext>
            </a:extLst>
          </p:cNvPr>
          <p:cNvSpPr txBox="1"/>
          <p:nvPr/>
        </p:nvSpPr>
        <p:spPr>
          <a:xfrm>
            <a:off x="6389819" y="3517920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35FE2CF-F947-8149-9A2F-F16D477ECCE1}"/>
              </a:ext>
            </a:extLst>
          </p:cNvPr>
          <p:cNvSpPr txBox="1"/>
          <p:nvPr/>
        </p:nvSpPr>
        <p:spPr>
          <a:xfrm>
            <a:off x="6389819" y="3976438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C2FE9B9-6D49-204F-BDB5-4CF8D82EB6AB}"/>
              </a:ext>
            </a:extLst>
          </p:cNvPr>
          <p:cNvSpPr txBox="1"/>
          <p:nvPr/>
        </p:nvSpPr>
        <p:spPr>
          <a:xfrm>
            <a:off x="5566036" y="3976438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53ED0DF-DD3B-7F4F-A46D-1D595072476E}"/>
              </a:ext>
            </a:extLst>
          </p:cNvPr>
          <p:cNvSpPr txBox="1"/>
          <p:nvPr/>
        </p:nvSpPr>
        <p:spPr>
          <a:xfrm>
            <a:off x="5566036" y="3517920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06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5F59FB2-6AEC-C345-8178-DF9B9E4F60D5}"/>
              </a:ext>
            </a:extLst>
          </p:cNvPr>
          <p:cNvSpPr txBox="1"/>
          <p:nvPr/>
        </p:nvSpPr>
        <p:spPr>
          <a:xfrm>
            <a:off x="5989958" y="4270165"/>
            <a:ext cx="23403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6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grpSp>
        <p:nvGrpSpPr>
          <p:cNvPr id="39" name="Graphic 27">
            <a:extLst>
              <a:ext uri="{FF2B5EF4-FFF2-40B4-BE49-F238E27FC236}">
                <a16:creationId xmlns:a16="http://schemas.microsoft.com/office/drawing/2014/main" id="{8FCFB67E-0675-AC4B-8346-6D6099B75DEF}"/>
              </a:ext>
            </a:extLst>
          </p:cNvPr>
          <p:cNvGrpSpPr>
            <a:grpSpLocks noChangeAspect="1"/>
          </p:cNvGrpSpPr>
          <p:nvPr/>
        </p:nvGrpSpPr>
        <p:grpSpPr>
          <a:xfrm>
            <a:off x="4669812" y="2822613"/>
            <a:ext cx="451336" cy="456400"/>
            <a:chOff x="5919221" y="2204241"/>
            <a:chExt cx="451336" cy="456400"/>
          </a:xfrm>
          <a:solidFill>
            <a:srgbClr val="FFFFFF"/>
          </a:solidFill>
        </p:grpSpPr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EE2AFCA1-B3AA-1549-8051-744A29BC2F1D}"/>
                </a:ext>
              </a:extLst>
            </p:cNvPr>
            <p:cNvSpPr/>
            <p:nvPr/>
          </p:nvSpPr>
          <p:spPr>
            <a:xfrm>
              <a:off x="6149710" y="2204241"/>
              <a:ext cx="220848" cy="220239"/>
            </a:xfrm>
            <a:custGeom>
              <a:avLst/>
              <a:gdLst>
                <a:gd name="connsiteX0" fmla="*/ 212481 w 220848"/>
                <a:gd name="connsiteY0" fmla="*/ 220214 h 220239"/>
                <a:gd name="connsiteX1" fmla="*/ 7608 w 220848"/>
                <a:gd name="connsiteY1" fmla="*/ 220214 h 220239"/>
                <a:gd name="connsiteX2" fmla="*/ 0 w 220848"/>
                <a:gd name="connsiteY2" fmla="*/ 212608 h 220239"/>
                <a:gd name="connsiteX3" fmla="*/ 1 w 220848"/>
                <a:gd name="connsiteY3" fmla="*/ 212480 h 220239"/>
                <a:gd name="connsiteX4" fmla="*/ 1 w 220848"/>
                <a:gd name="connsiteY4" fmla="*/ 7734 h 220239"/>
                <a:gd name="connsiteX5" fmla="*/ 7480 w 220848"/>
                <a:gd name="connsiteY5" fmla="*/ 2 h 220239"/>
                <a:gd name="connsiteX6" fmla="*/ 7608 w 220848"/>
                <a:gd name="connsiteY6" fmla="*/ 1 h 220239"/>
                <a:gd name="connsiteX7" fmla="*/ 220848 w 220848"/>
                <a:gd name="connsiteY7" fmla="*/ 212226 h 220239"/>
                <a:gd name="connsiteX8" fmla="*/ 220848 w 220848"/>
                <a:gd name="connsiteY8" fmla="*/ 212480 h 220239"/>
                <a:gd name="connsiteX9" fmla="*/ 213141 w 220848"/>
                <a:gd name="connsiteY9" fmla="*/ 220240 h 220239"/>
                <a:gd name="connsiteX10" fmla="*/ 212481 w 220848"/>
                <a:gd name="connsiteY10" fmla="*/ 220214 h 220239"/>
                <a:gd name="connsiteX11" fmla="*/ 15341 w 220848"/>
                <a:gd name="connsiteY11" fmla="*/ 204874 h 220239"/>
                <a:gd name="connsiteX12" fmla="*/ 204620 w 220848"/>
                <a:gd name="connsiteY12" fmla="*/ 204874 h 220239"/>
                <a:gd name="connsiteX13" fmla="*/ 15341 w 220848"/>
                <a:gd name="connsiteY13" fmla="*/ 15468 h 22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848" h="220239">
                  <a:moveTo>
                    <a:pt x="212481" y="220214"/>
                  </a:moveTo>
                  <a:lnTo>
                    <a:pt x="7608" y="220214"/>
                  </a:lnTo>
                  <a:cubicBezTo>
                    <a:pt x="3407" y="220214"/>
                    <a:pt x="1" y="216809"/>
                    <a:pt x="0" y="212608"/>
                  </a:cubicBezTo>
                  <a:cubicBezTo>
                    <a:pt x="0" y="212565"/>
                    <a:pt x="0" y="212523"/>
                    <a:pt x="1" y="212480"/>
                  </a:cubicBezTo>
                  <a:lnTo>
                    <a:pt x="1" y="7734"/>
                  </a:lnTo>
                  <a:cubicBezTo>
                    <a:pt x="-69" y="3534"/>
                    <a:pt x="3279" y="72"/>
                    <a:pt x="7480" y="2"/>
                  </a:cubicBezTo>
                  <a:cubicBezTo>
                    <a:pt x="7523" y="1"/>
                    <a:pt x="7565" y="1"/>
                    <a:pt x="7608" y="1"/>
                  </a:cubicBezTo>
                  <a:cubicBezTo>
                    <a:pt x="125097" y="-280"/>
                    <a:pt x="220567" y="94737"/>
                    <a:pt x="220848" y="212226"/>
                  </a:cubicBezTo>
                  <a:cubicBezTo>
                    <a:pt x="220848" y="212311"/>
                    <a:pt x="220848" y="212395"/>
                    <a:pt x="220848" y="212480"/>
                  </a:cubicBezTo>
                  <a:cubicBezTo>
                    <a:pt x="220862" y="216751"/>
                    <a:pt x="217412" y="220225"/>
                    <a:pt x="213141" y="220240"/>
                  </a:cubicBezTo>
                  <a:cubicBezTo>
                    <a:pt x="212920" y="220240"/>
                    <a:pt x="212700" y="220232"/>
                    <a:pt x="212481" y="220214"/>
                  </a:cubicBezTo>
                  <a:close/>
                  <a:moveTo>
                    <a:pt x="15341" y="204874"/>
                  </a:moveTo>
                  <a:lnTo>
                    <a:pt x="204620" y="204874"/>
                  </a:lnTo>
                  <a:cubicBezTo>
                    <a:pt x="200481" y="102080"/>
                    <a:pt x="118132" y="19676"/>
                    <a:pt x="15341" y="1546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98287D1-B57C-344E-82D7-2A76B62AC45B}"/>
                </a:ext>
              </a:extLst>
            </p:cNvPr>
            <p:cNvSpPr/>
            <p:nvPr/>
          </p:nvSpPr>
          <p:spPr>
            <a:xfrm>
              <a:off x="6185352" y="2625030"/>
              <a:ext cx="36671" cy="23949"/>
            </a:xfrm>
            <a:custGeom>
              <a:avLst/>
              <a:gdLst>
                <a:gd name="connsiteX0" fmla="*/ 7716 w 36671"/>
                <a:gd name="connsiteY0" fmla="*/ 23948 h 23949"/>
                <a:gd name="connsiteX1" fmla="*/ 363 w 36671"/>
                <a:gd name="connsiteY1" fmla="*/ 18750 h 23949"/>
                <a:gd name="connsiteX2" fmla="*/ 5181 w 36671"/>
                <a:gd name="connsiteY2" fmla="*/ 9115 h 23949"/>
                <a:gd name="connsiteX3" fmla="*/ 25719 w 36671"/>
                <a:gd name="connsiteY3" fmla="*/ 748 h 23949"/>
                <a:gd name="connsiteX4" fmla="*/ 35924 w 36671"/>
                <a:gd name="connsiteY4" fmla="*/ 4361 h 23949"/>
                <a:gd name="connsiteX5" fmla="*/ 32311 w 36671"/>
                <a:gd name="connsiteY5" fmla="*/ 14567 h 23949"/>
                <a:gd name="connsiteX6" fmla="*/ 10125 w 36671"/>
                <a:gd name="connsiteY6" fmla="*/ 23568 h 23949"/>
                <a:gd name="connsiteX7" fmla="*/ 7716 w 36671"/>
                <a:gd name="connsiteY7" fmla="*/ 23948 h 2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" h="23949">
                  <a:moveTo>
                    <a:pt x="7716" y="23948"/>
                  </a:moveTo>
                  <a:cubicBezTo>
                    <a:pt x="4393" y="24008"/>
                    <a:pt x="1415" y="21903"/>
                    <a:pt x="363" y="18750"/>
                  </a:cubicBezTo>
                  <a:cubicBezTo>
                    <a:pt x="-900" y="14764"/>
                    <a:pt x="1234" y="10496"/>
                    <a:pt x="5181" y="9115"/>
                  </a:cubicBezTo>
                  <a:cubicBezTo>
                    <a:pt x="12181" y="6721"/>
                    <a:pt x="19038" y="3927"/>
                    <a:pt x="25719" y="748"/>
                  </a:cubicBezTo>
                  <a:cubicBezTo>
                    <a:pt x="29535" y="-1073"/>
                    <a:pt x="34104" y="545"/>
                    <a:pt x="35924" y="4361"/>
                  </a:cubicBezTo>
                  <a:cubicBezTo>
                    <a:pt x="37745" y="8177"/>
                    <a:pt x="36127" y="12746"/>
                    <a:pt x="32311" y="14567"/>
                  </a:cubicBezTo>
                  <a:cubicBezTo>
                    <a:pt x="25104" y="18011"/>
                    <a:pt x="17695" y="21017"/>
                    <a:pt x="10125" y="23568"/>
                  </a:cubicBezTo>
                  <a:cubicBezTo>
                    <a:pt x="9346" y="23817"/>
                    <a:pt x="8534" y="23945"/>
                    <a:pt x="7716" y="2394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07D85479-3CC9-094A-9666-C8BD3EAFBFA1}"/>
                </a:ext>
              </a:extLst>
            </p:cNvPr>
            <p:cNvSpPr/>
            <p:nvPr/>
          </p:nvSpPr>
          <p:spPr>
            <a:xfrm>
              <a:off x="6242846" y="2573218"/>
              <a:ext cx="46872" cy="45079"/>
            </a:xfrm>
            <a:custGeom>
              <a:avLst/>
              <a:gdLst>
                <a:gd name="connsiteX0" fmla="*/ 7652 w 46872"/>
                <a:gd name="connsiteY0" fmla="*/ 45080 h 45079"/>
                <a:gd name="connsiteX1" fmla="*/ 0 w 46872"/>
                <a:gd name="connsiteY1" fmla="*/ 37266 h 45079"/>
                <a:gd name="connsiteX2" fmla="*/ 2962 w 46872"/>
                <a:gd name="connsiteY2" fmla="*/ 31261 h 45079"/>
                <a:gd name="connsiteX3" fmla="*/ 32754 w 46872"/>
                <a:gd name="connsiteY3" fmla="*/ 3370 h 45079"/>
                <a:gd name="connsiteX4" fmla="*/ 43503 w 46872"/>
                <a:gd name="connsiteY4" fmla="*/ 1350 h 45079"/>
                <a:gd name="connsiteX5" fmla="*/ 45523 w 46872"/>
                <a:gd name="connsiteY5" fmla="*/ 12098 h 45079"/>
                <a:gd name="connsiteX6" fmla="*/ 44418 w 46872"/>
                <a:gd name="connsiteY6" fmla="*/ 13385 h 45079"/>
                <a:gd name="connsiteX7" fmla="*/ 12216 w 46872"/>
                <a:gd name="connsiteY7" fmla="*/ 43558 h 45079"/>
                <a:gd name="connsiteX8" fmla="*/ 7652 w 46872"/>
                <a:gd name="connsiteY8" fmla="*/ 45080 h 45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872" h="45079">
                  <a:moveTo>
                    <a:pt x="7652" y="45080"/>
                  </a:moveTo>
                  <a:cubicBezTo>
                    <a:pt x="3382" y="45035"/>
                    <a:pt x="-44" y="41537"/>
                    <a:pt x="0" y="37266"/>
                  </a:cubicBezTo>
                  <a:cubicBezTo>
                    <a:pt x="25" y="34918"/>
                    <a:pt x="1114" y="32709"/>
                    <a:pt x="2962" y="31261"/>
                  </a:cubicBezTo>
                  <a:cubicBezTo>
                    <a:pt x="13845" y="23036"/>
                    <a:pt x="23831" y="13687"/>
                    <a:pt x="32754" y="3370"/>
                  </a:cubicBezTo>
                  <a:cubicBezTo>
                    <a:pt x="35165" y="-156"/>
                    <a:pt x="39977" y="-1060"/>
                    <a:pt x="43503" y="1350"/>
                  </a:cubicBezTo>
                  <a:cubicBezTo>
                    <a:pt x="47029" y="3760"/>
                    <a:pt x="47933" y="8573"/>
                    <a:pt x="45523" y="12098"/>
                  </a:cubicBezTo>
                  <a:cubicBezTo>
                    <a:pt x="45203" y="12567"/>
                    <a:pt x="44832" y="12998"/>
                    <a:pt x="44418" y="13385"/>
                  </a:cubicBezTo>
                  <a:cubicBezTo>
                    <a:pt x="34721" y="24495"/>
                    <a:pt x="23933" y="34604"/>
                    <a:pt x="12216" y="43558"/>
                  </a:cubicBezTo>
                  <a:cubicBezTo>
                    <a:pt x="10900" y="44546"/>
                    <a:pt x="9298" y="45080"/>
                    <a:pt x="7652" y="4508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4B450150-9246-E049-84A3-CD0ED41DB164}"/>
                </a:ext>
              </a:extLst>
            </p:cNvPr>
            <p:cNvSpPr/>
            <p:nvPr/>
          </p:nvSpPr>
          <p:spPr>
            <a:xfrm>
              <a:off x="6298191" y="2518305"/>
              <a:ext cx="25384" cy="36099"/>
            </a:xfrm>
            <a:custGeom>
              <a:avLst/>
              <a:gdLst>
                <a:gd name="connsiteX0" fmla="*/ 7710 w 25384"/>
                <a:gd name="connsiteY0" fmla="*/ 36097 h 36099"/>
                <a:gd name="connsiteX1" fmla="*/ 3906 w 25384"/>
                <a:gd name="connsiteY1" fmla="*/ 35082 h 36099"/>
                <a:gd name="connsiteX2" fmla="*/ 963 w 25384"/>
                <a:gd name="connsiteY2" fmla="*/ 24735 h 36099"/>
                <a:gd name="connsiteX3" fmla="*/ 990 w 25384"/>
                <a:gd name="connsiteY3" fmla="*/ 24687 h 36099"/>
                <a:gd name="connsiteX4" fmla="*/ 10625 w 25384"/>
                <a:gd name="connsiteY4" fmla="*/ 4782 h 36099"/>
                <a:gd name="connsiteX5" fmla="*/ 20514 w 25384"/>
                <a:gd name="connsiteY5" fmla="*/ 547 h 36099"/>
                <a:gd name="connsiteX6" fmla="*/ 20641 w 25384"/>
                <a:gd name="connsiteY6" fmla="*/ 599 h 36099"/>
                <a:gd name="connsiteX7" fmla="*/ 24825 w 25384"/>
                <a:gd name="connsiteY7" fmla="*/ 10614 h 36099"/>
                <a:gd name="connsiteX8" fmla="*/ 14429 w 25384"/>
                <a:gd name="connsiteY8" fmla="*/ 32166 h 36099"/>
                <a:gd name="connsiteX9" fmla="*/ 7710 w 25384"/>
                <a:gd name="connsiteY9" fmla="*/ 36097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84" h="36099">
                  <a:moveTo>
                    <a:pt x="7710" y="36097"/>
                  </a:moveTo>
                  <a:cubicBezTo>
                    <a:pt x="6370" y="36138"/>
                    <a:pt x="5047" y="35785"/>
                    <a:pt x="3906" y="35082"/>
                  </a:cubicBezTo>
                  <a:cubicBezTo>
                    <a:pt x="236" y="33038"/>
                    <a:pt x="-1082" y="28405"/>
                    <a:pt x="963" y="24735"/>
                  </a:cubicBezTo>
                  <a:cubicBezTo>
                    <a:pt x="972" y="24719"/>
                    <a:pt x="981" y="24703"/>
                    <a:pt x="990" y="24687"/>
                  </a:cubicBezTo>
                  <a:cubicBezTo>
                    <a:pt x="4540" y="18221"/>
                    <a:pt x="7710" y="12009"/>
                    <a:pt x="10625" y="4782"/>
                  </a:cubicBezTo>
                  <a:cubicBezTo>
                    <a:pt x="12186" y="882"/>
                    <a:pt x="16614" y="-1014"/>
                    <a:pt x="20514" y="547"/>
                  </a:cubicBezTo>
                  <a:cubicBezTo>
                    <a:pt x="20556" y="564"/>
                    <a:pt x="20599" y="581"/>
                    <a:pt x="20641" y="599"/>
                  </a:cubicBezTo>
                  <a:cubicBezTo>
                    <a:pt x="24538" y="2234"/>
                    <a:pt x="26400" y="6693"/>
                    <a:pt x="24825" y="10614"/>
                  </a:cubicBezTo>
                  <a:cubicBezTo>
                    <a:pt x="21745" y="17978"/>
                    <a:pt x="18274" y="25172"/>
                    <a:pt x="14429" y="32166"/>
                  </a:cubicBezTo>
                  <a:cubicBezTo>
                    <a:pt x="13041" y="34571"/>
                    <a:pt x="10486" y="36065"/>
                    <a:pt x="7710" y="360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0382753-F0D8-CD44-9A39-DF6A97815DB0}"/>
                </a:ext>
              </a:extLst>
            </p:cNvPr>
            <p:cNvSpPr/>
            <p:nvPr/>
          </p:nvSpPr>
          <p:spPr>
            <a:xfrm>
              <a:off x="5919221" y="2235556"/>
              <a:ext cx="419896" cy="425085"/>
            </a:xfrm>
            <a:custGeom>
              <a:avLst/>
              <a:gdLst>
                <a:gd name="connsiteX0" fmla="*/ 207416 w 419896"/>
                <a:gd name="connsiteY0" fmla="*/ 425086 h 425085"/>
                <a:gd name="connsiteX1" fmla="*/ 65 w 419896"/>
                <a:gd name="connsiteY1" fmla="*/ 207352 h 425085"/>
                <a:gd name="connsiteX2" fmla="*/ 207416 w 419896"/>
                <a:gd name="connsiteY2" fmla="*/ 0 h 425085"/>
                <a:gd name="connsiteX3" fmla="*/ 215150 w 419896"/>
                <a:gd name="connsiteY3" fmla="*/ 7733 h 425085"/>
                <a:gd name="connsiteX4" fmla="*/ 215150 w 419896"/>
                <a:gd name="connsiteY4" fmla="*/ 204239 h 425085"/>
                <a:gd name="connsiteX5" fmla="*/ 412289 w 419896"/>
                <a:gd name="connsiteY5" fmla="*/ 204239 h 425085"/>
                <a:gd name="connsiteX6" fmla="*/ 419896 w 419896"/>
                <a:gd name="connsiteY6" fmla="*/ 211846 h 425085"/>
                <a:gd name="connsiteX7" fmla="*/ 403795 w 419896"/>
                <a:gd name="connsiteY7" fmla="*/ 293364 h 425085"/>
                <a:gd name="connsiteX8" fmla="*/ 393653 w 419896"/>
                <a:gd name="connsiteY8" fmla="*/ 297547 h 425085"/>
                <a:gd name="connsiteX9" fmla="*/ 389596 w 419896"/>
                <a:gd name="connsiteY9" fmla="*/ 287532 h 425085"/>
                <a:gd name="connsiteX10" fmla="*/ 404429 w 419896"/>
                <a:gd name="connsiteY10" fmla="*/ 219579 h 425085"/>
                <a:gd name="connsiteX11" fmla="*/ 207416 w 419896"/>
                <a:gd name="connsiteY11" fmla="*/ 219579 h 425085"/>
                <a:gd name="connsiteX12" fmla="*/ 199809 w 419896"/>
                <a:gd name="connsiteY12" fmla="*/ 211974 h 425085"/>
                <a:gd name="connsiteX13" fmla="*/ 199810 w 419896"/>
                <a:gd name="connsiteY13" fmla="*/ 211846 h 425085"/>
                <a:gd name="connsiteX14" fmla="*/ 199810 w 419896"/>
                <a:gd name="connsiteY14" fmla="*/ 14960 h 425085"/>
                <a:gd name="connsiteX15" fmla="*/ 10606 w 419896"/>
                <a:gd name="connsiteY15" fmla="*/ 219728 h 425085"/>
                <a:gd name="connsiteX16" fmla="*/ 215374 w 419896"/>
                <a:gd name="connsiteY16" fmla="*/ 408931 h 425085"/>
                <a:gd name="connsiteX17" fmla="*/ 271059 w 419896"/>
                <a:gd name="connsiteY17" fmla="*/ 398589 h 425085"/>
                <a:gd name="connsiteX18" fmla="*/ 280757 w 419896"/>
                <a:gd name="connsiteY18" fmla="*/ 403344 h 425085"/>
                <a:gd name="connsiteX19" fmla="*/ 276003 w 419896"/>
                <a:gd name="connsiteY19" fmla="*/ 413042 h 425085"/>
                <a:gd name="connsiteX20" fmla="*/ 207416 w 419896"/>
                <a:gd name="connsiteY20" fmla="*/ 425086 h 42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19896" h="425085">
                  <a:moveTo>
                    <a:pt x="207416" y="425086"/>
                  </a:moveTo>
                  <a:cubicBezTo>
                    <a:pt x="90032" y="422219"/>
                    <a:pt x="-2802" y="324736"/>
                    <a:pt x="65" y="207352"/>
                  </a:cubicBezTo>
                  <a:cubicBezTo>
                    <a:pt x="2833" y="94001"/>
                    <a:pt x="94066" y="2769"/>
                    <a:pt x="207416" y="0"/>
                  </a:cubicBezTo>
                  <a:cubicBezTo>
                    <a:pt x="211687" y="0"/>
                    <a:pt x="215150" y="3462"/>
                    <a:pt x="215150" y="7733"/>
                  </a:cubicBezTo>
                  <a:lnTo>
                    <a:pt x="215150" y="204239"/>
                  </a:lnTo>
                  <a:lnTo>
                    <a:pt x="412289" y="204239"/>
                  </a:lnTo>
                  <a:cubicBezTo>
                    <a:pt x="416490" y="204239"/>
                    <a:pt x="419896" y="207645"/>
                    <a:pt x="419896" y="211846"/>
                  </a:cubicBezTo>
                  <a:cubicBezTo>
                    <a:pt x="419936" y="239812"/>
                    <a:pt x="414465" y="267513"/>
                    <a:pt x="403795" y="293364"/>
                  </a:cubicBezTo>
                  <a:cubicBezTo>
                    <a:pt x="402108" y="297277"/>
                    <a:pt x="397609" y="299133"/>
                    <a:pt x="393653" y="297547"/>
                  </a:cubicBezTo>
                  <a:cubicBezTo>
                    <a:pt x="389806" y="295864"/>
                    <a:pt x="388005" y="291418"/>
                    <a:pt x="389596" y="287532"/>
                  </a:cubicBezTo>
                  <a:cubicBezTo>
                    <a:pt x="398557" y="265948"/>
                    <a:pt x="403581" y="242934"/>
                    <a:pt x="404429" y="219579"/>
                  </a:cubicBezTo>
                  <a:lnTo>
                    <a:pt x="207416" y="219579"/>
                  </a:lnTo>
                  <a:cubicBezTo>
                    <a:pt x="203215" y="219580"/>
                    <a:pt x="199809" y="216175"/>
                    <a:pt x="199809" y="211974"/>
                  </a:cubicBezTo>
                  <a:cubicBezTo>
                    <a:pt x="199809" y="211931"/>
                    <a:pt x="199809" y="211888"/>
                    <a:pt x="199810" y="211846"/>
                  </a:cubicBezTo>
                  <a:lnTo>
                    <a:pt x="199810" y="14960"/>
                  </a:lnTo>
                  <a:cubicBezTo>
                    <a:pt x="91017" y="19258"/>
                    <a:pt x="6308" y="110935"/>
                    <a:pt x="10606" y="219728"/>
                  </a:cubicBezTo>
                  <a:cubicBezTo>
                    <a:pt x="14904" y="328520"/>
                    <a:pt x="106582" y="413229"/>
                    <a:pt x="215374" y="408931"/>
                  </a:cubicBezTo>
                  <a:cubicBezTo>
                    <a:pt x="234336" y="408182"/>
                    <a:pt x="253092" y="404699"/>
                    <a:pt x="271059" y="398589"/>
                  </a:cubicBezTo>
                  <a:cubicBezTo>
                    <a:pt x="275050" y="397224"/>
                    <a:pt x="279392" y="399352"/>
                    <a:pt x="280757" y="403344"/>
                  </a:cubicBezTo>
                  <a:cubicBezTo>
                    <a:pt x="282123" y="407335"/>
                    <a:pt x="279994" y="411677"/>
                    <a:pt x="276003" y="413042"/>
                  </a:cubicBezTo>
                  <a:cubicBezTo>
                    <a:pt x="253955" y="420788"/>
                    <a:pt x="230784" y="424857"/>
                    <a:pt x="207416" y="42508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45" name="Graphic 29">
            <a:extLst>
              <a:ext uri="{FF2B5EF4-FFF2-40B4-BE49-F238E27FC236}">
                <a16:creationId xmlns:a16="http://schemas.microsoft.com/office/drawing/2014/main" id="{027CA3E6-2E32-3644-BDA9-F2F23E6CE824}"/>
              </a:ext>
            </a:extLst>
          </p:cNvPr>
          <p:cNvGrpSpPr>
            <a:grpSpLocks noChangeAspect="1"/>
          </p:cNvGrpSpPr>
          <p:nvPr/>
        </p:nvGrpSpPr>
        <p:grpSpPr>
          <a:xfrm>
            <a:off x="5913671" y="2204243"/>
            <a:ext cx="455036" cy="453994"/>
            <a:chOff x="5913671" y="2204243"/>
            <a:chExt cx="455036" cy="453994"/>
          </a:xfrm>
          <a:solidFill>
            <a:srgbClr val="FFFFFF"/>
          </a:solidFill>
        </p:grpSpPr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48B47E91-70AF-C94C-8090-B6592D8C6EC0}"/>
                </a:ext>
              </a:extLst>
            </p:cNvPr>
            <p:cNvSpPr/>
            <p:nvPr/>
          </p:nvSpPr>
          <p:spPr>
            <a:xfrm>
              <a:off x="5956687" y="2593352"/>
              <a:ext cx="368997" cy="64884"/>
            </a:xfrm>
            <a:custGeom>
              <a:avLst/>
              <a:gdLst>
                <a:gd name="connsiteX0" fmla="*/ 334556 w 368997"/>
                <a:gd name="connsiteY0" fmla="*/ 64822 h 64884"/>
                <a:gd name="connsiteX1" fmla="*/ 34442 w 368997"/>
                <a:gd name="connsiteY1" fmla="*/ 64822 h 64884"/>
                <a:gd name="connsiteX2" fmla="*/ 63 w 368997"/>
                <a:gd name="connsiteY2" fmla="*/ 34442 h 64884"/>
                <a:gd name="connsiteX3" fmla="*/ 30443 w 368997"/>
                <a:gd name="connsiteY3" fmla="*/ 63 h 64884"/>
                <a:gd name="connsiteX4" fmla="*/ 34442 w 368997"/>
                <a:gd name="connsiteY4" fmla="*/ 63 h 64884"/>
                <a:gd name="connsiteX5" fmla="*/ 334556 w 368997"/>
                <a:gd name="connsiteY5" fmla="*/ 63 h 64884"/>
                <a:gd name="connsiteX6" fmla="*/ 368935 w 368997"/>
                <a:gd name="connsiteY6" fmla="*/ 30443 h 64884"/>
                <a:gd name="connsiteX7" fmla="*/ 338555 w 368997"/>
                <a:gd name="connsiteY7" fmla="*/ 64822 h 64884"/>
                <a:gd name="connsiteX8" fmla="*/ 334556 w 368997"/>
                <a:gd name="connsiteY8" fmla="*/ 64822 h 64884"/>
                <a:gd name="connsiteX9" fmla="*/ 34442 w 368997"/>
                <a:gd name="connsiteY9" fmla="*/ 15482 h 64884"/>
                <a:gd name="connsiteX10" fmla="*/ 18456 w 368997"/>
                <a:gd name="connsiteY10" fmla="*/ 34404 h 64884"/>
                <a:gd name="connsiteX11" fmla="*/ 34442 w 368997"/>
                <a:gd name="connsiteY11" fmla="*/ 50390 h 64884"/>
                <a:gd name="connsiteX12" fmla="*/ 334556 w 368997"/>
                <a:gd name="connsiteY12" fmla="*/ 50390 h 64884"/>
                <a:gd name="connsiteX13" fmla="*/ 353479 w 368997"/>
                <a:gd name="connsiteY13" fmla="*/ 34405 h 64884"/>
                <a:gd name="connsiteX14" fmla="*/ 337493 w 368997"/>
                <a:gd name="connsiteY14" fmla="*/ 15482 h 64884"/>
                <a:gd name="connsiteX15" fmla="*/ 334556 w 368997"/>
                <a:gd name="connsiteY15" fmla="*/ 15482 h 64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8997" h="64884">
                  <a:moveTo>
                    <a:pt x="334556" y="64822"/>
                  </a:moveTo>
                  <a:lnTo>
                    <a:pt x="34442" y="64822"/>
                  </a:lnTo>
                  <a:cubicBezTo>
                    <a:pt x="16559" y="65926"/>
                    <a:pt x="1167" y="52325"/>
                    <a:pt x="63" y="34442"/>
                  </a:cubicBezTo>
                  <a:cubicBezTo>
                    <a:pt x="-1042" y="16559"/>
                    <a:pt x="12560" y="1167"/>
                    <a:pt x="30443" y="63"/>
                  </a:cubicBezTo>
                  <a:cubicBezTo>
                    <a:pt x="31775" y="-19"/>
                    <a:pt x="33110" y="-19"/>
                    <a:pt x="34442" y="63"/>
                  </a:cubicBezTo>
                  <a:lnTo>
                    <a:pt x="334556" y="63"/>
                  </a:lnTo>
                  <a:cubicBezTo>
                    <a:pt x="352439" y="-1042"/>
                    <a:pt x="367831" y="12560"/>
                    <a:pt x="368935" y="30443"/>
                  </a:cubicBezTo>
                  <a:cubicBezTo>
                    <a:pt x="370039" y="48326"/>
                    <a:pt x="356438" y="63718"/>
                    <a:pt x="338555" y="64822"/>
                  </a:cubicBezTo>
                  <a:cubicBezTo>
                    <a:pt x="337223" y="64904"/>
                    <a:pt x="335888" y="64904"/>
                    <a:pt x="334556" y="64822"/>
                  </a:cubicBezTo>
                  <a:close/>
                  <a:moveTo>
                    <a:pt x="34442" y="15482"/>
                  </a:moveTo>
                  <a:cubicBezTo>
                    <a:pt x="24802" y="16293"/>
                    <a:pt x="17645" y="24765"/>
                    <a:pt x="18456" y="34404"/>
                  </a:cubicBezTo>
                  <a:cubicBezTo>
                    <a:pt x="19173" y="42919"/>
                    <a:pt x="25928" y="49674"/>
                    <a:pt x="34442" y="50390"/>
                  </a:cubicBezTo>
                  <a:lnTo>
                    <a:pt x="334556" y="50390"/>
                  </a:lnTo>
                  <a:cubicBezTo>
                    <a:pt x="344196" y="51201"/>
                    <a:pt x="352668" y="44044"/>
                    <a:pt x="353479" y="34405"/>
                  </a:cubicBezTo>
                  <a:cubicBezTo>
                    <a:pt x="354290" y="24765"/>
                    <a:pt x="347133" y="16293"/>
                    <a:pt x="337493" y="15482"/>
                  </a:cubicBezTo>
                  <a:cubicBezTo>
                    <a:pt x="336516" y="15399"/>
                    <a:pt x="335533" y="15399"/>
                    <a:pt x="334556" y="1548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3812C0D-620E-4949-8A2C-1EC418C2DAF4}"/>
                </a:ext>
              </a:extLst>
            </p:cNvPr>
            <p:cNvSpPr/>
            <p:nvPr/>
          </p:nvSpPr>
          <p:spPr>
            <a:xfrm>
              <a:off x="6097704" y="2204243"/>
              <a:ext cx="87826" cy="87826"/>
            </a:xfrm>
            <a:custGeom>
              <a:avLst/>
              <a:gdLst>
                <a:gd name="connsiteX0" fmla="*/ 43543 w 87826"/>
                <a:gd name="connsiteY0" fmla="*/ 87825 h 87826"/>
                <a:gd name="connsiteX1" fmla="*/ 2 w 87826"/>
                <a:gd name="connsiteY1" fmla="*/ 43543 h 87826"/>
                <a:gd name="connsiteX2" fmla="*/ 44283 w 87826"/>
                <a:gd name="connsiteY2" fmla="*/ 2 h 87826"/>
                <a:gd name="connsiteX3" fmla="*/ 87826 w 87826"/>
                <a:gd name="connsiteY3" fmla="*/ 43912 h 87826"/>
                <a:gd name="connsiteX4" fmla="*/ 43915 w 87826"/>
                <a:gd name="connsiteY4" fmla="*/ 87826 h 87826"/>
                <a:gd name="connsiteX5" fmla="*/ 43543 w 87826"/>
                <a:gd name="connsiteY5" fmla="*/ 87825 h 87826"/>
                <a:gd name="connsiteX6" fmla="*/ 43543 w 87826"/>
                <a:gd name="connsiteY6" fmla="*/ 14924 h 87826"/>
                <a:gd name="connsiteX7" fmla="*/ 14432 w 87826"/>
                <a:gd name="connsiteY7" fmla="*/ 43788 h 87826"/>
                <a:gd name="connsiteX8" fmla="*/ 43296 w 87826"/>
                <a:gd name="connsiteY8" fmla="*/ 72899 h 87826"/>
                <a:gd name="connsiteX9" fmla="*/ 72407 w 87826"/>
                <a:gd name="connsiteY9" fmla="*/ 44035 h 87826"/>
                <a:gd name="connsiteX10" fmla="*/ 72407 w 87826"/>
                <a:gd name="connsiteY10" fmla="*/ 43912 h 87826"/>
                <a:gd name="connsiteX11" fmla="*/ 43543 w 87826"/>
                <a:gd name="connsiteY11" fmla="*/ 14924 h 8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826" h="87826">
                  <a:moveTo>
                    <a:pt x="43543" y="87825"/>
                  </a:moveTo>
                  <a:cubicBezTo>
                    <a:pt x="19291" y="87620"/>
                    <a:pt x="-203" y="67795"/>
                    <a:pt x="2" y="43543"/>
                  </a:cubicBezTo>
                  <a:cubicBezTo>
                    <a:pt x="206" y="19291"/>
                    <a:pt x="20031" y="-203"/>
                    <a:pt x="44283" y="2"/>
                  </a:cubicBezTo>
                  <a:cubicBezTo>
                    <a:pt x="68390" y="205"/>
                    <a:pt x="87825" y="19804"/>
                    <a:pt x="87826" y="43912"/>
                  </a:cubicBezTo>
                  <a:cubicBezTo>
                    <a:pt x="87827" y="68164"/>
                    <a:pt x="68167" y="87825"/>
                    <a:pt x="43915" y="87826"/>
                  </a:cubicBezTo>
                  <a:cubicBezTo>
                    <a:pt x="43791" y="87826"/>
                    <a:pt x="43667" y="87826"/>
                    <a:pt x="43543" y="87825"/>
                  </a:cubicBezTo>
                  <a:close/>
                  <a:moveTo>
                    <a:pt x="43543" y="14924"/>
                  </a:moveTo>
                  <a:cubicBezTo>
                    <a:pt x="27534" y="14856"/>
                    <a:pt x="14501" y="27779"/>
                    <a:pt x="14432" y="43788"/>
                  </a:cubicBezTo>
                  <a:cubicBezTo>
                    <a:pt x="14364" y="59797"/>
                    <a:pt x="27287" y="72830"/>
                    <a:pt x="43296" y="72899"/>
                  </a:cubicBezTo>
                  <a:cubicBezTo>
                    <a:pt x="59306" y="72967"/>
                    <a:pt x="72339" y="60044"/>
                    <a:pt x="72407" y="44035"/>
                  </a:cubicBezTo>
                  <a:cubicBezTo>
                    <a:pt x="72407" y="43994"/>
                    <a:pt x="72407" y="43953"/>
                    <a:pt x="72407" y="43912"/>
                  </a:cubicBezTo>
                  <a:cubicBezTo>
                    <a:pt x="72407" y="27950"/>
                    <a:pt x="59504" y="14992"/>
                    <a:pt x="43543" y="149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12CE70BF-2592-6B45-B042-D2C8DC6B4D0D}"/>
                </a:ext>
              </a:extLst>
            </p:cNvPr>
            <p:cNvSpPr/>
            <p:nvPr/>
          </p:nvSpPr>
          <p:spPr>
            <a:xfrm>
              <a:off x="6116453" y="2272677"/>
              <a:ext cx="49834" cy="335663"/>
            </a:xfrm>
            <a:custGeom>
              <a:avLst/>
              <a:gdLst>
                <a:gd name="connsiteX0" fmla="*/ 42186 w 49834"/>
                <a:gd name="connsiteY0" fmla="*/ 335663 h 335663"/>
                <a:gd name="connsiteX1" fmla="*/ 7401 w 49834"/>
                <a:gd name="connsiteY1" fmla="*/ 335663 h 335663"/>
                <a:gd name="connsiteX2" fmla="*/ 0 w 49834"/>
                <a:gd name="connsiteY2" fmla="*/ 328262 h 335663"/>
                <a:gd name="connsiteX3" fmla="*/ 0 w 49834"/>
                <a:gd name="connsiteY3" fmla="*/ 7549 h 335663"/>
                <a:gd name="connsiteX4" fmla="*/ 7343 w 49834"/>
                <a:gd name="connsiteY4" fmla="*/ 89 h 335663"/>
                <a:gd name="connsiteX5" fmla="*/ 10978 w 49834"/>
                <a:gd name="connsiteY5" fmla="*/ 1011 h 335663"/>
                <a:gd name="connsiteX6" fmla="*/ 38733 w 49834"/>
                <a:gd name="connsiteY6" fmla="*/ 1011 h 335663"/>
                <a:gd name="connsiteX7" fmla="*/ 46134 w 49834"/>
                <a:gd name="connsiteY7" fmla="*/ 1011 h 335663"/>
                <a:gd name="connsiteX8" fmla="*/ 49834 w 49834"/>
                <a:gd name="connsiteY8" fmla="*/ 7425 h 335663"/>
                <a:gd name="connsiteX9" fmla="*/ 49834 w 49834"/>
                <a:gd name="connsiteY9" fmla="*/ 98335 h 335663"/>
                <a:gd name="connsiteX10" fmla="*/ 42310 w 49834"/>
                <a:gd name="connsiteY10" fmla="*/ 105860 h 335663"/>
                <a:gd name="connsiteX11" fmla="*/ 34785 w 49834"/>
                <a:gd name="connsiteY11" fmla="*/ 98335 h 335663"/>
                <a:gd name="connsiteX12" fmla="*/ 34785 w 49834"/>
                <a:gd name="connsiteY12" fmla="*/ 17910 h 335663"/>
                <a:gd name="connsiteX13" fmla="*/ 14802 w 49834"/>
                <a:gd name="connsiteY13" fmla="*/ 17910 h 335663"/>
                <a:gd name="connsiteX14" fmla="*/ 14802 w 49834"/>
                <a:gd name="connsiteY14" fmla="*/ 320738 h 335663"/>
                <a:gd name="connsiteX15" fmla="*/ 34662 w 49834"/>
                <a:gd name="connsiteY15" fmla="*/ 320738 h 335663"/>
                <a:gd name="connsiteX16" fmla="*/ 34662 w 49834"/>
                <a:gd name="connsiteY16" fmla="*/ 262516 h 335663"/>
                <a:gd name="connsiteX17" fmla="*/ 42186 w 49834"/>
                <a:gd name="connsiteY17" fmla="*/ 254991 h 335663"/>
                <a:gd name="connsiteX18" fmla="*/ 49711 w 49834"/>
                <a:gd name="connsiteY18" fmla="*/ 262516 h 335663"/>
                <a:gd name="connsiteX19" fmla="*/ 49711 w 49834"/>
                <a:gd name="connsiteY19" fmla="*/ 328262 h 335663"/>
                <a:gd name="connsiteX20" fmla="*/ 42186 w 49834"/>
                <a:gd name="connsiteY20" fmla="*/ 335663 h 335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834" h="335663">
                  <a:moveTo>
                    <a:pt x="42186" y="335663"/>
                  </a:moveTo>
                  <a:lnTo>
                    <a:pt x="7401" y="335663"/>
                  </a:lnTo>
                  <a:cubicBezTo>
                    <a:pt x="3314" y="335663"/>
                    <a:pt x="0" y="332350"/>
                    <a:pt x="0" y="328262"/>
                  </a:cubicBezTo>
                  <a:lnTo>
                    <a:pt x="0" y="7549"/>
                  </a:lnTo>
                  <a:cubicBezTo>
                    <a:pt x="-32" y="3461"/>
                    <a:pt x="3255" y="122"/>
                    <a:pt x="7343" y="89"/>
                  </a:cubicBezTo>
                  <a:cubicBezTo>
                    <a:pt x="8614" y="79"/>
                    <a:pt x="9866" y="397"/>
                    <a:pt x="10978" y="1011"/>
                  </a:cubicBezTo>
                  <a:cubicBezTo>
                    <a:pt x="19572" y="5944"/>
                    <a:pt x="30139" y="5944"/>
                    <a:pt x="38733" y="1011"/>
                  </a:cubicBezTo>
                  <a:cubicBezTo>
                    <a:pt x="41015" y="-337"/>
                    <a:pt x="43851" y="-337"/>
                    <a:pt x="46134" y="1011"/>
                  </a:cubicBezTo>
                  <a:cubicBezTo>
                    <a:pt x="48425" y="2334"/>
                    <a:pt x="49836" y="4779"/>
                    <a:pt x="49834" y="7425"/>
                  </a:cubicBezTo>
                  <a:lnTo>
                    <a:pt x="49834" y="98335"/>
                  </a:lnTo>
                  <a:cubicBezTo>
                    <a:pt x="49834" y="102491"/>
                    <a:pt x="46465" y="105860"/>
                    <a:pt x="42310" y="105860"/>
                  </a:cubicBezTo>
                  <a:cubicBezTo>
                    <a:pt x="38154" y="105860"/>
                    <a:pt x="34785" y="102491"/>
                    <a:pt x="34785" y="98335"/>
                  </a:cubicBezTo>
                  <a:lnTo>
                    <a:pt x="34785" y="17910"/>
                  </a:lnTo>
                  <a:cubicBezTo>
                    <a:pt x="28223" y="19535"/>
                    <a:pt x="21364" y="19535"/>
                    <a:pt x="14802" y="17910"/>
                  </a:cubicBezTo>
                  <a:lnTo>
                    <a:pt x="14802" y="320738"/>
                  </a:lnTo>
                  <a:lnTo>
                    <a:pt x="34662" y="320738"/>
                  </a:lnTo>
                  <a:lnTo>
                    <a:pt x="34662" y="262516"/>
                  </a:lnTo>
                  <a:cubicBezTo>
                    <a:pt x="34662" y="258360"/>
                    <a:pt x="38031" y="254991"/>
                    <a:pt x="42186" y="254991"/>
                  </a:cubicBezTo>
                  <a:cubicBezTo>
                    <a:pt x="46342" y="254991"/>
                    <a:pt x="49711" y="258360"/>
                    <a:pt x="49711" y="262516"/>
                  </a:cubicBezTo>
                  <a:lnTo>
                    <a:pt x="49711" y="328262"/>
                  </a:lnTo>
                  <a:cubicBezTo>
                    <a:pt x="49644" y="332370"/>
                    <a:pt x="46294" y="335664"/>
                    <a:pt x="42186" y="33566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459F3CC-DA82-664F-A392-12A7703D5CA3}"/>
                </a:ext>
              </a:extLst>
            </p:cNvPr>
            <p:cNvSpPr/>
            <p:nvPr/>
          </p:nvSpPr>
          <p:spPr>
            <a:xfrm>
              <a:off x="6151115" y="2505095"/>
              <a:ext cx="15053" cy="37622"/>
            </a:xfrm>
            <a:custGeom>
              <a:avLst/>
              <a:gdLst>
                <a:gd name="connsiteX0" fmla="*/ 7524 w 15053"/>
                <a:gd name="connsiteY0" fmla="*/ 37622 h 37622"/>
                <a:gd name="connsiteX1" fmla="*/ 0 w 15053"/>
                <a:gd name="connsiteY1" fmla="*/ 30098 h 37622"/>
                <a:gd name="connsiteX2" fmla="*/ 0 w 15053"/>
                <a:gd name="connsiteY2" fmla="*/ 7524 h 37622"/>
                <a:gd name="connsiteX3" fmla="*/ 7524 w 15053"/>
                <a:gd name="connsiteY3" fmla="*/ 0 h 37622"/>
                <a:gd name="connsiteX4" fmla="*/ 15049 w 15053"/>
                <a:gd name="connsiteY4" fmla="*/ 7524 h 37622"/>
                <a:gd name="connsiteX5" fmla="*/ 15049 w 15053"/>
                <a:gd name="connsiteY5" fmla="*/ 29851 h 37622"/>
                <a:gd name="connsiteX6" fmla="*/ 7775 w 15053"/>
                <a:gd name="connsiteY6" fmla="*/ 37618 h 37622"/>
                <a:gd name="connsiteX7" fmla="*/ 7524 w 15053"/>
                <a:gd name="connsiteY7" fmla="*/ 37622 h 37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53" h="37622">
                  <a:moveTo>
                    <a:pt x="7524" y="37622"/>
                  </a:moveTo>
                  <a:cubicBezTo>
                    <a:pt x="3369" y="37622"/>
                    <a:pt x="0" y="34253"/>
                    <a:pt x="0" y="30098"/>
                  </a:cubicBezTo>
                  <a:lnTo>
                    <a:pt x="0" y="7524"/>
                  </a:lnTo>
                  <a:cubicBezTo>
                    <a:pt x="0" y="3369"/>
                    <a:pt x="3369" y="0"/>
                    <a:pt x="7524" y="0"/>
                  </a:cubicBezTo>
                  <a:cubicBezTo>
                    <a:pt x="11680" y="0"/>
                    <a:pt x="15049" y="3369"/>
                    <a:pt x="15049" y="7524"/>
                  </a:cubicBezTo>
                  <a:lnTo>
                    <a:pt x="15049" y="29851"/>
                  </a:lnTo>
                  <a:cubicBezTo>
                    <a:pt x="15185" y="34004"/>
                    <a:pt x="11929" y="37482"/>
                    <a:pt x="7775" y="37618"/>
                  </a:cubicBezTo>
                  <a:cubicBezTo>
                    <a:pt x="7692" y="37621"/>
                    <a:pt x="7608" y="37622"/>
                    <a:pt x="7524" y="37622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19F4EA6-8F09-6A4E-B6C7-F2650C05FF8B}"/>
                </a:ext>
              </a:extLst>
            </p:cNvPr>
            <p:cNvSpPr/>
            <p:nvPr/>
          </p:nvSpPr>
          <p:spPr>
            <a:xfrm>
              <a:off x="6151115" y="2425657"/>
              <a:ext cx="15048" cy="54768"/>
            </a:xfrm>
            <a:custGeom>
              <a:avLst/>
              <a:gdLst>
                <a:gd name="connsiteX0" fmla="*/ 7524 w 15048"/>
                <a:gd name="connsiteY0" fmla="*/ 54768 h 54768"/>
                <a:gd name="connsiteX1" fmla="*/ 0 w 15048"/>
                <a:gd name="connsiteY1" fmla="*/ 47367 h 54768"/>
                <a:gd name="connsiteX2" fmla="*/ 0 w 15048"/>
                <a:gd name="connsiteY2" fmla="*/ 7524 h 54768"/>
                <a:gd name="connsiteX3" fmla="*/ 7524 w 15048"/>
                <a:gd name="connsiteY3" fmla="*/ 0 h 54768"/>
                <a:gd name="connsiteX4" fmla="*/ 15049 w 15048"/>
                <a:gd name="connsiteY4" fmla="*/ 7524 h 54768"/>
                <a:gd name="connsiteX5" fmla="*/ 15049 w 15048"/>
                <a:gd name="connsiteY5" fmla="*/ 47367 h 54768"/>
                <a:gd name="connsiteX6" fmla="*/ 7524 w 15048"/>
                <a:gd name="connsiteY6" fmla="*/ 54768 h 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48" h="54768">
                  <a:moveTo>
                    <a:pt x="7524" y="54768"/>
                  </a:moveTo>
                  <a:cubicBezTo>
                    <a:pt x="3417" y="54769"/>
                    <a:pt x="67" y="51474"/>
                    <a:pt x="0" y="47367"/>
                  </a:cubicBezTo>
                  <a:lnTo>
                    <a:pt x="0" y="7524"/>
                  </a:lnTo>
                  <a:cubicBezTo>
                    <a:pt x="0" y="3369"/>
                    <a:pt x="3369" y="0"/>
                    <a:pt x="7524" y="0"/>
                  </a:cubicBezTo>
                  <a:cubicBezTo>
                    <a:pt x="11680" y="0"/>
                    <a:pt x="15049" y="3369"/>
                    <a:pt x="15049" y="7524"/>
                  </a:cubicBezTo>
                  <a:lnTo>
                    <a:pt x="15049" y="47367"/>
                  </a:lnTo>
                  <a:cubicBezTo>
                    <a:pt x="14982" y="51474"/>
                    <a:pt x="11632" y="54769"/>
                    <a:pt x="7524" y="5476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D8FE5743-E320-244A-9CAD-35CC9982B3E0}"/>
                </a:ext>
              </a:extLst>
            </p:cNvPr>
            <p:cNvSpPr/>
            <p:nvPr/>
          </p:nvSpPr>
          <p:spPr>
            <a:xfrm>
              <a:off x="6151115" y="2363365"/>
              <a:ext cx="15048" cy="37375"/>
            </a:xfrm>
            <a:custGeom>
              <a:avLst/>
              <a:gdLst>
                <a:gd name="connsiteX0" fmla="*/ 7524 w 15048"/>
                <a:gd name="connsiteY0" fmla="*/ 37375 h 37375"/>
                <a:gd name="connsiteX1" fmla="*/ 0 w 15048"/>
                <a:gd name="connsiteY1" fmla="*/ 29851 h 37375"/>
                <a:gd name="connsiteX2" fmla="*/ 0 w 15048"/>
                <a:gd name="connsiteY2" fmla="*/ 7524 h 37375"/>
                <a:gd name="connsiteX3" fmla="*/ 7524 w 15048"/>
                <a:gd name="connsiteY3" fmla="*/ 0 h 37375"/>
                <a:gd name="connsiteX4" fmla="*/ 15049 w 15048"/>
                <a:gd name="connsiteY4" fmla="*/ 7524 h 37375"/>
                <a:gd name="connsiteX5" fmla="*/ 15049 w 15048"/>
                <a:gd name="connsiteY5" fmla="*/ 29851 h 37375"/>
                <a:gd name="connsiteX6" fmla="*/ 7524 w 15048"/>
                <a:gd name="connsiteY6" fmla="*/ 37375 h 3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48" h="37375">
                  <a:moveTo>
                    <a:pt x="7524" y="37375"/>
                  </a:moveTo>
                  <a:cubicBezTo>
                    <a:pt x="3369" y="37375"/>
                    <a:pt x="0" y="34007"/>
                    <a:pt x="0" y="29851"/>
                  </a:cubicBezTo>
                  <a:lnTo>
                    <a:pt x="0" y="7524"/>
                  </a:lnTo>
                  <a:cubicBezTo>
                    <a:pt x="0" y="3369"/>
                    <a:pt x="3369" y="0"/>
                    <a:pt x="7524" y="0"/>
                  </a:cubicBezTo>
                  <a:cubicBezTo>
                    <a:pt x="11680" y="0"/>
                    <a:pt x="15049" y="3369"/>
                    <a:pt x="15049" y="7524"/>
                  </a:cubicBezTo>
                  <a:lnTo>
                    <a:pt x="15049" y="29851"/>
                  </a:lnTo>
                  <a:cubicBezTo>
                    <a:pt x="15049" y="34007"/>
                    <a:pt x="11680" y="37375"/>
                    <a:pt x="7524" y="3737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00C2AEC6-A06B-DE49-B705-EC79DD6DB2DD}"/>
                </a:ext>
              </a:extLst>
            </p:cNvPr>
            <p:cNvSpPr/>
            <p:nvPr/>
          </p:nvSpPr>
          <p:spPr>
            <a:xfrm>
              <a:off x="6273973" y="2216083"/>
              <a:ext cx="64142" cy="64142"/>
            </a:xfrm>
            <a:custGeom>
              <a:avLst/>
              <a:gdLst>
                <a:gd name="connsiteX0" fmla="*/ 32071 w 64142"/>
                <a:gd name="connsiteY0" fmla="*/ 64143 h 64142"/>
                <a:gd name="connsiteX1" fmla="*/ 0 w 64142"/>
                <a:gd name="connsiteY1" fmla="*/ 32071 h 64142"/>
                <a:gd name="connsiteX2" fmla="*/ 32071 w 64142"/>
                <a:gd name="connsiteY2" fmla="*/ 0 h 64142"/>
                <a:gd name="connsiteX3" fmla="*/ 64143 w 64142"/>
                <a:gd name="connsiteY3" fmla="*/ 32071 h 64142"/>
                <a:gd name="connsiteX4" fmla="*/ 32071 w 64142"/>
                <a:gd name="connsiteY4" fmla="*/ 64143 h 64142"/>
                <a:gd name="connsiteX5" fmla="*/ 32071 w 64142"/>
                <a:gd name="connsiteY5" fmla="*/ 14802 h 64142"/>
                <a:gd name="connsiteX6" fmla="*/ 14926 w 64142"/>
                <a:gd name="connsiteY6" fmla="*/ 31948 h 64142"/>
                <a:gd name="connsiteX7" fmla="*/ 32071 w 64142"/>
                <a:gd name="connsiteY7" fmla="*/ 49094 h 64142"/>
                <a:gd name="connsiteX8" fmla="*/ 49217 w 64142"/>
                <a:gd name="connsiteY8" fmla="*/ 31948 h 64142"/>
                <a:gd name="connsiteX9" fmla="*/ 32071 w 64142"/>
                <a:gd name="connsiteY9" fmla="*/ 14926 h 6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142" h="64142">
                  <a:moveTo>
                    <a:pt x="32071" y="64143"/>
                  </a:moveTo>
                  <a:cubicBezTo>
                    <a:pt x="14359" y="64143"/>
                    <a:pt x="0" y="49784"/>
                    <a:pt x="0" y="32071"/>
                  </a:cubicBezTo>
                  <a:cubicBezTo>
                    <a:pt x="0" y="14359"/>
                    <a:pt x="14359" y="0"/>
                    <a:pt x="32071" y="0"/>
                  </a:cubicBezTo>
                  <a:cubicBezTo>
                    <a:pt x="49784" y="0"/>
                    <a:pt x="64143" y="14359"/>
                    <a:pt x="64143" y="32071"/>
                  </a:cubicBezTo>
                  <a:cubicBezTo>
                    <a:pt x="64075" y="49756"/>
                    <a:pt x="49756" y="64075"/>
                    <a:pt x="32071" y="64143"/>
                  </a:cubicBezTo>
                  <a:close/>
                  <a:moveTo>
                    <a:pt x="32071" y="14802"/>
                  </a:moveTo>
                  <a:cubicBezTo>
                    <a:pt x="22602" y="14802"/>
                    <a:pt x="14926" y="22479"/>
                    <a:pt x="14926" y="31948"/>
                  </a:cubicBezTo>
                  <a:cubicBezTo>
                    <a:pt x="14926" y="41417"/>
                    <a:pt x="22602" y="49094"/>
                    <a:pt x="32071" y="49094"/>
                  </a:cubicBezTo>
                  <a:cubicBezTo>
                    <a:pt x="41541" y="49094"/>
                    <a:pt x="49217" y="41417"/>
                    <a:pt x="49217" y="31948"/>
                  </a:cubicBezTo>
                  <a:cubicBezTo>
                    <a:pt x="49149" y="22527"/>
                    <a:pt x="41493" y="14925"/>
                    <a:pt x="32071" y="1492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22D5219-B6D6-CF42-905C-6BFF66C30E72}"/>
                </a:ext>
              </a:extLst>
            </p:cNvPr>
            <p:cNvSpPr/>
            <p:nvPr/>
          </p:nvSpPr>
          <p:spPr>
            <a:xfrm>
              <a:off x="6165808" y="2222853"/>
              <a:ext cx="131246" cy="50477"/>
            </a:xfrm>
            <a:custGeom>
              <a:avLst/>
              <a:gdLst>
                <a:gd name="connsiteX0" fmla="*/ 123337 w 131246"/>
                <a:gd name="connsiteY0" fmla="*/ 50465 h 50477"/>
                <a:gd name="connsiteX1" fmla="*/ 7387 w 131246"/>
                <a:gd name="connsiteY1" fmla="*/ 50465 h 50477"/>
                <a:gd name="connsiteX2" fmla="*/ 973 w 131246"/>
                <a:gd name="connsiteY2" fmla="*/ 46765 h 50477"/>
                <a:gd name="connsiteX3" fmla="*/ 973 w 131246"/>
                <a:gd name="connsiteY3" fmla="*/ 39364 h 50477"/>
                <a:gd name="connsiteX4" fmla="*/ 4797 w 131246"/>
                <a:gd name="connsiteY4" fmla="*/ 25302 h 50477"/>
                <a:gd name="connsiteX5" fmla="*/ 973 w 131246"/>
                <a:gd name="connsiteY5" fmla="*/ 11240 h 50477"/>
                <a:gd name="connsiteX6" fmla="*/ 973 w 131246"/>
                <a:gd name="connsiteY6" fmla="*/ 3715 h 50477"/>
                <a:gd name="connsiteX7" fmla="*/ 7387 w 131246"/>
                <a:gd name="connsiteY7" fmla="*/ 15 h 50477"/>
                <a:gd name="connsiteX8" fmla="*/ 123337 w 131246"/>
                <a:gd name="connsiteY8" fmla="*/ 15 h 50477"/>
                <a:gd name="connsiteX9" fmla="*/ 130739 w 131246"/>
                <a:gd name="connsiteY9" fmla="*/ 4825 h 50477"/>
                <a:gd name="connsiteX10" fmla="*/ 129012 w 131246"/>
                <a:gd name="connsiteY10" fmla="*/ 12966 h 50477"/>
                <a:gd name="connsiteX11" fmla="*/ 123584 w 131246"/>
                <a:gd name="connsiteY11" fmla="*/ 25302 h 50477"/>
                <a:gd name="connsiteX12" fmla="*/ 129012 w 131246"/>
                <a:gd name="connsiteY12" fmla="*/ 37637 h 50477"/>
                <a:gd name="connsiteX13" fmla="*/ 130739 w 131246"/>
                <a:gd name="connsiteY13" fmla="*/ 45778 h 50477"/>
                <a:gd name="connsiteX14" fmla="*/ 123337 w 131246"/>
                <a:gd name="connsiteY14" fmla="*/ 50465 h 50477"/>
                <a:gd name="connsiteX15" fmla="*/ 17995 w 131246"/>
                <a:gd name="connsiteY15" fmla="*/ 35540 h 50477"/>
                <a:gd name="connsiteX16" fmla="*/ 109892 w 131246"/>
                <a:gd name="connsiteY16" fmla="*/ 35540 h 50477"/>
                <a:gd name="connsiteX17" fmla="*/ 109892 w 131246"/>
                <a:gd name="connsiteY17" fmla="*/ 15063 h 50477"/>
                <a:gd name="connsiteX18" fmla="*/ 17995 w 131246"/>
                <a:gd name="connsiteY18" fmla="*/ 15063 h 50477"/>
                <a:gd name="connsiteX19" fmla="*/ 17995 w 131246"/>
                <a:gd name="connsiteY19" fmla="*/ 35540 h 5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1246" h="50477">
                  <a:moveTo>
                    <a:pt x="123337" y="50465"/>
                  </a:moveTo>
                  <a:lnTo>
                    <a:pt x="7387" y="50465"/>
                  </a:lnTo>
                  <a:cubicBezTo>
                    <a:pt x="4741" y="50467"/>
                    <a:pt x="2296" y="49056"/>
                    <a:pt x="973" y="46765"/>
                  </a:cubicBezTo>
                  <a:cubicBezTo>
                    <a:pt x="-324" y="44468"/>
                    <a:pt x="-324" y="41660"/>
                    <a:pt x="973" y="39364"/>
                  </a:cubicBezTo>
                  <a:cubicBezTo>
                    <a:pt x="3461" y="35094"/>
                    <a:pt x="4780" y="30244"/>
                    <a:pt x="4797" y="25302"/>
                  </a:cubicBezTo>
                  <a:cubicBezTo>
                    <a:pt x="4797" y="20357"/>
                    <a:pt x="3477" y="15503"/>
                    <a:pt x="973" y="11240"/>
                  </a:cubicBezTo>
                  <a:cubicBezTo>
                    <a:pt x="-322" y="8899"/>
                    <a:pt x="-322" y="6056"/>
                    <a:pt x="973" y="3715"/>
                  </a:cubicBezTo>
                  <a:cubicBezTo>
                    <a:pt x="2331" y="1460"/>
                    <a:pt x="4755" y="62"/>
                    <a:pt x="7387" y="15"/>
                  </a:cubicBezTo>
                  <a:lnTo>
                    <a:pt x="123337" y="15"/>
                  </a:lnTo>
                  <a:cubicBezTo>
                    <a:pt x="126595" y="-190"/>
                    <a:pt x="129602" y="1765"/>
                    <a:pt x="130739" y="4825"/>
                  </a:cubicBezTo>
                  <a:cubicBezTo>
                    <a:pt x="131819" y="7642"/>
                    <a:pt x="131143" y="10831"/>
                    <a:pt x="129012" y="12966"/>
                  </a:cubicBezTo>
                  <a:cubicBezTo>
                    <a:pt x="125558" y="16139"/>
                    <a:pt x="123590" y="20612"/>
                    <a:pt x="123584" y="25302"/>
                  </a:cubicBezTo>
                  <a:cubicBezTo>
                    <a:pt x="123619" y="29985"/>
                    <a:pt x="125583" y="34447"/>
                    <a:pt x="129012" y="37637"/>
                  </a:cubicBezTo>
                  <a:cubicBezTo>
                    <a:pt x="131143" y="39772"/>
                    <a:pt x="131819" y="42961"/>
                    <a:pt x="130739" y="45778"/>
                  </a:cubicBezTo>
                  <a:cubicBezTo>
                    <a:pt x="129529" y="48764"/>
                    <a:pt x="126553" y="50648"/>
                    <a:pt x="123337" y="50465"/>
                  </a:cubicBezTo>
                  <a:close/>
                  <a:moveTo>
                    <a:pt x="17995" y="35540"/>
                  </a:moveTo>
                  <a:lnTo>
                    <a:pt x="109892" y="35540"/>
                  </a:lnTo>
                  <a:cubicBezTo>
                    <a:pt x="107589" y="28909"/>
                    <a:pt x="107589" y="21695"/>
                    <a:pt x="109892" y="15063"/>
                  </a:cubicBezTo>
                  <a:lnTo>
                    <a:pt x="17995" y="15063"/>
                  </a:lnTo>
                  <a:cubicBezTo>
                    <a:pt x="19802" y="21769"/>
                    <a:pt x="19802" y="28834"/>
                    <a:pt x="17995" y="3554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221D117-5FC9-7547-9449-14A8BDE07EF7}"/>
                </a:ext>
              </a:extLst>
            </p:cNvPr>
            <p:cNvSpPr/>
            <p:nvPr/>
          </p:nvSpPr>
          <p:spPr>
            <a:xfrm>
              <a:off x="5943762" y="2216083"/>
              <a:ext cx="64142" cy="64142"/>
            </a:xfrm>
            <a:custGeom>
              <a:avLst/>
              <a:gdLst>
                <a:gd name="connsiteX0" fmla="*/ 32071 w 64142"/>
                <a:gd name="connsiteY0" fmla="*/ 64143 h 64142"/>
                <a:gd name="connsiteX1" fmla="*/ 0 w 64142"/>
                <a:gd name="connsiteY1" fmla="*/ 32071 h 64142"/>
                <a:gd name="connsiteX2" fmla="*/ 32071 w 64142"/>
                <a:gd name="connsiteY2" fmla="*/ 0 h 64142"/>
                <a:gd name="connsiteX3" fmla="*/ 64143 w 64142"/>
                <a:gd name="connsiteY3" fmla="*/ 32071 h 64142"/>
                <a:gd name="connsiteX4" fmla="*/ 32071 w 64142"/>
                <a:gd name="connsiteY4" fmla="*/ 64143 h 64142"/>
                <a:gd name="connsiteX5" fmla="*/ 32071 w 64142"/>
                <a:gd name="connsiteY5" fmla="*/ 14802 h 64142"/>
                <a:gd name="connsiteX6" fmla="*/ 15427 w 64142"/>
                <a:gd name="connsiteY6" fmla="*/ 32435 h 64142"/>
                <a:gd name="connsiteX7" fmla="*/ 33059 w 64142"/>
                <a:gd name="connsiteY7" fmla="*/ 49080 h 64142"/>
                <a:gd name="connsiteX8" fmla="*/ 49711 w 64142"/>
                <a:gd name="connsiteY8" fmla="*/ 32071 h 64142"/>
                <a:gd name="connsiteX9" fmla="*/ 32572 w 64142"/>
                <a:gd name="connsiteY9" fmla="*/ 14918 h 64142"/>
                <a:gd name="connsiteX10" fmla="*/ 32071 w 64142"/>
                <a:gd name="connsiteY10" fmla="*/ 14926 h 6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142" h="64142">
                  <a:moveTo>
                    <a:pt x="32071" y="64143"/>
                  </a:moveTo>
                  <a:cubicBezTo>
                    <a:pt x="14359" y="64143"/>
                    <a:pt x="0" y="49784"/>
                    <a:pt x="0" y="32071"/>
                  </a:cubicBezTo>
                  <a:cubicBezTo>
                    <a:pt x="0" y="14359"/>
                    <a:pt x="14359" y="0"/>
                    <a:pt x="32071" y="0"/>
                  </a:cubicBezTo>
                  <a:cubicBezTo>
                    <a:pt x="49784" y="0"/>
                    <a:pt x="64143" y="14359"/>
                    <a:pt x="64143" y="32071"/>
                  </a:cubicBezTo>
                  <a:cubicBezTo>
                    <a:pt x="64075" y="49756"/>
                    <a:pt x="49756" y="64075"/>
                    <a:pt x="32071" y="64143"/>
                  </a:cubicBezTo>
                  <a:close/>
                  <a:moveTo>
                    <a:pt x="32071" y="14802"/>
                  </a:moveTo>
                  <a:cubicBezTo>
                    <a:pt x="22606" y="15075"/>
                    <a:pt x="15154" y="22969"/>
                    <a:pt x="15427" y="32435"/>
                  </a:cubicBezTo>
                  <a:cubicBezTo>
                    <a:pt x="15699" y="41900"/>
                    <a:pt x="23594" y="49352"/>
                    <a:pt x="33059" y="49080"/>
                  </a:cubicBezTo>
                  <a:cubicBezTo>
                    <a:pt x="42282" y="48814"/>
                    <a:pt x="49640" y="41298"/>
                    <a:pt x="49711" y="32071"/>
                  </a:cubicBezTo>
                  <a:cubicBezTo>
                    <a:pt x="49715" y="22602"/>
                    <a:pt x="42041" y="14922"/>
                    <a:pt x="32572" y="14918"/>
                  </a:cubicBezTo>
                  <a:cubicBezTo>
                    <a:pt x="32405" y="14918"/>
                    <a:pt x="32238" y="14921"/>
                    <a:pt x="32071" y="1492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7FD743E-2436-D240-9CC8-6D20C2475258}"/>
                </a:ext>
              </a:extLst>
            </p:cNvPr>
            <p:cNvSpPr/>
            <p:nvPr/>
          </p:nvSpPr>
          <p:spPr>
            <a:xfrm>
              <a:off x="5985801" y="2222868"/>
              <a:ext cx="131170" cy="50452"/>
            </a:xfrm>
            <a:custGeom>
              <a:avLst/>
              <a:gdLst>
                <a:gd name="connsiteX0" fmla="*/ 123745 w 131170"/>
                <a:gd name="connsiteY0" fmla="*/ 50451 h 50452"/>
                <a:gd name="connsiteX1" fmla="*/ 7548 w 131170"/>
                <a:gd name="connsiteY1" fmla="*/ 50451 h 50452"/>
                <a:gd name="connsiteX2" fmla="*/ 517 w 131170"/>
                <a:gd name="connsiteY2" fmla="*/ 45763 h 50452"/>
                <a:gd name="connsiteX3" fmla="*/ 2367 w 131170"/>
                <a:gd name="connsiteY3" fmla="*/ 37622 h 50452"/>
                <a:gd name="connsiteX4" fmla="*/ 7671 w 131170"/>
                <a:gd name="connsiteY4" fmla="*/ 25287 h 50452"/>
                <a:gd name="connsiteX5" fmla="*/ 2367 w 131170"/>
                <a:gd name="connsiteY5" fmla="*/ 12952 h 50452"/>
                <a:gd name="connsiteX6" fmla="*/ 517 w 131170"/>
                <a:gd name="connsiteY6" fmla="*/ 4811 h 50452"/>
                <a:gd name="connsiteX7" fmla="*/ 7548 w 131170"/>
                <a:gd name="connsiteY7" fmla="*/ 0 h 50452"/>
                <a:gd name="connsiteX8" fmla="*/ 123745 w 131170"/>
                <a:gd name="connsiteY8" fmla="*/ 0 h 50452"/>
                <a:gd name="connsiteX9" fmla="*/ 130159 w 131170"/>
                <a:gd name="connsiteY9" fmla="*/ 3701 h 50452"/>
                <a:gd name="connsiteX10" fmla="*/ 130159 w 131170"/>
                <a:gd name="connsiteY10" fmla="*/ 11225 h 50452"/>
                <a:gd name="connsiteX11" fmla="*/ 126335 w 131170"/>
                <a:gd name="connsiteY11" fmla="*/ 25287 h 50452"/>
                <a:gd name="connsiteX12" fmla="*/ 130159 w 131170"/>
                <a:gd name="connsiteY12" fmla="*/ 39349 h 50452"/>
                <a:gd name="connsiteX13" fmla="*/ 130159 w 131170"/>
                <a:gd name="connsiteY13" fmla="*/ 46750 h 50452"/>
                <a:gd name="connsiteX14" fmla="*/ 123745 w 131170"/>
                <a:gd name="connsiteY14" fmla="*/ 50451 h 50452"/>
                <a:gd name="connsiteX15" fmla="*/ 20870 w 131170"/>
                <a:gd name="connsiteY15" fmla="*/ 35525 h 50452"/>
                <a:gd name="connsiteX16" fmla="*/ 113383 w 131170"/>
                <a:gd name="connsiteY16" fmla="*/ 35525 h 50452"/>
                <a:gd name="connsiteX17" fmla="*/ 112150 w 131170"/>
                <a:gd name="connsiteY17" fmla="*/ 25287 h 50452"/>
                <a:gd name="connsiteX18" fmla="*/ 113383 w 131170"/>
                <a:gd name="connsiteY18" fmla="*/ 15049 h 50452"/>
                <a:gd name="connsiteX19" fmla="*/ 20870 w 131170"/>
                <a:gd name="connsiteY19" fmla="*/ 15049 h 50452"/>
                <a:gd name="connsiteX20" fmla="*/ 20870 w 131170"/>
                <a:gd name="connsiteY20" fmla="*/ 35525 h 50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1170" h="50452">
                  <a:moveTo>
                    <a:pt x="123745" y="50451"/>
                  </a:moveTo>
                  <a:lnTo>
                    <a:pt x="7548" y="50451"/>
                  </a:lnTo>
                  <a:cubicBezTo>
                    <a:pt x="4475" y="50442"/>
                    <a:pt x="1706" y="48596"/>
                    <a:pt x="517" y="45763"/>
                  </a:cubicBezTo>
                  <a:cubicBezTo>
                    <a:pt x="-602" y="42928"/>
                    <a:pt x="132" y="39696"/>
                    <a:pt x="2367" y="37622"/>
                  </a:cubicBezTo>
                  <a:cubicBezTo>
                    <a:pt x="5763" y="34419"/>
                    <a:pt x="7683" y="29955"/>
                    <a:pt x="7671" y="25287"/>
                  </a:cubicBezTo>
                  <a:cubicBezTo>
                    <a:pt x="7713" y="20613"/>
                    <a:pt x="5788" y="16137"/>
                    <a:pt x="2367" y="12952"/>
                  </a:cubicBezTo>
                  <a:cubicBezTo>
                    <a:pt x="163" y="10861"/>
                    <a:pt x="-567" y="7649"/>
                    <a:pt x="517" y="4811"/>
                  </a:cubicBezTo>
                  <a:cubicBezTo>
                    <a:pt x="1668" y="1929"/>
                    <a:pt x="4445" y="29"/>
                    <a:pt x="7548" y="0"/>
                  </a:cubicBezTo>
                  <a:lnTo>
                    <a:pt x="123745" y="0"/>
                  </a:lnTo>
                  <a:cubicBezTo>
                    <a:pt x="126391" y="-2"/>
                    <a:pt x="128836" y="1409"/>
                    <a:pt x="130159" y="3701"/>
                  </a:cubicBezTo>
                  <a:cubicBezTo>
                    <a:pt x="131503" y="6029"/>
                    <a:pt x="131503" y="8897"/>
                    <a:pt x="130159" y="11225"/>
                  </a:cubicBezTo>
                  <a:cubicBezTo>
                    <a:pt x="127655" y="15488"/>
                    <a:pt x="126334" y="20343"/>
                    <a:pt x="126335" y="25287"/>
                  </a:cubicBezTo>
                  <a:cubicBezTo>
                    <a:pt x="126352" y="30229"/>
                    <a:pt x="127671" y="35079"/>
                    <a:pt x="130159" y="39349"/>
                  </a:cubicBezTo>
                  <a:cubicBezTo>
                    <a:pt x="131507" y="41632"/>
                    <a:pt x="131507" y="44467"/>
                    <a:pt x="130159" y="46750"/>
                  </a:cubicBezTo>
                  <a:cubicBezTo>
                    <a:pt x="128875" y="49080"/>
                    <a:pt x="126405" y="50506"/>
                    <a:pt x="123745" y="50451"/>
                  </a:cubicBezTo>
                  <a:close/>
                  <a:moveTo>
                    <a:pt x="20870" y="35525"/>
                  </a:moveTo>
                  <a:lnTo>
                    <a:pt x="113383" y="35525"/>
                  </a:lnTo>
                  <a:cubicBezTo>
                    <a:pt x="112541" y="32178"/>
                    <a:pt x="112126" y="28738"/>
                    <a:pt x="112150" y="25287"/>
                  </a:cubicBezTo>
                  <a:cubicBezTo>
                    <a:pt x="112126" y="21836"/>
                    <a:pt x="112541" y="18396"/>
                    <a:pt x="113383" y="15049"/>
                  </a:cubicBezTo>
                  <a:lnTo>
                    <a:pt x="20870" y="15049"/>
                  </a:lnTo>
                  <a:cubicBezTo>
                    <a:pt x="23173" y="21680"/>
                    <a:pt x="23173" y="28894"/>
                    <a:pt x="20870" y="3552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F7A0902-6D2A-AB4C-A972-18EE1782D276}"/>
                </a:ext>
              </a:extLst>
            </p:cNvPr>
            <p:cNvSpPr/>
            <p:nvPr/>
          </p:nvSpPr>
          <p:spPr>
            <a:xfrm>
              <a:off x="6244369" y="2385445"/>
              <a:ext cx="124339" cy="69208"/>
            </a:xfrm>
            <a:custGeom>
              <a:avLst/>
              <a:gdLst>
                <a:gd name="connsiteX0" fmla="*/ 61676 w 124339"/>
                <a:gd name="connsiteY0" fmla="*/ 69200 h 69208"/>
                <a:gd name="connsiteX1" fmla="*/ 0 w 124339"/>
                <a:gd name="connsiteY1" fmla="*/ 7524 h 69208"/>
                <a:gd name="connsiteX2" fmla="*/ 7524 w 124339"/>
                <a:gd name="connsiteY2" fmla="*/ 0 h 69208"/>
                <a:gd name="connsiteX3" fmla="*/ 116937 w 124339"/>
                <a:gd name="connsiteY3" fmla="*/ 0 h 69208"/>
                <a:gd name="connsiteX4" fmla="*/ 124339 w 124339"/>
                <a:gd name="connsiteY4" fmla="*/ 7400 h 69208"/>
                <a:gd name="connsiteX5" fmla="*/ 124338 w 124339"/>
                <a:gd name="connsiteY5" fmla="*/ 7524 h 69208"/>
                <a:gd name="connsiteX6" fmla="*/ 62670 w 124339"/>
                <a:gd name="connsiteY6" fmla="*/ 69208 h 69208"/>
                <a:gd name="connsiteX7" fmla="*/ 61676 w 124339"/>
                <a:gd name="connsiteY7" fmla="*/ 69200 h 69208"/>
                <a:gd name="connsiteX8" fmla="*/ 15172 w 124339"/>
                <a:gd name="connsiteY8" fmla="*/ 14555 h 69208"/>
                <a:gd name="connsiteX9" fmla="*/ 69408 w 124339"/>
                <a:gd name="connsiteY9" fmla="*/ 53573 h 69208"/>
                <a:gd name="connsiteX10" fmla="*/ 108426 w 124339"/>
                <a:gd name="connsiteY10" fmla="*/ 14555 h 6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339" h="69208">
                  <a:moveTo>
                    <a:pt x="61676" y="69200"/>
                  </a:moveTo>
                  <a:cubicBezTo>
                    <a:pt x="27613" y="69200"/>
                    <a:pt x="0" y="41587"/>
                    <a:pt x="0" y="7524"/>
                  </a:cubicBezTo>
                  <a:cubicBezTo>
                    <a:pt x="0" y="3369"/>
                    <a:pt x="3369" y="0"/>
                    <a:pt x="7524" y="0"/>
                  </a:cubicBezTo>
                  <a:lnTo>
                    <a:pt x="116937" y="0"/>
                  </a:lnTo>
                  <a:cubicBezTo>
                    <a:pt x="121025" y="-1"/>
                    <a:pt x="124339" y="3313"/>
                    <a:pt x="124339" y="7400"/>
                  </a:cubicBezTo>
                  <a:cubicBezTo>
                    <a:pt x="124339" y="7442"/>
                    <a:pt x="124339" y="7483"/>
                    <a:pt x="124338" y="7524"/>
                  </a:cubicBezTo>
                  <a:cubicBezTo>
                    <a:pt x="124343" y="41587"/>
                    <a:pt x="96733" y="69204"/>
                    <a:pt x="62670" y="69208"/>
                  </a:cubicBezTo>
                  <a:cubicBezTo>
                    <a:pt x="62339" y="69208"/>
                    <a:pt x="62007" y="69205"/>
                    <a:pt x="61676" y="69200"/>
                  </a:cubicBezTo>
                  <a:close/>
                  <a:moveTo>
                    <a:pt x="15172" y="14555"/>
                  </a:moveTo>
                  <a:cubicBezTo>
                    <a:pt x="19374" y="40307"/>
                    <a:pt x="43657" y="57776"/>
                    <a:pt x="69408" y="53573"/>
                  </a:cubicBezTo>
                  <a:cubicBezTo>
                    <a:pt x="89447" y="50303"/>
                    <a:pt x="105156" y="34595"/>
                    <a:pt x="108426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A30FAF0-7F25-D447-AF51-843641C333F3}"/>
                </a:ext>
              </a:extLst>
            </p:cNvPr>
            <p:cNvSpPr/>
            <p:nvPr/>
          </p:nvSpPr>
          <p:spPr>
            <a:xfrm>
              <a:off x="6243946" y="2265914"/>
              <a:ext cx="124297" cy="134086"/>
            </a:xfrm>
            <a:custGeom>
              <a:avLst/>
              <a:gdLst>
                <a:gd name="connsiteX0" fmla="*/ 116867 w 124297"/>
                <a:gd name="connsiteY0" fmla="*/ 134086 h 134086"/>
                <a:gd name="connsiteX1" fmla="*/ 110082 w 124297"/>
                <a:gd name="connsiteY1" fmla="*/ 129646 h 134086"/>
                <a:gd name="connsiteX2" fmla="*/ 62099 w 124297"/>
                <a:gd name="connsiteY2" fmla="*/ 24674 h 134086"/>
                <a:gd name="connsiteX3" fmla="*/ 14238 w 124297"/>
                <a:gd name="connsiteY3" fmla="*/ 129522 h 134086"/>
                <a:gd name="connsiteX4" fmla="*/ 4370 w 124297"/>
                <a:gd name="connsiteY4" fmla="*/ 133223 h 134086"/>
                <a:gd name="connsiteX5" fmla="*/ 670 w 124297"/>
                <a:gd name="connsiteY5" fmla="*/ 123355 h 134086"/>
                <a:gd name="connsiteX6" fmla="*/ 55314 w 124297"/>
                <a:gd name="connsiteY6" fmla="*/ 3704 h 134086"/>
                <a:gd name="connsiteX7" fmla="*/ 62099 w 124297"/>
                <a:gd name="connsiteY7" fmla="*/ 4 h 134086"/>
                <a:gd name="connsiteX8" fmla="*/ 68883 w 124297"/>
                <a:gd name="connsiteY8" fmla="*/ 4321 h 134086"/>
                <a:gd name="connsiteX9" fmla="*/ 123651 w 124297"/>
                <a:gd name="connsiteY9" fmla="*/ 123355 h 134086"/>
                <a:gd name="connsiteX10" fmla="*/ 119951 w 124297"/>
                <a:gd name="connsiteY10" fmla="*/ 133223 h 134086"/>
                <a:gd name="connsiteX11" fmla="*/ 116867 w 124297"/>
                <a:gd name="connsiteY11" fmla="*/ 134086 h 13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97" h="134086">
                  <a:moveTo>
                    <a:pt x="116867" y="134086"/>
                  </a:moveTo>
                  <a:cubicBezTo>
                    <a:pt x="113933" y="134056"/>
                    <a:pt x="111285" y="132322"/>
                    <a:pt x="110082" y="129646"/>
                  </a:cubicBezTo>
                  <a:lnTo>
                    <a:pt x="62099" y="24674"/>
                  </a:lnTo>
                  <a:lnTo>
                    <a:pt x="14238" y="129522"/>
                  </a:lnTo>
                  <a:cubicBezTo>
                    <a:pt x="12535" y="133269"/>
                    <a:pt x="8117" y="134926"/>
                    <a:pt x="4370" y="133223"/>
                  </a:cubicBezTo>
                  <a:cubicBezTo>
                    <a:pt x="623" y="131520"/>
                    <a:pt x="-1033" y="127102"/>
                    <a:pt x="670" y="123355"/>
                  </a:cubicBezTo>
                  <a:lnTo>
                    <a:pt x="55314" y="3704"/>
                  </a:lnTo>
                  <a:cubicBezTo>
                    <a:pt x="56740" y="1335"/>
                    <a:pt x="59335" y="-80"/>
                    <a:pt x="62099" y="4"/>
                  </a:cubicBezTo>
                  <a:cubicBezTo>
                    <a:pt x="65004" y="12"/>
                    <a:pt x="67645" y="1693"/>
                    <a:pt x="68883" y="4321"/>
                  </a:cubicBezTo>
                  <a:lnTo>
                    <a:pt x="123651" y="123355"/>
                  </a:lnTo>
                  <a:cubicBezTo>
                    <a:pt x="125312" y="127103"/>
                    <a:pt x="123666" y="131491"/>
                    <a:pt x="119951" y="133223"/>
                  </a:cubicBezTo>
                  <a:cubicBezTo>
                    <a:pt x="119003" y="133744"/>
                    <a:pt x="117947" y="134040"/>
                    <a:pt x="116867" y="13408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7CD94CF3-FE52-1346-B7CE-761536E8E072}"/>
                </a:ext>
              </a:extLst>
            </p:cNvPr>
            <p:cNvSpPr/>
            <p:nvPr/>
          </p:nvSpPr>
          <p:spPr>
            <a:xfrm>
              <a:off x="5914158" y="2385445"/>
              <a:ext cx="124338" cy="69208"/>
            </a:xfrm>
            <a:custGeom>
              <a:avLst/>
              <a:gdLst>
                <a:gd name="connsiteX0" fmla="*/ 61676 w 124338"/>
                <a:gd name="connsiteY0" fmla="*/ 69200 h 69208"/>
                <a:gd name="connsiteX1" fmla="*/ 0 w 124338"/>
                <a:gd name="connsiteY1" fmla="*/ 7524 h 69208"/>
                <a:gd name="connsiteX2" fmla="*/ 7524 w 124338"/>
                <a:gd name="connsiteY2" fmla="*/ 0 h 69208"/>
                <a:gd name="connsiteX3" fmla="*/ 116814 w 124338"/>
                <a:gd name="connsiteY3" fmla="*/ 0 h 69208"/>
                <a:gd name="connsiteX4" fmla="*/ 124338 w 124338"/>
                <a:gd name="connsiteY4" fmla="*/ 7524 h 69208"/>
                <a:gd name="connsiteX5" fmla="*/ 62670 w 124338"/>
                <a:gd name="connsiteY5" fmla="*/ 69208 h 69208"/>
                <a:gd name="connsiteX6" fmla="*/ 61676 w 124338"/>
                <a:gd name="connsiteY6" fmla="*/ 69200 h 69208"/>
                <a:gd name="connsiteX7" fmla="*/ 15542 w 124338"/>
                <a:gd name="connsiteY7" fmla="*/ 14555 h 69208"/>
                <a:gd name="connsiteX8" fmla="*/ 69778 w 124338"/>
                <a:gd name="connsiteY8" fmla="*/ 53573 h 69208"/>
                <a:gd name="connsiteX9" fmla="*/ 108796 w 124338"/>
                <a:gd name="connsiteY9" fmla="*/ 14555 h 6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338" h="69208">
                  <a:moveTo>
                    <a:pt x="61676" y="69200"/>
                  </a:moveTo>
                  <a:cubicBezTo>
                    <a:pt x="27613" y="69200"/>
                    <a:pt x="0" y="41587"/>
                    <a:pt x="0" y="7524"/>
                  </a:cubicBezTo>
                  <a:cubicBezTo>
                    <a:pt x="0" y="3369"/>
                    <a:pt x="3369" y="0"/>
                    <a:pt x="7524" y="0"/>
                  </a:cubicBezTo>
                  <a:lnTo>
                    <a:pt x="116814" y="0"/>
                  </a:lnTo>
                  <a:cubicBezTo>
                    <a:pt x="120969" y="0"/>
                    <a:pt x="124338" y="3369"/>
                    <a:pt x="124338" y="7524"/>
                  </a:cubicBezTo>
                  <a:cubicBezTo>
                    <a:pt x="124343" y="41587"/>
                    <a:pt x="96733" y="69204"/>
                    <a:pt x="62670" y="69208"/>
                  </a:cubicBezTo>
                  <a:cubicBezTo>
                    <a:pt x="62339" y="69208"/>
                    <a:pt x="62007" y="69205"/>
                    <a:pt x="61676" y="69200"/>
                  </a:cubicBezTo>
                  <a:close/>
                  <a:moveTo>
                    <a:pt x="15542" y="14555"/>
                  </a:moveTo>
                  <a:cubicBezTo>
                    <a:pt x="19745" y="40307"/>
                    <a:pt x="44027" y="57776"/>
                    <a:pt x="69778" y="53573"/>
                  </a:cubicBezTo>
                  <a:cubicBezTo>
                    <a:pt x="89817" y="50303"/>
                    <a:pt x="105526" y="34595"/>
                    <a:pt x="108796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C0AE61DE-0DF4-C840-A809-6901D2E9C86C}"/>
                </a:ext>
              </a:extLst>
            </p:cNvPr>
            <p:cNvSpPr/>
            <p:nvPr/>
          </p:nvSpPr>
          <p:spPr>
            <a:xfrm>
              <a:off x="5913671" y="2265346"/>
              <a:ext cx="124436" cy="134654"/>
            </a:xfrm>
            <a:custGeom>
              <a:avLst/>
              <a:gdLst>
                <a:gd name="connsiteX0" fmla="*/ 117300 w 124436"/>
                <a:gd name="connsiteY0" fmla="*/ 134654 h 134654"/>
                <a:gd name="connsiteX1" fmla="*/ 110515 w 124436"/>
                <a:gd name="connsiteY1" fmla="*/ 130214 h 134654"/>
                <a:gd name="connsiteX2" fmla="*/ 62162 w 124436"/>
                <a:gd name="connsiteY2" fmla="*/ 25242 h 134654"/>
                <a:gd name="connsiteX3" fmla="*/ 14301 w 124436"/>
                <a:gd name="connsiteY3" fmla="*/ 130090 h 134654"/>
                <a:gd name="connsiteX4" fmla="*/ 4327 w 124436"/>
                <a:gd name="connsiteY4" fmla="*/ 133799 h 134654"/>
                <a:gd name="connsiteX5" fmla="*/ 4310 w 124436"/>
                <a:gd name="connsiteY5" fmla="*/ 133791 h 134654"/>
                <a:gd name="connsiteX6" fmla="*/ 609 w 124436"/>
                <a:gd name="connsiteY6" fmla="*/ 123923 h 134654"/>
                <a:gd name="connsiteX7" fmla="*/ 55871 w 124436"/>
                <a:gd name="connsiteY7" fmla="*/ 4272 h 134654"/>
                <a:gd name="connsiteX8" fmla="*/ 65909 w 124436"/>
                <a:gd name="connsiteY8" fmla="*/ 742 h 134654"/>
                <a:gd name="connsiteX9" fmla="*/ 69439 w 124436"/>
                <a:gd name="connsiteY9" fmla="*/ 4272 h 134654"/>
                <a:gd name="connsiteX10" fmla="*/ 123837 w 124436"/>
                <a:gd name="connsiteY10" fmla="*/ 123923 h 134654"/>
                <a:gd name="connsiteX11" fmla="*/ 119748 w 124436"/>
                <a:gd name="connsiteY11" fmla="*/ 133936 h 134654"/>
                <a:gd name="connsiteX12" fmla="*/ 116930 w 124436"/>
                <a:gd name="connsiteY12" fmla="*/ 134531 h 13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436" h="134654">
                  <a:moveTo>
                    <a:pt x="117300" y="134654"/>
                  </a:moveTo>
                  <a:cubicBezTo>
                    <a:pt x="114375" y="134593"/>
                    <a:pt x="111742" y="132870"/>
                    <a:pt x="110515" y="130214"/>
                  </a:cubicBezTo>
                  <a:lnTo>
                    <a:pt x="62162" y="25242"/>
                  </a:lnTo>
                  <a:lnTo>
                    <a:pt x="14301" y="130090"/>
                  </a:lnTo>
                  <a:cubicBezTo>
                    <a:pt x="12571" y="133869"/>
                    <a:pt x="8106" y="135529"/>
                    <a:pt x="4327" y="133799"/>
                  </a:cubicBezTo>
                  <a:cubicBezTo>
                    <a:pt x="4322" y="133796"/>
                    <a:pt x="4316" y="133794"/>
                    <a:pt x="4310" y="133791"/>
                  </a:cubicBezTo>
                  <a:cubicBezTo>
                    <a:pt x="645" y="132012"/>
                    <a:pt x="-982" y="127673"/>
                    <a:pt x="609" y="123923"/>
                  </a:cubicBezTo>
                  <a:lnTo>
                    <a:pt x="55871" y="4272"/>
                  </a:lnTo>
                  <a:cubicBezTo>
                    <a:pt x="57668" y="525"/>
                    <a:pt x="62162" y="-1055"/>
                    <a:pt x="65909" y="742"/>
                  </a:cubicBezTo>
                  <a:cubicBezTo>
                    <a:pt x="67454" y="1483"/>
                    <a:pt x="68699" y="2728"/>
                    <a:pt x="69439" y="4272"/>
                  </a:cubicBezTo>
                  <a:lnTo>
                    <a:pt x="123837" y="123923"/>
                  </a:lnTo>
                  <a:cubicBezTo>
                    <a:pt x="125473" y="127817"/>
                    <a:pt x="123642" y="132300"/>
                    <a:pt x="119748" y="133936"/>
                  </a:cubicBezTo>
                  <a:cubicBezTo>
                    <a:pt x="118855" y="134311"/>
                    <a:pt x="117898" y="134513"/>
                    <a:pt x="116930" y="13453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60" name="Graphic 31">
            <a:extLst>
              <a:ext uri="{FF2B5EF4-FFF2-40B4-BE49-F238E27FC236}">
                <a16:creationId xmlns:a16="http://schemas.microsoft.com/office/drawing/2014/main" id="{3C502767-34C0-5A4E-9DAC-DB8C9001C794}"/>
              </a:ext>
            </a:extLst>
          </p:cNvPr>
          <p:cNvGrpSpPr>
            <a:grpSpLocks noChangeAspect="1"/>
          </p:cNvGrpSpPr>
          <p:nvPr/>
        </p:nvGrpSpPr>
        <p:grpSpPr>
          <a:xfrm>
            <a:off x="4632184" y="4252447"/>
            <a:ext cx="436557" cy="368286"/>
            <a:chOff x="5921630" y="2246501"/>
            <a:chExt cx="436557" cy="368286"/>
          </a:xfrm>
          <a:solidFill>
            <a:srgbClr val="FFFFFF"/>
          </a:solidFill>
        </p:grpSpPr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16827C02-C345-6848-8984-72D05BD090EF}"/>
                </a:ext>
              </a:extLst>
            </p:cNvPr>
            <p:cNvSpPr/>
            <p:nvPr/>
          </p:nvSpPr>
          <p:spPr>
            <a:xfrm>
              <a:off x="5921630" y="2344739"/>
              <a:ext cx="436557" cy="15124"/>
            </a:xfrm>
            <a:custGeom>
              <a:avLst/>
              <a:gdLst>
                <a:gd name="connsiteX0" fmla="*/ 427919 w 436557"/>
                <a:gd name="connsiteY0" fmla="*/ 15062 h 15124"/>
                <a:gd name="connsiteX1" fmla="*/ 8639 w 436557"/>
                <a:gd name="connsiteY1" fmla="*/ 15062 h 15124"/>
                <a:gd name="connsiteX2" fmla="*/ 64 w 436557"/>
                <a:gd name="connsiteY2" fmla="*/ 8529 h 15124"/>
                <a:gd name="connsiteX3" fmla="*/ 6682 w 436557"/>
                <a:gd name="connsiteY3" fmla="*/ 63 h 15124"/>
                <a:gd name="connsiteX4" fmla="*/ 8639 w 436557"/>
                <a:gd name="connsiteY4" fmla="*/ 63 h 15124"/>
                <a:gd name="connsiteX5" fmla="*/ 427919 w 436557"/>
                <a:gd name="connsiteY5" fmla="*/ 63 h 15124"/>
                <a:gd name="connsiteX6" fmla="*/ 436494 w 436557"/>
                <a:gd name="connsiteY6" fmla="*/ 6596 h 15124"/>
                <a:gd name="connsiteX7" fmla="*/ 429876 w 436557"/>
                <a:gd name="connsiteY7" fmla="*/ 15062 h 15124"/>
                <a:gd name="connsiteX8" fmla="*/ 427919 w 436557"/>
                <a:gd name="connsiteY8" fmla="*/ 15062 h 1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6557" h="15124">
                  <a:moveTo>
                    <a:pt x="427919" y="15062"/>
                  </a:moveTo>
                  <a:lnTo>
                    <a:pt x="8639" y="15062"/>
                  </a:lnTo>
                  <a:cubicBezTo>
                    <a:pt x="4444" y="15596"/>
                    <a:pt x="604" y="12671"/>
                    <a:pt x="64" y="8529"/>
                  </a:cubicBezTo>
                  <a:cubicBezTo>
                    <a:pt x="-477" y="4387"/>
                    <a:pt x="2486" y="596"/>
                    <a:pt x="6682" y="63"/>
                  </a:cubicBezTo>
                  <a:cubicBezTo>
                    <a:pt x="7332" y="-20"/>
                    <a:pt x="7990" y="-20"/>
                    <a:pt x="8639" y="63"/>
                  </a:cubicBezTo>
                  <a:lnTo>
                    <a:pt x="427919" y="63"/>
                  </a:lnTo>
                  <a:cubicBezTo>
                    <a:pt x="432114" y="-471"/>
                    <a:pt x="435954" y="2454"/>
                    <a:pt x="436494" y="6596"/>
                  </a:cubicBezTo>
                  <a:cubicBezTo>
                    <a:pt x="437035" y="10738"/>
                    <a:pt x="434072" y="14528"/>
                    <a:pt x="429876" y="15062"/>
                  </a:cubicBezTo>
                  <a:cubicBezTo>
                    <a:pt x="429226" y="15145"/>
                    <a:pt x="428568" y="15145"/>
                    <a:pt x="427919" y="15062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2DC6C91F-BF4A-9D4E-B6FC-56186D776392}"/>
                </a:ext>
              </a:extLst>
            </p:cNvPr>
            <p:cNvSpPr/>
            <p:nvPr/>
          </p:nvSpPr>
          <p:spPr>
            <a:xfrm>
              <a:off x="5968694" y="2246501"/>
              <a:ext cx="109999" cy="68178"/>
            </a:xfrm>
            <a:custGeom>
              <a:avLst/>
              <a:gdLst>
                <a:gd name="connsiteX0" fmla="*/ 79486 w 109999"/>
                <a:gd name="connsiteY0" fmla="*/ 68178 h 68178"/>
                <a:gd name="connsiteX1" fmla="*/ 30514 w 109999"/>
                <a:gd name="connsiteY1" fmla="*/ 68178 h 68178"/>
                <a:gd name="connsiteX2" fmla="*/ 0 w 109999"/>
                <a:gd name="connsiteY2" fmla="*/ 38304 h 68178"/>
                <a:gd name="connsiteX3" fmla="*/ 0 w 109999"/>
                <a:gd name="connsiteY3" fmla="*/ 38180 h 68178"/>
                <a:gd name="connsiteX4" fmla="*/ 0 w 109999"/>
                <a:gd name="connsiteY4" fmla="*/ 29998 h 68178"/>
                <a:gd name="connsiteX5" fmla="*/ 30514 w 109999"/>
                <a:gd name="connsiteY5" fmla="*/ 0 h 68178"/>
                <a:gd name="connsiteX6" fmla="*/ 79486 w 109999"/>
                <a:gd name="connsiteY6" fmla="*/ 0 h 68178"/>
                <a:gd name="connsiteX7" fmla="*/ 110000 w 109999"/>
                <a:gd name="connsiteY7" fmla="*/ 29998 h 68178"/>
                <a:gd name="connsiteX8" fmla="*/ 110000 w 109999"/>
                <a:gd name="connsiteY8" fmla="*/ 38180 h 68178"/>
                <a:gd name="connsiteX9" fmla="*/ 79612 w 109999"/>
                <a:gd name="connsiteY9" fmla="*/ 68178 h 68178"/>
                <a:gd name="connsiteX10" fmla="*/ 79486 w 109999"/>
                <a:gd name="connsiteY10" fmla="*/ 68178 h 68178"/>
                <a:gd name="connsiteX11" fmla="*/ 30514 w 109999"/>
                <a:gd name="connsiteY11" fmla="*/ 14999 h 68178"/>
                <a:gd name="connsiteX12" fmla="*/ 15194 w 109999"/>
                <a:gd name="connsiteY12" fmla="*/ 29998 h 68178"/>
                <a:gd name="connsiteX13" fmla="*/ 15194 w 109999"/>
                <a:gd name="connsiteY13" fmla="*/ 38180 h 68178"/>
                <a:gd name="connsiteX14" fmla="*/ 30514 w 109999"/>
                <a:gd name="connsiteY14" fmla="*/ 53179 h 68178"/>
                <a:gd name="connsiteX15" fmla="*/ 79486 w 109999"/>
                <a:gd name="connsiteY15" fmla="*/ 53179 h 68178"/>
                <a:gd name="connsiteX16" fmla="*/ 94806 w 109999"/>
                <a:gd name="connsiteY16" fmla="*/ 38180 h 68178"/>
                <a:gd name="connsiteX17" fmla="*/ 94806 w 109999"/>
                <a:gd name="connsiteY17" fmla="*/ 29998 h 68178"/>
                <a:gd name="connsiteX18" fmla="*/ 79486 w 109999"/>
                <a:gd name="connsiteY18" fmla="*/ 14999 h 6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999" h="68178">
                  <a:moveTo>
                    <a:pt x="79486" y="68178"/>
                  </a:moveTo>
                  <a:lnTo>
                    <a:pt x="30514" y="68178"/>
                  </a:lnTo>
                  <a:cubicBezTo>
                    <a:pt x="13731" y="68247"/>
                    <a:pt x="70" y="54872"/>
                    <a:pt x="0" y="38304"/>
                  </a:cubicBezTo>
                  <a:cubicBezTo>
                    <a:pt x="0" y="38263"/>
                    <a:pt x="0" y="38221"/>
                    <a:pt x="0" y="38180"/>
                  </a:cubicBezTo>
                  <a:lnTo>
                    <a:pt x="0" y="29998"/>
                  </a:lnTo>
                  <a:cubicBezTo>
                    <a:pt x="69" y="13411"/>
                    <a:pt x="13710" y="0"/>
                    <a:pt x="30514" y="0"/>
                  </a:cubicBezTo>
                  <a:lnTo>
                    <a:pt x="79486" y="0"/>
                  </a:lnTo>
                  <a:cubicBezTo>
                    <a:pt x="96289" y="0"/>
                    <a:pt x="109930" y="13411"/>
                    <a:pt x="110000" y="29998"/>
                  </a:cubicBezTo>
                  <a:lnTo>
                    <a:pt x="110000" y="38180"/>
                  </a:lnTo>
                  <a:cubicBezTo>
                    <a:pt x="110000" y="54747"/>
                    <a:pt x="96395" y="68178"/>
                    <a:pt x="79612" y="68178"/>
                  </a:cubicBezTo>
                  <a:cubicBezTo>
                    <a:pt x="79570" y="68178"/>
                    <a:pt x="79528" y="68178"/>
                    <a:pt x="79486" y="68178"/>
                  </a:cubicBezTo>
                  <a:close/>
                  <a:moveTo>
                    <a:pt x="30514" y="14999"/>
                  </a:moveTo>
                  <a:cubicBezTo>
                    <a:pt x="22102" y="14999"/>
                    <a:pt x="15263" y="21695"/>
                    <a:pt x="15194" y="29998"/>
                  </a:cubicBezTo>
                  <a:lnTo>
                    <a:pt x="15194" y="38180"/>
                  </a:lnTo>
                  <a:cubicBezTo>
                    <a:pt x="15263" y="46484"/>
                    <a:pt x="22102" y="53179"/>
                    <a:pt x="30514" y="53179"/>
                  </a:cubicBezTo>
                  <a:lnTo>
                    <a:pt x="79486" y="53179"/>
                  </a:lnTo>
                  <a:cubicBezTo>
                    <a:pt x="87898" y="53179"/>
                    <a:pt x="94737" y="46484"/>
                    <a:pt x="94806" y="38180"/>
                  </a:cubicBezTo>
                  <a:lnTo>
                    <a:pt x="94806" y="29998"/>
                  </a:lnTo>
                  <a:cubicBezTo>
                    <a:pt x="94737" y="21695"/>
                    <a:pt x="87898" y="14999"/>
                    <a:pt x="79486" y="149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17CC4FAA-A6E9-6144-84E8-6BDDA218F813}"/>
                </a:ext>
              </a:extLst>
            </p:cNvPr>
            <p:cNvSpPr/>
            <p:nvPr/>
          </p:nvSpPr>
          <p:spPr>
            <a:xfrm>
              <a:off x="6200748" y="2246502"/>
              <a:ext cx="110250" cy="68178"/>
            </a:xfrm>
            <a:custGeom>
              <a:avLst/>
              <a:gdLst>
                <a:gd name="connsiteX0" fmla="*/ 79863 w 110250"/>
                <a:gd name="connsiteY0" fmla="*/ 68178 h 68178"/>
                <a:gd name="connsiteX1" fmla="*/ 30388 w 110250"/>
                <a:gd name="connsiteY1" fmla="*/ 68178 h 68178"/>
                <a:gd name="connsiteX2" fmla="*/ 0 w 110250"/>
                <a:gd name="connsiteY2" fmla="*/ 38180 h 68178"/>
                <a:gd name="connsiteX3" fmla="*/ 0 w 110250"/>
                <a:gd name="connsiteY3" fmla="*/ 29998 h 68178"/>
                <a:gd name="connsiteX4" fmla="*/ 30388 w 110250"/>
                <a:gd name="connsiteY4" fmla="*/ 0 h 68178"/>
                <a:gd name="connsiteX5" fmla="*/ 79863 w 110250"/>
                <a:gd name="connsiteY5" fmla="*/ 0 h 68178"/>
                <a:gd name="connsiteX6" fmla="*/ 110251 w 110250"/>
                <a:gd name="connsiteY6" fmla="*/ 29998 h 68178"/>
                <a:gd name="connsiteX7" fmla="*/ 110251 w 110250"/>
                <a:gd name="connsiteY7" fmla="*/ 38180 h 68178"/>
                <a:gd name="connsiteX8" fmla="*/ 79863 w 110250"/>
                <a:gd name="connsiteY8" fmla="*/ 68178 h 68178"/>
                <a:gd name="connsiteX9" fmla="*/ 30388 w 110250"/>
                <a:gd name="connsiteY9" fmla="*/ 14999 h 68178"/>
                <a:gd name="connsiteX10" fmla="*/ 15194 w 110250"/>
                <a:gd name="connsiteY10" fmla="*/ 29998 h 68178"/>
                <a:gd name="connsiteX11" fmla="*/ 15194 w 110250"/>
                <a:gd name="connsiteY11" fmla="*/ 38180 h 68178"/>
                <a:gd name="connsiteX12" fmla="*/ 30388 w 110250"/>
                <a:gd name="connsiteY12" fmla="*/ 53179 h 68178"/>
                <a:gd name="connsiteX13" fmla="*/ 79863 w 110250"/>
                <a:gd name="connsiteY13" fmla="*/ 53179 h 68178"/>
                <a:gd name="connsiteX14" fmla="*/ 95057 w 110250"/>
                <a:gd name="connsiteY14" fmla="*/ 38180 h 68178"/>
                <a:gd name="connsiteX15" fmla="*/ 95057 w 110250"/>
                <a:gd name="connsiteY15" fmla="*/ 29998 h 68178"/>
                <a:gd name="connsiteX16" fmla="*/ 79863 w 110250"/>
                <a:gd name="connsiteY16" fmla="*/ 14999 h 6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250" h="68178">
                  <a:moveTo>
                    <a:pt x="79863" y="68178"/>
                  </a:moveTo>
                  <a:lnTo>
                    <a:pt x="30388" y="68178"/>
                  </a:lnTo>
                  <a:cubicBezTo>
                    <a:pt x="13605" y="68178"/>
                    <a:pt x="0" y="54747"/>
                    <a:pt x="0" y="38180"/>
                  </a:cubicBezTo>
                  <a:lnTo>
                    <a:pt x="0" y="29998"/>
                  </a:lnTo>
                  <a:cubicBezTo>
                    <a:pt x="69" y="13459"/>
                    <a:pt x="13634" y="68"/>
                    <a:pt x="30388" y="0"/>
                  </a:cubicBezTo>
                  <a:lnTo>
                    <a:pt x="79863" y="0"/>
                  </a:lnTo>
                  <a:cubicBezTo>
                    <a:pt x="96646" y="0"/>
                    <a:pt x="110251" y="13431"/>
                    <a:pt x="110251" y="29998"/>
                  </a:cubicBezTo>
                  <a:lnTo>
                    <a:pt x="110251" y="38180"/>
                  </a:lnTo>
                  <a:cubicBezTo>
                    <a:pt x="110251" y="54747"/>
                    <a:pt x="96646" y="68178"/>
                    <a:pt x="79863" y="68178"/>
                  </a:cubicBezTo>
                  <a:close/>
                  <a:moveTo>
                    <a:pt x="30388" y="14999"/>
                  </a:moveTo>
                  <a:cubicBezTo>
                    <a:pt x="22025" y="15067"/>
                    <a:pt x="15262" y="21743"/>
                    <a:pt x="15194" y="29998"/>
                  </a:cubicBezTo>
                  <a:lnTo>
                    <a:pt x="15194" y="38180"/>
                  </a:lnTo>
                  <a:cubicBezTo>
                    <a:pt x="15194" y="46464"/>
                    <a:pt x="21997" y="53179"/>
                    <a:pt x="30388" y="53179"/>
                  </a:cubicBezTo>
                  <a:lnTo>
                    <a:pt x="79863" y="53179"/>
                  </a:lnTo>
                  <a:cubicBezTo>
                    <a:pt x="88254" y="53179"/>
                    <a:pt x="95057" y="46464"/>
                    <a:pt x="95057" y="38180"/>
                  </a:cubicBezTo>
                  <a:lnTo>
                    <a:pt x="95057" y="29998"/>
                  </a:lnTo>
                  <a:cubicBezTo>
                    <a:pt x="95057" y="21715"/>
                    <a:pt x="88254" y="14999"/>
                    <a:pt x="79863" y="149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21A8CD51-C61C-B94C-9F94-A75F2D605336}"/>
                </a:ext>
              </a:extLst>
            </p:cNvPr>
            <p:cNvSpPr/>
            <p:nvPr/>
          </p:nvSpPr>
          <p:spPr>
            <a:xfrm>
              <a:off x="5922609" y="2277120"/>
              <a:ext cx="434598" cy="337667"/>
            </a:xfrm>
            <a:custGeom>
              <a:avLst/>
              <a:gdLst>
                <a:gd name="connsiteX0" fmla="*/ 408480 w 434598"/>
                <a:gd name="connsiteY0" fmla="*/ 337668 h 337667"/>
                <a:gd name="connsiteX1" fmla="*/ 26119 w 434598"/>
                <a:gd name="connsiteY1" fmla="*/ 337668 h 337667"/>
                <a:gd name="connsiteX2" fmla="*/ 0 w 434598"/>
                <a:gd name="connsiteY2" fmla="*/ 311884 h 337667"/>
                <a:gd name="connsiteX3" fmla="*/ 0 w 434598"/>
                <a:gd name="connsiteY3" fmla="*/ 25908 h 337667"/>
                <a:gd name="connsiteX4" fmla="*/ 26119 w 434598"/>
                <a:gd name="connsiteY4" fmla="*/ 0 h 337667"/>
                <a:gd name="connsiteX5" fmla="*/ 53744 w 434598"/>
                <a:gd name="connsiteY5" fmla="*/ 0 h 337667"/>
                <a:gd name="connsiteX6" fmla="*/ 61279 w 434598"/>
                <a:gd name="connsiteY6" fmla="*/ 7437 h 337667"/>
                <a:gd name="connsiteX7" fmla="*/ 61278 w 434598"/>
                <a:gd name="connsiteY7" fmla="*/ 7562 h 337667"/>
                <a:gd name="connsiteX8" fmla="*/ 76598 w 434598"/>
                <a:gd name="connsiteY8" fmla="*/ 22561 h 337667"/>
                <a:gd name="connsiteX9" fmla="*/ 125570 w 434598"/>
                <a:gd name="connsiteY9" fmla="*/ 22561 h 337667"/>
                <a:gd name="connsiteX10" fmla="*/ 140890 w 434598"/>
                <a:gd name="connsiteY10" fmla="*/ 7562 h 337667"/>
                <a:gd name="connsiteX11" fmla="*/ 148297 w 434598"/>
                <a:gd name="connsiteY11" fmla="*/ 1 h 337667"/>
                <a:gd name="connsiteX12" fmla="*/ 148424 w 434598"/>
                <a:gd name="connsiteY12" fmla="*/ 0 h 337667"/>
                <a:gd name="connsiteX13" fmla="*/ 285798 w 434598"/>
                <a:gd name="connsiteY13" fmla="*/ 0 h 337667"/>
                <a:gd name="connsiteX14" fmla="*/ 293333 w 434598"/>
                <a:gd name="connsiteY14" fmla="*/ 7437 h 337667"/>
                <a:gd name="connsiteX15" fmla="*/ 293332 w 434598"/>
                <a:gd name="connsiteY15" fmla="*/ 7562 h 337667"/>
                <a:gd name="connsiteX16" fmla="*/ 308526 w 434598"/>
                <a:gd name="connsiteY16" fmla="*/ 22561 h 337667"/>
                <a:gd name="connsiteX17" fmla="*/ 358001 w 434598"/>
                <a:gd name="connsiteY17" fmla="*/ 22561 h 337667"/>
                <a:gd name="connsiteX18" fmla="*/ 373195 w 434598"/>
                <a:gd name="connsiteY18" fmla="*/ 7562 h 337667"/>
                <a:gd name="connsiteX19" fmla="*/ 380855 w 434598"/>
                <a:gd name="connsiteY19" fmla="*/ 0 h 337667"/>
                <a:gd name="connsiteX20" fmla="*/ 408480 w 434598"/>
                <a:gd name="connsiteY20" fmla="*/ 0 h 337667"/>
                <a:gd name="connsiteX21" fmla="*/ 434599 w 434598"/>
                <a:gd name="connsiteY21" fmla="*/ 25908 h 337667"/>
                <a:gd name="connsiteX22" fmla="*/ 434599 w 434598"/>
                <a:gd name="connsiteY22" fmla="*/ 311884 h 337667"/>
                <a:gd name="connsiteX23" fmla="*/ 408480 w 434598"/>
                <a:gd name="connsiteY23" fmla="*/ 337668 h 337667"/>
                <a:gd name="connsiteX24" fmla="*/ 26119 w 434598"/>
                <a:gd name="connsiteY24" fmla="*/ 15123 h 337667"/>
                <a:gd name="connsiteX25" fmla="*/ 15194 w 434598"/>
                <a:gd name="connsiteY25" fmla="*/ 25908 h 337667"/>
                <a:gd name="connsiteX26" fmla="*/ 15194 w 434598"/>
                <a:gd name="connsiteY26" fmla="*/ 311884 h 337667"/>
                <a:gd name="connsiteX27" fmla="*/ 26119 w 434598"/>
                <a:gd name="connsiteY27" fmla="*/ 322669 h 337667"/>
                <a:gd name="connsiteX28" fmla="*/ 408480 w 434598"/>
                <a:gd name="connsiteY28" fmla="*/ 322669 h 337667"/>
                <a:gd name="connsiteX29" fmla="*/ 419405 w 434598"/>
                <a:gd name="connsiteY29" fmla="*/ 311884 h 337667"/>
                <a:gd name="connsiteX30" fmla="*/ 419405 w 434598"/>
                <a:gd name="connsiteY30" fmla="*/ 25908 h 337667"/>
                <a:gd name="connsiteX31" fmla="*/ 408480 w 434598"/>
                <a:gd name="connsiteY31" fmla="*/ 15123 h 337667"/>
                <a:gd name="connsiteX32" fmla="*/ 387510 w 434598"/>
                <a:gd name="connsiteY32" fmla="*/ 15123 h 337667"/>
                <a:gd name="connsiteX33" fmla="*/ 358001 w 434598"/>
                <a:gd name="connsiteY33" fmla="*/ 37560 h 337667"/>
                <a:gd name="connsiteX34" fmla="*/ 308526 w 434598"/>
                <a:gd name="connsiteY34" fmla="*/ 37560 h 337667"/>
                <a:gd name="connsiteX35" fmla="*/ 279143 w 434598"/>
                <a:gd name="connsiteY35" fmla="*/ 15123 h 337667"/>
                <a:gd name="connsiteX36" fmla="*/ 155456 w 434598"/>
                <a:gd name="connsiteY36" fmla="*/ 15123 h 337667"/>
                <a:gd name="connsiteX37" fmla="*/ 125570 w 434598"/>
                <a:gd name="connsiteY37" fmla="*/ 37560 h 337667"/>
                <a:gd name="connsiteX38" fmla="*/ 76598 w 434598"/>
                <a:gd name="connsiteY38" fmla="*/ 37560 h 337667"/>
                <a:gd name="connsiteX39" fmla="*/ 47089 w 434598"/>
                <a:gd name="connsiteY39" fmla="*/ 15123 h 33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4598" h="337667">
                  <a:moveTo>
                    <a:pt x="408480" y="337668"/>
                  </a:moveTo>
                  <a:lnTo>
                    <a:pt x="26119" y="337668"/>
                  </a:lnTo>
                  <a:cubicBezTo>
                    <a:pt x="11694" y="337668"/>
                    <a:pt x="0" y="326124"/>
                    <a:pt x="0" y="311884"/>
                  </a:cubicBezTo>
                  <a:lnTo>
                    <a:pt x="0" y="25908"/>
                  </a:lnTo>
                  <a:cubicBezTo>
                    <a:pt x="0" y="11648"/>
                    <a:pt x="11673" y="68"/>
                    <a:pt x="26119" y="0"/>
                  </a:cubicBezTo>
                  <a:lnTo>
                    <a:pt x="53744" y="0"/>
                  </a:lnTo>
                  <a:cubicBezTo>
                    <a:pt x="57905" y="-1"/>
                    <a:pt x="61279" y="3329"/>
                    <a:pt x="61279" y="7437"/>
                  </a:cubicBezTo>
                  <a:cubicBezTo>
                    <a:pt x="61279" y="7478"/>
                    <a:pt x="61279" y="7520"/>
                    <a:pt x="61278" y="7562"/>
                  </a:cubicBezTo>
                  <a:cubicBezTo>
                    <a:pt x="61347" y="15865"/>
                    <a:pt x="68186" y="22561"/>
                    <a:pt x="76598" y="22561"/>
                  </a:cubicBezTo>
                  <a:lnTo>
                    <a:pt x="125570" y="22561"/>
                  </a:lnTo>
                  <a:cubicBezTo>
                    <a:pt x="133982" y="22561"/>
                    <a:pt x="140821" y="15865"/>
                    <a:pt x="140890" y="7562"/>
                  </a:cubicBezTo>
                  <a:cubicBezTo>
                    <a:pt x="140821" y="3454"/>
                    <a:pt x="144137" y="69"/>
                    <a:pt x="148297" y="1"/>
                  </a:cubicBezTo>
                  <a:cubicBezTo>
                    <a:pt x="148340" y="0"/>
                    <a:pt x="148382" y="0"/>
                    <a:pt x="148424" y="0"/>
                  </a:cubicBezTo>
                  <a:lnTo>
                    <a:pt x="285798" y="0"/>
                  </a:lnTo>
                  <a:cubicBezTo>
                    <a:pt x="289959" y="-1"/>
                    <a:pt x="293333" y="3329"/>
                    <a:pt x="293333" y="7437"/>
                  </a:cubicBezTo>
                  <a:cubicBezTo>
                    <a:pt x="293333" y="7478"/>
                    <a:pt x="293333" y="7520"/>
                    <a:pt x="293332" y="7562"/>
                  </a:cubicBezTo>
                  <a:cubicBezTo>
                    <a:pt x="293332" y="15845"/>
                    <a:pt x="300135" y="22561"/>
                    <a:pt x="308526" y="22561"/>
                  </a:cubicBezTo>
                  <a:lnTo>
                    <a:pt x="358001" y="22561"/>
                  </a:lnTo>
                  <a:cubicBezTo>
                    <a:pt x="366392" y="22561"/>
                    <a:pt x="373195" y="15845"/>
                    <a:pt x="373195" y="7562"/>
                  </a:cubicBezTo>
                  <a:cubicBezTo>
                    <a:pt x="373195" y="3385"/>
                    <a:pt x="376624" y="0"/>
                    <a:pt x="380855" y="0"/>
                  </a:cubicBezTo>
                  <a:lnTo>
                    <a:pt x="408480" y="0"/>
                  </a:lnTo>
                  <a:cubicBezTo>
                    <a:pt x="422925" y="68"/>
                    <a:pt x="434599" y="11648"/>
                    <a:pt x="434599" y="25908"/>
                  </a:cubicBezTo>
                  <a:lnTo>
                    <a:pt x="434599" y="311884"/>
                  </a:lnTo>
                  <a:cubicBezTo>
                    <a:pt x="434599" y="326124"/>
                    <a:pt x="422905" y="337668"/>
                    <a:pt x="408480" y="337668"/>
                  </a:cubicBezTo>
                  <a:close/>
                  <a:moveTo>
                    <a:pt x="26119" y="15123"/>
                  </a:moveTo>
                  <a:cubicBezTo>
                    <a:pt x="20085" y="15123"/>
                    <a:pt x="15194" y="19952"/>
                    <a:pt x="15194" y="25908"/>
                  </a:cubicBezTo>
                  <a:lnTo>
                    <a:pt x="15194" y="311884"/>
                  </a:lnTo>
                  <a:cubicBezTo>
                    <a:pt x="15194" y="317840"/>
                    <a:pt x="20085" y="322669"/>
                    <a:pt x="26119" y="322669"/>
                  </a:cubicBezTo>
                  <a:lnTo>
                    <a:pt x="408480" y="322669"/>
                  </a:lnTo>
                  <a:cubicBezTo>
                    <a:pt x="414514" y="322669"/>
                    <a:pt x="419405" y="317840"/>
                    <a:pt x="419405" y="311884"/>
                  </a:cubicBezTo>
                  <a:lnTo>
                    <a:pt x="419405" y="25908"/>
                  </a:lnTo>
                  <a:cubicBezTo>
                    <a:pt x="419405" y="19952"/>
                    <a:pt x="414514" y="15123"/>
                    <a:pt x="408480" y="15123"/>
                  </a:cubicBezTo>
                  <a:lnTo>
                    <a:pt x="387510" y="15123"/>
                  </a:lnTo>
                  <a:cubicBezTo>
                    <a:pt x="383975" y="28349"/>
                    <a:pt x="371857" y="37562"/>
                    <a:pt x="358001" y="37560"/>
                  </a:cubicBezTo>
                  <a:lnTo>
                    <a:pt x="308526" y="37560"/>
                  </a:lnTo>
                  <a:cubicBezTo>
                    <a:pt x="294702" y="37550"/>
                    <a:pt x="282627" y="28329"/>
                    <a:pt x="279143" y="15123"/>
                  </a:cubicBezTo>
                  <a:lnTo>
                    <a:pt x="155456" y="15123"/>
                  </a:lnTo>
                  <a:cubicBezTo>
                    <a:pt x="151886" y="28483"/>
                    <a:pt x="139566" y="37733"/>
                    <a:pt x="125570" y="37560"/>
                  </a:cubicBezTo>
                  <a:lnTo>
                    <a:pt x="76598" y="37560"/>
                  </a:lnTo>
                  <a:cubicBezTo>
                    <a:pt x="62742" y="37562"/>
                    <a:pt x="50624" y="28349"/>
                    <a:pt x="47089" y="151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C18CB12B-7832-DE4A-BD26-563DD16DA946}"/>
                </a:ext>
              </a:extLst>
            </p:cNvPr>
            <p:cNvSpPr/>
            <p:nvPr/>
          </p:nvSpPr>
          <p:spPr>
            <a:xfrm>
              <a:off x="5974469" y="2379759"/>
              <a:ext cx="60778" cy="60120"/>
            </a:xfrm>
            <a:custGeom>
              <a:avLst/>
              <a:gdLst>
                <a:gd name="connsiteX0" fmla="*/ 53243 w 60778"/>
                <a:gd name="connsiteY0" fmla="*/ 60121 h 60120"/>
                <a:gd name="connsiteX1" fmla="*/ 7535 w 60778"/>
                <a:gd name="connsiteY1" fmla="*/ 60121 h 60120"/>
                <a:gd name="connsiteX2" fmla="*/ 0 w 60778"/>
                <a:gd name="connsiteY2" fmla="*/ 52684 h 60120"/>
                <a:gd name="connsiteX3" fmla="*/ 1 w 60778"/>
                <a:gd name="connsiteY3" fmla="*/ 52559 h 60120"/>
                <a:gd name="connsiteX4" fmla="*/ 1 w 60778"/>
                <a:gd name="connsiteY4" fmla="*/ 7562 h 60120"/>
                <a:gd name="connsiteX5" fmla="*/ 7409 w 60778"/>
                <a:gd name="connsiteY5" fmla="*/ 1 h 60120"/>
                <a:gd name="connsiteX6" fmla="*/ 7535 w 60778"/>
                <a:gd name="connsiteY6" fmla="*/ 0 h 60120"/>
                <a:gd name="connsiteX7" fmla="*/ 53243 w 60778"/>
                <a:gd name="connsiteY7" fmla="*/ 0 h 60120"/>
                <a:gd name="connsiteX8" fmla="*/ 60778 w 60778"/>
                <a:gd name="connsiteY8" fmla="*/ 7437 h 60120"/>
                <a:gd name="connsiteX9" fmla="*/ 60777 w 60778"/>
                <a:gd name="connsiteY9" fmla="*/ 7562 h 60120"/>
                <a:gd name="connsiteX10" fmla="*/ 60777 w 60778"/>
                <a:gd name="connsiteY10" fmla="*/ 52683 h 60120"/>
                <a:gd name="connsiteX11" fmla="*/ 53243 w 60778"/>
                <a:gd name="connsiteY11" fmla="*/ 60121 h 60120"/>
                <a:gd name="connsiteX12" fmla="*/ 15572 w 60778"/>
                <a:gd name="connsiteY12" fmla="*/ 45122 h 60120"/>
                <a:gd name="connsiteX13" fmla="*/ 45583 w 60778"/>
                <a:gd name="connsiteY13" fmla="*/ 45122 h 60120"/>
                <a:gd name="connsiteX14" fmla="*/ 45583 w 60778"/>
                <a:gd name="connsiteY14" fmla="*/ 15495 h 60120"/>
                <a:gd name="connsiteX15" fmla="*/ 15195 w 60778"/>
                <a:gd name="connsiteY15" fmla="*/ 15495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778" h="60120">
                  <a:moveTo>
                    <a:pt x="53243" y="60121"/>
                  </a:moveTo>
                  <a:lnTo>
                    <a:pt x="7535" y="60121"/>
                  </a:lnTo>
                  <a:cubicBezTo>
                    <a:pt x="3374" y="60121"/>
                    <a:pt x="1" y="56792"/>
                    <a:pt x="0" y="52684"/>
                  </a:cubicBezTo>
                  <a:cubicBezTo>
                    <a:pt x="0" y="52643"/>
                    <a:pt x="0" y="52601"/>
                    <a:pt x="1" y="52559"/>
                  </a:cubicBezTo>
                  <a:lnTo>
                    <a:pt x="1" y="7562"/>
                  </a:lnTo>
                  <a:cubicBezTo>
                    <a:pt x="-68" y="3454"/>
                    <a:pt x="3248" y="69"/>
                    <a:pt x="7409" y="1"/>
                  </a:cubicBezTo>
                  <a:cubicBezTo>
                    <a:pt x="7451" y="0"/>
                    <a:pt x="7493" y="0"/>
                    <a:pt x="7535" y="0"/>
                  </a:cubicBezTo>
                  <a:lnTo>
                    <a:pt x="53243" y="0"/>
                  </a:lnTo>
                  <a:cubicBezTo>
                    <a:pt x="57404" y="-1"/>
                    <a:pt x="60778" y="3329"/>
                    <a:pt x="60778" y="7437"/>
                  </a:cubicBezTo>
                  <a:cubicBezTo>
                    <a:pt x="60778" y="7478"/>
                    <a:pt x="60778" y="7520"/>
                    <a:pt x="60777" y="7562"/>
                  </a:cubicBezTo>
                  <a:lnTo>
                    <a:pt x="60777" y="52683"/>
                  </a:lnTo>
                  <a:cubicBezTo>
                    <a:pt x="60777" y="56791"/>
                    <a:pt x="57404" y="60121"/>
                    <a:pt x="53243" y="60121"/>
                  </a:cubicBezTo>
                  <a:close/>
                  <a:moveTo>
                    <a:pt x="15572" y="45122"/>
                  </a:moveTo>
                  <a:lnTo>
                    <a:pt x="45583" y="45122"/>
                  </a:lnTo>
                  <a:lnTo>
                    <a:pt x="45583" y="15495"/>
                  </a:lnTo>
                  <a:lnTo>
                    <a:pt x="15195" y="15495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1E37158D-9BF4-214D-9B1A-8B5B9FEC9F95}"/>
                </a:ext>
              </a:extLst>
            </p:cNvPr>
            <p:cNvSpPr/>
            <p:nvPr/>
          </p:nvSpPr>
          <p:spPr>
            <a:xfrm>
              <a:off x="6064503" y="2379759"/>
              <a:ext cx="60778" cy="60120"/>
            </a:xfrm>
            <a:custGeom>
              <a:avLst/>
              <a:gdLst>
                <a:gd name="connsiteX0" fmla="*/ 53243 w 60778"/>
                <a:gd name="connsiteY0" fmla="*/ 60121 h 60120"/>
                <a:gd name="connsiteX1" fmla="*/ 7535 w 60778"/>
                <a:gd name="connsiteY1" fmla="*/ 60121 h 60120"/>
                <a:gd name="connsiteX2" fmla="*/ 0 w 60778"/>
                <a:gd name="connsiteY2" fmla="*/ 52684 h 60120"/>
                <a:gd name="connsiteX3" fmla="*/ 1 w 60778"/>
                <a:gd name="connsiteY3" fmla="*/ 52559 h 60120"/>
                <a:gd name="connsiteX4" fmla="*/ 1 w 60778"/>
                <a:gd name="connsiteY4" fmla="*/ 7562 h 60120"/>
                <a:gd name="connsiteX5" fmla="*/ 7409 w 60778"/>
                <a:gd name="connsiteY5" fmla="*/ 1 h 60120"/>
                <a:gd name="connsiteX6" fmla="*/ 7535 w 60778"/>
                <a:gd name="connsiteY6" fmla="*/ 0 h 60120"/>
                <a:gd name="connsiteX7" fmla="*/ 53243 w 60778"/>
                <a:gd name="connsiteY7" fmla="*/ 0 h 60120"/>
                <a:gd name="connsiteX8" fmla="*/ 60778 w 60778"/>
                <a:gd name="connsiteY8" fmla="*/ 7437 h 60120"/>
                <a:gd name="connsiteX9" fmla="*/ 60777 w 60778"/>
                <a:gd name="connsiteY9" fmla="*/ 7562 h 60120"/>
                <a:gd name="connsiteX10" fmla="*/ 60777 w 60778"/>
                <a:gd name="connsiteY10" fmla="*/ 52683 h 60120"/>
                <a:gd name="connsiteX11" fmla="*/ 53243 w 60778"/>
                <a:gd name="connsiteY11" fmla="*/ 60121 h 60120"/>
                <a:gd name="connsiteX12" fmla="*/ 15572 w 60778"/>
                <a:gd name="connsiteY12" fmla="*/ 45122 h 60120"/>
                <a:gd name="connsiteX13" fmla="*/ 45960 w 60778"/>
                <a:gd name="connsiteY13" fmla="*/ 45122 h 60120"/>
                <a:gd name="connsiteX14" fmla="*/ 45960 w 60778"/>
                <a:gd name="connsiteY14" fmla="*/ 15495 h 60120"/>
                <a:gd name="connsiteX15" fmla="*/ 15195 w 60778"/>
                <a:gd name="connsiteY15" fmla="*/ 15495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778" h="60120">
                  <a:moveTo>
                    <a:pt x="53243" y="60121"/>
                  </a:moveTo>
                  <a:lnTo>
                    <a:pt x="7535" y="60121"/>
                  </a:lnTo>
                  <a:cubicBezTo>
                    <a:pt x="3374" y="60121"/>
                    <a:pt x="1" y="56792"/>
                    <a:pt x="0" y="52684"/>
                  </a:cubicBezTo>
                  <a:cubicBezTo>
                    <a:pt x="0" y="52643"/>
                    <a:pt x="0" y="52601"/>
                    <a:pt x="1" y="52559"/>
                  </a:cubicBezTo>
                  <a:lnTo>
                    <a:pt x="1" y="7562"/>
                  </a:lnTo>
                  <a:cubicBezTo>
                    <a:pt x="-68" y="3454"/>
                    <a:pt x="3248" y="69"/>
                    <a:pt x="7409" y="1"/>
                  </a:cubicBezTo>
                  <a:cubicBezTo>
                    <a:pt x="7451" y="0"/>
                    <a:pt x="7493" y="0"/>
                    <a:pt x="7535" y="0"/>
                  </a:cubicBezTo>
                  <a:lnTo>
                    <a:pt x="53243" y="0"/>
                  </a:lnTo>
                  <a:cubicBezTo>
                    <a:pt x="57404" y="-1"/>
                    <a:pt x="60778" y="3329"/>
                    <a:pt x="60778" y="7437"/>
                  </a:cubicBezTo>
                  <a:cubicBezTo>
                    <a:pt x="60778" y="7478"/>
                    <a:pt x="60778" y="7520"/>
                    <a:pt x="60777" y="7562"/>
                  </a:cubicBezTo>
                  <a:lnTo>
                    <a:pt x="60777" y="52683"/>
                  </a:lnTo>
                  <a:cubicBezTo>
                    <a:pt x="60777" y="56791"/>
                    <a:pt x="57404" y="60121"/>
                    <a:pt x="53243" y="60121"/>
                  </a:cubicBezTo>
                  <a:close/>
                  <a:moveTo>
                    <a:pt x="15572" y="45122"/>
                  </a:moveTo>
                  <a:lnTo>
                    <a:pt x="45960" y="45122"/>
                  </a:lnTo>
                  <a:lnTo>
                    <a:pt x="45960" y="15495"/>
                  </a:lnTo>
                  <a:lnTo>
                    <a:pt x="15195" y="15495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94CCF1E-1E9A-434D-BA71-AAFFEE198D9A}"/>
                </a:ext>
              </a:extLst>
            </p:cNvPr>
            <p:cNvSpPr/>
            <p:nvPr/>
          </p:nvSpPr>
          <p:spPr>
            <a:xfrm>
              <a:off x="6154537" y="2379759"/>
              <a:ext cx="60778" cy="60120"/>
            </a:xfrm>
            <a:custGeom>
              <a:avLst/>
              <a:gdLst>
                <a:gd name="connsiteX0" fmla="*/ 53243 w 60778"/>
                <a:gd name="connsiteY0" fmla="*/ 60121 h 60120"/>
                <a:gd name="connsiteX1" fmla="*/ 7535 w 60778"/>
                <a:gd name="connsiteY1" fmla="*/ 60121 h 60120"/>
                <a:gd name="connsiteX2" fmla="*/ 0 w 60778"/>
                <a:gd name="connsiteY2" fmla="*/ 52684 h 60120"/>
                <a:gd name="connsiteX3" fmla="*/ 1 w 60778"/>
                <a:gd name="connsiteY3" fmla="*/ 52559 h 60120"/>
                <a:gd name="connsiteX4" fmla="*/ 1 w 60778"/>
                <a:gd name="connsiteY4" fmla="*/ 7562 h 60120"/>
                <a:gd name="connsiteX5" fmla="*/ 7409 w 60778"/>
                <a:gd name="connsiteY5" fmla="*/ 1 h 60120"/>
                <a:gd name="connsiteX6" fmla="*/ 7535 w 60778"/>
                <a:gd name="connsiteY6" fmla="*/ 0 h 60120"/>
                <a:gd name="connsiteX7" fmla="*/ 53243 w 60778"/>
                <a:gd name="connsiteY7" fmla="*/ 0 h 60120"/>
                <a:gd name="connsiteX8" fmla="*/ 60778 w 60778"/>
                <a:gd name="connsiteY8" fmla="*/ 7437 h 60120"/>
                <a:gd name="connsiteX9" fmla="*/ 60777 w 60778"/>
                <a:gd name="connsiteY9" fmla="*/ 7562 h 60120"/>
                <a:gd name="connsiteX10" fmla="*/ 60777 w 60778"/>
                <a:gd name="connsiteY10" fmla="*/ 52683 h 60120"/>
                <a:gd name="connsiteX11" fmla="*/ 53243 w 60778"/>
                <a:gd name="connsiteY11" fmla="*/ 60121 h 60120"/>
                <a:gd name="connsiteX12" fmla="*/ 15572 w 60778"/>
                <a:gd name="connsiteY12" fmla="*/ 45122 h 60120"/>
                <a:gd name="connsiteX13" fmla="*/ 45583 w 60778"/>
                <a:gd name="connsiteY13" fmla="*/ 45122 h 60120"/>
                <a:gd name="connsiteX14" fmla="*/ 45583 w 60778"/>
                <a:gd name="connsiteY14" fmla="*/ 15495 h 60120"/>
                <a:gd name="connsiteX15" fmla="*/ 15195 w 60778"/>
                <a:gd name="connsiteY15" fmla="*/ 15495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778" h="60120">
                  <a:moveTo>
                    <a:pt x="53243" y="60121"/>
                  </a:moveTo>
                  <a:lnTo>
                    <a:pt x="7535" y="60121"/>
                  </a:lnTo>
                  <a:cubicBezTo>
                    <a:pt x="3374" y="60121"/>
                    <a:pt x="1" y="56792"/>
                    <a:pt x="0" y="52684"/>
                  </a:cubicBezTo>
                  <a:cubicBezTo>
                    <a:pt x="0" y="52643"/>
                    <a:pt x="0" y="52601"/>
                    <a:pt x="1" y="52559"/>
                  </a:cubicBezTo>
                  <a:lnTo>
                    <a:pt x="1" y="7562"/>
                  </a:lnTo>
                  <a:cubicBezTo>
                    <a:pt x="-68" y="3454"/>
                    <a:pt x="3248" y="69"/>
                    <a:pt x="7409" y="1"/>
                  </a:cubicBezTo>
                  <a:cubicBezTo>
                    <a:pt x="7451" y="0"/>
                    <a:pt x="7493" y="0"/>
                    <a:pt x="7535" y="0"/>
                  </a:cubicBezTo>
                  <a:lnTo>
                    <a:pt x="53243" y="0"/>
                  </a:lnTo>
                  <a:cubicBezTo>
                    <a:pt x="57404" y="-1"/>
                    <a:pt x="60778" y="3329"/>
                    <a:pt x="60778" y="7437"/>
                  </a:cubicBezTo>
                  <a:cubicBezTo>
                    <a:pt x="60778" y="7478"/>
                    <a:pt x="60778" y="7520"/>
                    <a:pt x="60777" y="7562"/>
                  </a:cubicBezTo>
                  <a:lnTo>
                    <a:pt x="60777" y="52683"/>
                  </a:lnTo>
                  <a:cubicBezTo>
                    <a:pt x="60777" y="56791"/>
                    <a:pt x="57404" y="60121"/>
                    <a:pt x="53243" y="60121"/>
                  </a:cubicBezTo>
                  <a:close/>
                  <a:moveTo>
                    <a:pt x="15572" y="45122"/>
                  </a:moveTo>
                  <a:lnTo>
                    <a:pt x="45583" y="45122"/>
                  </a:lnTo>
                  <a:lnTo>
                    <a:pt x="45583" y="15495"/>
                  </a:lnTo>
                  <a:lnTo>
                    <a:pt x="15195" y="15495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44FECBFB-A903-0644-B62E-53C3FFDEC9A2}"/>
                </a:ext>
              </a:extLst>
            </p:cNvPr>
            <p:cNvSpPr/>
            <p:nvPr/>
          </p:nvSpPr>
          <p:spPr>
            <a:xfrm>
              <a:off x="6244446" y="2379759"/>
              <a:ext cx="60901" cy="60120"/>
            </a:xfrm>
            <a:custGeom>
              <a:avLst/>
              <a:gdLst>
                <a:gd name="connsiteX0" fmla="*/ 53242 w 60901"/>
                <a:gd name="connsiteY0" fmla="*/ 60121 h 60120"/>
                <a:gd name="connsiteX1" fmla="*/ 7660 w 60901"/>
                <a:gd name="connsiteY1" fmla="*/ 60121 h 60120"/>
                <a:gd name="connsiteX2" fmla="*/ 0 w 60901"/>
                <a:gd name="connsiteY2" fmla="*/ 52559 h 60120"/>
                <a:gd name="connsiteX3" fmla="*/ 0 w 60901"/>
                <a:gd name="connsiteY3" fmla="*/ 7562 h 60120"/>
                <a:gd name="connsiteX4" fmla="*/ 7660 w 60901"/>
                <a:gd name="connsiteY4" fmla="*/ 0 h 60120"/>
                <a:gd name="connsiteX5" fmla="*/ 53242 w 60901"/>
                <a:gd name="connsiteY5" fmla="*/ 0 h 60120"/>
                <a:gd name="connsiteX6" fmla="*/ 60902 w 60901"/>
                <a:gd name="connsiteY6" fmla="*/ 7562 h 60120"/>
                <a:gd name="connsiteX7" fmla="*/ 60902 w 60901"/>
                <a:gd name="connsiteY7" fmla="*/ 52683 h 60120"/>
                <a:gd name="connsiteX8" fmla="*/ 53242 w 60901"/>
                <a:gd name="connsiteY8" fmla="*/ 60121 h 60120"/>
                <a:gd name="connsiteX9" fmla="*/ 15571 w 60901"/>
                <a:gd name="connsiteY9" fmla="*/ 45122 h 60120"/>
                <a:gd name="connsiteX10" fmla="*/ 45959 w 60901"/>
                <a:gd name="connsiteY10" fmla="*/ 45122 h 60120"/>
                <a:gd name="connsiteX11" fmla="*/ 45959 w 60901"/>
                <a:gd name="connsiteY11" fmla="*/ 15495 h 60120"/>
                <a:gd name="connsiteX12" fmla="*/ 15320 w 60901"/>
                <a:gd name="connsiteY12" fmla="*/ 15495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901" h="60120">
                  <a:moveTo>
                    <a:pt x="53242" y="60121"/>
                  </a:moveTo>
                  <a:lnTo>
                    <a:pt x="7660" y="60121"/>
                  </a:lnTo>
                  <a:cubicBezTo>
                    <a:pt x="3429" y="60121"/>
                    <a:pt x="0" y="56735"/>
                    <a:pt x="0" y="52559"/>
                  </a:cubicBezTo>
                  <a:lnTo>
                    <a:pt x="0" y="7562"/>
                  </a:lnTo>
                  <a:cubicBezTo>
                    <a:pt x="0" y="3385"/>
                    <a:pt x="3429" y="0"/>
                    <a:pt x="7660" y="0"/>
                  </a:cubicBezTo>
                  <a:lnTo>
                    <a:pt x="53242" y="0"/>
                  </a:lnTo>
                  <a:cubicBezTo>
                    <a:pt x="57472" y="0"/>
                    <a:pt x="60902" y="3385"/>
                    <a:pt x="60902" y="7562"/>
                  </a:cubicBezTo>
                  <a:lnTo>
                    <a:pt x="60902" y="52683"/>
                  </a:lnTo>
                  <a:cubicBezTo>
                    <a:pt x="60833" y="56811"/>
                    <a:pt x="57424" y="60121"/>
                    <a:pt x="53242" y="60121"/>
                  </a:cubicBezTo>
                  <a:close/>
                  <a:moveTo>
                    <a:pt x="15571" y="45122"/>
                  </a:moveTo>
                  <a:lnTo>
                    <a:pt x="45959" y="45122"/>
                  </a:lnTo>
                  <a:lnTo>
                    <a:pt x="45959" y="15495"/>
                  </a:lnTo>
                  <a:lnTo>
                    <a:pt x="15320" y="15495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070B1C2-7206-9145-A22D-E7BE493AB81B}"/>
                </a:ext>
              </a:extLst>
            </p:cNvPr>
            <p:cNvSpPr/>
            <p:nvPr/>
          </p:nvSpPr>
          <p:spPr>
            <a:xfrm>
              <a:off x="5974470" y="2451780"/>
              <a:ext cx="60776" cy="60120"/>
            </a:xfrm>
            <a:custGeom>
              <a:avLst/>
              <a:gdLst>
                <a:gd name="connsiteX0" fmla="*/ 53242 w 60776"/>
                <a:gd name="connsiteY0" fmla="*/ 60121 h 60120"/>
                <a:gd name="connsiteX1" fmla="*/ 7534 w 60776"/>
                <a:gd name="connsiteY1" fmla="*/ 60121 h 60120"/>
                <a:gd name="connsiteX2" fmla="*/ 0 w 60776"/>
                <a:gd name="connsiteY2" fmla="*/ 52559 h 60120"/>
                <a:gd name="connsiteX3" fmla="*/ 0 w 60776"/>
                <a:gd name="connsiteY3" fmla="*/ 7438 h 60120"/>
                <a:gd name="connsiteX4" fmla="*/ 7534 w 60776"/>
                <a:gd name="connsiteY4" fmla="*/ 0 h 60120"/>
                <a:gd name="connsiteX5" fmla="*/ 53242 w 60776"/>
                <a:gd name="connsiteY5" fmla="*/ 0 h 60120"/>
                <a:gd name="connsiteX6" fmla="*/ 60776 w 60776"/>
                <a:gd name="connsiteY6" fmla="*/ 7438 h 60120"/>
                <a:gd name="connsiteX7" fmla="*/ 60776 w 60776"/>
                <a:gd name="connsiteY7" fmla="*/ 52559 h 60120"/>
                <a:gd name="connsiteX8" fmla="*/ 53242 w 60776"/>
                <a:gd name="connsiteY8" fmla="*/ 60121 h 60120"/>
                <a:gd name="connsiteX9" fmla="*/ 15571 w 60776"/>
                <a:gd name="connsiteY9" fmla="*/ 44998 h 60120"/>
                <a:gd name="connsiteX10" fmla="*/ 45582 w 60776"/>
                <a:gd name="connsiteY10" fmla="*/ 44998 h 60120"/>
                <a:gd name="connsiteX11" fmla="*/ 45582 w 60776"/>
                <a:gd name="connsiteY11" fmla="*/ 14999 h 60120"/>
                <a:gd name="connsiteX12" fmla="*/ 15194 w 60776"/>
                <a:gd name="connsiteY12" fmla="*/ 14999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776" h="60120">
                  <a:moveTo>
                    <a:pt x="53242" y="60121"/>
                  </a:moveTo>
                  <a:lnTo>
                    <a:pt x="7534" y="60121"/>
                  </a:lnTo>
                  <a:cubicBezTo>
                    <a:pt x="3353" y="60053"/>
                    <a:pt x="-1" y="56687"/>
                    <a:pt x="0" y="52559"/>
                  </a:cubicBezTo>
                  <a:lnTo>
                    <a:pt x="0" y="7438"/>
                  </a:lnTo>
                  <a:cubicBezTo>
                    <a:pt x="0" y="3330"/>
                    <a:pt x="3373" y="0"/>
                    <a:pt x="7534" y="0"/>
                  </a:cubicBezTo>
                  <a:lnTo>
                    <a:pt x="53242" y="0"/>
                  </a:lnTo>
                  <a:cubicBezTo>
                    <a:pt x="57403" y="0"/>
                    <a:pt x="60776" y="3330"/>
                    <a:pt x="60776" y="7438"/>
                  </a:cubicBezTo>
                  <a:lnTo>
                    <a:pt x="60776" y="52559"/>
                  </a:lnTo>
                  <a:cubicBezTo>
                    <a:pt x="60777" y="56687"/>
                    <a:pt x="57423" y="60053"/>
                    <a:pt x="53242" y="60121"/>
                  </a:cubicBezTo>
                  <a:close/>
                  <a:moveTo>
                    <a:pt x="15571" y="44998"/>
                  </a:moveTo>
                  <a:lnTo>
                    <a:pt x="45582" y="44998"/>
                  </a:lnTo>
                  <a:lnTo>
                    <a:pt x="45582" y="14999"/>
                  </a:lnTo>
                  <a:lnTo>
                    <a:pt x="15194" y="14999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FE60643B-C437-9841-82BD-0AC49CCBD3EC}"/>
                </a:ext>
              </a:extLst>
            </p:cNvPr>
            <p:cNvSpPr/>
            <p:nvPr/>
          </p:nvSpPr>
          <p:spPr>
            <a:xfrm>
              <a:off x="6064504" y="2451780"/>
              <a:ext cx="60776" cy="60120"/>
            </a:xfrm>
            <a:custGeom>
              <a:avLst/>
              <a:gdLst>
                <a:gd name="connsiteX0" fmla="*/ 53242 w 60776"/>
                <a:gd name="connsiteY0" fmla="*/ 60121 h 60120"/>
                <a:gd name="connsiteX1" fmla="*/ 7534 w 60776"/>
                <a:gd name="connsiteY1" fmla="*/ 60121 h 60120"/>
                <a:gd name="connsiteX2" fmla="*/ 0 w 60776"/>
                <a:gd name="connsiteY2" fmla="*/ 52559 h 60120"/>
                <a:gd name="connsiteX3" fmla="*/ 0 w 60776"/>
                <a:gd name="connsiteY3" fmla="*/ 7438 h 60120"/>
                <a:gd name="connsiteX4" fmla="*/ 7534 w 60776"/>
                <a:gd name="connsiteY4" fmla="*/ 0 h 60120"/>
                <a:gd name="connsiteX5" fmla="*/ 53242 w 60776"/>
                <a:gd name="connsiteY5" fmla="*/ 0 h 60120"/>
                <a:gd name="connsiteX6" fmla="*/ 60776 w 60776"/>
                <a:gd name="connsiteY6" fmla="*/ 7438 h 60120"/>
                <a:gd name="connsiteX7" fmla="*/ 60776 w 60776"/>
                <a:gd name="connsiteY7" fmla="*/ 52559 h 60120"/>
                <a:gd name="connsiteX8" fmla="*/ 53242 w 60776"/>
                <a:gd name="connsiteY8" fmla="*/ 60121 h 60120"/>
                <a:gd name="connsiteX9" fmla="*/ 15571 w 60776"/>
                <a:gd name="connsiteY9" fmla="*/ 44998 h 60120"/>
                <a:gd name="connsiteX10" fmla="*/ 45959 w 60776"/>
                <a:gd name="connsiteY10" fmla="*/ 44998 h 60120"/>
                <a:gd name="connsiteX11" fmla="*/ 45959 w 60776"/>
                <a:gd name="connsiteY11" fmla="*/ 14999 h 60120"/>
                <a:gd name="connsiteX12" fmla="*/ 15194 w 60776"/>
                <a:gd name="connsiteY12" fmla="*/ 14999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776" h="60120">
                  <a:moveTo>
                    <a:pt x="53242" y="60121"/>
                  </a:moveTo>
                  <a:lnTo>
                    <a:pt x="7534" y="60121"/>
                  </a:lnTo>
                  <a:cubicBezTo>
                    <a:pt x="3353" y="60053"/>
                    <a:pt x="-1" y="56687"/>
                    <a:pt x="0" y="52559"/>
                  </a:cubicBezTo>
                  <a:lnTo>
                    <a:pt x="0" y="7438"/>
                  </a:lnTo>
                  <a:cubicBezTo>
                    <a:pt x="0" y="3330"/>
                    <a:pt x="3373" y="0"/>
                    <a:pt x="7534" y="0"/>
                  </a:cubicBezTo>
                  <a:lnTo>
                    <a:pt x="53242" y="0"/>
                  </a:lnTo>
                  <a:cubicBezTo>
                    <a:pt x="57403" y="0"/>
                    <a:pt x="60776" y="3330"/>
                    <a:pt x="60776" y="7438"/>
                  </a:cubicBezTo>
                  <a:lnTo>
                    <a:pt x="60776" y="52559"/>
                  </a:lnTo>
                  <a:cubicBezTo>
                    <a:pt x="60777" y="56687"/>
                    <a:pt x="57423" y="60053"/>
                    <a:pt x="53242" y="60121"/>
                  </a:cubicBezTo>
                  <a:close/>
                  <a:moveTo>
                    <a:pt x="15571" y="44998"/>
                  </a:moveTo>
                  <a:lnTo>
                    <a:pt x="45959" y="44998"/>
                  </a:lnTo>
                  <a:lnTo>
                    <a:pt x="45959" y="14999"/>
                  </a:lnTo>
                  <a:lnTo>
                    <a:pt x="15194" y="14999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1EF76FF0-B1B2-E94A-8294-1CD22C2E0E7E}"/>
                </a:ext>
              </a:extLst>
            </p:cNvPr>
            <p:cNvSpPr/>
            <p:nvPr/>
          </p:nvSpPr>
          <p:spPr>
            <a:xfrm>
              <a:off x="6154538" y="2451780"/>
              <a:ext cx="60776" cy="60120"/>
            </a:xfrm>
            <a:custGeom>
              <a:avLst/>
              <a:gdLst>
                <a:gd name="connsiteX0" fmla="*/ 53242 w 60776"/>
                <a:gd name="connsiteY0" fmla="*/ 60121 h 60120"/>
                <a:gd name="connsiteX1" fmla="*/ 7534 w 60776"/>
                <a:gd name="connsiteY1" fmla="*/ 60121 h 60120"/>
                <a:gd name="connsiteX2" fmla="*/ 0 w 60776"/>
                <a:gd name="connsiteY2" fmla="*/ 52559 h 60120"/>
                <a:gd name="connsiteX3" fmla="*/ 0 w 60776"/>
                <a:gd name="connsiteY3" fmla="*/ 7438 h 60120"/>
                <a:gd name="connsiteX4" fmla="*/ 7534 w 60776"/>
                <a:gd name="connsiteY4" fmla="*/ 0 h 60120"/>
                <a:gd name="connsiteX5" fmla="*/ 53242 w 60776"/>
                <a:gd name="connsiteY5" fmla="*/ 0 h 60120"/>
                <a:gd name="connsiteX6" fmla="*/ 60776 w 60776"/>
                <a:gd name="connsiteY6" fmla="*/ 7438 h 60120"/>
                <a:gd name="connsiteX7" fmla="*/ 60776 w 60776"/>
                <a:gd name="connsiteY7" fmla="*/ 52559 h 60120"/>
                <a:gd name="connsiteX8" fmla="*/ 53242 w 60776"/>
                <a:gd name="connsiteY8" fmla="*/ 60121 h 60120"/>
                <a:gd name="connsiteX9" fmla="*/ 15571 w 60776"/>
                <a:gd name="connsiteY9" fmla="*/ 44998 h 60120"/>
                <a:gd name="connsiteX10" fmla="*/ 45582 w 60776"/>
                <a:gd name="connsiteY10" fmla="*/ 44998 h 60120"/>
                <a:gd name="connsiteX11" fmla="*/ 45582 w 60776"/>
                <a:gd name="connsiteY11" fmla="*/ 14999 h 60120"/>
                <a:gd name="connsiteX12" fmla="*/ 15194 w 60776"/>
                <a:gd name="connsiteY12" fmla="*/ 14999 h 6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776" h="60120">
                  <a:moveTo>
                    <a:pt x="53242" y="60121"/>
                  </a:moveTo>
                  <a:lnTo>
                    <a:pt x="7534" y="60121"/>
                  </a:lnTo>
                  <a:cubicBezTo>
                    <a:pt x="3353" y="60053"/>
                    <a:pt x="-1" y="56687"/>
                    <a:pt x="0" y="52559"/>
                  </a:cubicBezTo>
                  <a:lnTo>
                    <a:pt x="0" y="7438"/>
                  </a:lnTo>
                  <a:cubicBezTo>
                    <a:pt x="0" y="3330"/>
                    <a:pt x="3373" y="0"/>
                    <a:pt x="7534" y="0"/>
                  </a:cubicBezTo>
                  <a:lnTo>
                    <a:pt x="53242" y="0"/>
                  </a:lnTo>
                  <a:cubicBezTo>
                    <a:pt x="57403" y="0"/>
                    <a:pt x="60776" y="3330"/>
                    <a:pt x="60776" y="7438"/>
                  </a:cubicBezTo>
                  <a:lnTo>
                    <a:pt x="60776" y="52559"/>
                  </a:lnTo>
                  <a:cubicBezTo>
                    <a:pt x="60777" y="56687"/>
                    <a:pt x="57423" y="60053"/>
                    <a:pt x="53242" y="60121"/>
                  </a:cubicBezTo>
                  <a:close/>
                  <a:moveTo>
                    <a:pt x="15571" y="44998"/>
                  </a:moveTo>
                  <a:lnTo>
                    <a:pt x="45582" y="44998"/>
                  </a:lnTo>
                  <a:lnTo>
                    <a:pt x="45582" y="14999"/>
                  </a:lnTo>
                  <a:lnTo>
                    <a:pt x="15194" y="14999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1770FCAE-4F35-0E4A-8C4F-2B5FC9863752}"/>
                </a:ext>
              </a:extLst>
            </p:cNvPr>
            <p:cNvSpPr/>
            <p:nvPr/>
          </p:nvSpPr>
          <p:spPr>
            <a:xfrm>
              <a:off x="6244446" y="2451779"/>
              <a:ext cx="60901" cy="60121"/>
            </a:xfrm>
            <a:custGeom>
              <a:avLst/>
              <a:gdLst>
                <a:gd name="connsiteX0" fmla="*/ 53242 w 60901"/>
                <a:gd name="connsiteY0" fmla="*/ 60122 h 60121"/>
                <a:gd name="connsiteX1" fmla="*/ 7660 w 60901"/>
                <a:gd name="connsiteY1" fmla="*/ 60122 h 60121"/>
                <a:gd name="connsiteX2" fmla="*/ 0 w 60901"/>
                <a:gd name="connsiteY2" fmla="*/ 52560 h 60121"/>
                <a:gd name="connsiteX3" fmla="*/ 0 w 60901"/>
                <a:gd name="connsiteY3" fmla="*/ 7439 h 60121"/>
                <a:gd name="connsiteX4" fmla="*/ 7533 w 60901"/>
                <a:gd name="connsiteY4" fmla="*/ 0 h 60121"/>
                <a:gd name="connsiteX5" fmla="*/ 7660 w 60901"/>
                <a:gd name="connsiteY5" fmla="*/ 1 h 60121"/>
                <a:gd name="connsiteX6" fmla="*/ 53242 w 60901"/>
                <a:gd name="connsiteY6" fmla="*/ 1 h 60121"/>
                <a:gd name="connsiteX7" fmla="*/ 60901 w 60901"/>
                <a:gd name="connsiteY7" fmla="*/ 7314 h 60121"/>
                <a:gd name="connsiteX8" fmla="*/ 60902 w 60901"/>
                <a:gd name="connsiteY8" fmla="*/ 7439 h 60121"/>
                <a:gd name="connsiteX9" fmla="*/ 60902 w 60901"/>
                <a:gd name="connsiteY9" fmla="*/ 52560 h 60121"/>
                <a:gd name="connsiteX10" fmla="*/ 53242 w 60901"/>
                <a:gd name="connsiteY10" fmla="*/ 60122 h 60121"/>
                <a:gd name="connsiteX11" fmla="*/ 15571 w 60901"/>
                <a:gd name="connsiteY11" fmla="*/ 44999 h 60121"/>
                <a:gd name="connsiteX12" fmla="*/ 45959 w 60901"/>
                <a:gd name="connsiteY12" fmla="*/ 44999 h 60121"/>
                <a:gd name="connsiteX13" fmla="*/ 45959 w 60901"/>
                <a:gd name="connsiteY13" fmla="*/ 15000 h 60121"/>
                <a:gd name="connsiteX14" fmla="*/ 15320 w 60901"/>
                <a:gd name="connsiteY14" fmla="*/ 15000 h 6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901" h="60121">
                  <a:moveTo>
                    <a:pt x="53242" y="60122"/>
                  </a:moveTo>
                  <a:lnTo>
                    <a:pt x="7660" y="60122"/>
                  </a:lnTo>
                  <a:cubicBezTo>
                    <a:pt x="3429" y="60122"/>
                    <a:pt x="0" y="56736"/>
                    <a:pt x="0" y="52560"/>
                  </a:cubicBezTo>
                  <a:lnTo>
                    <a:pt x="0" y="7439"/>
                  </a:lnTo>
                  <a:cubicBezTo>
                    <a:pt x="-1" y="3331"/>
                    <a:pt x="3372" y="1"/>
                    <a:pt x="7533" y="0"/>
                  </a:cubicBezTo>
                  <a:cubicBezTo>
                    <a:pt x="7575" y="0"/>
                    <a:pt x="7618" y="0"/>
                    <a:pt x="7660" y="1"/>
                  </a:cubicBezTo>
                  <a:lnTo>
                    <a:pt x="53242" y="1"/>
                  </a:lnTo>
                  <a:cubicBezTo>
                    <a:pt x="57402" y="-67"/>
                    <a:pt x="60831" y="3207"/>
                    <a:pt x="60901" y="7314"/>
                  </a:cubicBezTo>
                  <a:cubicBezTo>
                    <a:pt x="60901" y="7355"/>
                    <a:pt x="60902" y="7397"/>
                    <a:pt x="60902" y="7439"/>
                  </a:cubicBezTo>
                  <a:lnTo>
                    <a:pt x="60902" y="52560"/>
                  </a:lnTo>
                  <a:cubicBezTo>
                    <a:pt x="60902" y="56736"/>
                    <a:pt x="57472" y="60122"/>
                    <a:pt x="53242" y="60122"/>
                  </a:cubicBezTo>
                  <a:close/>
                  <a:moveTo>
                    <a:pt x="15571" y="44999"/>
                  </a:moveTo>
                  <a:lnTo>
                    <a:pt x="45959" y="44999"/>
                  </a:lnTo>
                  <a:lnTo>
                    <a:pt x="45959" y="15000"/>
                  </a:lnTo>
                  <a:lnTo>
                    <a:pt x="15320" y="15000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F761B9E6-4941-B349-9F96-EED5C61A9925}"/>
                </a:ext>
              </a:extLst>
            </p:cNvPr>
            <p:cNvSpPr/>
            <p:nvPr/>
          </p:nvSpPr>
          <p:spPr>
            <a:xfrm>
              <a:off x="5974470" y="2524163"/>
              <a:ext cx="61152" cy="59644"/>
            </a:xfrm>
            <a:custGeom>
              <a:avLst/>
              <a:gdLst>
                <a:gd name="connsiteX0" fmla="*/ 53242 w 61152"/>
                <a:gd name="connsiteY0" fmla="*/ 59634 h 59644"/>
                <a:gd name="connsiteX1" fmla="*/ 7534 w 61152"/>
                <a:gd name="connsiteY1" fmla="*/ 59634 h 59644"/>
                <a:gd name="connsiteX2" fmla="*/ 0 w 61152"/>
                <a:gd name="connsiteY2" fmla="*/ 52197 h 59644"/>
                <a:gd name="connsiteX3" fmla="*/ 0 w 61152"/>
                <a:gd name="connsiteY3" fmla="*/ 7447 h 59644"/>
                <a:gd name="connsiteX4" fmla="*/ 7534 w 61152"/>
                <a:gd name="connsiteY4" fmla="*/ 9 h 59644"/>
                <a:gd name="connsiteX5" fmla="*/ 53242 w 61152"/>
                <a:gd name="connsiteY5" fmla="*/ 9 h 59644"/>
                <a:gd name="connsiteX6" fmla="*/ 61143 w 61152"/>
                <a:gd name="connsiteY6" fmla="*/ 7066 h 59644"/>
                <a:gd name="connsiteX7" fmla="*/ 61153 w 61152"/>
                <a:gd name="connsiteY7" fmla="*/ 7447 h 59644"/>
                <a:gd name="connsiteX8" fmla="*/ 61153 w 61152"/>
                <a:gd name="connsiteY8" fmla="*/ 52569 h 59644"/>
                <a:gd name="connsiteX9" fmla="*/ 53261 w 61152"/>
                <a:gd name="connsiteY9" fmla="*/ 59635 h 59644"/>
                <a:gd name="connsiteX10" fmla="*/ 53242 w 61152"/>
                <a:gd name="connsiteY10" fmla="*/ 59634 h 59644"/>
                <a:gd name="connsiteX11" fmla="*/ 15194 w 61152"/>
                <a:gd name="connsiteY11" fmla="*/ 44635 h 59644"/>
                <a:gd name="connsiteX12" fmla="*/ 45582 w 61152"/>
                <a:gd name="connsiteY12" fmla="*/ 44635 h 59644"/>
                <a:gd name="connsiteX13" fmla="*/ 45582 w 61152"/>
                <a:gd name="connsiteY13" fmla="*/ 14637 h 59644"/>
                <a:gd name="connsiteX14" fmla="*/ 15194 w 61152"/>
                <a:gd name="connsiteY14" fmla="*/ 14637 h 5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152" h="59644">
                  <a:moveTo>
                    <a:pt x="53242" y="59634"/>
                  </a:moveTo>
                  <a:lnTo>
                    <a:pt x="7534" y="59634"/>
                  </a:lnTo>
                  <a:cubicBezTo>
                    <a:pt x="3373" y="59634"/>
                    <a:pt x="0" y="56304"/>
                    <a:pt x="0" y="52197"/>
                  </a:cubicBezTo>
                  <a:lnTo>
                    <a:pt x="0" y="7447"/>
                  </a:lnTo>
                  <a:cubicBezTo>
                    <a:pt x="0" y="3339"/>
                    <a:pt x="3373" y="9"/>
                    <a:pt x="7534" y="9"/>
                  </a:cubicBezTo>
                  <a:lnTo>
                    <a:pt x="53242" y="9"/>
                  </a:lnTo>
                  <a:cubicBezTo>
                    <a:pt x="57398" y="-196"/>
                    <a:pt x="60935" y="2963"/>
                    <a:pt x="61143" y="7066"/>
                  </a:cubicBezTo>
                  <a:cubicBezTo>
                    <a:pt x="61150" y="7193"/>
                    <a:pt x="61153" y="7320"/>
                    <a:pt x="61153" y="7447"/>
                  </a:cubicBezTo>
                  <a:lnTo>
                    <a:pt x="61153" y="52569"/>
                  </a:lnTo>
                  <a:cubicBezTo>
                    <a:pt x="60950" y="56671"/>
                    <a:pt x="57417" y="59835"/>
                    <a:pt x="53261" y="59635"/>
                  </a:cubicBezTo>
                  <a:cubicBezTo>
                    <a:pt x="53254" y="59635"/>
                    <a:pt x="53248" y="59635"/>
                    <a:pt x="53242" y="59634"/>
                  </a:cubicBezTo>
                  <a:close/>
                  <a:moveTo>
                    <a:pt x="15194" y="44635"/>
                  </a:moveTo>
                  <a:lnTo>
                    <a:pt x="45582" y="44635"/>
                  </a:lnTo>
                  <a:lnTo>
                    <a:pt x="45582" y="14637"/>
                  </a:lnTo>
                  <a:lnTo>
                    <a:pt x="15194" y="14637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ADA4F7E-8D74-6840-B01E-5D737CD24BD0}"/>
                </a:ext>
              </a:extLst>
            </p:cNvPr>
            <p:cNvSpPr/>
            <p:nvPr/>
          </p:nvSpPr>
          <p:spPr>
            <a:xfrm>
              <a:off x="6064504" y="2524173"/>
              <a:ext cx="60776" cy="59624"/>
            </a:xfrm>
            <a:custGeom>
              <a:avLst/>
              <a:gdLst>
                <a:gd name="connsiteX0" fmla="*/ 53242 w 60776"/>
                <a:gd name="connsiteY0" fmla="*/ 59625 h 59624"/>
                <a:gd name="connsiteX1" fmla="*/ 7534 w 60776"/>
                <a:gd name="connsiteY1" fmla="*/ 59625 h 59624"/>
                <a:gd name="connsiteX2" fmla="*/ 0 w 60776"/>
                <a:gd name="connsiteY2" fmla="*/ 52187 h 59624"/>
                <a:gd name="connsiteX3" fmla="*/ 0 w 60776"/>
                <a:gd name="connsiteY3" fmla="*/ 7438 h 59624"/>
                <a:gd name="connsiteX4" fmla="*/ 7534 w 60776"/>
                <a:gd name="connsiteY4" fmla="*/ 0 h 59624"/>
                <a:gd name="connsiteX5" fmla="*/ 53242 w 60776"/>
                <a:gd name="connsiteY5" fmla="*/ 0 h 59624"/>
                <a:gd name="connsiteX6" fmla="*/ 60776 w 60776"/>
                <a:gd name="connsiteY6" fmla="*/ 7438 h 59624"/>
                <a:gd name="connsiteX7" fmla="*/ 60776 w 60776"/>
                <a:gd name="connsiteY7" fmla="*/ 52559 h 59624"/>
                <a:gd name="connsiteX8" fmla="*/ 53242 w 60776"/>
                <a:gd name="connsiteY8" fmla="*/ 59625 h 59624"/>
                <a:gd name="connsiteX9" fmla="*/ 15571 w 60776"/>
                <a:gd name="connsiteY9" fmla="*/ 44626 h 59624"/>
                <a:gd name="connsiteX10" fmla="*/ 45959 w 60776"/>
                <a:gd name="connsiteY10" fmla="*/ 44626 h 59624"/>
                <a:gd name="connsiteX11" fmla="*/ 45959 w 60776"/>
                <a:gd name="connsiteY11" fmla="*/ 14627 h 59624"/>
                <a:gd name="connsiteX12" fmla="*/ 15194 w 60776"/>
                <a:gd name="connsiteY12" fmla="*/ 14627 h 5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776" h="59624">
                  <a:moveTo>
                    <a:pt x="53242" y="59625"/>
                  </a:moveTo>
                  <a:lnTo>
                    <a:pt x="7534" y="59625"/>
                  </a:lnTo>
                  <a:cubicBezTo>
                    <a:pt x="3373" y="59625"/>
                    <a:pt x="0" y="56295"/>
                    <a:pt x="0" y="52187"/>
                  </a:cubicBezTo>
                  <a:lnTo>
                    <a:pt x="0" y="7438"/>
                  </a:lnTo>
                  <a:cubicBezTo>
                    <a:pt x="0" y="3330"/>
                    <a:pt x="3373" y="0"/>
                    <a:pt x="7534" y="0"/>
                  </a:cubicBezTo>
                  <a:lnTo>
                    <a:pt x="53242" y="0"/>
                  </a:lnTo>
                  <a:cubicBezTo>
                    <a:pt x="57403" y="0"/>
                    <a:pt x="60776" y="3330"/>
                    <a:pt x="60776" y="7438"/>
                  </a:cubicBezTo>
                  <a:lnTo>
                    <a:pt x="60776" y="52559"/>
                  </a:lnTo>
                  <a:cubicBezTo>
                    <a:pt x="60575" y="56521"/>
                    <a:pt x="57260" y="59630"/>
                    <a:pt x="53242" y="59625"/>
                  </a:cubicBezTo>
                  <a:close/>
                  <a:moveTo>
                    <a:pt x="15571" y="44626"/>
                  </a:moveTo>
                  <a:lnTo>
                    <a:pt x="45959" y="44626"/>
                  </a:lnTo>
                  <a:lnTo>
                    <a:pt x="45959" y="14627"/>
                  </a:lnTo>
                  <a:lnTo>
                    <a:pt x="15194" y="14627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52FC988-1694-0B4C-9BF3-B7C977E5C477}"/>
                </a:ext>
              </a:extLst>
            </p:cNvPr>
            <p:cNvSpPr/>
            <p:nvPr/>
          </p:nvSpPr>
          <p:spPr>
            <a:xfrm>
              <a:off x="6154538" y="2524173"/>
              <a:ext cx="60776" cy="59624"/>
            </a:xfrm>
            <a:custGeom>
              <a:avLst/>
              <a:gdLst>
                <a:gd name="connsiteX0" fmla="*/ 53242 w 60776"/>
                <a:gd name="connsiteY0" fmla="*/ 59625 h 59624"/>
                <a:gd name="connsiteX1" fmla="*/ 7534 w 60776"/>
                <a:gd name="connsiteY1" fmla="*/ 59625 h 59624"/>
                <a:gd name="connsiteX2" fmla="*/ 0 w 60776"/>
                <a:gd name="connsiteY2" fmla="*/ 52187 h 59624"/>
                <a:gd name="connsiteX3" fmla="*/ 0 w 60776"/>
                <a:gd name="connsiteY3" fmla="*/ 7438 h 59624"/>
                <a:gd name="connsiteX4" fmla="*/ 7534 w 60776"/>
                <a:gd name="connsiteY4" fmla="*/ 0 h 59624"/>
                <a:gd name="connsiteX5" fmla="*/ 53242 w 60776"/>
                <a:gd name="connsiteY5" fmla="*/ 0 h 59624"/>
                <a:gd name="connsiteX6" fmla="*/ 60776 w 60776"/>
                <a:gd name="connsiteY6" fmla="*/ 7438 h 59624"/>
                <a:gd name="connsiteX7" fmla="*/ 60776 w 60776"/>
                <a:gd name="connsiteY7" fmla="*/ 52559 h 59624"/>
                <a:gd name="connsiteX8" fmla="*/ 53242 w 60776"/>
                <a:gd name="connsiteY8" fmla="*/ 59625 h 59624"/>
                <a:gd name="connsiteX9" fmla="*/ 15571 w 60776"/>
                <a:gd name="connsiteY9" fmla="*/ 44626 h 59624"/>
                <a:gd name="connsiteX10" fmla="*/ 45582 w 60776"/>
                <a:gd name="connsiteY10" fmla="*/ 44626 h 59624"/>
                <a:gd name="connsiteX11" fmla="*/ 45582 w 60776"/>
                <a:gd name="connsiteY11" fmla="*/ 14627 h 59624"/>
                <a:gd name="connsiteX12" fmla="*/ 15194 w 60776"/>
                <a:gd name="connsiteY12" fmla="*/ 14627 h 5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776" h="59624">
                  <a:moveTo>
                    <a:pt x="53242" y="59625"/>
                  </a:moveTo>
                  <a:lnTo>
                    <a:pt x="7534" y="59625"/>
                  </a:lnTo>
                  <a:cubicBezTo>
                    <a:pt x="3373" y="59625"/>
                    <a:pt x="0" y="56295"/>
                    <a:pt x="0" y="52187"/>
                  </a:cubicBezTo>
                  <a:lnTo>
                    <a:pt x="0" y="7438"/>
                  </a:lnTo>
                  <a:cubicBezTo>
                    <a:pt x="0" y="3330"/>
                    <a:pt x="3373" y="0"/>
                    <a:pt x="7534" y="0"/>
                  </a:cubicBezTo>
                  <a:lnTo>
                    <a:pt x="53242" y="0"/>
                  </a:lnTo>
                  <a:cubicBezTo>
                    <a:pt x="57403" y="0"/>
                    <a:pt x="60776" y="3330"/>
                    <a:pt x="60776" y="7438"/>
                  </a:cubicBezTo>
                  <a:lnTo>
                    <a:pt x="60776" y="52559"/>
                  </a:lnTo>
                  <a:cubicBezTo>
                    <a:pt x="60575" y="56521"/>
                    <a:pt x="57260" y="59630"/>
                    <a:pt x="53242" y="59625"/>
                  </a:cubicBezTo>
                  <a:close/>
                  <a:moveTo>
                    <a:pt x="15571" y="44626"/>
                  </a:moveTo>
                  <a:lnTo>
                    <a:pt x="45582" y="44626"/>
                  </a:lnTo>
                  <a:lnTo>
                    <a:pt x="45582" y="14627"/>
                  </a:lnTo>
                  <a:lnTo>
                    <a:pt x="15194" y="14627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EF8EBE6-66CB-514B-9A10-75AE3C0EF392}"/>
                </a:ext>
              </a:extLst>
            </p:cNvPr>
            <p:cNvSpPr/>
            <p:nvPr/>
          </p:nvSpPr>
          <p:spPr>
            <a:xfrm>
              <a:off x="6244446" y="2524172"/>
              <a:ext cx="60901" cy="59627"/>
            </a:xfrm>
            <a:custGeom>
              <a:avLst/>
              <a:gdLst>
                <a:gd name="connsiteX0" fmla="*/ 53242 w 60901"/>
                <a:gd name="connsiteY0" fmla="*/ 59626 h 59627"/>
                <a:gd name="connsiteX1" fmla="*/ 7660 w 60901"/>
                <a:gd name="connsiteY1" fmla="*/ 59626 h 59627"/>
                <a:gd name="connsiteX2" fmla="*/ 1 w 60901"/>
                <a:gd name="connsiteY2" fmla="*/ 52313 h 59627"/>
                <a:gd name="connsiteX3" fmla="*/ 0 w 60901"/>
                <a:gd name="connsiteY3" fmla="*/ 52188 h 59627"/>
                <a:gd name="connsiteX4" fmla="*/ 0 w 60901"/>
                <a:gd name="connsiteY4" fmla="*/ 7439 h 59627"/>
                <a:gd name="connsiteX5" fmla="*/ 7533 w 60901"/>
                <a:gd name="connsiteY5" fmla="*/ 0 h 59627"/>
                <a:gd name="connsiteX6" fmla="*/ 7660 w 60901"/>
                <a:gd name="connsiteY6" fmla="*/ 1 h 59627"/>
                <a:gd name="connsiteX7" fmla="*/ 53242 w 60901"/>
                <a:gd name="connsiteY7" fmla="*/ 1 h 59627"/>
                <a:gd name="connsiteX8" fmla="*/ 60901 w 60901"/>
                <a:gd name="connsiteY8" fmla="*/ 7314 h 59627"/>
                <a:gd name="connsiteX9" fmla="*/ 60902 w 60901"/>
                <a:gd name="connsiteY9" fmla="*/ 7439 h 59627"/>
                <a:gd name="connsiteX10" fmla="*/ 60902 w 60901"/>
                <a:gd name="connsiteY10" fmla="*/ 52560 h 59627"/>
                <a:gd name="connsiteX11" fmla="*/ 53242 w 60901"/>
                <a:gd name="connsiteY11" fmla="*/ 59626 h 59627"/>
                <a:gd name="connsiteX12" fmla="*/ 15571 w 60901"/>
                <a:gd name="connsiteY12" fmla="*/ 44627 h 59627"/>
                <a:gd name="connsiteX13" fmla="*/ 45959 w 60901"/>
                <a:gd name="connsiteY13" fmla="*/ 44627 h 59627"/>
                <a:gd name="connsiteX14" fmla="*/ 45959 w 60901"/>
                <a:gd name="connsiteY14" fmla="*/ 14628 h 59627"/>
                <a:gd name="connsiteX15" fmla="*/ 15320 w 60901"/>
                <a:gd name="connsiteY15" fmla="*/ 14628 h 5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901" h="59627">
                  <a:moveTo>
                    <a:pt x="53242" y="59626"/>
                  </a:moveTo>
                  <a:lnTo>
                    <a:pt x="7660" y="59626"/>
                  </a:lnTo>
                  <a:cubicBezTo>
                    <a:pt x="3499" y="59694"/>
                    <a:pt x="70" y="56420"/>
                    <a:pt x="1" y="52313"/>
                  </a:cubicBezTo>
                  <a:cubicBezTo>
                    <a:pt x="0" y="52272"/>
                    <a:pt x="0" y="52230"/>
                    <a:pt x="0" y="52188"/>
                  </a:cubicBezTo>
                  <a:lnTo>
                    <a:pt x="0" y="7439"/>
                  </a:lnTo>
                  <a:cubicBezTo>
                    <a:pt x="-1" y="3331"/>
                    <a:pt x="3372" y="1"/>
                    <a:pt x="7533" y="0"/>
                  </a:cubicBezTo>
                  <a:cubicBezTo>
                    <a:pt x="7575" y="0"/>
                    <a:pt x="7618" y="0"/>
                    <a:pt x="7660" y="1"/>
                  </a:cubicBezTo>
                  <a:lnTo>
                    <a:pt x="53242" y="1"/>
                  </a:lnTo>
                  <a:cubicBezTo>
                    <a:pt x="57402" y="-67"/>
                    <a:pt x="60831" y="3207"/>
                    <a:pt x="60901" y="7314"/>
                  </a:cubicBezTo>
                  <a:cubicBezTo>
                    <a:pt x="60901" y="7355"/>
                    <a:pt x="60902" y="7397"/>
                    <a:pt x="60902" y="7439"/>
                  </a:cubicBezTo>
                  <a:lnTo>
                    <a:pt x="60902" y="52560"/>
                  </a:lnTo>
                  <a:cubicBezTo>
                    <a:pt x="60699" y="56570"/>
                    <a:pt x="57308" y="59698"/>
                    <a:pt x="53242" y="59626"/>
                  </a:cubicBezTo>
                  <a:close/>
                  <a:moveTo>
                    <a:pt x="15571" y="44627"/>
                  </a:moveTo>
                  <a:lnTo>
                    <a:pt x="45959" y="44627"/>
                  </a:lnTo>
                  <a:lnTo>
                    <a:pt x="45959" y="14628"/>
                  </a:lnTo>
                  <a:lnTo>
                    <a:pt x="15320" y="14628"/>
                  </a:ln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7" name="Graphic 33">
            <a:extLst>
              <a:ext uri="{FF2B5EF4-FFF2-40B4-BE49-F238E27FC236}">
                <a16:creationId xmlns:a16="http://schemas.microsoft.com/office/drawing/2014/main" id="{4F353523-3496-2142-9F19-F171A9C21CCC}"/>
              </a:ext>
            </a:extLst>
          </p:cNvPr>
          <p:cNvGrpSpPr>
            <a:grpSpLocks noChangeAspect="1"/>
          </p:cNvGrpSpPr>
          <p:nvPr/>
        </p:nvGrpSpPr>
        <p:grpSpPr>
          <a:xfrm>
            <a:off x="5866287" y="5046575"/>
            <a:ext cx="453387" cy="450786"/>
            <a:chOff x="5916616" y="2206007"/>
            <a:chExt cx="453387" cy="450786"/>
          </a:xfrm>
          <a:solidFill>
            <a:srgbClr val="FFFFFF"/>
          </a:solidFill>
        </p:grpSpPr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B677AA95-1B57-694F-A5ED-A236EF2B7987}"/>
                </a:ext>
              </a:extLst>
            </p:cNvPr>
            <p:cNvSpPr/>
            <p:nvPr/>
          </p:nvSpPr>
          <p:spPr>
            <a:xfrm>
              <a:off x="6005985" y="2206007"/>
              <a:ext cx="364018" cy="450334"/>
            </a:xfrm>
            <a:custGeom>
              <a:avLst/>
              <a:gdLst>
                <a:gd name="connsiteX0" fmla="*/ 123695 w 364018"/>
                <a:gd name="connsiteY0" fmla="*/ 450318 h 450334"/>
                <a:gd name="connsiteX1" fmla="*/ 115962 w 364018"/>
                <a:gd name="connsiteY1" fmla="*/ 442793 h 450334"/>
                <a:gd name="connsiteX2" fmla="*/ 115962 w 364018"/>
                <a:gd name="connsiteY2" fmla="*/ 394809 h 450334"/>
                <a:gd name="connsiteX3" fmla="*/ 96565 w 364018"/>
                <a:gd name="connsiteY3" fmla="*/ 373346 h 450334"/>
                <a:gd name="connsiteX4" fmla="*/ 74632 w 364018"/>
                <a:gd name="connsiteY4" fmla="*/ 370633 h 450334"/>
                <a:gd name="connsiteX5" fmla="*/ 41797 w 364018"/>
                <a:gd name="connsiteY5" fmla="*/ 334367 h 450334"/>
                <a:gd name="connsiteX6" fmla="*/ 41797 w 364018"/>
                <a:gd name="connsiteY6" fmla="*/ 282560 h 450334"/>
                <a:gd name="connsiteX7" fmla="*/ 14666 w 364018"/>
                <a:gd name="connsiteY7" fmla="*/ 282560 h 450334"/>
                <a:gd name="connsiteX8" fmla="*/ 6 w 364018"/>
                <a:gd name="connsiteY8" fmla="*/ 267477 h 450334"/>
                <a:gd name="connsiteX9" fmla="*/ 1988 w 364018"/>
                <a:gd name="connsiteY9" fmla="*/ 260603 h 450334"/>
                <a:gd name="connsiteX10" fmla="*/ 26203 w 364018"/>
                <a:gd name="connsiteY10" fmla="*/ 218910 h 450334"/>
                <a:gd name="connsiteX11" fmla="*/ 47628 w 364018"/>
                <a:gd name="connsiteY11" fmla="*/ 143049 h 450334"/>
                <a:gd name="connsiteX12" fmla="*/ 103284 w 364018"/>
                <a:gd name="connsiteY12" fmla="*/ 30676 h 450334"/>
                <a:gd name="connsiteX13" fmla="*/ 332499 w 364018"/>
                <a:gd name="connsiteY13" fmla="*/ 65559 h 450334"/>
                <a:gd name="connsiteX14" fmla="*/ 315763 w 364018"/>
                <a:gd name="connsiteY14" fmla="*/ 272692 h 450334"/>
                <a:gd name="connsiteX15" fmla="*/ 291295 w 364018"/>
                <a:gd name="connsiteY15" fmla="*/ 328076 h 450334"/>
                <a:gd name="connsiteX16" fmla="*/ 291295 w 364018"/>
                <a:gd name="connsiteY16" fmla="*/ 333380 h 450334"/>
                <a:gd name="connsiteX17" fmla="*/ 282637 w 364018"/>
                <a:gd name="connsiteY17" fmla="*/ 339882 h 450334"/>
                <a:gd name="connsiteX18" fmla="*/ 275955 w 364018"/>
                <a:gd name="connsiteY18" fmla="*/ 333380 h 450334"/>
                <a:gd name="connsiteX19" fmla="*/ 275955 w 364018"/>
                <a:gd name="connsiteY19" fmla="*/ 328076 h 450334"/>
                <a:gd name="connsiteX20" fmla="*/ 305241 w 364018"/>
                <a:gd name="connsiteY20" fmla="*/ 261960 h 450334"/>
                <a:gd name="connsiteX21" fmla="*/ 308747 w 364018"/>
                <a:gd name="connsiteY21" fmla="*/ 57364 h 450334"/>
                <a:gd name="connsiteX22" fmla="*/ 112031 w 364018"/>
                <a:gd name="connsiteY22" fmla="*/ 42641 h 450334"/>
                <a:gd name="connsiteX23" fmla="*/ 62335 w 364018"/>
                <a:gd name="connsiteY23" fmla="*/ 143049 h 450334"/>
                <a:gd name="connsiteX24" fmla="*/ 39768 w 364018"/>
                <a:gd name="connsiteY24" fmla="*/ 226558 h 450334"/>
                <a:gd name="connsiteX25" fmla="*/ 15427 w 364018"/>
                <a:gd name="connsiteY25" fmla="*/ 268251 h 450334"/>
                <a:gd name="connsiteX26" fmla="*/ 42557 w 364018"/>
                <a:gd name="connsiteY26" fmla="*/ 268251 h 450334"/>
                <a:gd name="connsiteX27" fmla="*/ 57644 w 364018"/>
                <a:gd name="connsiteY27" fmla="*/ 282930 h 450334"/>
                <a:gd name="connsiteX28" fmla="*/ 57644 w 364018"/>
                <a:gd name="connsiteY28" fmla="*/ 334737 h 450334"/>
                <a:gd name="connsiteX29" fmla="*/ 77041 w 364018"/>
                <a:gd name="connsiteY29" fmla="*/ 355954 h 450334"/>
                <a:gd name="connsiteX30" fmla="*/ 99100 w 364018"/>
                <a:gd name="connsiteY30" fmla="*/ 358667 h 450334"/>
                <a:gd name="connsiteX31" fmla="*/ 131936 w 364018"/>
                <a:gd name="connsiteY31" fmla="*/ 394933 h 450334"/>
                <a:gd name="connsiteX32" fmla="*/ 131936 w 364018"/>
                <a:gd name="connsiteY32" fmla="*/ 442300 h 450334"/>
                <a:gd name="connsiteX33" fmla="*/ 124745 w 364018"/>
                <a:gd name="connsiteY33" fmla="*/ 450318 h 450334"/>
                <a:gd name="connsiteX34" fmla="*/ 123695 w 364018"/>
                <a:gd name="connsiteY34" fmla="*/ 450318 h 45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64018" h="450334">
                  <a:moveTo>
                    <a:pt x="123695" y="450318"/>
                  </a:moveTo>
                  <a:cubicBezTo>
                    <a:pt x="119424" y="450318"/>
                    <a:pt x="115962" y="446949"/>
                    <a:pt x="115962" y="442793"/>
                  </a:cubicBezTo>
                  <a:lnTo>
                    <a:pt x="115962" y="394809"/>
                  </a:lnTo>
                  <a:cubicBezTo>
                    <a:pt x="115986" y="383919"/>
                    <a:pt x="107669" y="374715"/>
                    <a:pt x="96565" y="373346"/>
                  </a:cubicBezTo>
                  <a:lnTo>
                    <a:pt x="74632" y="370633"/>
                  </a:lnTo>
                  <a:cubicBezTo>
                    <a:pt x="55965" y="368128"/>
                    <a:pt x="41997" y="352701"/>
                    <a:pt x="41797" y="334367"/>
                  </a:cubicBezTo>
                  <a:lnTo>
                    <a:pt x="41797" y="282560"/>
                  </a:lnTo>
                  <a:lnTo>
                    <a:pt x="14666" y="282560"/>
                  </a:lnTo>
                  <a:cubicBezTo>
                    <a:pt x="6337" y="282334"/>
                    <a:pt x="-226" y="275581"/>
                    <a:pt x="6" y="267477"/>
                  </a:cubicBezTo>
                  <a:cubicBezTo>
                    <a:pt x="75" y="265062"/>
                    <a:pt x="756" y="262701"/>
                    <a:pt x="1988" y="260603"/>
                  </a:cubicBezTo>
                  <a:lnTo>
                    <a:pt x="26203" y="218910"/>
                  </a:lnTo>
                  <a:cubicBezTo>
                    <a:pt x="39993" y="195862"/>
                    <a:pt x="47378" y="169717"/>
                    <a:pt x="47628" y="143049"/>
                  </a:cubicBezTo>
                  <a:cubicBezTo>
                    <a:pt x="47253" y="99218"/>
                    <a:pt x="67815" y="57702"/>
                    <a:pt x="103284" y="30676"/>
                  </a:cubicBezTo>
                  <a:cubicBezTo>
                    <a:pt x="176480" y="-21277"/>
                    <a:pt x="279103" y="-5659"/>
                    <a:pt x="332499" y="65559"/>
                  </a:cubicBezTo>
                  <a:cubicBezTo>
                    <a:pt x="380191" y="129169"/>
                    <a:pt x="373086" y="217114"/>
                    <a:pt x="315763" y="272692"/>
                  </a:cubicBezTo>
                  <a:cubicBezTo>
                    <a:pt x="300107" y="287081"/>
                    <a:pt x="291253" y="307122"/>
                    <a:pt x="291295" y="328076"/>
                  </a:cubicBezTo>
                  <a:lnTo>
                    <a:pt x="291295" y="333380"/>
                  </a:lnTo>
                  <a:cubicBezTo>
                    <a:pt x="290749" y="337502"/>
                    <a:pt x="286873" y="340413"/>
                    <a:pt x="282637" y="339882"/>
                  </a:cubicBezTo>
                  <a:cubicBezTo>
                    <a:pt x="279150" y="339445"/>
                    <a:pt x="276404" y="336774"/>
                    <a:pt x="275955" y="333380"/>
                  </a:cubicBezTo>
                  <a:lnTo>
                    <a:pt x="275955" y="328076"/>
                  </a:lnTo>
                  <a:cubicBezTo>
                    <a:pt x="276141" y="303094"/>
                    <a:pt x="286704" y="279247"/>
                    <a:pt x="305241" y="261960"/>
                  </a:cubicBezTo>
                  <a:cubicBezTo>
                    <a:pt x="364276" y="206404"/>
                    <a:pt x="365845" y="114804"/>
                    <a:pt x="308747" y="57364"/>
                  </a:cubicBezTo>
                  <a:cubicBezTo>
                    <a:pt x="256443" y="4748"/>
                    <a:pt x="171991" y="-1573"/>
                    <a:pt x="112031" y="42641"/>
                  </a:cubicBezTo>
                  <a:cubicBezTo>
                    <a:pt x="80350" y="66795"/>
                    <a:pt x="61990" y="103890"/>
                    <a:pt x="62335" y="143049"/>
                  </a:cubicBezTo>
                  <a:cubicBezTo>
                    <a:pt x="62297" y="172308"/>
                    <a:pt x="54526" y="201065"/>
                    <a:pt x="39768" y="226558"/>
                  </a:cubicBezTo>
                  <a:lnTo>
                    <a:pt x="15427" y="268251"/>
                  </a:lnTo>
                  <a:lnTo>
                    <a:pt x="42557" y="268251"/>
                  </a:lnTo>
                  <a:cubicBezTo>
                    <a:pt x="50889" y="268251"/>
                    <a:pt x="57644" y="274823"/>
                    <a:pt x="57644" y="282930"/>
                  </a:cubicBezTo>
                  <a:lnTo>
                    <a:pt x="57644" y="334737"/>
                  </a:lnTo>
                  <a:cubicBezTo>
                    <a:pt x="57854" y="345493"/>
                    <a:pt x="66086" y="354497"/>
                    <a:pt x="77041" y="355954"/>
                  </a:cubicBezTo>
                  <a:lnTo>
                    <a:pt x="99100" y="358667"/>
                  </a:lnTo>
                  <a:cubicBezTo>
                    <a:pt x="117767" y="361172"/>
                    <a:pt x="131735" y="376599"/>
                    <a:pt x="131936" y="394933"/>
                  </a:cubicBezTo>
                  <a:lnTo>
                    <a:pt x="131936" y="442300"/>
                  </a:lnTo>
                  <a:cubicBezTo>
                    <a:pt x="132225" y="446446"/>
                    <a:pt x="129006" y="450035"/>
                    <a:pt x="124745" y="450318"/>
                  </a:cubicBezTo>
                  <a:cubicBezTo>
                    <a:pt x="124395" y="450341"/>
                    <a:pt x="124045" y="450341"/>
                    <a:pt x="123695" y="450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B0B8CEF-555C-ED4B-AE4B-7020EB8020B0}"/>
                </a:ext>
              </a:extLst>
            </p:cNvPr>
            <p:cNvSpPr/>
            <p:nvPr/>
          </p:nvSpPr>
          <p:spPr>
            <a:xfrm>
              <a:off x="6282002" y="2621687"/>
              <a:ext cx="15467" cy="34638"/>
            </a:xfrm>
            <a:custGeom>
              <a:avLst/>
              <a:gdLst>
                <a:gd name="connsiteX0" fmla="*/ 7798 w 15467"/>
                <a:gd name="connsiteY0" fmla="*/ 34637 h 34638"/>
                <a:gd name="connsiteX1" fmla="*/ 65 w 15467"/>
                <a:gd name="connsiteY1" fmla="*/ 27361 h 34638"/>
                <a:gd name="connsiteX2" fmla="*/ 64 w 15467"/>
                <a:gd name="connsiteY2" fmla="*/ 27236 h 34638"/>
                <a:gd name="connsiteX3" fmla="*/ 64 w 15467"/>
                <a:gd name="connsiteY3" fmla="*/ 8487 h 34638"/>
                <a:gd name="connsiteX4" fmla="*/ 6746 w 15467"/>
                <a:gd name="connsiteY4" fmla="*/ 63 h 34638"/>
                <a:gd name="connsiteX5" fmla="*/ 15404 w 15467"/>
                <a:gd name="connsiteY5" fmla="*/ 6564 h 34638"/>
                <a:gd name="connsiteX6" fmla="*/ 15404 w 15467"/>
                <a:gd name="connsiteY6" fmla="*/ 8487 h 34638"/>
                <a:gd name="connsiteX7" fmla="*/ 15404 w 15467"/>
                <a:gd name="connsiteY7" fmla="*/ 26619 h 34638"/>
                <a:gd name="connsiteX8" fmla="*/ 7926 w 15467"/>
                <a:gd name="connsiteY8" fmla="*/ 34143 h 34638"/>
                <a:gd name="connsiteX9" fmla="*/ 7798 w 15467"/>
                <a:gd name="connsiteY9" fmla="*/ 34144 h 3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67" h="34638">
                  <a:moveTo>
                    <a:pt x="7798" y="34637"/>
                  </a:moveTo>
                  <a:cubicBezTo>
                    <a:pt x="3597" y="34705"/>
                    <a:pt x="135" y="31447"/>
                    <a:pt x="65" y="27361"/>
                  </a:cubicBezTo>
                  <a:cubicBezTo>
                    <a:pt x="65" y="27319"/>
                    <a:pt x="64" y="27278"/>
                    <a:pt x="64" y="27236"/>
                  </a:cubicBezTo>
                  <a:lnTo>
                    <a:pt x="64" y="8487"/>
                  </a:lnTo>
                  <a:cubicBezTo>
                    <a:pt x="-481" y="4365"/>
                    <a:pt x="2510" y="593"/>
                    <a:pt x="6746" y="63"/>
                  </a:cubicBezTo>
                  <a:cubicBezTo>
                    <a:pt x="10982" y="-468"/>
                    <a:pt x="14859" y="2442"/>
                    <a:pt x="15404" y="6564"/>
                  </a:cubicBezTo>
                  <a:cubicBezTo>
                    <a:pt x="15489" y="7202"/>
                    <a:pt x="15489" y="7848"/>
                    <a:pt x="15404" y="8487"/>
                  </a:cubicBezTo>
                  <a:lnTo>
                    <a:pt x="15404" y="26619"/>
                  </a:lnTo>
                  <a:cubicBezTo>
                    <a:pt x="15474" y="30706"/>
                    <a:pt x="12126" y="34075"/>
                    <a:pt x="7926" y="34143"/>
                  </a:cubicBezTo>
                  <a:cubicBezTo>
                    <a:pt x="7883" y="34143"/>
                    <a:pt x="7840" y="34144"/>
                    <a:pt x="7798" y="3414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EC242DC-2409-3E4B-AC09-FDC4F9355828}"/>
                </a:ext>
              </a:extLst>
            </p:cNvPr>
            <p:cNvSpPr/>
            <p:nvPr/>
          </p:nvSpPr>
          <p:spPr>
            <a:xfrm>
              <a:off x="6281940" y="2575503"/>
              <a:ext cx="15340" cy="38141"/>
            </a:xfrm>
            <a:custGeom>
              <a:avLst/>
              <a:gdLst>
                <a:gd name="connsiteX0" fmla="*/ 7733 w 15340"/>
                <a:gd name="connsiteY0" fmla="*/ 38142 h 38141"/>
                <a:gd name="connsiteX1" fmla="*/ 0 w 15340"/>
                <a:gd name="connsiteY1" fmla="*/ 30617 h 38141"/>
                <a:gd name="connsiteX2" fmla="*/ 0 w 15340"/>
                <a:gd name="connsiteY2" fmla="*/ 6564 h 38141"/>
                <a:gd name="connsiteX3" fmla="*/ 8658 w 15340"/>
                <a:gd name="connsiteY3" fmla="*/ 63 h 38141"/>
                <a:gd name="connsiteX4" fmla="*/ 15340 w 15340"/>
                <a:gd name="connsiteY4" fmla="*/ 6564 h 38141"/>
                <a:gd name="connsiteX5" fmla="*/ 15340 w 15340"/>
                <a:gd name="connsiteY5" fmla="*/ 30617 h 38141"/>
                <a:gd name="connsiteX6" fmla="*/ 7607 w 15340"/>
                <a:gd name="connsiteY6" fmla="*/ 38142 h 38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40" h="38141">
                  <a:moveTo>
                    <a:pt x="7733" y="38142"/>
                  </a:moveTo>
                  <a:cubicBezTo>
                    <a:pt x="3491" y="38076"/>
                    <a:pt x="68" y="34745"/>
                    <a:pt x="0" y="30617"/>
                  </a:cubicBezTo>
                  <a:lnTo>
                    <a:pt x="0" y="6564"/>
                  </a:lnTo>
                  <a:cubicBezTo>
                    <a:pt x="546" y="2442"/>
                    <a:pt x="4422" y="-468"/>
                    <a:pt x="8658" y="63"/>
                  </a:cubicBezTo>
                  <a:cubicBezTo>
                    <a:pt x="12146" y="500"/>
                    <a:pt x="14891" y="3171"/>
                    <a:pt x="15340" y="6564"/>
                  </a:cubicBezTo>
                  <a:lnTo>
                    <a:pt x="15340" y="30617"/>
                  </a:lnTo>
                  <a:cubicBezTo>
                    <a:pt x="15340" y="34773"/>
                    <a:pt x="11878" y="38142"/>
                    <a:pt x="7607" y="3814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6B434E9-CAE9-0A40-8DAB-C87423F6A615}"/>
                </a:ext>
              </a:extLst>
            </p:cNvPr>
            <p:cNvSpPr/>
            <p:nvPr/>
          </p:nvSpPr>
          <p:spPr>
            <a:xfrm>
              <a:off x="6281876" y="2530900"/>
              <a:ext cx="15467" cy="34637"/>
            </a:xfrm>
            <a:custGeom>
              <a:avLst/>
              <a:gdLst>
                <a:gd name="connsiteX0" fmla="*/ 7671 w 15467"/>
                <a:gd name="connsiteY0" fmla="*/ 34637 h 34637"/>
                <a:gd name="connsiteX1" fmla="*/ 63 w 15467"/>
                <a:gd name="connsiteY1" fmla="*/ 27237 h 34637"/>
                <a:gd name="connsiteX2" fmla="*/ 64 w 15467"/>
                <a:gd name="connsiteY2" fmla="*/ 27113 h 34637"/>
                <a:gd name="connsiteX3" fmla="*/ 64 w 15467"/>
                <a:gd name="connsiteY3" fmla="*/ 8487 h 34637"/>
                <a:gd name="connsiteX4" fmla="*/ 6746 w 15467"/>
                <a:gd name="connsiteY4" fmla="*/ 63 h 34637"/>
                <a:gd name="connsiteX5" fmla="*/ 15404 w 15467"/>
                <a:gd name="connsiteY5" fmla="*/ 6564 h 34637"/>
                <a:gd name="connsiteX6" fmla="*/ 15404 w 15467"/>
                <a:gd name="connsiteY6" fmla="*/ 8487 h 34637"/>
                <a:gd name="connsiteX7" fmla="*/ 15404 w 15467"/>
                <a:gd name="connsiteY7" fmla="*/ 27113 h 34637"/>
                <a:gd name="connsiteX8" fmla="*/ 7926 w 15467"/>
                <a:gd name="connsiteY8" fmla="*/ 34636 h 34637"/>
                <a:gd name="connsiteX9" fmla="*/ 7798 w 15467"/>
                <a:gd name="connsiteY9" fmla="*/ 34637 h 3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67" h="34637">
                  <a:moveTo>
                    <a:pt x="7671" y="34637"/>
                  </a:moveTo>
                  <a:cubicBezTo>
                    <a:pt x="3470" y="34638"/>
                    <a:pt x="64" y="31325"/>
                    <a:pt x="63" y="27237"/>
                  </a:cubicBezTo>
                  <a:cubicBezTo>
                    <a:pt x="63" y="27196"/>
                    <a:pt x="64" y="27154"/>
                    <a:pt x="64" y="27113"/>
                  </a:cubicBezTo>
                  <a:lnTo>
                    <a:pt x="64" y="8487"/>
                  </a:lnTo>
                  <a:cubicBezTo>
                    <a:pt x="-481" y="4365"/>
                    <a:pt x="2510" y="593"/>
                    <a:pt x="6746" y="63"/>
                  </a:cubicBezTo>
                  <a:cubicBezTo>
                    <a:pt x="10982" y="-468"/>
                    <a:pt x="14859" y="2442"/>
                    <a:pt x="15404" y="6564"/>
                  </a:cubicBezTo>
                  <a:cubicBezTo>
                    <a:pt x="15489" y="7202"/>
                    <a:pt x="15489" y="7848"/>
                    <a:pt x="15404" y="8487"/>
                  </a:cubicBezTo>
                  <a:lnTo>
                    <a:pt x="15404" y="27113"/>
                  </a:lnTo>
                  <a:cubicBezTo>
                    <a:pt x="15474" y="31200"/>
                    <a:pt x="12126" y="34568"/>
                    <a:pt x="7926" y="34636"/>
                  </a:cubicBezTo>
                  <a:cubicBezTo>
                    <a:pt x="7883" y="34637"/>
                    <a:pt x="7840" y="34637"/>
                    <a:pt x="7798" y="3463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922BF77-1437-A848-9053-7035219A61DA}"/>
                </a:ext>
              </a:extLst>
            </p:cNvPr>
            <p:cNvSpPr/>
            <p:nvPr/>
          </p:nvSpPr>
          <p:spPr>
            <a:xfrm>
              <a:off x="5916616" y="2206016"/>
              <a:ext cx="363384" cy="450777"/>
            </a:xfrm>
            <a:custGeom>
              <a:avLst/>
              <a:gdLst>
                <a:gd name="connsiteX0" fmla="*/ 79694 w 363384"/>
                <a:gd name="connsiteY0" fmla="*/ 450308 h 450777"/>
                <a:gd name="connsiteX1" fmla="*/ 71944 w 363384"/>
                <a:gd name="connsiteY1" fmla="*/ 442800 h 450777"/>
                <a:gd name="connsiteX2" fmla="*/ 71960 w 363384"/>
                <a:gd name="connsiteY2" fmla="*/ 442291 h 450777"/>
                <a:gd name="connsiteX3" fmla="*/ 71960 w 363384"/>
                <a:gd name="connsiteY3" fmla="*/ 327450 h 450777"/>
                <a:gd name="connsiteX4" fmla="*/ 48253 w 363384"/>
                <a:gd name="connsiteY4" fmla="*/ 272682 h 450777"/>
                <a:gd name="connsiteX5" fmla="*/ 47846 w 363384"/>
                <a:gd name="connsiteY5" fmla="*/ 46951 h 450777"/>
                <a:gd name="connsiteX6" fmla="*/ 260732 w 363384"/>
                <a:gd name="connsiteY6" fmla="*/ 30667 h 450777"/>
                <a:gd name="connsiteX7" fmla="*/ 316515 w 363384"/>
                <a:gd name="connsiteY7" fmla="*/ 143040 h 450777"/>
                <a:gd name="connsiteX8" fmla="*/ 337179 w 363384"/>
                <a:gd name="connsiteY8" fmla="*/ 219148 h 450777"/>
                <a:gd name="connsiteX9" fmla="*/ 361394 w 363384"/>
                <a:gd name="connsiteY9" fmla="*/ 260841 h 450777"/>
                <a:gd name="connsiteX10" fmla="*/ 355781 w 363384"/>
                <a:gd name="connsiteY10" fmla="*/ 280869 h 450777"/>
                <a:gd name="connsiteX11" fmla="*/ 348716 w 363384"/>
                <a:gd name="connsiteY11" fmla="*/ 282797 h 450777"/>
                <a:gd name="connsiteX12" fmla="*/ 320952 w 363384"/>
                <a:gd name="connsiteY12" fmla="*/ 282797 h 450777"/>
                <a:gd name="connsiteX13" fmla="*/ 320952 w 363384"/>
                <a:gd name="connsiteY13" fmla="*/ 334358 h 450777"/>
                <a:gd name="connsiteX14" fmla="*/ 288116 w 363384"/>
                <a:gd name="connsiteY14" fmla="*/ 370623 h 450777"/>
                <a:gd name="connsiteX15" fmla="*/ 266057 w 363384"/>
                <a:gd name="connsiteY15" fmla="*/ 373337 h 450777"/>
                <a:gd name="connsiteX16" fmla="*/ 246660 w 363384"/>
                <a:gd name="connsiteY16" fmla="*/ 394800 h 450777"/>
                <a:gd name="connsiteX17" fmla="*/ 246660 w 363384"/>
                <a:gd name="connsiteY17" fmla="*/ 442291 h 450777"/>
                <a:gd name="connsiteX18" fmla="*/ 239978 w 363384"/>
                <a:gd name="connsiteY18" fmla="*/ 450715 h 450777"/>
                <a:gd name="connsiteX19" fmla="*/ 231320 w 363384"/>
                <a:gd name="connsiteY19" fmla="*/ 444213 h 450777"/>
                <a:gd name="connsiteX20" fmla="*/ 231320 w 363384"/>
                <a:gd name="connsiteY20" fmla="*/ 442291 h 450777"/>
                <a:gd name="connsiteX21" fmla="*/ 231320 w 363384"/>
                <a:gd name="connsiteY21" fmla="*/ 394800 h 450777"/>
                <a:gd name="connsiteX22" fmla="*/ 264156 w 363384"/>
                <a:gd name="connsiteY22" fmla="*/ 358535 h 450777"/>
                <a:gd name="connsiteX23" fmla="*/ 286342 w 363384"/>
                <a:gd name="connsiteY23" fmla="*/ 355945 h 450777"/>
                <a:gd name="connsiteX24" fmla="*/ 305865 w 363384"/>
                <a:gd name="connsiteY24" fmla="*/ 334481 h 450777"/>
                <a:gd name="connsiteX25" fmla="*/ 305865 w 363384"/>
                <a:gd name="connsiteY25" fmla="*/ 282674 h 450777"/>
                <a:gd name="connsiteX26" fmla="*/ 320952 w 363384"/>
                <a:gd name="connsiteY26" fmla="*/ 267995 h 450777"/>
                <a:gd name="connsiteX27" fmla="*/ 348209 w 363384"/>
                <a:gd name="connsiteY27" fmla="*/ 267995 h 450777"/>
                <a:gd name="connsiteX28" fmla="*/ 323741 w 363384"/>
                <a:gd name="connsiteY28" fmla="*/ 226672 h 450777"/>
                <a:gd name="connsiteX29" fmla="*/ 301048 w 363384"/>
                <a:gd name="connsiteY29" fmla="*/ 143164 h 450777"/>
                <a:gd name="connsiteX30" fmla="*/ 251097 w 363384"/>
                <a:gd name="connsiteY30" fmla="*/ 42632 h 450777"/>
                <a:gd name="connsiteX31" fmla="*/ 43163 w 363384"/>
                <a:gd name="connsiteY31" fmla="*/ 73289 h 450777"/>
                <a:gd name="connsiteX32" fmla="*/ 58268 w 363384"/>
                <a:gd name="connsiteY32" fmla="*/ 261951 h 450777"/>
                <a:gd name="connsiteX33" fmla="*/ 87554 w 363384"/>
                <a:gd name="connsiteY33" fmla="*/ 328067 h 450777"/>
                <a:gd name="connsiteX34" fmla="*/ 87554 w 363384"/>
                <a:gd name="connsiteY34" fmla="*/ 442907 h 450777"/>
                <a:gd name="connsiteX35" fmla="*/ 79696 w 363384"/>
                <a:gd name="connsiteY35" fmla="*/ 450308 h 450777"/>
                <a:gd name="connsiteX36" fmla="*/ 79694 w 363384"/>
                <a:gd name="connsiteY36" fmla="*/ 450308 h 45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63384" h="450777">
                  <a:moveTo>
                    <a:pt x="79694" y="450308"/>
                  </a:moveTo>
                  <a:cubicBezTo>
                    <a:pt x="75423" y="450317"/>
                    <a:pt x="71953" y="446956"/>
                    <a:pt x="71944" y="442800"/>
                  </a:cubicBezTo>
                  <a:cubicBezTo>
                    <a:pt x="71943" y="442630"/>
                    <a:pt x="71949" y="442460"/>
                    <a:pt x="71960" y="442291"/>
                  </a:cubicBezTo>
                  <a:lnTo>
                    <a:pt x="71960" y="327450"/>
                  </a:lnTo>
                  <a:cubicBezTo>
                    <a:pt x="71955" y="306834"/>
                    <a:pt x="63408" y="287091"/>
                    <a:pt x="48253" y="272682"/>
                  </a:cubicBezTo>
                  <a:cubicBezTo>
                    <a:pt x="-15925" y="210458"/>
                    <a:pt x="-16107" y="109394"/>
                    <a:pt x="47846" y="46951"/>
                  </a:cubicBezTo>
                  <a:cubicBezTo>
                    <a:pt x="104967" y="-8822"/>
                    <a:pt x="195355" y="-15736"/>
                    <a:pt x="260732" y="30667"/>
                  </a:cubicBezTo>
                  <a:cubicBezTo>
                    <a:pt x="296233" y="57680"/>
                    <a:pt x="316840" y="99192"/>
                    <a:pt x="316515" y="143040"/>
                  </a:cubicBezTo>
                  <a:cubicBezTo>
                    <a:pt x="316490" y="169725"/>
                    <a:pt x="323612" y="195956"/>
                    <a:pt x="337179" y="219148"/>
                  </a:cubicBezTo>
                  <a:lnTo>
                    <a:pt x="361394" y="260841"/>
                  </a:lnTo>
                  <a:cubicBezTo>
                    <a:pt x="365528" y="267879"/>
                    <a:pt x="363015" y="276846"/>
                    <a:pt x="355781" y="280869"/>
                  </a:cubicBezTo>
                  <a:cubicBezTo>
                    <a:pt x="353625" y="282067"/>
                    <a:pt x="351199" y="282730"/>
                    <a:pt x="348716" y="282797"/>
                  </a:cubicBezTo>
                  <a:lnTo>
                    <a:pt x="320952" y="282797"/>
                  </a:lnTo>
                  <a:lnTo>
                    <a:pt x="320952" y="334358"/>
                  </a:lnTo>
                  <a:cubicBezTo>
                    <a:pt x="320752" y="352692"/>
                    <a:pt x="306784" y="368119"/>
                    <a:pt x="288116" y="370623"/>
                  </a:cubicBezTo>
                  <a:lnTo>
                    <a:pt x="266057" y="373337"/>
                  </a:lnTo>
                  <a:cubicBezTo>
                    <a:pt x="254981" y="374758"/>
                    <a:pt x="246691" y="383930"/>
                    <a:pt x="246660" y="394800"/>
                  </a:cubicBezTo>
                  <a:lnTo>
                    <a:pt x="246660" y="442291"/>
                  </a:lnTo>
                  <a:cubicBezTo>
                    <a:pt x="247206" y="446412"/>
                    <a:pt x="244214" y="450184"/>
                    <a:pt x="239978" y="450715"/>
                  </a:cubicBezTo>
                  <a:cubicBezTo>
                    <a:pt x="235742" y="451246"/>
                    <a:pt x="231866" y="448335"/>
                    <a:pt x="231320" y="444213"/>
                  </a:cubicBezTo>
                  <a:cubicBezTo>
                    <a:pt x="231236" y="443575"/>
                    <a:pt x="231236" y="442929"/>
                    <a:pt x="231320" y="442291"/>
                  </a:cubicBezTo>
                  <a:lnTo>
                    <a:pt x="231320" y="394800"/>
                  </a:lnTo>
                  <a:cubicBezTo>
                    <a:pt x="231520" y="376467"/>
                    <a:pt x="245488" y="361040"/>
                    <a:pt x="264156" y="358535"/>
                  </a:cubicBezTo>
                  <a:lnTo>
                    <a:pt x="286342" y="355945"/>
                  </a:lnTo>
                  <a:cubicBezTo>
                    <a:pt x="297441" y="354530"/>
                    <a:pt x="305771" y="345372"/>
                    <a:pt x="305865" y="334481"/>
                  </a:cubicBezTo>
                  <a:lnTo>
                    <a:pt x="305865" y="282674"/>
                  </a:lnTo>
                  <a:cubicBezTo>
                    <a:pt x="305865" y="274567"/>
                    <a:pt x="312620" y="267995"/>
                    <a:pt x="320952" y="267995"/>
                  </a:cubicBezTo>
                  <a:lnTo>
                    <a:pt x="348209" y="267995"/>
                  </a:lnTo>
                  <a:lnTo>
                    <a:pt x="323741" y="226672"/>
                  </a:lnTo>
                  <a:cubicBezTo>
                    <a:pt x="308885" y="201212"/>
                    <a:pt x="301067" y="172440"/>
                    <a:pt x="301048" y="143164"/>
                  </a:cubicBezTo>
                  <a:cubicBezTo>
                    <a:pt x="301430" y="103906"/>
                    <a:pt x="282956" y="66725"/>
                    <a:pt x="251097" y="42632"/>
                  </a:cubicBezTo>
                  <a:cubicBezTo>
                    <a:pt x="184977" y="-4770"/>
                    <a:pt x="91882" y="8956"/>
                    <a:pt x="43163" y="73289"/>
                  </a:cubicBezTo>
                  <a:cubicBezTo>
                    <a:pt x="-623" y="131109"/>
                    <a:pt x="5808" y="211427"/>
                    <a:pt x="58268" y="261951"/>
                  </a:cubicBezTo>
                  <a:cubicBezTo>
                    <a:pt x="76805" y="279238"/>
                    <a:pt x="87368" y="303085"/>
                    <a:pt x="87554" y="328067"/>
                  </a:cubicBezTo>
                  <a:lnTo>
                    <a:pt x="87554" y="442907"/>
                  </a:lnTo>
                  <a:cubicBezTo>
                    <a:pt x="87485" y="447062"/>
                    <a:pt x="83966" y="450376"/>
                    <a:pt x="79696" y="450308"/>
                  </a:cubicBezTo>
                  <a:cubicBezTo>
                    <a:pt x="79695" y="450308"/>
                    <a:pt x="79695" y="450308"/>
                    <a:pt x="79694" y="45030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03383D0A-A7CB-634A-954F-DA06CA595F15}"/>
                </a:ext>
              </a:extLst>
            </p:cNvPr>
            <p:cNvSpPr/>
            <p:nvPr/>
          </p:nvSpPr>
          <p:spPr>
            <a:xfrm>
              <a:off x="5939792" y="2641336"/>
              <a:ext cx="406525" cy="15050"/>
            </a:xfrm>
            <a:custGeom>
              <a:avLst/>
              <a:gdLst>
                <a:gd name="connsiteX0" fmla="*/ 397803 w 406525"/>
                <a:gd name="connsiteY0" fmla="*/ 14988 h 15050"/>
                <a:gd name="connsiteX1" fmla="*/ 8722 w 406525"/>
                <a:gd name="connsiteY1" fmla="*/ 14988 h 15050"/>
                <a:gd name="connsiteX2" fmla="*/ 64 w 406525"/>
                <a:gd name="connsiteY2" fmla="*/ 8487 h 15050"/>
                <a:gd name="connsiteX3" fmla="*/ 6746 w 406525"/>
                <a:gd name="connsiteY3" fmla="*/ 63 h 15050"/>
                <a:gd name="connsiteX4" fmla="*/ 8722 w 406525"/>
                <a:gd name="connsiteY4" fmla="*/ 63 h 15050"/>
                <a:gd name="connsiteX5" fmla="*/ 397803 w 406525"/>
                <a:gd name="connsiteY5" fmla="*/ 63 h 15050"/>
                <a:gd name="connsiteX6" fmla="*/ 406462 w 406525"/>
                <a:gd name="connsiteY6" fmla="*/ 6564 h 15050"/>
                <a:gd name="connsiteX7" fmla="*/ 399780 w 406525"/>
                <a:gd name="connsiteY7" fmla="*/ 14988 h 15050"/>
                <a:gd name="connsiteX8" fmla="*/ 397803 w 406525"/>
                <a:gd name="connsiteY8" fmla="*/ 14988 h 1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525" h="15050">
                  <a:moveTo>
                    <a:pt x="397803" y="14988"/>
                  </a:moveTo>
                  <a:lnTo>
                    <a:pt x="8722" y="14988"/>
                  </a:lnTo>
                  <a:cubicBezTo>
                    <a:pt x="4486" y="15519"/>
                    <a:pt x="610" y="12608"/>
                    <a:pt x="64" y="8487"/>
                  </a:cubicBezTo>
                  <a:cubicBezTo>
                    <a:pt x="-481" y="4365"/>
                    <a:pt x="2510" y="594"/>
                    <a:pt x="6746" y="63"/>
                  </a:cubicBezTo>
                  <a:cubicBezTo>
                    <a:pt x="7402" y="-20"/>
                    <a:pt x="8066" y="-20"/>
                    <a:pt x="8722" y="63"/>
                  </a:cubicBezTo>
                  <a:lnTo>
                    <a:pt x="397803" y="63"/>
                  </a:lnTo>
                  <a:cubicBezTo>
                    <a:pt x="402040" y="-468"/>
                    <a:pt x="405916" y="2442"/>
                    <a:pt x="406462" y="6564"/>
                  </a:cubicBezTo>
                  <a:cubicBezTo>
                    <a:pt x="407007" y="10685"/>
                    <a:pt x="404016" y="14457"/>
                    <a:pt x="399780" y="14988"/>
                  </a:cubicBezTo>
                  <a:cubicBezTo>
                    <a:pt x="399124" y="15070"/>
                    <a:pt x="398459" y="15070"/>
                    <a:pt x="397803" y="1498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4" name="Graphic 35">
            <a:extLst>
              <a:ext uri="{FF2B5EF4-FFF2-40B4-BE49-F238E27FC236}">
                <a16:creationId xmlns:a16="http://schemas.microsoft.com/office/drawing/2014/main" id="{2B78FA8D-E499-DB40-B162-37C39F76B987}"/>
              </a:ext>
            </a:extLst>
          </p:cNvPr>
          <p:cNvGrpSpPr>
            <a:grpSpLocks noChangeAspect="1"/>
          </p:cNvGrpSpPr>
          <p:nvPr/>
        </p:nvGrpSpPr>
        <p:grpSpPr>
          <a:xfrm>
            <a:off x="7039407" y="4396584"/>
            <a:ext cx="442960" cy="457013"/>
            <a:chOff x="5922601" y="2204263"/>
            <a:chExt cx="442960" cy="457013"/>
          </a:xfrm>
          <a:solidFill>
            <a:srgbClr val="FFFFFF"/>
          </a:solidFill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CA570B5-E1E8-4440-8728-79AECF002A40}"/>
                </a:ext>
              </a:extLst>
            </p:cNvPr>
            <p:cNvSpPr/>
            <p:nvPr/>
          </p:nvSpPr>
          <p:spPr>
            <a:xfrm>
              <a:off x="5931651" y="2451331"/>
              <a:ext cx="424867" cy="209945"/>
            </a:xfrm>
            <a:custGeom>
              <a:avLst/>
              <a:gdLst>
                <a:gd name="connsiteX0" fmla="*/ 417144 w 424867"/>
                <a:gd name="connsiteY0" fmla="*/ 209944 h 209945"/>
                <a:gd name="connsiteX1" fmla="*/ 7660 w 424867"/>
                <a:gd name="connsiteY1" fmla="*/ 209944 h 209945"/>
                <a:gd name="connsiteX2" fmla="*/ 1 w 424867"/>
                <a:gd name="connsiteY2" fmla="*/ 202465 h 209945"/>
                <a:gd name="connsiteX3" fmla="*/ 0 w 424867"/>
                <a:gd name="connsiteY3" fmla="*/ 202337 h 209945"/>
                <a:gd name="connsiteX4" fmla="*/ 0 w 424867"/>
                <a:gd name="connsiteY4" fmla="*/ 7733 h 209945"/>
                <a:gd name="connsiteX5" fmla="*/ 7660 w 424867"/>
                <a:gd name="connsiteY5" fmla="*/ 0 h 209945"/>
                <a:gd name="connsiteX6" fmla="*/ 417144 w 424867"/>
                <a:gd name="connsiteY6" fmla="*/ 0 h 209945"/>
                <a:gd name="connsiteX7" fmla="*/ 424804 w 424867"/>
                <a:gd name="connsiteY7" fmla="*/ 7733 h 209945"/>
                <a:gd name="connsiteX8" fmla="*/ 424804 w 424867"/>
                <a:gd name="connsiteY8" fmla="*/ 51218 h 209945"/>
                <a:gd name="connsiteX9" fmla="*/ 418186 w 424867"/>
                <a:gd name="connsiteY9" fmla="*/ 59876 h 209945"/>
                <a:gd name="connsiteX10" fmla="*/ 409610 w 424867"/>
                <a:gd name="connsiteY10" fmla="*/ 53194 h 209945"/>
                <a:gd name="connsiteX11" fmla="*/ 409610 w 424867"/>
                <a:gd name="connsiteY11" fmla="*/ 51218 h 209945"/>
                <a:gd name="connsiteX12" fmla="*/ 409610 w 424867"/>
                <a:gd name="connsiteY12" fmla="*/ 15467 h 209945"/>
                <a:gd name="connsiteX13" fmla="*/ 15320 w 424867"/>
                <a:gd name="connsiteY13" fmla="*/ 15467 h 209945"/>
                <a:gd name="connsiteX14" fmla="*/ 15320 w 424867"/>
                <a:gd name="connsiteY14" fmla="*/ 194604 h 209945"/>
                <a:gd name="connsiteX15" fmla="*/ 409610 w 424867"/>
                <a:gd name="connsiteY15" fmla="*/ 194604 h 209945"/>
                <a:gd name="connsiteX16" fmla="*/ 409610 w 424867"/>
                <a:gd name="connsiteY16" fmla="*/ 176728 h 209945"/>
                <a:gd name="connsiteX17" fmla="*/ 416229 w 424867"/>
                <a:gd name="connsiteY17" fmla="*/ 168070 h 209945"/>
                <a:gd name="connsiteX18" fmla="*/ 424804 w 424867"/>
                <a:gd name="connsiteY18" fmla="*/ 174752 h 209945"/>
                <a:gd name="connsiteX19" fmla="*/ 424804 w 424867"/>
                <a:gd name="connsiteY19" fmla="*/ 176728 h 209945"/>
                <a:gd name="connsiteX20" fmla="*/ 424804 w 424867"/>
                <a:gd name="connsiteY20" fmla="*/ 202084 h 209945"/>
                <a:gd name="connsiteX21" fmla="*/ 417527 w 424867"/>
                <a:gd name="connsiteY21" fmla="*/ 209941 h 209945"/>
                <a:gd name="connsiteX22" fmla="*/ 417144 w 424867"/>
                <a:gd name="connsiteY22" fmla="*/ 209944 h 209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4867" h="209945">
                  <a:moveTo>
                    <a:pt x="417144" y="209944"/>
                  </a:moveTo>
                  <a:lnTo>
                    <a:pt x="7660" y="209944"/>
                  </a:lnTo>
                  <a:cubicBezTo>
                    <a:pt x="3499" y="210014"/>
                    <a:pt x="70" y="206666"/>
                    <a:pt x="1" y="202465"/>
                  </a:cubicBezTo>
                  <a:cubicBezTo>
                    <a:pt x="0" y="202423"/>
                    <a:pt x="0" y="202380"/>
                    <a:pt x="0" y="202337"/>
                  </a:cubicBezTo>
                  <a:lnTo>
                    <a:pt x="0" y="7733"/>
                  </a:lnTo>
                  <a:cubicBezTo>
                    <a:pt x="0" y="3462"/>
                    <a:pt x="3429" y="0"/>
                    <a:pt x="7660" y="0"/>
                  </a:cubicBezTo>
                  <a:lnTo>
                    <a:pt x="417144" y="0"/>
                  </a:lnTo>
                  <a:cubicBezTo>
                    <a:pt x="421375" y="0"/>
                    <a:pt x="424804" y="3462"/>
                    <a:pt x="424804" y="7733"/>
                  </a:cubicBezTo>
                  <a:lnTo>
                    <a:pt x="424804" y="51218"/>
                  </a:lnTo>
                  <a:cubicBezTo>
                    <a:pt x="425345" y="55454"/>
                    <a:pt x="422382" y="59331"/>
                    <a:pt x="418186" y="59876"/>
                  </a:cubicBezTo>
                  <a:cubicBezTo>
                    <a:pt x="413990" y="60422"/>
                    <a:pt x="410151" y="57431"/>
                    <a:pt x="409610" y="53194"/>
                  </a:cubicBezTo>
                  <a:cubicBezTo>
                    <a:pt x="409527" y="52538"/>
                    <a:pt x="409527" y="51874"/>
                    <a:pt x="409610" y="51218"/>
                  </a:cubicBezTo>
                  <a:lnTo>
                    <a:pt x="409610" y="15467"/>
                  </a:lnTo>
                  <a:lnTo>
                    <a:pt x="15320" y="15467"/>
                  </a:lnTo>
                  <a:lnTo>
                    <a:pt x="15320" y="194604"/>
                  </a:lnTo>
                  <a:lnTo>
                    <a:pt x="409610" y="194604"/>
                  </a:lnTo>
                  <a:lnTo>
                    <a:pt x="409610" y="176728"/>
                  </a:lnTo>
                  <a:cubicBezTo>
                    <a:pt x="409070" y="172492"/>
                    <a:pt x="412033" y="168616"/>
                    <a:pt x="416229" y="168070"/>
                  </a:cubicBezTo>
                  <a:cubicBezTo>
                    <a:pt x="420424" y="167524"/>
                    <a:pt x="424264" y="170516"/>
                    <a:pt x="424804" y="174752"/>
                  </a:cubicBezTo>
                  <a:cubicBezTo>
                    <a:pt x="424888" y="175408"/>
                    <a:pt x="424888" y="176072"/>
                    <a:pt x="424804" y="176728"/>
                  </a:cubicBezTo>
                  <a:lnTo>
                    <a:pt x="424804" y="202084"/>
                  </a:lnTo>
                  <a:cubicBezTo>
                    <a:pt x="424944" y="206282"/>
                    <a:pt x="421685" y="209800"/>
                    <a:pt x="417527" y="209941"/>
                  </a:cubicBezTo>
                  <a:cubicBezTo>
                    <a:pt x="417399" y="209945"/>
                    <a:pt x="417272" y="209946"/>
                    <a:pt x="417144" y="209944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DB5B96D-0905-AD49-BC63-0B17B5741945}"/>
                </a:ext>
              </a:extLst>
            </p:cNvPr>
            <p:cNvSpPr/>
            <p:nvPr/>
          </p:nvSpPr>
          <p:spPr>
            <a:xfrm>
              <a:off x="6341197" y="2493827"/>
              <a:ext cx="15320" cy="35599"/>
            </a:xfrm>
            <a:custGeom>
              <a:avLst/>
              <a:gdLst>
                <a:gd name="connsiteX0" fmla="*/ 7598 w 15320"/>
                <a:gd name="connsiteY0" fmla="*/ 35599 h 35599"/>
                <a:gd name="connsiteX1" fmla="*/ 63 w 15320"/>
                <a:gd name="connsiteY1" fmla="*/ 27994 h 35599"/>
                <a:gd name="connsiteX2" fmla="*/ 64 w 15320"/>
                <a:gd name="connsiteY2" fmla="*/ 27866 h 35599"/>
                <a:gd name="connsiteX3" fmla="*/ 64 w 15320"/>
                <a:gd name="connsiteY3" fmla="*/ 8722 h 35599"/>
                <a:gd name="connsiteX4" fmla="*/ 6682 w 15320"/>
                <a:gd name="connsiteY4" fmla="*/ 64 h 35599"/>
                <a:gd name="connsiteX5" fmla="*/ 15258 w 15320"/>
                <a:gd name="connsiteY5" fmla="*/ 6746 h 35599"/>
                <a:gd name="connsiteX6" fmla="*/ 15258 w 15320"/>
                <a:gd name="connsiteY6" fmla="*/ 8722 h 35599"/>
                <a:gd name="connsiteX7" fmla="*/ 15258 w 15320"/>
                <a:gd name="connsiteY7" fmla="*/ 27359 h 35599"/>
                <a:gd name="connsiteX8" fmla="*/ 8117 w 15320"/>
                <a:gd name="connsiteY8" fmla="*/ 35583 h 35599"/>
                <a:gd name="connsiteX9" fmla="*/ 7598 w 15320"/>
                <a:gd name="connsiteY9" fmla="*/ 35599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320" h="35599">
                  <a:moveTo>
                    <a:pt x="7598" y="35599"/>
                  </a:moveTo>
                  <a:cubicBezTo>
                    <a:pt x="3437" y="35600"/>
                    <a:pt x="63" y="32195"/>
                    <a:pt x="63" y="27994"/>
                  </a:cubicBezTo>
                  <a:cubicBezTo>
                    <a:pt x="63" y="27951"/>
                    <a:pt x="63" y="27908"/>
                    <a:pt x="64" y="27866"/>
                  </a:cubicBezTo>
                  <a:lnTo>
                    <a:pt x="64" y="8722"/>
                  </a:lnTo>
                  <a:cubicBezTo>
                    <a:pt x="-477" y="4486"/>
                    <a:pt x="2486" y="610"/>
                    <a:pt x="6682" y="64"/>
                  </a:cubicBezTo>
                  <a:cubicBezTo>
                    <a:pt x="10878" y="-481"/>
                    <a:pt x="14717" y="2510"/>
                    <a:pt x="15258" y="6746"/>
                  </a:cubicBezTo>
                  <a:cubicBezTo>
                    <a:pt x="15341" y="7402"/>
                    <a:pt x="15341" y="8066"/>
                    <a:pt x="15258" y="8722"/>
                  </a:cubicBezTo>
                  <a:lnTo>
                    <a:pt x="15258" y="27359"/>
                  </a:lnTo>
                  <a:cubicBezTo>
                    <a:pt x="15535" y="31621"/>
                    <a:pt x="12338" y="35303"/>
                    <a:pt x="8117" y="35583"/>
                  </a:cubicBezTo>
                  <a:cubicBezTo>
                    <a:pt x="7944" y="35594"/>
                    <a:pt x="7771" y="35600"/>
                    <a:pt x="7598" y="355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AEB05A9A-D41A-3247-BBB9-86AF15BE92B1}"/>
                </a:ext>
              </a:extLst>
            </p:cNvPr>
            <p:cNvSpPr/>
            <p:nvPr/>
          </p:nvSpPr>
          <p:spPr>
            <a:xfrm>
              <a:off x="6341260" y="2543979"/>
              <a:ext cx="15195" cy="43511"/>
            </a:xfrm>
            <a:custGeom>
              <a:avLst/>
              <a:gdLst>
                <a:gd name="connsiteX0" fmla="*/ 7535 w 15195"/>
                <a:gd name="connsiteY0" fmla="*/ 43512 h 43511"/>
                <a:gd name="connsiteX1" fmla="*/ 0 w 15195"/>
                <a:gd name="connsiteY1" fmla="*/ 35906 h 43511"/>
                <a:gd name="connsiteX2" fmla="*/ 1 w 15195"/>
                <a:gd name="connsiteY2" fmla="*/ 35778 h 43511"/>
                <a:gd name="connsiteX3" fmla="*/ 1 w 15195"/>
                <a:gd name="connsiteY3" fmla="*/ 6746 h 43511"/>
                <a:gd name="connsiteX4" fmla="*/ 8577 w 15195"/>
                <a:gd name="connsiteY4" fmla="*/ 64 h 43511"/>
                <a:gd name="connsiteX5" fmla="*/ 15195 w 15195"/>
                <a:gd name="connsiteY5" fmla="*/ 6746 h 43511"/>
                <a:gd name="connsiteX6" fmla="*/ 15195 w 15195"/>
                <a:gd name="connsiteY6" fmla="*/ 35778 h 43511"/>
                <a:gd name="connsiteX7" fmla="*/ 7535 w 15195"/>
                <a:gd name="connsiteY7" fmla="*/ 43512 h 43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5" h="43511">
                  <a:moveTo>
                    <a:pt x="7535" y="43512"/>
                  </a:moveTo>
                  <a:cubicBezTo>
                    <a:pt x="3374" y="43512"/>
                    <a:pt x="1" y="40107"/>
                    <a:pt x="0" y="35906"/>
                  </a:cubicBezTo>
                  <a:cubicBezTo>
                    <a:pt x="0" y="35863"/>
                    <a:pt x="0" y="35821"/>
                    <a:pt x="1" y="35778"/>
                  </a:cubicBezTo>
                  <a:lnTo>
                    <a:pt x="1" y="6746"/>
                  </a:lnTo>
                  <a:cubicBezTo>
                    <a:pt x="542" y="2510"/>
                    <a:pt x="4381" y="-481"/>
                    <a:pt x="8577" y="64"/>
                  </a:cubicBezTo>
                  <a:cubicBezTo>
                    <a:pt x="12031" y="514"/>
                    <a:pt x="14750" y="3259"/>
                    <a:pt x="15195" y="6746"/>
                  </a:cubicBezTo>
                  <a:lnTo>
                    <a:pt x="15195" y="35778"/>
                  </a:lnTo>
                  <a:cubicBezTo>
                    <a:pt x="15195" y="40049"/>
                    <a:pt x="11766" y="43512"/>
                    <a:pt x="7535" y="43512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6A8753BF-BA9C-5846-95A7-9174EF5E9329}"/>
                </a:ext>
              </a:extLst>
            </p:cNvPr>
            <p:cNvSpPr/>
            <p:nvPr/>
          </p:nvSpPr>
          <p:spPr>
            <a:xfrm>
              <a:off x="6341261" y="2602043"/>
              <a:ext cx="15193" cy="33243"/>
            </a:xfrm>
            <a:custGeom>
              <a:avLst/>
              <a:gdLst>
                <a:gd name="connsiteX0" fmla="*/ 7534 w 15193"/>
                <a:gd name="connsiteY0" fmla="*/ 33243 h 33243"/>
                <a:gd name="connsiteX1" fmla="*/ 0 w 15193"/>
                <a:gd name="connsiteY1" fmla="*/ 25636 h 33243"/>
                <a:gd name="connsiteX2" fmla="*/ 0 w 15193"/>
                <a:gd name="connsiteY2" fmla="*/ 6746 h 33243"/>
                <a:gd name="connsiteX3" fmla="*/ 8576 w 15193"/>
                <a:gd name="connsiteY3" fmla="*/ 64 h 33243"/>
                <a:gd name="connsiteX4" fmla="*/ 15194 w 15193"/>
                <a:gd name="connsiteY4" fmla="*/ 6746 h 33243"/>
                <a:gd name="connsiteX5" fmla="*/ 15194 w 15193"/>
                <a:gd name="connsiteY5" fmla="*/ 26016 h 33243"/>
                <a:gd name="connsiteX6" fmla="*/ 7534 w 15193"/>
                <a:gd name="connsiteY6" fmla="*/ 33243 h 3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93" h="33243">
                  <a:moveTo>
                    <a:pt x="7534" y="33243"/>
                  </a:moveTo>
                  <a:cubicBezTo>
                    <a:pt x="3373" y="33243"/>
                    <a:pt x="0" y="29837"/>
                    <a:pt x="0" y="2563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26016"/>
                  </a:lnTo>
                  <a:cubicBezTo>
                    <a:pt x="14991" y="30118"/>
                    <a:pt x="11601" y="33316"/>
                    <a:pt x="7534" y="3324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6456F61B-D775-E84F-BF98-A6E7BA5F6BDB}"/>
                </a:ext>
              </a:extLst>
            </p:cNvPr>
            <p:cNvSpPr/>
            <p:nvPr/>
          </p:nvSpPr>
          <p:spPr>
            <a:xfrm>
              <a:off x="5969824" y="2483406"/>
              <a:ext cx="133000" cy="145921"/>
            </a:xfrm>
            <a:custGeom>
              <a:avLst/>
              <a:gdLst>
                <a:gd name="connsiteX0" fmla="*/ 124063 w 133000"/>
                <a:gd name="connsiteY0" fmla="*/ 145921 h 145921"/>
                <a:gd name="connsiteX1" fmla="*/ 36164 w 133000"/>
                <a:gd name="connsiteY1" fmla="*/ 145921 h 145921"/>
                <a:gd name="connsiteX2" fmla="*/ 28629 w 133000"/>
                <a:gd name="connsiteY2" fmla="*/ 138316 h 145921"/>
                <a:gd name="connsiteX3" fmla="*/ 28630 w 133000"/>
                <a:gd name="connsiteY3" fmla="*/ 138188 h 145921"/>
                <a:gd name="connsiteX4" fmla="*/ 7786 w 133000"/>
                <a:gd name="connsiteY4" fmla="*/ 117142 h 145921"/>
                <a:gd name="connsiteX5" fmla="*/ 7660 w 133000"/>
                <a:gd name="connsiteY5" fmla="*/ 117143 h 145921"/>
                <a:gd name="connsiteX6" fmla="*/ 0 w 133000"/>
                <a:gd name="connsiteY6" fmla="*/ 109409 h 145921"/>
                <a:gd name="connsiteX7" fmla="*/ 0 w 133000"/>
                <a:gd name="connsiteY7" fmla="*/ 36512 h 145921"/>
                <a:gd name="connsiteX8" fmla="*/ 7660 w 133000"/>
                <a:gd name="connsiteY8" fmla="*/ 28779 h 145921"/>
                <a:gd name="connsiteX9" fmla="*/ 28630 w 133000"/>
                <a:gd name="connsiteY9" fmla="*/ 7607 h 145921"/>
                <a:gd name="connsiteX10" fmla="*/ 36164 w 133000"/>
                <a:gd name="connsiteY10" fmla="*/ 0 h 145921"/>
                <a:gd name="connsiteX11" fmla="*/ 125319 w 133000"/>
                <a:gd name="connsiteY11" fmla="*/ 0 h 145921"/>
                <a:gd name="connsiteX12" fmla="*/ 131974 w 133000"/>
                <a:gd name="connsiteY12" fmla="*/ 3930 h 145921"/>
                <a:gd name="connsiteX13" fmla="*/ 131974 w 133000"/>
                <a:gd name="connsiteY13" fmla="*/ 11664 h 145921"/>
                <a:gd name="connsiteX14" fmla="*/ 116027 w 133000"/>
                <a:gd name="connsiteY14" fmla="*/ 74419 h 145921"/>
                <a:gd name="connsiteX15" fmla="*/ 130593 w 133000"/>
                <a:gd name="connsiteY15" fmla="*/ 134385 h 145921"/>
                <a:gd name="connsiteX16" fmla="*/ 130593 w 133000"/>
                <a:gd name="connsiteY16" fmla="*/ 142118 h 145921"/>
                <a:gd name="connsiteX17" fmla="*/ 124063 w 133000"/>
                <a:gd name="connsiteY17" fmla="*/ 145921 h 145921"/>
                <a:gd name="connsiteX18" fmla="*/ 43447 w 133000"/>
                <a:gd name="connsiteY18" fmla="*/ 130581 h 145921"/>
                <a:gd name="connsiteX19" fmla="*/ 111758 w 133000"/>
                <a:gd name="connsiteY19" fmla="*/ 130581 h 145921"/>
                <a:gd name="connsiteX20" fmla="*/ 100707 w 133000"/>
                <a:gd name="connsiteY20" fmla="*/ 74419 h 145921"/>
                <a:gd name="connsiteX21" fmla="*/ 113264 w 133000"/>
                <a:gd name="connsiteY21" fmla="*/ 15340 h 145921"/>
                <a:gd name="connsiteX22" fmla="*/ 43447 w 133000"/>
                <a:gd name="connsiteY22" fmla="*/ 15340 h 145921"/>
                <a:gd name="connsiteX23" fmla="*/ 15571 w 133000"/>
                <a:gd name="connsiteY23" fmla="*/ 43358 h 145921"/>
                <a:gd name="connsiteX24" fmla="*/ 15571 w 133000"/>
                <a:gd name="connsiteY24" fmla="*/ 102563 h 145921"/>
                <a:gd name="connsiteX25" fmla="*/ 43447 w 133000"/>
                <a:gd name="connsiteY25" fmla="*/ 130581 h 14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000" h="145921">
                  <a:moveTo>
                    <a:pt x="124063" y="145921"/>
                  </a:moveTo>
                  <a:lnTo>
                    <a:pt x="36164" y="145921"/>
                  </a:lnTo>
                  <a:cubicBezTo>
                    <a:pt x="32003" y="145922"/>
                    <a:pt x="28630" y="142517"/>
                    <a:pt x="28629" y="138316"/>
                  </a:cubicBezTo>
                  <a:cubicBezTo>
                    <a:pt x="28629" y="138273"/>
                    <a:pt x="28629" y="138230"/>
                    <a:pt x="28630" y="138188"/>
                  </a:cubicBezTo>
                  <a:cubicBezTo>
                    <a:pt x="28630" y="126565"/>
                    <a:pt x="19298" y="117142"/>
                    <a:pt x="7786" y="117142"/>
                  </a:cubicBezTo>
                  <a:cubicBezTo>
                    <a:pt x="7744" y="117142"/>
                    <a:pt x="7702" y="117142"/>
                    <a:pt x="7660" y="117143"/>
                  </a:cubicBezTo>
                  <a:cubicBezTo>
                    <a:pt x="3429" y="117143"/>
                    <a:pt x="0" y="113680"/>
                    <a:pt x="0" y="109409"/>
                  </a:cubicBezTo>
                  <a:lnTo>
                    <a:pt x="0" y="36512"/>
                  </a:lnTo>
                  <a:cubicBezTo>
                    <a:pt x="0" y="32241"/>
                    <a:pt x="3429" y="28779"/>
                    <a:pt x="7660" y="28779"/>
                  </a:cubicBezTo>
                  <a:cubicBezTo>
                    <a:pt x="19241" y="28779"/>
                    <a:pt x="28630" y="19300"/>
                    <a:pt x="28630" y="7607"/>
                  </a:cubicBezTo>
                  <a:cubicBezTo>
                    <a:pt x="28630" y="3406"/>
                    <a:pt x="32003" y="0"/>
                    <a:pt x="36164" y="0"/>
                  </a:cubicBezTo>
                  <a:lnTo>
                    <a:pt x="125319" y="0"/>
                  </a:lnTo>
                  <a:cubicBezTo>
                    <a:pt x="128076" y="5"/>
                    <a:pt x="130618" y="1506"/>
                    <a:pt x="131974" y="3930"/>
                  </a:cubicBezTo>
                  <a:cubicBezTo>
                    <a:pt x="133343" y="6323"/>
                    <a:pt x="133343" y="9271"/>
                    <a:pt x="131974" y="11664"/>
                  </a:cubicBezTo>
                  <a:cubicBezTo>
                    <a:pt x="121123" y="30736"/>
                    <a:pt x="115610" y="52428"/>
                    <a:pt x="116027" y="74419"/>
                  </a:cubicBezTo>
                  <a:cubicBezTo>
                    <a:pt x="115763" y="95331"/>
                    <a:pt x="120776" y="115968"/>
                    <a:pt x="130593" y="134385"/>
                  </a:cubicBezTo>
                  <a:cubicBezTo>
                    <a:pt x="131961" y="136777"/>
                    <a:pt x="131961" y="139725"/>
                    <a:pt x="130593" y="142118"/>
                  </a:cubicBezTo>
                  <a:cubicBezTo>
                    <a:pt x="129210" y="144436"/>
                    <a:pt x="126743" y="145873"/>
                    <a:pt x="124063" y="145921"/>
                  </a:cubicBezTo>
                  <a:close/>
                  <a:moveTo>
                    <a:pt x="43447" y="130581"/>
                  </a:moveTo>
                  <a:lnTo>
                    <a:pt x="111758" y="130581"/>
                  </a:lnTo>
                  <a:cubicBezTo>
                    <a:pt x="104378" y="112799"/>
                    <a:pt x="100620" y="93698"/>
                    <a:pt x="100707" y="74419"/>
                  </a:cubicBezTo>
                  <a:cubicBezTo>
                    <a:pt x="100611" y="54041"/>
                    <a:pt x="104895" y="33884"/>
                    <a:pt x="113264" y="15340"/>
                  </a:cubicBezTo>
                  <a:lnTo>
                    <a:pt x="43447" y="15340"/>
                  </a:lnTo>
                  <a:cubicBezTo>
                    <a:pt x="40438" y="29411"/>
                    <a:pt x="29521" y="40383"/>
                    <a:pt x="15571" y="43358"/>
                  </a:cubicBezTo>
                  <a:lnTo>
                    <a:pt x="15571" y="102563"/>
                  </a:lnTo>
                  <a:cubicBezTo>
                    <a:pt x="29521" y="105538"/>
                    <a:pt x="40438" y="116510"/>
                    <a:pt x="43447" y="130581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AF2C0CD-A9B2-5C47-AE3B-567D0D00CC4B}"/>
                </a:ext>
              </a:extLst>
            </p:cNvPr>
            <p:cNvSpPr/>
            <p:nvPr/>
          </p:nvSpPr>
          <p:spPr>
            <a:xfrm>
              <a:off x="6185219" y="2483152"/>
              <a:ext cx="132560" cy="146175"/>
            </a:xfrm>
            <a:custGeom>
              <a:avLst/>
              <a:gdLst>
                <a:gd name="connsiteX0" fmla="*/ 96396 w 132560"/>
                <a:gd name="connsiteY0" fmla="*/ 146176 h 146175"/>
                <a:gd name="connsiteX1" fmla="*/ 8497 w 132560"/>
                <a:gd name="connsiteY1" fmla="*/ 146176 h 146175"/>
                <a:gd name="connsiteX2" fmla="*/ 1967 w 132560"/>
                <a:gd name="connsiteY2" fmla="*/ 142373 h 146175"/>
                <a:gd name="connsiteX3" fmla="*/ 1967 w 132560"/>
                <a:gd name="connsiteY3" fmla="*/ 134639 h 146175"/>
                <a:gd name="connsiteX4" fmla="*/ 16659 w 132560"/>
                <a:gd name="connsiteY4" fmla="*/ 74673 h 146175"/>
                <a:gd name="connsiteX5" fmla="*/ 1088 w 132560"/>
                <a:gd name="connsiteY5" fmla="*/ 11918 h 146175"/>
                <a:gd name="connsiteX6" fmla="*/ 1088 w 132560"/>
                <a:gd name="connsiteY6" fmla="*/ 4185 h 146175"/>
                <a:gd name="connsiteX7" fmla="*/ 7367 w 132560"/>
                <a:gd name="connsiteY7" fmla="*/ 1 h 146175"/>
                <a:gd name="connsiteX8" fmla="*/ 96396 w 132560"/>
                <a:gd name="connsiteY8" fmla="*/ 1 h 146175"/>
                <a:gd name="connsiteX9" fmla="*/ 104055 w 132560"/>
                <a:gd name="connsiteY9" fmla="*/ 7480 h 146175"/>
                <a:gd name="connsiteX10" fmla="*/ 104056 w 132560"/>
                <a:gd name="connsiteY10" fmla="*/ 7608 h 146175"/>
                <a:gd name="connsiteX11" fmla="*/ 124901 w 132560"/>
                <a:gd name="connsiteY11" fmla="*/ 28780 h 146175"/>
                <a:gd name="connsiteX12" fmla="*/ 132560 w 132560"/>
                <a:gd name="connsiteY12" fmla="*/ 36513 h 146175"/>
                <a:gd name="connsiteX13" fmla="*/ 132560 w 132560"/>
                <a:gd name="connsiteY13" fmla="*/ 109410 h 146175"/>
                <a:gd name="connsiteX14" fmla="*/ 124901 w 132560"/>
                <a:gd name="connsiteY14" fmla="*/ 117144 h 146175"/>
                <a:gd name="connsiteX15" fmla="*/ 104056 w 132560"/>
                <a:gd name="connsiteY15" fmla="*/ 138189 h 146175"/>
                <a:gd name="connsiteX16" fmla="*/ 96651 w 132560"/>
                <a:gd name="connsiteY16" fmla="*/ 146172 h 146175"/>
                <a:gd name="connsiteX17" fmla="*/ 96396 w 132560"/>
                <a:gd name="connsiteY17" fmla="*/ 146176 h 146175"/>
                <a:gd name="connsiteX18" fmla="*/ 21054 w 132560"/>
                <a:gd name="connsiteY18" fmla="*/ 130836 h 146175"/>
                <a:gd name="connsiteX19" fmla="*/ 89364 w 132560"/>
                <a:gd name="connsiteY19" fmla="*/ 130836 h 146175"/>
                <a:gd name="connsiteX20" fmla="*/ 117115 w 132560"/>
                <a:gd name="connsiteY20" fmla="*/ 102818 h 146175"/>
                <a:gd name="connsiteX21" fmla="*/ 117115 w 132560"/>
                <a:gd name="connsiteY21" fmla="*/ 43613 h 146175"/>
                <a:gd name="connsiteX22" fmla="*/ 89364 w 132560"/>
                <a:gd name="connsiteY22" fmla="*/ 15595 h 146175"/>
                <a:gd name="connsiteX23" fmla="*/ 20049 w 132560"/>
                <a:gd name="connsiteY23" fmla="*/ 15595 h 146175"/>
                <a:gd name="connsiteX24" fmla="*/ 21305 w 132560"/>
                <a:gd name="connsiteY24" fmla="*/ 130836 h 146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560" h="146175">
                  <a:moveTo>
                    <a:pt x="96396" y="146176"/>
                  </a:moveTo>
                  <a:lnTo>
                    <a:pt x="8497" y="146176"/>
                  </a:lnTo>
                  <a:cubicBezTo>
                    <a:pt x="5817" y="146127"/>
                    <a:pt x="3350" y="144691"/>
                    <a:pt x="1967" y="142373"/>
                  </a:cubicBezTo>
                  <a:cubicBezTo>
                    <a:pt x="599" y="139980"/>
                    <a:pt x="599" y="137032"/>
                    <a:pt x="1967" y="134639"/>
                  </a:cubicBezTo>
                  <a:cubicBezTo>
                    <a:pt x="11828" y="116234"/>
                    <a:pt x="16884" y="95597"/>
                    <a:pt x="16659" y="74673"/>
                  </a:cubicBezTo>
                  <a:cubicBezTo>
                    <a:pt x="17248" y="52711"/>
                    <a:pt x="11862" y="31006"/>
                    <a:pt x="1088" y="11918"/>
                  </a:cubicBezTo>
                  <a:cubicBezTo>
                    <a:pt x="-363" y="9549"/>
                    <a:pt x="-363" y="6554"/>
                    <a:pt x="1088" y="4185"/>
                  </a:cubicBezTo>
                  <a:cubicBezTo>
                    <a:pt x="2292" y="1760"/>
                    <a:pt x="4685" y="166"/>
                    <a:pt x="7367" y="1"/>
                  </a:cubicBezTo>
                  <a:lnTo>
                    <a:pt x="96396" y="1"/>
                  </a:lnTo>
                  <a:cubicBezTo>
                    <a:pt x="100557" y="-69"/>
                    <a:pt x="103986" y="3279"/>
                    <a:pt x="104055" y="7480"/>
                  </a:cubicBezTo>
                  <a:cubicBezTo>
                    <a:pt x="104056" y="7523"/>
                    <a:pt x="104056" y="7565"/>
                    <a:pt x="104056" y="7608"/>
                  </a:cubicBezTo>
                  <a:cubicBezTo>
                    <a:pt x="104056" y="19251"/>
                    <a:pt x="113368" y="28710"/>
                    <a:pt x="124901" y="28780"/>
                  </a:cubicBezTo>
                  <a:cubicBezTo>
                    <a:pt x="129131" y="28780"/>
                    <a:pt x="132560" y="32242"/>
                    <a:pt x="132560" y="36513"/>
                  </a:cubicBezTo>
                  <a:lnTo>
                    <a:pt x="132560" y="109410"/>
                  </a:lnTo>
                  <a:cubicBezTo>
                    <a:pt x="132560" y="113681"/>
                    <a:pt x="129131" y="117144"/>
                    <a:pt x="124901" y="117144"/>
                  </a:cubicBezTo>
                  <a:cubicBezTo>
                    <a:pt x="113388" y="117144"/>
                    <a:pt x="104056" y="126566"/>
                    <a:pt x="104056" y="138189"/>
                  </a:cubicBezTo>
                  <a:cubicBezTo>
                    <a:pt x="104195" y="142458"/>
                    <a:pt x="100880" y="146032"/>
                    <a:pt x="96651" y="146172"/>
                  </a:cubicBezTo>
                  <a:cubicBezTo>
                    <a:pt x="96566" y="146175"/>
                    <a:pt x="96481" y="146176"/>
                    <a:pt x="96396" y="146176"/>
                  </a:cubicBezTo>
                  <a:close/>
                  <a:moveTo>
                    <a:pt x="21054" y="130836"/>
                  </a:moveTo>
                  <a:lnTo>
                    <a:pt x="89364" y="130836"/>
                  </a:lnTo>
                  <a:cubicBezTo>
                    <a:pt x="92441" y="116848"/>
                    <a:pt x="103261" y="105924"/>
                    <a:pt x="117115" y="102818"/>
                  </a:cubicBezTo>
                  <a:lnTo>
                    <a:pt x="117115" y="43613"/>
                  </a:lnTo>
                  <a:cubicBezTo>
                    <a:pt x="103261" y="40507"/>
                    <a:pt x="92441" y="29582"/>
                    <a:pt x="89364" y="15595"/>
                  </a:cubicBezTo>
                  <a:lnTo>
                    <a:pt x="20049" y="15595"/>
                  </a:lnTo>
                  <a:cubicBezTo>
                    <a:pt x="36009" y="52230"/>
                    <a:pt x="36463" y="93855"/>
                    <a:pt x="21305" y="130836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C21656B6-ABD8-CE4D-AB1A-2FDB0FB404A6}"/>
                </a:ext>
              </a:extLst>
            </p:cNvPr>
            <p:cNvSpPr/>
            <p:nvPr/>
          </p:nvSpPr>
          <p:spPr>
            <a:xfrm>
              <a:off x="6107888" y="2494868"/>
              <a:ext cx="72583" cy="122986"/>
            </a:xfrm>
            <a:custGeom>
              <a:avLst/>
              <a:gdLst>
                <a:gd name="connsiteX0" fmla="*/ 36228 w 72583"/>
                <a:gd name="connsiteY0" fmla="*/ 122923 h 122986"/>
                <a:gd name="connsiteX1" fmla="*/ 64 w 72583"/>
                <a:gd name="connsiteY1" fmla="*/ 88440 h 122986"/>
                <a:gd name="connsiteX2" fmla="*/ 6682 w 72583"/>
                <a:gd name="connsiteY2" fmla="*/ 79781 h 122986"/>
                <a:gd name="connsiteX3" fmla="*/ 15258 w 72583"/>
                <a:gd name="connsiteY3" fmla="*/ 86463 h 122986"/>
                <a:gd name="connsiteX4" fmla="*/ 15258 w 72583"/>
                <a:gd name="connsiteY4" fmla="*/ 88440 h 122986"/>
                <a:gd name="connsiteX5" fmla="*/ 34248 w 72583"/>
                <a:gd name="connsiteY5" fmla="*/ 111670 h 122986"/>
                <a:gd name="connsiteX6" fmla="*/ 57257 w 72583"/>
                <a:gd name="connsiteY6" fmla="*/ 92496 h 122986"/>
                <a:gd name="connsiteX7" fmla="*/ 38267 w 72583"/>
                <a:gd name="connsiteY7" fmla="*/ 69266 h 122986"/>
                <a:gd name="connsiteX8" fmla="*/ 36228 w 72583"/>
                <a:gd name="connsiteY8" fmla="*/ 69169 h 122986"/>
                <a:gd name="connsiteX9" fmla="*/ 3883 w 72583"/>
                <a:gd name="connsiteY9" fmla="*/ 32710 h 122986"/>
                <a:gd name="connsiteX10" fmla="*/ 39995 w 72583"/>
                <a:gd name="connsiteY10" fmla="*/ 53 h 122986"/>
                <a:gd name="connsiteX11" fmla="*/ 72392 w 72583"/>
                <a:gd name="connsiteY11" fmla="*/ 34559 h 122986"/>
                <a:gd name="connsiteX12" fmla="*/ 65774 w 72583"/>
                <a:gd name="connsiteY12" fmla="*/ 43217 h 122986"/>
                <a:gd name="connsiteX13" fmla="*/ 57198 w 72583"/>
                <a:gd name="connsiteY13" fmla="*/ 36535 h 122986"/>
                <a:gd name="connsiteX14" fmla="*/ 57198 w 72583"/>
                <a:gd name="connsiteY14" fmla="*/ 34559 h 122986"/>
                <a:gd name="connsiteX15" fmla="*/ 38207 w 72583"/>
                <a:gd name="connsiteY15" fmla="*/ 11329 h 122986"/>
                <a:gd name="connsiteX16" fmla="*/ 15198 w 72583"/>
                <a:gd name="connsiteY16" fmla="*/ 30502 h 122986"/>
                <a:gd name="connsiteX17" fmla="*/ 34189 w 72583"/>
                <a:gd name="connsiteY17" fmla="*/ 53732 h 122986"/>
                <a:gd name="connsiteX18" fmla="*/ 36228 w 72583"/>
                <a:gd name="connsiteY18" fmla="*/ 53829 h 122986"/>
                <a:gd name="connsiteX19" fmla="*/ 72520 w 72583"/>
                <a:gd name="connsiteY19" fmla="*/ 86282 h 122986"/>
                <a:gd name="connsiteX20" fmla="*/ 40376 w 72583"/>
                <a:gd name="connsiteY20" fmla="*/ 122923 h 122986"/>
                <a:gd name="connsiteX21" fmla="*/ 36228 w 72583"/>
                <a:gd name="connsiteY21" fmla="*/ 122923 h 12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2583" h="122986">
                  <a:moveTo>
                    <a:pt x="36228" y="122923"/>
                  </a:moveTo>
                  <a:cubicBezTo>
                    <a:pt x="16833" y="123421"/>
                    <a:pt x="679" y="108017"/>
                    <a:pt x="64" y="88440"/>
                  </a:cubicBezTo>
                  <a:cubicBezTo>
                    <a:pt x="-477" y="84203"/>
                    <a:pt x="2486" y="80327"/>
                    <a:pt x="6682" y="79781"/>
                  </a:cubicBezTo>
                  <a:cubicBezTo>
                    <a:pt x="10878" y="79236"/>
                    <a:pt x="14717" y="82227"/>
                    <a:pt x="15258" y="86463"/>
                  </a:cubicBezTo>
                  <a:cubicBezTo>
                    <a:pt x="15341" y="87119"/>
                    <a:pt x="15341" y="87784"/>
                    <a:pt x="15258" y="88440"/>
                  </a:cubicBezTo>
                  <a:cubicBezTo>
                    <a:pt x="14148" y="100149"/>
                    <a:pt x="22651" y="110550"/>
                    <a:pt x="34248" y="111670"/>
                  </a:cubicBezTo>
                  <a:cubicBezTo>
                    <a:pt x="45846" y="112790"/>
                    <a:pt x="56148" y="104206"/>
                    <a:pt x="57257" y="92496"/>
                  </a:cubicBezTo>
                  <a:cubicBezTo>
                    <a:pt x="58367" y="80787"/>
                    <a:pt x="49865" y="70386"/>
                    <a:pt x="38267" y="69266"/>
                  </a:cubicBezTo>
                  <a:cubicBezTo>
                    <a:pt x="37589" y="69201"/>
                    <a:pt x="36909" y="69168"/>
                    <a:pt x="36228" y="69169"/>
                  </a:cubicBezTo>
                  <a:cubicBezTo>
                    <a:pt x="17324" y="68119"/>
                    <a:pt x="2842" y="51795"/>
                    <a:pt x="3883" y="32710"/>
                  </a:cubicBezTo>
                  <a:cubicBezTo>
                    <a:pt x="4923" y="13624"/>
                    <a:pt x="21091" y="-997"/>
                    <a:pt x="39995" y="53"/>
                  </a:cubicBezTo>
                  <a:cubicBezTo>
                    <a:pt x="58148" y="1062"/>
                    <a:pt x="72365" y="16203"/>
                    <a:pt x="72392" y="34559"/>
                  </a:cubicBezTo>
                  <a:cubicBezTo>
                    <a:pt x="72933" y="38795"/>
                    <a:pt x="69970" y="42671"/>
                    <a:pt x="65774" y="43217"/>
                  </a:cubicBezTo>
                  <a:cubicBezTo>
                    <a:pt x="61578" y="43763"/>
                    <a:pt x="57739" y="40771"/>
                    <a:pt x="57198" y="36535"/>
                  </a:cubicBezTo>
                  <a:cubicBezTo>
                    <a:pt x="57114" y="35879"/>
                    <a:pt x="57114" y="35215"/>
                    <a:pt x="57198" y="34559"/>
                  </a:cubicBezTo>
                  <a:cubicBezTo>
                    <a:pt x="58308" y="22850"/>
                    <a:pt x="49805" y="12449"/>
                    <a:pt x="38207" y="11329"/>
                  </a:cubicBezTo>
                  <a:cubicBezTo>
                    <a:pt x="26609" y="10208"/>
                    <a:pt x="16308" y="18793"/>
                    <a:pt x="15198" y="30502"/>
                  </a:cubicBezTo>
                  <a:cubicBezTo>
                    <a:pt x="14089" y="42212"/>
                    <a:pt x="22591" y="52612"/>
                    <a:pt x="34189" y="53732"/>
                  </a:cubicBezTo>
                  <a:cubicBezTo>
                    <a:pt x="34867" y="53798"/>
                    <a:pt x="35547" y="53830"/>
                    <a:pt x="36228" y="53829"/>
                  </a:cubicBezTo>
                  <a:cubicBezTo>
                    <a:pt x="55126" y="52673"/>
                    <a:pt x="71374" y="67203"/>
                    <a:pt x="72520" y="86282"/>
                  </a:cubicBezTo>
                  <a:cubicBezTo>
                    <a:pt x="73665" y="105362"/>
                    <a:pt x="59274" y="121767"/>
                    <a:pt x="40376" y="122923"/>
                  </a:cubicBezTo>
                  <a:cubicBezTo>
                    <a:pt x="38994" y="123008"/>
                    <a:pt x="37609" y="123008"/>
                    <a:pt x="36228" y="1229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328998F6-513D-A749-AA99-3D181834DFFF}"/>
                </a:ext>
              </a:extLst>
            </p:cNvPr>
            <p:cNvSpPr/>
            <p:nvPr/>
          </p:nvSpPr>
          <p:spPr>
            <a:xfrm>
              <a:off x="6136456" y="2484901"/>
              <a:ext cx="15194" cy="143794"/>
            </a:xfrm>
            <a:custGeom>
              <a:avLst/>
              <a:gdLst>
                <a:gd name="connsiteX0" fmla="*/ 7660 w 15194"/>
                <a:gd name="connsiteY0" fmla="*/ 143793 h 143794"/>
                <a:gd name="connsiteX1" fmla="*/ 1 w 15194"/>
                <a:gd name="connsiteY1" fmla="*/ 136314 h 143794"/>
                <a:gd name="connsiteX2" fmla="*/ 0 w 15194"/>
                <a:gd name="connsiteY2" fmla="*/ 136186 h 143794"/>
                <a:gd name="connsiteX3" fmla="*/ 0 w 15194"/>
                <a:gd name="connsiteY3" fmla="*/ 6746 h 143794"/>
                <a:gd name="connsiteX4" fmla="*/ 8576 w 15194"/>
                <a:gd name="connsiteY4" fmla="*/ 64 h 143794"/>
                <a:gd name="connsiteX5" fmla="*/ 15194 w 15194"/>
                <a:gd name="connsiteY5" fmla="*/ 6746 h 143794"/>
                <a:gd name="connsiteX6" fmla="*/ 15194 w 15194"/>
                <a:gd name="connsiteY6" fmla="*/ 136186 h 143794"/>
                <a:gd name="connsiteX7" fmla="*/ 7660 w 15194"/>
                <a:gd name="connsiteY7" fmla="*/ 143793 h 143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4" h="143794">
                  <a:moveTo>
                    <a:pt x="7660" y="143793"/>
                  </a:moveTo>
                  <a:cubicBezTo>
                    <a:pt x="3499" y="143863"/>
                    <a:pt x="70" y="140515"/>
                    <a:pt x="1" y="136314"/>
                  </a:cubicBezTo>
                  <a:cubicBezTo>
                    <a:pt x="0" y="136272"/>
                    <a:pt x="0" y="136229"/>
                    <a:pt x="0" y="13618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136186"/>
                  </a:lnTo>
                  <a:cubicBezTo>
                    <a:pt x="15194" y="140387"/>
                    <a:pt x="11821" y="143793"/>
                    <a:pt x="7660" y="14379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11EB1ACB-5B9D-D342-89BC-296BFEEBFE8A}"/>
                </a:ext>
              </a:extLst>
            </p:cNvPr>
            <p:cNvSpPr/>
            <p:nvPr/>
          </p:nvSpPr>
          <p:spPr>
            <a:xfrm>
              <a:off x="5951114" y="2351150"/>
              <a:ext cx="15194" cy="33624"/>
            </a:xfrm>
            <a:custGeom>
              <a:avLst/>
              <a:gdLst>
                <a:gd name="connsiteX0" fmla="*/ 7660 w 15194"/>
                <a:gd name="connsiteY0" fmla="*/ 33623 h 33624"/>
                <a:gd name="connsiteX1" fmla="*/ 1 w 15194"/>
                <a:gd name="connsiteY1" fmla="*/ 26144 h 33624"/>
                <a:gd name="connsiteX2" fmla="*/ 0 w 15194"/>
                <a:gd name="connsiteY2" fmla="*/ 26016 h 33624"/>
                <a:gd name="connsiteX3" fmla="*/ 0 w 15194"/>
                <a:gd name="connsiteY3" fmla="*/ 6746 h 33624"/>
                <a:gd name="connsiteX4" fmla="*/ 8576 w 15194"/>
                <a:gd name="connsiteY4" fmla="*/ 64 h 33624"/>
                <a:gd name="connsiteX5" fmla="*/ 15194 w 15194"/>
                <a:gd name="connsiteY5" fmla="*/ 6746 h 33624"/>
                <a:gd name="connsiteX6" fmla="*/ 15194 w 15194"/>
                <a:gd name="connsiteY6" fmla="*/ 26016 h 33624"/>
                <a:gd name="connsiteX7" fmla="*/ 7660 w 15194"/>
                <a:gd name="connsiteY7" fmla="*/ 33623 h 3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4" h="33624">
                  <a:moveTo>
                    <a:pt x="7660" y="33623"/>
                  </a:moveTo>
                  <a:cubicBezTo>
                    <a:pt x="3499" y="33693"/>
                    <a:pt x="70" y="30345"/>
                    <a:pt x="1" y="26144"/>
                  </a:cubicBezTo>
                  <a:cubicBezTo>
                    <a:pt x="0" y="26102"/>
                    <a:pt x="0" y="26059"/>
                    <a:pt x="0" y="2601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26016"/>
                  </a:lnTo>
                  <a:cubicBezTo>
                    <a:pt x="15194" y="30217"/>
                    <a:pt x="11821" y="33623"/>
                    <a:pt x="7660" y="336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E400BC0D-F07E-C949-826F-CBF053F16518}"/>
                </a:ext>
              </a:extLst>
            </p:cNvPr>
            <p:cNvSpPr/>
            <p:nvPr/>
          </p:nvSpPr>
          <p:spPr>
            <a:xfrm>
              <a:off x="5951050" y="2399124"/>
              <a:ext cx="15320" cy="35599"/>
            </a:xfrm>
            <a:custGeom>
              <a:avLst/>
              <a:gdLst>
                <a:gd name="connsiteX0" fmla="*/ 7723 w 15320"/>
                <a:gd name="connsiteY0" fmla="*/ 35599 h 35599"/>
                <a:gd name="connsiteX1" fmla="*/ 64 w 15320"/>
                <a:gd name="connsiteY1" fmla="*/ 27866 h 35599"/>
                <a:gd name="connsiteX2" fmla="*/ 64 w 15320"/>
                <a:gd name="connsiteY2" fmla="*/ 8722 h 35599"/>
                <a:gd name="connsiteX3" fmla="*/ 6682 w 15320"/>
                <a:gd name="connsiteY3" fmla="*/ 64 h 35599"/>
                <a:gd name="connsiteX4" fmla="*/ 15258 w 15320"/>
                <a:gd name="connsiteY4" fmla="*/ 6746 h 35599"/>
                <a:gd name="connsiteX5" fmla="*/ 15258 w 15320"/>
                <a:gd name="connsiteY5" fmla="*/ 8722 h 35599"/>
                <a:gd name="connsiteX6" fmla="*/ 15258 w 15320"/>
                <a:gd name="connsiteY6" fmla="*/ 27866 h 35599"/>
                <a:gd name="connsiteX7" fmla="*/ 7850 w 15320"/>
                <a:gd name="connsiteY7" fmla="*/ 35598 h 35599"/>
                <a:gd name="connsiteX8" fmla="*/ 7723 w 15320"/>
                <a:gd name="connsiteY8" fmla="*/ 35599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0" h="35599">
                  <a:moveTo>
                    <a:pt x="7723" y="35599"/>
                  </a:moveTo>
                  <a:cubicBezTo>
                    <a:pt x="3493" y="35599"/>
                    <a:pt x="64" y="32137"/>
                    <a:pt x="64" y="27866"/>
                  </a:cubicBezTo>
                  <a:lnTo>
                    <a:pt x="64" y="8722"/>
                  </a:lnTo>
                  <a:cubicBezTo>
                    <a:pt x="-477" y="4486"/>
                    <a:pt x="2486" y="610"/>
                    <a:pt x="6682" y="64"/>
                  </a:cubicBezTo>
                  <a:cubicBezTo>
                    <a:pt x="10878" y="-481"/>
                    <a:pt x="14717" y="2510"/>
                    <a:pt x="15258" y="6746"/>
                  </a:cubicBezTo>
                  <a:cubicBezTo>
                    <a:pt x="15341" y="7402"/>
                    <a:pt x="15341" y="8066"/>
                    <a:pt x="15258" y="8722"/>
                  </a:cubicBezTo>
                  <a:lnTo>
                    <a:pt x="15258" y="27866"/>
                  </a:lnTo>
                  <a:cubicBezTo>
                    <a:pt x="15327" y="32066"/>
                    <a:pt x="12010" y="35528"/>
                    <a:pt x="7850" y="35598"/>
                  </a:cubicBezTo>
                  <a:cubicBezTo>
                    <a:pt x="7808" y="35599"/>
                    <a:pt x="7766" y="35599"/>
                    <a:pt x="7723" y="355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3A2F5B3-A6CA-E944-8CA1-79E0F9FF028B}"/>
                </a:ext>
              </a:extLst>
            </p:cNvPr>
            <p:cNvSpPr/>
            <p:nvPr/>
          </p:nvSpPr>
          <p:spPr>
            <a:xfrm>
              <a:off x="5922601" y="2261374"/>
              <a:ext cx="111173" cy="105244"/>
            </a:xfrm>
            <a:custGeom>
              <a:avLst/>
              <a:gdLst>
                <a:gd name="connsiteX0" fmla="*/ 74597 w 111173"/>
                <a:gd name="connsiteY0" fmla="*/ 104256 h 105244"/>
                <a:gd name="connsiteX1" fmla="*/ 66938 w 111173"/>
                <a:gd name="connsiteY1" fmla="*/ 96522 h 105244"/>
                <a:gd name="connsiteX2" fmla="*/ 66938 w 111173"/>
                <a:gd name="connsiteY2" fmla="*/ 60644 h 105244"/>
                <a:gd name="connsiteX3" fmla="*/ 74597 w 111173"/>
                <a:gd name="connsiteY3" fmla="*/ 53038 h 105244"/>
                <a:gd name="connsiteX4" fmla="*/ 85899 w 111173"/>
                <a:gd name="connsiteY4" fmla="*/ 53038 h 105244"/>
                <a:gd name="connsiteX5" fmla="*/ 55385 w 111173"/>
                <a:gd name="connsiteY5" fmla="*/ 18934 h 105244"/>
                <a:gd name="connsiteX6" fmla="*/ 25123 w 111173"/>
                <a:gd name="connsiteY6" fmla="*/ 53038 h 105244"/>
                <a:gd name="connsiteX7" fmla="*/ 36550 w 111173"/>
                <a:gd name="connsiteY7" fmla="*/ 53038 h 105244"/>
                <a:gd name="connsiteX8" fmla="*/ 44084 w 111173"/>
                <a:gd name="connsiteY8" fmla="*/ 60644 h 105244"/>
                <a:gd name="connsiteX9" fmla="*/ 44084 w 111173"/>
                <a:gd name="connsiteY9" fmla="*/ 96522 h 105244"/>
                <a:gd name="connsiteX10" fmla="*/ 37466 w 111173"/>
                <a:gd name="connsiteY10" fmla="*/ 105181 h 105244"/>
                <a:gd name="connsiteX11" fmla="*/ 28890 w 111173"/>
                <a:gd name="connsiteY11" fmla="*/ 98499 h 105244"/>
                <a:gd name="connsiteX12" fmla="*/ 28890 w 111173"/>
                <a:gd name="connsiteY12" fmla="*/ 96522 h 105244"/>
                <a:gd name="connsiteX13" fmla="*/ 28890 w 111173"/>
                <a:gd name="connsiteY13" fmla="*/ 68378 h 105244"/>
                <a:gd name="connsiteX14" fmla="*/ 7668 w 111173"/>
                <a:gd name="connsiteY14" fmla="*/ 68378 h 105244"/>
                <a:gd name="connsiteX15" fmla="*/ 637 w 111173"/>
                <a:gd name="connsiteY15" fmla="*/ 63814 h 105244"/>
                <a:gd name="connsiteX16" fmla="*/ 2018 w 111173"/>
                <a:gd name="connsiteY16" fmla="*/ 55573 h 105244"/>
                <a:gd name="connsiteX17" fmla="*/ 50237 w 111173"/>
                <a:gd name="connsiteY17" fmla="*/ 2453 h 105244"/>
                <a:gd name="connsiteX18" fmla="*/ 61243 w 111173"/>
                <a:gd name="connsiteY18" fmla="*/ 2155 h 105244"/>
                <a:gd name="connsiteX19" fmla="*/ 61538 w 111173"/>
                <a:gd name="connsiteY19" fmla="*/ 2453 h 105244"/>
                <a:gd name="connsiteX20" fmla="*/ 109255 w 111173"/>
                <a:gd name="connsiteY20" fmla="*/ 55573 h 105244"/>
                <a:gd name="connsiteX21" fmla="*/ 108662 w 111173"/>
                <a:gd name="connsiteY21" fmla="*/ 66314 h 105244"/>
                <a:gd name="connsiteX22" fmla="*/ 103604 w 111173"/>
                <a:gd name="connsiteY22" fmla="*/ 68251 h 105244"/>
                <a:gd name="connsiteX23" fmla="*/ 82257 w 111173"/>
                <a:gd name="connsiteY23" fmla="*/ 68251 h 105244"/>
                <a:gd name="connsiteX24" fmla="*/ 82257 w 111173"/>
                <a:gd name="connsiteY24" fmla="*/ 96396 h 105244"/>
                <a:gd name="connsiteX25" fmla="*/ 74724 w 111173"/>
                <a:gd name="connsiteY25" fmla="*/ 104255 h 105244"/>
                <a:gd name="connsiteX26" fmla="*/ 74597 w 111173"/>
                <a:gd name="connsiteY26" fmla="*/ 104256 h 10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1173" h="105244">
                  <a:moveTo>
                    <a:pt x="74597" y="104256"/>
                  </a:moveTo>
                  <a:cubicBezTo>
                    <a:pt x="70367" y="104256"/>
                    <a:pt x="66938" y="100793"/>
                    <a:pt x="66938" y="96522"/>
                  </a:cubicBezTo>
                  <a:lnTo>
                    <a:pt x="66938" y="60644"/>
                  </a:lnTo>
                  <a:cubicBezTo>
                    <a:pt x="67006" y="56423"/>
                    <a:pt x="70416" y="53037"/>
                    <a:pt x="74597" y="53038"/>
                  </a:cubicBezTo>
                  <a:lnTo>
                    <a:pt x="85899" y="53038"/>
                  </a:lnTo>
                  <a:lnTo>
                    <a:pt x="55385" y="18934"/>
                  </a:lnTo>
                  <a:lnTo>
                    <a:pt x="25123" y="53038"/>
                  </a:lnTo>
                  <a:lnTo>
                    <a:pt x="36550" y="53038"/>
                  </a:lnTo>
                  <a:cubicBezTo>
                    <a:pt x="40711" y="53038"/>
                    <a:pt x="44084" y="56443"/>
                    <a:pt x="44084" y="60644"/>
                  </a:cubicBezTo>
                  <a:lnTo>
                    <a:pt x="44084" y="96522"/>
                  </a:lnTo>
                  <a:cubicBezTo>
                    <a:pt x="44624" y="100758"/>
                    <a:pt x="41661" y="104635"/>
                    <a:pt x="37466" y="105181"/>
                  </a:cubicBezTo>
                  <a:cubicBezTo>
                    <a:pt x="33270" y="105726"/>
                    <a:pt x="29430" y="102735"/>
                    <a:pt x="28890" y="98499"/>
                  </a:cubicBezTo>
                  <a:cubicBezTo>
                    <a:pt x="28806" y="97843"/>
                    <a:pt x="28806" y="97178"/>
                    <a:pt x="28890" y="96522"/>
                  </a:cubicBezTo>
                  <a:lnTo>
                    <a:pt x="28890" y="68378"/>
                  </a:lnTo>
                  <a:lnTo>
                    <a:pt x="7668" y="68378"/>
                  </a:lnTo>
                  <a:cubicBezTo>
                    <a:pt x="4646" y="68364"/>
                    <a:pt x="1904" y="66584"/>
                    <a:pt x="637" y="63814"/>
                  </a:cubicBezTo>
                  <a:cubicBezTo>
                    <a:pt x="-573" y="61035"/>
                    <a:pt x="-30" y="57796"/>
                    <a:pt x="2018" y="55573"/>
                  </a:cubicBezTo>
                  <a:lnTo>
                    <a:pt x="50237" y="2453"/>
                  </a:lnTo>
                  <a:cubicBezTo>
                    <a:pt x="53195" y="-698"/>
                    <a:pt x="58122" y="-831"/>
                    <a:pt x="61243" y="2155"/>
                  </a:cubicBezTo>
                  <a:cubicBezTo>
                    <a:pt x="61344" y="2252"/>
                    <a:pt x="61442" y="2351"/>
                    <a:pt x="61538" y="2453"/>
                  </a:cubicBezTo>
                  <a:lnTo>
                    <a:pt x="109255" y="55573"/>
                  </a:lnTo>
                  <a:cubicBezTo>
                    <a:pt x="112029" y="58704"/>
                    <a:pt x="111764" y="63513"/>
                    <a:pt x="108662" y="66314"/>
                  </a:cubicBezTo>
                  <a:cubicBezTo>
                    <a:pt x="107272" y="67569"/>
                    <a:pt x="105470" y="68260"/>
                    <a:pt x="103604" y="68251"/>
                  </a:cubicBezTo>
                  <a:lnTo>
                    <a:pt x="82257" y="68251"/>
                  </a:lnTo>
                  <a:lnTo>
                    <a:pt x="82257" y="96396"/>
                  </a:lnTo>
                  <a:cubicBezTo>
                    <a:pt x="82327" y="100666"/>
                    <a:pt x="78954" y="104185"/>
                    <a:pt x="74724" y="104255"/>
                  </a:cubicBezTo>
                  <a:cubicBezTo>
                    <a:pt x="74682" y="104255"/>
                    <a:pt x="74640" y="104256"/>
                    <a:pt x="74597" y="104256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17A966B2-01D8-2C44-8F4E-183D2E4216BA}"/>
                </a:ext>
              </a:extLst>
            </p:cNvPr>
            <p:cNvSpPr/>
            <p:nvPr/>
          </p:nvSpPr>
          <p:spPr>
            <a:xfrm>
              <a:off x="5989538" y="2400113"/>
              <a:ext cx="15319" cy="34610"/>
            </a:xfrm>
            <a:custGeom>
              <a:avLst/>
              <a:gdLst>
                <a:gd name="connsiteX0" fmla="*/ 7660 w 15319"/>
                <a:gd name="connsiteY0" fmla="*/ 34610 h 34610"/>
                <a:gd name="connsiteX1" fmla="*/ 0 w 15319"/>
                <a:gd name="connsiteY1" fmla="*/ 26877 h 34610"/>
                <a:gd name="connsiteX2" fmla="*/ 0 w 15319"/>
                <a:gd name="connsiteY2" fmla="*/ 7733 h 34610"/>
                <a:gd name="connsiteX3" fmla="*/ 7660 w 15319"/>
                <a:gd name="connsiteY3" fmla="*/ 0 h 34610"/>
                <a:gd name="connsiteX4" fmla="*/ 15320 w 15319"/>
                <a:gd name="connsiteY4" fmla="*/ 7733 h 34610"/>
                <a:gd name="connsiteX5" fmla="*/ 15320 w 15319"/>
                <a:gd name="connsiteY5" fmla="*/ 26877 h 34610"/>
                <a:gd name="connsiteX6" fmla="*/ 7660 w 15319"/>
                <a:gd name="connsiteY6" fmla="*/ 34610 h 3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19" h="34610">
                  <a:moveTo>
                    <a:pt x="7660" y="34610"/>
                  </a:moveTo>
                  <a:cubicBezTo>
                    <a:pt x="3429" y="34610"/>
                    <a:pt x="0" y="31148"/>
                    <a:pt x="0" y="26877"/>
                  </a:cubicBezTo>
                  <a:lnTo>
                    <a:pt x="0" y="7733"/>
                  </a:lnTo>
                  <a:cubicBezTo>
                    <a:pt x="0" y="3462"/>
                    <a:pt x="3429" y="0"/>
                    <a:pt x="7660" y="0"/>
                  </a:cubicBezTo>
                  <a:cubicBezTo>
                    <a:pt x="11890" y="0"/>
                    <a:pt x="15320" y="3462"/>
                    <a:pt x="15320" y="7733"/>
                  </a:cubicBezTo>
                  <a:lnTo>
                    <a:pt x="15320" y="26877"/>
                  </a:lnTo>
                  <a:cubicBezTo>
                    <a:pt x="15320" y="31148"/>
                    <a:pt x="11890" y="34610"/>
                    <a:pt x="7660" y="34610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7444F547-09A9-8B43-B010-C38DE6EF468E}"/>
                </a:ext>
              </a:extLst>
            </p:cNvPr>
            <p:cNvSpPr/>
            <p:nvPr/>
          </p:nvSpPr>
          <p:spPr>
            <a:xfrm>
              <a:off x="5989538" y="2350288"/>
              <a:ext cx="15319" cy="34485"/>
            </a:xfrm>
            <a:custGeom>
              <a:avLst/>
              <a:gdLst>
                <a:gd name="connsiteX0" fmla="*/ 7660 w 15319"/>
                <a:gd name="connsiteY0" fmla="*/ 34485 h 34485"/>
                <a:gd name="connsiteX1" fmla="*/ 0 w 15319"/>
                <a:gd name="connsiteY1" fmla="*/ 26878 h 34485"/>
                <a:gd name="connsiteX2" fmla="*/ 0 w 15319"/>
                <a:gd name="connsiteY2" fmla="*/ 7608 h 34485"/>
                <a:gd name="connsiteX3" fmla="*/ 7660 w 15319"/>
                <a:gd name="connsiteY3" fmla="*/ 1 h 34485"/>
                <a:gd name="connsiteX4" fmla="*/ 15319 w 15319"/>
                <a:gd name="connsiteY4" fmla="*/ 7480 h 34485"/>
                <a:gd name="connsiteX5" fmla="*/ 15320 w 15319"/>
                <a:gd name="connsiteY5" fmla="*/ 7608 h 34485"/>
                <a:gd name="connsiteX6" fmla="*/ 15320 w 15319"/>
                <a:gd name="connsiteY6" fmla="*/ 26878 h 34485"/>
                <a:gd name="connsiteX7" fmla="*/ 7786 w 15319"/>
                <a:gd name="connsiteY7" fmla="*/ 34486 h 34485"/>
                <a:gd name="connsiteX8" fmla="*/ 7660 w 15319"/>
                <a:gd name="connsiteY8" fmla="*/ 34485 h 34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19" h="34485">
                  <a:moveTo>
                    <a:pt x="7660" y="34485"/>
                  </a:moveTo>
                  <a:cubicBezTo>
                    <a:pt x="3478" y="34485"/>
                    <a:pt x="69" y="31099"/>
                    <a:pt x="0" y="26878"/>
                  </a:cubicBezTo>
                  <a:lnTo>
                    <a:pt x="0" y="7608"/>
                  </a:lnTo>
                  <a:cubicBezTo>
                    <a:pt x="69" y="3386"/>
                    <a:pt x="3478" y="1"/>
                    <a:pt x="7660" y="1"/>
                  </a:cubicBezTo>
                  <a:cubicBezTo>
                    <a:pt x="11820" y="-69"/>
                    <a:pt x="15249" y="3279"/>
                    <a:pt x="15319" y="7480"/>
                  </a:cubicBezTo>
                  <a:cubicBezTo>
                    <a:pt x="15319" y="7523"/>
                    <a:pt x="15320" y="7565"/>
                    <a:pt x="15320" y="7608"/>
                  </a:cubicBezTo>
                  <a:lnTo>
                    <a:pt x="15320" y="26878"/>
                  </a:lnTo>
                  <a:cubicBezTo>
                    <a:pt x="15320" y="31079"/>
                    <a:pt x="11947" y="34485"/>
                    <a:pt x="7786" y="34486"/>
                  </a:cubicBezTo>
                  <a:cubicBezTo>
                    <a:pt x="7744" y="34486"/>
                    <a:pt x="7702" y="34485"/>
                    <a:pt x="7660" y="34485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D73BF16-2EA5-514C-A391-672DB768DBCE}"/>
                </a:ext>
              </a:extLst>
            </p:cNvPr>
            <p:cNvSpPr/>
            <p:nvPr/>
          </p:nvSpPr>
          <p:spPr>
            <a:xfrm>
              <a:off x="6321797" y="2351150"/>
              <a:ext cx="15194" cy="33624"/>
            </a:xfrm>
            <a:custGeom>
              <a:avLst/>
              <a:gdLst>
                <a:gd name="connsiteX0" fmla="*/ 7534 w 15194"/>
                <a:gd name="connsiteY0" fmla="*/ 33623 h 33624"/>
                <a:gd name="connsiteX1" fmla="*/ 0 w 15194"/>
                <a:gd name="connsiteY1" fmla="*/ 26016 h 33624"/>
                <a:gd name="connsiteX2" fmla="*/ 0 w 15194"/>
                <a:gd name="connsiteY2" fmla="*/ 6746 h 33624"/>
                <a:gd name="connsiteX3" fmla="*/ 8576 w 15194"/>
                <a:gd name="connsiteY3" fmla="*/ 64 h 33624"/>
                <a:gd name="connsiteX4" fmla="*/ 15194 w 15194"/>
                <a:gd name="connsiteY4" fmla="*/ 6746 h 33624"/>
                <a:gd name="connsiteX5" fmla="*/ 15194 w 15194"/>
                <a:gd name="connsiteY5" fmla="*/ 26016 h 33624"/>
                <a:gd name="connsiteX6" fmla="*/ 7661 w 15194"/>
                <a:gd name="connsiteY6" fmla="*/ 33624 h 33624"/>
                <a:gd name="connsiteX7" fmla="*/ 7534 w 15194"/>
                <a:gd name="connsiteY7" fmla="*/ 33623 h 3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4" h="33624">
                  <a:moveTo>
                    <a:pt x="7534" y="33623"/>
                  </a:moveTo>
                  <a:cubicBezTo>
                    <a:pt x="3373" y="33623"/>
                    <a:pt x="0" y="30217"/>
                    <a:pt x="0" y="2601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26016"/>
                  </a:lnTo>
                  <a:cubicBezTo>
                    <a:pt x="15195" y="30217"/>
                    <a:pt x="11822" y="33624"/>
                    <a:pt x="7661" y="33624"/>
                  </a:cubicBezTo>
                  <a:cubicBezTo>
                    <a:pt x="7619" y="33624"/>
                    <a:pt x="7576" y="33624"/>
                    <a:pt x="7534" y="336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93EA4583-BE29-A446-8EEB-2A0E69B36704}"/>
                </a:ext>
              </a:extLst>
            </p:cNvPr>
            <p:cNvSpPr/>
            <p:nvPr/>
          </p:nvSpPr>
          <p:spPr>
            <a:xfrm>
              <a:off x="6321734" y="2400899"/>
              <a:ext cx="15320" cy="35599"/>
            </a:xfrm>
            <a:custGeom>
              <a:avLst/>
              <a:gdLst>
                <a:gd name="connsiteX0" fmla="*/ 7598 w 15320"/>
                <a:gd name="connsiteY0" fmla="*/ 35599 h 35599"/>
                <a:gd name="connsiteX1" fmla="*/ 63 w 15320"/>
                <a:gd name="connsiteY1" fmla="*/ 27994 h 35599"/>
                <a:gd name="connsiteX2" fmla="*/ 64 w 15320"/>
                <a:gd name="connsiteY2" fmla="*/ 27866 h 35599"/>
                <a:gd name="connsiteX3" fmla="*/ 64 w 15320"/>
                <a:gd name="connsiteY3" fmla="*/ 8722 h 35599"/>
                <a:gd name="connsiteX4" fmla="*/ 6682 w 15320"/>
                <a:gd name="connsiteY4" fmla="*/ 64 h 35599"/>
                <a:gd name="connsiteX5" fmla="*/ 15258 w 15320"/>
                <a:gd name="connsiteY5" fmla="*/ 6746 h 35599"/>
                <a:gd name="connsiteX6" fmla="*/ 15258 w 15320"/>
                <a:gd name="connsiteY6" fmla="*/ 8722 h 35599"/>
                <a:gd name="connsiteX7" fmla="*/ 15258 w 15320"/>
                <a:gd name="connsiteY7" fmla="*/ 27866 h 35599"/>
                <a:gd name="connsiteX8" fmla="*/ 7598 w 15320"/>
                <a:gd name="connsiteY8" fmla="*/ 35599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0" h="35599">
                  <a:moveTo>
                    <a:pt x="7598" y="35599"/>
                  </a:moveTo>
                  <a:cubicBezTo>
                    <a:pt x="3437" y="35600"/>
                    <a:pt x="63" y="32195"/>
                    <a:pt x="63" y="27994"/>
                  </a:cubicBezTo>
                  <a:cubicBezTo>
                    <a:pt x="63" y="27951"/>
                    <a:pt x="63" y="27908"/>
                    <a:pt x="64" y="27866"/>
                  </a:cubicBezTo>
                  <a:lnTo>
                    <a:pt x="64" y="8722"/>
                  </a:lnTo>
                  <a:cubicBezTo>
                    <a:pt x="-477" y="4486"/>
                    <a:pt x="2486" y="610"/>
                    <a:pt x="6682" y="64"/>
                  </a:cubicBezTo>
                  <a:cubicBezTo>
                    <a:pt x="10878" y="-481"/>
                    <a:pt x="14717" y="2510"/>
                    <a:pt x="15258" y="6746"/>
                  </a:cubicBezTo>
                  <a:cubicBezTo>
                    <a:pt x="15341" y="7402"/>
                    <a:pt x="15341" y="8066"/>
                    <a:pt x="15258" y="8722"/>
                  </a:cubicBezTo>
                  <a:lnTo>
                    <a:pt x="15258" y="27866"/>
                  </a:lnTo>
                  <a:cubicBezTo>
                    <a:pt x="15258" y="32137"/>
                    <a:pt x="11828" y="35599"/>
                    <a:pt x="7598" y="355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3AF93482-A1A2-2546-85FD-7905488AE510}"/>
                </a:ext>
              </a:extLst>
            </p:cNvPr>
            <p:cNvSpPr/>
            <p:nvPr/>
          </p:nvSpPr>
          <p:spPr>
            <a:xfrm>
              <a:off x="6254803" y="2262571"/>
              <a:ext cx="110757" cy="104047"/>
            </a:xfrm>
            <a:custGeom>
              <a:avLst/>
              <a:gdLst>
                <a:gd name="connsiteX0" fmla="*/ 74528 w 110757"/>
                <a:gd name="connsiteY0" fmla="*/ 103059 h 104047"/>
                <a:gd name="connsiteX1" fmla="*/ 66993 w 110757"/>
                <a:gd name="connsiteY1" fmla="*/ 95453 h 104047"/>
                <a:gd name="connsiteX2" fmla="*/ 66994 w 110757"/>
                <a:gd name="connsiteY2" fmla="*/ 95325 h 104047"/>
                <a:gd name="connsiteX3" fmla="*/ 66994 w 110757"/>
                <a:gd name="connsiteY3" fmla="*/ 61222 h 104047"/>
                <a:gd name="connsiteX4" fmla="*/ 74528 w 110757"/>
                <a:gd name="connsiteY4" fmla="*/ 53615 h 104047"/>
                <a:gd name="connsiteX5" fmla="*/ 85955 w 110757"/>
                <a:gd name="connsiteY5" fmla="*/ 53615 h 104047"/>
                <a:gd name="connsiteX6" fmla="*/ 55316 w 110757"/>
                <a:gd name="connsiteY6" fmla="*/ 19512 h 104047"/>
                <a:gd name="connsiteX7" fmla="*/ 24802 w 110757"/>
                <a:gd name="connsiteY7" fmla="*/ 53615 h 104047"/>
                <a:gd name="connsiteX8" fmla="*/ 36104 w 110757"/>
                <a:gd name="connsiteY8" fmla="*/ 53615 h 104047"/>
                <a:gd name="connsiteX9" fmla="*/ 43763 w 110757"/>
                <a:gd name="connsiteY9" fmla="*/ 61094 h 104047"/>
                <a:gd name="connsiteX10" fmla="*/ 43764 w 110757"/>
                <a:gd name="connsiteY10" fmla="*/ 61222 h 104047"/>
                <a:gd name="connsiteX11" fmla="*/ 43764 w 110757"/>
                <a:gd name="connsiteY11" fmla="*/ 95325 h 104047"/>
                <a:gd name="connsiteX12" fmla="*/ 37145 w 110757"/>
                <a:gd name="connsiteY12" fmla="*/ 103984 h 104047"/>
                <a:gd name="connsiteX13" fmla="*/ 28570 w 110757"/>
                <a:gd name="connsiteY13" fmla="*/ 97302 h 104047"/>
                <a:gd name="connsiteX14" fmla="*/ 28570 w 110757"/>
                <a:gd name="connsiteY14" fmla="*/ 95325 h 104047"/>
                <a:gd name="connsiteX15" fmla="*/ 28570 w 110757"/>
                <a:gd name="connsiteY15" fmla="*/ 68448 h 104047"/>
                <a:gd name="connsiteX16" fmla="*/ 7599 w 110757"/>
                <a:gd name="connsiteY16" fmla="*/ 68448 h 104047"/>
                <a:gd name="connsiteX17" fmla="*/ 693 w 110757"/>
                <a:gd name="connsiteY17" fmla="*/ 63884 h 104047"/>
                <a:gd name="connsiteX18" fmla="*/ 1949 w 110757"/>
                <a:gd name="connsiteY18" fmla="*/ 55517 h 104047"/>
                <a:gd name="connsiteX19" fmla="*/ 49665 w 110757"/>
                <a:gd name="connsiteY19" fmla="*/ 2397 h 104047"/>
                <a:gd name="connsiteX20" fmla="*/ 60853 w 110757"/>
                <a:gd name="connsiteY20" fmla="*/ 2282 h 104047"/>
                <a:gd name="connsiteX21" fmla="*/ 60967 w 110757"/>
                <a:gd name="connsiteY21" fmla="*/ 2397 h 104047"/>
                <a:gd name="connsiteX22" fmla="*/ 108809 w 110757"/>
                <a:gd name="connsiteY22" fmla="*/ 55771 h 104047"/>
                <a:gd name="connsiteX23" fmla="*/ 110065 w 110757"/>
                <a:gd name="connsiteY23" fmla="*/ 64138 h 104047"/>
                <a:gd name="connsiteX24" fmla="*/ 103158 w 110757"/>
                <a:gd name="connsiteY24" fmla="*/ 68702 h 104047"/>
                <a:gd name="connsiteX25" fmla="*/ 82188 w 110757"/>
                <a:gd name="connsiteY25" fmla="*/ 68702 h 104047"/>
                <a:gd name="connsiteX26" fmla="*/ 82188 w 110757"/>
                <a:gd name="connsiteY26" fmla="*/ 95072 h 104047"/>
                <a:gd name="connsiteX27" fmla="*/ 74784 w 110757"/>
                <a:gd name="connsiteY27" fmla="*/ 103055 h 104047"/>
                <a:gd name="connsiteX28" fmla="*/ 74528 w 110757"/>
                <a:gd name="connsiteY28" fmla="*/ 103059 h 10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757" h="104047">
                  <a:moveTo>
                    <a:pt x="74528" y="103059"/>
                  </a:moveTo>
                  <a:cubicBezTo>
                    <a:pt x="70367" y="103059"/>
                    <a:pt x="66994" y="99654"/>
                    <a:pt x="66993" y="95453"/>
                  </a:cubicBezTo>
                  <a:cubicBezTo>
                    <a:pt x="66993" y="95411"/>
                    <a:pt x="66993" y="95368"/>
                    <a:pt x="66994" y="95325"/>
                  </a:cubicBezTo>
                  <a:lnTo>
                    <a:pt x="66994" y="61222"/>
                  </a:lnTo>
                  <a:cubicBezTo>
                    <a:pt x="66994" y="57021"/>
                    <a:pt x="70367" y="53615"/>
                    <a:pt x="74528" y="53615"/>
                  </a:cubicBezTo>
                  <a:lnTo>
                    <a:pt x="85955" y="53615"/>
                  </a:lnTo>
                  <a:lnTo>
                    <a:pt x="55316" y="19512"/>
                  </a:lnTo>
                  <a:lnTo>
                    <a:pt x="24802" y="53615"/>
                  </a:lnTo>
                  <a:lnTo>
                    <a:pt x="36104" y="53615"/>
                  </a:lnTo>
                  <a:cubicBezTo>
                    <a:pt x="40264" y="53545"/>
                    <a:pt x="43693" y="56894"/>
                    <a:pt x="43763" y="61094"/>
                  </a:cubicBezTo>
                  <a:cubicBezTo>
                    <a:pt x="43763" y="61137"/>
                    <a:pt x="43764" y="61180"/>
                    <a:pt x="43764" y="61222"/>
                  </a:cubicBezTo>
                  <a:lnTo>
                    <a:pt x="43764" y="95325"/>
                  </a:lnTo>
                  <a:cubicBezTo>
                    <a:pt x="44304" y="99561"/>
                    <a:pt x="41341" y="103438"/>
                    <a:pt x="37145" y="103984"/>
                  </a:cubicBezTo>
                  <a:cubicBezTo>
                    <a:pt x="32950" y="104529"/>
                    <a:pt x="29110" y="101538"/>
                    <a:pt x="28570" y="97302"/>
                  </a:cubicBezTo>
                  <a:cubicBezTo>
                    <a:pt x="28486" y="96646"/>
                    <a:pt x="28486" y="95981"/>
                    <a:pt x="28570" y="95325"/>
                  </a:cubicBezTo>
                  <a:lnTo>
                    <a:pt x="28570" y="68448"/>
                  </a:lnTo>
                  <a:lnTo>
                    <a:pt x="7599" y="68448"/>
                  </a:lnTo>
                  <a:cubicBezTo>
                    <a:pt x="4593" y="68483"/>
                    <a:pt x="1865" y="66680"/>
                    <a:pt x="693" y="63884"/>
                  </a:cubicBezTo>
                  <a:cubicBezTo>
                    <a:pt x="-571" y="61091"/>
                    <a:pt x="-78" y="57807"/>
                    <a:pt x="1949" y="55517"/>
                  </a:cubicBezTo>
                  <a:lnTo>
                    <a:pt x="49665" y="2397"/>
                  </a:lnTo>
                  <a:cubicBezTo>
                    <a:pt x="52723" y="-754"/>
                    <a:pt x="57732" y="-805"/>
                    <a:pt x="60853" y="2282"/>
                  </a:cubicBezTo>
                  <a:cubicBezTo>
                    <a:pt x="60891" y="2320"/>
                    <a:pt x="60929" y="2358"/>
                    <a:pt x="60967" y="2397"/>
                  </a:cubicBezTo>
                  <a:lnTo>
                    <a:pt x="108809" y="55771"/>
                  </a:lnTo>
                  <a:cubicBezTo>
                    <a:pt x="110836" y="58061"/>
                    <a:pt x="111329" y="61345"/>
                    <a:pt x="110065" y="64138"/>
                  </a:cubicBezTo>
                  <a:cubicBezTo>
                    <a:pt x="108866" y="66911"/>
                    <a:pt x="106154" y="68703"/>
                    <a:pt x="103158" y="68702"/>
                  </a:cubicBezTo>
                  <a:lnTo>
                    <a:pt x="82188" y="68702"/>
                  </a:lnTo>
                  <a:lnTo>
                    <a:pt x="82188" y="95072"/>
                  </a:lnTo>
                  <a:cubicBezTo>
                    <a:pt x="82327" y="99341"/>
                    <a:pt x="79012" y="102915"/>
                    <a:pt x="74784" y="103055"/>
                  </a:cubicBezTo>
                  <a:cubicBezTo>
                    <a:pt x="74698" y="103057"/>
                    <a:pt x="74613" y="103059"/>
                    <a:pt x="74528" y="10305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E7EF6F6B-19D9-4543-9D58-199B80B2CDE4}"/>
                </a:ext>
              </a:extLst>
            </p:cNvPr>
            <p:cNvSpPr/>
            <p:nvPr/>
          </p:nvSpPr>
          <p:spPr>
            <a:xfrm>
              <a:off x="6283309" y="2400899"/>
              <a:ext cx="15320" cy="35599"/>
            </a:xfrm>
            <a:custGeom>
              <a:avLst/>
              <a:gdLst>
                <a:gd name="connsiteX0" fmla="*/ 7598 w 15320"/>
                <a:gd name="connsiteY0" fmla="*/ 35599 h 35599"/>
                <a:gd name="connsiteX1" fmla="*/ 63 w 15320"/>
                <a:gd name="connsiteY1" fmla="*/ 27994 h 35599"/>
                <a:gd name="connsiteX2" fmla="*/ 64 w 15320"/>
                <a:gd name="connsiteY2" fmla="*/ 27866 h 35599"/>
                <a:gd name="connsiteX3" fmla="*/ 64 w 15320"/>
                <a:gd name="connsiteY3" fmla="*/ 8722 h 35599"/>
                <a:gd name="connsiteX4" fmla="*/ 6682 w 15320"/>
                <a:gd name="connsiteY4" fmla="*/ 64 h 35599"/>
                <a:gd name="connsiteX5" fmla="*/ 15258 w 15320"/>
                <a:gd name="connsiteY5" fmla="*/ 6746 h 35599"/>
                <a:gd name="connsiteX6" fmla="*/ 15258 w 15320"/>
                <a:gd name="connsiteY6" fmla="*/ 8722 h 35599"/>
                <a:gd name="connsiteX7" fmla="*/ 15258 w 15320"/>
                <a:gd name="connsiteY7" fmla="*/ 27866 h 35599"/>
                <a:gd name="connsiteX8" fmla="*/ 7598 w 15320"/>
                <a:gd name="connsiteY8" fmla="*/ 35599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0" h="35599">
                  <a:moveTo>
                    <a:pt x="7598" y="35599"/>
                  </a:moveTo>
                  <a:cubicBezTo>
                    <a:pt x="3437" y="35600"/>
                    <a:pt x="63" y="32195"/>
                    <a:pt x="63" y="27994"/>
                  </a:cubicBezTo>
                  <a:cubicBezTo>
                    <a:pt x="63" y="27951"/>
                    <a:pt x="63" y="27908"/>
                    <a:pt x="64" y="27866"/>
                  </a:cubicBezTo>
                  <a:lnTo>
                    <a:pt x="64" y="8722"/>
                  </a:lnTo>
                  <a:cubicBezTo>
                    <a:pt x="-477" y="4486"/>
                    <a:pt x="2486" y="610"/>
                    <a:pt x="6682" y="64"/>
                  </a:cubicBezTo>
                  <a:cubicBezTo>
                    <a:pt x="10878" y="-481"/>
                    <a:pt x="14717" y="2510"/>
                    <a:pt x="15258" y="6746"/>
                  </a:cubicBezTo>
                  <a:cubicBezTo>
                    <a:pt x="15341" y="7402"/>
                    <a:pt x="15341" y="8066"/>
                    <a:pt x="15258" y="8722"/>
                  </a:cubicBezTo>
                  <a:lnTo>
                    <a:pt x="15258" y="27866"/>
                  </a:lnTo>
                  <a:cubicBezTo>
                    <a:pt x="15258" y="32137"/>
                    <a:pt x="11828" y="35599"/>
                    <a:pt x="7598" y="355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1DD90842-0CE1-214B-91B8-39292BB7B2BB}"/>
                </a:ext>
              </a:extLst>
            </p:cNvPr>
            <p:cNvSpPr/>
            <p:nvPr/>
          </p:nvSpPr>
          <p:spPr>
            <a:xfrm>
              <a:off x="6283373" y="2351150"/>
              <a:ext cx="15194" cy="33624"/>
            </a:xfrm>
            <a:custGeom>
              <a:avLst/>
              <a:gdLst>
                <a:gd name="connsiteX0" fmla="*/ 7534 w 15194"/>
                <a:gd name="connsiteY0" fmla="*/ 33623 h 33624"/>
                <a:gd name="connsiteX1" fmla="*/ 0 w 15194"/>
                <a:gd name="connsiteY1" fmla="*/ 26016 h 33624"/>
                <a:gd name="connsiteX2" fmla="*/ 0 w 15194"/>
                <a:gd name="connsiteY2" fmla="*/ 6746 h 33624"/>
                <a:gd name="connsiteX3" fmla="*/ 8576 w 15194"/>
                <a:gd name="connsiteY3" fmla="*/ 64 h 33624"/>
                <a:gd name="connsiteX4" fmla="*/ 15194 w 15194"/>
                <a:gd name="connsiteY4" fmla="*/ 6746 h 33624"/>
                <a:gd name="connsiteX5" fmla="*/ 15194 w 15194"/>
                <a:gd name="connsiteY5" fmla="*/ 26016 h 33624"/>
                <a:gd name="connsiteX6" fmla="*/ 7661 w 15194"/>
                <a:gd name="connsiteY6" fmla="*/ 33624 h 33624"/>
                <a:gd name="connsiteX7" fmla="*/ 7534 w 15194"/>
                <a:gd name="connsiteY7" fmla="*/ 33623 h 3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4" h="33624">
                  <a:moveTo>
                    <a:pt x="7534" y="33623"/>
                  </a:moveTo>
                  <a:cubicBezTo>
                    <a:pt x="3373" y="33623"/>
                    <a:pt x="0" y="30217"/>
                    <a:pt x="0" y="2601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26016"/>
                  </a:lnTo>
                  <a:cubicBezTo>
                    <a:pt x="15195" y="30217"/>
                    <a:pt x="11822" y="33624"/>
                    <a:pt x="7661" y="33624"/>
                  </a:cubicBezTo>
                  <a:cubicBezTo>
                    <a:pt x="7619" y="33624"/>
                    <a:pt x="7576" y="33624"/>
                    <a:pt x="7534" y="336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0D95F903-710D-6D48-BD96-0D8FE0BB04FE}"/>
                </a:ext>
              </a:extLst>
            </p:cNvPr>
            <p:cNvSpPr/>
            <p:nvPr/>
          </p:nvSpPr>
          <p:spPr>
            <a:xfrm>
              <a:off x="6117180" y="2289842"/>
              <a:ext cx="15320" cy="35599"/>
            </a:xfrm>
            <a:custGeom>
              <a:avLst/>
              <a:gdLst>
                <a:gd name="connsiteX0" fmla="*/ 7723 w 15320"/>
                <a:gd name="connsiteY0" fmla="*/ 35599 h 35599"/>
                <a:gd name="connsiteX1" fmla="*/ 64 w 15320"/>
                <a:gd name="connsiteY1" fmla="*/ 28500 h 35599"/>
                <a:gd name="connsiteX2" fmla="*/ 64 w 15320"/>
                <a:gd name="connsiteY2" fmla="*/ 8722 h 35599"/>
                <a:gd name="connsiteX3" fmla="*/ 6682 w 15320"/>
                <a:gd name="connsiteY3" fmla="*/ 64 h 35599"/>
                <a:gd name="connsiteX4" fmla="*/ 15258 w 15320"/>
                <a:gd name="connsiteY4" fmla="*/ 6746 h 35599"/>
                <a:gd name="connsiteX5" fmla="*/ 15258 w 15320"/>
                <a:gd name="connsiteY5" fmla="*/ 8722 h 35599"/>
                <a:gd name="connsiteX6" fmla="*/ 15258 w 15320"/>
                <a:gd name="connsiteY6" fmla="*/ 28500 h 35599"/>
                <a:gd name="connsiteX7" fmla="*/ 7723 w 15320"/>
                <a:gd name="connsiteY7" fmla="*/ 35599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20" h="35599">
                  <a:moveTo>
                    <a:pt x="7723" y="35599"/>
                  </a:moveTo>
                  <a:cubicBezTo>
                    <a:pt x="3727" y="35613"/>
                    <a:pt x="391" y="32522"/>
                    <a:pt x="64" y="28500"/>
                  </a:cubicBezTo>
                  <a:lnTo>
                    <a:pt x="64" y="8722"/>
                  </a:lnTo>
                  <a:cubicBezTo>
                    <a:pt x="-477" y="4486"/>
                    <a:pt x="2486" y="610"/>
                    <a:pt x="6682" y="64"/>
                  </a:cubicBezTo>
                  <a:cubicBezTo>
                    <a:pt x="10878" y="-481"/>
                    <a:pt x="14717" y="2510"/>
                    <a:pt x="15258" y="6746"/>
                  </a:cubicBezTo>
                  <a:cubicBezTo>
                    <a:pt x="15341" y="7402"/>
                    <a:pt x="15341" y="8066"/>
                    <a:pt x="15258" y="8722"/>
                  </a:cubicBezTo>
                  <a:lnTo>
                    <a:pt x="15258" y="28500"/>
                  </a:lnTo>
                  <a:cubicBezTo>
                    <a:pt x="14993" y="32502"/>
                    <a:pt x="11696" y="35608"/>
                    <a:pt x="7723" y="355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1D1FE77-DFE0-6842-BA02-7FDD9556D017}"/>
                </a:ext>
              </a:extLst>
            </p:cNvPr>
            <p:cNvSpPr/>
            <p:nvPr/>
          </p:nvSpPr>
          <p:spPr>
            <a:xfrm>
              <a:off x="6117243" y="2359264"/>
              <a:ext cx="15193" cy="33624"/>
            </a:xfrm>
            <a:custGeom>
              <a:avLst/>
              <a:gdLst>
                <a:gd name="connsiteX0" fmla="*/ 7660 w 15193"/>
                <a:gd name="connsiteY0" fmla="*/ 33623 h 33624"/>
                <a:gd name="connsiteX1" fmla="*/ 1 w 15193"/>
                <a:gd name="connsiteY1" fmla="*/ 26144 h 33624"/>
                <a:gd name="connsiteX2" fmla="*/ 0 w 15193"/>
                <a:gd name="connsiteY2" fmla="*/ 26016 h 33624"/>
                <a:gd name="connsiteX3" fmla="*/ 0 w 15193"/>
                <a:gd name="connsiteY3" fmla="*/ 6746 h 33624"/>
                <a:gd name="connsiteX4" fmla="*/ 8576 w 15193"/>
                <a:gd name="connsiteY4" fmla="*/ 64 h 33624"/>
                <a:gd name="connsiteX5" fmla="*/ 15194 w 15193"/>
                <a:gd name="connsiteY5" fmla="*/ 6746 h 33624"/>
                <a:gd name="connsiteX6" fmla="*/ 15194 w 15193"/>
                <a:gd name="connsiteY6" fmla="*/ 26016 h 33624"/>
                <a:gd name="connsiteX7" fmla="*/ 7660 w 15193"/>
                <a:gd name="connsiteY7" fmla="*/ 33623 h 3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3" h="33624">
                  <a:moveTo>
                    <a:pt x="7660" y="33623"/>
                  </a:moveTo>
                  <a:cubicBezTo>
                    <a:pt x="3499" y="33693"/>
                    <a:pt x="70" y="30345"/>
                    <a:pt x="1" y="26144"/>
                  </a:cubicBezTo>
                  <a:cubicBezTo>
                    <a:pt x="0" y="26102"/>
                    <a:pt x="0" y="26059"/>
                    <a:pt x="0" y="2601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26016"/>
                  </a:lnTo>
                  <a:cubicBezTo>
                    <a:pt x="15194" y="30217"/>
                    <a:pt x="11821" y="33623"/>
                    <a:pt x="7660" y="336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8F749454-E3DC-4F48-BAC1-F0CCAC3749D2}"/>
                </a:ext>
              </a:extLst>
            </p:cNvPr>
            <p:cNvSpPr/>
            <p:nvPr/>
          </p:nvSpPr>
          <p:spPr>
            <a:xfrm>
              <a:off x="6088849" y="2204263"/>
              <a:ext cx="110543" cy="101401"/>
            </a:xfrm>
            <a:custGeom>
              <a:avLst/>
              <a:gdLst>
                <a:gd name="connsiteX0" fmla="*/ 74478 w 110543"/>
                <a:gd name="connsiteY0" fmla="*/ 101401 h 101401"/>
                <a:gd name="connsiteX1" fmla="*/ 66820 w 110543"/>
                <a:gd name="connsiteY1" fmla="*/ 93922 h 101401"/>
                <a:gd name="connsiteX2" fmla="*/ 66819 w 110543"/>
                <a:gd name="connsiteY2" fmla="*/ 93794 h 101401"/>
                <a:gd name="connsiteX3" fmla="*/ 66819 w 110543"/>
                <a:gd name="connsiteY3" fmla="*/ 60705 h 101401"/>
                <a:gd name="connsiteX4" fmla="*/ 74478 w 110543"/>
                <a:gd name="connsiteY4" fmla="*/ 52971 h 101401"/>
                <a:gd name="connsiteX5" fmla="*/ 85780 w 110543"/>
                <a:gd name="connsiteY5" fmla="*/ 52971 h 101401"/>
                <a:gd name="connsiteX6" fmla="*/ 55266 w 110543"/>
                <a:gd name="connsiteY6" fmla="*/ 18995 h 101401"/>
                <a:gd name="connsiteX7" fmla="*/ 24627 w 110543"/>
                <a:gd name="connsiteY7" fmla="*/ 52971 h 101401"/>
                <a:gd name="connsiteX8" fmla="*/ 36054 w 110543"/>
                <a:gd name="connsiteY8" fmla="*/ 52971 h 101401"/>
                <a:gd name="connsiteX9" fmla="*/ 43589 w 110543"/>
                <a:gd name="connsiteY9" fmla="*/ 60577 h 101401"/>
                <a:gd name="connsiteX10" fmla="*/ 43588 w 110543"/>
                <a:gd name="connsiteY10" fmla="*/ 60705 h 101401"/>
                <a:gd name="connsiteX11" fmla="*/ 43588 w 110543"/>
                <a:gd name="connsiteY11" fmla="*/ 94301 h 101401"/>
                <a:gd name="connsiteX12" fmla="*/ 35012 w 110543"/>
                <a:gd name="connsiteY12" fmla="*/ 100983 h 101401"/>
                <a:gd name="connsiteX13" fmla="*/ 28394 w 110543"/>
                <a:gd name="connsiteY13" fmla="*/ 94301 h 101401"/>
                <a:gd name="connsiteX14" fmla="*/ 28394 w 110543"/>
                <a:gd name="connsiteY14" fmla="*/ 68312 h 101401"/>
                <a:gd name="connsiteX15" fmla="*/ 7424 w 110543"/>
                <a:gd name="connsiteY15" fmla="*/ 68312 h 101401"/>
                <a:gd name="connsiteX16" fmla="*/ 4 w 110543"/>
                <a:gd name="connsiteY16" fmla="*/ 60343 h 101401"/>
                <a:gd name="connsiteX17" fmla="*/ 1773 w 110543"/>
                <a:gd name="connsiteY17" fmla="*/ 55634 h 101401"/>
                <a:gd name="connsiteX18" fmla="*/ 49615 w 110543"/>
                <a:gd name="connsiteY18" fmla="*/ 2387 h 101401"/>
                <a:gd name="connsiteX19" fmla="*/ 60624 w 110543"/>
                <a:gd name="connsiteY19" fmla="*/ 2219 h 101401"/>
                <a:gd name="connsiteX20" fmla="*/ 60791 w 110543"/>
                <a:gd name="connsiteY20" fmla="*/ 2387 h 101401"/>
                <a:gd name="connsiteX21" fmla="*/ 108633 w 110543"/>
                <a:gd name="connsiteY21" fmla="*/ 55507 h 101401"/>
                <a:gd name="connsiteX22" fmla="*/ 110015 w 110543"/>
                <a:gd name="connsiteY22" fmla="*/ 63367 h 101401"/>
                <a:gd name="connsiteX23" fmla="*/ 103108 w 110543"/>
                <a:gd name="connsiteY23" fmla="*/ 67931 h 101401"/>
                <a:gd name="connsiteX24" fmla="*/ 82013 w 110543"/>
                <a:gd name="connsiteY24" fmla="*/ 67931 h 101401"/>
                <a:gd name="connsiteX25" fmla="*/ 82013 w 110543"/>
                <a:gd name="connsiteY25" fmla="*/ 94301 h 101401"/>
                <a:gd name="connsiteX26" fmla="*/ 74478 w 110543"/>
                <a:gd name="connsiteY26" fmla="*/ 101401 h 10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543" h="101401">
                  <a:moveTo>
                    <a:pt x="74478" y="101401"/>
                  </a:moveTo>
                  <a:cubicBezTo>
                    <a:pt x="70318" y="101471"/>
                    <a:pt x="66889" y="98122"/>
                    <a:pt x="66820" y="93922"/>
                  </a:cubicBezTo>
                  <a:cubicBezTo>
                    <a:pt x="66819" y="93879"/>
                    <a:pt x="66819" y="93836"/>
                    <a:pt x="66819" y="93794"/>
                  </a:cubicBezTo>
                  <a:lnTo>
                    <a:pt x="66819" y="60705"/>
                  </a:lnTo>
                  <a:cubicBezTo>
                    <a:pt x="66819" y="56434"/>
                    <a:pt x="70248" y="52971"/>
                    <a:pt x="74478" y="52971"/>
                  </a:cubicBezTo>
                  <a:lnTo>
                    <a:pt x="85780" y="52971"/>
                  </a:lnTo>
                  <a:lnTo>
                    <a:pt x="55266" y="18995"/>
                  </a:lnTo>
                  <a:lnTo>
                    <a:pt x="24627" y="52971"/>
                  </a:lnTo>
                  <a:lnTo>
                    <a:pt x="36054" y="52971"/>
                  </a:lnTo>
                  <a:cubicBezTo>
                    <a:pt x="40215" y="52971"/>
                    <a:pt x="43588" y="56376"/>
                    <a:pt x="43589" y="60577"/>
                  </a:cubicBezTo>
                  <a:cubicBezTo>
                    <a:pt x="43589" y="60620"/>
                    <a:pt x="43589" y="60662"/>
                    <a:pt x="43588" y="60705"/>
                  </a:cubicBezTo>
                  <a:lnTo>
                    <a:pt x="43588" y="94301"/>
                  </a:lnTo>
                  <a:cubicBezTo>
                    <a:pt x="43047" y="98537"/>
                    <a:pt x="39208" y="101529"/>
                    <a:pt x="35012" y="100983"/>
                  </a:cubicBezTo>
                  <a:cubicBezTo>
                    <a:pt x="31558" y="100534"/>
                    <a:pt x="28839" y="97788"/>
                    <a:pt x="28394" y="94301"/>
                  </a:cubicBezTo>
                  <a:lnTo>
                    <a:pt x="28394" y="68312"/>
                  </a:lnTo>
                  <a:lnTo>
                    <a:pt x="7424" y="68312"/>
                  </a:lnTo>
                  <a:cubicBezTo>
                    <a:pt x="3195" y="68180"/>
                    <a:pt x="-127" y="64612"/>
                    <a:pt x="4" y="60343"/>
                  </a:cubicBezTo>
                  <a:cubicBezTo>
                    <a:pt x="56" y="58618"/>
                    <a:pt x="679" y="56960"/>
                    <a:pt x="1773" y="55634"/>
                  </a:cubicBezTo>
                  <a:lnTo>
                    <a:pt x="49615" y="2387"/>
                  </a:lnTo>
                  <a:cubicBezTo>
                    <a:pt x="52609" y="-729"/>
                    <a:pt x="57538" y="-804"/>
                    <a:pt x="60624" y="2219"/>
                  </a:cubicBezTo>
                  <a:cubicBezTo>
                    <a:pt x="60681" y="2274"/>
                    <a:pt x="60736" y="2330"/>
                    <a:pt x="60791" y="2387"/>
                  </a:cubicBezTo>
                  <a:lnTo>
                    <a:pt x="108633" y="55507"/>
                  </a:lnTo>
                  <a:cubicBezTo>
                    <a:pt x="110528" y="57653"/>
                    <a:pt x="111062" y="60694"/>
                    <a:pt x="110015" y="63367"/>
                  </a:cubicBezTo>
                  <a:cubicBezTo>
                    <a:pt x="108843" y="66162"/>
                    <a:pt x="106114" y="67965"/>
                    <a:pt x="103108" y="67931"/>
                  </a:cubicBezTo>
                  <a:lnTo>
                    <a:pt x="82013" y="67931"/>
                  </a:lnTo>
                  <a:lnTo>
                    <a:pt x="82013" y="94301"/>
                  </a:lnTo>
                  <a:cubicBezTo>
                    <a:pt x="81748" y="98303"/>
                    <a:pt x="78451" y="101409"/>
                    <a:pt x="74478" y="101401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CCD2AC9-2C0B-4444-927F-FFE9EC56DCAB}"/>
                </a:ext>
              </a:extLst>
            </p:cNvPr>
            <p:cNvSpPr/>
            <p:nvPr/>
          </p:nvSpPr>
          <p:spPr>
            <a:xfrm>
              <a:off x="6155668" y="2359264"/>
              <a:ext cx="15194" cy="33624"/>
            </a:xfrm>
            <a:custGeom>
              <a:avLst/>
              <a:gdLst>
                <a:gd name="connsiteX0" fmla="*/ 7660 w 15194"/>
                <a:gd name="connsiteY0" fmla="*/ 33623 h 33624"/>
                <a:gd name="connsiteX1" fmla="*/ 1 w 15194"/>
                <a:gd name="connsiteY1" fmla="*/ 26144 h 33624"/>
                <a:gd name="connsiteX2" fmla="*/ 0 w 15194"/>
                <a:gd name="connsiteY2" fmla="*/ 26016 h 33624"/>
                <a:gd name="connsiteX3" fmla="*/ 0 w 15194"/>
                <a:gd name="connsiteY3" fmla="*/ 6746 h 33624"/>
                <a:gd name="connsiteX4" fmla="*/ 8576 w 15194"/>
                <a:gd name="connsiteY4" fmla="*/ 64 h 33624"/>
                <a:gd name="connsiteX5" fmla="*/ 15194 w 15194"/>
                <a:gd name="connsiteY5" fmla="*/ 6746 h 33624"/>
                <a:gd name="connsiteX6" fmla="*/ 15194 w 15194"/>
                <a:gd name="connsiteY6" fmla="*/ 26016 h 33624"/>
                <a:gd name="connsiteX7" fmla="*/ 7660 w 15194"/>
                <a:gd name="connsiteY7" fmla="*/ 33623 h 3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94" h="33624">
                  <a:moveTo>
                    <a:pt x="7660" y="33623"/>
                  </a:moveTo>
                  <a:cubicBezTo>
                    <a:pt x="3499" y="33693"/>
                    <a:pt x="70" y="30345"/>
                    <a:pt x="1" y="26144"/>
                  </a:cubicBezTo>
                  <a:cubicBezTo>
                    <a:pt x="0" y="26102"/>
                    <a:pt x="0" y="26059"/>
                    <a:pt x="0" y="26016"/>
                  </a:cubicBezTo>
                  <a:lnTo>
                    <a:pt x="0" y="6746"/>
                  </a:lnTo>
                  <a:cubicBezTo>
                    <a:pt x="541" y="2510"/>
                    <a:pt x="4380" y="-481"/>
                    <a:pt x="8576" y="64"/>
                  </a:cubicBezTo>
                  <a:cubicBezTo>
                    <a:pt x="12030" y="514"/>
                    <a:pt x="14749" y="3259"/>
                    <a:pt x="15194" y="6746"/>
                  </a:cubicBezTo>
                  <a:lnTo>
                    <a:pt x="15194" y="26016"/>
                  </a:lnTo>
                  <a:cubicBezTo>
                    <a:pt x="15194" y="30217"/>
                    <a:pt x="11821" y="33623"/>
                    <a:pt x="7660" y="33623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39913A9E-CC76-9A46-8ED6-B57E2CCF69CC}"/>
                </a:ext>
              </a:extLst>
            </p:cNvPr>
            <p:cNvSpPr/>
            <p:nvPr/>
          </p:nvSpPr>
          <p:spPr>
            <a:xfrm>
              <a:off x="6155604" y="2289842"/>
              <a:ext cx="15320" cy="35599"/>
            </a:xfrm>
            <a:custGeom>
              <a:avLst/>
              <a:gdLst>
                <a:gd name="connsiteX0" fmla="*/ 7723 w 15320"/>
                <a:gd name="connsiteY0" fmla="*/ 35599 h 35599"/>
                <a:gd name="connsiteX1" fmla="*/ 64 w 15320"/>
                <a:gd name="connsiteY1" fmla="*/ 28500 h 35599"/>
                <a:gd name="connsiteX2" fmla="*/ 64 w 15320"/>
                <a:gd name="connsiteY2" fmla="*/ 8722 h 35599"/>
                <a:gd name="connsiteX3" fmla="*/ 6682 w 15320"/>
                <a:gd name="connsiteY3" fmla="*/ 64 h 35599"/>
                <a:gd name="connsiteX4" fmla="*/ 15258 w 15320"/>
                <a:gd name="connsiteY4" fmla="*/ 6746 h 35599"/>
                <a:gd name="connsiteX5" fmla="*/ 15258 w 15320"/>
                <a:gd name="connsiteY5" fmla="*/ 8722 h 35599"/>
                <a:gd name="connsiteX6" fmla="*/ 15258 w 15320"/>
                <a:gd name="connsiteY6" fmla="*/ 28500 h 35599"/>
                <a:gd name="connsiteX7" fmla="*/ 7723 w 15320"/>
                <a:gd name="connsiteY7" fmla="*/ 35599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20" h="35599">
                  <a:moveTo>
                    <a:pt x="7723" y="35599"/>
                  </a:moveTo>
                  <a:cubicBezTo>
                    <a:pt x="3727" y="35613"/>
                    <a:pt x="391" y="32522"/>
                    <a:pt x="64" y="28500"/>
                  </a:cubicBezTo>
                  <a:lnTo>
                    <a:pt x="64" y="8722"/>
                  </a:lnTo>
                  <a:cubicBezTo>
                    <a:pt x="-477" y="4486"/>
                    <a:pt x="2486" y="610"/>
                    <a:pt x="6682" y="64"/>
                  </a:cubicBezTo>
                  <a:cubicBezTo>
                    <a:pt x="10878" y="-481"/>
                    <a:pt x="14717" y="2510"/>
                    <a:pt x="15258" y="6746"/>
                  </a:cubicBezTo>
                  <a:cubicBezTo>
                    <a:pt x="15341" y="7402"/>
                    <a:pt x="15341" y="8066"/>
                    <a:pt x="15258" y="8722"/>
                  </a:cubicBezTo>
                  <a:lnTo>
                    <a:pt x="15258" y="28500"/>
                  </a:lnTo>
                  <a:cubicBezTo>
                    <a:pt x="14993" y="32502"/>
                    <a:pt x="11696" y="35608"/>
                    <a:pt x="7723" y="35599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8" name="Graphic 37">
            <a:extLst>
              <a:ext uri="{FF2B5EF4-FFF2-40B4-BE49-F238E27FC236}">
                <a16:creationId xmlns:a16="http://schemas.microsoft.com/office/drawing/2014/main" id="{15C0B6A7-9F78-D640-BE5C-E140974EE038}"/>
              </a:ext>
            </a:extLst>
          </p:cNvPr>
          <p:cNvGrpSpPr>
            <a:grpSpLocks noChangeAspect="1"/>
          </p:cNvGrpSpPr>
          <p:nvPr/>
        </p:nvGrpSpPr>
        <p:grpSpPr>
          <a:xfrm>
            <a:off x="7174425" y="2930258"/>
            <a:ext cx="403660" cy="459696"/>
            <a:chOff x="5939513" y="2204241"/>
            <a:chExt cx="403660" cy="459696"/>
          </a:xfrm>
          <a:solidFill>
            <a:srgbClr val="FFFFFF"/>
          </a:solidFill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F4CDFE06-7867-B94D-852F-6A0689968A41}"/>
                </a:ext>
              </a:extLst>
            </p:cNvPr>
            <p:cNvSpPr/>
            <p:nvPr/>
          </p:nvSpPr>
          <p:spPr>
            <a:xfrm>
              <a:off x="5977800" y="2302748"/>
              <a:ext cx="96351" cy="96351"/>
            </a:xfrm>
            <a:custGeom>
              <a:avLst/>
              <a:gdLst>
                <a:gd name="connsiteX0" fmla="*/ 48302 w 96351"/>
                <a:gd name="connsiteY0" fmla="*/ 96351 h 96351"/>
                <a:gd name="connsiteX1" fmla="*/ 0 w 96351"/>
                <a:gd name="connsiteY1" fmla="*/ 48302 h 96351"/>
                <a:gd name="connsiteX2" fmla="*/ 48049 w 96351"/>
                <a:gd name="connsiteY2" fmla="*/ 0 h 96351"/>
                <a:gd name="connsiteX3" fmla="*/ 96351 w 96351"/>
                <a:gd name="connsiteY3" fmla="*/ 48049 h 96351"/>
                <a:gd name="connsiteX4" fmla="*/ 96351 w 96351"/>
                <a:gd name="connsiteY4" fmla="*/ 48175 h 96351"/>
                <a:gd name="connsiteX5" fmla="*/ 48302 w 96351"/>
                <a:gd name="connsiteY5" fmla="*/ 96351 h 96351"/>
                <a:gd name="connsiteX6" fmla="*/ 48302 w 96351"/>
                <a:gd name="connsiteY6" fmla="*/ 15594 h 96351"/>
                <a:gd name="connsiteX7" fmla="*/ 15341 w 96351"/>
                <a:gd name="connsiteY7" fmla="*/ 48302 h 96351"/>
                <a:gd name="connsiteX8" fmla="*/ 48049 w 96351"/>
                <a:gd name="connsiteY8" fmla="*/ 81264 h 96351"/>
                <a:gd name="connsiteX9" fmla="*/ 81011 w 96351"/>
                <a:gd name="connsiteY9" fmla="*/ 48555 h 96351"/>
                <a:gd name="connsiteX10" fmla="*/ 81011 w 96351"/>
                <a:gd name="connsiteY10" fmla="*/ 48302 h 96351"/>
                <a:gd name="connsiteX11" fmla="*/ 48302 w 96351"/>
                <a:gd name="connsiteY11" fmla="*/ 15594 h 9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6351" h="96351">
                  <a:moveTo>
                    <a:pt x="48302" y="96351"/>
                  </a:moveTo>
                  <a:cubicBezTo>
                    <a:pt x="21696" y="96421"/>
                    <a:pt x="70" y="74909"/>
                    <a:pt x="0" y="48302"/>
                  </a:cubicBezTo>
                  <a:cubicBezTo>
                    <a:pt x="-70" y="21696"/>
                    <a:pt x="21442" y="70"/>
                    <a:pt x="48049" y="0"/>
                  </a:cubicBezTo>
                  <a:cubicBezTo>
                    <a:pt x="74655" y="-70"/>
                    <a:pt x="96281" y="21442"/>
                    <a:pt x="96351" y="48049"/>
                  </a:cubicBezTo>
                  <a:cubicBezTo>
                    <a:pt x="96351" y="48091"/>
                    <a:pt x="96351" y="48133"/>
                    <a:pt x="96351" y="48175"/>
                  </a:cubicBezTo>
                  <a:cubicBezTo>
                    <a:pt x="96351" y="74733"/>
                    <a:pt x="74859" y="96281"/>
                    <a:pt x="48302" y="96351"/>
                  </a:cubicBezTo>
                  <a:close/>
                  <a:moveTo>
                    <a:pt x="48302" y="15594"/>
                  </a:moveTo>
                  <a:cubicBezTo>
                    <a:pt x="30168" y="15524"/>
                    <a:pt x="15410" y="30168"/>
                    <a:pt x="15341" y="48302"/>
                  </a:cubicBezTo>
                  <a:cubicBezTo>
                    <a:pt x="15271" y="66437"/>
                    <a:pt x="29915" y="81194"/>
                    <a:pt x="48049" y="81264"/>
                  </a:cubicBezTo>
                  <a:cubicBezTo>
                    <a:pt x="66184" y="81334"/>
                    <a:pt x="80941" y="66690"/>
                    <a:pt x="81011" y="48555"/>
                  </a:cubicBezTo>
                  <a:cubicBezTo>
                    <a:pt x="81011" y="48471"/>
                    <a:pt x="81011" y="48387"/>
                    <a:pt x="81011" y="48302"/>
                  </a:cubicBezTo>
                  <a:cubicBezTo>
                    <a:pt x="80942" y="30267"/>
                    <a:pt x="66338" y="15663"/>
                    <a:pt x="48302" y="1559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A74F37E-57C8-BF41-90F1-BF8F98F2943A}"/>
                </a:ext>
              </a:extLst>
            </p:cNvPr>
            <p:cNvSpPr/>
            <p:nvPr/>
          </p:nvSpPr>
          <p:spPr>
            <a:xfrm>
              <a:off x="6102903" y="2383695"/>
              <a:ext cx="86844" cy="15467"/>
            </a:xfrm>
            <a:custGeom>
              <a:avLst/>
              <a:gdLst>
                <a:gd name="connsiteX0" fmla="*/ 78122 w 86844"/>
                <a:gd name="connsiteY0" fmla="*/ 15404 h 15467"/>
                <a:gd name="connsiteX1" fmla="*/ 6746 w 86844"/>
                <a:gd name="connsiteY1" fmla="*/ 15404 h 15467"/>
                <a:gd name="connsiteX2" fmla="*/ 64 w 86844"/>
                <a:gd name="connsiteY2" fmla="*/ 6746 h 15467"/>
                <a:gd name="connsiteX3" fmla="*/ 6746 w 86844"/>
                <a:gd name="connsiteY3" fmla="*/ 64 h 15467"/>
                <a:gd name="connsiteX4" fmla="*/ 78122 w 86844"/>
                <a:gd name="connsiteY4" fmla="*/ 64 h 15467"/>
                <a:gd name="connsiteX5" fmla="*/ 86780 w 86844"/>
                <a:gd name="connsiteY5" fmla="*/ 6746 h 15467"/>
                <a:gd name="connsiteX6" fmla="*/ 80098 w 86844"/>
                <a:gd name="connsiteY6" fmla="*/ 15404 h 15467"/>
                <a:gd name="connsiteX7" fmla="*/ 78122 w 86844"/>
                <a:gd name="connsiteY7" fmla="*/ 15404 h 1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844" h="15467">
                  <a:moveTo>
                    <a:pt x="78122" y="15404"/>
                  </a:moveTo>
                  <a:lnTo>
                    <a:pt x="6746" y="15404"/>
                  </a:lnTo>
                  <a:cubicBezTo>
                    <a:pt x="2510" y="14859"/>
                    <a:pt x="-481" y="10982"/>
                    <a:pt x="64" y="6746"/>
                  </a:cubicBezTo>
                  <a:cubicBezTo>
                    <a:pt x="514" y="3259"/>
                    <a:pt x="3259" y="514"/>
                    <a:pt x="6746" y="64"/>
                  </a:cubicBezTo>
                  <a:lnTo>
                    <a:pt x="78122" y="64"/>
                  </a:lnTo>
                  <a:cubicBezTo>
                    <a:pt x="82358" y="-481"/>
                    <a:pt x="86235" y="2510"/>
                    <a:pt x="86780" y="6746"/>
                  </a:cubicBezTo>
                  <a:cubicBezTo>
                    <a:pt x="87326" y="10982"/>
                    <a:pt x="84334" y="14859"/>
                    <a:pt x="80098" y="15404"/>
                  </a:cubicBezTo>
                  <a:cubicBezTo>
                    <a:pt x="79442" y="15489"/>
                    <a:pt x="78778" y="15489"/>
                    <a:pt x="78122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0E152C3A-1149-7C49-941D-8988F9F5A92B}"/>
                </a:ext>
              </a:extLst>
            </p:cNvPr>
            <p:cNvSpPr/>
            <p:nvPr/>
          </p:nvSpPr>
          <p:spPr>
            <a:xfrm>
              <a:off x="5980361" y="2432377"/>
              <a:ext cx="176424" cy="15468"/>
            </a:xfrm>
            <a:custGeom>
              <a:avLst/>
              <a:gdLst>
                <a:gd name="connsiteX0" fmla="*/ 167702 w 176424"/>
                <a:gd name="connsiteY0" fmla="*/ 15404 h 15468"/>
                <a:gd name="connsiteX1" fmla="*/ 8722 w 176424"/>
                <a:gd name="connsiteY1" fmla="*/ 15404 h 15468"/>
                <a:gd name="connsiteX2" fmla="*/ 64 w 176424"/>
                <a:gd name="connsiteY2" fmla="*/ 8722 h 15468"/>
                <a:gd name="connsiteX3" fmla="*/ 6746 w 176424"/>
                <a:gd name="connsiteY3" fmla="*/ 64 h 15468"/>
                <a:gd name="connsiteX4" fmla="*/ 8722 w 176424"/>
                <a:gd name="connsiteY4" fmla="*/ 64 h 15468"/>
                <a:gd name="connsiteX5" fmla="*/ 167702 w 176424"/>
                <a:gd name="connsiteY5" fmla="*/ 64 h 15468"/>
                <a:gd name="connsiteX6" fmla="*/ 176360 w 176424"/>
                <a:gd name="connsiteY6" fmla="*/ 6746 h 15468"/>
                <a:gd name="connsiteX7" fmla="*/ 169678 w 176424"/>
                <a:gd name="connsiteY7" fmla="*/ 15404 h 15468"/>
                <a:gd name="connsiteX8" fmla="*/ 167702 w 176424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24" h="15468">
                  <a:moveTo>
                    <a:pt x="167702" y="15404"/>
                  </a:moveTo>
                  <a:lnTo>
                    <a:pt x="8722" y="15404"/>
                  </a:lnTo>
                  <a:cubicBezTo>
                    <a:pt x="4486" y="15950"/>
                    <a:pt x="610" y="12958"/>
                    <a:pt x="64" y="8722"/>
                  </a:cubicBezTo>
                  <a:cubicBezTo>
                    <a:pt x="-481" y="4486"/>
                    <a:pt x="2510" y="610"/>
                    <a:pt x="6746" y="64"/>
                  </a:cubicBezTo>
                  <a:cubicBezTo>
                    <a:pt x="7402" y="-20"/>
                    <a:pt x="8066" y="-20"/>
                    <a:pt x="8722" y="64"/>
                  </a:cubicBezTo>
                  <a:lnTo>
                    <a:pt x="167702" y="64"/>
                  </a:lnTo>
                  <a:cubicBezTo>
                    <a:pt x="171938" y="-481"/>
                    <a:pt x="175814" y="2510"/>
                    <a:pt x="176360" y="6746"/>
                  </a:cubicBezTo>
                  <a:cubicBezTo>
                    <a:pt x="176906" y="10982"/>
                    <a:pt x="173914" y="14859"/>
                    <a:pt x="169678" y="15404"/>
                  </a:cubicBezTo>
                  <a:cubicBezTo>
                    <a:pt x="169022" y="15489"/>
                    <a:pt x="168358" y="15489"/>
                    <a:pt x="167702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EB5F4C7A-9A48-264C-ADEC-B8895E8094FB}"/>
                </a:ext>
              </a:extLst>
            </p:cNvPr>
            <p:cNvSpPr/>
            <p:nvPr/>
          </p:nvSpPr>
          <p:spPr>
            <a:xfrm>
              <a:off x="5980361" y="2478271"/>
              <a:ext cx="133953" cy="15468"/>
            </a:xfrm>
            <a:custGeom>
              <a:avLst/>
              <a:gdLst>
                <a:gd name="connsiteX0" fmla="*/ 125231 w 133953"/>
                <a:gd name="connsiteY0" fmla="*/ 15404 h 15468"/>
                <a:gd name="connsiteX1" fmla="*/ 8722 w 133953"/>
                <a:gd name="connsiteY1" fmla="*/ 15404 h 15468"/>
                <a:gd name="connsiteX2" fmla="*/ 64 w 133953"/>
                <a:gd name="connsiteY2" fmla="*/ 8722 h 15468"/>
                <a:gd name="connsiteX3" fmla="*/ 6746 w 133953"/>
                <a:gd name="connsiteY3" fmla="*/ 64 h 15468"/>
                <a:gd name="connsiteX4" fmla="*/ 8722 w 133953"/>
                <a:gd name="connsiteY4" fmla="*/ 64 h 15468"/>
                <a:gd name="connsiteX5" fmla="*/ 125231 w 133953"/>
                <a:gd name="connsiteY5" fmla="*/ 64 h 15468"/>
                <a:gd name="connsiteX6" fmla="*/ 133889 w 133953"/>
                <a:gd name="connsiteY6" fmla="*/ 6746 h 15468"/>
                <a:gd name="connsiteX7" fmla="*/ 127208 w 133953"/>
                <a:gd name="connsiteY7" fmla="*/ 15404 h 15468"/>
                <a:gd name="connsiteX8" fmla="*/ 125231 w 133953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953" h="15468">
                  <a:moveTo>
                    <a:pt x="125231" y="15404"/>
                  </a:moveTo>
                  <a:lnTo>
                    <a:pt x="8722" y="15404"/>
                  </a:lnTo>
                  <a:cubicBezTo>
                    <a:pt x="4486" y="15950"/>
                    <a:pt x="610" y="12958"/>
                    <a:pt x="64" y="8722"/>
                  </a:cubicBezTo>
                  <a:cubicBezTo>
                    <a:pt x="-481" y="4486"/>
                    <a:pt x="2510" y="610"/>
                    <a:pt x="6746" y="64"/>
                  </a:cubicBezTo>
                  <a:cubicBezTo>
                    <a:pt x="7402" y="-20"/>
                    <a:pt x="8066" y="-20"/>
                    <a:pt x="8722" y="64"/>
                  </a:cubicBezTo>
                  <a:lnTo>
                    <a:pt x="125231" y="64"/>
                  </a:lnTo>
                  <a:cubicBezTo>
                    <a:pt x="129467" y="-481"/>
                    <a:pt x="133344" y="2510"/>
                    <a:pt x="133889" y="6746"/>
                  </a:cubicBezTo>
                  <a:cubicBezTo>
                    <a:pt x="134435" y="10982"/>
                    <a:pt x="131444" y="14859"/>
                    <a:pt x="127208" y="15404"/>
                  </a:cubicBezTo>
                  <a:cubicBezTo>
                    <a:pt x="126551" y="15489"/>
                    <a:pt x="125887" y="15489"/>
                    <a:pt x="125231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23FD54FC-EC24-3742-AF95-A52A84CACF34}"/>
                </a:ext>
              </a:extLst>
            </p:cNvPr>
            <p:cNvSpPr/>
            <p:nvPr/>
          </p:nvSpPr>
          <p:spPr>
            <a:xfrm>
              <a:off x="5980361" y="2524291"/>
              <a:ext cx="118867" cy="15468"/>
            </a:xfrm>
            <a:custGeom>
              <a:avLst/>
              <a:gdLst>
                <a:gd name="connsiteX0" fmla="*/ 110145 w 118867"/>
                <a:gd name="connsiteY0" fmla="*/ 15404 h 15468"/>
                <a:gd name="connsiteX1" fmla="*/ 8722 w 118867"/>
                <a:gd name="connsiteY1" fmla="*/ 15404 h 15468"/>
                <a:gd name="connsiteX2" fmla="*/ 64 w 118867"/>
                <a:gd name="connsiteY2" fmla="*/ 8722 h 15468"/>
                <a:gd name="connsiteX3" fmla="*/ 6746 w 118867"/>
                <a:gd name="connsiteY3" fmla="*/ 64 h 15468"/>
                <a:gd name="connsiteX4" fmla="*/ 8722 w 118867"/>
                <a:gd name="connsiteY4" fmla="*/ 64 h 15468"/>
                <a:gd name="connsiteX5" fmla="*/ 110145 w 118867"/>
                <a:gd name="connsiteY5" fmla="*/ 64 h 15468"/>
                <a:gd name="connsiteX6" fmla="*/ 118803 w 118867"/>
                <a:gd name="connsiteY6" fmla="*/ 6746 h 15468"/>
                <a:gd name="connsiteX7" fmla="*/ 112121 w 118867"/>
                <a:gd name="connsiteY7" fmla="*/ 15404 h 15468"/>
                <a:gd name="connsiteX8" fmla="*/ 110145 w 118867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867" h="15468">
                  <a:moveTo>
                    <a:pt x="110145" y="15404"/>
                  </a:moveTo>
                  <a:lnTo>
                    <a:pt x="8722" y="15404"/>
                  </a:lnTo>
                  <a:cubicBezTo>
                    <a:pt x="4486" y="15950"/>
                    <a:pt x="610" y="12958"/>
                    <a:pt x="64" y="8722"/>
                  </a:cubicBezTo>
                  <a:cubicBezTo>
                    <a:pt x="-481" y="4486"/>
                    <a:pt x="2510" y="610"/>
                    <a:pt x="6746" y="64"/>
                  </a:cubicBezTo>
                  <a:cubicBezTo>
                    <a:pt x="7402" y="-20"/>
                    <a:pt x="8066" y="-20"/>
                    <a:pt x="8722" y="64"/>
                  </a:cubicBezTo>
                  <a:lnTo>
                    <a:pt x="110145" y="64"/>
                  </a:lnTo>
                  <a:cubicBezTo>
                    <a:pt x="114381" y="-481"/>
                    <a:pt x="118257" y="2510"/>
                    <a:pt x="118803" y="6746"/>
                  </a:cubicBezTo>
                  <a:cubicBezTo>
                    <a:pt x="119349" y="10982"/>
                    <a:pt x="116357" y="14859"/>
                    <a:pt x="112121" y="15404"/>
                  </a:cubicBezTo>
                  <a:cubicBezTo>
                    <a:pt x="111465" y="15489"/>
                    <a:pt x="110801" y="15489"/>
                    <a:pt x="110145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D3C493B-7449-1343-8A23-951E6D15B373}"/>
                </a:ext>
              </a:extLst>
            </p:cNvPr>
            <p:cNvSpPr/>
            <p:nvPr/>
          </p:nvSpPr>
          <p:spPr>
            <a:xfrm>
              <a:off x="5980361" y="2570185"/>
              <a:ext cx="118867" cy="15468"/>
            </a:xfrm>
            <a:custGeom>
              <a:avLst/>
              <a:gdLst>
                <a:gd name="connsiteX0" fmla="*/ 110145 w 118867"/>
                <a:gd name="connsiteY0" fmla="*/ 15404 h 15468"/>
                <a:gd name="connsiteX1" fmla="*/ 8722 w 118867"/>
                <a:gd name="connsiteY1" fmla="*/ 15404 h 15468"/>
                <a:gd name="connsiteX2" fmla="*/ 64 w 118867"/>
                <a:gd name="connsiteY2" fmla="*/ 8722 h 15468"/>
                <a:gd name="connsiteX3" fmla="*/ 6746 w 118867"/>
                <a:gd name="connsiteY3" fmla="*/ 64 h 15468"/>
                <a:gd name="connsiteX4" fmla="*/ 8722 w 118867"/>
                <a:gd name="connsiteY4" fmla="*/ 64 h 15468"/>
                <a:gd name="connsiteX5" fmla="*/ 110145 w 118867"/>
                <a:gd name="connsiteY5" fmla="*/ 64 h 15468"/>
                <a:gd name="connsiteX6" fmla="*/ 118803 w 118867"/>
                <a:gd name="connsiteY6" fmla="*/ 6746 h 15468"/>
                <a:gd name="connsiteX7" fmla="*/ 112121 w 118867"/>
                <a:gd name="connsiteY7" fmla="*/ 15404 h 15468"/>
                <a:gd name="connsiteX8" fmla="*/ 110145 w 118867"/>
                <a:gd name="connsiteY8" fmla="*/ 15404 h 1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867" h="15468">
                  <a:moveTo>
                    <a:pt x="110145" y="15404"/>
                  </a:moveTo>
                  <a:lnTo>
                    <a:pt x="8722" y="15404"/>
                  </a:lnTo>
                  <a:cubicBezTo>
                    <a:pt x="4486" y="15950"/>
                    <a:pt x="610" y="12958"/>
                    <a:pt x="64" y="8722"/>
                  </a:cubicBezTo>
                  <a:cubicBezTo>
                    <a:pt x="-481" y="4486"/>
                    <a:pt x="2510" y="610"/>
                    <a:pt x="6746" y="64"/>
                  </a:cubicBezTo>
                  <a:cubicBezTo>
                    <a:pt x="7402" y="-20"/>
                    <a:pt x="8066" y="-20"/>
                    <a:pt x="8722" y="64"/>
                  </a:cubicBezTo>
                  <a:lnTo>
                    <a:pt x="110145" y="64"/>
                  </a:lnTo>
                  <a:cubicBezTo>
                    <a:pt x="114381" y="-481"/>
                    <a:pt x="118257" y="2510"/>
                    <a:pt x="118803" y="6746"/>
                  </a:cubicBezTo>
                  <a:cubicBezTo>
                    <a:pt x="119349" y="10982"/>
                    <a:pt x="116357" y="14859"/>
                    <a:pt x="112121" y="15404"/>
                  </a:cubicBezTo>
                  <a:cubicBezTo>
                    <a:pt x="111465" y="15489"/>
                    <a:pt x="110801" y="15489"/>
                    <a:pt x="110145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401B0B57-603D-4147-A3C1-479AC369CDCF}"/>
                </a:ext>
              </a:extLst>
            </p:cNvPr>
            <p:cNvSpPr/>
            <p:nvPr/>
          </p:nvSpPr>
          <p:spPr>
            <a:xfrm>
              <a:off x="6102903" y="2346675"/>
              <a:ext cx="86844" cy="15467"/>
            </a:xfrm>
            <a:custGeom>
              <a:avLst/>
              <a:gdLst>
                <a:gd name="connsiteX0" fmla="*/ 78122 w 86844"/>
                <a:gd name="connsiteY0" fmla="*/ 15404 h 15467"/>
                <a:gd name="connsiteX1" fmla="*/ 6746 w 86844"/>
                <a:gd name="connsiteY1" fmla="*/ 15404 h 15467"/>
                <a:gd name="connsiteX2" fmla="*/ 64 w 86844"/>
                <a:gd name="connsiteY2" fmla="*/ 6746 h 15467"/>
                <a:gd name="connsiteX3" fmla="*/ 6746 w 86844"/>
                <a:gd name="connsiteY3" fmla="*/ 64 h 15467"/>
                <a:gd name="connsiteX4" fmla="*/ 78122 w 86844"/>
                <a:gd name="connsiteY4" fmla="*/ 64 h 15467"/>
                <a:gd name="connsiteX5" fmla="*/ 86780 w 86844"/>
                <a:gd name="connsiteY5" fmla="*/ 6746 h 15467"/>
                <a:gd name="connsiteX6" fmla="*/ 80098 w 86844"/>
                <a:gd name="connsiteY6" fmla="*/ 15404 h 15467"/>
                <a:gd name="connsiteX7" fmla="*/ 78122 w 86844"/>
                <a:gd name="connsiteY7" fmla="*/ 15404 h 1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844" h="15467">
                  <a:moveTo>
                    <a:pt x="78122" y="15404"/>
                  </a:moveTo>
                  <a:lnTo>
                    <a:pt x="6746" y="15404"/>
                  </a:lnTo>
                  <a:cubicBezTo>
                    <a:pt x="2510" y="14859"/>
                    <a:pt x="-481" y="10982"/>
                    <a:pt x="64" y="6746"/>
                  </a:cubicBezTo>
                  <a:cubicBezTo>
                    <a:pt x="514" y="3259"/>
                    <a:pt x="3259" y="514"/>
                    <a:pt x="6746" y="64"/>
                  </a:cubicBezTo>
                  <a:lnTo>
                    <a:pt x="78122" y="64"/>
                  </a:lnTo>
                  <a:cubicBezTo>
                    <a:pt x="82358" y="-481"/>
                    <a:pt x="86235" y="2510"/>
                    <a:pt x="86780" y="6746"/>
                  </a:cubicBezTo>
                  <a:cubicBezTo>
                    <a:pt x="87326" y="10982"/>
                    <a:pt x="84334" y="14859"/>
                    <a:pt x="80098" y="15404"/>
                  </a:cubicBezTo>
                  <a:cubicBezTo>
                    <a:pt x="79442" y="15489"/>
                    <a:pt x="78778" y="15489"/>
                    <a:pt x="78122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120875BC-236F-0E46-9C59-AAE0D9F9248D}"/>
                </a:ext>
              </a:extLst>
            </p:cNvPr>
            <p:cNvSpPr/>
            <p:nvPr/>
          </p:nvSpPr>
          <p:spPr>
            <a:xfrm>
              <a:off x="6102903" y="2309656"/>
              <a:ext cx="86844" cy="15467"/>
            </a:xfrm>
            <a:custGeom>
              <a:avLst/>
              <a:gdLst>
                <a:gd name="connsiteX0" fmla="*/ 78122 w 86844"/>
                <a:gd name="connsiteY0" fmla="*/ 15404 h 15467"/>
                <a:gd name="connsiteX1" fmla="*/ 6746 w 86844"/>
                <a:gd name="connsiteY1" fmla="*/ 15404 h 15467"/>
                <a:gd name="connsiteX2" fmla="*/ 64 w 86844"/>
                <a:gd name="connsiteY2" fmla="*/ 6746 h 15467"/>
                <a:gd name="connsiteX3" fmla="*/ 6746 w 86844"/>
                <a:gd name="connsiteY3" fmla="*/ 64 h 15467"/>
                <a:gd name="connsiteX4" fmla="*/ 78122 w 86844"/>
                <a:gd name="connsiteY4" fmla="*/ 64 h 15467"/>
                <a:gd name="connsiteX5" fmla="*/ 86780 w 86844"/>
                <a:gd name="connsiteY5" fmla="*/ 6746 h 15467"/>
                <a:gd name="connsiteX6" fmla="*/ 80098 w 86844"/>
                <a:gd name="connsiteY6" fmla="*/ 15404 h 15467"/>
                <a:gd name="connsiteX7" fmla="*/ 78122 w 86844"/>
                <a:gd name="connsiteY7" fmla="*/ 15404 h 1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844" h="15467">
                  <a:moveTo>
                    <a:pt x="78122" y="15404"/>
                  </a:moveTo>
                  <a:lnTo>
                    <a:pt x="6746" y="15404"/>
                  </a:lnTo>
                  <a:cubicBezTo>
                    <a:pt x="2510" y="14859"/>
                    <a:pt x="-481" y="10982"/>
                    <a:pt x="64" y="6746"/>
                  </a:cubicBezTo>
                  <a:cubicBezTo>
                    <a:pt x="514" y="3259"/>
                    <a:pt x="3259" y="514"/>
                    <a:pt x="6746" y="64"/>
                  </a:cubicBezTo>
                  <a:lnTo>
                    <a:pt x="78122" y="64"/>
                  </a:lnTo>
                  <a:cubicBezTo>
                    <a:pt x="82358" y="-481"/>
                    <a:pt x="86235" y="2510"/>
                    <a:pt x="86780" y="6746"/>
                  </a:cubicBezTo>
                  <a:cubicBezTo>
                    <a:pt x="87326" y="10982"/>
                    <a:pt x="84334" y="14859"/>
                    <a:pt x="80098" y="15404"/>
                  </a:cubicBezTo>
                  <a:cubicBezTo>
                    <a:pt x="79442" y="15489"/>
                    <a:pt x="78778" y="15489"/>
                    <a:pt x="78122" y="15404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CAA39D77-3DE7-A54B-B8DE-1FEF40996454}"/>
                </a:ext>
              </a:extLst>
            </p:cNvPr>
            <p:cNvSpPr/>
            <p:nvPr/>
          </p:nvSpPr>
          <p:spPr>
            <a:xfrm>
              <a:off x="6113833" y="2432441"/>
              <a:ext cx="229341" cy="229341"/>
            </a:xfrm>
            <a:custGeom>
              <a:avLst/>
              <a:gdLst>
                <a:gd name="connsiteX0" fmla="*/ 139075 w 229341"/>
                <a:gd name="connsiteY0" fmla="*/ 229341 h 229341"/>
                <a:gd name="connsiteX1" fmla="*/ 90266 w 229341"/>
                <a:gd name="connsiteY1" fmla="*/ 229341 h 229341"/>
                <a:gd name="connsiteX2" fmla="*/ 82532 w 229341"/>
                <a:gd name="connsiteY2" fmla="*/ 221608 h 229341"/>
                <a:gd name="connsiteX3" fmla="*/ 82532 w 229341"/>
                <a:gd name="connsiteY3" fmla="*/ 198661 h 229341"/>
                <a:gd name="connsiteX4" fmla="*/ 77968 w 229341"/>
                <a:gd name="connsiteY4" fmla="*/ 196632 h 229341"/>
                <a:gd name="connsiteX5" fmla="*/ 61741 w 229341"/>
                <a:gd name="connsiteY5" fmla="*/ 212987 h 229341"/>
                <a:gd name="connsiteX6" fmla="*/ 50838 w 229341"/>
                <a:gd name="connsiteY6" fmla="*/ 212987 h 229341"/>
                <a:gd name="connsiteX7" fmla="*/ 15847 w 229341"/>
                <a:gd name="connsiteY7" fmla="*/ 178503 h 229341"/>
                <a:gd name="connsiteX8" fmla="*/ 13565 w 229341"/>
                <a:gd name="connsiteY8" fmla="*/ 173052 h 229341"/>
                <a:gd name="connsiteX9" fmla="*/ 15847 w 229341"/>
                <a:gd name="connsiteY9" fmla="*/ 167600 h 229341"/>
                <a:gd name="connsiteX10" fmla="*/ 32075 w 229341"/>
                <a:gd name="connsiteY10" fmla="*/ 151373 h 229341"/>
                <a:gd name="connsiteX11" fmla="*/ 30173 w 229341"/>
                <a:gd name="connsiteY11" fmla="*/ 146682 h 229341"/>
                <a:gd name="connsiteX12" fmla="*/ 7733 w 229341"/>
                <a:gd name="connsiteY12" fmla="*/ 146682 h 229341"/>
                <a:gd name="connsiteX13" fmla="*/ 1 w 229341"/>
                <a:gd name="connsiteY13" fmla="*/ 139203 h 229341"/>
                <a:gd name="connsiteX14" fmla="*/ 0 w 229341"/>
                <a:gd name="connsiteY14" fmla="*/ 139075 h 229341"/>
                <a:gd name="connsiteX15" fmla="*/ 0 w 229341"/>
                <a:gd name="connsiteY15" fmla="*/ 90266 h 229341"/>
                <a:gd name="connsiteX16" fmla="*/ 7733 w 229341"/>
                <a:gd name="connsiteY16" fmla="*/ 82532 h 229341"/>
                <a:gd name="connsiteX17" fmla="*/ 30680 w 229341"/>
                <a:gd name="connsiteY17" fmla="*/ 82532 h 229341"/>
                <a:gd name="connsiteX18" fmla="*/ 32582 w 229341"/>
                <a:gd name="connsiteY18" fmla="*/ 77968 h 229341"/>
                <a:gd name="connsiteX19" fmla="*/ 15847 w 229341"/>
                <a:gd name="connsiteY19" fmla="*/ 61614 h 229341"/>
                <a:gd name="connsiteX20" fmla="*/ 15517 w 229341"/>
                <a:gd name="connsiteY20" fmla="*/ 51041 h 229341"/>
                <a:gd name="connsiteX21" fmla="*/ 15847 w 229341"/>
                <a:gd name="connsiteY21" fmla="*/ 50711 h 229341"/>
                <a:gd name="connsiteX22" fmla="*/ 50331 w 229341"/>
                <a:gd name="connsiteY22" fmla="*/ 16228 h 229341"/>
                <a:gd name="connsiteX23" fmla="*/ 55782 w 229341"/>
                <a:gd name="connsiteY23" fmla="*/ 13946 h 229341"/>
                <a:gd name="connsiteX24" fmla="*/ 61234 w 229341"/>
                <a:gd name="connsiteY24" fmla="*/ 16228 h 229341"/>
                <a:gd name="connsiteX25" fmla="*/ 77461 w 229341"/>
                <a:gd name="connsiteY25" fmla="*/ 32455 h 229341"/>
                <a:gd name="connsiteX26" fmla="*/ 82025 w 229341"/>
                <a:gd name="connsiteY26" fmla="*/ 30553 h 229341"/>
                <a:gd name="connsiteX27" fmla="*/ 82025 w 229341"/>
                <a:gd name="connsiteY27" fmla="*/ 7607 h 229341"/>
                <a:gd name="connsiteX28" fmla="*/ 89759 w 229341"/>
                <a:gd name="connsiteY28" fmla="*/ 0 h 229341"/>
                <a:gd name="connsiteX29" fmla="*/ 138568 w 229341"/>
                <a:gd name="connsiteY29" fmla="*/ 0 h 229341"/>
                <a:gd name="connsiteX30" fmla="*/ 146175 w 229341"/>
                <a:gd name="connsiteY30" fmla="*/ 7607 h 229341"/>
                <a:gd name="connsiteX31" fmla="*/ 146175 w 229341"/>
                <a:gd name="connsiteY31" fmla="*/ 30680 h 229341"/>
                <a:gd name="connsiteX32" fmla="*/ 150866 w 229341"/>
                <a:gd name="connsiteY32" fmla="*/ 32582 h 229341"/>
                <a:gd name="connsiteX33" fmla="*/ 167981 w 229341"/>
                <a:gd name="connsiteY33" fmla="*/ 16354 h 229341"/>
                <a:gd name="connsiteX34" fmla="*/ 178737 w 229341"/>
                <a:gd name="connsiteY34" fmla="*/ 16208 h 229341"/>
                <a:gd name="connsiteX35" fmla="*/ 178884 w 229341"/>
                <a:gd name="connsiteY35" fmla="*/ 16354 h 229341"/>
                <a:gd name="connsiteX36" fmla="*/ 212987 w 229341"/>
                <a:gd name="connsiteY36" fmla="*/ 50711 h 229341"/>
                <a:gd name="connsiteX37" fmla="*/ 213187 w 229341"/>
                <a:gd name="connsiteY37" fmla="*/ 61287 h 229341"/>
                <a:gd name="connsiteX38" fmla="*/ 212987 w 229341"/>
                <a:gd name="connsiteY38" fmla="*/ 61487 h 229341"/>
                <a:gd name="connsiteX39" fmla="*/ 196759 w 229341"/>
                <a:gd name="connsiteY39" fmla="*/ 77842 h 229341"/>
                <a:gd name="connsiteX40" fmla="*/ 198661 w 229341"/>
                <a:gd name="connsiteY40" fmla="*/ 82406 h 229341"/>
                <a:gd name="connsiteX41" fmla="*/ 221608 w 229341"/>
                <a:gd name="connsiteY41" fmla="*/ 82406 h 229341"/>
                <a:gd name="connsiteX42" fmla="*/ 229341 w 229341"/>
                <a:gd name="connsiteY42" fmla="*/ 90139 h 229341"/>
                <a:gd name="connsiteX43" fmla="*/ 229341 w 229341"/>
                <a:gd name="connsiteY43" fmla="*/ 139456 h 229341"/>
                <a:gd name="connsiteX44" fmla="*/ 221735 w 229341"/>
                <a:gd name="connsiteY44" fmla="*/ 147063 h 229341"/>
                <a:gd name="connsiteX45" fmla="*/ 221608 w 229341"/>
                <a:gd name="connsiteY45" fmla="*/ 147062 h 229341"/>
                <a:gd name="connsiteX46" fmla="*/ 198661 w 229341"/>
                <a:gd name="connsiteY46" fmla="*/ 147062 h 229341"/>
                <a:gd name="connsiteX47" fmla="*/ 196759 w 229341"/>
                <a:gd name="connsiteY47" fmla="*/ 151753 h 229341"/>
                <a:gd name="connsiteX48" fmla="*/ 212987 w 229341"/>
                <a:gd name="connsiteY48" fmla="*/ 167981 h 229341"/>
                <a:gd name="connsiteX49" fmla="*/ 213133 w 229341"/>
                <a:gd name="connsiteY49" fmla="*/ 178737 h 229341"/>
                <a:gd name="connsiteX50" fmla="*/ 212987 w 229341"/>
                <a:gd name="connsiteY50" fmla="*/ 178883 h 229341"/>
                <a:gd name="connsiteX51" fmla="*/ 178503 w 229341"/>
                <a:gd name="connsiteY51" fmla="*/ 212987 h 229341"/>
                <a:gd name="connsiteX52" fmla="*/ 167600 w 229341"/>
                <a:gd name="connsiteY52" fmla="*/ 212987 h 229341"/>
                <a:gd name="connsiteX53" fmla="*/ 151373 w 229341"/>
                <a:gd name="connsiteY53" fmla="*/ 196632 h 229341"/>
                <a:gd name="connsiteX54" fmla="*/ 146682 w 229341"/>
                <a:gd name="connsiteY54" fmla="*/ 198661 h 229341"/>
                <a:gd name="connsiteX55" fmla="*/ 146682 w 229341"/>
                <a:gd name="connsiteY55" fmla="*/ 221608 h 229341"/>
                <a:gd name="connsiteX56" fmla="*/ 139075 w 229341"/>
                <a:gd name="connsiteY56" fmla="*/ 229341 h 229341"/>
                <a:gd name="connsiteX57" fmla="*/ 97999 w 229341"/>
                <a:gd name="connsiteY57" fmla="*/ 213874 h 229341"/>
                <a:gd name="connsiteX58" fmla="*/ 131342 w 229341"/>
                <a:gd name="connsiteY58" fmla="*/ 213874 h 229341"/>
                <a:gd name="connsiteX59" fmla="*/ 131342 w 229341"/>
                <a:gd name="connsiteY59" fmla="*/ 193209 h 229341"/>
                <a:gd name="connsiteX60" fmla="*/ 136793 w 229341"/>
                <a:gd name="connsiteY60" fmla="*/ 185856 h 229341"/>
                <a:gd name="connsiteX61" fmla="*/ 149471 w 229341"/>
                <a:gd name="connsiteY61" fmla="*/ 180532 h 229341"/>
                <a:gd name="connsiteX62" fmla="*/ 158472 w 229341"/>
                <a:gd name="connsiteY62" fmla="*/ 181926 h 229341"/>
                <a:gd name="connsiteX63" fmla="*/ 173178 w 229341"/>
                <a:gd name="connsiteY63" fmla="*/ 196632 h 229341"/>
                <a:gd name="connsiteX64" fmla="*/ 196759 w 229341"/>
                <a:gd name="connsiteY64" fmla="*/ 173052 h 229341"/>
                <a:gd name="connsiteX65" fmla="*/ 181926 w 229341"/>
                <a:gd name="connsiteY65" fmla="*/ 158345 h 229341"/>
                <a:gd name="connsiteX66" fmla="*/ 180658 w 229341"/>
                <a:gd name="connsiteY66" fmla="*/ 149344 h 229341"/>
                <a:gd name="connsiteX67" fmla="*/ 185856 w 229341"/>
                <a:gd name="connsiteY67" fmla="*/ 136666 h 229341"/>
                <a:gd name="connsiteX68" fmla="*/ 193209 w 229341"/>
                <a:gd name="connsiteY68" fmla="*/ 131215 h 229341"/>
                <a:gd name="connsiteX69" fmla="*/ 214001 w 229341"/>
                <a:gd name="connsiteY69" fmla="*/ 131215 h 229341"/>
                <a:gd name="connsiteX70" fmla="*/ 214001 w 229341"/>
                <a:gd name="connsiteY70" fmla="*/ 97872 h 229341"/>
                <a:gd name="connsiteX71" fmla="*/ 193336 w 229341"/>
                <a:gd name="connsiteY71" fmla="*/ 97872 h 229341"/>
                <a:gd name="connsiteX72" fmla="*/ 185983 w 229341"/>
                <a:gd name="connsiteY72" fmla="*/ 92548 h 229341"/>
                <a:gd name="connsiteX73" fmla="*/ 180785 w 229341"/>
                <a:gd name="connsiteY73" fmla="*/ 79870 h 229341"/>
                <a:gd name="connsiteX74" fmla="*/ 182053 w 229341"/>
                <a:gd name="connsiteY74" fmla="*/ 70869 h 229341"/>
                <a:gd name="connsiteX75" fmla="*/ 196759 w 229341"/>
                <a:gd name="connsiteY75" fmla="*/ 56163 h 229341"/>
                <a:gd name="connsiteX76" fmla="*/ 173052 w 229341"/>
                <a:gd name="connsiteY76" fmla="*/ 32582 h 229341"/>
                <a:gd name="connsiteX77" fmla="*/ 158345 w 229341"/>
                <a:gd name="connsiteY77" fmla="*/ 47288 h 229341"/>
                <a:gd name="connsiteX78" fmla="*/ 149344 w 229341"/>
                <a:gd name="connsiteY78" fmla="*/ 48683 h 229341"/>
                <a:gd name="connsiteX79" fmla="*/ 136666 w 229341"/>
                <a:gd name="connsiteY79" fmla="*/ 43485 h 229341"/>
                <a:gd name="connsiteX80" fmla="*/ 131215 w 229341"/>
                <a:gd name="connsiteY80" fmla="*/ 36132 h 229341"/>
                <a:gd name="connsiteX81" fmla="*/ 131215 w 229341"/>
                <a:gd name="connsiteY81" fmla="*/ 15340 h 229341"/>
                <a:gd name="connsiteX82" fmla="*/ 97999 w 229341"/>
                <a:gd name="connsiteY82" fmla="*/ 15340 h 229341"/>
                <a:gd name="connsiteX83" fmla="*/ 97999 w 229341"/>
                <a:gd name="connsiteY83" fmla="*/ 36132 h 229341"/>
                <a:gd name="connsiteX84" fmla="*/ 92548 w 229341"/>
                <a:gd name="connsiteY84" fmla="*/ 43485 h 229341"/>
                <a:gd name="connsiteX85" fmla="*/ 79870 w 229341"/>
                <a:gd name="connsiteY85" fmla="*/ 48683 h 229341"/>
                <a:gd name="connsiteX86" fmla="*/ 70869 w 229341"/>
                <a:gd name="connsiteY86" fmla="*/ 47288 h 229341"/>
                <a:gd name="connsiteX87" fmla="*/ 56163 w 229341"/>
                <a:gd name="connsiteY87" fmla="*/ 32582 h 229341"/>
                <a:gd name="connsiteX88" fmla="*/ 32455 w 229341"/>
                <a:gd name="connsiteY88" fmla="*/ 56289 h 229341"/>
                <a:gd name="connsiteX89" fmla="*/ 47161 w 229341"/>
                <a:gd name="connsiteY89" fmla="*/ 70996 h 229341"/>
                <a:gd name="connsiteX90" fmla="*/ 48556 w 229341"/>
                <a:gd name="connsiteY90" fmla="*/ 79997 h 229341"/>
                <a:gd name="connsiteX91" fmla="*/ 43358 w 229341"/>
                <a:gd name="connsiteY91" fmla="*/ 92675 h 229341"/>
                <a:gd name="connsiteX92" fmla="*/ 36005 w 229341"/>
                <a:gd name="connsiteY92" fmla="*/ 97999 h 229341"/>
                <a:gd name="connsiteX93" fmla="*/ 15847 w 229341"/>
                <a:gd name="connsiteY93" fmla="*/ 97999 h 229341"/>
                <a:gd name="connsiteX94" fmla="*/ 15847 w 229341"/>
                <a:gd name="connsiteY94" fmla="*/ 131469 h 229341"/>
                <a:gd name="connsiteX95" fmla="*/ 36132 w 229341"/>
                <a:gd name="connsiteY95" fmla="*/ 131469 h 229341"/>
                <a:gd name="connsiteX96" fmla="*/ 43485 w 229341"/>
                <a:gd name="connsiteY96" fmla="*/ 136920 h 229341"/>
                <a:gd name="connsiteX97" fmla="*/ 48683 w 229341"/>
                <a:gd name="connsiteY97" fmla="*/ 149598 h 229341"/>
                <a:gd name="connsiteX98" fmla="*/ 47288 w 229341"/>
                <a:gd name="connsiteY98" fmla="*/ 158599 h 229341"/>
                <a:gd name="connsiteX99" fmla="*/ 32582 w 229341"/>
                <a:gd name="connsiteY99" fmla="*/ 173305 h 229341"/>
                <a:gd name="connsiteX100" fmla="*/ 56289 w 229341"/>
                <a:gd name="connsiteY100" fmla="*/ 196886 h 229341"/>
                <a:gd name="connsiteX101" fmla="*/ 70996 w 229341"/>
                <a:gd name="connsiteY101" fmla="*/ 182180 h 229341"/>
                <a:gd name="connsiteX102" fmla="*/ 79997 w 229341"/>
                <a:gd name="connsiteY102" fmla="*/ 180785 h 229341"/>
                <a:gd name="connsiteX103" fmla="*/ 92675 w 229341"/>
                <a:gd name="connsiteY103" fmla="*/ 186110 h 229341"/>
                <a:gd name="connsiteX104" fmla="*/ 98126 w 229341"/>
                <a:gd name="connsiteY104" fmla="*/ 193463 h 22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29341" h="229341">
                  <a:moveTo>
                    <a:pt x="139075" y="229341"/>
                  </a:moveTo>
                  <a:lnTo>
                    <a:pt x="90266" y="229341"/>
                  </a:lnTo>
                  <a:cubicBezTo>
                    <a:pt x="86023" y="229273"/>
                    <a:pt x="82600" y="225850"/>
                    <a:pt x="82532" y="221608"/>
                  </a:cubicBezTo>
                  <a:lnTo>
                    <a:pt x="82532" y="198661"/>
                  </a:lnTo>
                  <a:lnTo>
                    <a:pt x="77968" y="196632"/>
                  </a:lnTo>
                  <a:lnTo>
                    <a:pt x="61741" y="212987"/>
                  </a:lnTo>
                  <a:cubicBezTo>
                    <a:pt x="58697" y="215917"/>
                    <a:pt x="53882" y="215917"/>
                    <a:pt x="50838" y="212987"/>
                  </a:cubicBezTo>
                  <a:lnTo>
                    <a:pt x="15847" y="178503"/>
                  </a:lnTo>
                  <a:cubicBezTo>
                    <a:pt x="14428" y="177037"/>
                    <a:pt x="13614" y="175091"/>
                    <a:pt x="13565" y="173052"/>
                  </a:cubicBezTo>
                  <a:cubicBezTo>
                    <a:pt x="13588" y="171007"/>
                    <a:pt x="14406" y="169051"/>
                    <a:pt x="15847" y="167600"/>
                  </a:cubicBezTo>
                  <a:lnTo>
                    <a:pt x="32075" y="151373"/>
                  </a:lnTo>
                  <a:lnTo>
                    <a:pt x="30173" y="146682"/>
                  </a:lnTo>
                  <a:lnTo>
                    <a:pt x="7733" y="146682"/>
                  </a:lnTo>
                  <a:cubicBezTo>
                    <a:pt x="3533" y="146752"/>
                    <a:pt x="71" y="143404"/>
                    <a:pt x="1" y="139203"/>
                  </a:cubicBezTo>
                  <a:cubicBezTo>
                    <a:pt x="0" y="139160"/>
                    <a:pt x="0" y="139118"/>
                    <a:pt x="0" y="139075"/>
                  </a:cubicBezTo>
                  <a:lnTo>
                    <a:pt x="0" y="90266"/>
                  </a:lnTo>
                  <a:cubicBezTo>
                    <a:pt x="0" y="85995"/>
                    <a:pt x="3462" y="82532"/>
                    <a:pt x="7733" y="82532"/>
                  </a:cubicBezTo>
                  <a:lnTo>
                    <a:pt x="30680" y="82532"/>
                  </a:lnTo>
                  <a:lnTo>
                    <a:pt x="32582" y="77968"/>
                  </a:lnTo>
                  <a:lnTo>
                    <a:pt x="15847" y="61614"/>
                  </a:lnTo>
                  <a:cubicBezTo>
                    <a:pt x="12836" y="58785"/>
                    <a:pt x="12689" y="54052"/>
                    <a:pt x="15517" y="51041"/>
                  </a:cubicBezTo>
                  <a:cubicBezTo>
                    <a:pt x="15624" y="50928"/>
                    <a:pt x="15734" y="50818"/>
                    <a:pt x="15847" y="50711"/>
                  </a:cubicBezTo>
                  <a:lnTo>
                    <a:pt x="50331" y="16228"/>
                  </a:lnTo>
                  <a:cubicBezTo>
                    <a:pt x="51749" y="14738"/>
                    <a:pt x="53726" y="13910"/>
                    <a:pt x="55782" y="13946"/>
                  </a:cubicBezTo>
                  <a:cubicBezTo>
                    <a:pt x="57833" y="13940"/>
                    <a:pt x="59798" y="14763"/>
                    <a:pt x="61234" y="16228"/>
                  </a:cubicBezTo>
                  <a:lnTo>
                    <a:pt x="77461" y="32455"/>
                  </a:lnTo>
                  <a:cubicBezTo>
                    <a:pt x="78936" y="31714"/>
                    <a:pt x="80461" y="31079"/>
                    <a:pt x="82025" y="30553"/>
                  </a:cubicBezTo>
                  <a:lnTo>
                    <a:pt x="82025" y="7607"/>
                  </a:lnTo>
                  <a:cubicBezTo>
                    <a:pt x="82094" y="3385"/>
                    <a:pt x="85537" y="-1"/>
                    <a:pt x="89759" y="0"/>
                  </a:cubicBezTo>
                  <a:lnTo>
                    <a:pt x="138568" y="0"/>
                  </a:lnTo>
                  <a:cubicBezTo>
                    <a:pt x="142769" y="0"/>
                    <a:pt x="146175" y="3406"/>
                    <a:pt x="146175" y="7607"/>
                  </a:cubicBezTo>
                  <a:lnTo>
                    <a:pt x="146175" y="30680"/>
                  </a:lnTo>
                  <a:cubicBezTo>
                    <a:pt x="147789" y="31182"/>
                    <a:pt x="149358" y="31818"/>
                    <a:pt x="150866" y="32582"/>
                  </a:cubicBezTo>
                  <a:lnTo>
                    <a:pt x="167981" y="16354"/>
                  </a:lnTo>
                  <a:cubicBezTo>
                    <a:pt x="170910" y="13344"/>
                    <a:pt x="175726" y="13278"/>
                    <a:pt x="178737" y="16208"/>
                  </a:cubicBezTo>
                  <a:cubicBezTo>
                    <a:pt x="178787" y="16256"/>
                    <a:pt x="178835" y="16305"/>
                    <a:pt x="178884" y="16354"/>
                  </a:cubicBezTo>
                  <a:lnTo>
                    <a:pt x="212987" y="50711"/>
                  </a:lnTo>
                  <a:cubicBezTo>
                    <a:pt x="215962" y="53576"/>
                    <a:pt x="216052" y="58312"/>
                    <a:pt x="213187" y="61287"/>
                  </a:cubicBezTo>
                  <a:cubicBezTo>
                    <a:pt x="213121" y="61355"/>
                    <a:pt x="213055" y="61422"/>
                    <a:pt x="212987" y="61487"/>
                  </a:cubicBezTo>
                  <a:lnTo>
                    <a:pt x="196759" y="77842"/>
                  </a:lnTo>
                  <a:lnTo>
                    <a:pt x="198661" y="82406"/>
                  </a:lnTo>
                  <a:lnTo>
                    <a:pt x="221608" y="82406"/>
                  </a:lnTo>
                  <a:cubicBezTo>
                    <a:pt x="225879" y="82406"/>
                    <a:pt x="229341" y="85868"/>
                    <a:pt x="229341" y="90139"/>
                  </a:cubicBezTo>
                  <a:lnTo>
                    <a:pt x="229341" y="139456"/>
                  </a:lnTo>
                  <a:cubicBezTo>
                    <a:pt x="229342" y="143657"/>
                    <a:pt x="225937" y="147063"/>
                    <a:pt x="221735" y="147063"/>
                  </a:cubicBezTo>
                  <a:cubicBezTo>
                    <a:pt x="221693" y="147063"/>
                    <a:pt x="221650" y="147063"/>
                    <a:pt x="221608" y="147062"/>
                  </a:cubicBezTo>
                  <a:lnTo>
                    <a:pt x="198661" y="147062"/>
                  </a:lnTo>
                  <a:lnTo>
                    <a:pt x="196759" y="151753"/>
                  </a:lnTo>
                  <a:lnTo>
                    <a:pt x="212987" y="167981"/>
                  </a:lnTo>
                  <a:cubicBezTo>
                    <a:pt x="215997" y="170910"/>
                    <a:pt x="216063" y="175726"/>
                    <a:pt x="213133" y="178737"/>
                  </a:cubicBezTo>
                  <a:cubicBezTo>
                    <a:pt x="213085" y="178786"/>
                    <a:pt x="213036" y="178835"/>
                    <a:pt x="212987" y="178883"/>
                  </a:cubicBezTo>
                  <a:lnTo>
                    <a:pt x="178503" y="212987"/>
                  </a:lnTo>
                  <a:cubicBezTo>
                    <a:pt x="175459" y="215917"/>
                    <a:pt x="170644" y="215917"/>
                    <a:pt x="167600" y="212987"/>
                  </a:cubicBezTo>
                  <a:lnTo>
                    <a:pt x="151373" y="196632"/>
                  </a:lnTo>
                  <a:lnTo>
                    <a:pt x="146682" y="198661"/>
                  </a:lnTo>
                  <a:lnTo>
                    <a:pt x="146682" y="221608"/>
                  </a:lnTo>
                  <a:cubicBezTo>
                    <a:pt x="146682" y="225830"/>
                    <a:pt x="143297" y="229272"/>
                    <a:pt x="139075" y="229341"/>
                  </a:cubicBezTo>
                  <a:close/>
                  <a:moveTo>
                    <a:pt x="97999" y="213874"/>
                  </a:moveTo>
                  <a:lnTo>
                    <a:pt x="131342" y="213874"/>
                  </a:lnTo>
                  <a:lnTo>
                    <a:pt x="131342" y="193209"/>
                  </a:lnTo>
                  <a:cubicBezTo>
                    <a:pt x="131316" y="189817"/>
                    <a:pt x="133540" y="186817"/>
                    <a:pt x="136793" y="185856"/>
                  </a:cubicBezTo>
                  <a:cubicBezTo>
                    <a:pt x="141192" y="184524"/>
                    <a:pt x="145440" y="182739"/>
                    <a:pt x="149471" y="180532"/>
                  </a:cubicBezTo>
                  <a:cubicBezTo>
                    <a:pt x="152456" y="178993"/>
                    <a:pt x="156093" y="179556"/>
                    <a:pt x="158472" y="181926"/>
                  </a:cubicBezTo>
                  <a:lnTo>
                    <a:pt x="173178" y="196632"/>
                  </a:lnTo>
                  <a:lnTo>
                    <a:pt x="196759" y="173052"/>
                  </a:lnTo>
                  <a:lnTo>
                    <a:pt x="181926" y="158345"/>
                  </a:lnTo>
                  <a:cubicBezTo>
                    <a:pt x="179599" y="155936"/>
                    <a:pt x="179087" y="152303"/>
                    <a:pt x="180658" y="149344"/>
                  </a:cubicBezTo>
                  <a:cubicBezTo>
                    <a:pt x="182773" y="145285"/>
                    <a:pt x="184513" y="141042"/>
                    <a:pt x="185856" y="136666"/>
                  </a:cubicBezTo>
                  <a:cubicBezTo>
                    <a:pt x="186817" y="133413"/>
                    <a:pt x="189817" y="131189"/>
                    <a:pt x="193209" y="131215"/>
                  </a:cubicBezTo>
                  <a:lnTo>
                    <a:pt x="214001" y="131215"/>
                  </a:lnTo>
                  <a:lnTo>
                    <a:pt x="214001" y="97872"/>
                  </a:lnTo>
                  <a:lnTo>
                    <a:pt x="193336" y="97872"/>
                  </a:lnTo>
                  <a:cubicBezTo>
                    <a:pt x="189979" y="97915"/>
                    <a:pt x="186990" y="95751"/>
                    <a:pt x="185983" y="92548"/>
                  </a:cubicBezTo>
                  <a:cubicBezTo>
                    <a:pt x="184663" y="88164"/>
                    <a:pt x="182923" y="83918"/>
                    <a:pt x="180785" y="79870"/>
                  </a:cubicBezTo>
                  <a:cubicBezTo>
                    <a:pt x="179171" y="76919"/>
                    <a:pt x="179687" y="73259"/>
                    <a:pt x="182053" y="70869"/>
                  </a:cubicBezTo>
                  <a:lnTo>
                    <a:pt x="196759" y="56163"/>
                  </a:lnTo>
                  <a:lnTo>
                    <a:pt x="173052" y="32582"/>
                  </a:lnTo>
                  <a:lnTo>
                    <a:pt x="158345" y="47288"/>
                  </a:lnTo>
                  <a:cubicBezTo>
                    <a:pt x="155966" y="49658"/>
                    <a:pt x="152329" y="50222"/>
                    <a:pt x="149344" y="48683"/>
                  </a:cubicBezTo>
                  <a:cubicBezTo>
                    <a:pt x="145285" y="46568"/>
                    <a:pt x="141042" y="44828"/>
                    <a:pt x="136666" y="43485"/>
                  </a:cubicBezTo>
                  <a:cubicBezTo>
                    <a:pt x="133438" y="42488"/>
                    <a:pt x="131231" y="39510"/>
                    <a:pt x="131215" y="36132"/>
                  </a:cubicBezTo>
                  <a:lnTo>
                    <a:pt x="131215" y="15340"/>
                  </a:lnTo>
                  <a:lnTo>
                    <a:pt x="97999" y="15340"/>
                  </a:lnTo>
                  <a:lnTo>
                    <a:pt x="97999" y="36132"/>
                  </a:lnTo>
                  <a:cubicBezTo>
                    <a:pt x="97944" y="39497"/>
                    <a:pt x="95752" y="42454"/>
                    <a:pt x="92548" y="43485"/>
                  </a:cubicBezTo>
                  <a:cubicBezTo>
                    <a:pt x="88172" y="44828"/>
                    <a:pt x="83929" y="46568"/>
                    <a:pt x="79870" y="48683"/>
                  </a:cubicBezTo>
                  <a:cubicBezTo>
                    <a:pt x="76885" y="50222"/>
                    <a:pt x="73248" y="49658"/>
                    <a:pt x="70869" y="47288"/>
                  </a:cubicBezTo>
                  <a:lnTo>
                    <a:pt x="56163" y="32582"/>
                  </a:lnTo>
                  <a:lnTo>
                    <a:pt x="32455" y="56289"/>
                  </a:lnTo>
                  <a:lnTo>
                    <a:pt x="47161" y="70996"/>
                  </a:lnTo>
                  <a:cubicBezTo>
                    <a:pt x="49610" y="73334"/>
                    <a:pt x="50182" y="77027"/>
                    <a:pt x="48556" y="79997"/>
                  </a:cubicBezTo>
                  <a:cubicBezTo>
                    <a:pt x="46419" y="84045"/>
                    <a:pt x="44678" y="88291"/>
                    <a:pt x="43358" y="92675"/>
                  </a:cubicBezTo>
                  <a:cubicBezTo>
                    <a:pt x="42316" y="95853"/>
                    <a:pt x="39349" y="98001"/>
                    <a:pt x="36005" y="97999"/>
                  </a:cubicBezTo>
                  <a:lnTo>
                    <a:pt x="15847" y="97999"/>
                  </a:lnTo>
                  <a:lnTo>
                    <a:pt x="15847" y="131469"/>
                  </a:lnTo>
                  <a:lnTo>
                    <a:pt x="36132" y="131469"/>
                  </a:lnTo>
                  <a:cubicBezTo>
                    <a:pt x="39510" y="131484"/>
                    <a:pt x="42488" y="133692"/>
                    <a:pt x="43485" y="136920"/>
                  </a:cubicBezTo>
                  <a:cubicBezTo>
                    <a:pt x="44828" y="141295"/>
                    <a:pt x="46568" y="145539"/>
                    <a:pt x="48683" y="149598"/>
                  </a:cubicBezTo>
                  <a:cubicBezTo>
                    <a:pt x="50309" y="152568"/>
                    <a:pt x="49737" y="156260"/>
                    <a:pt x="47288" y="158599"/>
                  </a:cubicBezTo>
                  <a:lnTo>
                    <a:pt x="32582" y="173305"/>
                  </a:lnTo>
                  <a:lnTo>
                    <a:pt x="56289" y="196886"/>
                  </a:lnTo>
                  <a:lnTo>
                    <a:pt x="70996" y="182180"/>
                  </a:lnTo>
                  <a:cubicBezTo>
                    <a:pt x="73375" y="179810"/>
                    <a:pt x="77012" y="179246"/>
                    <a:pt x="79997" y="180785"/>
                  </a:cubicBezTo>
                  <a:cubicBezTo>
                    <a:pt x="84028" y="182993"/>
                    <a:pt x="88276" y="184777"/>
                    <a:pt x="92675" y="186110"/>
                  </a:cubicBezTo>
                  <a:cubicBezTo>
                    <a:pt x="95903" y="187107"/>
                    <a:pt x="98110" y="190084"/>
                    <a:pt x="98126" y="193463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2C840F89-F356-874F-824E-DC6EF4DCABDD}"/>
                </a:ext>
              </a:extLst>
            </p:cNvPr>
            <p:cNvSpPr/>
            <p:nvPr/>
          </p:nvSpPr>
          <p:spPr>
            <a:xfrm>
              <a:off x="6167082" y="2485561"/>
              <a:ext cx="122974" cy="122974"/>
            </a:xfrm>
            <a:custGeom>
              <a:avLst/>
              <a:gdLst>
                <a:gd name="connsiteX0" fmla="*/ 61358 w 122974"/>
                <a:gd name="connsiteY0" fmla="*/ 122974 h 122974"/>
                <a:gd name="connsiteX1" fmla="*/ 0 w 122974"/>
                <a:gd name="connsiteY1" fmla="*/ 61358 h 122974"/>
                <a:gd name="connsiteX2" fmla="*/ 61616 w 122974"/>
                <a:gd name="connsiteY2" fmla="*/ 0 h 122974"/>
                <a:gd name="connsiteX3" fmla="*/ 122972 w 122974"/>
                <a:gd name="connsiteY3" fmla="*/ 60980 h 122974"/>
                <a:gd name="connsiteX4" fmla="*/ 61995 w 122974"/>
                <a:gd name="connsiteY4" fmla="*/ 122972 h 122974"/>
                <a:gd name="connsiteX5" fmla="*/ 61358 w 122974"/>
                <a:gd name="connsiteY5" fmla="*/ 122974 h 122974"/>
                <a:gd name="connsiteX6" fmla="*/ 61358 w 122974"/>
                <a:gd name="connsiteY6" fmla="*/ 15340 h 122974"/>
                <a:gd name="connsiteX7" fmla="*/ 15214 w 122974"/>
                <a:gd name="connsiteY7" fmla="*/ 61490 h 122974"/>
                <a:gd name="connsiteX8" fmla="*/ 61364 w 122974"/>
                <a:gd name="connsiteY8" fmla="*/ 107634 h 122974"/>
                <a:gd name="connsiteX9" fmla="*/ 107508 w 122974"/>
                <a:gd name="connsiteY9" fmla="*/ 61484 h 122974"/>
                <a:gd name="connsiteX10" fmla="*/ 107506 w 122974"/>
                <a:gd name="connsiteY10" fmla="*/ 60980 h 122974"/>
                <a:gd name="connsiteX11" fmla="*/ 61358 w 122974"/>
                <a:gd name="connsiteY11" fmla="*/ 15340 h 12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974" h="122974">
                  <a:moveTo>
                    <a:pt x="61358" y="122974"/>
                  </a:moveTo>
                  <a:cubicBezTo>
                    <a:pt x="27400" y="122903"/>
                    <a:pt x="-71" y="95317"/>
                    <a:pt x="0" y="61358"/>
                  </a:cubicBezTo>
                  <a:cubicBezTo>
                    <a:pt x="71" y="27400"/>
                    <a:pt x="27658" y="-71"/>
                    <a:pt x="61616" y="0"/>
                  </a:cubicBezTo>
                  <a:cubicBezTo>
                    <a:pt x="95326" y="71"/>
                    <a:pt x="122694" y="27271"/>
                    <a:pt x="122972" y="60980"/>
                  </a:cubicBezTo>
                  <a:cubicBezTo>
                    <a:pt x="123253" y="94937"/>
                    <a:pt x="95952" y="122692"/>
                    <a:pt x="61995" y="122972"/>
                  </a:cubicBezTo>
                  <a:cubicBezTo>
                    <a:pt x="61782" y="122974"/>
                    <a:pt x="61570" y="122975"/>
                    <a:pt x="61358" y="122974"/>
                  </a:cubicBezTo>
                  <a:close/>
                  <a:moveTo>
                    <a:pt x="61358" y="15340"/>
                  </a:moveTo>
                  <a:cubicBezTo>
                    <a:pt x="35872" y="15342"/>
                    <a:pt x="15212" y="36004"/>
                    <a:pt x="15214" y="61490"/>
                  </a:cubicBezTo>
                  <a:cubicBezTo>
                    <a:pt x="15216" y="86976"/>
                    <a:pt x="35878" y="107636"/>
                    <a:pt x="61364" y="107634"/>
                  </a:cubicBezTo>
                  <a:cubicBezTo>
                    <a:pt x="86850" y="107633"/>
                    <a:pt x="107510" y="86971"/>
                    <a:pt x="107508" y="61484"/>
                  </a:cubicBezTo>
                  <a:cubicBezTo>
                    <a:pt x="107508" y="61316"/>
                    <a:pt x="107507" y="61148"/>
                    <a:pt x="107506" y="60980"/>
                  </a:cubicBezTo>
                  <a:cubicBezTo>
                    <a:pt x="107160" y="35721"/>
                    <a:pt x="86620" y="15407"/>
                    <a:pt x="61358" y="15340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E5A5B19C-85BB-DC44-B4C7-19B6E09D72AC}"/>
                </a:ext>
              </a:extLst>
            </p:cNvPr>
            <p:cNvSpPr/>
            <p:nvPr/>
          </p:nvSpPr>
          <p:spPr>
            <a:xfrm>
              <a:off x="5999225" y="2204241"/>
              <a:ext cx="290957" cy="224270"/>
            </a:xfrm>
            <a:custGeom>
              <a:avLst/>
              <a:gdLst>
                <a:gd name="connsiteX0" fmla="*/ 283349 w 290957"/>
                <a:gd name="connsiteY0" fmla="*/ 224270 h 224270"/>
                <a:gd name="connsiteX1" fmla="*/ 275617 w 290957"/>
                <a:gd name="connsiteY1" fmla="*/ 216791 h 224270"/>
                <a:gd name="connsiteX2" fmla="*/ 275616 w 290957"/>
                <a:gd name="connsiteY2" fmla="*/ 216663 h 224270"/>
                <a:gd name="connsiteX3" fmla="*/ 275616 w 290957"/>
                <a:gd name="connsiteY3" fmla="*/ 15340 h 224270"/>
                <a:gd name="connsiteX4" fmla="*/ 15341 w 290957"/>
                <a:gd name="connsiteY4" fmla="*/ 15340 h 224270"/>
                <a:gd name="connsiteX5" fmla="*/ 15341 w 290957"/>
                <a:gd name="connsiteY5" fmla="*/ 29793 h 224270"/>
                <a:gd name="connsiteX6" fmla="*/ 253430 w 290957"/>
                <a:gd name="connsiteY6" fmla="*/ 29793 h 224270"/>
                <a:gd name="connsiteX7" fmla="*/ 261163 w 290957"/>
                <a:gd name="connsiteY7" fmla="*/ 37526 h 224270"/>
                <a:gd name="connsiteX8" fmla="*/ 261163 w 290957"/>
                <a:gd name="connsiteY8" fmla="*/ 202844 h 224270"/>
                <a:gd name="connsiteX9" fmla="*/ 252505 w 290957"/>
                <a:gd name="connsiteY9" fmla="*/ 209526 h 224270"/>
                <a:gd name="connsiteX10" fmla="*/ 245823 w 290957"/>
                <a:gd name="connsiteY10" fmla="*/ 202844 h 224270"/>
                <a:gd name="connsiteX11" fmla="*/ 245823 w 290957"/>
                <a:gd name="connsiteY11" fmla="*/ 45133 h 224270"/>
                <a:gd name="connsiteX12" fmla="*/ 7608 w 290957"/>
                <a:gd name="connsiteY12" fmla="*/ 45133 h 224270"/>
                <a:gd name="connsiteX13" fmla="*/ 1 w 290957"/>
                <a:gd name="connsiteY13" fmla="*/ 37526 h 224270"/>
                <a:gd name="connsiteX14" fmla="*/ 1 w 290957"/>
                <a:gd name="connsiteY14" fmla="*/ 7733 h 224270"/>
                <a:gd name="connsiteX15" fmla="*/ 7480 w 290957"/>
                <a:gd name="connsiteY15" fmla="*/ 1 h 224270"/>
                <a:gd name="connsiteX16" fmla="*/ 7608 w 290957"/>
                <a:gd name="connsiteY16" fmla="*/ 0 h 224270"/>
                <a:gd name="connsiteX17" fmla="*/ 283349 w 290957"/>
                <a:gd name="connsiteY17" fmla="*/ 0 h 224270"/>
                <a:gd name="connsiteX18" fmla="*/ 290957 w 290957"/>
                <a:gd name="connsiteY18" fmla="*/ 7606 h 224270"/>
                <a:gd name="connsiteX19" fmla="*/ 290956 w 290957"/>
                <a:gd name="connsiteY19" fmla="*/ 7733 h 224270"/>
                <a:gd name="connsiteX20" fmla="*/ 290956 w 290957"/>
                <a:gd name="connsiteY20" fmla="*/ 216663 h 224270"/>
                <a:gd name="connsiteX21" fmla="*/ 283349 w 290957"/>
                <a:gd name="connsiteY21" fmla="*/ 224270 h 22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957" h="224270">
                  <a:moveTo>
                    <a:pt x="283349" y="224270"/>
                  </a:moveTo>
                  <a:cubicBezTo>
                    <a:pt x="279149" y="224340"/>
                    <a:pt x="275687" y="220992"/>
                    <a:pt x="275617" y="216791"/>
                  </a:cubicBezTo>
                  <a:cubicBezTo>
                    <a:pt x="275616" y="216748"/>
                    <a:pt x="275616" y="216706"/>
                    <a:pt x="275616" y="216663"/>
                  </a:cubicBezTo>
                  <a:lnTo>
                    <a:pt x="275616" y="15340"/>
                  </a:lnTo>
                  <a:lnTo>
                    <a:pt x="15341" y="15340"/>
                  </a:lnTo>
                  <a:lnTo>
                    <a:pt x="15341" y="29793"/>
                  </a:lnTo>
                  <a:lnTo>
                    <a:pt x="253430" y="29793"/>
                  </a:lnTo>
                  <a:cubicBezTo>
                    <a:pt x="257701" y="29793"/>
                    <a:pt x="261163" y="33255"/>
                    <a:pt x="261163" y="37526"/>
                  </a:cubicBezTo>
                  <a:lnTo>
                    <a:pt x="261163" y="202844"/>
                  </a:lnTo>
                  <a:cubicBezTo>
                    <a:pt x="260618" y="207081"/>
                    <a:pt x="256741" y="210072"/>
                    <a:pt x="252505" y="209526"/>
                  </a:cubicBezTo>
                  <a:cubicBezTo>
                    <a:pt x="249018" y="209077"/>
                    <a:pt x="246273" y="206332"/>
                    <a:pt x="245823" y="202844"/>
                  </a:cubicBezTo>
                  <a:lnTo>
                    <a:pt x="245823" y="45133"/>
                  </a:lnTo>
                  <a:lnTo>
                    <a:pt x="7608" y="45133"/>
                  </a:lnTo>
                  <a:cubicBezTo>
                    <a:pt x="3407" y="45133"/>
                    <a:pt x="1" y="41727"/>
                    <a:pt x="1" y="37526"/>
                  </a:cubicBezTo>
                  <a:lnTo>
                    <a:pt x="1" y="7733"/>
                  </a:lnTo>
                  <a:cubicBezTo>
                    <a:pt x="-69" y="3533"/>
                    <a:pt x="3279" y="71"/>
                    <a:pt x="7480" y="1"/>
                  </a:cubicBezTo>
                  <a:cubicBezTo>
                    <a:pt x="7523" y="0"/>
                    <a:pt x="7565" y="0"/>
                    <a:pt x="7608" y="0"/>
                  </a:cubicBezTo>
                  <a:lnTo>
                    <a:pt x="283349" y="0"/>
                  </a:lnTo>
                  <a:cubicBezTo>
                    <a:pt x="287551" y="-1"/>
                    <a:pt x="290957" y="3405"/>
                    <a:pt x="290957" y="7606"/>
                  </a:cubicBezTo>
                  <a:cubicBezTo>
                    <a:pt x="290957" y="7648"/>
                    <a:pt x="290957" y="7691"/>
                    <a:pt x="290956" y="7733"/>
                  </a:cubicBezTo>
                  <a:lnTo>
                    <a:pt x="290956" y="216663"/>
                  </a:lnTo>
                  <a:cubicBezTo>
                    <a:pt x="290956" y="220864"/>
                    <a:pt x="287551" y="224270"/>
                    <a:pt x="283349" y="224270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762D093-491F-B64B-ADF6-031A4465BD07}"/>
                </a:ext>
              </a:extLst>
            </p:cNvPr>
            <p:cNvSpPr/>
            <p:nvPr/>
          </p:nvSpPr>
          <p:spPr>
            <a:xfrm>
              <a:off x="5969796" y="2234034"/>
              <a:ext cx="290591" cy="180786"/>
            </a:xfrm>
            <a:custGeom>
              <a:avLst/>
              <a:gdLst>
                <a:gd name="connsiteX0" fmla="*/ 253065 w 290591"/>
                <a:gd name="connsiteY0" fmla="*/ 180785 h 180786"/>
                <a:gd name="connsiteX1" fmla="*/ 245333 w 290591"/>
                <a:gd name="connsiteY1" fmla="*/ 173306 h 180786"/>
                <a:gd name="connsiteX2" fmla="*/ 245332 w 290591"/>
                <a:gd name="connsiteY2" fmla="*/ 173178 h 180786"/>
                <a:gd name="connsiteX3" fmla="*/ 245332 w 290591"/>
                <a:gd name="connsiteY3" fmla="*/ 45260 h 180786"/>
                <a:gd name="connsiteX4" fmla="*/ 7750 w 290591"/>
                <a:gd name="connsiteY4" fmla="*/ 45260 h 180786"/>
                <a:gd name="connsiteX5" fmla="*/ 17 w 290591"/>
                <a:gd name="connsiteY5" fmla="*/ 37526 h 180786"/>
                <a:gd name="connsiteX6" fmla="*/ 17 w 290591"/>
                <a:gd name="connsiteY6" fmla="*/ 8241 h 180786"/>
                <a:gd name="connsiteX7" fmla="*/ 7227 w 290591"/>
                <a:gd name="connsiteY7" fmla="*/ 17 h 180786"/>
                <a:gd name="connsiteX8" fmla="*/ 7750 w 290591"/>
                <a:gd name="connsiteY8" fmla="*/ 0 h 180786"/>
                <a:gd name="connsiteX9" fmla="*/ 282858 w 290591"/>
                <a:gd name="connsiteY9" fmla="*/ 0 h 180786"/>
                <a:gd name="connsiteX10" fmla="*/ 290592 w 290591"/>
                <a:gd name="connsiteY10" fmla="*/ 7733 h 180786"/>
                <a:gd name="connsiteX11" fmla="*/ 290592 w 290591"/>
                <a:gd name="connsiteY11" fmla="*/ 168361 h 180786"/>
                <a:gd name="connsiteX12" fmla="*/ 281934 w 290591"/>
                <a:gd name="connsiteY12" fmla="*/ 175043 h 180786"/>
                <a:gd name="connsiteX13" fmla="*/ 275252 w 290591"/>
                <a:gd name="connsiteY13" fmla="*/ 168361 h 180786"/>
                <a:gd name="connsiteX14" fmla="*/ 275252 w 290591"/>
                <a:gd name="connsiteY14" fmla="*/ 15340 h 180786"/>
                <a:gd name="connsiteX15" fmla="*/ 14850 w 290591"/>
                <a:gd name="connsiteY15" fmla="*/ 15340 h 180786"/>
                <a:gd name="connsiteX16" fmla="*/ 14850 w 290591"/>
                <a:gd name="connsiteY16" fmla="*/ 29920 h 180786"/>
                <a:gd name="connsiteX17" fmla="*/ 253065 w 290591"/>
                <a:gd name="connsiteY17" fmla="*/ 29920 h 180786"/>
                <a:gd name="connsiteX18" fmla="*/ 260799 w 290591"/>
                <a:gd name="connsiteY18" fmla="*/ 37526 h 180786"/>
                <a:gd name="connsiteX19" fmla="*/ 260799 w 290591"/>
                <a:gd name="connsiteY19" fmla="*/ 173052 h 180786"/>
                <a:gd name="connsiteX20" fmla="*/ 253065 w 290591"/>
                <a:gd name="connsiteY20" fmla="*/ 180785 h 18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0591" h="180786">
                  <a:moveTo>
                    <a:pt x="253065" y="180785"/>
                  </a:moveTo>
                  <a:cubicBezTo>
                    <a:pt x="248865" y="180855"/>
                    <a:pt x="245403" y="177507"/>
                    <a:pt x="245333" y="173306"/>
                  </a:cubicBezTo>
                  <a:cubicBezTo>
                    <a:pt x="245332" y="173264"/>
                    <a:pt x="245332" y="173221"/>
                    <a:pt x="245332" y="173178"/>
                  </a:cubicBezTo>
                  <a:lnTo>
                    <a:pt x="245332" y="45260"/>
                  </a:lnTo>
                  <a:lnTo>
                    <a:pt x="7750" y="45260"/>
                  </a:lnTo>
                  <a:cubicBezTo>
                    <a:pt x="3479" y="45260"/>
                    <a:pt x="17" y="41797"/>
                    <a:pt x="17" y="37526"/>
                  </a:cubicBezTo>
                  <a:lnTo>
                    <a:pt x="17" y="8241"/>
                  </a:lnTo>
                  <a:cubicBezTo>
                    <a:pt x="-263" y="3979"/>
                    <a:pt x="2965" y="297"/>
                    <a:pt x="7227" y="17"/>
                  </a:cubicBezTo>
                  <a:cubicBezTo>
                    <a:pt x="7401" y="5"/>
                    <a:pt x="7576" y="0"/>
                    <a:pt x="7750" y="0"/>
                  </a:cubicBezTo>
                  <a:lnTo>
                    <a:pt x="282858" y="0"/>
                  </a:lnTo>
                  <a:cubicBezTo>
                    <a:pt x="287129" y="0"/>
                    <a:pt x="290592" y="3462"/>
                    <a:pt x="290592" y="7733"/>
                  </a:cubicBezTo>
                  <a:lnTo>
                    <a:pt x="290592" y="168361"/>
                  </a:lnTo>
                  <a:cubicBezTo>
                    <a:pt x="290046" y="172597"/>
                    <a:pt x="286170" y="175589"/>
                    <a:pt x="281934" y="175043"/>
                  </a:cubicBezTo>
                  <a:cubicBezTo>
                    <a:pt x="278446" y="174594"/>
                    <a:pt x="275701" y="171848"/>
                    <a:pt x="275252" y="168361"/>
                  </a:cubicBezTo>
                  <a:lnTo>
                    <a:pt x="275252" y="15340"/>
                  </a:lnTo>
                  <a:lnTo>
                    <a:pt x="14850" y="15340"/>
                  </a:lnTo>
                  <a:lnTo>
                    <a:pt x="14850" y="29920"/>
                  </a:lnTo>
                  <a:lnTo>
                    <a:pt x="253065" y="29920"/>
                  </a:lnTo>
                  <a:cubicBezTo>
                    <a:pt x="257287" y="29919"/>
                    <a:pt x="260730" y="33305"/>
                    <a:pt x="260799" y="37526"/>
                  </a:cubicBezTo>
                  <a:lnTo>
                    <a:pt x="260799" y="173052"/>
                  </a:lnTo>
                  <a:cubicBezTo>
                    <a:pt x="260799" y="177323"/>
                    <a:pt x="257337" y="180785"/>
                    <a:pt x="253065" y="180785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D3694345-23A6-794D-AB1F-5D05F7B4E5F5}"/>
                </a:ext>
              </a:extLst>
            </p:cNvPr>
            <p:cNvSpPr/>
            <p:nvPr/>
          </p:nvSpPr>
          <p:spPr>
            <a:xfrm>
              <a:off x="5939513" y="2263953"/>
              <a:ext cx="291081" cy="399984"/>
            </a:xfrm>
            <a:custGeom>
              <a:avLst/>
              <a:gdLst>
                <a:gd name="connsiteX0" fmla="*/ 214128 w 291081"/>
                <a:gd name="connsiteY0" fmla="*/ 399985 h 399984"/>
                <a:gd name="connsiteX1" fmla="*/ 7733 w 291081"/>
                <a:gd name="connsiteY1" fmla="*/ 399985 h 399984"/>
                <a:gd name="connsiteX2" fmla="*/ 0 w 291081"/>
                <a:gd name="connsiteY2" fmla="*/ 392251 h 399984"/>
                <a:gd name="connsiteX3" fmla="*/ 0 w 291081"/>
                <a:gd name="connsiteY3" fmla="*/ 7608 h 399984"/>
                <a:gd name="connsiteX4" fmla="*/ 7606 w 291081"/>
                <a:gd name="connsiteY4" fmla="*/ 0 h 399984"/>
                <a:gd name="connsiteX5" fmla="*/ 7733 w 291081"/>
                <a:gd name="connsiteY5" fmla="*/ 1 h 399984"/>
                <a:gd name="connsiteX6" fmla="*/ 283348 w 291081"/>
                <a:gd name="connsiteY6" fmla="*/ 1 h 399984"/>
                <a:gd name="connsiteX7" fmla="*/ 291082 w 291081"/>
                <a:gd name="connsiteY7" fmla="*/ 7608 h 399984"/>
                <a:gd name="connsiteX8" fmla="*/ 291082 w 291081"/>
                <a:gd name="connsiteY8" fmla="*/ 143133 h 399984"/>
                <a:gd name="connsiteX9" fmla="*/ 283348 w 291081"/>
                <a:gd name="connsiteY9" fmla="*/ 150740 h 399984"/>
                <a:gd name="connsiteX10" fmla="*/ 275616 w 291081"/>
                <a:gd name="connsiteY10" fmla="*/ 143261 h 399984"/>
                <a:gd name="connsiteX11" fmla="*/ 275615 w 291081"/>
                <a:gd name="connsiteY11" fmla="*/ 143133 h 399984"/>
                <a:gd name="connsiteX12" fmla="*/ 275615 w 291081"/>
                <a:gd name="connsiteY12" fmla="*/ 15341 h 399984"/>
                <a:gd name="connsiteX13" fmla="*/ 15340 w 291081"/>
                <a:gd name="connsiteY13" fmla="*/ 15341 h 399984"/>
                <a:gd name="connsiteX14" fmla="*/ 15340 w 291081"/>
                <a:gd name="connsiteY14" fmla="*/ 384645 h 399984"/>
                <a:gd name="connsiteX15" fmla="*/ 214128 w 291081"/>
                <a:gd name="connsiteY15" fmla="*/ 384645 h 399984"/>
                <a:gd name="connsiteX16" fmla="*/ 220810 w 291081"/>
                <a:gd name="connsiteY16" fmla="*/ 393303 h 399984"/>
                <a:gd name="connsiteX17" fmla="*/ 214128 w 291081"/>
                <a:gd name="connsiteY17" fmla="*/ 399985 h 39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1081" h="399984">
                  <a:moveTo>
                    <a:pt x="214128" y="399985"/>
                  </a:moveTo>
                  <a:lnTo>
                    <a:pt x="7733" y="399985"/>
                  </a:lnTo>
                  <a:cubicBezTo>
                    <a:pt x="3462" y="399985"/>
                    <a:pt x="0" y="396523"/>
                    <a:pt x="0" y="392251"/>
                  </a:cubicBezTo>
                  <a:lnTo>
                    <a:pt x="0" y="7608"/>
                  </a:lnTo>
                  <a:cubicBezTo>
                    <a:pt x="-1" y="3407"/>
                    <a:pt x="3405" y="1"/>
                    <a:pt x="7606" y="0"/>
                  </a:cubicBezTo>
                  <a:cubicBezTo>
                    <a:pt x="7648" y="0"/>
                    <a:pt x="7691" y="0"/>
                    <a:pt x="7733" y="1"/>
                  </a:cubicBezTo>
                  <a:lnTo>
                    <a:pt x="283348" y="1"/>
                  </a:lnTo>
                  <a:cubicBezTo>
                    <a:pt x="287570" y="0"/>
                    <a:pt x="291013" y="3386"/>
                    <a:pt x="291082" y="7608"/>
                  </a:cubicBezTo>
                  <a:lnTo>
                    <a:pt x="291082" y="143133"/>
                  </a:lnTo>
                  <a:cubicBezTo>
                    <a:pt x="291013" y="147355"/>
                    <a:pt x="287570" y="150740"/>
                    <a:pt x="283348" y="150740"/>
                  </a:cubicBezTo>
                  <a:cubicBezTo>
                    <a:pt x="279148" y="150810"/>
                    <a:pt x="275686" y="147461"/>
                    <a:pt x="275616" y="143261"/>
                  </a:cubicBezTo>
                  <a:cubicBezTo>
                    <a:pt x="275615" y="143218"/>
                    <a:pt x="275615" y="143176"/>
                    <a:pt x="275615" y="143133"/>
                  </a:cubicBezTo>
                  <a:lnTo>
                    <a:pt x="275615" y="15341"/>
                  </a:lnTo>
                  <a:lnTo>
                    <a:pt x="15340" y="15341"/>
                  </a:lnTo>
                  <a:lnTo>
                    <a:pt x="15340" y="384645"/>
                  </a:lnTo>
                  <a:lnTo>
                    <a:pt x="214128" y="384645"/>
                  </a:lnTo>
                  <a:cubicBezTo>
                    <a:pt x="218364" y="385191"/>
                    <a:pt x="221355" y="389067"/>
                    <a:pt x="220810" y="393303"/>
                  </a:cubicBezTo>
                  <a:cubicBezTo>
                    <a:pt x="220360" y="396790"/>
                    <a:pt x="217615" y="399536"/>
                    <a:pt x="214128" y="399985"/>
                  </a:cubicBez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9DA0BEE-7700-7242-9D43-094D83E53F30}"/>
              </a:ext>
            </a:extLst>
          </p:cNvPr>
          <p:cNvGrpSpPr/>
          <p:nvPr/>
        </p:nvGrpSpPr>
        <p:grpSpPr>
          <a:xfrm flipH="1">
            <a:off x="1680381" y="1662170"/>
            <a:ext cx="2783072" cy="723275"/>
            <a:chOff x="7825488" y="1404017"/>
            <a:chExt cx="3368029" cy="723275"/>
          </a:xfrm>
        </p:grpSpPr>
        <p:sp>
          <p:nvSpPr>
            <p:cNvPr id="123" name="Inhaltsplatzhalter 4">
              <a:extLst>
                <a:ext uri="{FF2B5EF4-FFF2-40B4-BE49-F238E27FC236}">
                  <a16:creationId xmlns:a16="http://schemas.microsoft.com/office/drawing/2014/main" id="{821D9E06-76C4-3E40-B9B3-D35AC88BCA9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3E58FAE3-56E1-F24A-9511-FB20322F64E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EA848AB-103C-A042-BC8F-F86DD4534BE3}"/>
              </a:ext>
            </a:extLst>
          </p:cNvPr>
          <p:cNvGrpSpPr/>
          <p:nvPr/>
        </p:nvGrpSpPr>
        <p:grpSpPr>
          <a:xfrm>
            <a:off x="7775944" y="1662170"/>
            <a:ext cx="2783072" cy="723275"/>
            <a:chOff x="7825488" y="1404017"/>
            <a:chExt cx="3368029" cy="723275"/>
          </a:xfrm>
        </p:grpSpPr>
        <p:sp>
          <p:nvSpPr>
            <p:cNvPr id="126" name="Inhaltsplatzhalter 4">
              <a:extLst>
                <a:ext uri="{FF2B5EF4-FFF2-40B4-BE49-F238E27FC236}">
                  <a16:creationId xmlns:a16="http://schemas.microsoft.com/office/drawing/2014/main" id="{561BAFFB-68AE-8646-B7B3-FCED7B03D0A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B39746BD-9B24-5141-B956-C6AC2E7F49E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02E20A73-DC58-A44A-BBDF-AC7C005EF601}"/>
              </a:ext>
            </a:extLst>
          </p:cNvPr>
          <p:cNvGrpSpPr/>
          <p:nvPr/>
        </p:nvGrpSpPr>
        <p:grpSpPr>
          <a:xfrm flipH="1">
            <a:off x="1680381" y="5324791"/>
            <a:ext cx="2783072" cy="723275"/>
            <a:chOff x="7825488" y="1404017"/>
            <a:chExt cx="3368029" cy="723275"/>
          </a:xfrm>
        </p:grpSpPr>
        <p:sp>
          <p:nvSpPr>
            <p:cNvPr id="129" name="Inhaltsplatzhalter 4">
              <a:extLst>
                <a:ext uri="{FF2B5EF4-FFF2-40B4-BE49-F238E27FC236}">
                  <a16:creationId xmlns:a16="http://schemas.microsoft.com/office/drawing/2014/main" id="{1E85F3F8-6D23-C347-BDB4-8AB7AC5F6AA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CD101159-3FDE-F24A-B064-D95F6FC1DE2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9D300276-4389-9F4E-B441-F1AADCDC3592}"/>
              </a:ext>
            </a:extLst>
          </p:cNvPr>
          <p:cNvGrpSpPr/>
          <p:nvPr/>
        </p:nvGrpSpPr>
        <p:grpSpPr>
          <a:xfrm>
            <a:off x="7775944" y="5324791"/>
            <a:ext cx="2783072" cy="723275"/>
            <a:chOff x="7825488" y="1404017"/>
            <a:chExt cx="3368029" cy="723275"/>
          </a:xfrm>
        </p:grpSpPr>
        <p:sp>
          <p:nvSpPr>
            <p:cNvPr id="132" name="Inhaltsplatzhalter 4">
              <a:extLst>
                <a:ext uri="{FF2B5EF4-FFF2-40B4-BE49-F238E27FC236}">
                  <a16:creationId xmlns:a16="http://schemas.microsoft.com/office/drawing/2014/main" id="{1547BCFA-221C-AE4E-B2F4-DD332FC8CA4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53F81855-CF93-D849-AF68-635D4643ADB9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9260D29D-E04B-4F48-86AD-AA1E5F76B9F2}"/>
              </a:ext>
            </a:extLst>
          </p:cNvPr>
          <p:cNvGrpSpPr/>
          <p:nvPr/>
        </p:nvGrpSpPr>
        <p:grpSpPr>
          <a:xfrm>
            <a:off x="8575817" y="3511538"/>
            <a:ext cx="2783072" cy="723275"/>
            <a:chOff x="7825488" y="1404017"/>
            <a:chExt cx="3368029" cy="723275"/>
          </a:xfrm>
        </p:grpSpPr>
        <p:sp>
          <p:nvSpPr>
            <p:cNvPr id="135" name="Inhaltsplatzhalter 4">
              <a:extLst>
                <a:ext uri="{FF2B5EF4-FFF2-40B4-BE49-F238E27FC236}">
                  <a16:creationId xmlns:a16="http://schemas.microsoft.com/office/drawing/2014/main" id="{3EDAA2C5-06B9-EF48-B32C-B2C1B658BBD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F7514480-235C-864A-A50F-D4956D4DAAA7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60184602-D879-5341-9049-23F43980A377}"/>
              </a:ext>
            </a:extLst>
          </p:cNvPr>
          <p:cNvGrpSpPr/>
          <p:nvPr/>
        </p:nvGrpSpPr>
        <p:grpSpPr>
          <a:xfrm flipH="1">
            <a:off x="831296" y="3511538"/>
            <a:ext cx="2783072" cy="723275"/>
            <a:chOff x="7825488" y="1404017"/>
            <a:chExt cx="3368029" cy="723275"/>
          </a:xfrm>
        </p:grpSpPr>
        <p:sp>
          <p:nvSpPr>
            <p:cNvPr id="138" name="Inhaltsplatzhalter 4">
              <a:extLst>
                <a:ext uri="{FF2B5EF4-FFF2-40B4-BE49-F238E27FC236}">
                  <a16:creationId xmlns:a16="http://schemas.microsoft.com/office/drawing/2014/main" id="{9ED80006-F67F-B848-AB39-129C78ABD28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DFC7C745-FFAF-CC4F-86AF-60E45B1D06C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93257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F58657E-6365-3D47-BA5F-731D97A1DFC2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991CD70-E1D7-F243-8080-9AE3788B1423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F7C2603-725B-9243-AE72-1241D1B685C6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386AA773-CAFB-9C41-BBE5-3B01FDCEAB90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5D8D6BC1-9913-7648-988D-EC1932B72BCB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EB08DAA3-7968-1C4A-83C4-282C4AA7E3C5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4" name="Oval 43">
            <a:extLst>
              <a:ext uri="{FF2B5EF4-FFF2-40B4-BE49-F238E27FC236}">
                <a16:creationId xmlns:a16="http://schemas.microsoft.com/office/drawing/2014/main" id="{3119C398-3F1A-6D42-9BC6-986600042F5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08914" y="3129266"/>
            <a:ext cx="1570279" cy="15702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B55DAA33-1079-554F-B08F-996617F9A36C}"/>
              </a:ext>
            </a:extLst>
          </p:cNvPr>
          <p:cNvSpPr/>
          <p:nvPr/>
        </p:nvSpPr>
        <p:spPr>
          <a:xfrm rot="1153219">
            <a:off x="6767141" y="2766757"/>
            <a:ext cx="1416181" cy="2226772"/>
          </a:xfrm>
          <a:custGeom>
            <a:avLst/>
            <a:gdLst>
              <a:gd name="connsiteX0" fmla="*/ 1438910 w 1775291"/>
              <a:gd name="connsiteY0" fmla="*/ 762227 h 2791429"/>
              <a:gd name="connsiteX1" fmla="*/ 1182659 w 1775291"/>
              <a:gd name="connsiteY1" fmla="*/ 318734 h 2791429"/>
              <a:gd name="connsiteX2" fmla="*/ 318937 w 1775291"/>
              <a:gd name="connsiteY2" fmla="*/ 83528 h 2791429"/>
              <a:gd name="connsiteX3" fmla="*/ 83581 w 1775291"/>
              <a:gd name="connsiteY3" fmla="*/ 946701 h 2791429"/>
              <a:gd name="connsiteX4" fmla="*/ 86263 w 1775291"/>
              <a:gd name="connsiteY4" fmla="*/ 951344 h 2791429"/>
              <a:gd name="connsiteX5" fmla="*/ 342514 w 1775291"/>
              <a:gd name="connsiteY5" fmla="*/ 1394551 h 2791429"/>
              <a:gd name="connsiteX6" fmla="*/ 232665 w 1775291"/>
              <a:gd name="connsiteY6" fmla="*/ 2791430 h 2791429"/>
              <a:gd name="connsiteX7" fmla="*/ 342514 w 1775291"/>
              <a:gd name="connsiteY7" fmla="*/ 2631708 h 2791429"/>
              <a:gd name="connsiteX8" fmla="*/ 598765 w 1775291"/>
              <a:gd name="connsiteY8" fmla="*/ 2188215 h 2791429"/>
              <a:gd name="connsiteX9" fmla="*/ 1463144 w 1775291"/>
              <a:gd name="connsiteY9" fmla="*/ 1956466 h 2791429"/>
              <a:gd name="connsiteX10" fmla="*/ 1754750 w 1775291"/>
              <a:gd name="connsiteY10" fmla="*/ 2328341 h 2791429"/>
              <a:gd name="connsiteX11" fmla="*/ 1438910 w 1775291"/>
              <a:gd name="connsiteY11" fmla="*/ 762227 h 2791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5291" h="2791429">
                <a:moveTo>
                  <a:pt x="1438910" y="762227"/>
                </a:moveTo>
                <a:lnTo>
                  <a:pt x="1182659" y="318734"/>
                </a:lnTo>
                <a:cubicBezTo>
                  <a:pt x="1009141" y="15425"/>
                  <a:pt x="622439" y="-89880"/>
                  <a:pt x="318937" y="83528"/>
                </a:cubicBezTo>
                <a:cubicBezTo>
                  <a:pt x="15435" y="256936"/>
                  <a:pt x="-89937" y="643392"/>
                  <a:pt x="83581" y="946701"/>
                </a:cubicBezTo>
                <a:cubicBezTo>
                  <a:pt x="84469" y="948253"/>
                  <a:pt x="85363" y="949800"/>
                  <a:pt x="86263" y="951344"/>
                </a:cubicBezTo>
                <a:lnTo>
                  <a:pt x="342514" y="1394551"/>
                </a:lnTo>
                <a:cubicBezTo>
                  <a:pt x="598122" y="1838156"/>
                  <a:pt x="554476" y="2393175"/>
                  <a:pt x="232665" y="2791430"/>
                </a:cubicBezTo>
                <a:cubicBezTo>
                  <a:pt x="273446" y="2741173"/>
                  <a:pt x="310177" y="2687765"/>
                  <a:pt x="342514" y="2631708"/>
                </a:cubicBezTo>
                <a:lnTo>
                  <a:pt x="598765" y="2188215"/>
                </a:lnTo>
                <a:cubicBezTo>
                  <a:pt x="773420" y="1885679"/>
                  <a:pt x="1160416" y="1781921"/>
                  <a:pt x="1463144" y="1956466"/>
                </a:cubicBezTo>
                <a:cubicBezTo>
                  <a:pt x="1604767" y="2038122"/>
                  <a:pt x="1709269" y="2171389"/>
                  <a:pt x="1754750" y="2328341"/>
                </a:cubicBezTo>
                <a:cubicBezTo>
                  <a:pt x="1824994" y="1785785"/>
                  <a:pt x="1713963" y="1235234"/>
                  <a:pt x="1438910" y="762227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79000">
                <a:schemeClr val="accent2">
                  <a:lumMod val="75000"/>
                </a:schemeClr>
              </a:gs>
            </a:gsLst>
            <a:lin ang="11400000" scaled="0"/>
          </a:gradFill>
          <a:ln w="9507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AB16F96D-4E39-DD4C-A554-F3C5747F72AF}"/>
              </a:ext>
            </a:extLst>
          </p:cNvPr>
          <p:cNvSpPr/>
          <p:nvPr/>
        </p:nvSpPr>
        <p:spPr>
          <a:xfrm rot="1153219">
            <a:off x="5604816" y="4062632"/>
            <a:ext cx="2157312" cy="1955474"/>
          </a:xfrm>
          <a:custGeom>
            <a:avLst/>
            <a:gdLst>
              <a:gd name="connsiteX0" fmla="*/ 2361848 w 2704357"/>
              <a:gd name="connsiteY0" fmla="*/ 1394451 h 2451337"/>
              <a:gd name="connsiteX1" fmla="*/ 2618099 w 2704357"/>
              <a:gd name="connsiteY1" fmla="*/ 951339 h 2451337"/>
              <a:gd name="connsiteX2" fmla="*/ 2390071 w 2704357"/>
              <a:gd name="connsiteY2" fmla="*/ 86204 h 2451337"/>
              <a:gd name="connsiteX3" fmla="*/ 1524386 w 2704357"/>
              <a:gd name="connsiteY3" fmla="*/ 314087 h 2451337"/>
              <a:gd name="connsiteX4" fmla="*/ 1521704 w 2704357"/>
              <a:gd name="connsiteY4" fmla="*/ 318730 h 2451337"/>
              <a:gd name="connsiteX5" fmla="*/ 1265453 w 2704357"/>
              <a:gd name="connsiteY5" fmla="*/ 762222 h 2451337"/>
              <a:gd name="connsiteX6" fmla="*/ 0 w 2704357"/>
              <a:gd name="connsiteY6" fmla="*/ 1365627 h 2451337"/>
              <a:gd name="connsiteX7" fmla="*/ 193330 w 2704357"/>
              <a:gd name="connsiteY7" fmla="*/ 1380848 h 2451337"/>
              <a:gd name="connsiteX8" fmla="*/ 705737 w 2704357"/>
              <a:gd name="connsiteY8" fmla="*/ 1380848 h 2451337"/>
              <a:gd name="connsiteX9" fmla="*/ 1339056 w 2704357"/>
              <a:gd name="connsiteY9" fmla="*/ 2012770 h 2451337"/>
              <a:gd name="connsiteX10" fmla="*/ 1162648 w 2704357"/>
              <a:gd name="connsiteY10" fmla="*/ 2451338 h 2451337"/>
              <a:gd name="connsiteX11" fmla="*/ 2361849 w 2704357"/>
              <a:gd name="connsiteY11" fmla="*/ 1394451 h 245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704357" h="2451337">
                <a:moveTo>
                  <a:pt x="2361848" y="1394451"/>
                </a:moveTo>
                <a:lnTo>
                  <a:pt x="2618099" y="951339"/>
                </a:lnTo>
                <a:cubicBezTo>
                  <a:pt x="2794183" y="649510"/>
                  <a:pt x="2692092" y="262176"/>
                  <a:pt x="2390071" y="86204"/>
                </a:cubicBezTo>
                <a:cubicBezTo>
                  <a:pt x="2088051" y="-89769"/>
                  <a:pt x="1700470" y="12258"/>
                  <a:pt x="1524386" y="314087"/>
                </a:cubicBezTo>
                <a:cubicBezTo>
                  <a:pt x="1523485" y="315630"/>
                  <a:pt x="1522591" y="317178"/>
                  <a:pt x="1521704" y="318730"/>
                </a:cubicBezTo>
                <a:lnTo>
                  <a:pt x="1265453" y="762222"/>
                </a:lnTo>
                <a:cubicBezTo>
                  <a:pt x="1008846" y="1205272"/>
                  <a:pt x="506041" y="1445024"/>
                  <a:pt x="0" y="1365627"/>
                </a:cubicBezTo>
                <a:cubicBezTo>
                  <a:pt x="63944" y="1375765"/>
                  <a:pt x="128587" y="1380854"/>
                  <a:pt x="193330" y="1380848"/>
                </a:cubicBezTo>
                <a:lnTo>
                  <a:pt x="705737" y="1380848"/>
                </a:lnTo>
                <a:cubicBezTo>
                  <a:pt x="1055235" y="1380573"/>
                  <a:pt x="1338781" y="1663495"/>
                  <a:pt x="1339056" y="2012770"/>
                </a:cubicBezTo>
                <a:cubicBezTo>
                  <a:pt x="1339184" y="2176251"/>
                  <a:pt x="1275961" y="2333430"/>
                  <a:pt x="1162648" y="2451338"/>
                </a:cubicBezTo>
                <a:cubicBezTo>
                  <a:pt x="1667995" y="2240725"/>
                  <a:pt x="2089569" y="1869180"/>
                  <a:pt x="2361849" y="1394451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 w="9507" cap="flat">
            <a:noFill/>
            <a:prstDash val="solid"/>
            <a:miter/>
          </a:ln>
          <a:effectLst>
            <a:outerShdw blurRad="127000" dist="38100" dir="16200000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351127FC-255A-A24D-B10E-AFFBD56FA480}"/>
              </a:ext>
            </a:extLst>
          </p:cNvPr>
          <p:cNvSpPr>
            <a:spLocks noChangeAspect="1"/>
          </p:cNvSpPr>
          <p:nvPr/>
        </p:nvSpPr>
        <p:spPr>
          <a:xfrm rot="1153219">
            <a:off x="7028140" y="4432149"/>
            <a:ext cx="702865" cy="702418"/>
          </a:xfrm>
          <a:custGeom>
            <a:avLst/>
            <a:gdLst>
              <a:gd name="connsiteX0" fmla="*/ 0 w 1066125"/>
              <a:gd name="connsiteY0" fmla="*/ 532724 h 1065447"/>
              <a:gd name="connsiteX1" fmla="*/ 533063 w 1066125"/>
              <a:gd name="connsiteY1" fmla="*/ 0 h 1065447"/>
              <a:gd name="connsiteX2" fmla="*/ 1066125 w 1066125"/>
              <a:gd name="connsiteY2" fmla="*/ 532724 h 1065447"/>
              <a:gd name="connsiteX3" fmla="*/ 533063 w 1066125"/>
              <a:gd name="connsiteY3" fmla="*/ 1065448 h 1065447"/>
              <a:gd name="connsiteX4" fmla="*/ 0 w 1066125"/>
              <a:gd name="connsiteY4" fmla="*/ 532724 h 1065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6125" h="1065447">
                <a:moveTo>
                  <a:pt x="0" y="532724"/>
                </a:moveTo>
                <a:cubicBezTo>
                  <a:pt x="0" y="238509"/>
                  <a:pt x="238660" y="0"/>
                  <a:pt x="533063" y="0"/>
                </a:cubicBezTo>
                <a:cubicBezTo>
                  <a:pt x="827465" y="0"/>
                  <a:pt x="1066125" y="238509"/>
                  <a:pt x="1066125" y="532724"/>
                </a:cubicBezTo>
                <a:cubicBezTo>
                  <a:pt x="1066125" y="826939"/>
                  <a:pt x="827465" y="1065448"/>
                  <a:pt x="533063" y="1065448"/>
                </a:cubicBezTo>
                <a:cubicBezTo>
                  <a:pt x="238660" y="1065448"/>
                  <a:pt x="0" y="826939"/>
                  <a:pt x="0" y="532724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 w="19050" cap="flat">
            <a:solidFill>
              <a:srgbClr val="FFFFFF"/>
            </a:solidFill>
            <a:prstDash val="solid"/>
            <a:miter/>
          </a:ln>
          <a:effectLst>
            <a:outerShdw blurRad="63500" sx="103000" sy="103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DC079B6F-06D9-7948-AE6D-26B083DF01C9}"/>
              </a:ext>
            </a:extLst>
          </p:cNvPr>
          <p:cNvSpPr/>
          <p:nvPr/>
        </p:nvSpPr>
        <p:spPr>
          <a:xfrm rot="1153219">
            <a:off x="4507258" y="4160521"/>
            <a:ext cx="2122673" cy="1642338"/>
          </a:xfrm>
          <a:custGeom>
            <a:avLst/>
            <a:gdLst>
              <a:gd name="connsiteX0" fmla="*/ 1515516 w 2660934"/>
              <a:gd name="connsiteY0" fmla="*/ 2058788 h 2058797"/>
              <a:gd name="connsiteX1" fmla="*/ 2027923 w 2660934"/>
              <a:gd name="connsiteY1" fmla="*/ 2058788 h 2058797"/>
              <a:gd name="connsiteX2" fmla="*/ 2660935 w 2660934"/>
              <a:gd name="connsiteY2" fmla="*/ 1426178 h 2058797"/>
              <a:gd name="connsiteX3" fmla="*/ 2027923 w 2660934"/>
              <a:gd name="connsiteY3" fmla="*/ 793569 h 2058797"/>
              <a:gd name="connsiteX4" fmla="*/ 1515516 w 2660934"/>
              <a:gd name="connsiteY4" fmla="*/ 793569 h 2058797"/>
              <a:gd name="connsiteX5" fmla="*/ 359913 w 2660934"/>
              <a:gd name="connsiteY5" fmla="*/ 0 h 2058797"/>
              <a:gd name="connsiteX6" fmla="*/ 443204 w 2660934"/>
              <a:gd name="connsiteY6" fmla="*/ 174943 h 2058797"/>
              <a:gd name="connsiteX7" fmla="*/ 699454 w 2660934"/>
              <a:gd name="connsiteY7" fmla="*/ 618436 h 2058797"/>
              <a:gd name="connsiteX8" fmla="*/ 467854 w 2660934"/>
              <a:gd name="connsiteY8" fmla="*/ 1482484 h 2058797"/>
              <a:gd name="connsiteX9" fmla="*/ 0 w 2660934"/>
              <a:gd name="connsiteY9" fmla="*/ 1548895 h 2058797"/>
              <a:gd name="connsiteX10" fmla="*/ 1515516 w 2660934"/>
              <a:gd name="connsiteY10" fmla="*/ 2058788 h 205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0934" h="2058797">
                <a:moveTo>
                  <a:pt x="1515516" y="2058788"/>
                </a:moveTo>
                <a:lnTo>
                  <a:pt x="2027923" y="2058788"/>
                </a:lnTo>
                <a:cubicBezTo>
                  <a:pt x="2377526" y="2058788"/>
                  <a:pt x="2660935" y="1775559"/>
                  <a:pt x="2660935" y="1426178"/>
                </a:cubicBezTo>
                <a:cubicBezTo>
                  <a:pt x="2660935" y="1076798"/>
                  <a:pt x="2377526" y="793569"/>
                  <a:pt x="2027923" y="793569"/>
                </a:cubicBezTo>
                <a:lnTo>
                  <a:pt x="1515516" y="793569"/>
                </a:lnTo>
                <a:cubicBezTo>
                  <a:pt x="1003262" y="793018"/>
                  <a:pt x="544088" y="477696"/>
                  <a:pt x="359913" y="0"/>
                </a:cubicBezTo>
                <a:cubicBezTo>
                  <a:pt x="383006" y="60423"/>
                  <a:pt x="410857" y="118920"/>
                  <a:pt x="443204" y="174943"/>
                </a:cubicBezTo>
                <a:lnTo>
                  <a:pt x="699454" y="618436"/>
                </a:lnTo>
                <a:cubicBezTo>
                  <a:pt x="874252" y="920950"/>
                  <a:pt x="770560" y="1307798"/>
                  <a:pt x="467854" y="1482484"/>
                </a:cubicBezTo>
                <a:cubicBezTo>
                  <a:pt x="326330" y="1564154"/>
                  <a:pt x="158682" y="1587952"/>
                  <a:pt x="0" y="1548895"/>
                </a:cubicBezTo>
                <a:cubicBezTo>
                  <a:pt x="435176" y="1881056"/>
                  <a:pt x="967933" y="2060302"/>
                  <a:pt x="1515516" y="205878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 w="9507" cap="flat">
            <a:noFill/>
            <a:prstDash val="solid"/>
            <a:miter/>
          </a:ln>
          <a:effectLst>
            <a:outerShdw blurRad="127000" dist="38100" dir="21000000" algn="bl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50170242-3BB0-4F43-B2DB-731296CFE989}"/>
              </a:ext>
            </a:extLst>
          </p:cNvPr>
          <p:cNvSpPr>
            <a:spLocks noChangeAspect="1"/>
          </p:cNvSpPr>
          <p:nvPr/>
        </p:nvSpPr>
        <p:spPr>
          <a:xfrm rot="1153219">
            <a:off x="5638880" y="5112307"/>
            <a:ext cx="702865" cy="702418"/>
          </a:xfrm>
          <a:custGeom>
            <a:avLst/>
            <a:gdLst>
              <a:gd name="connsiteX0" fmla="*/ 0 w 1066125"/>
              <a:gd name="connsiteY0" fmla="*/ 532724 h 1065447"/>
              <a:gd name="connsiteX1" fmla="*/ 533063 w 1066125"/>
              <a:gd name="connsiteY1" fmla="*/ 0 h 1065447"/>
              <a:gd name="connsiteX2" fmla="*/ 1066125 w 1066125"/>
              <a:gd name="connsiteY2" fmla="*/ 532724 h 1065447"/>
              <a:gd name="connsiteX3" fmla="*/ 533063 w 1066125"/>
              <a:gd name="connsiteY3" fmla="*/ 1065448 h 1065447"/>
              <a:gd name="connsiteX4" fmla="*/ 0 w 1066125"/>
              <a:gd name="connsiteY4" fmla="*/ 532724 h 1065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6125" h="1065447">
                <a:moveTo>
                  <a:pt x="0" y="532724"/>
                </a:moveTo>
                <a:cubicBezTo>
                  <a:pt x="0" y="238509"/>
                  <a:pt x="238660" y="0"/>
                  <a:pt x="533063" y="0"/>
                </a:cubicBezTo>
                <a:cubicBezTo>
                  <a:pt x="827465" y="0"/>
                  <a:pt x="1066125" y="238509"/>
                  <a:pt x="1066125" y="532724"/>
                </a:cubicBezTo>
                <a:cubicBezTo>
                  <a:pt x="1066125" y="826939"/>
                  <a:pt x="827465" y="1065448"/>
                  <a:pt x="533063" y="1065448"/>
                </a:cubicBezTo>
                <a:cubicBezTo>
                  <a:pt x="238660" y="1065448"/>
                  <a:pt x="0" y="826939"/>
                  <a:pt x="0" y="532724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 w="19050" cap="flat">
            <a:solidFill>
              <a:srgbClr val="FFFFFF"/>
            </a:solidFill>
            <a:prstDash val="solid"/>
            <a:miter/>
          </a:ln>
          <a:effectLst>
            <a:outerShdw blurRad="63500" sx="103000" sy="103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D96E43DE-1652-9E4C-B6A9-876CCAACC905}"/>
              </a:ext>
            </a:extLst>
          </p:cNvPr>
          <p:cNvSpPr/>
          <p:nvPr/>
        </p:nvSpPr>
        <p:spPr>
          <a:xfrm rot="1153219">
            <a:off x="4006656" y="2847558"/>
            <a:ext cx="1415122" cy="2225174"/>
          </a:xfrm>
          <a:custGeom>
            <a:avLst/>
            <a:gdLst>
              <a:gd name="connsiteX0" fmla="*/ 336412 w 1773965"/>
              <a:gd name="connsiteY0" fmla="*/ 2029488 h 2789426"/>
              <a:gd name="connsiteX1" fmla="*/ 592568 w 1773965"/>
              <a:gd name="connsiteY1" fmla="*/ 2472981 h 2789426"/>
              <a:gd name="connsiteX2" fmla="*/ 1457319 w 1773965"/>
              <a:gd name="connsiteY2" fmla="*/ 2704573 h 2789426"/>
              <a:gd name="connsiteX3" fmla="*/ 1689058 w 1773965"/>
              <a:gd name="connsiteY3" fmla="*/ 1840371 h 2789426"/>
              <a:gd name="connsiteX4" fmla="*/ 1432617 w 1773965"/>
              <a:gd name="connsiteY4" fmla="*/ 1396878 h 2789426"/>
              <a:gd name="connsiteX5" fmla="*/ 1542466 w 1773965"/>
              <a:gd name="connsiteY5" fmla="*/ 0 h 2789426"/>
              <a:gd name="connsiteX6" fmla="*/ 1432617 w 1773965"/>
              <a:gd name="connsiteY6" fmla="*/ 159437 h 2789426"/>
              <a:gd name="connsiteX7" fmla="*/ 1176557 w 1773965"/>
              <a:gd name="connsiteY7" fmla="*/ 603215 h 2789426"/>
              <a:gd name="connsiteX8" fmla="*/ 312178 w 1773965"/>
              <a:gd name="connsiteY8" fmla="*/ 834964 h 2789426"/>
              <a:gd name="connsiteX9" fmla="*/ 20572 w 1773965"/>
              <a:gd name="connsiteY9" fmla="*/ 463089 h 2789426"/>
              <a:gd name="connsiteX10" fmla="*/ 336412 w 1773965"/>
              <a:gd name="connsiteY10" fmla="*/ 2029488 h 278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73965" h="2789426">
                <a:moveTo>
                  <a:pt x="336412" y="2029488"/>
                </a:moveTo>
                <a:lnTo>
                  <a:pt x="592568" y="2472981"/>
                </a:lnTo>
                <a:cubicBezTo>
                  <a:pt x="767369" y="2775576"/>
                  <a:pt x="1154531" y="2879264"/>
                  <a:pt x="1457319" y="2704573"/>
                </a:cubicBezTo>
                <a:cubicBezTo>
                  <a:pt x="1760106" y="2529883"/>
                  <a:pt x="1863860" y="2142967"/>
                  <a:pt x="1689058" y="1840371"/>
                </a:cubicBezTo>
                <a:lnTo>
                  <a:pt x="1432617" y="1396878"/>
                </a:lnTo>
                <a:cubicBezTo>
                  <a:pt x="1177009" y="953274"/>
                  <a:pt x="1220655" y="398255"/>
                  <a:pt x="1542466" y="0"/>
                </a:cubicBezTo>
                <a:cubicBezTo>
                  <a:pt x="1501698" y="50166"/>
                  <a:pt x="1464967" y="103478"/>
                  <a:pt x="1432617" y="159437"/>
                </a:cubicBezTo>
                <a:lnTo>
                  <a:pt x="1176557" y="603215"/>
                </a:lnTo>
                <a:cubicBezTo>
                  <a:pt x="1001902" y="905750"/>
                  <a:pt x="614906" y="1009508"/>
                  <a:pt x="312178" y="834964"/>
                </a:cubicBezTo>
                <a:cubicBezTo>
                  <a:pt x="170555" y="753308"/>
                  <a:pt x="66053" y="620040"/>
                  <a:pt x="20572" y="463089"/>
                </a:cubicBezTo>
                <a:cubicBezTo>
                  <a:pt x="-49736" y="1005738"/>
                  <a:pt x="61296" y="1556400"/>
                  <a:pt x="336412" y="2029488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 w="9507" cap="flat">
            <a:noFill/>
            <a:prstDash val="solid"/>
            <a:miter/>
          </a:ln>
          <a:effectLst>
            <a:outerShdw blurRad="127000" dist="38100" dir="3000000" algn="tl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04E01B6B-8C1A-E74C-B1FF-14FFBE1C47AE}"/>
              </a:ext>
            </a:extLst>
          </p:cNvPr>
          <p:cNvSpPr>
            <a:spLocks noChangeAspect="1"/>
          </p:cNvSpPr>
          <p:nvPr/>
        </p:nvSpPr>
        <p:spPr>
          <a:xfrm rot="1153219">
            <a:off x="4354377" y="4249636"/>
            <a:ext cx="702865" cy="702418"/>
          </a:xfrm>
          <a:custGeom>
            <a:avLst/>
            <a:gdLst>
              <a:gd name="connsiteX0" fmla="*/ 0 w 1066125"/>
              <a:gd name="connsiteY0" fmla="*/ 532724 h 1065447"/>
              <a:gd name="connsiteX1" fmla="*/ 533063 w 1066125"/>
              <a:gd name="connsiteY1" fmla="*/ 0 h 1065447"/>
              <a:gd name="connsiteX2" fmla="*/ 1066125 w 1066125"/>
              <a:gd name="connsiteY2" fmla="*/ 532724 h 1065447"/>
              <a:gd name="connsiteX3" fmla="*/ 533063 w 1066125"/>
              <a:gd name="connsiteY3" fmla="*/ 1065448 h 1065447"/>
              <a:gd name="connsiteX4" fmla="*/ 0 w 1066125"/>
              <a:gd name="connsiteY4" fmla="*/ 532724 h 1065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6125" h="1065447">
                <a:moveTo>
                  <a:pt x="0" y="532724"/>
                </a:moveTo>
                <a:cubicBezTo>
                  <a:pt x="0" y="238509"/>
                  <a:pt x="238660" y="0"/>
                  <a:pt x="533063" y="0"/>
                </a:cubicBezTo>
                <a:cubicBezTo>
                  <a:pt x="827465" y="0"/>
                  <a:pt x="1066125" y="238509"/>
                  <a:pt x="1066125" y="532724"/>
                </a:cubicBezTo>
                <a:cubicBezTo>
                  <a:pt x="1066125" y="826939"/>
                  <a:pt x="827465" y="1065448"/>
                  <a:pt x="533063" y="1065448"/>
                </a:cubicBezTo>
                <a:cubicBezTo>
                  <a:pt x="238660" y="1065448"/>
                  <a:pt x="0" y="826939"/>
                  <a:pt x="0" y="532724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 w="19050" cap="flat">
            <a:solidFill>
              <a:srgbClr val="FFFFFF"/>
            </a:solidFill>
            <a:prstDash val="solid"/>
            <a:miter/>
          </a:ln>
          <a:effectLst>
            <a:outerShdw blurRad="63500" sx="103000" sy="103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 dirty="0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7466FA85-B22E-224F-A708-2E148758DA78}"/>
              </a:ext>
            </a:extLst>
          </p:cNvPr>
          <p:cNvSpPr/>
          <p:nvPr/>
        </p:nvSpPr>
        <p:spPr>
          <a:xfrm rot="1153219">
            <a:off x="4430083" y="1824125"/>
            <a:ext cx="2155481" cy="1951770"/>
          </a:xfrm>
          <a:custGeom>
            <a:avLst/>
            <a:gdLst>
              <a:gd name="connsiteX0" fmla="*/ 339832 w 2702060"/>
              <a:gd name="connsiteY0" fmla="*/ 1056506 h 2446694"/>
              <a:gd name="connsiteX1" fmla="*/ 83581 w 2702060"/>
              <a:gd name="connsiteY1" fmla="*/ 1499998 h 2446694"/>
              <a:gd name="connsiteX2" fmla="*/ 318937 w 2702060"/>
              <a:gd name="connsiteY2" fmla="*/ 2363172 h 2446694"/>
              <a:gd name="connsiteX3" fmla="*/ 1179977 w 2702060"/>
              <a:gd name="connsiteY3" fmla="*/ 2132608 h 2446694"/>
              <a:gd name="connsiteX4" fmla="*/ 1436037 w 2702060"/>
              <a:gd name="connsiteY4" fmla="*/ 1688830 h 2446694"/>
              <a:gd name="connsiteX5" fmla="*/ 2702061 w 2702060"/>
              <a:gd name="connsiteY5" fmla="*/ 1085711 h 2446694"/>
              <a:gd name="connsiteX6" fmla="*/ 2508731 w 2702060"/>
              <a:gd name="connsiteY6" fmla="*/ 1070490 h 2446694"/>
              <a:gd name="connsiteX7" fmla="*/ 1995943 w 2702060"/>
              <a:gd name="connsiteY7" fmla="*/ 1070490 h 2446694"/>
              <a:gd name="connsiteX8" fmla="*/ 1362625 w 2702060"/>
              <a:gd name="connsiteY8" fmla="*/ 438568 h 2446694"/>
              <a:gd name="connsiteX9" fmla="*/ 1539033 w 2702060"/>
              <a:gd name="connsiteY9" fmla="*/ 0 h 2446694"/>
              <a:gd name="connsiteX10" fmla="*/ 339832 w 2702060"/>
              <a:gd name="connsiteY10" fmla="*/ 1056506 h 2446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702060" h="2446694">
                <a:moveTo>
                  <a:pt x="339832" y="1056506"/>
                </a:moveTo>
                <a:lnTo>
                  <a:pt x="83581" y="1499998"/>
                </a:lnTo>
                <a:cubicBezTo>
                  <a:pt x="-89937" y="1803308"/>
                  <a:pt x="15435" y="2189763"/>
                  <a:pt x="318937" y="2363172"/>
                </a:cubicBezTo>
                <a:cubicBezTo>
                  <a:pt x="620622" y="2535542"/>
                  <a:pt x="1004947" y="2432630"/>
                  <a:pt x="1179977" y="2132608"/>
                </a:cubicBezTo>
                <a:lnTo>
                  <a:pt x="1436037" y="1688830"/>
                </a:lnTo>
                <a:cubicBezTo>
                  <a:pt x="1692805" y="1245673"/>
                  <a:pt x="2195892" y="1006008"/>
                  <a:pt x="2702061" y="1085711"/>
                </a:cubicBezTo>
                <a:cubicBezTo>
                  <a:pt x="2638117" y="1075573"/>
                  <a:pt x="2573474" y="1070484"/>
                  <a:pt x="2508731" y="1070490"/>
                </a:cubicBezTo>
                <a:lnTo>
                  <a:pt x="1995943" y="1070490"/>
                </a:lnTo>
                <a:cubicBezTo>
                  <a:pt x="1646446" y="1070764"/>
                  <a:pt x="1362899" y="787843"/>
                  <a:pt x="1362625" y="438568"/>
                </a:cubicBezTo>
                <a:cubicBezTo>
                  <a:pt x="1362496" y="275087"/>
                  <a:pt x="1425719" y="117908"/>
                  <a:pt x="1539033" y="0"/>
                </a:cubicBezTo>
                <a:cubicBezTo>
                  <a:pt x="1033744" y="210515"/>
                  <a:pt x="612176" y="581920"/>
                  <a:pt x="339832" y="1056506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12600000" scaled="0"/>
          </a:gradFill>
          <a:ln w="9507" cap="flat">
            <a:noFill/>
            <a:prstDash val="solid"/>
            <a:miter/>
          </a:ln>
          <a:effectLst>
            <a:outerShdw blurRad="127000" dist="38100" dir="7200000" algn="t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D1CDE77C-895F-A043-91DB-73BD05FDA3B1}"/>
              </a:ext>
            </a:extLst>
          </p:cNvPr>
          <p:cNvSpPr>
            <a:spLocks noChangeAspect="1"/>
          </p:cNvSpPr>
          <p:nvPr/>
        </p:nvSpPr>
        <p:spPr>
          <a:xfrm rot="1153219">
            <a:off x="4459231" y="2706761"/>
            <a:ext cx="702865" cy="702418"/>
          </a:xfrm>
          <a:custGeom>
            <a:avLst/>
            <a:gdLst>
              <a:gd name="connsiteX0" fmla="*/ 0 w 1066125"/>
              <a:gd name="connsiteY0" fmla="*/ 532724 h 1065447"/>
              <a:gd name="connsiteX1" fmla="*/ 533063 w 1066125"/>
              <a:gd name="connsiteY1" fmla="*/ 0 h 1065447"/>
              <a:gd name="connsiteX2" fmla="*/ 1066125 w 1066125"/>
              <a:gd name="connsiteY2" fmla="*/ 532724 h 1065447"/>
              <a:gd name="connsiteX3" fmla="*/ 533063 w 1066125"/>
              <a:gd name="connsiteY3" fmla="*/ 1065448 h 1065447"/>
              <a:gd name="connsiteX4" fmla="*/ 0 w 1066125"/>
              <a:gd name="connsiteY4" fmla="*/ 532724 h 1065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6125" h="1065447">
                <a:moveTo>
                  <a:pt x="0" y="532724"/>
                </a:moveTo>
                <a:cubicBezTo>
                  <a:pt x="0" y="238509"/>
                  <a:pt x="238660" y="0"/>
                  <a:pt x="533063" y="0"/>
                </a:cubicBezTo>
                <a:cubicBezTo>
                  <a:pt x="827465" y="0"/>
                  <a:pt x="1066125" y="238509"/>
                  <a:pt x="1066125" y="532724"/>
                </a:cubicBezTo>
                <a:cubicBezTo>
                  <a:pt x="1066125" y="826939"/>
                  <a:pt x="827465" y="1065448"/>
                  <a:pt x="533063" y="1065448"/>
                </a:cubicBezTo>
                <a:cubicBezTo>
                  <a:pt x="238660" y="1065448"/>
                  <a:pt x="0" y="826939"/>
                  <a:pt x="0" y="532724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12600000" scaled="0"/>
          </a:gradFill>
          <a:ln w="19050" cap="flat">
            <a:solidFill>
              <a:srgbClr val="FFFFFF"/>
            </a:solidFill>
            <a:prstDash val="solid"/>
            <a:miter/>
          </a:ln>
          <a:effectLst>
            <a:outerShdw blurRad="63500" sx="103000" sy="103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A3DE19A4-9651-B242-9730-4570EBA55CA8}"/>
              </a:ext>
            </a:extLst>
          </p:cNvPr>
          <p:cNvSpPr/>
          <p:nvPr/>
        </p:nvSpPr>
        <p:spPr>
          <a:xfrm rot="1153219">
            <a:off x="5559706" y="2038556"/>
            <a:ext cx="2122521" cy="1642337"/>
          </a:xfrm>
          <a:custGeom>
            <a:avLst/>
            <a:gdLst>
              <a:gd name="connsiteX0" fmla="*/ 1145418 w 2660743"/>
              <a:gd name="connsiteY0" fmla="*/ 9 h 2058796"/>
              <a:gd name="connsiteX1" fmla="*/ 633012 w 2660743"/>
              <a:gd name="connsiteY1" fmla="*/ 9 h 2058796"/>
              <a:gd name="connsiteX2" fmla="*/ 0 w 2660743"/>
              <a:gd name="connsiteY2" fmla="*/ 632619 h 2058796"/>
              <a:gd name="connsiteX3" fmla="*/ 633012 w 2660743"/>
              <a:gd name="connsiteY3" fmla="*/ 1265228 h 2058796"/>
              <a:gd name="connsiteX4" fmla="*/ 1145418 w 2660743"/>
              <a:gd name="connsiteY4" fmla="*/ 1265228 h 2058796"/>
              <a:gd name="connsiteX5" fmla="*/ 2301022 w 2660743"/>
              <a:gd name="connsiteY5" fmla="*/ 2058797 h 2058796"/>
              <a:gd name="connsiteX6" fmla="*/ 2217541 w 2660743"/>
              <a:gd name="connsiteY6" fmla="*/ 1883569 h 2058796"/>
              <a:gd name="connsiteX7" fmla="*/ 1961290 w 2660743"/>
              <a:gd name="connsiteY7" fmla="*/ 1440076 h 2058796"/>
              <a:gd name="connsiteX8" fmla="*/ 2193415 w 2660743"/>
              <a:gd name="connsiteY8" fmla="*/ 576169 h 2058796"/>
              <a:gd name="connsiteX9" fmla="*/ 2660744 w 2660743"/>
              <a:gd name="connsiteY9" fmla="*/ 509902 h 2058796"/>
              <a:gd name="connsiteX10" fmla="*/ 1145418 w 2660743"/>
              <a:gd name="connsiteY10" fmla="*/ 9 h 205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0743" h="2058796">
                <a:moveTo>
                  <a:pt x="1145418" y="9"/>
                </a:moveTo>
                <a:lnTo>
                  <a:pt x="633012" y="9"/>
                </a:lnTo>
                <a:cubicBezTo>
                  <a:pt x="283409" y="9"/>
                  <a:pt x="0" y="283238"/>
                  <a:pt x="0" y="632619"/>
                </a:cubicBezTo>
                <a:cubicBezTo>
                  <a:pt x="0" y="981999"/>
                  <a:pt x="283409" y="1265228"/>
                  <a:pt x="633012" y="1265228"/>
                </a:cubicBezTo>
                <a:lnTo>
                  <a:pt x="1145418" y="1265228"/>
                </a:lnTo>
                <a:cubicBezTo>
                  <a:pt x="1657672" y="1265779"/>
                  <a:pt x="2116847" y="1581101"/>
                  <a:pt x="2301022" y="2058797"/>
                </a:cubicBezTo>
                <a:cubicBezTo>
                  <a:pt x="2277881" y="1998271"/>
                  <a:pt x="2249966" y="1939677"/>
                  <a:pt x="2217541" y="1883569"/>
                </a:cubicBezTo>
                <a:lnTo>
                  <a:pt x="1961290" y="1440076"/>
                </a:lnTo>
                <a:cubicBezTo>
                  <a:pt x="1786676" y="1137456"/>
                  <a:pt x="1890602" y="750671"/>
                  <a:pt x="2193415" y="576169"/>
                </a:cubicBezTo>
                <a:cubicBezTo>
                  <a:pt x="2334814" y="494685"/>
                  <a:pt x="2502245" y="470943"/>
                  <a:pt x="2660744" y="509902"/>
                </a:cubicBezTo>
                <a:cubicBezTo>
                  <a:pt x="2225620" y="177781"/>
                  <a:pt x="1692936" y="-1462"/>
                  <a:pt x="1145418" y="9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 w="9507" cap="flat">
            <a:noFill/>
            <a:prstDash val="solid"/>
            <a:miter/>
          </a:ln>
          <a:effectLst>
            <a:outerShdw blurRad="127000" dist="38100" dir="10800000" algn="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FE1CF615-3F95-984C-B825-F54A50A8BC6A}"/>
              </a:ext>
            </a:extLst>
          </p:cNvPr>
          <p:cNvSpPr>
            <a:spLocks noChangeAspect="1"/>
          </p:cNvSpPr>
          <p:nvPr/>
        </p:nvSpPr>
        <p:spPr>
          <a:xfrm rot="1153219">
            <a:off x="5848515" y="2026531"/>
            <a:ext cx="702865" cy="702418"/>
          </a:xfrm>
          <a:custGeom>
            <a:avLst/>
            <a:gdLst>
              <a:gd name="connsiteX0" fmla="*/ 0 w 1066125"/>
              <a:gd name="connsiteY0" fmla="*/ 532724 h 1065447"/>
              <a:gd name="connsiteX1" fmla="*/ 533063 w 1066125"/>
              <a:gd name="connsiteY1" fmla="*/ 0 h 1065447"/>
              <a:gd name="connsiteX2" fmla="*/ 1066125 w 1066125"/>
              <a:gd name="connsiteY2" fmla="*/ 532724 h 1065447"/>
              <a:gd name="connsiteX3" fmla="*/ 533063 w 1066125"/>
              <a:gd name="connsiteY3" fmla="*/ 1065448 h 1065447"/>
              <a:gd name="connsiteX4" fmla="*/ 0 w 1066125"/>
              <a:gd name="connsiteY4" fmla="*/ 532724 h 1065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6125" h="1065447">
                <a:moveTo>
                  <a:pt x="0" y="532724"/>
                </a:moveTo>
                <a:cubicBezTo>
                  <a:pt x="0" y="238509"/>
                  <a:pt x="238660" y="0"/>
                  <a:pt x="533063" y="0"/>
                </a:cubicBezTo>
                <a:cubicBezTo>
                  <a:pt x="827465" y="0"/>
                  <a:pt x="1066125" y="238509"/>
                  <a:pt x="1066125" y="532724"/>
                </a:cubicBezTo>
                <a:cubicBezTo>
                  <a:pt x="1066125" y="826939"/>
                  <a:pt x="827465" y="1065448"/>
                  <a:pt x="533063" y="1065448"/>
                </a:cubicBezTo>
                <a:cubicBezTo>
                  <a:pt x="238660" y="1065448"/>
                  <a:pt x="0" y="826939"/>
                  <a:pt x="0" y="532724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 w="19050" cap="flat">
            <a:solidFill>
              <a:srgbClr val="FFFFFF"/>
            </a:solidFill>
            <a:prstDash val="solid"/>
            <a:miter/>
          </a:ln>
          <a:effectLst>
            <a:outerShdw blurRad="63500" sx="103000" sy="103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CCD515F5-EC24-E74C-90A1-8B6E50B3AF80}"/>
              </a:ext>
            </a:extLst>
          </p:cNvPr>
          <p:cNvSpPr>
            <a:spLocks noChangeAspect="1"/>
          </p:cNvSpPr>
          <p:nvPr/>
        </p:nvSpPr>
        <p:spPr>
          <a:xfrm rot="1153219">
            <a:off x="7133281" y="2889374"/>
            <a:ext cx="702865" cy="702418"/>
          </a:xfrm>
          <a:custGeom>
            <a:avLst/>
            <a:gdLst>
              <a:gd name="connsiteX0" fmla="*/ 0 w 1066125"/>
              <a:gd name="connsiteY0" fmla="*/ 532724 h 1065447"/>
              <a:gd name="connsiteX1" fmla="*/ 533063 w 1066125"/>
              <a:gd name="connsiteY1" fmla="*/ 0 h 1065447"/>
              <a:gd name="connsiteX2" fmla="*/ 1066125 w 1066125"/>
              <a:gd name="connsiteY2" fmla="*/ 532724 h 1065447"/>
              <a:gd name="connsiteX3" fmla="*/ 533063 w 1066125"/>
              <a:gd name="connsiteY3" fmla="*/ 1065448 h 1065447"/>
              <a:gd name="connsiteX4" fmla="*/ 0 w 1066125"/>
              <a:gd name="connsiteY4" fmla="*/ 532724 h 1065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6125" h="1065447">
                <a:moveTo>
                  <a:pt x="0" y="532724"/>
                </a:moveTo>
                <a:cubicBezTo>
                  <a:pt x="0" y="238509"/>
                  <a:pt x="238660" y="0"/>
                  <a:pt x="533063" y="0"/>
                </a:cubicBezTo>
                <a:cubicBezTo>
                  <a:pt x="827465" y="0"/>
                  <a:pt x="1066125" y="238509"/>
                  <a:pt x="1066125" y="532724"/>
                </a:cubicBezTo>
                <a:cubicBezTo>
                  <a:pt x="1066125" y="826939"/>
                  <a:pt x="827465" y="1065448"/>
                  <a:pt x="533063" y="1065448"/>
                </a:cubicBezTo>
                <a:cubicBezTo>
                  <a:pt x="238660" y="1065448"/>
                  <a:pt x="0" y="826939"/>
                  <a:pt x="0" y="532724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 w="19050" cap="flat">
            <a:solidFill>
              <a:srgbClr val="FFFFFF"/>
            </a:solidFill>
            <a:prstDash val="solid"/>
            <a:miter/>
          </a:ln>
          <a:effectLst>
            <a:outerShdw blurRad="63500" sx="103000" sy="103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43E82DA1-7672-764C-883C-8CBC9AA6455E}"/>
              </a:ext>
            </a:extLst>
          </p:cNvPr>
          <p:cNvSpPr/>
          <p:nvPr/>
        </p:nvSpPr>
        <p:spPr>
          <a:xfrm rot="1635020">
            <a:off x="3963257" y="1788504"/>
            <a:ext cx="4265136" cy="4265137"/>
          </a:xfrm>
          <a:prstGeom prst="ellipse">
            <a:avLst/>
          </a:prstGeom>
          <a:noFill/>
          <a:ln w="25400" cap="rnd">
            <a:solidFill>
              <a:schemeClr val="tx1">
                <a:alpha val="28000"/>
              </a:schemeClr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EG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AF159322-2A59-3247-9EEB-025207033D8E}"/>
              </a:ext>
            </a:extLst>
          </p:cNvPr>
          <p:cNvSpPr/>
          <p:nvPr/>
        </p:nvSpPr>
        <p:spPr>
          <a:xfrm rot="1635020">
            <a:off x="7101762" y="2005277"/>
            <a:ext cx="145084" cy="145085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C710E4AE-F7AA-F94B-BC60-88C528EE35C2}"/>
              </a:ext>
            </a:extLst>
          </p:cNvPr>
          <p:cNvSpPr/>
          <p:nvPr/>
        </p:nvSpPr>
        <p:spPr>
          <a:xfrm rot="1635020">
            <a:off x="8160029" y="3884154"/>
            <a:ext cx="145084" cy="145085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51" name="Freeform 50">
            <a:extLst>
              <a:ext uri="{FF2B5EF4-FFF2-40B4-BE49-F238E27FC236}">
                <a16:creationId xmlns:a16="http://schemas.microsoft.com/office/drawing/2014/main" id="{CE777A6A-C5F0-3246-A9C0-5DAB13EC49E7}"/>
              </a:ext>
            </a:extLst>
          </p:cNvPr>
          <p:cNvSpPr/>
          <p:nvPr/>
        </p:nvSpPr>
        <p:spPr>
          <a:xfrm rot="1635020">
            <a:off x="7111787" y="5675681"/>
            <a:ext cx="144000" cy="145085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52" name="Freeform 51">
            <a:extLst>
              <a:ext uri="{FF2B5EF4-FFF2-40B4-BE49-F238E27FC236}">
                <a16:creationId xmlns:a16="http://schemas.microsoft.com/office/drawing/2014/main" id="{2AF484BE-94E1-A94E-B4FC-880FA0E253C1}"/>
              </a:ext>
            </a:extLst>
          </p:cNvPr>
          <p:cNvSpPr/>
          <p:nvPr/>
        </p:nvSpPr>
        <p:spPr>
          <a:xfrm rot="1635020">
            <a:off x="4924215" y="5675681"/>
            <a:ext cx="145084" cy="145085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53" name="Freeform 52">
            <a:extLst>
              <a:ext uri="{FF2B5EF4-FFF2-40B4-BE49-F238E27FC236}">
                <a16:creationId xmlns:a16="http://schemas.microsoft.com/office/drawing/2014/main" id="{7064CC95-EDE8-8D42-9DA2-3EEB5ED3A3B0}"/>
              </a:ext>
            </a:extLst>
          </p:cNvPr>
          <p:cNvSpPr/>
          <p:nvPr/>
        </p:nvSpPr>
        <p:spPr>
          <a:xfrm rot="1635020">
            <a:off x="3872943" y="3884154"/>
            <a:ext cx="145084" cy="145085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9A951378-6973-D841-AA8F-4523073DA535}"/>
              </a:ext>
            </a:extLst>
          </p:cNvPr>
          <p:cNvSpPr/>
          <p:nvPr/>
        </p:nvSpPr>
        <p:spPr>
          <a:xfrm rot="1635020">
            <a:off x="4920596" y="2012664"/>
            <a:ext cx="145084" cy="145085"/>
          </a:xfrm>
          <a:custGeom>
            <a:avLst/>
            <a:gdLst>
              <a:gd name="connsiteX0" fmla="*/ 3091 w 193106"/>
              <a:gd name="connsiteY0" fmla="*/ 120697 h 193107"/>
              <a:gd name="connsiteX1" fmla="*/ 72410 w 193106"/>
              <a:gd name="connsiteY1" fmla="*/ 3091 h 193107"/>
              <a:gd name="connsiteX2" fmla="*/ 190016 w 193106"/>
              <a:gd name="connsiteY2" fmla="*/ 72410 h 193107"/>
              <a:gd name="connsiteX3" fmla="*/ 120755 w 193106"/>
              <a:gd name="connsiteY3" fmla="*/ 190000 h 193107"/>
              <a:gd name="connsiteX4" fmla="*/ 3107 w 193106"/>
              <a:gd name="connsiteY4" fmla="*/ 120755 h 193107"/>
              <a:gd name="connsiteX5" fmla="*/ 3091 w 193106"/>
              <a:gd name="connsiteY5" fmla="*/ 120697 h 1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106" h="193107">
                <a:moveTo>
                  <a:pt x="3091" y="120697"/>
                </a:moveTo>
                <a:cubicBezTo>
                  <a:pt x="-10243" y="69079"/>
                  <a:pt x="20792" y="16425"/>
                  <a:pt x="72410" y="3091"/>
                </a:cubicBezTo>
                <a:cubicBezTo>
                  <a:pt x="124028" y="-10243"/>
                  <a:pt x="176682" y="20793"/>
                  <a:pt x="190016" y="72410"/>
                </a:cubicBezTo>
                <a:cubicBezTo>
                  <a:pt x="203344" y="124005"/>
                  <a:pt x="172342" y="176640"/>
                  <a:pt x="120755" y="190000"/>
                </a:cubicBezTo>
                <a:cubicBezTo>
                  <a:pt x="69146" y="203367"/>
                  <a:pt x="16473" y="172365"/>
                  <a:pt x="3107" y="120755"/>
                </a:cubicBezTo>
                <a:cubicBezTo>
                  <a:pt x="3102" y="120736"/>
                  <a:pt x="3096" y="120716"/>
                  <a:pt x="3091" y="120697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12600000" scaled="0"/>
          </a:gradFill>
          <a:ln w="9509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07EBD53-DA2F-5446-BBF1-E753CFBD9608}"/>
              </a:ext>
            </a:extLst>
          </p:cNvPr>
          <p:cNvGrpSpPr/>
          <p:nvPr/>
        </p:nvGrpSpPr>
        <p:grpSpPr>
          <a:xfrm flipH="1">
            <a:off x="897253" y="1699296"/>
            <a:ext cx="2783072" cy="723275"/>
            <a:chOff x="7825488" y="1404017"/>
            <a:chExt cx="3368029" cy="723275"/>
          </a:xfrm>
        </p:grpSpPr>
        <p:sp>
          <p:nvSpPr>
            <p:cNvPr id="57" name="Inhaltsplatzhalter 4">
              <a:extLst>
                <a:ext uri="{FF2B5EF4-FFF2-40B4-BE49-F238E27FC236}">
                  <a16:creationId xmlns:a16="http://schemas.microsoft.com/office/drawing/2014/main" id="{50F815B4-CC9A-9943-A4A1-55A4901BAE3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716D398-F146-6944-9C05-32F574B5B91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D759C980-D711-1A44-8C04-09BB3452B0AD}"/>
              </a:ext>
            </a:extLst>
          </p:cNvPr>
          <p:cNvGrpSpPr/>
          <p:nvPr/>
        </p:nvGrpSpPr>
        <p:grpSpPr>
          <a:xfrm>
            <a:off x="8506845" y="1699296"/>
            <a:ext cx="2783072" cy="723275"/>
            <a:chOff x="7825488" y="1404017"/>
            <a:chExt cx="3368029" cy="723275"/>
          </a:xfrm>
        </p:grpSpPr>
        <p:sp>
          <p:nvSpPr>
            <p:cNvPr id="60" name="Inhaltsplatzhalter 4">
              <a:extLst>
                <a:ext uri="{FF2B5EF4-FFF2-40B4-BE49-F238E27FC236}">
                  <a16:creationId xmlns:a16="http://schemas.microsoft.com/office/drawing/2014/main" id="{06CBCDF1-89D7-DC46-AFA4-539A275463E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0DA1D6A0-ADCB-AF41-8759-C428B884EE9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47503230-191A-484E-998B-909C0A196C55}"/>
              </a:ext>
            </a:extLst>
          </p:cNvPr>
          <p:cNvCxnSpPr>
            <a:cxnSpLocks/>
          </p:cNvCxnSpPr>
          <p:nvPr/>
        </p:nvCxnSpPr>
        <p:spPr>
          <a:xfrm flipH="1" flipV="1">
            <a:off x="3902405" y="2080851"/>
            <a:ext cx="1127968" cy="1"/>
          </a:xfrm>
          <a:prstGeom prst="line">
            <a:avLst/>
          </a:prstGeom>
          <a:ln w="19050" cap="rnd">
            <a:solidFill>
              <a:schemeClr val="accent6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Group 62">
            <a:extLst>
              <a:ext uri="{FF2B5EF4-FFF2-40B4-BE49-F238E27FC236}">
                <a16:creationId xmlns:a16="http://schemas.microsoft.com/office/drawing/2014/main" id="{4E07E485-1CE9-FB41-BE01-E42548CCF01E}"/>
              </a:ext>
            </a:extLst>
          </p:cNvPr>
          <p:cNvGrpSpPr/>
          <p:nvPr/>
        </p:nvGrpSpPr>
        <p:grpSpPr>
          <a:xfrm flipH="1">
            <a:off x="1064706" y="5360371"/>
            <a:ext cx="2783072" cy="723275"/>
            <a:chOff x="7825488" y="1404017"/>
            <a:chExt cx="3368029" cy="723275"/>
          </a:xfrm>
        </p:grpSpPr>
        <p:sp>
          <p:nvSpPr>
            <p:cNvPr id="64" name="Inhaltsplatzhalter 4">
              <a:extLst>
                <a:ext uri="{FF2B5EF4-FFF2-40B4-BE49-F238E27FC236}">
                  <a16:creationId xmlns:a16="http://schemas.microsoft.com/office/drawing/2014/main" id="{C92BF648-49A3-E743-9710-E5D719ABBB4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7AF84AD0-299F-CD46-889C-05B54A5A3BE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BB401984-9F1E-6E4A-BB5A-1A1B3C83A743}"/>
              </a:ext>
            </a:extLst>
          </p:cNvPr>
          <p:cNvGrpSpPr/>
          <p:nvPr/>
        </p:nvGrpSpPr>
        <p:grpSpPr>
          <a:xfrm>
            <a:off x="8277503" y="5360371"/>
            <a:ext cx="2783072" cy="723275"/>
            <a:chOff x="7825488" y="1404017"/>
            <a:chExt cx="3368029" cy="723275"/>
          </a:xfrm>
        </p:grpSpPr>
        <p:sp>
          <p:nvSpPr>
            <p:cNvPr id="67" name="Inhaltsplatzhalter 4">
              <a:extLst>
                <a:ext uri="{FF2B5EF4-FFF2-40B4-BE49-F238E27FC236}">
                  <a16:creationId xmlns:a16="http://schemas.microsoft.com/office/drawing/2014/main" id="{C1E11E9E-8E1C-C344-8E7D-6737CBD0429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634CEAA2-2C40-4645-9CFE-AB8C3DAC6AA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33348289-7F8A-4C4E-936B-B598762B5966}"/>
              </a:ext>
            </a:extLst>
          </p:cNvPr>
          <p:cNvGrpSpPr/>
          <p:nvPr/>
        </p:nvGrpSpPr>
        <p:grpSpPr>
          <a:xfrm>
            <a:off x="8895871" y="3585179"/>
            <a:ext cx="2783072" cy="723275"/>
            <a:chOff x="7825488" y="1404017"/>
            <a:chExt cx="3368029" cy="723275"/>
          </a:xfrm>
        </p:grpSpPr>
        <p:sp>
          <p:nvSpPr>
            <p:cNvPr id="70" name="Inhaltsplatzhalter 4">
              <a:extLst>
                <a:ext uri="{FF2B5EF4-FFF2-40B4-BE49-F238E27FC236}">
                  <a16:creationId xmlns:a16="http://schemas.microsoft.com/office/drawing/2014/main" id="{B482BD34-5274-0A48-B380-2297485FE37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BE03A7A3-9D50-CF4A-9C5F-21D7886D7FD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605B53BA-AE40-F44F-90BC-113F78084F58}"/>
              </a:ext>
            </a:extLst>
          </p:cNvPr>
          <p:cNvGrpSpPr/>
          <p:nvPr/>
        </p:nvGrpSpPr>
        <p:grpSpPr>
          <a:xfrm flipH="1">
            <a:off x="507940" y="3585179"/>
            <a:ext cx="2783072" cy="723275"/>
            <a:chOff x="7825488" y="1404017"/>
            <a:chExt cx="3368029" cy="723275"/>
          </a:xfrm>
        </p:grpSpPr>
        <p:sp>
          <p:nvSpPr>
            <p:cNvPr id="73" name="Inhaltsplatzhalter 4">
              <a:extLst>
                <a:ext uri="{FF2B5EF4-FFF2-40B4-BE49-F238E27FC236}">
                  <a16:creationId xmlns:a16="http://schemas.microsoft.com/office/drawing/2014/main" id="{B62342A8-5EF7-A84B-AE2F-5EE0F4C6356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CC54B27A-102A-AB41-B2CA-5BBC06DABDC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BB5682E6-F571-8347-A4F4-8A3D30FA7695}"/>
              </a:ext>
            </a:extLst>
          </p:cNvPr>
          <p:cNvCxnSpPr>
            <a:cxnSpLocks/>
          </p:cNvCxnSpPr>
          <p:nvPr/>
        </p:nvCxnSpPr>
        <p:spPr>
          <a:xfrm flipV="1">
            <a:off x="7149535" y="2077819"/>
            <a:ext cx="1127968" cy="1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5FFB4AC1-CBED-6549-8F91-501A6D19DBDC}"/>
              </a:ext>
            </a:extLst>
          </p:cNvPr>
          <p:cNvCxnSpPr>
            <a:cxnSpLocks/>
          </p:cNvCxnSpPr>
          <p:nvPr/>
        </p:nvCxnSpPr>
        <p:spPr>
          <a:xfrm flipV="1">
            <a:off x="8239610" y="3955273"/>
            <a:ext cx="433913" cy="1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C606380D-BFC7-2543-BE53-BD84380205E2}"/>
              </a:ext>
            </a:extLst>
          </p:cNvPr>
          <p:cNvCxnSpPr>
            <a:cxnSpLocks/>
          </p:cNvCxnSpPr>
          <p:nvPr/>
        </p:nvCxnSpPr>
        <p:spPr>
          <a:xfrm flipH="1" flipV="1">
            <a:off x="3493081" y="3955273"/>
            <a:ext cx="433913" cy="1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FBD84851-2C41-524D-A27C-9851F0425ECD}"/>
              </a:ext>
            </a:extLst>
          </p:cNvPr>
          <p:cNvCxnSpPr>
            <a:cxnSpLocks/>
          </p:cNvCxnSpPr>
          <p:nvPr/>
        </p:nvCxnSpPr>
        <p:spPr>
          <a:xfrm flipV="1">
            <a:off x="7167186" y="5742024"/>
            <a:ext cx="885097" cy="1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2D13B50B-97B7-0849-889C-C6D6430D6A46}"/>
              </a:ext>
            </a:extLst>
          </p:cNvPr>
          <p:cNvCxnSpPr>
            <a:cxnSpLocks/>
          </p:cNvCxnSpPr>
          <p:nvPr/>
        </p:nvCxnSpPr>
        <p:spPr>
          <a:xfrm flipH="1" flipV="1">
            <a:off x="4080688" y="5742024"/>
            <a:ext cx="885097" cy="1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5" name="Graphic 93">
            <a:extLst>
              <a:ext uri="{FF2B5EF4-FFF2-40B4-BE49-F238E27FC236}">
                <a16:creationId xmlns:a16="http://schemas.microsoft.com/office/drawing/2014/main" id="{31575C55-36B8-6D43-8A49-85AA8ABDA1E0}"/>
              </a:ext>
            </a:extLst>
          </p:cNvPr>
          <p:cNvGrpSpPr>
            <a:grpSpLocks noChangeAspect="1"/>
          </p:cNvGrpSpPr>
          <p:nvPr/>
        </p:nvGrpSpPr>
        <p:grpSpPr>
          <a:xfrm>
            <a:off x="4517738" y="4417938"/>
            <a:ext cx="376142" cy="365814"/>
            <a:chOff x="6025659" y="2204381"/>
            <a:chExt cx="341947" cy="332558"/>
          </a:xfrm>
          <a:solidFill>
            <a:srgbClr val="FFFFFF"/>
          </a:solidFill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CB72652-4F98-2D4D-B6F5-9D1D7375F6C1}"/>
                </a:ext>
              </a:extLst>
            </p:cNvPr>
            <p:cNvSpPr/>
            <p:nvPr/>
          </p:nvSpPr>
          <p:spPr>
            <a:xfrm>
              <a:off x="6135191" y="2270138"/>
              <a:ext cx="116401" cy="109819"/>
            </a:xfrm>
            <a:custGeom>
              <a:avLst/>
              <a:gdLst>
                <a:gd name="connsiteX0" fmla="*/ 61061 w 116401"/>
                <a:gd name="connsiteY0" fmla="*/ 109532 h 109819"/>
                <a:gd name="connsiteX1" fmla="*/ 290 w 116401"/>
                <a:gd name="connsiteY1" fmla="*/ 60475 h 109819"/>
                <a:gd name="connsiteX2" fmla="*/ 49818 w 116401"/>
                <a:gd name="connsiteY2" fmla="*/ 283 h 109819"/>
                <a:gd name="connsiteX3" fmla="*/ 61061 w 116401"/>
                <a:gd name="connsiteY3" fmla="*/ 283 h 109819"/>
                <a:gd name="connsiteX4" fmla="*/ 66777 w 116401"/>
                <a:gd name="connsiteY4" fmla="*/ 5943 h 109819"/>
                <a:gd name="connsiteX5" fmla="*/ 66776 w 116401"/>
                <a:gd name="connsiteY5" fmla="*/ 6038 h 109819"/>
                <a:gd name="connsiteX6" fmla="*/ 66776 w 116401"/>
                <a:gd name="connsiteY6" fmla="*/ 23586 h 109819"/>
                <a:gd name="connsiteX7" fmla="*/ 61061 w 116401"/>
                <a:gd name="connsiteY7" fmla="*/ 29246 h 109819"/>
                <a:gd name="connsiteX8" fmla="*/ 35439 w 116401"/>
                <a:gd name="connsiteY8" fmla="*/ 54625 h 109819"/>
                <a:gd name="connsiteX9" fmla="*/ 61061 w 116401"/>
                <a:gd name="connsiteY9" fmla="*/ 80003 h 109819"/>
                <a:gd name="connsiteX10" fmla="*/ 86683 w 116401"/>
                <a:gd name="connsiteY10" fmla="*/ 54625 h 109819"/>
                <a:gd name="connsiteX11" fmla="*/ 92398 w 116401"/>
                <a:gd name="connsiteY11" fmla="*/ 48964 h 109819"/>
                <a:gd name="connsiteX12" fmla="*/ 110591 w 116401"/>
                <a:gd name="connsiteY12" fmla="*/ 48964 h 109819"/>
                <a:gd name="connsiteX13" fmla="*/ 116401 w 116401"/>
                <a:gd name="connsiteY13" fmla="*/ 54529 h 109819"/>
                <a:gd name="connsiteX14" fmla="*/ 116401 w 116401"/>
                <a:gd name="connsiteY14" fmla="*/ 54625 h 109819"/>
                <a:gd name="connsiteX15" fmla="*/ 61061 w 116401"/>
                <a:gd name="connsiteY15" fmla="*/ 109532 h 109819"/>
                <a:gd name="connsiteX16" fmla="*/ 55251 w 116401"/>
                <a:gd name="connsiteY16" fmla="*/ 11604 h 109819"/>
                <a:gd name="connsiteX17" fmla="*/ 17641 w 116401"/>
                <a:gd name="connsiteY17" fmla="*/ 60379 h 109819"/>
                <a:gd name="connsiteX18" fmla="*/ 66885 w 116401"/>
                <a:gd name="connsiteY18" fmla="*/ 97631 h 109819"/>
                <a:gd name="connsiteX19" fmla="*/ 104495 w 116401"/>
                <a:gd name="connsiteY19" fmla="*/ 60379 h 109819"/>
                <a:gd name="connsiteX20" fmla="*/ 97732 w 116401"/>
                <a:gd name="connsiteY20" fmla="*/ 60379 h 109819"/>
                <a:gd name="connsiteX21" fmla="*/ 55251 w 116401"/>
                <a:gd name="connsiteY21" fmla="*/ 90991 h 109819"/>
                <a:gd name="connsiteX22" fmla="*/ 24345 w 116401"/>
                <a:gd name="connsiteY22" fmla="*/ 48914 h 109819"/>
                <a:gd name="connsiteX23" fmla="*/ 55251 w 116401"/>
                <a:gd name="connsiteY23" fmla="*/ 18303 h 10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6401" h="109819">
                  <a:moveTo>
                    <a:pt x="61061" y="109532"/>
                  </a:moveTo>
                  <a:cubicBezTo>
                    <a:pt x="30603" y="112607"/>
                    <a:pt x="3395" y="90644"/>
                    <a:pt x="290" y="60475"/>
                  </a:cubicBezTo>
                  <a:cubicBezTo>
                    <a:pt x="-2815" y="30307"/>
                    <a:pt x="19360" y="3358"/>
                    <a:pt x="49818" y="283"/>
                  </a:cubicBezTo>
                  <a:cubicBezTo>
                    <a:pt x="53556" y="-94"/>
                    <a:pt x="57323" y="-94"/>
                    <a:pt x="61061" y="283"/>
                  </a:cubicBezTo>
                  <a:cubicBezTo>
                    <a:pt x="64217" y="283"/>
                    <a:pt x="66776" y="2817"/>
                    <a:pt x="66777" y="5943"/>
                  </a:cubicBezTo>
                  <a:cubicBezTo>
                    <a:pt x="66777" y="5975"/>
                    <a:pt x="66777" y="6006"/>
                    <a:pt x="66776" y="6038"/>
                  </a:cubicBezTo>
                  <a:lnTo>
                    <a:pt x="66776" y="23586"/>
                  </a:lnTo>
                  <a:cubicBezTo>
                    <a:pt x="66776" y="26712"/>
                    <a:pt x="64217" y="29246"/>
                    <a:pt x="61061" y="29246"/>
                  </a:cubicBezTo>
                  <a:cubicBezTo>
                    <a:pt x="46910" y="29246"/>
                    <a:pt x="35439" y="40609"/>
                    <a:pt x="35439" y="54625"/>
                  </a:cubicBezTo>
                  <a:cubicBezTo>
                    <a:pt x="35439" y="68641"/>
                    <a:pt x="46910" y="80003"/>
                    <a:pt x="61061" y="80003"/>
                  </a:cubicBezTo>
                  <a:cubicBezTo>
                    <a:pt x="75212" y="80003"/>
                    <a:pt x="86683" y="68641"/>
                    <a:pt x="86683" y="54625"/>
                  </a:cubicBezTo>
                  <a:cubicBezTo>
                    <a:pt x="86683" y="51498"/>
                    <a:pt x="89242" y="48964"/>
                    <a:pt x="92398" y="48964"/>
                  </a:cubicBezTo>
                  <a:lnTo>
                    <a:pt x="110591" y="48964"/>
                  </a:lnTo>
                  <a:cubicBezTo>
                    <a:pt x="113747" y="48912"/>
                    <a:pt x="116348" y="51404"/>
                    <a:pt x="116401" y="54529"/>
                  </a:cubicBezTo>
                  <a:cubicBezTo>
                    <a:pt x="116401" y="54561"/>
                    <a:pt x="116401" y="54593"/>
                    <a:pt x="116401" y="54625"/>
                  </a:cubicBezTo>
                  <a:cubicBezTo>
                    <a:pt x="116401" y="84912"/>
                    <a:pt x="91640" y="109480"/>
                    <a:pt x="61061" y="109532"/>
                  </a:cubicBezTo>
                  <a:close/>
                  <a:moveTo>
                    <a:pt x="55251" y="11604"/>
                  </a:moveTo>
                  <a:cubicBezTo>
                    <a:pt x="31267" y="14786"/>
                    <a:pt x="14428" y="36624"/>
                    <a:pt x="17641" y="60379"/>
                  </a:cubicBezTo>
                  <a:cubicBezTo>
                    <a:pt x="20854" y="84135"/>
                    <a:pt x="42901" y="100813"/>
                    <a:pt x="66885" y="97631"/>
                  </a:cubicBezTo>
                  <a:cubicBezTo>
                    <a:pt x="86468" y="95033"/>
                    <a:pt x="101872" y="79775"/>
                    <a:pt x="104495" y="60379"/>
                  </a:cubicBezTo>
                  <a:lnTo>
                    <a:pt x="97732" y="60379"/>
                  </a:lnTo>
                  <a:cubicBezTo>
                    <a:pt x="94536" y="80452"/>
                    <a:pt x="75516" y="94157"/>
                    <a:pt x="55251" y="90991"/>
                  </a:cubicBezTo>
                  <a:cubicBezTo>
                    <a:pt x="34985" y="87825"/>
                    <a:pt x="21148" y="68987"/>
                    <a:pt x="24345" y="48914"/>
                  </a:cubicBezTo>
                  <a:cubicBezTo>
                    <a:pt x="26855" y="33152"/>
                    <a:pt x="39337" y="20789"/>
                    <a:pt x="55251" y="183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CE0A3611-6642-634C-A11F-1FAE887C94F1}"/>
                </a:ext>
              </a:extLst>
            </p:cNvPr>
            <p:cNvSpPr/>
            <p:nvPr/>
          </p:nvSpPr>
          <p:spPr>
            <a:xfrm>
              <a:off x="6082333" y="2472598"/>
              <a:ext cx="228504" cy="64341"/>
            </a:xfrm>
            <a:custGeom>
              <a:avLst/>
              <a:gdLst>
                <a:gd name="connsiteX0" fmla="*/ 196025 w 228504"/>
                <a:gd name="connsiteY0" fmla="*/ 64342 h 64341"/>
                <a:gd name="connsiteX1" fmla="*/ 32480 w 228504"/>
                <a:gd name="connsiteY1" fmla="*/ 64342 h 64341"/>
                <a:gd name="connsiteX2" fmla="*/ 0 w 228504"/>
                <a:gd name="connsiteY2" fmla="*/ 32171 h 64341"/>
                <a:gd name="connsiteX3" fmla="*/ 32480 w 228504"/>
                <a:gd name="connsiteY3" fmla="*/ 0 h 64341"/>
                <a:gd name="connsiteX4" fmla="*/ 196025 w 228504"/>
                <a:gd name="connsiteY4" fmla="*/ 0 h 64341"/>
                <a:gd name="connsiteX5" fmla="*/ 228505 w 228504"/>
                <a:gd name="connsiteY5" fmla="*/ 32171 h 64341"/>
                <a:gd name="connsiteX6" fmla="*/ 196025 w 228504"/>
                <a:gd name="connsiteY6" fmla="*/ 64342 h 64341"/>
                <a:gd name="connsiteX7" fmla="*/ 32480 w 228504"/>
                <a:gd name="connsiteY7" fmla="*/ 11415 h 64341"/>
                <a:gd name="connsiteX8" fmla="*/ 11525 w 228504"/>
                <a:gd name="connsiteY8" fmla="*/ 32171 h 64341"/>
                <a:gd name="connsiteX9" fmla="*/ 32480 w 228504"/>
                <a:gd name="connsiteY9" fmla="*/ 52926 h 64341"/>
                <a:gd name="connsiteX10" fmla="*/ 196025 w 228504"/>
                <a:gd name="connsiteY10" fmla="*/ 52926 h 64341"/>
                <a:gd name="connsiteX11" fmla="*/ 216980 w 228504"/>
                <a:gd name="connsiteY11" fmla="*/ 32171 h 64341"/>
                <a:gd name="connsiteX12" fmla="*/ 196025 w 228504"/>
                <a:gd name="connsiteY12" fmla="*/ 11415 h 64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504" h="64341">
                  <a:moveTo>
                    <a:pt x="196025" y="64342"/>
                  </a:moveTo>
                  <a:lnTo>
                    <a:pt x="32480" y="64342"/>
                  </a:lnTo>
                  <a:cubicBezTo>
                    <a:pt x="14542" y="64342"/>
                    <a:pt x="0" y="49938"/>
                    <a:pt x="0" y="32171"/>
                  </a:cubicBezTo>
                  <a:cubicBezTo>
                    <a:pt x="0" y="14403"/>
                    <a:pt x="14542" y="0"/>
                    <a:pt x="32480" y="0"/>
                  </a:cubicBezTo>
                  <a:lnTo>
                    <a:pt x="196025" y="0"/>
                  </a:lnTo>
                  <a:cubicBezTo>
                    <a:pt x="213963" y="0"/>
                    <a:pt x="228505" y="14403"/>
                    <a:pt x="228505" y="32171"/>
                  </a:cubicBezTo>
                  <a:cubicBezTo>
                    <a:pt x="228505" y="49938"/>
                    <a:pt x="213963" y="64342"/>
                    <a:pt x="196025" y="64342"/>
                  </a:cubicBezTo>
                  <a:close/>
                  <a:moveTo>
                    <a:pt x="32480" y="11415"/>
                  </a:moveTo>
                  <a:cubicBezTo>
                    <a:pt x="20907" y="11415"/>
                    <a:pt x="11525" y="20708"/>
                    <a:pt x="11525" y="32171"/>
                  </a:cubicBezTo>
                  <a:cubicBezTo>
                    <a:pt x="11525" y="43634"/>
                    <a:pt x="20907" y="52926"/>
                    <a:pt x="32480" y="52926"/>
                  </a:cubicBezTo>
                  <a:lnTo>
                    <a:pt x="196025" y="52926"/>
                  </a:lnTo>
                  <a:cubicBezTo>
                    <a:pt x="207598" y="52926"/>
                    <a:pt x="216980" y="43634"/>
                    <a:pt x="216980" y="32171"/>
                  </a:cubicBezTo>
                  <a:cubicBezTo>
                    <a:pt x="216980" y="20708"/>
                    <a:pt x="207598" y="11415"/>
                    <a:pt x="196025" y="114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2404004D-8587-DD42-902D-2383A6DA0ED4}"/>
                </a:ext>
              </a:extLst>
            </p:cNvPr>
            <p:cNvSpPr/>
            <p:nvPr/>
          </p:nvSpPr>
          <p:spPr>
            <a:xfrm>
              <a:off x="6139952" y="2430049"/>
              <a:ext cx="113653" cy="53964"/>
            </a:xfrm>
            <a:custGeom>
              <a:avLst/>
              <a:gdLst>
                <a:gd name="connsiteX0" fmla="*/ 107926 w 113653"/>
                <a:gd name="connsiteY0" fmla="*/ 53965 h 53964"/>
                <a:gd name="connsiteX1" fmla="*/ 5437 w 113653"/>
                <a:gd name="connsiteY1" fmla="*/ 53965 h 53964"/>
                <a:gd name="connsiteX2" fmla="*/ 8 w 113653"/>
                <a:gd name="connsiteY2" fmla="*/ 47927 h 53964"/>
                <a:gd name="connsiteX3" fmla="*/ 8 w 113653"/>
                <a:gd name="connsiteY3" fmla="*/ 5661 h 53964"/>
                <a:gd name="connsiteX4" fmla="*/ 5722 w 113653"/>
                <a:gd name="connsiteY4" fmla="*/ 0 h 53964"/>
                <a:gd name="connsiteX5" fmla="*/ 5818 w 113653"/>
                <a:gd name="connsiteY5" fmla="*/ 1 h 53964"/>
                <a:gd name="connsiteX6" fmla="*/ 107926 w 113653"/>
                <a:gd name="connsiteY6" fmla="*/ 1 h 53964"/>
                <a:gd name="connsiteX7" fmla="*/ 113641 w 113653"/>
                <a:gd name="connsiteY7" fmla="*/ 5661 h 53964"/>
                <a:gd name="connsiteX8" fmla="*/ 113641 w 113653"/>
                <a:gd name="connsiteY8" fmla="*/ 47927 h 53964"/>
                <a:gd name="connsiteX9" fmla="*/ 108320 w 113653"/>
                <a:gd name="connsiteY9" fmla="*/ 53952 h 53964"/>
                <a:gd name="connsiteX10" fmla="*/ 107926 w 113653"/>
                <a:gd name="connsiteY10" fmla="*/ 53965 h 53964"/>
                <a:gd name="connsiteX11" fmla="*/ 11152 w 113653"/>
                <a:gd name="connsiteY11" fmla="*/ 42549 h 53964"/>
                <a:gd name="connsiteX12" fmla="*/ 102116 w 113653"/>
                <a:gd name="connsiteY12" fmla="*/ 42549 h 53964"/>
                <a:gd name="connsiteX13" fmla="*/ 102116 w 113653"/>
                <a:gd name="connsiteY13" fmla="*/ 11416 h 53964"/>
                <a:gd name="connsiteX14" fmla="*/ 11152 w 113653"/>
                <a:gd name="connsiteY14" fmla="*/ 11416 h 5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653" h="53964">
                  <a:moveTo>
                    <a:pt x="107926" y="53965"/>
                  </a:moveTo>
                  <a:lnTo>
                    <a:pt x="5437" y="53965"/>
                  </a:lnTo>
                  <a:cubicBezTo>
                    <a:pt x="2264" y="53763"/>
                    <a:pt x="-155" y="51072"/>
                    <a:pt x="8" y="47927"/>
                  </a:cubicBezTo>
                  <a:lnTo>
                    <a:pt x="8" y="5661"/>
                  </a:lnTo>
                  <a:cubicBezTo>
                    <a:pt x="7" y="2535"/>
                    <a:pt x="2566" y="0"/>
                    <a:pt x="5722" y="0"/>
                  </a:cubicBezTo>
                  <a:cubicBezTo>
                    <a:pt x="5754" y="0"/>
                    <a:pt x="5786" y="0"/>
                    <a:pt x="5818" y="1"/>
                  </a:cubicBezTo>
                  <a:lnTo>
                    <a:pt x="107926" y="1"/>
                  </a:lnTo>
                  <a:cubicBezTo>
                    <a:pt x="111082" y="1"/>
                    <a:pt x="113641" y="2535"/>
                    <a:pt x="113641" y="5661"/>
                  </a:cubicBezTo>
                  <a:lnTo>
                    <a:pt x="113641" y="47927"/>
                  </a:lnTo>
                  <a:cubicBezTo>
                    <a:pt x="113851" y="51046"/>
                    <a:pt x="111469" y="53744"/>
                    <a:pt x="108320" y="53952"/>
                  </a:cubicBezTo>
                  <a:cubicBezTo>
                    <a:pt x="108189" y="53961"/>
                    <a:pt x="108057" y="53965"/>
                    <a:pt x="107926" y="53965"/>
                  </a:cubicBezTo>
                  <a:close/>
                  <a:moveTo>
                    <a:pt x="11152" y="42549"/>
                  </a:moveTo>
                  <a:lnTo>
                    <a:pt x="102116" y="42549"/>
                  </a:lnTo>
                  <a:lnTo>
                    <a:pt x="102116" y="11416"/>
                  </a:lnTo>
                  <a:lnTo>
                    <a:pt x="11152" y="11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50993BED-1D82-1D4F-B61C-D30A43A4BBB6}"/>
                </a:ext>
              </a:extLst>
            </p:cNvPr>
            <p:cNvSpPr/>
            <p:nvPr/>
          </p:nvSpPr>
          <p:spPr>
            <a:xfrm>
              <a:off x="6025659" y="2204381"/>
              <a:ext cx="341947" cy="237083"/>
            </a:xfrm>
            <a:custGeom>
              <a:avLst/>
              <a:gdLst>
                <a:gd name="connsiteX0" fmla="*/ 325184 w 341947"/>
                <a:gd name="connsiteY0" fmla="*/ 237084 h 237083"/>
                <a:gd name="connsiteX1" fmla="*/ 16764 w 341947"/>
                <a:gd name="connsiteY1" fmla="*/ 237084 h 237083"/>
                <a:gd name="connsiteX2" fmla="*/ 0 w 341947"/>
                <a:gd name="connsiteY2" fmla="*/ 220479 h 237083"/>
                <a:gd name="connsiteX3" fmla="*/ 0 w 341947"/>
                <a:gd name="connsiteY3" fmla="*/ 16604 h 237083"/>
                <a:gd name="connsiteX4" fmla="*/ 16764 w 341947"/>
                <a:gd name="connsiteY4" fmla="*/ 0 h 237083"/>
                <a:gd name="connsiteX5" fmla="*/ 325184 w 341947"/>
                <a:gd name="connsiteY5" fmla="*/ 0 h 237083"/>
                <a:gd name="connsiteX6" fmla="*/ 341947 w 341947"/>
                <a:gd name="connsiteY6" fmla="*/ 16604 h 237083"/>
                <a:gd name="connsiteX7" fmla="*/ 341948 w 341947"/>
                <a:gd name="connsiteY7" fmla="*/ 220479 h 237083"/>
                <a:gd name="connsiteX8" fmla="*/ 325184 w 341947"/>
                <a:gd name="connsiteY8" fmla="*/ 237084 h 237083"/>
                <a:gd name="connsiteX9" fmla="*/ 16764 w 341947"/>
                <a:gd name="connsiteY9" fmla="*/ 11415 h 237083"/>
                <a:gd name="connsiteX10" fmla="*/ 11525 w 341947"/>
                <a:gd name="connsiteY10" fmla="*/ 16604 h 237083"/>
                <a:gd name="connsiteX11" fmla="*/ 11525 w 341947"/>
                <a:gd name="connsiteY11" fmla="*/ 220479 h 237083"/>
                <a:gd name="connsiteX12" fmla="*/ 16764 w 341947"/>
                <a:gd name="connsiteY12" fmla="*/ 225668 h 237083"/>
                <a:gd name="connsiteX13" fmla="*/ 325184 w 341947"/>
                <a:gd name="connsiteY13" fmla="*/ 225668 h 237083"/>
                <a:gd name="connsiteX14" fmla="*/ 330327 w 341947"/>
                <a:gd name="connsiteY14" fmla="*/ 220479 h 237083"/>
                <a:gd name="connsiteX15" fmla="*/ 330327 w 341947"/>
                <a:gd name="connsiteY15" fmla="*/ 16604 h 237083"/>
                <a:gd name="connsiteX16" fmla="*/ 325184 w 341947"/>
                <a:gd name="connsiteY16" fmla="*/ 11415 h 23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1947" h="237083">
                  <a:moveTo>
                    <a:pt x="325184" y="237084"/>
                  </a:moveTo>
                  <a:lnTo>
                    <a:pt x="16764" y="237084"/>
                  </a:lnTo>
                  <a:cubicBezTo>
                    <a:pt x="7505" y="237084"/>
                    <a:pt x="0" y="229650"/>
                    <a:pt x="0" y="220479"/>
                  </a:cubicBezTo>
                  <a:lnTo>
                    <a:pt x="0" y="16604"/>
                  </a:lnTo>
                  <a:cubicBezTo>
                    <a:pt x="0" y="7434"/>
                    <a:pt x="7505" y="0"/>
                    <a:pt x="16764" y="0"/>
                  </a:cubicBezTo>
                  <a:lnTo>
                    <a:pt x="325184" y="0"/>
                  </a:lnTo>
                  <a:cubicBezTo>
                    <a:pt x="334442" y="0"/>
                    <a:pt x="341947" y="7434"/>
                    <a:pt x="341947" y="16604"/>
                  </a:cubicBezTo>
                  <a:lnTo>
                    <a:pt x="341948" y="220479"/>
                  </a:lnTo>
                  <a:cubicBezTo>
                    <a:pt x="341948" y="229650"/>
                    <a:pt x="334442" y="237084"/>
                    <a:pt x="325184" y="237084"/>
                  </a:cubicBezTo>
                  <a:close/>
                  <a:moveTo>
                    <a:pt x="16764" y="11415"/>
                  </a:moveTo>
                  <a:cubicBezTo>
                    <a:pt x="13871" y="11415"/>
                    <a:pt x="11525" y="13739"/>
                    <a:pt x="11525" y="16604"/>
                  </a:cubicBezTo>
                  <a:lnTo>
                    <a:pt x="11525" y="220479"/>
                  </a:lnTo>
                  <a:cubicBezTo>
                    <a:pt x="11525" y="223345"/>
                    <a:pt x="13871" y="225668"/>
                    <a:pt x="16764" y="225668"/>
                  </a:cubicBezTo>
                  <a:lnTo>
                    <a:pt x="325184" y="225668"/>
                  </a:lnTo>
                  <a:cubicBezTo>
                    <a:pt x="328040" y="225617"/>
                    <a:pt x="330327" y="223309"/>
                    <a:pt x="330327" y="220479"/>
                  </a:cubicBezTo>
                  <a:lnTo>
                    <a:pt x="330327" y="16604"/>
                  </a:lnTo>
                  <a:cubicBezTo>
                    <a:pt x="330327" y="13775"/>
                    <a:pt x="328040" y="11467"/>
                    <a:pt x="325184" y="114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F3D8999-7A72-A846-800D-A0F52DCAB460}"/>
                </a:ext>
              </a:extLst>
            </p:cNvPr>
            <p:cNvSpPr/>
            <p:nvPr/>
          </p:nvSpPr>
          <p:spPr>
            <a:xfrm>
              <a:off x="6055759" y="2232684"/>
              <a:ext cx="281654" cy="180383"/>
            </a:xfrm>
            <a:custGeom>
              <a:avLst/>
              <a:gdLst>
                <a:gd name="connsiteX0" fmla="*/ 275939 w 281654"/>
                <a:gd name="connsiteY0" fmla="*/ 180384 h 180383"/>
                <a:gd name="connsiteX1" fmla="*/ 5810 w 281654"/>
                <a:gd name="connsiteY1" fmla="*/ 180384 h 180383"/>
                <a:gd name="connsiteX2" fmla="*/ 0 w 281654"/>
                <a:gd name="connsiteY2" fmla="*/ 174723 h 180383"/>
                <a:gd name="connsiteX3" fmla="*/ 0 w 281654"/>
                <a:gd name="connsiteY3" fmla="*/ 5755 h 180383"/>
                <a:gd name="connsiteX4" fmla="*/ 5810 w 281654"/>
                <a:gd name="connsiteY4" fmla="*/ 0 h 180383"/>
                <a:gd name="connsiteX5" fmla="*/ 275939 w 281654"/>
                <a:gd name="connsiteY5" fmla="*/ 0 h 180383"/>
                <a:gd name="connsiteX6" fmla="*/ 281654 w 281654"/>
                <a:gd name="connsiteY6" fmla="*/ 5661 h 180383"/>
                <a:gd name="connsiteX7" fmla="*/ 281654 w 281654"/>
                <a:gd name="connsiteY7" fmla="*/ 174723 h 180383"/>
                <a:gd name="connsiteX8" fmla="*/ 275939 w 281654"/>
                <a:gd name="connsiteY8" fmla="*/ 180384 h 180383"/>
                <a:gd name="connsiteX9" fmla="*/ 11621 w 281654"/>
                <a:gd name="connsiteY9" fmla="*/ 168968 h 180383"/>
                <a:gd name="connsiteX10" fmla="*/ 270129 w 281654"/>
                <a:gd name="connsiteY10" fmla="*/ 168968 h 180383"/>
                <a:gd name="connsiteX11" fmla="*/ 270129 w 281654"/>
                <a:gd name="connsiteY11" fmla="*/ 11510 h 180383"/>
                <a:gd name="connsiteX12" fmla="*/ 11621 w 281654"/>
                <a:gd name="connsiteY12" fmla="*/ 11510 h 180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1654" h="180383">
                  <a:moveTo>
                    <a:pt x="275939" y="180384"/>
                  </a:moveTo>
                  <a:lnTo>
                    <a:pt x="5810" y="180384"/>
                  </a:lnTo>
                  <a:cubicBezTo>
                    <a:pt x="2638" y="180384"/>
                    <a:pt x="52" y="177864"/>
                    <a:pt x="0" y="174723"/>
                  </a:cubicBezTo>
                  <a:lnTo>
                    <a:pt x="0" y="5755"/>
                  </a:lnTo>
                  <a:cubicBezTo>
                    <a:pt x="0" y="2577"/>
                    <a:pt x="2601" y="0"/>
                    <a:pt x="5810" y="0"/>
                  </a:cubicBezTo>
                  <a:lnTo>
                    <a:pt x="275939" y="0"/>
                  </a:lnTo>
                  <a:cubicBezTo>
                    <a:pt x="279096" y="0"/>
                    <a:pt x="281654" y="2534"/>
                    <a:pt x="281654" y="5661"/>
                  </a:cubicBezTo>
                  <a:lnTo>
                    <a:pt x="281654" y="174723"/>
                  </a:lnTo>
                  <a:cubicBezTo>
                    <a:pt x="281654" y="177849"/>
                    <a:pt x="279096" y="180384"/>
                    <a:pt x="275939" y="180384"/>
                  </a:cubicBezTo>
                  <a:close/>
                  <a:moveTo>
                    <a:pt x="11621" y="168968"/>
                  </a:moveTo>
                  <a:lnTo>
                    <a:pt x="270129" y="168968"/>
                  </a:lnTo>
                  <a:lnTo>
                    <a:pt x="270129" y="11510"/>
                  </a:lnTo>
                  <a:lnTo>
                    <a:pt x="11621" y="115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991A6E8F-CFB8-EC49-B5AD-0F943F8AA8D6}"/>
                </a:ext>
              </a:extLst>
            </p:cNvPr>
            <p:cNvSpPr/>
            <p:nvPr/>
          </p:nvSpPr>
          <p:spPr>
            <a:xfrm>
              <a:off x="6205968" y="2254572"/>
              <a:ext cx="61150" cy="60568"/>
            </a:xfrm>
            <a:custGeom>
              <a:avLst/>
              <a:gdLst>
                <a:gd name="connsiteX0" fmla="*/ 55340 w 61150"/>
                <a:gd name="connsiteY0" fmla="*/ 60568 h 60568"/>
                <a:gd name="connsiteX1" fmla="*/ 37147 w 61150"/>
                <a:gd name="connsiteY1" fmla="*/ 60568 h 60568"/>
                <a:gd name="connsiteX2" fmla="*/ 31432 w 61150"/>
                <a:gd name="connsiteY2" fmla="*/ 54908 h 60568"/>
                <a:gd name="connsiteX3" fmla="*/ 31433 w 61150"/>
                <a:gd name="connsiteY3" fmla="*/ 54813 h 60568"/>
                <a:gd name="connsiteX4" fmla="*/ 5810 w 61150"/>
                <a:gd name="connsiteY4" fmla="*/ 29435 h 60568"/>
                <a:gd name="connsiteX5" fmla="*/ 1 w 61150"/>
                <a:gd name="connsiteY5" fmla="*/ 23870 h 60568"/>
                <a:gd name="connsiteX6" fmla="*/ 0 w 61150"/>
                <a:gd name="connsiteY6" fmla="*/ 23774 h 60568"/>
                <a:gd name="connsiteX7" fmla="*/ 0 w 61150"/>
                <a:gd name="connsiteY7" fmla="*/ 5755 h 60568"/>
                <a:gd name="connsiteX8" fmla="*/ 5810 w 61150"/>
                <a:gd name="connsiteY8" fmla="*/ 0 h 60568"/>
                <a:gd name="connsiteX9" fmla="*/ 61151 w 61150"/>
                <a:gd name="connsiteY9" fmla="*/ 54813 h 60568"/>
                <a:gd name="connsiteX10" fmla="*/ 55340 w 61150"/>
                <a:gd name="connsiteY10" fmla="*/ 60568 h 60568"/>
                <a:gd name="connsiteX11" fmla="*/ 42481 w 61150"/>
                <a:gd name="connsiteY11" fmla="*/ 49153 h 60568"/>
                <a:gd name="connsiteX12" fmla="*/ 49244 w 61150"/>
                <a:gd name="connsiteY12" fmla="*/ 49153 h 60568"/>
                <a:gd name="connsiteX13" fmla="*/ 11144 w 61150"/>
                <a:gd name="connsiteY13" fmla="*/ 11415 h 60568"/>
                <a:gd name="connsiteX14" fmla="*/ 11144 w 61150"/>
                <a:gd name="connsiteY14" fmla="*/ 18114 h 60568"/>
                <a:gd name="connsiteX15" fmla="*/ 42482 w 61150"/>
                <a:gd name="connsiteY15" fmla="*/ 49153 h 60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150" h="60568">
                  <a:moveTo>
                    <a:pt x="55340" y="60568"/>
                  </a:moveTo>
                  <a:lnTo>
                    <a:pt x="37147" y="60568"/>
                  </a:lnTo>
                  <a:cubicBezTo>
                    <a:pt x="33991" y="60569"/>
                    <a:pt x="31432" y="58035"/>
                    <a:pt x="31432" y="54908"/>
                  </a:cubicBezTo>
                  <a:cubicBezTo>
                    <a:pt x="31432" y="54877"/>
                    <a:pt x="31432" y="54845"/>
                    <a:pt x="31433" y="54813"/>
                  </a:cubicBezTo>
                  <a:cubicBezTo>
                    <a:pt x="31380" y="40819"/>
                    <a:pt x="19939" y="29487"/>
                    <a:pt x="5810" y="29435"/>
                  </a:cubicBezTo>
                  <a:cubicBezTo>
                    <a:pt x="2654" y="29487"/>
                    <a:pt x="53" y="26995"/>
                    <a:pt x="1" y="23870"/>
                  </a:cubicBezTo>
                  <a:cubicBezTo>
                    <a:pt x="0" y="23838"/>
                    <a:pt x="0" y="23806"/>
                    <a:pt x="0" y="23774"/>
                  </a:cubicBezTo>
                  <a:lnTo>
                    <a:pt x="0" y="5755"/>
                  </a:lnTo>
                  <a:cubicBezTo>
                    <a:pt x="0" y="2577"/>
                    <a:pt x="2601" y="0"/>
                    <a:pt x="5810" y="0"/>
                  </a:cubicBezTo>
                  <a:cubicBezTo>
                    <a:pt x="36352" y="52"/>
                    <a:pt x="61098" y="24562"/>
                    <a:pt x="61151" y="54813"/>
                  </a:cubicBezTo>
                  <a:cubicBezTo>
                    <a:pt x="61151" y="57992"/>
                    <a:pt x="58549" y="60568"/>
                    <a:pt x="55340" y="60568"/>
                  </a:cubicBezTo>
                  <a:close/>
                  <a:moveTo>
                    <a:pt x="42481" y="49153"/>
                  </a:moveTo>
                  <a:lnTo>
                    <a:pt x="49244" y="49153"/>
                  </a:lnTo>
                  <a:cubicBezTo>
                    <a:pt x="46681" y="29458"/>
                    <a:pt x="31028" y="13954"/>
                    <a:pt x="11144" y="11415"/>
                  </a:cubicBezTo>
                  <a:lnTo>
                    <a:pt x="11144" y="18114"/>
                  </a:lnTo>
                  <a:cubicBezTo>
                    <a:pt x="27345" y="20509"/>
                    <a:pt x="40064" y="33106"/>
                    <a:pt x="42482" y="491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2" name="Graphic 95">
            <a:extLst>
              <a:ext uri="{FF2B5EF4-FFF2-40B4-BE49-F238E27FC236}">
                <a16:creationId xmlns:a16="http://schemas.microsoft.com/office/drawing/2014/main" id="{70E02928-CC5A-0B43-A5D4-0766F4899F9E}"/>
              </a:ext>
            </a:extLst>
          </p:cNvPr>
          <p:cNvGrpSpPr>
            <a:grpSpLocks noChangeAspect="1"/>
          </p:cNvGrpSpPr>
          <p:nvPr/>
        </p:nvGrpSpPr>
        <p:grpSpPr>
          <a:xfrm>
            <a:off x="5800795" y="5273856"/>
            <a:ext cx="379035" cy="379321"/>
            <a:chOff x="6025583" y="2198000"/>
            <a:chExt cx="344577" cy="344837"/>
          </a:xfrm>
          <a:solidFill>
            <a:srgbClr val="FFFFFF"/>
          </a:solidFill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66134DC-B40A-C64F-A569-07D987730E46}"/>
                </a:ext>
              </a:extLst>
            </p:cNvPr>
            <p:cNvSpPr/>
            <p:nvPr/>
          </p:nvSpPr>
          <p:spPr>
            <a:xfrm>
              <a:off x="6025583" y="2198326"/>
              <a:ext cx="344577" cy="344037"/>
            </a:xfrm>
            <a:custGeom>
              <a:avLst/>
              <a:gdLst>
                <a:gd name="connsiteX0" fmla="*/ 69704 w 344577"/>
                <a:gd name="connsiteY0" fmla="*/ 344035 h 344037"/>
                <a:gd name="connsiteX1" fmla="*/ 52274 w 344577"/>
                <a:gd name="connsiteY1" fmla="*/ 341844 h 344037"/>
                <a:gd name="connsiteX2" fmla="*/ 48259 w 344577"/>
                <a:gd name="connsiteY2" fmla="*/ 334829 h 344037"/>
                <a:gd name="connsiteX3" fmla="*/ 49702 w 344577"/>
                <a:gd name="connsiteY3" fmla="*/ 332319 h 344037"/>
                <a:gd name="connsiteX4" fmla="*/ 69990 w 344577"/>
                <a:gd name="connsiteY4" fmla="*/ 311935 h 344037"/>
                <a:gd name="connsiteX5" fmla="*/ 70375 w 344577"/>
                <a:gd name="connsiteY5" fmla="*/ 274220 h 344037"/>
                <a:gd name="connsiteX6" fmla="*/ 69990 w 344577"/>
                <a:gd name="connsiteY6" fmla="*/ 273835 h 344037"/>
                <a:gd name="connsiteX7" fmla="*/ 32139 w 344577"/>
                <a:gd name="connsiteY7" fmla="*/ 273586 h 344037"/>
                <a:gd name="connsiteX8" fmla="*/ 31890 w 344577"/>
                <a:gd name="connsiteY8" fmla="*/ 273835 h 344037"/>
                <a:gd name="connsiteX9" fmla="*/ 11983 w 344577"/>
                <a:gd name="connsiteY9" fmla="*/ 294981 h 344037"/>
                <a:gd name="connsiteX10" fmla="*/ 6363 w 344577"/>
                <a:gd name="connsiteY10" fmla="*/ 296410 h 344037"/>
                <a:gd name="connsiteX11" fmla="*/ 2267 w 344577"/>
                <a:gd name="connsiteY11" fmla="*/ 292314 h 344037"/>
                <a:gd name="connsiteX12" fmla="*/ 52086 w 344577"/>
                <a:gd name="connsiteY12" fmla="*/ 207378 h 344037"/>
                <a:gd name="connsiteX13" fmla="*/ 91326 w 344577"/>
                <a:gd name="connsiteY13" fmla="*/ 208589 h 344037"/>
                <a:gd name="connsiteX14" fmla="*/ 208103 w 344577"/>
                <a:gd name="connsiteY14" fmla="*/ 91336 h 344037"/>
                <a:gd name="connsiteX15" fmla="*/ 252551 w 344577"/>
                <a:gd name="connsiteY15" fmla="*/ 3471 h 344037"/>
                <a:gd name="connsiteX16" fmla="*/ 291923 w 344577"/>
                <a:gd name="connsiteY16" fmla="*/ 2278 h 344037"/>
                <a:gd name="connsiteX17" fmla="*/ 296018 w 344577"/>
                <a:gd name="connsiteY17" fmla="*/ 6278 h 344037"/>
                <a:gd name="connsiteX18" fmla="*/ 294494 w 344577"/>
                <a:gd name="connsiteY18" fmla="*/ 11898 h 344037"/>
                <a:gd name="connsiteX19" fmla="*/ 274206 w 344577"/>
                <a:gd name="connsiteY19" fmla="*/ 32281 h 344037"/>
                <a:gd name="connsiteX20" fmla="*/ 273821 w 344577"/>
                <a:gd name="connsiteY20" fmla="*/ 69996 h 344037"/>
                <a:gd name="connsiteX21" fmla="*/ 274206 w 344577"/>
                <a:gd name="connsiteY21" fmla="*/ 70381 h 344037"/>
                <a:gd name="connsiteX22" fmla="*/ 312057 w 344577"/>
                <a:gd name="connsiteY22" fmla="*/ 70630 h 344037"/>
                <a:gd name="connsiteX23" fmla="*/ 312306 w 344577"/>
                <a:gd name="connsiteY23" fmla="*/ 70381 h 344037"/>
                <a:gd name="connsiteX24" fmla="*/ 332594 w 344577"/>
                <a:gd name="connsiteY24" fmla="*/ 49998 h 344037"/>
                <a:gd name="connsiteX25" fmla="*/ 338214 w 344577"/>
                <a:gd name="connsiteY25" fmla="*/ 48474 h 344037"/>
                <a:gd name="connsiteX26" fmla="*/ 342310 w 344577"/>
                <a:gd name="connsiteY26" fmla="*/ 52665 h 344037"/>
                <a:gd name="connsiteX27" fmla="*/ 292491 w 344577"/>
                <a:gd name="connsiteY27" fmla="*/ 137601 h 344037"/>
                <a:gd name="connsiteX28" fmla="*/ 253251 w 344577"/>
                <a:gd name="connsiteY28" fmla="*/ 136390 h 344037"/>
                <a:gd name="connsiteX29" fmla="*/ 136094 w 344577"/>
                <a:gd name="connsiteY29" fmla="*/ 252785 h 344037"/>
                <a:gd name="connsiteX30" fmla="*/ 91760 w 344577"/>
                <a:gd name="connsiteY30" fmla="*/ 340558 h 344037"/>
                <a:gd name="connsiteX31" fmla="*/ 69419 w 344577"/>
                <a:gd name="connsiteY31" fmla="*/ 344035 h 344037"/>
                <a:gd name="connsiteX32" fmla="*/ 65799 w 344577"/>
                <a:gd name="connsiteY32" fmla="*/ 332414 h 344037"/>
                <a:gd name="connsiteX33" fmla="*/ 127729 w 344577"/>
                <a:gd name="connsiteY33" fmla="*/ 278410 h 344037"/>
                <a:gd name="connsiteX34" fmla="*/ 123902 w 344577"/>
                <a:gd name="connsiteY34" fmla="*/ 253357 h 344037"/>
                <a:gd name="connsiteX35" fmla="*/ 125235 w 344577"/>
                <a:gd name="connsiteY35" fmla="*/ 247261 h 344037"/>
                <a:gd name="connsiteX36" fmla="*/ 247727 w 344577"/>
                <a:gd name="connsiteY36" fmla="*/ 125341 h 344037"/>
                <a:gd name="connsiteX37" fmla="*/ 253918 w 344577"/>
                <a:gd name="connsiteY37" fmla="*/ 124007 h 344037"/>
                <a:gd name="connsiteX38" fmla="*/ 329096 w 344577"/>
                <a:gd name="connsiteY38" fmla="*/ 90841 h 344037"/>
                <a:gd name="connsiteX39" fmla="*/ 332880 w 344577"/>
                <a:gd name="connsiteY39" fmla="*/ 65714 h 344037"/>
                <a:gd name="connsiteX40" fmla="*/ 320498 w 344577"/>
                <a:gd name="connsiteY40" fmla="*/ 78097 h 344037"/>
                <a:gd name="connsiteX41" fmla="*/ 266616 w 344577"/>
                <a:gd name="connsiteY41" fmla="*/ 78222 h 344037"/>
                <a:gd name="connsiteX42" fmla="*/ 266491 w 344577"/>
                <a:gd name="connsiteY42" fmla="*/ 78097 h 344037"/>
                <a:gd name="connsiteX43" fmla="*/ 254775 w 344577"/>
                <a:gd name="connsiteY43" fmla="*/ 51141 h 344037"/>
                <a:gd name="connsiteX44" fmla="*/ 266015 w 344577"/>
                <a:gd name="connsiteY44" fmla="*/ 24090 h 344037"/>
                <a:gd name="connsiteX45" fmla="*/ 278397 w 344577"/>
                <a:gd name="connsiteY45" fmla="*/ 11707 h 344037"/>
                <a:gd name="connsiteX46" fmla="*/ 216322 w 344577"/>
                <a:gd name="connsiteY46" fmla="*/ 65751 h 344037"/>
                <a:gd name="connsiteX47" fmla="*/ 220104 w 344577"/>
                <a:gd name="connsiteY47" fmla="*/ 90765 h 344037"/>
                <a:gd name="connsiteX48" fmla="*/ 218866 w 344577"/>
                <a:gd name="connsiteY48" fmla="*/ 96861 h 344037"/>
                <a:gd name="connsiteX49" fmla="*/ 96946 w 344577"/>
                <a:gd name="connsiteY49" fmla="*/ 218781 h 344037"/>
                <a:gd name="connsiteX50" fmla="*/ 90755 w 344577"/>
                <a:gd name="connsiteY50" fmla="*/ 220114 h 344037"/>
                <a:gd name="connsiteX51" fmla="*/ 15614 w 344577"/>
                <a:gd name="connsiteY51" fmla="*/ 253031 h 344037"/>
                <a:gd name="connsiteX52" fmla="*/ 11792 w 344577"/>
                <a:gd name="connsiteY52" fmla="*/ 278407 h 344037"/>
                <a:gd name="connsiteX53" fmla="*/ 24175 w 344577"/>
                <a:gd name="connsiteY53" fmla="*/ 266406 h 344037"/>
                <a:gd name="connsiteX54" fmla="*/ 77982 w 344577"/>
                <a:gd name="connsiteY54" fmla="*/ 263571 h 344037"/>
                <a:gd name="connsiteX55" fmla="*/ 80817 w 344577"/>
                <a:gd name="connsiteY55" fmla="*/ 317377 h 344037"/>
                <a:gd name="connsiteX56" fmla="*/ 78182 w 344577"/>
                <a:gd name="connsiteY56" fmla="*/ 320032 h 34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4577" h="344037">
                  <a:moveTo>
                    <a:pt x="69704" y="344035"/>
                  </a:moveTo>
                  <a:cubicBezTo>
                    <a:pt x="63824" y="344058"/>
                    <a:pt x="57965" y="343322"/>
                    <a:pt x="52274" y="341844"/>
                  </a:cubicBezTo>
                  <a:cubicBezTo>
                    <a:pt x="49228" y="341016"/>
                    <a:pt x="47430" y="337875"/>
                    <a:pt x="48259" y="334829"/>
                  </a:cubicBezTo>
                  <a:cubicBezTo>
                    <a:pt x="48516" y="333882"/>
                    <a:pt x="49013" y="333018"/>
                    <a:pt x="49702" y="332319"/>
                  </a:cubicBezTo>
                  <a:lnTo>
                    <a:pt x="69990" y="311935"/>
                  </a:lnTo>
                  <a:cubicBezTo>
                    <a:pt x="80511" y="301627"/>
                    <a:pt x="80683" y="284741"/>
                    <a:pt x="70375" y="274220"/>
                  </a:cubicBezTo>
                  <a:cubicBezTo>
                    <a:pt x="70248" y="274091"/>
                    <a:pt x="70120" y="273962"/>
                    <a:pt x="69990" y="273835"/>
                  </a:cubicBezTo>
                  <a:cubicBezTo>
                    <a:pt x="59607" y="263314"/>
                    <a:pt x="42660" y="263203"/>
                    <a:pt x="32139" y="273586"/>
                  </a:cubicBezTo>
                  <a:cubicBezTo>
                    <a:pt x="32056" y="273669"/>
                    <a:pt x="31973" y="273752"/>
                    <a:pt x="31890" y="273835"/>
                  </a:cubicBezTo>
                  <a:lnTo>
                    <a:pt x="11983" y="294981"/>
                  </a:lnTo>
                  <a:cubicBezTo>
                    <a:pt x="10498" y="296425"/>
                    <a:pt x="8357" y="296969"/>
                    <a:pt x="6363" y="296410"/>
                  </a:cubicBezTo>
                  <a:cubicBezTo>
                    <a:pt x="4356" y="295889"/>
                    <a:pt x="2788" y="294321"/>
                    <a:pt x="2267" y="292314"/>
                  </a:cubicBezTo>
                  <a:cubicBezTo>
                    <a:pt x="-7430" y="255102"/>
                    <a:pt x="14874" y="217075"/>
                    <a:pt x="52086" y="207378"/>
                  </a:cubicBezTo>
                  <a:cubicBezTo>
                    <a:pt x="65011" y="204009"/>
                    <a:pt x="78633" y="204430"/>
                    <a:pt x="91326" y="208589"/>
                  </a:cubicBezTo>
                  <a:lnTo>
                    <a:pt x="208103" y="91336"/>
                  </a:lnTo>
                  <a:cubicBezTo>
                    <a:pt x="196113" y="54799"/>
                    <a:pt x="216014" y="15460"/>
                    <a:pt x="252551" y="3471"/>
                  </a:cubicBezTo>
                  <a:cubicBezTo>
                    <a:pt x="265287" y="-708"/>
                    <a:pt x="278957" y="-1123"/>
                    <a:pt x="291923" y="2278"/>
                  </a:cubicBezTo>
                  <a:cubicBezTo>
                    <a:pt x="293916" y="2764"/>
                    <a:pt x="295486" y="4297"/>
                    <a:pt x="296018" y="6278"/>
                  </a:cubicBezTo>
                  <a:cubicBezTo>
                    <a:pt x="296596" y="8289"/>
                    <a:pt x="296009" y="10454"/>
                    <a:pt x="294494" y="11898"/>
                  </a:cubicBezTo>
                  <a:lnTo>
                    <a:pt x="274206" y="32281"/>
                  </a:lnTo>
                  <a:cubicBezTo>
                    <a:pt x="263685" y="42590"/>
                    <a:pt x="263513" y="59475"/>
                    <a:pt x="273821" y="69996"/>
                  </a:cubicBezTo>
                  <a:cubicBezTo>
                    <a:pt x="273948" y="70126"/>
                    <a:pt x="274076" y="70254"/>
                    <a:pt x="274206" y="70381"/>
                  </a:cubicBezTo>
                  <a:cubicBezTo>
                    <a:pt x="284590" y="80902"/>
                    <a:pt x="301536" y="81014"/>
                    <a:pt x="312057" y="70630"/>
                  </a:cubicBezTo>
                  <a:cubicBezTo>
                    <a:pt x="312141" y="70548"/>
                    <a:pt x="312224" y="70465"/>
                    <a:pt x="312306" y="70381"/>
                  </a:cubicBezTo>
                  <a:lnTo>
                    <a:pt x="332594" y="49998"/>
                  </a:lnTo>
                  <a:cubicBezTo>
                    <a:pt x="334088" y="48570"/>
                    <a:pt x="336204" y="47997"/>
                    <a:pt x="338214" y="48474"/>
                  </a:cubicBezTo>
                  <a:cubicBezTo>
                    <a:pt x="340215" y="49064"/>
                    <a:pt x="341766" y="50651"/>
                    <a:pt x="342310" y="52665"/>
                  </a:cubicBezTo>
                  <a:cubicBezTo>
                    <a:pt x="352007" y="89876"/>
                    <a:pt x="329703" y="127904"/>
                    <a:pt x="292491" y="137601"/>
                  </a:cubicBezTo>
                  <a:cubicBezTo>
                    <a:pt x="279566" y="140969"/>
                    <a:pt x="265944" y="140549"/>
                    <a:pt x="253251" y="136390"/>
                  </a:cubicBezTo>
                  <a:lnTo>
                    <a:pt x="136094" y="252785"/>
                  </a:lnTo>
                  <a:cubicBezTo>
                    <a:pt x="148089" y="289265"/>
                    <a:pt x="128240" y="328563"/>
                    <a:pt x="91760" y="340558"/>
                  </a:cubicBezTo>
                  <a:cubicBezTo>
                    <a:pt x="84553" y="342928"/>
                    <a:pt x="77006" y="344102"/>
                    <a:pt x="69419" y="344035"/>
                  </a:cubicBezTo>
                  <a:close/>
                  <a:moveTo>
                    <a:pt x="65799" y="332414"/>
                  </a:moveTo>
                  <a:cubicBezTo>
                    <a:pt x="97813" y="334603"/>
                    <a:pt x="125541" y="310424"/>
                    <a:pt x="127729" y="278410"/>
                  </a:cubicBezTo>
                  <a:cubicBezTo>
                    <a:pt x="128312" y="269879"/>
                    <a:pt x="127005" y="261324"/>
                    <a:pt x="123902" y="253357"/>
                  </a:cubicBezTo>
                  <a:cubicBezTo>
                    <a:pt x="123100" y="251240"/>
                    <a:pt x="123623" y="248849"/>
                    <a:pt x="125235" y="247261"/>
                  </a:cubicBezTo>
                  <a:lnTo>
                    <a:pt x="247727" y="125341"/>
                  </a:lnTo>
                  <a:cubicBezTo>
                    <a:pt x="249333" y="123689"/>
                    <a:pt x="251774" y="123163"/>
                    <a:pt x="253918" y="124007"/>
                  </a:cubicBezTo>
                  <a:cubicBezTo>
                    <a:pt x="283836" y="135608"/>
                    <a:pt x="317495" y="120759"/>
                    <a:pt x="329096" y="90841"/>
                  </a:cubicBezTo>
                  <a:cubicBezTo>
                    <a:pt x="332196" y="82847"/>
                    <a:pt x="333488" y="74266"/>
                    <a:pt x="332880" y="65714"/>
                  </a:cubicBezTo>
                  <a:lnTo>
                    <a:pt x="320498" y="78097"/>
                  </a:lnTo>
                  <a:cubicBezTo>
                    <a:pt x="305653" y="93010"/>
                    <a:pt x="281530" y="93066"/>
                    <a:pt x="266616" y="78222"/>
                  </a:cubicBezTo>
                  <a:cubicBezTo>
                    <a:pt x="266574" y="78180"/>
                    <a:pt x="266533" y="78138"/>
                    <a:pt x="266491" y="78097"/>
                  </a:cubicBezTo>
                  <a:cubicBezTo>
                    <a:pt x="259137" y="71040"/>
                    <a:pt x="254918" y="61331"/>
                    <a:pt x="254775" y="51141"/>
                  </a:cubicBezTo>
                  <a:cubicBezTo>
                    <a:pt x="254767" y="40986"/>
                    <a:pt x="258813" y="31249"/>
                    <a:pt x="266015" y="24090"/>
                  </a:cubicBezTo>
                  <a:lnTo>
                    <a:pt x="278397" y="11707"/>
                  </a:lnTo>
                  <a:cubicBezTo>
                    <a:pt x="246332" y="9490"/>
                    <a:pt x="218540" y="33686"/>
                    <a:pt x="216322" y="65751"/>
                  </a:cubicBezTo>
                  <a:cubicBezTo>
                    <a:pt x="215734" y="74265"/>
                    <a:pt x="217025" y="82805"/>
                    <a:pt x="220104" y="90765"/>
                  </a:cubicBezTo>
                  <a:cubicBezTo>
                    <a:pt x="220956" y="92861"/>
                    <a:pt x="220468" y="95263"/>
                    <a:pt x="218866" y="96861"/>
                  </a:cubicBezTo>
                  <a:lnTo>
                    <a:pt x="96946" y="218781"/>
                  </a:lnTo>
                  <a:cubicBezTo>
                    <a:pt x="95340" y="220433"/>
                    <a:pt x="92898" y="220959"/>
                    <a:pt x="90755" y="220114"/>
                  </a:cubicBezTo>
                  <a:cubicBezTo>
                    <a:pt x="60915" y="208455"/>
                    <a:pt x="27273" y="223192"/>
                    <a:pt x="15614" y="253031"/>
                  </a:cubicBezTo>
                  <a:cubicBezTo>
                    <a:pt x="12461" y="261099"/>
                    <a:pt x="11156" y="269769"/>
                    <a:pt x="11792" y="278407"/>
                  </a:cubicBezTo>
                  <a:lnTo>
                    <a:pt x="24175" y="266406"/>
                  </a:lnTo>
                  <a:cubicBezTo>
                    <a:pt x="38250" y="250765"/>
                    <a:pt x="62340" y="249495"/>
                    <a:pt x="77982" y="263571"/>
                  </a:cubicBezTo>
                  <a:cubicBezTo>
                    <a:pt x="93623" y="277646"/>
                    <a:pt x="94892" y="301736"/>
                    <a:pt x="80817" y="317377"/>
                  </a:cubicBezTo>
                  <a:cubicBezTo>
                    <a:pt x="79982" y="318305"/>
                    <a:pt x="79103" y="319191"/>
                    <a:pt x="78182" y="3200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7DD82C33-BEEB-6943-924F-3D79DE151E8D}"/>
                </a:ext>
              </a:extLst>
            </p:cNvPr>
            <p:cNvSpPr/>
            <p:nvPr/>
          </p:nvSpPr>
          <p:spPr>
            <a:xfrm>
              <a:off x="6118037" y="2198000"/>
              <a:ext cx="63356" cy="63468"/>
            </a:xfrm>
            <a:custGeom>
              <a:avLst/>
              <a:gdLst>
                <a:gd name="connsiteX0" fmla="*/ 37353 w 63356"/>
                <a:gd name="connsiteY0" fmla="*/ 63468 h 63468"/>
                <a:gd name="connsiteX1" fmla="*/ 33257 w 63356"/>
                <a:gd name="connsiteY1" fmla="*/ 61754 h 63468"/>
                <a:gd name="connsiteX2" fmla="*/ 1729 w 63356"/>
                <a:gd name="connsiteY2" fmla="*/ 30226 h 63468"/>
                <a:gd name="connsiteX3" fmla="*/ 1619 w 63356"/>
                <a:gd name="connsiteY3" fmla="*/ 22145 h 63468"/>
                <a:gd name="connsiteX4" fmla="*/ 1729 w 63356"/>
                <a:gd name="connsiteY4" fmla="*/ 22035 h 63468"/>
                <a:gd name="connsiteX5" fmla="*/ 21922 w 63356"/>
                <a:gd name="connsiteY5" fmla="*/ 1651 h 63468"/>
                <a:gd name="connsiteX6" fmla="*/ 30114 w 63356"/>
                <a:gd name="connsiteY6" fmla="*/ 1651 h 63468"/>
                <a:gd name="connsiteX7" fmla="*/ 61642 w 63356"/>
                <a:gd name="connsiteY7" fmla="*/ 33179 h 63468"/>
                <a:gd name="connsiteX8" fmla="*/ 63356 w 63356"/>
                <a:gd name="connsiteY8" fmla="*/ 37275 h 63468"/>
                <a:gd name="connsiteX9" fmla="*/ 61642 w 63356"/>
                <a:gd name="connsiteY9" fmla="*/ 41370 h 63468"/>
                <a:gd name="connsiteX10" fmla="*/ 41449 w 63356"/>
                <a:gd name="connsiteY10" fmla="*/ 61754 h 63468"/>
                <a:gd name="connsiteX11" fmla="*/ 37353 w 63356"/>
                <a:gd name="connsiteY11" fmla="*/ 63468 h 63468"/>
                <a:gd name="connsiteX12" fmla="*/ 13921 w 63356"/>
                <a:gd name="connsiteY12" fmla="*/ 26130 h 63468"/>
                <a:gd name="connsiteX13" fmla="*/ 37353 w 63356"/>
                <a:gd name="connsiteY13" fmla="*/ 49562 h 63468"/>
                <a:gd name="connsiteX14" fmla="*/ 49640 w 63356"/>
                <a:gd name="connsiteY14" fmla="*/ 37275 h 63468"/>
                <a:gd name="connsiteX15" fmla="*/ 26209 w 63356"/>
                <a:gd name="connsiteY15" fmla="*/ 13938 h 6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356" h="63468">
                  <a:moveTo>
                    <a:pt x="37353" y="63468"/>
                  </a:moveTo>
                  <a:cubicBezTo>
                    <a:pt x="35812" y="63472"/>
                    <a:pt x="34335" y="62854"/>
                    <a:pt x="33257" y="61754"/>
                  </a:cubicBezTo>
                  <a:lnTo>
                    <a:pt x="1729" y="30226"/>
                  </a:lnTo>
                  <a:cubicBezTo>
                    <a:pt x="-533" y="28025"/>
                    <a:pt x="-582" y="24407"/>
                    <a:pt x="1619" y="22145"/>
                  </a:cubicBezTo>
                  <a:cubicBezTo>
                    <a:pt x="1655" y="22107"/>
                    <a:pt x="1692" y="22071"/>
                    <a:pt x="1729" y="22035"/>
                  </a:cubicBezTo>
                  <a:lnTo>
                    <a:pt x="21922" y="1651"/>
                  </a:lnTo>
                  <a:cubicBezTo>
                    <a:pt x="24209" y="-550"/>
                    <a:pt x="27827" y="-550"/>
                    <a:pt x="30114" y="1651"/>
                  </a:cubicBezTo>
                  <a:lnTo>
                    <a:pt x="61642" y="33179"/>
                  </a:lnTo>
                  <a:cubicBezTo>
                    <a:pt x="62708" y="34280"/>
                    <a:pt x="63320" y="35742"/>
                    <a:pt x="63356" y="37275"/>
                  </a:cubicBezTo>
                  <a:cubicBezTo>
                    <a:pt x="63339" y="38811"/>
                    <a:pt x="62724" y="40280"/>
                    <a:pt x="61642" y="41370"/>
                  </a:cubicBezTo>
                  <a:lnTo>
                    <a:pt x="41449" y="61754"/>
                  </a:lnTo>
                  <a:cubicBezTo>
                    <a:pt x="40364" y="62845"/>
                    <a:pt x="38891" y="63462"/>
                    <a:pt x="37353" y="63468"/>
                  </a:cubicBezTo>
                  <a:close/>
                  <a:moveTo>
                    <a:pt x="13921" y="26130"/>
                  </a:moveTo>
                  <a:lnTo>
                    <a:pt x="37353" y="49562"/>
                  </a:lnTo>
                  <a:lnTo>
                    <a:pt x="49640" y="37275"/>
                  </a:lnTo>
                  <a:lnTo>
                    <a:pt x="26209" y="139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A94784B-C14D-0B4F-862A-780D0143F535}"/>
                </a:ext>
              </a:extLst>
            </p:cNvPr>
            <p:cNvSpPr/>
            <p:nvPr/>
          </p:nvSpPr>
          <p:spPr>
            <a:xfrm>
              <a:off x="6043914" y="2224107"/>
              <a:ext cx="119604" cy="172901"/>
            </a:xfrm>
            <a:custGeom>
              <a:avLst/>
              <a:gdLst>
                <a:gd name="connsiteX0" fmla="*/ 16893 w 119604"/>
                <a:gd name="connsiteY0" fmla="*/ 172521 h 172901"/>
                <a:gd name="connsiteX1" fmla="*/ 11559 w 119604"/>
                <a:gd name="connsiteY1" fmla="*/ 169092 h 172901"/>
                <a:gd name="connsiteX2" fmla="*/ 51469 w 119604"/>
                <a:gd name="connsiteY2" fmla="*/ 27265 h 172901"/>
                <a:gd name="connsiteX3" fmla="*/ 76139 w 119604"/>
                <a:gd name="connsiteY3" fmla="*/ 7072 h 172901"/>
                <a:gd name="connsiteX4" fmla="*/ 81568 w 119604"/>
                <a:gd name="connsiteY4" fmla="*/ 1642 h 172901"/>
                <a:gd name="connsiteX5" fmla="*/ 89664 w 119604"/>
                <a:gd name="connsiteY5" fmla="*/ 1642 h 172901"/>
                <a:gd name="connsiteX6" fmla="*/ 108714 w 119604"/>
                <a:gd name="connsiteY6" fmla="*/ 20692 h 172901"/>
                <a:gd name="connsiteX7" fmla="*/ 109381 w 119604"/>
                <a:gd name="connsiteY7" fmla="*/ 28027 h 172901"/>
                <a:gd name="connsiteX8" fmla="*/ 94236 w 119604"/>
                <a:gd name="connsiteY8" fmla="*/ 50125 h 172901"/>
                <a:gd name="connsiteX9" fmla="*/ 95284 w 119604"/>
                <a:gd name="connsiteY9" fmla="*/ 61555 h 172901"/>
                <a:gd name="connsiteX10" fmla="*/ 117953 w 119604"/>
                <a:gd name="connsiteY10" fmla="*/ 84129 h 172901"/>
                <a:gd name="connsiteX11" fmla="*/ 117953 w 119604"/>
                <a:gd name="connsiteY11" fmla="*/ 92320 h 172901"/>
                <a:gd name="connsiteX12" fmla="*/ 79853 w 119604"/>
                <a:gd name="connsiteY12" fmla="*/ 130420 h 172901"/>
                <a:gd name="connsiteX13" fmla="*/ 71662 w 119604"/>
                <a:gd name="connsiteY13" fmla="*/ 130420 h 172901"/>
                <a:gd name="connsiteX14" fmla="*/ 48421 w 119604"/>
                <a:gd name="connsiteY14" fmla="*/ 107275 h 172901"/>
                <a:gd name="connsiteX15" fmla="*/ 41277 w 119604"/>
                <a:gd name="connsiteY15" fmla="*/ 104608 h 172901"/>
                <a:gd name="connsiteX16" fmla="*/ 33467 w 119604"/>
                <a:gd name="connsiteY16" fmla="*/ 110894 h 172901"/>
                <a:gd name="connsiteX17" fmla="*/ 22608 w 119604"/>
                <a:gd name="connsiteY17" fmla="*/ 167377 h 172901"/>
                <a:gd name="connsiteX18" fmla="*/ 17941 w 119604"/>
                <a:gd name="connsiteY18" fmla="*/ 172902 h 172901"/>
                <a:gd name="connsiteX19" fmla="*/ 85568 w 119604"/>
                <a:gd name="connsiteY19" fmla="*/ 13930 h 172901"/>
                <a:gd name="connsiteX20" fmla="*/ 84235 w 119604"/>
                <a:gd name="connsiteY20" fmla="*/ 15263 h 172901"/>
                <a:gd name="connsiteX21" fmla="*/ 57946 w 119604"/>
                <a:gd name="connsiteY21" fmla="*/ 36885 h 172901"/>
                <a:gd name="connsiteX22" fmla="*/ 13655 w 119604"/>
                <a:gd name="connsiteY22" fmla="*/ 138612 h 172901"/>
                <a:gd name="connsiteX23" fmla="*/ 23180 w 119604"/>
                <a:gd name="connsiteY23" fmla="*/ 104893 h 172901"/>
                <a:gd name="connsiteX24" fmla="*/ 39563 w 119604"/>
                <a:gd name="connsiteY24" fmla="*/ 92701 h 172901"/>
                <a:gd name="connsiteX25" fmla="*/ 56517 w 119604"/>
                <a:gd name="connsiteY25" fmla="*/ 98607 h 172901"/>
                <a:gd name="connsiteX26" fmla="*/ 75567 w 119604"/>
                <a:gd name="connsiteY26" fmla="*/ 117657 h 172901"/>
                <a:gd name="connsiteX27" fmla="*/ 105571 w 119604"/>
                <a:gd name="connsiteY27" fmla="*/ 88225 h 172901"/>
                <a:gd name="connsiteX28" fmla="*/ 87188 w 119604"/>
                <a:gd name="connsiteY28" fmla="*/ 69175 h 172901"/>
                <a:gd name="connsiteX29" fmla="*/ 84806 w 119604"/>
                <a:gd name="connsiteY29" fmla="*/ 43076 h 172901"/>
                <a:gd name="connsiteX30" fmla="*/ 97094 w 119604"/>
                <a:gd name="connsiteY30" fmla="*/ 25169 h 172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04" h="172901">
                  <a:moveTo>
                    <a:pt x="16893" y="172521"/>
                  </a:moveTo>
                  <a:cubicBezTo>
                    <a:pt x="14600" y="172510"/>
                    <a:pt x="12521" y="171173"/>
                    <a:pt x="11559" y="169092"/>
                  </a:cubicBezTo>
                  <a:cubicBezTo>
                    <a:pt x="-17587" y="102322"/>
                    <a:pt x="13083" y="52030"/>
                    <a:pt x="51469" y="27265"/>
                  </a:cubicBezTo>
                  <a:cubicBezTo>
                    <a:pt x="60359" y="21392"/>
                    <a:pt x="68625" y="14626"/>
                    <a:pt x="76139" y="7072"/>
                  </a:cubicBezTo>
                  <a:lnTo>
                    <a:pt x="81568" y="1642"/>
                  </a:lnTo>
                  <a:cubicBezTo>
                    <a:pt x="83822" y="-547"/>
                    <a:pt x="87409" y="-547"/>
                    <a:pt x="89664" y="1642"/>
                  </a:cubicBezTo>
                  <a:lnTo>
                    <a:pt x="108714" y="20692"/>
                  </a:lnTo>
                  <a:cubicBezTo>
                    <a:pt x="110620" y="22682"/>
                    <a:pt x="110897" y="25726"/>
                    <a:pt x="109381" y="28027"/>
                  </a:cubicBezTo>
                  <a:lnTo>
                    <a:pt x="94236" y="50125"/>
                  </a:lnTo>
                  <a:cubicBezTo>
                    <a:pt x="91993" y="53741"/>
                    <a:pt x="92420" y="58406"/>
                    <a:pt x="95284" y="61555"/>
                  </a:cubicBezTo>
                  <a:lnTo>
                    <a:pt x="117953" y="84129"/>
                  </a:lnTo>
                  <a:cubicBezTo>
                    <a:pt x="120155" y="86416"/>
                    <a:pt x="120155" y="90034"/>
                    <a:pt x="117953" y="92320"/>
                  </a:cubicBezTo>
                  <a:lnTo>
                    <a:pt x="79853" y="130420"/>
                  </a:lnTo>
                  <a:cubicBezTo>
                    <a:pt x="77567" y="132622"/>
                    <a:pt x="73949" y="132622"/>
                    <a:pt x="71662" y="130420"/>
                  </a:cubicBezTo>
                  <a:lnTo>
                    <a:pt x="48421" y="107275"/>
                  </a:lnTo>
                  <a:cubicBezTo>
                    <a:pt x="46614" y="105278"/>
                    <a:pt x="43950" y="104283"/>
                    <a:pt x="41277" y="104608"/>
                  </a:cubicBezTo>
                  <a:cubicBezTo>
                    <a:pt x="37838" y="105375"/>
                    <a:pt x="34951" y="107698"/>
                    <a:pt x="33467" y="110894"/>
                  </a:cubicBezTo>
                  <a:cubicBezTo>
                    <a:pt x="23942" y="129277"/>
                    <a:pt x="22608" y="166996"/>
                    <a:pt x="22608" y="167377"/>
                  </a:cubicBezTo>
                  <a:cubicBezTo>
                    <a:pt x="22563" y="170094"/>
                    <a:pt x="20612" y="172404"/>
                    <a:pt x="17941" y="172902"/>
                  </a:cubicBezTo>
                  <a:close/>
                  <a:moveTo>
                    <a:pt x="85568" y="13930"/>
                  </a:moveTo>
                  <a:lnTo>
                    <a:pt x="84235" y="15263"/>
                  </a:lnTo>
                  <a:cubicBezTo>
                    <a:pt x="76271" y="23390"/>
                    <a:pt x="67457" y="30639"/>
                    <a:pt x="57946" y="36885"/>
                  </a:cubicBezTo>
                  <a:cubicBezTo>
                    <a:pt x="23033" y="57908"/>
                    <a:pt x="5259" y="98732"/>
                    <a:pt x="13655" y="138612"/>
                  </a:cubicBezTo>
                  <a:cubicBezTo>
                    <a:pt x="15043" y="126943"/>
                    <a:pt x="18257" y="115564"/>
                    <a:pt x="23180" y="104893"/>
                  </a:cubicBezTo>
                  <a:cubicBezTo>
                    <a:pt x="26421" y="98480"/>
                    <a:pt x="32489" y="93965"/>
                    <a:pt x="39563" y="92701"/>
                  </a:cubicBezTo>
                  <a:cubicBezTo>
                    <a:pt x="45831" y="91865"/>
                    <a:pt x="52124" y="94057"/>
                    <a:pt x="56517" y="98607"/>
                  </a:cubicBezTo>
                  <a:lnTo>
                    <a:pt x="75567" y="117657"/>
                  </a:lnTo>
                  <a:lnTo>
                    <a:pt x="105571" y="88225"/>
                  </a:lnTo>
                  <a:lnTo>
                    <a:pt x="87188" y="69175"/>
                  </a:lnTo>
                  <a:cubicBezTo>
                    <a:pt x="80165" y="62206"/>
                    <a:pt x="79161" y="51201"/>
                    <a:pt x="84806" y="43076"/>
                  </a:cubicBezTo>
                  <a:lnTo>
                    <a:pt x="97094" y="25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EE4C98EA-B9EA-1E47-87E4-543CCAD78832}"/>
                </a:ext>
              </a:extLst>
            </p:cNvPr>
            <p:cNvSpPr/>
            <p:nvPr/>
          </p:nvSpPr>
          <p:spPr>
            <a:xfrm>
              <a:off x="6119411" y="2310680"/>
              <a:ext cx="70768" cy="70516"/>
            </a:xfrm>
            <a:custGeom>
              <a:avLst/>
              <a:gdLst>
                <a:gd name="connsiteX0" fmla="*/ 36646 w 70768"/>
                <a:gd name="connsiteY0" fmla="*/ 70517 h 70516"/>
                <a:gd name="connsiteX1" fmla="*/ 32645 w 70768"/>
                <a:gd name="connsiteY1" fmla="*/ 68802 h 70516"/>
                <a:gd name="connsiteX2" fmla="*/ 1498 w 70768"/>
                <a:gd name="connsiteY2" fmla="*/ 37941 h 70516"/>
                <a:gd name="connsiteX3" fmla="*/ 1498 w 70768"/>
                <a:gd name="connsiteY3" fmla="*/ 30226 h 70516"/>
                <a:gd name="connsiteX4" fmla="*/ 30073 w 70768"/>
                <a:gd name="connsiteY4" fmla="*/ 1651 h 70516"/>
                <a:gd name="connsiteX5" fmla="*/ 38265 w 70768"/>
                <a:gd name="connsiteY5" fmla="*/ 1651 h 70516"/>
                <a:gd name="connsiteX6" fmla="*/ 69126 w 70768"/>
                <a:gd name="connsiteY6" fmla="*/ 32512 h 70516"/>
                <a:gd name="connsiteX7" fmla="*/ 69126 w 70768"/>
                <a:gd name="connsiteY7" fmla="*/ 40608 h 70516"/>
                <a:gd name="connsiteX8" fmla="*/ 40551 w 70768"/>
                <a:gd name="connsiteY8" fmla="*/ 68707 h 70516"/>
                <a:gd name="connsiteX9" fmla="*/ 36646 w 70768"/>
                <a:gd name="connsiteY9" fmla="*/ 70517 h 70516"/>
                <a:gd name="connsiteX10" fmla="*/ 13976 w 70768"/>
                <a:gd name="connsiteY10" fmla="*/ 33846 h 70516"/>
                <a:gd name="connsiteX11" fmla="*/ 36646 w 70768"/>
                <a:gd name="connsiteY11" fmla="*/ 56515 h 70516"/>
                <a:gd name="connsiteX12" fmla="*/ 56553 w 70768"/>
                <a:gd name="connsiteY12" fmla="*/ 36608 h 70516"/>
                <a:gd name="connsiteX13" fmla="*/ 33883 w 70768"/>
                <a:gd name="connsiteY13" fmla="*/ 13938 h 7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768" h="70516">
                  <a:moveTo>
                    <a:pt x="36646" y="70517"/>
                  </a:moveTo>
                  <a:cubicBezTo>
                    <a:pt x="35138" y="70495"/>
                    <a:pt x="33700" y="69879"/>
                    <a:pt x="32645" y="68802"/>
                  </a:cubicBezTo>
                  <a:lnTo>
                    <a:pt x="1498" y="37941"/>
                  </a:lnTo>
                  <a:cubicBezTo>
                    <a:pt x="-499" y="35758"/>
                    <a:pt x="-499" y="32410"/>
                    <a:pt x="1498" y="30226"/>
                  </a:cubicBezTo>
                  <a:lnTo>
                    <a:pt x="30073" y="1651"/>
                  </a:lnTo>
                  <a:cubicBezTo>
                    <a:pt x="32360" y="-550"/>
                    <a:pt x="35978" y="-550"/>
                    <a:pt x="38265" y="1651"/>
                  </a:cubicBezTo>
                  <a:lnTo>
                    <a:pt x="69126" y="32512"/>
                  </a:lnTo>
                  <a:cubicBezTo>
                    <a:pt x="71316" y="34767"/>
                    <a:pt x="71316" y="38354"/>
                    <a:pt x="69126" y="40608"/>
                  </a:cubicBezTo>
                  <a:lnTo>
                    <a:pt x="40551" y="68707"/>
                  </a:lnTo>
                  <a:cubicBezTo>
                    <a:pt x="39535" y="69796"/>
                    <a:pt x="38133" y="70446"/>
                    <a:pt x="36646" y="70517"/>
                  </a:cubicBezTo>
                  <a:close/>
                  <a:moveTo>
                    <a:pt x="13976" y="33846"/>
                  </a:moveTo>
                  <a:lnTo>
                    <a:pt x="36646" y="56515"/>
                  </a:lnTo>
                  <a:lnTo>
                    <a:pt x="56553" y="36608"/>
                  </a:lnTo>
                  <a:lnTo>
                    <a:pt x="33883" y="139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47F870-E422-0141-AA04-421546FB742B}"/>
                </a:ext>
              </a:extLst>
            </p:cNvPr>
            <p:cNvSpPr/>
            <p:nvPr/>
          </p:nvSpPr>
          <p:spPr>
            <a:xfrm>
              <a:off x="6186917" y="2378134"/>
              <a:ext cx="164647" cy="164702"/>
            </a:xfrm>
            <a:custGeom>
              <a:avLst/>
              <a:gdLst>
                <a:gd name="connsiteX0" fmla="*/ 139066 w 164647"/>
                <a:gd name="connsiteY0" fmla="*/ 164702 h 164702"/>
                <a:gd name="connsiteX1" fmla="*/ 120968 w 164647"/>
                <a:gd name="connsiteY1" fmla="*/ 157177 h 164702"/>
                <a:gd name="connsiteX2" fmla="*/ 1715 w 164647"/>
                <a:gd name="connsiteY2" fmla="*/ 37924 h 164702"/>
                <a:gd name="connsiteX3" fmla="*/ 1 w 164647"/>
                <a:gd name="connsiteY3" fmla="*/ 33829 h 164702"/>
                <a:gd name="connsiteX4" fmla="*/ 1715 w 164647"/>
                <a:gd name="connsiteY4" fmla="*/ 29733 h 164702"/>
                <a:gd name="connsiteX5" fmla="*/ 29719 w 164647"/>
                <a:gd name="connsiteY5" fmla="*/ 1729 h 164702"/>
                <a:gd name="connsiteX6" fmla="*/ 37800 w 164647"/>
                <a:gd name="connsiteY6" fmla="*/ 1619 h 164702"/>
                <a:gd name="connsiteX7" fmla="*/ 37910 w 164647"/>
                <a:gd name="connsiteY7" fmla="*/ 1729 h 164702"/>
                <a:gd name="connsiteX8" fmla="*/ 157163 w 164647"/>
                <a:gd name="connsiteY8" fmla="*/ 120982 h 164702"/>
                <a:gd name="connsiteX9" fmla="*/ 157123 w 164647"/>
                <a:gd name="connsiteY9" fmla="*/ 157218 h 164702"/>
                <a:gd name="connsiteX10" fmla="*/ 139066 w 164647"/>
                <a:gd name="connsiteY10" fmla="*/ 164702 h 164702"/>
                <a:gd name="connsiteX11" fmla="*/ 13907 w 164647"/>
                <a:gd name="connsiteY11" fmla="*/ 33829 h 164702"/>
                <a:gd name="connsiteX12" fmla="*/ 129065 w 164647"/>
                <a:gd name="connsiteY12" fmla="*/ 148986 h 164702"/>
                <a:gd name="connsiteX13" fmla="*/ 148972 w 164647"/>
                <a:gd name="connsiteY13" fmla="*/ 147912 h 164702"/>
                <a:gd name="connsiteX14" fmla="*/ 148972 w 164647"/>
                <a:gd name="connsiteY14" fmla="*/ 129079 h 164702"/>
                <a:gd name="connsiteX15" fmla="*/ 33815 w 164647"/>
                <a:gd name="connsiteY15" fmla="*/ 13921 h 16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4647" h="164702">
                  <a:moveTo>
                    <a:pt x="139066" y="164702"/>
                  </a:moveTo>
                  <a:cubicBezTo>
                    <a:pt x="132266" y="164734"/>
                    <a:pt x="125741" y="162021"/>
                    <a:pt x="120968" y="157177"/>
                  </a:cubicBezTo>
                  <a:lnTo>
                    <a:pt x="1715" y="37924"/>
                  </a:lnTo>
                  <a:cubicBezTo>
                    <a:pt x="615" y="36846"/>
                    <a:pt x="-3" y="35369"/>
                    <a:pt x="1" y="33829"/>
                  </a:cubicBezTo>
                  <a:cubicBezTo>
                    <a:pt x="-26" y="32284"/>
                    <a:pt x="596" y="30798"/>
                    <a:pt x="1715" y="29733"/>
                  </a:cubicBezTo>
                  <a:lnTo>
                    <a:pt x="29719" y="1729"/>
                  </a:lnTo>
                  <a:cubicBezTo>
                    <a:pt x="31920" y="-533"/>
                    <a:pt x="35538" y="-582"/>
                    <a:pt x="37800" y="1619"/>
                  </a:cubicBezTo>
                  <a:cubicBezTo>
                    <a:pt x="37837" y="1655"/>
                    <a:pt x="37874" y="1692"/>
                    <a:pt x="37910" y="1729"/>
                  </a:cubicBezTo>
                  <a:lnTo>
                    <a:pt x="157163" y="120982"/>
                  </a:lnTo>
                  <a:cubicBezTo>
                    <a:pt x="167158" y="131000"/>
                    <a:pt x="167140" y="147223"/>
                    <a:pt x="157123" y="157218"/>
                  </a:cubicBezTo>
                  <a:cubicBezTo>
                    <a:pt x="152329" y="162001"/>
                    <a:pt x="145837" y="164691"/>
                    <a:pt x="139066" y="164702"/>
                  </a:cubicBezTo>
                  <a:close/>
                  <a:moveTo>
                    <a:pt x="13907" y="33829"/>
                  </a:moveTo>
                  <a:lnTo>
                    <a:pt x="129065" y="148986"/>
                  </a:lnTo>
                  <a:cubicBezTo>
                    <a:pt x="134858" y="154187"/>
                    <a:pt x="143771" y="153706"/>
                    <a:pt x="148972" y="147912"/>
                  </a:cubicBezTo>
                  <a:cubicBezTo>
                    <a:pt x="153781" y="142555"/>
                    <a:pt x="153781" y="134436"/>
                    <a:pt x="148972" y="129079"/>
                  </a:cubicBezTo>
                  <a:lnTo>
                    <a:pt x="33815" y="1392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1EA4C04D-C59F-5F46-BEF6-62857082E383}"/>
                </a:ext>
              </a:extLst>
            </p:cNvPr>
            <p:cNvSpPr/>
            <p:nvPr/>
          </p:nvSpPr>
          <p:spPr>
            <a:xfrm>
              <a:off x="6216057" y="2406812"/>
              <a:ext cx="39999" cy="40111"/>
            </a:xfrm>
            <a:custGeom>
              <a:avLst/>
              <a:gdLst>
                <a:gd name="connsiteX0" fmla="*/ 5818 w 39999"/>
                <a:gd name="connsiteY0" fmla="*/ 40108 h 40111"/>
                <a:gd name="connsiteX1" fmla="*/ 1722 w 39999"/>
                <a:gd name="connsiteY1" fmla="*/ 38393 h 40111"/>
                <a:gd name="connsiteX2" fmla="*/ 1572 w 39999"/>
                <a:gd name="connsiteY2" fmla="*/ 30447 h 40111"/>
                <a:gd name="connsiteX3" fmla="*/ 1722 w 39999"/>
                <a:gd name="connsiteY3" fmla="*/ 30297 h 40111"/>
                <a:gd name="connsiteX4" fmla="*/ 29821 w 39999"/>
                <a:gd name="connsiteY4" fmla="*/ 1722 h 40111"/>
                <a:gd name="connsiteX5" fmla="*/ 37767 w 39999"/>
                <a:gd name="connsiteY5" fmla="*/ 1572 h 40111"/>
                <a:gd name="connsiteX6" fmla="*/ 37917 w 39999"/>
                <a:gd name="connsiteY6" fmla="*/ 1722 h 40111"/>
                <a:gd name="connsiteX7" fmla="*/ 38696 w 39999"/>
                <a:gd name="connsiteY7" fmla="*/ 9766 h 40111"/>
                <a:gd name="connsiteX8" fmla="*/ 38203 w 39999"/>
                <a:gd name="connsiteY8" fmla="*/ 10294 h 40111"/>
                <a:gd name="connsiteX9" fmla="*/ 9628 w 39999"/>
                <a:gd name="connsiteY9" fmla="*/ 38869 h 40111"/>
                <a:gd name="connsiteX10" fmla="*/ 5818 w 39999"/>
                <a:gd name="connsiteY10" fmla="*/ 40108 h 40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999" h="40111">
                  <a:moveTo>
                    <a:pt x="5818" y="40108"/>
                  </a:moveTo>
                  <a:cubicBezTo>
                    <a:pt x="4277" y="40111"/>
                    <a:pt x="2800" y="39493"/>
                    <a:pt x="1722" y="38393"/>
                  </a:cubicBezTo>
                  <a:cubicBezTo>
                    <a:pt x="-514" y="36240"/>
                    <a:pt x="-581" y="32683"/>
                    <a:pt x="1572" y="30447"/>
                  </a:cubicBezTo>
                  <a:cubicBezTo>
                    <a:pt x="1621" y="30396"/>
                    <a:pt x="1671" y="30346"/>
                    <a:pt x="1722" y="30297"/>
                  </a:cubicBezTo>
                  <a:lnTo>
                    <a:pt x="29821" y="1722"/>
                  </a:lnTo>
                  <a:cubicBezTo>
                    <a:pt x="31973" y="-514"/>
                    <a:pt x="35531" y="-581"/>
                    <a:pt x="37767" y="1572"/>
                  </a:cubicBezTo>
                  <a:cubicBezTo>
                    <a:pt x="37818" y="1621"/>
                    <a:pt x="37868" y="1671"/>
                    <a:pt x="37917" y="1722"/>
                  </a:cubicBezTo>
                  <a:cubicBezTo>
                    <a:pt x="40353" y="3728"/>
                    <a:pt x="40703" y="7330"/>
                    <a:pt x="38696" y="9766"/>
                  </a:cubicBezTo>
                  <a:cubicBezTo>
                    <a:pt x="38543" y="9953"/>
                    <a:pt x="38378" y="10129"/>
                    <a:pt x="38203" y="10294"/>
                  </a:cubicBezTo>
                  <a:lnTo>
                    <a:pt x="9628" y="38869"/>
                  </a:lnTo>
                  <a:cubicBezTo>
                    <a:pt x="8544" y="39721"/>
                    <a:pt x="7194" y="40160"/>
                    <a:pt x="5818" y="40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9" name="Graphic 97">
            <a:extLst>
              <a:ext uri="{FF2B5EF4-FFF2-40B4-BE49-F238E27FC236}">
                <a16:creationId xmlns:a16="http://schemas.microsoft.com/office/drawing/2014/main" id="{BCF9E8B7-1FA9-C54D-AA1C-4E0B47395AB1}"/>
              </a:ext>
            </a:extLst>
          </p:cNvPr>
          <p:cNvGrpSpPr>
            <a:grpSpLocks noChangeAspect="1"/>
          </p:cNvGrpSpPr>
          <p:nvPr/>
        </p:nvGrpSpPr>
        <p:grpSpPr>
          <a:xfrm>
            <a:off x="7211176" y="4593129"/>
            <a:ext cx="336793" cy="380458"/>
            <a:chOff x="6044770" y="2198026"/>
            <a:chExt cx="306175" cy="345871"/>
          </a:xfrm>
          <a:solidFill>
            <a:srgbClr val="FFFFFF"/>
          </a:solidFill>
        </p:grpSpPr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B7829266-B57A-2944-9AD3-A51F3AEAB277}"/>
                </a:ext>
              </a:extLst>
            </p:cNvPr>
            <p:cNvSpPr/>
            <p:nvPr/>
          </p:nvSpPr>
          <p:spPr>
            <a:xfrm>
              <a:off x="6066807" y="2267353"/>
              <a:ext cx="262128" cy="255043"/>
            </a:xfrm>
            <a:custGeom>
              <a:avLst/>
              <a:gdLst>
                <a:gd name="connsiteX0" fmla="*/ 131064 w 262128"/>
                <a:gd name="connsiteY0" fmla="*/ 255043 h 255043"/>
                <a:gd name="connsiteX1" fmla="*/ 0 w 262128"/>
                <a:gd name="connsiteY1" fmla="*/ 127522 h 255043"/>
                <a:gd name="connsiteX2" fmla="*/ 131064 w 262128"/>
                <a:gd name="connsiteY2" fmla="*/ 0 h 255043"/>
                <a:gd name="connsiteX3" fmla="*/ 262128 w 262128"/>
                <a:gd name="connsiteY3" fmla="*/ 127522 h 255043"/>
                <a:gd name="connsiteX4" fmla="*/ 131064 w 262128"/>
                <a:gd name="connsiteY4" fmla="*/ 255043 h 255043"/>
                <a:gd name="connsiteX5" fmla="*/ 131064 w 262128"/>
                <a:gd name="connsiteY5" fmla="*/ 11306 h 255043"/>
                <a:gd name="connsiteX6" fmla="*/ 11525 w 262128"/>
                <a:gd name="connsiteY6" fmla="*/ 127614 h 255043"/>
                <a:gd name="connsiteX7" fmla="*/ 131064 w 262128"/>
                <a:gd name="connsiteY7" fmla="*/ 243922 h 255043"/>
                <a:gd name="connsiteX8" fmla="*/ 250603 w 262128"/>
                <a:gd name="connsiteY8" fmla="*/ 127614 h 255043"/>
                <a:gd name="connsiteX9" fmla="*/ 250603 w 262128"/>
                <a:gd name="connsiteY9" fmla="*/ 127522 h 255043"/>
                <a:gd name="connsiteX10" fmla="*/ 131064 w 262128"/>
                <a:gd name="connsiteY10" fmla="*/ 11214 h 25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2128" h="255043">
                  <a:moveTo>
                    <a:pt x="131064" y="255043"/>
                  </a:moveTo>
                  <a:cubicBezTo>
                    <a:pt x="58679" y="255043"/>
                    <a:pt x="0" y="197950"/>
                    <a:pt x="0" y="127522"/>
                  </a:cubicBezTo>
                  <a:cubicBezTo>
                    <a:pt x="0" y="57093"/>
                    <a:pt x="58679" y="0"/>
                    <a:pt x="131064" y="0"/>
                  </a:cubicBezTo>
                  <a:cubicBezTo>
                    <a:pt x="203449" y="0"/>
                    <a:pt x="262128" y="57093"/>
                    <a:pt x="262128" y="127522"/>
                  </a:cubicBezTo>
                  <a:cubicBezTo>
                    <a:pt x="262075" y="197929"/>
                    <a:pt x="203427" y="254992"/>
                    <a:pt x="131064" y="255043"/>
                  </a:cubicBezTo>
                  <a:close/>
                  <a:moveTo>
                    <a:pt x="131064" y="11306"/>
                  </a:moveTo>
                  <a:cubicBezTo>
                    <a:pt x="65045" y="11306"/>
                    <a:pt x="11525" y="63379"/>
                    <a:pt x="11525" y="127614"/>
                  </a:cubicBezTo>
                  <a:cubicBezTo>
                    <a:pt x="11525" y="191850"/>
                    <a:pt x="65045" y="243922"/>
                    <a:pt x="131064" y="243922"/>
                  </a:cubicBezTo>
                  <a:cubicBezTo>
                    <a:pt x="197084" y="243922"/>
                    <a:pt x="250603" y="191849"/>
                    <a:pt x="250603" y="127614"/>
                  </a:cubicBezTo>
                  <a:cubicBezTo>
                    <a:pt x="250603" y="127583"/>
                    <a:pt x="250603" y="127553"/>
                    <a:pt x="250603" y="127522"/>
                  </a:cubicBezTo>
                  <a:cubicBezTo>
                    <a:pt x="250550" y="63308"/>
                    <a:pt x="197062" y="11265"/>
                    <a:pt x="131064" y="11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5636DAB3-B50D-3C49-BD5D-CE1E8C2234E2}"/>
                </a:ext>
              </a:extLst>
            </p:cNvPr>
            <p:cNvSpPr/>
            <p:nvPr/>
          </p:nvSpPr>
          <p:spPr>
            <a:xfrm>
              <a:off x="6321294" y="2320129"/>
              <a:ext cx="17915" cy="23776"/>
            </a:xfrm>
            <a:custGeom>
              <a:avLst/>
              <a:gdLst>
                <a:gd name="connsiteX0" fmla="*/ 12118 w 17915"/>
                <a:gd name="connsiteY0" fmla="*/ 23774 h 23776"/>
                <a:gd name="connsiteX1" fmla="*/ 6784 w 17915"/>
                <a:gd name="connsiteY1" fmla="*/ 20437 h 23776"/>
                <a:gd name="connsiteX2" fmla="*/ 688 w 17915"/>
                <a:gd name="connsiteY2" fmla="*/ 8297 h 23776"/>
                <a:gd name="connsiteX3" fmla="*/ 2974 w 17915"/>
                <a:gd name="connsiteY3" fmla="*/ 697 h 23776"/>
                <a:gd name="connsiteX4" fmla="*/ 10880 w 17915"/>
                <a:gd name="connsiteY4" fmla="*/ 2829 h 23776"/>
                <a:gd name="connsiteX5" fmla="*/ 17452 w 17915"/>
                <a:gd name="connsiteY5" fmla="*/ 15989 h 23776"/>
                <a:gd name="connsiteX6" fmla="*/ 14451 w 17915"/>
                <a:gd name="connsiteY6" fmla="*/ 23291 h 23776"/>
                <a:gd name="connsiteX7" fmla="*/ 14404 w 17915"/>
                <a:gd name="connsiteY7" fmla="*/ 23310 h 23776"/>
                <a:gd name="connsiteX8" fmla="*/ 12118 w 17915"/>
                <a:gd name="connsiteY8" fmla="*/ 23774 h 2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15" h="23776">
                  <a:moveTo>
                    <a:pt x="12118" y="23774"/>
                  </a:moveTo>
                  <a:cubicBezTo>
                    <a:pt x="9825" y="23763"/>
                    <a:pt x="7745" y="22463"/>
                    <a:pt x="6784" y="20437"/>
                  </a:cubicBezTo>
                  <a:cubicBezTo>
                    <a:pt x="5002" y="16276"/>
                    <a:pt x="2967" y="12222"/>
                    <a:pt x="688" y="8297"/>
                  </a:cubicBezTo>
                  <a:cubicBezTo>
                    <a:pt x="-805" y="5581"/>
                    <a:pt x="211" y="2202"/>
                    <a:pt x="2974" y="697"/>
                  </a:cubicBezTo>
                  <a:cubicBezTo>
                    <a:pt x="5769" y="-780"/>
                    <a:pt x="9264" y="163"/>
                    <a:pt x="10880" y="2829"/>
                  </a:cubicBezTo>
                  <a:cubicBezTo>
                    <a:pt x="13261" y="7092"/>
                    <a:pt x="15452" y="11541"/>
                    <a:pt x="17452" y="15989"/>
                  </a:cubicBezTo>
                  <a:cubicBezTo>
                    <a:pt x="18696" y="18811"/>
                    <a:pt x="17352" y="22081"/>
                    <a:pt x="14451" y="23291"/>
                  </a:cubicBezTo>
                  <a:cubicBezTo>
                    <a:pt x="14435" y="23297"/>
                    <a:pt x="14420" y="23304"/>
                    <a:pt x="14404" y="23310"/>
                  </a:cubicBezTo>
                  <a:cubicBezTo>
                    <a:pt x="13691" y="23640"/>
                    <a:pt x="12907" y="23799"/>
                    <a:pt x="12118" y="237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626F9B9-F7D0-404A-A534-4C520678ABA1}"/>
                </a:ext>
              </a:extLst>
            </p:cNvPr>
            <p:cNvSpPr/>
            <p:nvPr/>
          </p:nvSpPr>
          <p:spPr>
            <a:xfrm>
              <a:off x="6324651" y="2362063"/>
              <a:ext cx="26294" cy="101113"/>
            </a:xfrm>
            <a:custGeom>
              <a:avLst/>
              <a:gdLst>
                <a:gd name="connsiteX0" fmla="*/ 5809 w 26294"/>
                <a:gd name="connsiteY0" fmla="*/ 101113 h 101113"/>
                <a:gd name="connsiteX1" fmla="*/ 3237 w 26294"/>
                <a:gd name="connsiteY1" fmla="*/ 100465 h 101113"/>
                <a:gd name="connsiteX2" fmla="*/ 570 w 26294"/>
                <a:gd name="connsiteY2" fmla="*/ 92958 h 101113"/>
                <a:gd name="connsiteX3" fmla="*/ 10857 w 26294"/>
                <a:gd name="connsiteY3" fmla="*/ 65155 h 101113"/>
                <a:gd name="connsiteX4" fmla="*/ 17573 w 26294"/>
                <a:gd name="connsiteY4" fmla="*/ 61020 h 101113"/>
                <a:gd name="connsiteX5" fmla="*/ 17810 w 26294"/>
                <a:gd name="connsiteY5" fmla="*/ 61077 h 101113"/>
                <a:gd name="connsiteX6" fmla="*/ 22096 w 26294"/>
                <a:gd name="connsiteY6" fmla="*/ 67843 h 101113"/>
                <a:gd name="connsiteX7" fmla="*/ 10952 w 26294"/>
                <a:gd name="connsiteY7" fmla="*/ 97777 h 101113"/>
                <a:gd name="connsiteX8" fmla="*/ 5809 w 26294"/>
                <a:gd name="connsiteY8" fmla="*/ 101113 h 101113"/>
                <a:gd name="connsiteX9" fmla="*/ 20477 w 26294"/>
                <a:gd name="connsiteY9" fmla="*/ 41801 h 101113"/>
                <a:gd name="connsiteX10" fmla="*/ 14762 w 26294"/>
                <a:gd name="connsiteY10" fmla="*/ 36056 h 101113"/>
                <a:gd name="connsiteX11" fmla="*/ 14762 w 26294"/>
                <a:gd name="connsiteY11" fmla="*/ 36055 h 101113"/>
                <a:gd name="connsiteX12" fmla="*/ 14762 w 26294"/>
                <a:gd name="connsiteY12" fmla="*/ 32811 h 101113"/>
                <a:gd name="connsiteX13" fmla="*/ 12286 w 26294"/>
                <a:gd name="connsiteY13" fmla="*/ 6677 h 101113"/>
                <a:gd name="connsiteX14" fmla="*/ 16745 w 26294"/>
                <a:gd name="connsiteY14" fmla="*/ 118 h 101113"/>
                <a:gd name="connsiteX15" fmla="*/ 16858 w 26294"/>
                <a:gd name="connsiteY15" fmla="*/ 97 h 101113"/>
                <a:gd name="connsiteX16" fmla="*/ 23620 w 26294"/>
                <a:gd name="connsiteY16" fmla="*/ 4545 h 101113"/>
                <a:gd name="connsiteX17" fmla="*/ 26287 w 26294"/>
                <a:gd name="connsiteY17" fmla="*/ 32348 h 101113"/>
                <a:gd name="connsiteX18" fmla="*/ 26287 w 26294"/>
                <a:gd name="connsiteY18" fmla="*/ 35777 h 101113"/>
                <a:gd name="connsiteX19" fmla="*/ 20677 w 26294"/>
                <a:gd name="connsiteY19" fmla="*/ 41797 h 101113"/>
                <a:gd name="connsiteX20" fmla="*/ 20572 w 26294"/>
                <a:gd name="connsiteY20" fmla="*/ 41801 h 10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294" h="101113">
                  <a:moveTo>
                    <a:pt x="5809" y="101113"/>
                  </a:moveTo>
                  <a:cubicBezTo>
                    <a:pt x="4908" y="101120"/>
                    <a:pt x="4021" y="100896"/>
                    <a:pt x="3237" y="100465"/>
                  </a:cubicBezTo>
                  <a:cubicBezTo>
                    <a:pt x="387" y="99094"/>
                    <a:pt x="-802" y="95749"/>
                    <a:pt x="570" y="92958"/>
                  </a:cubicBezTo>
                  <a:cubicBezTo>
                    <a:pt x="5044" y="84088"/>
                    <a:pt x="8494" y="74764"/>
                    <a:pt x="10857" y="65155"/>
                  </a:cubicBezTo>
                  <a:cubicBezTo>
                    <a:pt x="11538" y="62209"/>
                    <a:pt x="14544" y="60358"/>
                    <a:pt x="17573" y="61020"/>
                  </a:cubicBezTo>
                  <a:cubicBezTo>
                    <a:pt x="17652" y="61038"/>
                    <a:pt x="17731" y="61057"/>
                    <a:pt x="17810" y="61077"/>
                  </a:cubicBezTo>
                  <a:cubicBezTo>
                    <a:pt x="20902" y="61810"/>
                    <a:pt x="22813" y="64826"/>
                    <a:pt x="22096" y="67843"/>
                  </a:cubicBezTo>
                  <a:cubicBezTo>
                    <a:pt x="19525" y="78190"/>
                    <a:pt x="15788" y="88229"/>
                    <a:pt x="10952" y="97777"/>
                  </a:cubicBezTo>
                  <a:cubicBezTo>
                    <a:pt x="10057" y="99773"/>
                    <a:pt x="8047" y="101077"/>
                    <a:pt x="5809" y="101113"/>
                  </a:cubicBezTo>
                  <a:close/>
                  <a:moveTo>
                    <a:pt x="20477" y="41801"/>
                  </a:moveTo>
                  <a:cubicBezTo>
                    <a:pt x="17269" y="41750"/>
                    <a:pt x="14710" y="39178"/>
                    <a:pt x="14762" y="36056"/>
                  </a:cubicBezTo>
                  <a:cubicBezTo>
                    <a:pt x="14762" y="36056"/>
                    <a:pt x="14762" y="36055"/>
                    <a:pt x="14762" y="36055"/>
                  </a:cubicBezTo>
                  <a:lnTo>
                    <a:pt x="14762" y="32811"/>
                  </a:lnTo>
                  <a:cubicBezTo>
                    <a:pt x="14754" y="24045"/>
                    <a:pt x="13925" y="15297"/>
                    <a:pt x="12286" y="6677"/>
                  </a:cubicBezTo>
                  <a:cubicBezTo>
                    <a:pt x="11655" y="3668"/>
                    <a:pt x="13652" y="731"/>
                    <a:pt x="16745" y="118"/>
                  </a:cubicBezTo>
                  <a:cubicBezTo>
                    <a:pt x="16782" y="111"/>
                    <a:pt x="16820" y="104"/>
                    <a:pt x="16858" y="97"/>
                  </a:cubicBezTo>
                  <a:cubicBezTo>
                    <a:pt x="19983" y="-470"/>
                    <a:pt x="22997" y="1512"/>
                    <a:pt x="23620" y="4545"/>
                  </a:cubicBezTo>
                  <a:cubicBezTo>
                    <a:pt x="25388" y="13713"/>
                    <a:pt x="26281" y="23020"/>
                    <a:pt x="26287" y="32348"/>
                  </a:cubicBezTo>
                  <a:lnTo>
                    <a:pt x="26287" y="35777"/>
                  </a:lnTo>
                  <a:cubicBezTo>
                    <a:pt x="26447" y="38947"/>
                    <a:pt x="23935" y="41642"/>
                    <a:pt x="20677" y="41797"/>
                  </a:cubicBezTo>
                  <a:cubicBezTo>
                    <a:pt x="20642" y="41798"/>
                    <a:pt x="20607" y="41800"/>
                    <a:pt x="20572" y="41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A2BC9F2E-E9D2-5B45-9B59-25807D071621}"/>
                </a:ext>
              </a:extLst>
            </p:cNvPr>
            <p:cNvSpPr/>
            <p:nvPr/>
          </p:nvSpPr>
          <p:spPr>
            <a:xfrm>
              <a:off x="6298576" y="2477983"/>
              <a:ext cx="21523" cy="21864"/>
            </a:xfrm>
            <a:custGeom>
              <a:avLst/>
              <a:gdLst>
                <a:gd name="connsiteX0" fmla="*/ 5690 w 21523"/>
                <a:gd name="connsiteY0" fmla="*/ 21801 h 21864"/>
                <a:gd name="connsiteX1" fmla="*/ 1689 w 21523"/>
                <a:gd name="connsiteY1" fmla="*/ 20225 h 21864"/>
                <a:gd name="connsiteX2" fmla="*/ 1689 w 21523"/>
                <a:gd name="connsiteY2" fmla="*/ 12255 h 21864"/>
                <a:gd name="connsiteX3" fmla="*/ 11214 w 21523"/>
                <a:gd name="connsiteY3" fmla="*/ 2153 h 21864"/>
                <a:gd name="connsiteX4" fmla="*/ 19232 w 21523"/>
                <a:gd name="connsiteY4" fmla="*/ 1167 h 21864"/>
                <a:gd name="connsiteX5" fmla="*/ 19310 w 21523"/>
                <a:gd name="connsiteY5" fmla="*/ 1226 h 21864"/>
                <a:gd name="connsiteX6" fmla="*/ 20324 w 21523"/>
                <a:gd name="connsiteY6" fmla="*/ 9028 h 21864"/>
                <a:gd name="connsiteX7" fmla="*/ 20263 w 21523"/>
                <a:gd name="connsiteY7" fmla="*/ 9104 h 21864"/>
                <a:gd name="connsiteX8" fmla="*/ 10738 w 21523"/>
                <a:gd name="connsiteY8" fmla="*/ 20040 h 21864"/>
                <a:gd name="connsiteX9" fmla="*/ 5690 w 21523"/>
                <a:gd name="connsiteY9" fmla="*/ 21800 h 21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3" h="21864">
                  <a:moveTo>
                    <a:pt x="5690" y="21801"/>
                  </a:moveTo>
                  <a:cubicBezTo>
                    <a:pt x="4201" y="21776"/>
                    <a:pt x="2776" y="21215"/>
                    <a:pt x="1689" y="20225"/>
                  </a:cubicBezTo>
                  <a:cubicBezTo>
                    <a:pt x="-563" y="18020"/>
                    <a:pt x="-563" y="14460"/>
                    <a:pt x="1689" y="12255"/>
                  </a:cubicBezTo>
                  <a:cubicBezTo>
                    <a:pt x="4928" y="9011"/>
                    <a:pt x="7976" y="5582"/>
                    <a:pt x="11214" y="2153"/>
                  </a:cubicBezTo>
                  <a:cubicBezTo>
                    <a:pt x="13148" y="-274"/>
                    <a:pt x="16738" y="-715"/>
                    <a:pt x="19232" y="1167"/>
                  </a:cubicBezTo>
                  <a:cubicBezTo>
                    <a:pt x="19259" y="1186"/>
                    <a:pt x="19285" y="1206"/>
                    <a:pt x="19310" y="1226"/>
                  </a:cubicBezTo>
                  <a:cubicBezTo>
                    <a:pt x="21805" y="3108"/>
                    <a:pt x="22259" y="6601"/>
                    <a:pt x="20324" y="9028"/>
                  </a:cubicBezTo>
                  <a:cubicBezTo>
                    <a:pt x="20304" y="9054"/>
                    <a:pt x="20284" y="9079"/>
                    <a:pt x="20263" y="9104"/>
                  </a:cubicBezTo>
                  <a:cubicBezTo>
                    <a:pt x="17215" y="12904"/>
                    <a:pt x="13881" y="16518"/>
                    <a:pt x="10738" y="20040"/>
                  </a:cubicBezTo>
                  <a:cubicBezTo>
                    <a:pt x="9470" y="21420"/>
                    <a:pt x="7570" y="22083"/>
                    <a:pt x="5690" y="2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BBFA8D96-0BC9-E74F-BA59-7308F50D61B8}"/>
                </a:ext>
              </a:extLst>
            </p:cNvPr>
            <p:cNvSpPr/>
            <p:nvPr/>
          </p:nvSpPr>
          <p:spPr>
            <a:xfrm>
              <a:off x="6044770" y="2245852"/>
              <a:ext cx="287308" cy="298045"/>
            </a:xfrm>
            <a:custGeom>
              <a:avLst/>
              <a:gdLst>
                <a:gd name="connsiteX0" fmla="*/ 153101 w 287308"/>
                <a:gd name="connsiteY0" fmla="*/ 298045 h 298045"/>
                <a:gd name="connsiteX1" fmla="*/ 0 w 287308"/>
                <a:gd name="connsiteY1" fmla="*/ 148964 h 298045"/>
                <a:gd name="connsiteX2" fmla="*/ 153223 w 287308"/>
                <a:gd name="connsiteY2" fmla="*/ 0 h 298045"/>
                <a:gd name="connsiteX3" fmla="*/ 287309 w 287308"/>
                <a:gd name="connsiteY3" fmla="*/ 77106 h 298045"/>
                <a:gd name="connsiteX4" fmla="*/ 277212 w 287308"/>
                <a:gd name="connsiteY4" fmla="*/ 82574 h 298045"/>
                <a:gd name="connsiteX5" fmla="*/ 84753 w 287308"/>
                <a:gd name="connsiteY5" fmla="*/ 28092 h 298045"/>
                <a:gd name="connsiteX6" fmla="*/ 28758 w 287308"/>
                <a:gd name="connsiteY6" fmla="*/ 215349 h 298045"/>
                <a:gd name="connsiteX7" fmla="*/ 221217 w 287308"/>
                <a:gd name="connsiteY7" fmla="*/ 269831 h 298045"/>
                <a:gd name="connsiteX8" fmla="*/ 255305 w 287308"/>
                <a:gd name="connsiteY8" fmla="*/ 244386 h 298045"/>
                <a:gd name="connsiteX9" fmla="*/ 263687 w 287308"/>
                <a:gd name="connsiteY9" fmla="*/ 252170 h 298045"/>
                <a:gd name="connsiteX10" fmla="*/ 153101 w 287308"/>
                <a:gd name="connsiteY10" fmla="*/ 298045 h 298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08" h="298045">
                  <a:moveTo>
                    <a:pt x="153101" y="298045"/>
                  </a:moveTo>
                  <a:cubicBezTo>
                    <a:pt x="68512" y="298012"/>
                    <a:pt x="-33" y="231266"/>
                    <a:pt x="0" y="148964"/>
                  </a:cubicBezTo>
                  <a:cubicBezTo>
                    <a:pt x="33" y="66661"/>
                    <a:pt x="68634" y="-33"/>
                    <a:pt x="153223" y="0"/>
                  </a:cubicBezTo>
                  <a:cubicBezTo>
                    <a:pt x="209016" y="21"/>
                    <a:pt x="260384" y="29560"/>
                    <a:pt x="287309" y="77106"/>
                  </a:cubicBezTo>
                  <a:lnTo>
                    <a:pt x="277212" y="82574"/>
                  </a:lnTo>
                  <a:cubicBezTo>
                    <a:pt x="239529" y="15820"/>
                    <a:pt x="153362" y="-8573"/>
                    <a:pt x="84753" y="28092"/>
                  </a:cubicBezTo>
                  <a:cubicBezTo>
                    <a:pt x="16144" y="64757"/>
                    <a:pt x="-8926" y="148595"/>
                    <a:pt x="28758" y="215349"/>
                  </a:cubicBezTo>
                  <a:cubicBezTo>
                    <a:pt x="66441" y="282104"/>
                    <a:pt x="152608" y="306496"/>
                    <a:pt x="221217" y="269831"/>
                  </a:cubicBezTo>
                  <a:cubicBezTo>
                    <a:pt x="233842" y="263084"/>
                    <a:pt x="245337" y="254504"/>
                    <a:pt x="255305" y="244386"/>
                  </a:cubicBezTo>
                  <a:lnTo>
                    <a:pt x="263687" y="252170"/>
                  </a:lnTo>
                  <a:cubicBezTo>
                    <a:pt x="234843" y="281559"/>
                    <a:pt x="194866" y="298143"/>
                    <a:pt x="153101" y="298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E99B1E49-0C61-0249-9F07-9C8EC77FDB47}"/>
                </a:ext>
              </a:extLst>
            </p:cNvPr>
            <p:cNvSpPr/>
            <p:nvPr/>
          </p:nvSpPr>
          <p:spPr>
            <a:xfrm>
              <a:off x="6192156" y="2290595"/>
              <a:ext cx="11526" cy="30046"/>
            </a:xfrm>
            <a:custGeom>
              <a:avLst/>
              <a:gdLst>
                <a:gd name="connsiteX0" fmla="*/ 5716 w 11526"/>
                <a:gd name="connsiteY0" fmla="*/ 30047 h 30046"/>
                <a:gd name="connsiteX1" fmla="*/ 0 w 11526"/>
                <a:gd name="connsiteY1" fmla="*/ 24487 h 30046"/>
                <a:gd name="connsiteX2" fmla="*/ 1 w 11526"/>
                <a:gd name="connsiteY2" fmla="*/ 24393 h 30046"/>
                <a:gd name="connsiteX3" fmla="*/ 1 w 11526"/>
                <a:gd name="connsiteY3" fmla="*/ 4932 h 30046"/>
                <a:gd name="connsiteX4" fmla="*/ 6506 w 11526"/>
                <a:gd name="connsiteY4" fmla="*/ 47 h 30046"/>
                <a:gd name="connsiteX5" fmla="*/ 11526 w 11526"/>
                <a:gd name="connsiteY5" fmla="*/ 4932 h 30046"/>
                <a:gd name="connsiteX6" fmla="*/ 11526 w 11526"/>
                <a:gd name="connsiteY6" fmla="*/ 24393 h 30046"/>
                <a:gd name="connsiteX7" fmla="*/ 5716 w 11526"/>
                <a:gd name="connsiteY7" fmla="*/ 30047 h 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6" h="30046">
                  <a:moveTo>
                    <a:pt x="5716" y="30047"/>
                  </a:moveTo>
                  <a:cubicBezTo>
                    <a:pt x="2559" y="30047"/>
                    <a:pt x="0" y="27558"/>
                    <a:pt x="0" y="24487"/>
                  </a:cubicBezTo>
                  <a:cubicBezTo>
                    <a:pt x="0" y="24456"/>
                    <a:pt x="0" y="24425"/>
                    <a:pt x="1" y="24393"/>
                  </a:cubicBezTo>
                  <a:lnTo>
                    <a:pt x="1" y="4932"/>
                  </a:lnTo>
                  <a:cubicBezTo>
                    <a:pt x="411" y="1835"/>
                    <a:pt x="3323" y="-352"/>
                    <a:pt x="6506" y="47"/>
                  </a:cubicBezTo>
                  <a:cubicBezTo>
                    <a:pt x="9126" y="375"/>
                    <a:pt x="11188" y="2382"/>
                    <a:pt x="11526" y="4932"/>
                  </a:cubicBezTo>
                  <a:lnTo>
                    <a:pt x="11526" y="24393"/>
                  </a:lnTo>
                  <a:cubicBezTo>
                    <a:pt x="11526" y="27516"/>
                    <a:pt x="8925" y="30047"/>
                    <a:pt x="5716" y="30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CF3D277A-D21A-E647-BD60-89392194BABA}"/>
                </a:ext>
              </a:extLst>
            </p:cNvPr>
            <p:cNvSpPr/>
            <p:nvPr/>
          </p:nvSpPr>
          <p:spPr>
            <a:xfrm>
              <a:off x="6233198" y="2303262"/>
              <a:ext cx="21073" cy="28039"/>
            </a:xfrm>
            <a:custGeom>
              <a:avLst/>
              <a:gdLst>
                <a:gd name="connsiteX0" fmla="*/ 5727 w 21073"/>
                <a:gd name="connsiteY0" fmla="*/ 28037 h 28039"/>
                <a:gd name="connsiteX1" fmla="*/ 2869 w 21073"/>
                <a:gd name="connsiteY1" fmla="*/ 27295 h 28039"/>
                <a:gd name="connsiteX2" fmla="*/ 774 w 21073"/>
                <a:gd name="connsiteY2" fmla="*/ 19603 h 28039"/>
                <a:gd name="connsiteX3" fmla="*/ 10299 w 21073"/>
                <a:gd name="connsiteY3" fmla="*/ 2829 h 28039"/>
                <a:gd name="connsiteX4" fmla="*/ 18204 w 21073"/>
                <a:gd name="connsiteY4" fmla="*/ 697 h 28039"/>
                <a:gd name="connsiteX5" fmla="*/ 20300 w 21073"/>
                <a:gd name="connsiteY5" fmla="*/ 8390 h 28039"/>
                <a:gd name="connsiteX6" fmla="*/ 10299 w 21073"/>
                <a:gd name="connsiteY6" fmla="*/ 25257 h 28039"/>
                <a:gd name="connsiteX7" fmla="*/ 5727 w 21073"/>
                <a:gd name="connsiteY7" fmla="*/ 28037 h 28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73" h="28039">
                  <a:moveTo>
                    <a:pt x="5727" y="28037"/>
                  </a:moveTo>
                  <a:cubicBezTo>
                    <a:pt x="4720" y="28067"/>
                    <a:pt x="3727" y="27809"/>
                    <a:pt x="2869" y="27295"/>
                  </a:cubicBezTo>
                  <a:cubicBezTo>
                    <a:pt x="120" y="25725"/>
                    <a:pt x="-815" y="22292"/>
                    <a:pt x="774" y="19603"/>
                  </a:cubicBezTo>
                  <a:lnTo>
                    <a:pt x="10299" y="2829"/>
                  </a:lnTo>
                  <a:cubicBezTo>
                    <a:pt x="11914" y="163"/>
                    <a:pt x="15409" y="-780"/>
                    <a:pt x="18204" y="697"/>
                  </a:cubicBezTo>
                  <a:cubicBezTo>
                    <a:pt x="20954" y="2268"/>
                    <a:pt x="21889" y="5700"/>
                    <a:pt x="20300" y="8390"/>
                  </a:cubicBezTo>
                  <a:lnTo>
                    <a:pt x="10299" y="25257"/>
                  </a:lnTo>
                  <a:cubicBezTo>
                    <a:pt x="9348" y="26868"/>
                    <a:pt x="7632" y="27912"/>
                    <a:pt x="5727" y="28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F7A735D-5CDC-BA48-BDDF-770CB271309E}"/>
                </a:ext>
              </a:extLst>
            </p:cNvPr>
            <p:cNvSpPr/>
            <p:nvPr/>
          </p:nvSpPr>
          <p:spPr>
            <a:xfrm>
              <a:off x="6263293" y="2339629"/>
              <a:ext cx="28735" cy="20956"/>
            </a:xfrm>
            <a:custGeom>
              <a:avLst/>
              <a:gdLst>
                <a:gd name="connsiteX0" fmla="*/ 5635 w 28735"/>
                <a:gd name="connsiteY0" fmla="*/ 20956 h 20956"/>
                <a:gd name="connsiteX1" fmla="*/ 3 w 28735"/>
                <a:gd name="connsiteY1" fmla="*/ 15135 h 20956"/>
                <a:gd name="connsiteX2" fmla="*/ 2777 w 28735"/>
                <a:gd name="connsiteY2" fmla="*/ 10484 h 20956"/>
                <a:gd name="connsiteX3" fmla="*/ 20113 w 28735"/>
                <a:gd name="connsiteY3" fmla="*/ 753 h 20956"/>
                <a:gd name="connsiteX4" fmla="*/ 28018 w 28735"/>
                <a:gd name="connsiteY4" fmla="*/ 2792 h 20956"/>
                <a:gd name="connsiteX5" fmla="*/ 25828 w 28735"/>
                <a:gd name="connsiteY5" fmla="*/ 10484 h 20956"/>
                <a:gd name="connsiteX6" fmla="*/ 8587 w 28735"/>
                <a:gd name="connsiteY6" fmla="*/ 20215 h 20956"/>
                <a:gd name="connsiteX7" fmla="*/ 5635 w 28735"/>
                <a:gd name="connsiteY7" fmla="*/ 20956 h 20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35" h="20956">
                  <a:moveTo>
                    <a:pt x="5635" y="20956"/>
                  </a:moveTo>
                  <a:cubicBezTo>
                    <a:pt x="2427" y="20862"/>
                    <a:pt x="-94" y="18255"/>
                    <a:pt x="3" y="15135"/>
                  </a:cubicBezTo>
                  <a:cubicBezTo>
                    <a:pt x="62" y="13228"/>
                    <a:pt x="1105" y="11479"/>
                    <a:pt x="2777" y="10484"/>
                  </a:cubicBezTo>
                  <a:lnTo>
                    <a:pt x="20113" y="753"/>
                  </a:lnTo>
                  <a:cubicBezTo>
                    <a:pt x="22876" y="-793"/>
                    <a:pt x="26404" y="117"/>
                    <a:pt x="28018" y="2792"/>
                  </a:cubicBezTo>
                  <a:cubicBezTo>
                    <a:pt x="29536" y="5511"/>
                    <a:pt x="28568" y="8912"/>
                    <a:pt x="25828" y="10484"/>
                  </a:cubicBezTo>
                  <a:lnTo>
                    <a:pt x="8587" y="20215"/>
                  </a:lnTo>
                  <a:cubicBezTo>
                    <a:pt x="7678" y="20687"/>
                    <a:pt x="6665" y="20941"/>
                    <a:pt x="5635" y="2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2E4D6D5-AB10-DD40-A56F-A063EDB23FC0}"/>
                </a:ext>
              </a:extLst>
            </p:cNvPr>
            <p:cNvSpPr/>
            <p:nvPr/>
          </p:nvSpPr>
          <p:spPr>
            <a:xfrm>
              <a:off x="6273424" y="2389175"/>
              <a:ext cx="31624" cy="11307"/>
            </a:xfrm>
            <a:custGeom>
              <a:avLst/>
              <a:gdLst>
                <a:gd name="connsiteX0" fmla="*/ 26556 w 31624"/>
                <a:gd name="connsiteY0" fmla="*/ 11260 h 11307"/>
                <a:gd name="connsiteX1" fmla="*/ 6553 w 31624"/>
                <a:gd name="connsiteY1" fmla="*/ 11260 h 11307"/>
                <a:gd name="connsiteX2" fmla="*/ 48 w 31624"/>
                <a:gd name="connsiteY2" fmla="*/ 6376 h 11307"/>
                <a:gd name="connsiteX3" fmla="*/ 5068 w 31624"/>
                <a:gd name="connsiteY3" fmla="*/ 46 h 11307"/>
                <a:gd name="connsiteX4" fmla="*/ 6553 w 31624"/>
                <a:gd name="connsiteY4" fmla="*/ 46 h 11307"/>
                <a:gd name="connsiteX5" fmla="*/ 26556 w 31624"/>
                <a:gd name="connsiteY5" fmla="*/ 46 h 11307"/>
                <a:gd name="connsiteX6" fmla="*/ 31576 w 31624"/>
                <a:gd name="connsiteY6" fmla="*/ 6376 h 11307"/>
                <a:gd name="connsiteX7" fmla="*/ 26556 w 31624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24" h="11307">
                  <a:moveTo>
                    <a:pt x="26556" y="11260"/>
                  </a:moveTo>
                  <a:lnTo>
                    <a:pt x="6553" y="11260"/>
                  </a:lnTo>
                  <a:cubicBezTo>
                    <a:pt x="3371" y="11659"/>
                    <a:pt x="458" y="9472"/>
                    <a:pt x="48" y="6376"/>
                  </a:cubicBezTo>
                  <a:cubicBezTo>
                    <a:pt x="-362" y="3279"/>
                    <a:pt x="1886" y="445"/>
                    <a:pt x="5068" y="46"/>
                  </a:cubicBezTo>
                  <a:cubicBezTo>
                    <a:pt x="5561" y="-15"/>
                    <a:pt x="6060" y="-15"/>
                    <a:pt x="6553" y="46"/>
                  </a:cubicBezTo>
                  <a:lnTo>
                    <a:pt x="26556" y="46"/>
                  </a:lnTo>
                  <a:cubicBezTo>
                    <a:pt x="29738" y="445"/>
                    <a:pt x="31986" y="3279"/>
                    <a:pt x="31576" y="6376"/>
                  </a:cubicBezTo>
                  <a:cubicBezTo>
                    <a:pt x="31238" y="8925"/>
                    <a:pt x="29176" y="10932"/>
                    <a:pt x="26556" y="11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1516A2A8-B4BC-3A43-AFE7-27C91E35EB61}"/>
                </a:ext>
              </a:extLst>
            </p:cNvPr>
            <p:cNvSpPr/>
            <p:nvPr/>
          </p:nvSpPr>
          <p:spPr>
            <a:xfrm>
              <a:off x="6263109" y="2428971"/>
              <a:ext cx="28919" cy="21138"/>
            </a:xfrm>
            <a:custGeom>
              <a:avLst/>
              <a:gdLst>
                <a:gd name="connsiteX0" fmla="*/ 23155 w 28919"/>
                <a:gd name="connsiteY0" fmla="*/ 21139 h 21138"/>
                <a:gd name="connsiteX1" fmla="*/ 20297 w 28919"/>
                <a:gd name="connsiteY1" fmla="*/ 20397 h 21138"/>
                <a:gd name="connsiteX2" fmla="*/ 2962 w 28919"/>
                <a:gd name="connsiteY2" fmla="*/ 10666 h 21138"/>
                <a:gd name="connsiteX3" fmla="*/ 771 w 28919"/>
                <a:gd name="connsiteY3" fmla="*/ 2882 h 21138"/>
                <a:gd name="connsiteX4" fmla="*/ 8772 w 28919"/>
                <a:gd name="connsiteY4" fmla="*/ 750 h 21138"/>
                <a:gd name="connsiteX5" fmla="*/ 26012 w 28919"/>
                <a:gd name="connsiteY5" fmla="*/ 10481 h 21138"/>
                <a:gd name="connsiteX6" fmla="*/ 28203 w 28919"/>
                <a:gd name="connsiteY6" fmla="*/ 18173 h 21138"/>
                <a:gd name="connsiteX7" fmla="*/ 23155 w 28919"/>
                <a:gd name="connsiteY7" fmla="*/ 21139 h 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19" h="21138">
                  <a:moveTo>
                    <a:pt x="23155" y="21139"/>
                  </a:moveTo>
                  <a:cubicBezTo>
                    <a:pt x="22154" y="21124"/>
                    <a:pt x="21173" y="20869"/>
                    <a:pt x="20297" y="20397"/>
                  </a:cubicBezTo>
                  <a:lnTo>
                    <a:pt x="2962" y="10666"/>
                  </a:lnTo>
                  <a:cubicBezTo>
                    <a:pt x="147" y="9105"/>
                    <a:pt x="-834" y="5620"/>
                    <a:pt x="771" y="2882"/>
                  </a:cubicBezTo>
                  <a:cubicBezTo>
                    <a:pt x="2375" y="143"/>
                    <a:pt x="5958" y="-811"/>
                    <a:pt x="8772" y="750"/>
                  </a:cubicBezTo>
                  <a:lnTo>
                    <a:pt x="26012" y="10481"/>
                  </a:lnTo>
                  <a:cubicBezTo>
                    <a:pt x="28752" y="12053"/>
                    <a:pt x="29721" y="15453"/>
                    <a:pt x="28203" y="18173"/>
                  </a:cubicBezTo>
                  <a:cubicBezTo>
                    <a:pt x="27170" y="19953"/>
                    <a:pt x="25255" y="21078"/>
                    <a:pt x="23155" y="211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F2B6BDA-FCC6-494E-AF0A-624FCAA5DE2C}"/>
                </a:ext>
              </a:extLst>
            </p:cNvPr>
            <p:cNvSpPr/>
            <p:nvPr/>
          </p:nvSpPr>
          <p:spPr>
            <a:xfrm>
              <a:off x="6232707" y="2457326"/>
              <a:ext cx="22326" cy="29136"/>
            </a:xfrm>
            <a:custGeom>
              <a:avLst/>
              <a:gdLst>
                <a:gd name="connsiteX0" fmla="*/ 16219 w 22326"/>
                <a:gd name="connsiteY0" fmla="*/ 29112 h 29136"/>
                <a:gd name="connsiteX1" fmla="*/ 11171 w 22326"/>
                <a:gd name="connsiteY1" fmla="*/ 26332 h 29136"/>
                <a:gd name="connsiteX2" fmla="*/ 1646 w 22326"/>
                <a:gd name="connsiteY2" fmla="*/ 9465 h 29136"/>
                <a:gd name="connsiteX3" fmla="*/ 1702 w 22326"/>
                <a:gd name="connsiteY3" fmla="*/ 1601 h 29136"/>
                <a:gd name="connsiteX4" fmla="*/ 9784 w 22326"/>
                <a:gd name="connsiteY4" fmla="*/ 1656 h 29136"/>
                <a:gd name="connsiteX5" fmla="*/ 11171 w 22326"/>
                <a:gd name="connsiteY5" fmla="*/ 3904 h 29136"/>
                <a:gd name="connsiteX6" fmla="*/ 21553 w 22326"/>
                <a:gd name="connsiteY6" fmla="*/ 20678 h 29136"/>
                <a:gd name="connsiteX7" fmla="*/ 19457 w 22326"/>
                <a:gd name="connsiteY7" fmla="*/ 28370 h 29136"/>
                <a:gd name="connsiteX8" fmla="*/ 16219 w 22326"/>
                <a:gd name="connsiteY8" fmla="*/ 29112 h 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" h="29136">
                  <a:moveTo>
                    <a:pt x="16219" y="29112"/>
                  </a:moveTo>
                  <a:cubicBezTo>
                    <a:pt x="14157" y="29091"/>
                    <a:pt x="12251" y="28041"/>
                    <a:pt x="11171" y="26332"/>
                  </a:cubicBezTo>
                  <a:lnTo>
                    <a:pt x="1646" y="9465"/>
                  </a:lnTo>
                  <a:cubicBezTo>
                    <a:pt x="-571" y="7278"/>
                    <a:pt x="-545" y="3757"/>
                    <a:pt x="1702" y="1601"/>
                  </a:cubicBezTo>
                  <a:cubicBezTo>
                    <a:pt x="3950" y="-555"/>
                    <a:pt x="7568" y="-530"/>
                    <a:pt x="9784" y="1656"/>
                  </a:cubicBezTo>
                  <a:cubicBezTo>
                    <a:pt x="10424" y="2287"/>
                    <a:pt x="10899" y="3058"/>
                    <a:pt x="11171" y="3904"/>
                  </a:cubicBezTo>
                  <a:lnTo>
                    <a:pt x="21553" y="20678"/>
                  </a:lnTo>
                  <a:cubicBezTo>
                    <a:pt x="23141" y="23368"/>
                    <a:pt x="22206" y="26800"/>
                    <a:pt x="19457" y="28370"/>
                  </a:cubicBezTo>
                  <a:cubicBezTo>
                    <a:pt x="18492" y="28960"/>
                    <a:pt x="17353" y="29221"/>
                    <a:pt x="16219" y="29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32CB01D9-BF83-A149-946E-8EBA4E902067}"/>
                </a:ext>
              </a:extLst>
            </p:cNvPr>
            <p:cNvSpPr/>
            <p:nvPr/>
          </p:nvSpPr>
          <p:spPr>
            <a:xfrm>
              <a:off x="6192156" y="2469737"/>
              <a:ext cx="11526" cy="30046"/>
            </a:xfrm>
            <a:custGeom>
              <a:avLst/>
              <a:gdLst>
                <a:gd name="connsiteX0" fmla="*/ 5716 w 11526"/>
                <a:gd name="connsiteY0" fmla="*/ 30047 h 30046"/>
                <a:gd name="connsiteX1" fmla="*/ 0 w 11526"/>
                <a:gd name="connsiteY1" fmla="*/ 24487 h 30046"/>
                <a:gd name="connsiteX2" fmla="*/ 1 w 11526"/>
                <a:gd name="connsiteY2" fmla="*/ 24393 h 30046"/>
                <a:gd name="connsiteX3" fmla="*/ 1 w 11526"/>
                <a:gd name="connsiteY3" fmla="*/ 4932 h 30046"/>
                <a:gd name="connsiteX4" fmla="*/ 6506 w 11526"/>
                <a:gd name="connsiteY4" fmla="*/ 47 h 30046"/>
                <a:gd name="connsiteX5" fmla="*/ 11526 w 11526"/>
                <a:gd name="connsiteY5" fmla="*/ 4932 h 30046"/>
                <a:gd name="connsiteX6" fmla="*/ 11526 w 11526"/>
                <a:gd name="connsiteY6" fmla="*/ 24857 h 30046"/>
                <a:gd name="connsiteX7" fmla="*/ 5716 w 11526"/>
                <a:gd name="connsiteY7" fmla="*/ 30047 h 3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6" h="30046">
                  <a:moveTo>
                    <a:pt x="5716" y="30047"/>
                  </a:moveTo>
                  <a:cubicBezTo>
                    <a:pt x="2559" y="30047"/>
                    <a:pt x="0" y="27558"/>
                    <a:pt x="0" y="24487"/>
                  </a:cubicBezTo>
                  <a:cubicBezTo>
                    <a:pt x="0" y="24456"/>
                    <a:pt x="0" y="24425"/>
                    <a:pt x="1" y="24393"/>
                  </a:cubicBezTo>
                  <a:lnTo>
                    <a:pt x="1" y="4932"/>
                  </a:lnTo>
                  <a:cubicBezTo>
                    <a:pt x="411" y="1835"/>
                    <a:pt x="3323" y="-352"/>
                    <a:pt x="6506" y="47"/>
                  </a:cubicBezTo>
                  <a:cubicBezTo>
                    <a:pt x="9126" y="375"/>
                    <a:pt x="11188" y="2382"/>
                    <a:pt x="11526" y="4932"/>
                  </a:cubicBezTo>
                  <a:lnTo>
                    <a:pt x="11526" y="24857"/>
                  </a:lnTo>
                  <a:cubicBezTo>
                    <a:pt x="11278" y="27797"/>
                    <a:pt x="8748" y="30057"/>
                    <a:pt x="5716" y="30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0D937DDD-E749-B842-9C47-79962B389E4A}"/>
                </a:ext>
              </a:extLst>
            </p:cNvPr>
            <p:cNvSpPr/>
            <p:nvPr/>
          </p:nvSpPr>
          <p:spPr>
            <a:xfrm>
              <a:off x="6141091" y="2458439"/>
              <a:ext cx="21579" cy="28000"/>
            </a:xfrm>
            <a:custGeom>
              <a:avLst/>
              <a:gdLst>
                <a:gd name="connsiteX0" fmla="*/ 5727 w 21579"/>
                <a:gd name="connsiteY0" fmla="*/ 27999 h 28000"/>
                <a:gd name="connsiteX1" fmla="*/ 2869 w 21579"/>
                <a:gd name="connsiteY1" fmla="*/ 27258 h 28000"/>
                <a:gd name="connsiteX2" fmla="*/ 774 w 21579"/>
                <a:gd name="connsiteY2" fmla="*/ 19566 h 28000"/>
                <a:gd name="connsiteX3" fmla="*/ 10775 w 21579"/>
                <a:gd name="connsiteY3" fmla="*/ 2792 h 28000"/>
                <a:gd name="connsiteX4" fmla="*/ 18681 w 21579"/>
                <a:gd name="connsiteY4" fmla="*/ 753 h 28000"/>
                <a:gd name="connsiteX5" fmla="*/ 20875 w 21579"/>
                <a:gd name="connsiteY5" fmla="*/ 8185 h 28000"/>
                <a:gd name="connsiteX6" fmla="*/ 20776 w 21579"/>
                <a:gd name="connsiteY6" fmla="*/ 8352 h 28000"/>
                <a:gd name="connsiteX7" fmla="*/ 10775 w 21579"/>
                <a:gd name="connsiteY7" fmla="*/ 25219 h 28000"/>
                <a:gd name="connsiteX8" fmla="*/ 5727 w 21579"/>
                <a:gd name="connsiteY8" fmla="*/ 27999 h 2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79" h="28000">
                  <a:moveTo>
                    <a:pt x="5727" y="27999"/>
                  </a:moveTo>
                  <a:cubicBezTo>
                    <a:pt x="4721" y="28019"/>
                    <a:pt x="3731" y="27762"/>
                    <a:pt x="2869" y="27258"/>
                  </a:cubicBezTo>
                  <a:cubicBezTo>
                    <a:pt x="120" y="25688"/>
                    <a:pt x="-815" y="22255"/>
                    <a:pt x="774" y="19566"/>
                  </a:cubicBezTo>
                  <a:lnTo>
                    <a:pt x="10775" y="2792"/>
                  </a:lnTo>
                  <a:cubicBezTo>
                    <a:pt x="12389" y="117"/>
                    <a:pt x="15917" y="-793"/>
                    <a:pt x="18681" y="753"/>
                  </a:cubicBezTo>
                  <a:cubicBezTo>
                    <a:pt x="21396" y="2215"/>
                    <a:pt x="22379" y="5543"/>
                    <a:pt x="20875" y="8185"/>
                  </a:cubicBezTo>
                  <a:cubicBezTo>
                    <a:pt x="20843" y="8241"/>
                    <a:pt x="20810" y="8297"/>
                    <a:pt x="20776" y="8352"/>
                  </a:cubicBezTo>
                  <a:lnTo>
                    <a:pt x="10775" y="25219"/>
                  </a:lnTo>
                  <a:cubicBezTo>
                    <a:pt x="9708" y="26942"/>
                    <a:pt x="7794" y="27996"/>
                    <a:pt x="5727" y="279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6750BAFA-05DB-6D48-A074-A22BE759DAE3}"/>
                </a:ext>
              </a:extLst>
            </p:cNvPr>
            <p:cNvSpPr/>
            <p:nvPr/>
          </p:nvSpPr>
          <p:spPr>
            <a:xfrm>
              <a:off x="6103845" y="2428968"/>
              <a:ext cx="28735" cy="21141"/>
            </a:xfrm>
            <a:custGeom>
              <a:avLst/>
              <a:gdLst>
                <a:gd name="connsiteX0" fmla="*/ 5635 w 28735"/>
                <a:gd name="connsiteY0" fmla="*/ 21141 h 21141"/>
                <a:gd name="connsiteX1" fmla="*/ 3 w 28735"/>
                <a:gd name="connsiteY1" fmla="*/ 15320 h 21141"/>
                <a:gd name="connsiteX2" fmla="*/ 2777 w 28735"/>
                <a:gd name="connsiteY2" fmla="*/ 10669 h 21141"/>
                <a:gd name="connsiteX3" fmla="*/ 20113 w 28735"/>
                <a:gd name="connsiteY3" fmla="*/ 753 h 21141"/>
                <a:gd name="connsiteX4" fmla="*/ 28018 w 28735"/>
                <a:gd name="connsiteY4" fmla="*/ 2792 h 21141"/>
                <a:gd name="connsiteX5" fmla="*/ 25828 w 28735"/>
                <a:gd name="connsiteY5" fmla="*/ 10484 h 21141"/>
                <a:gd name="connsiteX6" fmla="*/ 8587 w 28735"/>
                <a:gd name="connsiteY6" fmla="*/ 20400 h 21141"/>
                <a:gd name="connsiteX7" fmla="*/ 5635 w 28735"/>
                <a:gd name="connsiteY7" fmla="*/ 21141 h 2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35" h="21141">
                  <a:moveTo>
                    <a:pt x="5635" y="21141"/>
                  </a:moveTo>
                  <a:cubicBezTo>
                    <a:pt x="2427" y="21047"/>
                    <a:pt x="-94" y="18441"/>
                    <a:pt x="3" y="15320"/>
                  </a:cubicBezTo>
                  <a:cubicBezTo>
                    <a:pt x="62" y="13414"/>
                    <a:pt x="1105" y="11665"/>
                    <a:pt x="2777" y="10669"/>
                  </a:cubicBezTo>
                  <a:lnTo>
                    <a:pt x="20113" y="753"/>
                  </a:lnTo>
                  <a:cubicBezTo>
                    <a:pt x="22876" y="-793"/>
                    <a:pt x="26404" y="117"/>
                    <a:pt x="28018" y="2792"/>
                  </a:cubicBezTo>
                  <a:cubicBezTo>
                    <a:pt x="29536" y="5511"/>
                    <a:pt x="28568" y="8912"/>
                    <a:pt x="25828" y="10484"/>
                  </a:cubicBezTo>
                  <a:lnTo>
                    <a:pt x="8587" y="20400"/>
                  </a:lnTo>
                  <a:cubicBezTo>
                    <a:pt x="7678" y="20872"/>
                    <a:pt x="6665" y="21127"/>
                    <a:pt x="5635" y="2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7940D902-54D6-DB4C-BCA0-3F7B902E9362}"/>
                </a:ext>
              </a:extLst>
            </p:cNvPr>
            <p:cNvSpPr/>
            <p:nvPr/>
          </p:nvSpPr>
          <p:spPr>
            <a:xfrm>
              <a:off x="6089305" y="2389175"/>
              <a:ext cx="31624" cy="11307"/>
            </a:xfrm>
            <a:custGeom>
              <a:avLst/>
              <a:gdLst>
                <a:gd name="connsiteX0" fmla="*/ 26556 w 31624"/>
                <a:gd name="connsiteY0" fmla="*/ 11260 h 11307"/>
                <a:gd name="connsiteX1" fmla="*/ 6553 w 31624"/>
                <a:gd name="connsiteY1" fmla="*/ 11260 h 11307"/>
                <a:gd name="connsiteX2" fmla="*/ 48 w 31624"/>
                <a:gd name="connsiteY2" fmla="*/ 6376 h 11307"/>
                <a:gd name="connsiteX3" fmla="*/ 5068 w 31624"/>
                <a:gd name="connsiteY3" fmla="*/ 46 h 11307"/>
                <a:gd name="connsiteX4" fmla="*/ 6553 w 31624"/>
                <a:gd name="connsiteY4" fmla="*/ 46 h 11307"/>
                <a:gd name="connsiteX5" fmla="*/ 26556 w 31624"/>
                <a:gd name="connsiteY5" fmla="*/ 46 h 11307"/>
                <a:gd name="connsiteX6" fmla="*/ 31576 w 31624"/>
                <a:gd name="connsiteY6" fmla="*/ 6376 h 11307"/>
                <a:gd name="connsiteX7" fmla="*/ 26556 w 31624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24" h="11307">
                  <a:moveTo>
                    <a:pt x="26556" y="11260"/>
                  </a:moveTo>
                  <a:lnTo>
                    <a:pt x="6553" y="11260"/>
                  </a:lnTo>
                  <a:cubicBezTo>
                    <a:pt x="3371" y="11659"/>
                    <a:pt x="458" y="9472"/>
                    <a:pt x="48" y="6376"/>
                  </a:cubicBezTo>
                  <a:cubicBezTo>
                    <a:pt x="-362" y="3279"/>
                    <a:pt x="1886" y="445"/>
                    <a:pt x="5068" y="46"/>
                  </a:cubicBezTo>
                  <a:cubicBezTo>
                    <a:pt x="5561" y="-15"/>
                    <a:pt x="6060" y="-15"/>
                    <a:pt x="6553" y="46"/>
                  </a:cubicBezTo>
                  <a:lnTo>
                    <a:pt x="26556" y="46"/>
                  </a:lnTo>
                  <a:cubicBezTo>
                    <a:pt x="29738" y="445"/>
                    <a:pt x="31986" y="3279"/>
                    <a:pt x="31576" y="6376"/>
                  </a:cubicBezTo>
                  <a:cubicBezTo>
                    <a:pt x="31238" y="8925"/>
                    <a:pt x="29176" y="10932"/>
                    <a:pt x="26556" y="11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7CCC77E2-859E-E948-94A9-EBDBF5357760}"/>
                </a:ext>
              </a:extLst>
            </p:cNvPr>
            <p:cNvSpPr/>
            <p:nvPr/>
          </p:nvSpPr>
          <p:spPr>
            <a:xfrm>
              <a:off x="6104200" y="2339867"/>
              <a:ext cx="28407" cy="20718"/>
            </a:xfrm>
            <a:custGeom>
              <a:avLst/>
              <a:gdLst>
                <a:gd name="connsiteX0" fmla="*/ 22615 w 28407"/>
                <a:gd name="connsiteY0" fmla="*/ 20718 h 20718"/>
                <a:gd name="connsiteX1" fmla="*/ 19757 w 28407"/>
                <a:gd name="connsiteY1" fmla="*/ 19977 h 20718"/>
                <a:gd name="connsiteX2" fmla="*/ 2422 w 28407"/>
                <a:gd name="connsiteY2" fmla="*/ 10246 h 20718"/>
                <a:gd name="connsiteX3" fmla="*/ 1091 w 28407"/>
                <a:gd name="connsiteY3" fmla="*/ 2356 h 20718"/>
                <a:gd name="connsiteX4" fmla="*/ 8232 w 28407"/>
                <a:gd name="connsiteY4" fmla="*/ 515 h 20718"/>
                <a:gd name="connsiteX5" fmla="*/ 25472 w 28407"/>
                <a:gd name="connsiteY5" fmla="*/ 10246 h 20718"/>
                <a:gd name="connsiteX6" fmla="*/ 27684 w 28407"/>
                <a:gd name="connsiteY6" fmla="*/ 17809 h 20718"/>
                <a:gd name="connsiteX7" fmla="*/ 27663 w 28407"/>
                <a:gd name="connsiteY7" fmla="*/ 17845 h 20718"/>
                <a:gd name="connsiteX8" fmla="*/ 22615 w 28407"/>
                <a:gd name="connsiteY8" fmla="*/ 20718 h 20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407" h="20718">
                  <a:moveTo>
                    <a:pt x="22615" y="20718"/>
                  </a:moveTo>
                  <a:cubicBezTo>
                    <a:pt x="21614" y="20703"/>
                    <a:pt x="20633" y="20448"/>
                    <a:pt x="19757" y="19977"/>
                  </a:cubicBezTo>
                  <a:lnTo>
                    <a:pt x="2422" y="10246"/>
                  </a:lnTo>
                  <a:cubicBezTo>
                    <a:pt x="-185" y="8425"/>
                    <a:pt x="-781" y="4893"/>
                    <a:pt x="1091" y="2356"/>
                  </a:cubicBezTo>
                  <a:cubicBezTo>
                    <a:pt x="2712" y="160"/>
                    <a:pt x="5705" y="-612"/>
                    <a:pt x="8232" y="515"/>
                  </a:cubicBezTo>
                  <a:lnTo>
                    <a:pt x="25472" y="10246"/>
                  </a:lnTo>
                  <a:cubicBezTo>
                    <a:pt x="28230" y="11740"/>
                    <a:pt x="29220" y="15127"/>
                    <a:pt x="27684" y="17809"/>
                  </a:cubicBezTo>
                  <a:cubicBezTo>
                    <a:pt x="27677" y="17821"/>
                    <a:pt x="27670" y="17833"/>
                    <a:pt x="27663" y="17845"/>
                  </a:cubicBezTo>
                  <a:cubicBezTo>
                    <a:pt x="26620" y="19603"/>
                    <a:pt x="24701" y="20695"/>
                    <a:pt x="22615" y="20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5EEF8609-4A4F-7044-AE1A-5F967B9A45DE}"/>
                </a:ext>
              </a:extLst>
            </p:cNvPr>
            <p:cNvSpPr/>
            <p:nvPr/>
          </p:nvSpPr>
          <p:spPr>
            <a:xfrm>
              <a:off x="6141091" y="2303262"/>
              <a:ext cx="21549" cy="28038"/>
            </a:xfrm>
            <a:custGeom>
              <a:avLst/>
              <a:gdLst>
                <a:gd name="connsiteX0" fmla="*/ 15728 w 21549"/>
                <a:gd name="connsiteY0" fmla="*/ 28037 h 28038"/>
                <a:gd name="connsiteX1" fmla="*/ 10775 w 21549"/>
                <a:gd name="connsiteY1" fmla="*/ 25257 h 28038"/>
                <a:gd name="connsiteX2" fmla="*/ 774 w 21549"/>
                <a:gd name="connsiteY2" fmla="*/ 8390 h 28038"/>
                <a:gd name="connsiteX3" fmla="*/ 2869 w 21549"/>
                <a:gd name="connsiteY3" fmla="*/ 697 h 28038"/>
                <a:gd name="connsiteX4" fmla="*/ 10775 w 21549"/>
                <a:gd name="connsiteY4" fmla="*/ 2829 h 28038"/>
                <a:gd name="connsiteX5" fmla="*/ 20776 w 21549"/>
                <a:gd name="connsiteY5" fmla="*/ 19603 h 28038"/>
                <a:gd name="connsiteX6" fmla="*/ 18681 w 21549"/>
                <a:gd name="connsiteY6" fmla="*/ 27295 h 28038"/>
                <a:gd name="connsiteX7" fmla="*/ 15728 w 21549"/>
                <a:gd name="connsiteY7" fmla="*/ 28037 h 2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49" h="28038">
                  <a:moveTo>
                    <a:pt x="15728" y="28037"/>
                  </a:moveTo>
                  <a:cubicBezTo>
                    <a:pt x="13690" y="28019"/>
                    <a:pt x="11811" y="26964"/>
                    <a:pt x="10775" y="25257"/>
                  </a:cubicBezTo>
                  <a:lnTo>
                    <a:pt x="774" y="8390"/>
                  </a:lnTo>
                  <a:cubicBezTo>
                    <a:pt x="-815" y="5700"/>
                    <a:pt x="120" y="2268"/>
                    <a:pt x="2869" y="697"/>
                  </a:cubicBezTo>
                  <a:cubicBezTo>
                    <a:pt x="5664" y="-780"/>
                    <a:pt x="9160" y="163"/>
                    <a:pt x="10775" y="2829"/>
                  </a:cubicBezTo>
                  <a:lnTo>
                    <a:pt x="20776" y="19603"/>
                  </a:lnTo>
                  <a:cubicBezTo>
                    <a:pt x="22365" y="22292"/>
                    <a:pt x="21430" y="25725"/>
                    <a:pt x="18681" y="27295"/>
                  </a:cubicBezTo>
                  <a:cubicBezTo>
                    <a:pt x="17787" y="27807"/>
                    <a:pt x="16764" y="28064"/>
                    <a:pt x="15728" y="28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935C8C28-5A65-1448-97E9-2676F29BE206}"/>
                </a:ext>
              </a:extLst>
            </p:cNvPr>
            <p:cNvSpPr/>
            <p:nvPr/>
          </p:nvSpPr>
          <p:spPr>
            <a:xfrm>
              <a:off x="6192108" y="2351984"/>
              <a:ext cx="59502" cy="95437"/>
            </a:xfrm>
            <a:custGeom>
              <a:avLst/>
              <a:gdLst>
                <a:gd name="connsiteX0" fmla="*/ 54055 w 59502"/>
                <a:gd name="connsiteY0" fmla="*/ 95438 h 95437"/>
                <a:gd name="connsiteX1" fmla="*/ 49959 w 59502"/>
                <a:gd name="connsiteY1" fmla="*/ 93769 h 95437"/>
                <a:gd name="connsiteX2" fmla="*/ 1668 w 59502"/>
                <a:gd name="connsiteY2" fmla="*/ 46875 h 95437"/>
                <a:gd name="connsiteX3" fmla="*/ 48 w 59502"/>
                <a:gd name="connsiteY3" fmla="*/ 42890 h 95437"/>
                <a:gd name="connsiteX4" fmla="*/ 48 w 59502"/>
                <a:gd name="connsiteY4" fmla="*/ 6376 h 95437"/>
                <a:gd name="connsiteX5" fmla="*/ 5068 w 59502"/>
                <a:gd name="connsiteY5" fmla="*/ 47 h 95437"/>
                <a:gd name="connsiteX6" fmla="*/ 11574 w 59502"/>
                <a:gd name="connsiteY6" fmla="*/ 4932 h 95437"/>
                <a:gd name="connsiteX7" fmla="*/ 11574 w 59502"/>
                <a:gd name="connsiteY7" fmla="*/ 6376 h 95437"/>
                <a:gd name="connsiteX8" fmla="*/ 11574 w 59502"/>
                <a:gd name="connsiteY8" fmla="*/ 40666 h 95437"/>
                <a:gd name="connsiteX9" fmla="*/ 58151 w 59502"/>
                <a:gd name="connsiteY9" fmla="*/ 85985 h 95437"/>
                <a:gd name="connsiteX10" fmla="*/ 57419 w 59502"/>
                <a:gd name="connsiteY10" fmla="*/ 93948 h 95437"/>
                <a:gd name="connsiteX11" fmla="*/ 54055 w 59502"/>
                <a:gd name="connsiteY11" fmla="*/ 95252 h 9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502" h="95437">
                  <a:moveTo>
                    <a:pt x="54055" y="95438"/>
                  </a:moveTo>
                  <a:cubicBezTo>
                    <a:pt x="52514" y="95441"/>
                    <a:pt x="51038" y="94840"/>
                    <a:pt x="49959" y="93769"/>
                  </a:cubicBezTo>
                  <a:lnTo>
                    <a:pt x="1668" y="46875"/>
                  </a:lnTo>
                  <a:cubicBezTo>
                    <a:pt x="628" y="45795"/>
                    <a:pt x="49" y="44370"/>
                    <a:pt x="48" y="42890"/>
                  </a:cubicBezTo>
                  <a:lnTo>
                    <a:pt x="48" y="6376"/>
                  </a:lnTo>
                  <a:cubicBezTo>
                    <a:pt x="-362" y="3280"/>
                    <a:pt x="1886" y="446"/>
                    <a:pt x="5068" y="47"/>
                  </a:cubicBezTo>
                  <a:cubicBezTo>
                    <a:pt x="8251" y="-352"/>
                    <a:pt x="11164" y="1835"/>
                    <a:pt x="11574" y="4932"/>
                  </a:cubicBezTo>
                  <a:cubicBezTo>
                    <a:pt x="11637" y="5411"/>
                    <a:pt x="11637" y="5897"/>
                    <a:pt x="11574" y="6376"/>
                  </a:cubicBezTo>
                  <a:lnTo>
                    <a:pt x="11574" y="40666"/>
                  </a:lnTo>
                  <a:lnTo>
                    <a:pt x="58151" y="85985"/>
                  </a:lnTo>
                  <a:cubicBezTo>
                    <a:pt x="60209" y="88380"/>
                    <a:pt x="59881" y="91945"/>
                    <a:pt x="57419" y="93948"/>
                  </a:cubicBezTo>
                  <a:cubicBezTo>
                    <a:pt x="56469" y="94720"/>
                    <a:pt x="55290" y="95177"/>
                    <a:pt x="54055" y="952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7A3A38C5-D79F-0246-AAA8-F92362F815A8}"/>
                </a:ext>
              </a:extLst>
            </p:cNvPr>
            <p:cNvSpPr/>
            <p:nvPr/>
          </p:nvSpPr>
          <p:spPr>
            <a:xfrm>
              <a:off x="6168058" y="2225834"/>
              <a:ext cx="59721" cy="34104"/>
            </a:xfrm>
            <a:custGeom>
              <a:avLst/>
              <a:gdLst>
                <a:gd name="connsiteX0" fmla="*/ 59722 w 59721"/>
                <a:gd name="connsiteY0" fmla="*/ 34105 h 34104"/>
                <a:gd name="connsiteX1" fmla="*/ 53054 w 59721"/>
                <a:gd name="connsiteY1" fmla="*/ 33085 h 34104"/>
                <a:gd name="connsiteX2" fmla="*/ 6668 w 59721"/>
                <a:gd name="connsiteY2" fmla="*/ 33085 h 34104"/>
                <a:gd name="connsiteX3" fmla="*/ 0 w 59721"/>
                <a:gd name="connsiteY3" fmla="*/ 34105 h 34104"/>
                <a:gd name="connsiteX4" fmla="*/ 0 w 59721"/>
                <a:gd name="connsiteY4" fmla="*/ 0 h 34104"/>
                <a:gd name="connsiteX5" fmla="*/ 59722 w 59721"/>
                <a:gd name="connsiteY5" fmla="*/ 0 h 34104"/>
                <a:gd name="connsiteX6" fmla="*/ 29813 w 59721"/>
                <a:gd name="connsiteY6" fmla="*/ 20018 h 34104"/>
                <a:gd name="connsiteX7" fmla="*/ 48101 w 59721"/>
                <a:gd name="connsiteY7" fmla="*/ 21037 h 34104"/>
                <a:gd name="connsiteX8" fmla="*/ 48101 w 59721"/>
                <a:gd name="connsiteY8" fmla="*/ 10936 h 34104"/>
                <a:gd name="connsiteX9" fmla="*/ 11525 w 59721"/>
                <a:gd name="connsiteY9" fmla="*/ 10936 h 34104"/>
                <a:gd name="connsiteX10" fmla="*/ 11525 w 59721"/>
                <a:gd name="connsiteY10" fmla="*/ 21037 h 34104"/>
                <a:gd name="connsiteX11" fmla="*/ 29813 w 59721"/>
                <a:gd name="connsiteY11" fmla="*/ 20018 h 3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721" h="34104">
                  <a:moveTo>
                    <a:pt x="59722" y="34105"/>
                  </a:moveTo>
                  <a:lnTo>
                    <a:pt x="53054" y="33085"/>
                  </a:lnTo>
                  <a:cubicBezTo>
                    <a:pt x="37699" y="30583"/>
                    <a:pt x="22023" y="30583"/>
                    <a:pt x="6668" y="33085"/>
                  </a:cubicBezTo>
                  <a:lnTo>
                    <a:pt x="0" y="34105"/>
                  </a:lnTo>
                  <a:lnTo>
                    <a:pt x="0" y="0"/>
                  </a:lnTo>
                  <a:lnTo>
                    <a:pt x="59722" y="0"/>
                  </a:lnTo>
                  <a:close/>
                  <a:moveTo>
                    <a:pt x="29813" y="20018"/>
                  </a:moveTo>
                  <a:cubicBezTo>
                    <a:pt x="35924" y="20040"/>
                    <a:pt x="42028" y="20381"/>
                    <a:pt x="48101" y="21037"/>
                  </a:cubicBezTo>
                  <a:lnTo>
                    <a:pt x="48101" y="10936"/>
                  </a:lnTo>
                  <a:lnTo>
                    <a:pt x="11525" y="10936"/>
                  </a:lnTo>
                  <a:lnTo>
                    <a:pt x="11525" y="21037"/>
                  </a:lnTo>
                  <a:cubicBezTo>
                    <a:pt x="17598" y="20377"/>
                    <a:pt x="23703" y="20037"/>
                    <a:pt x="29813" y="20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11FA618-CBB8-4146-8FDB-F5D424762E7C}"/>
                </a:ext>
              </a:extLst>
            </p:cNvPr>
            <p:cNvSpPr/>
            <p:nvPr/>
          </p:nvSpPr>
          <p:spPr>
            <a:xfrm>
              <a:off x="6155961" y="2198026"/>
              <a:ext cx="83820" cy="38746"/>
            </a:xfrm>
            <a:custGeom>
              <a:avLst/>
              <a:gdLst>
                <a:gd name="connsiteX0" fmla="*/ 70390 w 83820"/>
                <a:gd name="connsiteY0" fmla="*/ 38744 h 38746"/>
                <a:gd name="connsiteX1" fmla="*/ 13240 w 83820"/>
                <a:gd name="connsiteY1" fmla="*/ 38744 h 38746"/>
                <a:gd name="connsiteX2" fmla="*/ 0 w 83820"/>
                <a:gd name="connsiteY2" fmla="*/ 25862 h 38746"/>
                <a:gd name="connsiteX3" fmla="*/ 0 w 83820"/>
                <a:gd name="connsiteY3" fmla="*/ 12795 h 38746"/>
                <a:gd name="connsiteX4" fmla="*/ 13139 w 83820"/>
                <a:gd name="connsiteY4" fmla="*/ 0 h 38746"/>
                <a:gd name="connsiteX5" fmla="*/ 13526 w 83820"/>
                <a:gd name="connsiteY5" fmla="*/ 5 h 38746"/>
                <a:gd name="connsiteX6" fmla="*/ 70676 w 83820"/>
                <a:gd name="connsiteY6" fmla="*/ 5 h 38746"/>
                <a:gd name="connsiteX7" fmla="*/ 83820 w 83820"/>
                <a:gd name="connsiteY7" fmla="*/ 12795 h 38746"/>
                <a:gd name="connsiteX8" fmla="*/ 83820 w 83820"/>
                <a:gd name="connsiteY8" fmla="*/ 25862 h 38746"/>
                <a:gd name="connsiteX9" fmla="*/ 70774 w 83820"/>
                <a:gd name="connsiteY9" fmla="*/ 38746 h 38746"/>
                <a:gd name="connsiteX10" fmla="*/ 70390 w 83820"/>
                <a:gd name="connsiteY10" fmla="*/ 38744 h 38746"/>
                <a:gd name="connsiteX11" fmla="*/ 13240 w 83820"/>
                <a:gd name="connsiteY11" fmla="*/ 10941 h 38746"/>
                <a:gd name="connsiteX12" fmla="*/ 11621 w 83820"/>
                <a:gd name="connsiteY12" fmla="*/ 12517 h 38746"/>
                <a:gd name="connsiteX13" fmla="*/ 11621 w 83820"/>
                <a:gd name="connsiteY13" fmla="*/ 25862 h 38746"/>
                <a:gd name="connsiteX14" fmla="*/ 12484 w 83820"/>
                <a:gd name="connsiteY14" fmla="*/ 27783 h 38746"/>
                <a:gd name="connsiteX15" fmla="*/ 13526 w 83820"/>
                <a:gd name="connsiteY15" fmla="*/ 27808 h 38746"/>
                <a:gd name="connsiteX16" fmla="*/ 70676 w 83820"/>
                <a:gd name="connsiteY16" fmla="*/ 27808 h 38746"/>
                <a:gd name="connsiteX17" fmla="*/ 72295 w 83820"/>
                <a:gd name="connsiteY17" fmla="*/ 26233 h 38746"/>
                <a:gd name="connsiteX18" fmla="*/ 72295 w 83820"/>
                <a:gd name="connsiteY18" fmla="*/ 12795 h 38746"/>
                <a:gd name="connsiteX19" fmla="*/ 70676 w 83820"/>
                <a:gd name="connsiteY19" fmla="*/ 11219 h 38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3820" h="38746">
                  <a:moveTo>
                    <a:pt x="70390" y="38744"/>
                  </a:moveTo>
                  <a:lnTo>
                    <a:pt x="13240" y="38744"/>
                  </a:lnTo>
                  <a:cubicBezTo>
                    <a:pt x="5928" y="38744"/>
                    <a:pt x="0" y="32976"/>
                    <a:pt x="0" y="25862"/>
                  </a:cubicBezTo>
                  <a:lnTo>
                    <a:pt x="0" y="12795"/>
                  </a:lnTo>
                  <a:cubicBezTo>
                    <a:pt x="-3" y="5731"/>
                    <a:pt x="5879" y="3"/>
                    <a:pt x="13139" y="0"/>
                  </a:cubicBezTo>
                  <a:cubicBezTo>
                    <a:pt x="13268" y="0"/>
                    <a:pt x="13397" y="2"/>
                    <a:pt x="13526" y="5"/>
                  </a:cubicBezTo>
                  <a:lnTo>
                    <a:pt x="70676" y="5"/>
                  </a:lnTo>
                  <a:cubicBezTo>
                    <a:pt x="77935" y="5"/>
                    <a:pt x="83820" y="5731"/>
                    <a:pt x="83820" y="12795"/>
                  </a:cubicBezTo>
                  <a:lnTo>
                    <a:pt x="83820" y="25862"/>
                  </a:lnTo>
                  <a:cubicBezTo>
                    <a:pt x="83874" y="32925"/>
                    <a:pt x="78034" y="38694"/>
                    <a:pt x="70774" y="38746"/>
                  </a:cubicBezTo>
                  <a:cubicBezTo>
                    <a:pt x="70646" y="38747"/>
                    <a:pt x="70518" y="38747"/>
                    <a:pt x="70390" y="38744"/>
                  </a:cubicBezTo>
                  <a:close/>
                  <a:moveTo>
                    <a:pt x="13240" y="10941"/>
                  </a:moveTo>
                  <a:cubicBezTo>
                    <a:pt x="12345" y="10941"/>
                    <a:pt x="11621" y="11646"/>
                    <a:pt x="11621" y="12517"/>
                  </a:cubicBezTo>
                  <a:lnTo>
                    <a:pt x="11621" y="25862"/>
                  </a:lnTo>
                  <a:cubicBezTo>
                    <a:pt x="11314" y="26624"/>
                    <a:pt x="11700" y="27485"/>
                    <a:pt x="12484" y="27783"/>
                  </a:cubicBezTo>
                  <a:cubicBezTo>
                    <a:pt x="12817" y="27910"/>
                    <a:pt x="13186" y="27919"/>
                    <a:pt x="13526" y="27808"/>
                  </a:cubicBezTo>
                  <a:lnTo>
                    <a:pt x="70676" y="27808"/>
                  </a:lnTo>
                  <a:cubicBezTo>
                    <a:pt x="71570" y="27808"/>
                    <a:pt x="72295" y="27103"/>
                    <a:pt x="72295" y="26233"/>
                  </a:cubicBezTo>
                  <a:lnTo>
                    <a:pt x="72295" y="12795"/>
                  </a:lnTo>
                  <a:cubicBezTo>
                    <a:pt x="72247" y="11944"/>
                    <a:pt x="71549" y="11265"/>
                    <a:pt x="70676" y="11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24F22B0C-785E-A74E-8936-5CF7CB7F6A51}"/>
                </a:ext>
              </a:extLst>
            </p:cNvPr>
            <p:cNvSpPr/>
            <p:nvPr/>
          </p:nvSpPr>
          <p:spPr>
            <a:xfrm>
              <a:off x="6267023" y="2241060"/>
              <a:ext cx="59291" cy="57988"/>
            </a:xfrm>
            <a:custGeom>
              <a:avLst/>
              <a:gdLst>
                <a:gd name="connsiteX0" fmla="*/ 32861 w 59291"/>
                <a:gd name="connsiteY0" fmla="*/ 57988 h 57988"/>
                <a:gd name="connsiteX1" fmla="*/ 28384 w 59291"/>
                <a:gd name="connsiteY1" fmla="*/ 53911 h 57988"/>
                <a:gd name="connsiteX2" fmla="*/ 5620 w 59291"/>
                <a:gd name="connsiteY2" fmla="*/ 36766 h 57988"/>
                <a:gd name="connsiteX3" fmla="*/ 0 w 59291"/>
                <a:gd name="connsiteY3" fmla="*/ 33337 h 57988"/>
                <a:gd name="connsiteX4" fmla="*/ 22765 w 59291"/>
                <a:gd name="connsiteY4" fmla="*/ 7110 h 57988"/>
                <a:gd name="connsiteX5" fmla="*/ 36862 w 59291"/>
                <a:gd name="connsiteY5" fmla="*/ 66 h 57988"/>
                <a:gd name="connsiteX6" fmla="*/ 59225 w 59291"/>
                <a:gd name="connsiteY6" fmla="*/ 18584 h 57988"/>
                <a:gd name="connsiteX7" fmla="*/ 54388 w 59291"/>
                <a:gd name="connsiteY7" fmla="*/ 33244 h 57988"/>
                <a:gd name="connsiteX8" fmla="*/ 17335 w 59291"/>
                <a:gd name="connsiteY8" fmla="*/ 31113 h 57988"/>
                <a:gd name="connsiteX9" fmla="*/ 31909 w 59291"/>
                <a:gd name="connsiteY9" fmla="*/ 42141 h 57988"/>
                <a:gd name="connsiteX10" fmla="*/ 45625 w 59291"/>
                <a:gd name="connsiteY10" fmla="*/ 26386 h 57988"/>
                <a:gd name="connsiteX11" fmla="*/ 44387 w 59291"/>
                <a:gd name="connsiteY11" fmla="*/ 13411 h 57988"/>
                <a:gd name="connsiteX12" fmla="*/ 37719 w 59291"/>
                <a:gd name="connsiteY12" fmla="*/ 11280 h 57988"/>
                <a:gd name="connsiteX13" fmla="*/ 31432 w 59291"/>
                <a:gd name="connsiteY13" fmla="*/ 14431 h 57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291" h="57988">
                  <a:moveTo>
                    <a:pt x="32861" y="57988"/>
                  </a:moveTo>
                  <a:lnTo>
                    <a:pt x="28384" y="53911"/>
                  </a:lnTo>
                  <a:cubicBezTo>
                    <a:pt x="21422" y="47449"/>
                    <a:pt x="13794" y="41704"/>
                    <a:pt x="5620" y="36766"/>
                  </a:cubicBezTo>
                  <a:lnTo>
                    <a:pt x="0" y="33337"/>
                  </a:lnTo>
                  <a:lnTo>
                    <a:pt x="22765" y="7110"/>
                  </a:lnTo>
                  <a:cubicBezTo>
                    <a:pt x="26315" y="3033"/>
                    <a:pt x="31388" y="498"/>
                    <a:pt x="36862" y="66"/>
                  </a:cubicBezTo>
                  <a:cubicBezTo>
                    <a:pt x="48293" y="-829"/>
                    <a:pt x="58305" y="7462"/>
                    <a:pt x="59225" y="18584"/>
                  </a:cubicBezTo>
                  <a:cubicBezTo>
                    <a:pt x="59665" y="23900"/>
                    <a:pt x="57926" y="29170"/>
                    <a:pt x="54388" y="33244"/>
                  </a:cubicBezTo>
                  <a:close/>
                  <a:moveTo>
                    <a:pt x="17335" y="31113"/>
                  </a:moveTo>
                  <a:cubicBezTo>
                    <a:pt x="22400" y="34523"/>
                    <a:pt x="27265" y="38205"/>
                    <a:pt x="31909" y="42141"/>
                  </a:cubicBezTo>
                  <a:lnTo>
                    <a:pt x="45625" y="26386"/>
                  </a:lnTo>
                  <a:cubicBezTo>
                    <a:pt x="48934" y="22461"/>
                    <a:pt x="48382" y="16676"/>
                    <a:pt x="44387" y="13411"/>
                  </a:cubicBezTo>
                  <a:cubicBezTo>
                    <a:pt x="42560" y="11838"/>
                    <a:pt x="40148" y="11067"/>
                    <a:pt x="37719" y="11280"/>
                  </a:cubicBezTo>
                  <a:cubicBezTo>
                    <a:pt x="35286" y="11506"/>
                    <a:pt x="33035" y="12635"/>
                    <a:pt x="31432" y="14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1" name="Graphic 99">
            <a:extLst>
              <a:ext uri="{FF2B5EF4-FFF2-40B4-BE49-F238E27FC236}">
                <a16:creationId xmlns:a16="http://schemas.microsoft.com/office/drawing/2014/main" id="{F81642AF-BBA6-B949-B4C5-7A7143D94598}"/>
              </a:ext>
            </a:extLst>
          </p:cNvPr>
          <p:cNvGrpSpPr>
            <a:grpSpLocks noChangeAspect="1"/>
          </p:cNvGrpSpPr>
          <p:nvPr/>
        </p:nvGrpSpPr>
        <p:grpSpPr>
          <a:xfrm>
            <a:off x="4624793" y="2867489"/>
            <a:ext cx="371741" cy="380962"/>
            <a:chOff x="6025660" y="2197939"/>
            <a:chExt cx="337946" cy="346329"/>
          </a:xfrm>
          <a:solidFill>
            <a:srgbClr val="FFFFFF"/>
          </a:solidFill>
        </p:grpSpPr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F9975C31-7F24-CD4A-A549-4393556C75AA}"/>
                </a:ext>
              </a:extLst>
            </p:cNvPr>
            <p:cNvSpPr/>
            <p:nvPr/>
          </p:nvSpPr>
          <p:spPr>
            <a:xfrm>
              <a:off x="6094335" y="2197939"/>
              <a:ext cx="67436" cy="65614"/>
            </a:xfrm>
            <a:custGeom>
              <a:avLst/>
              <a:gdLst>
                <a:gd name="connsiteX0" fmla="*/ 33718 w 67436"/>
                <a:gd name="connsiteY0" fmla="*/ 65614 h 65614"/>
                <a:gd name="connsiteX1" fmla="*/ 0 w 67436"/>
                <a:gd name="connsiteY1" fmla="*/ 32807 h 65614"/>
                <a:gd name="connsiteX2" fmla="*/ 33719 w 67436"/>
                <a:gd name="connsiteY2" fmla="*/ 0 h 65614"/>
                <a:gd name="connsiteX3" fmla="*/ 67437 w 67436"/>
                <a:gd name="connsiteY3" fmla="*/ 32807 h 65614"/>
                <a:gd name="connsiteX4" fmla="*/ 67437 w 67436"/>
                <a:gd name="connsiteY4" fmla="*/ 32900 h 65614"/>
                <a:gd name="connsiteX5" fmla="*/ 33718 w 67436"/>
                <a:gd name="connsiteY5" fmla="*/ 65614 h 65614"/>
                <a:gd name="connsiteX6" fmla="*/ 33718 w 67436"/>
                <a:gd name="connsiteY6" fmla="*/ 11306 h 65614"/>
                <a:gd name="connsiteX7" fmla="*/ 11525 w 67436"/>
                <a:gd name="connsiteY7" fmla="*/ 32900 h 65614"/>
                <a:gd name="connsiteX8" fmla="*/ 33718 w 67436"/>
                <a:gd name="connsiteY8" fmla="*/ 54493 h 65614"/>
                <a:gd name="connsiteX9" fmla="*/ 55912 w 67436"/>
                <a:gd name="connsiteY9" fmla="*/ 32900 h 65614"/>
                <a:gd name="connsiteX10" fmla="*/ 33718 w 67436"/>
                <a:gd name="connsiteY10" fmla="*/ 11306 h 6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36" h="65614">
                  <a:moveTo>
                    <a:pt x="33718" y="65614"/>
                  </a:moveTo>
                  <a:cubicBezTo>
                    <a:pt x="15096" y="65614"/>
                    <a:pt x="0" y="50926"/>
                    <a:pt x="0" y="32807"/>
                  </a:cubicBezTo>
                  <a:cubicBezTo>
                    <a:pt x="0" y="14688"/>
                    <a:pt x="15096" y="0"/>
                    <a:pt x="33719" y="0"/>
                  </a:cubicBezTo>
                  <a:cubicBezTo>
                    <a:pt x="52341" y="0"/>
                    <a:pt x="67437" y="14688"/>
                    <a:pt x="67437" y="32807"/>
                  </a:cubicBezTo>
                  <a:cubicBezTo>
                    <a:pt x="67437" y="32838"/>
                    <a:pt x="67437" y="32869"/>
                    <a:pt x="67437" y="32900"/>
                  </a:cubicBezTo>
                  <a:cubicBezTo>
                    <a:pt x="67384" y="50983"/>
                    <a:pt x="52303" y="65614"/>
                    <a:pt x="33718" y="65614"/>
                  </a:cubicBezTo>
                  <a:close/>
                  <a:moveTo>
                    <a:pt x="33718" y="11306"/>
                  </a:moveTo>
                  <a:cubicBezTo>
                    <a:pt x="21461" y="11306"/>
                    <a:pt x="11525" y="20974"/>
                    <a:pt x="11525" y="32900"/>
                  </a:cubicBezTo>
                  <a:cubicBezTo>
                    <a:pt x="11525" y="44826"/>
                    <a:pt x="21461" y="54493"/>
                    <a:pt x="33718" y="54493"/>
                  </a:cubicBezTo>
                  <a:cubicBezTo>
                    <a:pt x="45975" y="54493"/>
                    <a:pt x="55912" y="44826"/>
                    <a:pt x="55912" y="32900"/>
                  </a:cubicBezTo>
                  <a:cubicBezTo>
                    <a:pt x="55912" y="20974"/>
                    <a:pt x="45975" y="11306"/>
                    <a:pt x="33718" y="113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2B4D2645-C185-8A40-9E88-5C3246134CD9}"/>
                </a:ext>
              </a:extLst>
            </p:cNvPr>
            <p:cNvSpPr/>
            <p:nvPr/>
          </p:nvSpPr>
          <p:spPr>
            <a:xfrm>
              <a:off x="6041947" y="2373466"/>
              <a:ext cx="305562" cy="170802"/>
            </a:xfrm>
            <a:custGeom>
              <a:avLst/>
              <a:gdLst>
                <a:gd name="connsiteX0" fmla="*/ 299752 w 305562"/>
                <a:gd name="connsiteY0" fmla="*/ 170802 h 170802"/>
                <a:gd name="connsiteX1" fmla="*/ 5810 w 305562"/>
                <a:gd name="connsiteY1" fmla="*/ 170802 h 170802"/>
                <a:gd name="connsiteX2" fmla="*/ 0 w 305562"/>
                <a:gd name="connsiteY2" fmla="*/ 165149 h 170802"/>
                <a:gd name="connsiteX3" fmla="*/ 0 w 305562"/>
                <a:gd name="connsiteY3" fmla="*/ 5561 h 170802"/>
                <a:gd name="connsiteX4" fmla="*/ 5714 w 305562"/>
                <a:gd name="connsiteY4" fmla="*/ 0 h 170802"/>
                <a:gd name="connsiteX5" fmla="*/ 5810 w 305562"/>
                <a:gd name="connsiteY5" fmla="*/ 1 h 170802"/>
                <a:gd name="connsiteX6" fmla="*/ 299752 w 305562"/>
                <a:gd name="connsiteY6" fmla="*/ 1 h 170802"/>
                <a:gd name="connsiteX7" fmla="*/ 305561 w 305562"/>
                <a:gd name="connsiteY7" fmla="*/ 5468 h 170802"/>
                <a:gd name="connsiteX8" fmla="*/ 305562 w 305562"/>
                <a:gd name="connsiteY8" fmla="*/ 5561 h 170802"/>
                <a:gd name="connsiteX9" fmla="*/ 305562 w 305562"/>
                <a:gd name="connsiteY9" fmla="*/ 165149 h 170802"/>
                <a:gd name="connsiteX10" fmla="*/ 299752 w 305562"/>
                <a:gd name="connsiteY10" fmla="*/ 170802 h 170802"/>
                <a:gd name="connsiteX11" fmla="*/ 11525 w 305562"/>
                <a:gd name="connsiteY11" fmla="*/ 159588 h 170802"/>
                <a:gd name="connsiteX12" fmla="*/ 293942 w 305562"/>
                <a:gd name="connsiteY12" fmla="*/ 159588 h 170802"/>
                <a:gd name="connsiteX13" fmla="*/ 293942 w 305562"/>
                <a:gd name="connsiteY13" fmla="*/ 11307 h 170802"/>
                <a:gd name="connsiteX14" fmla="*/ 11525 w 305562"/>
                <a:gd name="connsiteY14" fmla="*/ 11307 h 170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5562" h="170802">
                  <a:moveTo>
                    <a:pt x="299752" y="170802"/>
                  </a:moveTo>
                  <a:lnTo>
                    <a:pt x="5810" y="170802"/>
                  </a:lnTo>
                  <a:cubicBezTo>
                    <a:pt x="2601" y="170802"/>
                    <a:pt x="0" y="168271"/>
                    <a:pt x="0" y="165149"/>
                  </a:cubicBezTo>
                  <a:lnTo>
                    <a:pt x="0" y="5561"/>
                  </a:lnTo>
                  <a:cubicBezTo>
                    <a:pt x="0" y="2490"/>
                    <a:pt x="2558" y="0"/>
                    <a:pt x="5714" y="0"/>
                  </a:cubicBezTo>
                  <a:cubicBezTo>
                    <a:pt x="5746" y="0"/>
                    <a:pt x="5778" y="0"/>
                    <a:pt x="5810" y="1"/>
                  </a:cubicBezTo>
                  <a:lnTo>
                    <a:pt x="299752" y="1"/>
                  </a:lnTo>
                  <a:cubicBezTo>
                    <a:pt x="302908" y="-50"/>
                    <a:pt x="305509" y="2397"/>
                    <a:pt x="305561" y="5468"/>
                  </a:cubicBezTo>
                  <a:cubicBezTo>
                    <a:pt x="305562" y="5499"/>
                    <a:pt x="305562" y="5530"/>
                    <a:pt x="305562" y="5561"/>
                  </a:cubicBezTo>
                  <a:lnTo>
                    <a:pt x="305562" y="165149"/>
                  </a:lnTo>
                  <a:cubicBezTo>
                    <a:pt x="305562" y="168271"/>
                    <a:pt x="302961" y="170802"/>
                    <a:pt x="299752" y="170802"/>
                  </a:cubicBezTo>
                  <a:close/>
                  <a:moveTo>
                    <a:pt x="11525" y="159588"/>
                  </a:moveTo>
                  <a:lnTo>
                    <a:pt x="293942" y="159588"/>
                  </a:lnTo>
                  <a:lnTo>
                    <a:pt x="293942" y="11307"/>
                  </a:lnTo>
                  <a:lnTo>
                    <a:pt x="11525" y="113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1ECFE728-2009-EC41-96E0-049AD9EC81E7}"/>
                </a:ext>
              </a:extLst>
            </p:cNvPr>
            <p:cNvSpPr/>
            <p:nvPr/>
          </p:nvSpPr>
          <p:spPr>
            <a:xfrm>
              <a:off x="6025660" y="2347610"/>
              <a:ext cx="337946" cy="37070"/>
            </a:xfrm>
            <a:custGeom>
              <a:avLst/>
              <a:gdLst>
                <a:gd name="connsiteX0" fmla="*/ 318897 w 337946"/>
                <a:gd name="connsiteY0" fmla="*/ 37070 h 37070"/>
                <a:gd name="connsiteX1" fmla="*/ 19050 w 337946"/>
                <a:gd name="connsiteY1" fmla="*/ 37070 h 37070"/>
                <a:gd name="connsiteX2" fmla="*/ 0 w 337946"/>
                <a:gd name="connsiteY2" fmla="*/ 18535 h 37070"/>
                <a:gd name="connsiteX3" fmla="*/ 19050 w 337946"/>
                <a:gd name="connsiteY3" fmla="*/ 0 h 37070"/>
                <a:gd name="connsiteX4" fmla="*/ 318897 w 337946"/>
                <a:gd name="connsiteY4" fmla="*/ 0 h 37070"/>
                <a:gd name="connsiteX5" fmla="*/ 337947 w 337946"/>
                <a:gd name="connsiteY5" fmla="*/ 18535 h 37070"/>
                <a:gd name="connsiteX6" fmla="*/ 318897 w 337946"/>
                <a:gd name="connsiteY6" fmla="*/ 37070 h 37070"/>
                <a:gd name="connsiteX7" fmla="*/ 19050 w 337946"/>
                <a:gd name="connsiteY7" fmla="*/ 10936 h 37070"/>
                <a:gd name="connsiteX8" fmla="*/ 12238 w 337946"/>
                <a:gd name="connsiteY8" fmla="*/ 19229 h 37070"/>
                <a:gd name="connsiteX9" fmla="*/ 19050 w 337946"/>
                <a:gd name="connsiteY9" fmla="*/ 25857 h 37070"/>
                <a:gd name="connsiteX10" fmla="*/ 318897 w 337946"/>
                <a:gd name="connsiteY10" fmla="*/ 25857 h 37070"/>
                <a:gd name="connsiteX11" fmla="*/ 325709 w 337946"/>
                <a:gd name="connsiteY11" fmla="*/ 17563 h 37070"/>
                <a:gd name="connsiteX12" fmla="*/ 318897 w 337946"/>
                <a:gd name="connsiteY12" fmla="*/ 10936 h 37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7946" h="37070">
                  <a:moveTo>
                    <a:pt x="318897" y="37070"/>
                  </a:moveTo>
                  <a:lnTo>
                    <a:pt x="19050" y="37070"/>
                  </a:lnTo>
                  <a:cubicBezTo>
                    <a:pt x="8529" y="37070"/>
                    <a:pt x="0" y="28772"/>
                    <a:pt x="0" y="18535"/>
                  </a:cubicBezTo>
                  <a:cubicBezTo>
                    <a:pt x="0" y="8298"/>
                    <a:pt x="8529" y="0"/>
                    <a:pt x="19050" y="0"/>
                  </a:cubicBezTo>
                  <a:lnTo>
                    <a:pt x="318897" y="0"/>
                  </a:lnTo>
                  <a:cubicBezTo>
                    <a:pt x="329418" y="0"/>
                    <a:pt x="337947" y="8298"/>
                    <a:pt x="337947" y="18535"/>
                  </a:cubicBezTo>
                  <a:cubicBezTo>
                    <a:pt x="337947" y="28772"/>
                    <a:pt x="329418" y="37070"/>
                    <a:pt x="318897" y="37070"/>
                  </a:cubicBezTo>
                  <a:close/>
                  <a:moveTo>
                    <a:pt x="19050" y="10936"/>
                  </a:moveTo>
                  <a:cubicBezTo>
                    <a:pt x="14815" y="11396"/>
                    <a:pt x="11766" y="15109"/>
                    <a:pt x="12238" y="19229"/>
                  </a:cubicBezTo>
                  <a:cubicBezTo>
                    <a:pt x="12638" y="22715"/>
                    <a:pt x="15467" y="25467"/>
                    <a:pt x="19050" y="25857"/>
                  </a:cubicBezTo>
                  <a:lnTo>
                    <a:pt x="318897" y="25857"/>
                  </a:lnTo>
                  <a:cubicBezTo>
                    <a:pt x="323132" y="25397"/>
                    <a:pt x="326181" y="21684"/>
                    <a:pt x="325709" y="17563"/>
                  </a:cubicBezTo>
                  <a:cubicBezTo>
                    <a:pt x="325309" y="14077"/>
                    <a:pt x="322480" y="11325"/>
                    <a:pt x="318897" y="109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4ED673BD-3ABA-E240-B35F-D3E4A8F53343}"/>
                </a:ext>
              </a:extLst>
            </p:cNvPr>
            <p:cNvSpPr/>
            <p:nvPr/>
          </p:nvSpPr>
          <p:spPr>
            <a:xfrm>
              <a:off x="6215207" y="2244369"/>
              <a:ext cx="131730" cy="84427"/>
            </a:xfrm>
            <a:custGeom>
              <a:avLst/>
              <a:gdLst>
                <a:gd name="connsiteX0" fmla="*/ 114395 w 131730"/>
                <a:gd name="connsiteY0" fmla="*/ 84428 h 84427"/>
                <a:gd name="connsiteX1" fmla="*/ 17335 w 131730"/>
                <a:gd name="connsiteY1" fmla="*/ 84428 h 84427"/>
                <a:gd name="connsiteX2" fmla="*/ 0 w 131730"/>
                <a:gd name="connsiteY2" fmla="*/ 67561 h 84427"/>
                <a:gd name="connsiteX3" fmla="*/ 0 w 131730"/>
                <a:gd name="connsiteY3" fmla="*/ 16774 h 84427"/>
                <a:gd name="connsiteX4" fmla="*/ 17335 w 131730"/>
                <a:gd name="connsiteY4" fmla="*/ 0 h 84427"/>
                <a:gd name="connsiteX5" fmla="*/ 114395 w 131730"/>
                <a:gd name="connsiteY5" fmla="*/ 0 h 84427"/>
                <a:gd name="connsiteX6" fmla="*/ 131731 w 131730"/>
                <a:gd name="connsiteY6" fmla="*/ 16867 h 84427"/>
                <a:gd name="connsiteX7" fmla="*/ 131731 w 131730"/>
                <a:gd name="connsiteY7" fmla="*/ 67653 h 84427"/>
                <a:gd name="connsiteX8" fmla="*/ 114395 w 131730"/>
                <a:gd name="connsiteY8" fmla="*/ 84428 h 84427"/>
                <a:gd name="connsiteX9" fmla="*/ 17335 w 131730"/>
                <a:gd name="connsiteY9" fmla="*/ 11214 h 84427"/>
                <a:gd name="connsiteX10" fmla="*/ 11620 w 131730"/>
                <a:gd name="connsiteY10" fmla="*/ 16774 h 84427"/>
                <a:gd name="connsiteX11" fmla="*/ 11621 w 131730"/>
                <a:gd name="connsiteY11" fmla="*/ 67561 h 84427"/>
                <a:gd name="connsiteX12" fmla="*/ 17239 w 131730"/>
                <a:gd name="connsiteY12" fmla="*/ 73213 h 84427"/>
                <a:gd name="connsiteX13" fmla="*/ 17336 w 131730"/>
                <a:gd name="connsiteY13" fmla="*/ 73214 h 84427"/>
                <a:gd name="connsiteX14" fmla="*/ 114395 w 131730"/>
                <a:gd name="connsiteY14" fmla="*/ 73214 h 84427"/>
                <a:gd name="connsiteX15" fmla="*/ 120111 w 131730"/>
                <a:gd name="connsiteY15" fmla="*/ 67654 h 84427"/>
                <a:gd name="connsiteX16" fmla="*/ 120110 w 131730"/>
                <a:gd name="connsiteY16" fmla="*/ 67561 h 84427"/>
                <a:gd name="connsiteX17" fmla="*/ 120110 w 131730"/>
                <a:gd name="connsiteY17" fmla="*/ 16774 h 84427"/>
                <a:gd name="connsiteX18" fmla="*/ 114395 w 131730"/>
                <a:gd name="connsiteY18" fmla="*/ 11214 h 8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730" h="84427">
                  <a:moveTo>
                    <a:pt x="114395" y="84428"/>
                  </a:moveTo>
                  <a:lnTo>
                    <a:pt x="17335" y="84428"/>
                  </a:lnTo>
                  <a:cubicBezTo>
                    <a:pt x="7761" y="84428"/>
                    <a:pt x="0" y="76876"/>
                    <a:pt x="0" y="67561"/>
                  </a:cubicBezTo>
                  <a:lnTo>
                    <a:pt x="0" y="16774"/>
                  </a:lnTo>
                  <a:cubicBezTo>
                    <a:pt x="104" y="7516"/>
                    <a:pt x="7820" y="50"/>
                    <a:pt x="17335" y="0"/>
                  </a:cubicBezTo>
                  <a:lnTo>
                    <a:pt x="114395" y="0"/>
                  </a:lnTo>
                  <a:cubicBezTo>
                    <a:pt x="123948" y="51"/>
                    <a:pt x="131679" y="7573"/>
                    <a:pt x="131731" y="16867"/>
                  </a:cubicBezTo>
                  <a:lnTo>
                    <a:pt x="131731" y="67653"/>
                  </a:lnTo>
                  <a:cubicBezTo>
                    <a:pt x="131678" y="76932"/>
                    <a:pt x="123932" y="84428"/>
                    <a:pt x="114395" y="84428"/>
                  </a:cubicBezTo>
                  <a:close/>
                  <a:moveTo>
                    <a:pt x="17335" y="11214"/>
                  </a:moveTo>
                  <a:cubicBezTo>
                    <a:pt x="14179" y="11214"/>
                    <a:pt x="11620" y="13703"/>
                    <a:pt x="11620" y="16774"/>
                  </a:cubicBezTo>
                  <a:lnTo>
                    <a:pt x="11621" y="67561"/>
                  </a:lnTo>
                  <a:cubicBezTo>
                    <a:pt x="11568" y="70631"/>
                    <a:pt x="14084" y="73162"/>
                    <a:pt x="17239" y="73213"/>
                  </a:cubicBezTo>
                  <a:cubicBezTo>
                    <a:pt x="17271" y="73214"/>
                    <a:pt x="17303" y="73214"/>
                    <a:pt x="17336" y="73214"/>
                  </a:cubicBezTo>
                  <a:lnTo>
                    <a:pt x="114395" y="73214"/>
                  </a:lnTo>
                  <a:cubicBezTo>
                    <a:pt x="117552" y="73214"/>
                    <a:pt x="120111" y="70725"/>
                    <a:pt x="120111" y="67654"/>
                  </a:cubicBezTo>
                  <a:cubicBezTo>
                    <a:pt x="120111" y="67623"/>
                    <a:pt x="120111" y="67592"/>
                    <a:pt x="120110" y="67561"/>
                  </a:cubicBezTo>
                  <a:lnTo>
                    <a:pt x="120110" y="16774"/>
                  </a:lnTo>
                  <a:cubicBezTo>
                    <a:pt x="120110" y="13703"/>
                    <a:pt x="117552" y="11214"/>
                    <a:pt x="114395" y="11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11E84DF8-7C4A-AE4E-B1E5-EE195A5A1DC6}"/>
                </a:ext>
              </a:extLst>
            </p:cNvPr>
            <p:cNvSpPr/>
            <p:nvPr/>
          </p:nvSpPr>
          <p:spPr>
            <a:xfrm>
              <a:off x="6250163" y="2317583"/>
              <a:ext cx="61913" cy="39665"/>
            </a:xfrm>
            <a:custGeom>
              <a:avLst/>
              <a:gdLst>
                <a:gd name="connsiteX0" fmla="*/ 56103 w 61913"/>
                <a:gd name="connsiteY0" fmla="*/ 39665 h 39665"/>
                <a:gd name="connsiteX1" fmla="*/ 5716 w 61913"/>
                <a:gd name="connsiteY1" fmla="*/ 39665 h 39665"/>
                <a:gd name="connsiteX2" fmla="*/ 0 w 61913"/>
                <a:gd name="connsiteY2" fmla="*/ 34105 h 39665"/>
                <a:gd name="connsiteX3" fmla="*/ 1 w 61913"/>
                <a:gd name="connsiteY3" fmla="*/ 34012 h 39665"/>
                <a:gd name="connsiteX4" fmla="*/ 1 w 61913"/>
                <a:gd name="connsiteY4" fmla="*/ 5653 h 39665"/>
                <a:gd name="connsiteX5" fmla="*/ 5620 w 61913"/>
                <a:gd name="connsiteY5" fmla="*/ 1 h 39665"/>
                <a:gd name="connsiteX6" fmla="*/ 5716 w 61913"/>
                <a:gd name="connsiteY6" fmla="*/ 0 h 39665"/>
                <a:gd name="connsiteX7" fmla="*/ 56103 w 61913"/>
                <a:gd name="connsiteY7" fmla="*/ 0 h 39665"/>
                <a:gd name="connsiteX8" fmla="*/ 61913 w 61913"/>
                <a:gd name="connsiteY8" fmla="*/ 5653 h 39665"/>
                <a:gd name="connsiteX9" fmla="*/ 61913 w 61913"/>
                <a:gd name="connsiteY9" fmla="*/ 34012 h 39665"/>
                <a:gd name="connsiteX10" fmla="*/ 56103 w 61913"/>
                <a:gd name="connsiteY10" fmla="*/ 39665 h 39665"/>
                <a:gd name="connsiteX11" fmla="*/ 11526 w 61913"/>
                <a:gd name="connsiteY11" fmla="*/ 28729 h 39665"/>
                <a:gd name="connsiteX12" fmla="*/ 50293 w 61913"/>
                <a:gd name="connsiteY12" fmla="*/ 28729 h 39665"/>
                <a:gd name="connsiteX13" fmla="*/ 50293 w 61913"/>
                <a:gd name="connsiteY13" fmla="*/ 11214 h 39665"/>
                <a:gd name="connsiteX14" fmla="*/ 11526 w 61913"/>
                <a:gd name="connsiteY14" fmla="*/ 11214 h 3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913" h="39665">
                  <a:moveTo>
                    <a:pt x="56103" y="39665"/>
                  </a:moveTo>
                  <a:lnTo>
                    <a:pt x="5716" y="39665"/>
                  </a:lnTo>
                  <a:cubicBezTo>
                    <a:pt x="2560" y="39666"/>
                    <a:pt x="0" y="37176"/>
                    <a:pt x="0" y="34105"/>
                  </a:cubicBezTo>
                  <a:cubicBezTo>
                    <a:pt x="0" y="34074"/>
                    <a:pt x="0" y="34043"/>
                    <a:pt x="1" y="34012"/>
                  </a:cubicBezTo>
                  <a:lnTo>
                    <a:pt x="1" y="5653"/>
                  </a:lnTo>
                  <a:cubicBezTo>
                    <a:pt x="-52" y="2583"/>
                    <a:pt x="2464" y="52"/>
                    <a:pt x="5620" y="1"/>
                  </a:cubicBezTo>
                  <a:cubicBezTo>
                    <a:pt x="5652" y="0"/>
                    <a:pt x="5684" y="0"/>
                    <a:pt x="5716" y="0"/>
                  </a:cubicBezTo>
                  <a:lnTo>
                    <a:pt x="56103" y="0"/>
                  </a:lnTo>
                  <a:cubicBezTo>
                    <a:pt x="59312" y="0"/>
                    <a:pt x="61913" y="2531"/>
                    <a:pt x="61913" y="5653"/>
                  </a:cubicBezTo>
                  <a:lnTo>
                    <a:pt x="61913" y="34012"/>
                  </a:lnTo>
                  <a:cubicBezTo>
                    <a:pt x="61913" y="37134"/>
                    <a:pt x="59312" y="39665"/>
                    <a:pt x="56103" y="39665"/>
                  </a:cubicBezTo>
                  <a:close/>
                  <a:moveTo>
                    <a:pt x="11526" y="28729"/>
                  </a:moveTo>
                  <a:lnTo>
                    <a:pt x="50293" y="28729"/>
                  </a:lnTo>
                  <a:lnTo>
                    <a:pt x="50293" y="11214"/>
                  </a:lnTo>
                  <a:lnTo>
                    <a:pt x="11526" y="112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6D9D8615-6489-FE4C-9D3F-747E285B326E}"/>
                </a:ext>
              </a:extLst>
            </p:cNvPr>
            <p:cNvSpPr/>
            <p:nvPr/>
          </p:nvSpPr>
          <p:spPr>
            <a:xfrm>
              <a:off x="6069951" y="2272821"/>
              <a:ext cx="116585" cy="85731"/>
            </a:xfrm>
            <a:custGeom>
              <a:avLst/>
              <a:gdLst>
                <a:gd name="connsiteX0" fmla="*/ 110585 w 116585"/>
                <a:gd name="connsiteY0" fmla="*/ 85725 h 85731"/>
                <a:gd name="connsiteX1" fmla="*/ 5810 w 116585"/>
                <a:gd name="connsiteY1" fmla="*/ 85725 h 85731"/>
                <a:gd name="connsiteX2" fmla="*/ 1 w 116585"/>
                <a:gd name="connsiteY2" fmla="*/ 80258 h 85731"/>
                <a:gd name="connsiteX3" fmla="*/ 0 w 116585"/>
                <a:gd name="connsiteY3" fmla="*/ 80164 h 85731"/>
                <a:gd name="connsiteX4" fmla="*/ 0 w 116585"/>
                <a:gd name="connsiteY4" fmla="*/ 29564 h 85731"/>
                <a:gd name="connsiteX5" fmla="*/ 30480 w 116585"/>
                <a:gd name="connsiteY5" fmla="*/ 0 h 85731"/>
                <a:gd name="connsiteX6" fmla="*/ 86106 w 116585"/>
                <a:gd name="connsiteY6" fmla="*/ 0 h 85731"/>
                <a:gd name="connsiteX7" fmla="*/ 116586 w 116585"/>
                <a:gd name="connsiteY7" fmla="*/ 29564 h 85731"/>
                <a:gd name="connsiteX8" fmla="*/ 116586 w 116585"/>
                <a:gd name="connsiteY8" fmla="*/ 80164 h 85731"/>
                <a:gd name="connsiteX9" fmla="*/ 110878 w 116585"/>
                <a:gd name="connsiteY9" fmla="*/ 85732 h 85731"/>
                <a:gd name="connsiteX10" fmla="*/ 110585 w 116585"/>
                <a:gd name="connsiteY10" fmla="*/ 85725 h 85731"/>
                <a:gd name="connsiteX11" fmla="*/ 11335 w 116585"/>
                <a:gd name="connsiteY11" fmla="*/ 74511 h 85731"/>
                <a:gd name="connsiteX12" fmla="*/ 104870 w 116585"/>
                <a:gd name="connsiteY12" fmla="*/ 74511 h 85731"/>
                <a:gd name="connsiteX13" fmla="*/ 104870 w 116585"/>
                <a:gd name="connsiteY13" fmla="*/ 29564 h 85731"/>
                <a:gd name="connsiteX14" fmla="*/ 85820 w 116585"/>
                <a:gd name="connsiteY14" fmla="*/ 11028 h 85731"/>
                <a:gd name="connsiteX15" fmla="*/ 30289 w 116585"/>
                <a:gd name="connsiteY15" fmla="*/ 11028 h 85731"/>
                <a:gd name="connsiteX16" fmla="*/ 11239 w 116585"/>
                <a:gd name="connsiteY16" fmla="*/ 29564 h 8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6585" h="85731">
                  <a:moveTo>
                    <a:pt x="110585" y="85725"/>
                  </a:moveTo>
                  <a:lnTo>
                    <a:pt x="5810" y="85725"/>
                  </a:lnTo>
                  <a:cubicBezTo>
                    <a:pt x="2654" y="85776"/>
                    <a:pt x="53" y="83328"/>
                    <a:pt x="1" y="80258"/>
                  </a:cubicBezTo>
                  <a:cubicBezTo>
                    <a:pt x="0" y="80227"/>
                    <a:pt x="0" y="80196"/>
                    <a:pt x="0" y="80164"/>
                  </a:cubicBezTo>
                  <a:lnTo>
                    <a:pt x="0" y="29564"/>
                  </a:lnTo>
                  <a:cubicBezTo>
                    <a:pt x="52" y="13221"/>
                    <a:pt x="13683" y="0"/>
                    <a:pt x="30480" y="0"/>
                  </a:cubicBezTo>
                  <a:lnTo>
                    <a:pt x="86106" y="0"/>
                  </a:lnTo>
                  <a:cubicBezTo>
                    <a:pt x="102903" y="0"/>
                    <a:pt x="116534" y="13221"/>
                    <a:pt x="116586" y="29564"/>
                  </a:cubicBezTo>
                  <a:lnTo>
                    <a:pt x="116586" y="80164"/>
                  </a:lnTo>
                  <a:cubicBezTo>
                    <a:pt x="116590" y="83235"/>
                    <a:pt x="114034" y="85728"/>
                    <a:pt x="110878" y="85732"/>
                  </a:cubicBezTo>
                  <a:cubicBezTo>
                    <a:pt x="110780" y="85732"/>
                    <a:pt x="110683" y="85730"/>
                    <a:pt x="110585" y="85725"/>
                  </a:cubicBezTo>
                  <a:close/>
                  <a:moveTo>
                    <a:pt x="11335" y="74511"/>
                  </a:moveTo>
                  <a:lnTo>
                    <a:pt x="104870" y="74511"/>
                  </a:lnTo>
                  <a:lnTo>
                    <a:pt x="104870" y="29564"/>
                  </a:lnTo>
                  <a:cubicBezTo>
                    <a:pt x="104870" y="19327"/>
                    <a:pt x="96341" y="11028"/>
                    <a:pt x="85820" y="11028"/>
                  </a:cubicBezTo>
                  <a:lnTo>
                    <a:pt x="30289" y="11028"/>
                  </a:lnTo>
                  <a:cubicBezTo>
                    <a:pt x="19768" y="11028"/>
                    <a:pt x="11239" y="19327"/>
                    <a:pt x="11239" y="29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E9C040F6-0654-4743-8AD3-E513E406DC60}"/>
                </a:ext>
              </a:extLst>
            </p:cNvPr>
            <p:cNvSpPr/>
            <p:nvPr/>
          </p:nvSpPr>
          <p:spPr>
            <a:xfrm>
              <a:off x="6147722" y="2310836"/>
              <a:ext cx="11621" cy="47710"/>
            </a:xfrm>
            <a:custGeom>
              <a:avLst/>
              <a:gdLst>
                <a:gd name="connsiteX0" fmla="*/ 5763 w 11621"/>
                <a:gd name="connsiteY0" fmla="*/ 47710 h 47710"/>
                <a:gd name="connsiteX1" fmla="*/ 48 w 11621"/>
                <a:gd name="connsiteY1" fmla="*/ 42149 h 47710"/>
                <a:gd name="connsiteX2" fmla="*/ 48 w 11621"/>
                <a:gd name="connsiteY2" fmla="*/ 6376 h 47710"/>
                <a:gd name="connsiteX3" fmla="*/ 5068 w 11621"/>
                <a:gd name="connsiteY3" fmla="*/ 47 h 47710"/>
                <a:gd name="connsiteX4" fmla="*/ 11574 w 11621"/>
                <a:gd name="connsiteY4" fmla="*/ 4932 h 47710"/>
                <a:gd name="connsiteX5" fmla="*/ 11574 w 11621"/>
                <a:gd name="connsiteY5" fmla="*/ 6376 h 47710"/>
                <a:gd name="connsiteX6" fmla="*/ 11574 w 11621"/>
                <a:gd name="connsiteY6" fmla="*/ 42149 h 47710"/>
                <a:gd name="connsiteX7" fmla="*/ 5859 w 11621"/>
                <a:gd name="connsiteY7" fmla="*/ 47710 h 47710"/>
                <a:gd name="connsiteX8" fmla="*/ 5763 w 11621"/>
                <a:gd name="connsiteY8" fmla="*/ 47710 h 4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21" h="47710">
                  <a:moveTo>
                    <a:pt x="5763" y="47710"/>
                  </a:moveTo>
                  <a:cubicBezTo>
                    <a:pt x="2607" y="47710"/>
                    <a:pt x="48" y="45220"/>
                    <a:pt x="48" y="42149"/>
                  </a:cubicBezTo>
                  <a:lnTo>
                    <a:pt x="48" y="6376"/>
                  </a:lnTo>
                  <a:cubicBezTo>
                    <a:pt x="-362" y="3280"/>
                    <a:pt x="1886" y="446"/>
                    <a:pt x="5068" y="47"/>
                  </a:cubicBezTo>
                  <a:cubicBezTo>
                    <a:pt x="8251" y="-352"/>
                    <a:pt x="11164" y="1835"/>
                    <a:pt x="11574" y="4932"/>
                  </a:cubicBezTo>
                  <a:cubicBezTo>
                    <a:pt x="11637" y="5411"/>
                    <a:pt x="11637" y="5897"/>
                    <a:pt x="11574" y="6376"/>
                  </a:cubicBezTo>
                  <a:lnTo>
                    <a:pt x="11574" y="42149"/>
                  </a:lnTo>
                  <a:cubicBezTo>
                    <a:pt x="11574" y="45220"/>
                    <a:pt x="9016" y="47710"/>
                    <a:pt x="5859" y="47710"/>
                  </a:cubicBezTo>
                  <a:cubicBezTo>
                    <a:pt x="5827" y="47710"/>
                    <a:pt x="5795" y="47710"/>
                    <a:pt x="5763" y="47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83EC1D03-E746-E54A-A3E4-E70FD1A2343F}"/>
                </a:ext>
              </a:extLst>
            </p:cNvPr>
            <p:cNvSpPr/>
            <p:nvPr/>
          </p:nvSpPr>
          <p:spPr>
            <a:xfrm>
              <a:off x="6096763" y="2310836"/>
              <a:ext cx="11621" cy="47710"/>
            </a:xfrm>
            <a:custGeom>
              <a:avLst/>
              <a:gdLst>
                <a:gd name="connsiteX0" fmla="*/ 5859 w 11621"/>
                <a:gd name="connsiteY0" fmla="*/ 47710 h 47710"/>
                <a:gd name="connsiteX1" fmla="*/ 49 w 11621"/>
                <a:gd name="connsiteY1" fmla="*/ 42242 h 47710"/>
                <a:gd name="connsiteX2" fmla="*/ 48 w 11621"/>
                <a:gd name="connsiteY2" fmla="*/ 42149 h 47710"/>
                <a:gd name="connsiteX3" fmla="*/ 48 w 11621"/>
                <a:gd name="connsiteY3" fmla="*/ 6376 h 47710"/>
                <a:gd name="connsiteX4" fmla="*/ 5068 w 11621"/>
                <a:gd name="connsiteY4" fmla="*/ 47 h 47710"/>
                <a:gd name="connsiteX5" fmla="*/ 11574 w 11621"/>
                <a:gd name="connsiteY5" fmla="*/ 4932 h 47710"/>
                <a:gd name="connsiteX6" fmla="*/ 11574 w 11621"/>
                <a:gd name="connsiteY6" fmla="*/ 6376 h 47710"/>
                <a:gd name="connsiteX7" fmla="*/ 11574 w 11621"/>
                <a:gd name="connsiteY7" fmla="*/ 42149 h 47710"/>
                <a:gd name="connsiteX8" fmla="*/ 5859 w 11621"/>
                <a:gd name="connsiteY8" fmla="*/ 47710 h 4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21" h="47710">
                  <a:moveTo>
                    <a:pt x="5859" y="47710"/>
                  </a:moveTo>
                  <a:cubicBezTo>
                    <a:pt x="2703" y="47761"/>
                    <a:pt x="102" y="45313"/>
                    <a:pt x="49" y="42242"/>
                  </a:cubicBezTo>
                  <a:cubicBezTo>
                    <a:pt x="49" y="42211"/>
                    <a:pt x="48" y="42180"/>
                    <a:pt x="48" y="42149"/>
                  </a:cubicBezTo>
                  <a:lnTo>
                    <a:pt x="48" y="6376"/>
                  </a:lnTo>
                  <a:cubicBezTo>
                    <a:pt x="-362" y="3280"/>
                    <a:pt x="1886" y="446"/>
                    <a:pt x="5068" y="47"/>
                  </a:cubicBezTo>
                  <a:cubicBezTo>
                    <a:pt x="8251" y="-352"/>
                    <a:pt x="11163" y="1835"/>
                    <a:pt x="11574" y="4932"/>
                  </a:cubicBezTo>
                  <a:cubicBezTo>
                    <a:pt x="11637" y="5411"/>
                    <a:pt x="11637" y="5897"/>
                    <a:pt x="11574" y="6376"/>
                  </a:cubicBezTo>
                  <a:lnTo>
                    <a:pt x="11574" y="42149"/>
                  </a:lnTo>
                  <a:cubicBezTo>
                    <a:pt x="11574" y="45220"/>
                    <a:pt x="9015" y="47710"/>
                    <a:pt x="5859" y="47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D12614C6-4E2D-8E40-8B95-8193FEF85633}"/>
                </a:ext>
              </a:extLst>
            </p:cNvPr>
            <p:cNvSpPr/>
            <p:nvPr/>
          </p:nvSpPr>
          <p:spPr>
            <a:xfrm>
              <a:off x="6071379" y="2399879"/>
              <a:ext cx="144970" cy="11306"/>
            </a:xfrm>
            <a:custGeom>
              <a:avLst/>
              <a:gdLst>
                <a:gd name="connsiteX0" fmla="*/ 139160 w 144970"/>
                <a:gd name="connsiteY0" fmla="*/ 11306 h 11306"/>
                <a:gd name="connsiteX1" fmla="*/ 5810 w 144970"/>
                <a:gd name="connsiteY1" fmla="*/ 11306 h 11306"/>
                <a:gd name="connsiteX2" fmla="*/ 0 w 144970"/>
                <a:gd name="connsiteY2" fmla="*/ 5653 h 11306"/>
                <a:gd name="connsiteX3" fmla="*/ 5810 w 144970"/>
                <a:gd name="connsiteY3" fmla="*/ 0 h 11306"/>
                <a:gd name="connsiteX4" fmla="*/ 139160 w 144970"/>
                <a:gd name="connsiteY4" fmla="*/ 0 h 11306"/>
                <a:gd name="connsiteX5" fmla="*/ 144971 w 144970"/>
                <a:gd name="connsiteY5" fmla="*/ 5653 h 11306"/>
                <a:gd name="connsiteX6" fmla="*/ 139160 w 144970"/>
                <a:gd name="connsiteY6" fmla="*/ 11306 h 11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970" h="11306">
                  <a:moveTo>
                    <a:pt x="139160" y="11306"/>
                  </a:moveTo>
                  <a:lnTo>
                    <a:pt x="5810" y="11306"/>
                  </a:lnTo>
                  <a:cubicBezTo>
                    <a:pt x="2601" y="11306"/>
                    <a:pt x="0" y="8775"/>
                    <a:pt x="0" y="5653"/>
                  </a:cubicBezTo>
                  <a:cubicBezTo>
                    <a:pt x="0" y="2531"/>
                    <a:pt x="2601" y="0"/>
                    <a:pt x="5810" y="0"/>
                  </a:cubicBezTo>
                  <a:lnTo>
                    <a:pt x="139160" y="0"/>
                  </a:lnTo>
                  <a:cubicBezTo>
                    <a:pt x="142369" y="0"/>
                    <a:pt x="144971" y="2531"/>
                    <a:pt x="144971" y="5653"/>
                  </a:cubicBezTo>
                  <a:cubicBezTo>
                    <a:pt x="144971" y="8775"/>
                    <a:pt x="142369" y="11306"/>
                    <a:pt x="139160" y="113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1" name="Graphic 101">
            <a:extLst>
              <a:ext uri="{FF2B5EF4-FFF2-40B4-BE49-F238E27FC236}">
                <a16:creationId xmlns:a16="http://schemas.microsoft.com/office/drawing/2014/main" id="{CD52DFCF-EAD8-E343-9561-6704ED930FE5}"/>
              </a:ext>
            </a:extLst>
          </p:cNvPr>
          <p:cNvGrpSpPr>
            <a:grpSpLocks noChangeAspect="1"/>
          </p:cNvGrpSpPr>
          <p:nvPr/>
        </p:nvGrpSpPr>
        <p:grpSpPr>
          <a:xfrm>
            <a:off x="6068661" y="2191633"/>
            <a:ext cx="262572" cy="372214"/>
            <a:chOff x="6076459" y="2198031"/>
            <a:chExt cx="238702" cy="338376"/>
          </a:xfrm>
          <a:solidFill>
            <a:srgbClr val="FFFFFF"/>
          </a:solidFill>
        </p:grpSpPr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E314400D-C27C-8D4A-8BFC-DDA933894E9A}"/>
                </a:ext>
              </a:extLst>
            </p:cNvPr>
            <p:cNvSpPr/>
            <p:nvPr/>
          </p:nvSpPr>
          <p:spPr>
            <a:xfrm>
              <a:off x="6101907" y="2471018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3694F255-CCE9-6647-92A0-4E721B1E680D}"/>
                </a:ext>
              </a:extLst>
            </p:cNvPr>
            <p:cNvSpPr/>
            <p:nvPr/>
          </p:nvSpPr>
          <p:spPr>
            <a:xfrm>
              <a:off x="6076459" y="2264706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FCE85A9D-7946-E44F-8F47-6DA95F8C4308}"/>
                </a:ext>
              </a:extLst>
            </p:cNvPr>
            <p:cNvSpPr/>
            <p:nvPr/>
          </p:nvSpPr>
          <p:spPr>
            <a:xfrm>
              <a:off x="6163606" y="2255181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BEEDE225-FB59-6444-8A1C-C716C86657C2}"/>
                </a:ext>
              </a:extLst>
            </p:cNvPr>
            <p:cNvSpPr/>
            <p:nvPr/>
          </p:nvSpPr>
          <p:spPr>
            <a:xfrm>
              <a:off x="6212423" y="2360317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C775F58A-CAB6-A84D-A185-77AEA4E007B1}"/>
                </a:ext>
              </a:extLst>
            </p:cNvPr>
            <p:cNvSpPr/>
            <p:nvPr/>
          </p:nvSpPr>
          <p:spPr>
            <a:xfrm>
              <a:off x="6184162" y="2288443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E8F0EE89-0ADF-CF49-8E47-5609EB65BD7A}"/>
                </a:ext>
              </a:extLst>
            </p:cNvPr>
            <p:cNvSpPr/>
            <p:nvPr/>
          </p:nvSpPr>
          <p:spPr>
            <a:xfrm>
              <a:off x="6240589" y="2288443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76584025-8551-8A42-B070-511B2A61C71E}"/>
                </a:ext>
              </a:extLst>
            </p:cNvPr>
            <p:cNvSpPr/>
            <p:nvPr/>
          </p:nvSpPr>
          <p:spPr>
            <a:xfrm>
              <a:off x="6194600" y="2198031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9" name="Freeform 158">
              <a:extLst>
                <a:ext uri="{FF2B5EF4-FFF2-40B4-BE49-F238E27FC236}">
                  <a16:creationId xmlns:a16="http://schemas.microsoft.com/office/drawing/2014/main" id="{AA8050E9-51EC-ED46-BA70-9AB847D621CE}"/>
                </a:ext>
              </a:extLst>
            </p:cNvPr>
            <p:cNvSpPr/>
            <p:nvPr/>
          </p:nvSpPr>
          <p:spPr>
            <a:xfrm>
              <a:off x="6106715" y="2436156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65125CC4-A02E-3244-A1D2-23CACF7B3343}"/>
                </a:ext>
              </a:extLst>
            </p:cNvPr>
            <p:cNvSpPr/>
            <p:nvPr/>
          </p:nvSpPr>
          <p:spPr>
            <a:xfrm>
              <a:off x="6276569" y="2289202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03827C68-3837-9C42-A9DF-359CA6308A9F}"/>
                </a:ext>
              </a:extLst>
            </p:cNvPr>
            <p:cNvSpPr/>
            <p:nvPr/>
          </p:nvSpPr>
          <p:spPr>
            <a:xfrm>
              <a:off x="6127520" y="2289230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F37CB649-7A95-1440-AEE7-53B5B3E102F2}"/>
                </a:ext>
              </a:extLst>
            </p:cNvPr>
            <p:cNvSpPr/>
            <p:nvPr/>
          </p:nvSpPr>
          <p:spPr>
            <a:xfrm>
              <a:off x="6105991" y="240267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1D8F9802-7A1F-3141-93DC-DDFC9AA3DCF9}"/>
                </a:ext>
              </a:extLst>
            </p:cNvPr>
            <p:cNvSpPr/>
            <p:nvPr/>
          </p:nvSpPr>
          <p:spPr>
            <a:xfrm>
              <a:off x="6105991" y="2371243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64" name="Graphic 103">
            <a:extLst>
              <a:ext uri="{FF2B5EF4-FFF2-40B4-BE49-F238E27FC236}">
                <a16:creationId xmlns:a16="http://schemas.microsoft.com/office/drawing/2014/main" id="{FAB8FCF8-04E8-E64C-8859-072A4D40D2B8}"/>
              </a:ext>
            </a:extLst>
          </p:cNvPr>
          <p:cNvGrpSpPr>
            <a:grpSpLocks noChangeAspect="1"/>
          </p:cNvGrpSpPr>
          <p:nvPr/>
        </p:nvGrpSpPr>
        <p:grpSpPr>
          <a:xfrm>
            <a:off x="7336851" y="3060058"/>
            <a:ext cx="295725" cy="361051"/>
            <a:chOff x="6063759" y="2204466"/>
            <a:chExt cx="268841" cy="328228"/>
          </a:xfrm>
          <a:solidFill>
            <a:srgbClr val="FFFFFF"/>
          </a:solidFill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BF9FD63F-FAB1-5247-BBDA-FAA47FD5FFF7}"/>
                </a:ext>
              </a:extLst>
            </p:cNvPr>
            <p:cNvSpPr/>
            <p:nvPr/>
          </p:nvSpPr>
          <p:spPr>
            <a:xfrm>
              <a:off x="6162498" y="2204466"/>
              <a:ext cx="170102" cy="328228"/>
            </a:xfrm>
            <a:custGeom>
              <a:avLst/>
              <a:gdLst>
                <a:gd name="connsiteX0" fmla="*/ 68087 w 170102"/>
                <a:gd name="connsiteY0" fmla="*/ 328229 h 328228"/>
                <a:gd name="connsiteX1" fmla="*/ 26335 w 170102"/>
                <a:gd name="connsiteY1" fmla="*/ 328229 h 328228"/>
                <a:gd name="connsiteX2" fmla="*/ 20725 w 170102"/>
                <a:gd name="connsiteY2" fmla="*/ 322474 h 328228"/>
                <a:gd name="connsiteX3" fmla="*/ 26335 w 170102"/>
                <a:gd name="connsiteY3" fmla="*/ 316719 h 328228"/>
                <a:gd name="connsiteX4" fmla="*/ 62477 w 170102"/>
                <a:gd name="connsiteY4" fmla="*/ 316719 h 328228"/>
                <a:gd name="connsiteX5" fmla="*/ 62477 w 170102"/>
                <a:gd name="connsiteY5" fmla="*/ 265774 h 328228"/>
                <a:gd name="connsiteX6" fmla="*/ 67994 w 170102"/>
                <a:gd name="connsiteY6" fmla="*/ 260112 h 328228"/>
                <a:gd name="connsiteX7" fmla="*/ 68087 w 170102"/>
                <a:gd name="connsiteY7" fmla="*/ 260113 h 328228"/>
                <a:gd name="connsiteX8" fmla="*/ 104873 w 170102"/>
                <a:gd name="connsiteY8" fmla="*/ 260113 h 328228"/>
                <a:gd name="connsiteX9" fmla="*/ 133842 w 170102"/>
                <a:gd name="connsiteY9" fmla="*/ 230301 h 328228"/>
                <a:gd name="connsiteX10" fmla="*/ 133842 w 170102"/>
                <a:gd name="connsiteY10" fmla="*/ 226338 h 328228"/>
                <a:gd name="connsiteX11" fmla="*/ 129336 w 170102"/>
                <a:gd name="connsiteY11" fmla="*/ 222848 h 328228"/>
                <a:gd name="connsiteX12" fmla="*/ 127865 w 170102"/>
                <a:gd name="connsiteY12" fmla="*/ 221055 h 328228"/>
                <a:gd name="connsiteX13" fmla="*/ 132555 w 170102"/>
                <a:gd name="connsiteY13" fmla="*/ 202753 h 328228"/>
                <a:gd name="connsiteX14" fmla="*/ 141752 w 170102"/>
                <a:gd name="connsiteY14" fmla="*/ 196809 h 328228"/>
                <a:gd name="connsiteX15" fmla="*/ 141752 w 170102"/>
                <a:gd name="connsiteY15" fmla="*/ 185205 h 328228"/>
                <a:gd name="connsiteX16" fmla="*/ 151683 w 170102"/>
                <a:gd name="connsiteY16" fmla="*/ 174828 h 328228"/>
                <a:gd name="connsiteX17" fmla="*/ 151776 w 170102"/>
                <a:gd name="connsiteY17" fmla="*/ 174827 h 328228"/>
                <a:gd name="connsiteX18" fmla="*/ 155638 w 170102"/>
                <a:gd name="connsiteY18" fmla="*/ 174827 h 328228"/>
                <a:gd name="connsiteX19" fmla="*/ 157937 w 170102"/>
                <a:gd name="connsiteY19" fmla="*/ 173412 h 328228"/>
                <a:gd name="connsiteX20" fmla="*/ 157937 w 170102"/>
                <a:gd name="connsiteY20" fmla="*/ 170676 h 328228"/>
                <a:gd name="connsiteX21" fmla="*/ 139544 w 170102"/>
                <a:gd name="connsiteY21" fmla="*/ 142373 h 328228"/>
                <a:gd name="connsiteX22" fmla="*/ 136142 w 170102"/>
                <a:gd name="connsiteY22" fmla="*/ 127750 h 328228"/>
                <a:gd name="connsiteX23" fmla="*/ 136969 w 170102"/>
                <a:gd name="connsiteY23" fmla="*/ 115674 h 328228"/>
                <a:gd name="connsiteX24" fmla="*/ 104597 w 170102"/>
                <a:gd name="connsiteY24" fmla="*/ 39351 h 328228"/>
                <a:gd name="connsiteX25" fmla="*/ 7206 w 170102"/>
                <a:gd name="connsiteY25" fmla="*/ 15576 h 328228"/>
                <a:gd name="connsiteX26" fmla="*/ 217 w 170102"/>
                <a:gd name="connsiteY26" fmla="*/ 11803 h 328228"/>
                <a:gd name="connsiteX27" fmla="*/ 3987 w 170102"/>
                <a:gd name="connsiteY27" fmla="*/ 4633 h 328228"/>
                <a:gd name="connsiteX28" fmla="*/ 112782 w 170102"/>
                <a:gd name="connsiteY28" fmla="*/ 31049 h 328228"/>
                <a:gd name="connsiteX29" fmla="*/ 148649 w 170102"/>
                <a:gd name="connsiteY29" fmla="*/ 115957 h 328228"/>
                <a:gd name="connsiteX30" fmla="*/ 147729 w 170102"/>
                <a:gd name="connsiteY30" fmla="*/ 129448 h 328228"/>
                <a:gd name="connsiteX31" fmla="*/ 149385 w 170102"/>
                <a:gd name="connsiteY31" fmla="*/ 136335 h 328228"/>
                <a:gd name="connsiteX32" fmla="*/ 167778 w 170102"/>
                <a:gd name="connsiteY32" fmla="*/ 164638 h 328228"/>
                <a:gd name="connsiteX33" fmla="*/ 164032 w 170102"/>
                <a:gd name="connsiteY33" fmla="*/ 184143 h 328228"/>
                <a:gd name="connsiteX34" fmla="*/ 156282 w 170102"/>
                <a:gd name="connsiteY34" fmla="*/ 186526 h 328228"/>
                <a:gd name="connsiteX35" fmla="*/ 153523 w 170102"/>
                <a:gd name="connsiteY35" fmla="*/ 186526 h 328228"/>
                <a:gd name="connsiteX36" fmla="*/ 153523 w 170102"/>
                <a:gd name="connsiteY36" fmla="*/ 199922 h 328228"/>
                <a:gd name="connsiteX37" fmla="*/ 150856 w 170102"/>
                <a:gd name="connsiteY37" fmla="*/ 204734 h 328228"/>
                <a:gd name="connsiteX38" fmla="*/ 138625 w 170102"/>
                <a:gd name="connsiteY38" fmla="*/ 212470 h 328228"/>
                <a:gd name="connsiteX39" fmla="*/ 137613 w 170102"/>
                <a:gd name="connsiteY39" fmla="*/ 214545 h 328228"/>
                <a:gd name="connsiteX40" fmla="*/ 143039 w 170102"/>
                <a:gd name="connsiteY40" fmla="*/ 218791 h 328228"/>
                <a:gd name="connsiteX41" fmla="*/ 145246 w 170102"/>
                <a:gd name="connsiteY41" fmla="*/ 223414 h 328228"/>
                <a:gd name="connsiteX42" fmla="*/ 145246 w 170102"/>
                <a:gd name="connsiteY42" fmla="*/ 230301 h 328228"/>
                <a:gd name="connsiteX43" fmla="*/ 105149 w 170102"/>
                <a:gd name="connsiteY43" fmla="*/ 271529 h 328228"/>
                <a:gd name="connsiteX44" fmla="*/ 73605 w 170102"/>
                <a:gd name="connsiteY44" fmla="*/ 271529 h 328228"/>
                <a:gd name="connsiteX45" fmla="*/ 73605 w 170102"/>
                <a:gd name="connsiteY45" fmla="*/ 322474 h 328228"/>
                <a:gd name="connsiteX46" fmla="*/ 68087 w 170102"/>
                <a:gd name="connsiteY46" fmla="*/ 328229 h 3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70102" h="328228">
                  <a:moveTo>
                    <a:pt x="68087" y="328229"/>
                  </a:moveTo>
                  <a:lnTo>
                    <a:pt x="26335" y="328229"/>
                  </a:lnTo>
                  <a:cubicBezTo>
                    <a:pt x="23237" y="328229"/>
                    <a:pt x="20725" y="325652"/>
                    <a:pt x="20725" y="322474"/>
                  </a:cubicBezTo>
                  <a:cubicBezTo>
                    <a:pt x="20725" y="319295"/>
                    <a:pt x="23237" y="316719"/>
                    <a:pt x="26335" y="316719"/>
                  </a:cubicBezTo>
                  <a:lnTo>
                    <a:pt x="62477" y="316719"/>
                  </a:lnTo>
                  <a:lnTo>
                    <a:pt x="62477" y="265774"/>
                  </a:lnTo>
                  <a:cubicBezTo>
                    <a:pt x="62477" y="262647"/>
                    <a:pt x="64947" y="260113"/>
                    <a:pt x="67994" y="260112"/>
                  </a:cubicBezTo>
                  <a:cubicBezTo>
                    <a:pt x="68025" y="260112"/>
                    <a:pt x="68056" y="260113"/>
                    <a:pt x="68087" y="260113"/>
                  </a:cubicBezTo>
                  <a:lnTo>
                    <a:pt x="104873" y="260113"/>
                  </a:lnTo>
                  <a:cubicBezTo>
                    <a:pt x="120887" y="260061"/>
                    <a:pt x="133843" y="246729"/>
                    <a:pt x="133842" y="230301"/>
                  </a:cubicBezTo>
                  <a:lnTo>
                    <a:pt x="133842" y="226338"/>
                  </a:lnTo>
                  <a:lnTo>
                    <a:pt x="129336" y="222848"/>
                  </a:lnTo>
                  <a:cubicBezTo>
                    <a:pt x="128751" y="222339"/>
                    <a:pt x="128253" y="221733"/>
                    <a:pt x="127865" y="221055"/>
                  </a:cubicBezTo>
                  <a:cubicBezTo>
                    <a:pt x="124348" y="214657"/>
                    <a:pt x="126425" y="206549"/>
                    <a:pt x="132555" y="202753"/>
                  </a:cubicBezTo>
                  <a:lnTo>
                    <a:pt x="141752" y="196809"/>
                  </a:lnTo>
                  <a:lnTo>
                    <a:pt x="141752" y="185205"/>
                  </a:lnTo>
                  <a:cubicBezTo>
                    <a:pt x="141701" y="179526"/>
                    <a:pt x="146147" y="174880"/>
                    <a:pt x="151683" y="174828"/>
                  </a:cubicBezTo>
                  <a:cubicBezTo>
                    <a:pt x="151714" y="174827"/>
                    <a:pt x="151745" y="174827"/>
                    <a:pt x="151776" y="174827"/>
                  </a:cubicBezTo>
                  <a:lnTo>
                    <a:pt x="155638" y="174827"/>
                  </a:lnTo>
                  <a:cubicBezTo>
                    <a:pt x="156603" y="174834"/>
                    <a:pt x="157490" y="174288"/>
                    <a:pt x="157937" y="173412"/>
                  </a:cubicBezTo>
                  <a:cubicBezTo>
                    <a:pt x="158414" y="172566"/>
                    <a:pt x="158414" y="171523"/>
                    <a:pt x="157937" y="170676"/>
                  </a:cubicBezTo>
                  <a:lnTo>
                    <a:pt x="139544" y="142373"/>
                  </a:lnTo>
                  <a:cubicBezTo>
                    <a:pt x="136709" y="138088"/>
                    <a:pt x="135499" y="132887"/>
                    <a:pt x="136142" y="127750"/>
                  </a:cubicBezTo>
                  <a:cubicBezTo>
                    <a:pt x="136679" y="123748"/>
                    <a:pt x="136955" y="119714"/>
                    <a:pt x="136969" y="115674"/>
                  </a:cubicBezTo>
                  <a:cubicBezTo>
                    <a:pt x="136878" y="86747"/>
                    <a:pt x="125167" y="59138"/>
                    <a:pt x="104597" y="39351"/>
                  </a:cubicBezTo>
                  <a:cubicBezTo>
                    <a:pt x="78393" y="14553"/>
                    <a:pt x="41490" y="5544"/>
                    <a:pt x="7206" y="15576"/>
                  </a:cubicBezTo>
                  <a:cubicBezTo>
                    <a:pt x="4261" y="16499"/>
                    <a:pt x="1142" y="14815"/>
                    <a:pt x="217" y="11803"/>
                  </a:cubicBezTo>
                  <a:cubicBezTo>
                    <a:pt x="-622" y="8760"/>
                    <a:pt x="1048" y="5584"/>
                    <a:pt x="3987" y="4633"/>
                  </a:cubicBezTo>
                  <a:cubicBezTo>
                    <a:pt x="42257" y="-6789"/>
                    <a:pt x="83563" y="3241"/>
                    <a:pt x="112782" y="31049"/>
                  </a:cubicBezTo>
                  <a:cubicBezTo>
                    <a:pt x="135660" y="53052"/>
                    <a:pt x="148643" y="83786"/>
                    <a:pt x="148649" y="115957"/>
                  </a:cubicBezTo>
                  <a:cubicBezTo>
                    <a:pt x="148651" y="120471"/>
                    <a:pt x="148343" y="124979"/>
                    <a:pt x="147729" y="129448"/>
                  </a:cubicBezTo>
                  <a:cubicBezTo>
                    <a:pt x="147451" y="131874"/>
                    <a:pt x="148039" y="134321"/>
                    <a:pt x="149385" y="136335"/>
                  </a:cubicBezTo>
                  <a:lnTo>
                    <a:pt x="167778" y="164638"/>
                  </a:lnTo>
                  <a:cubicBezTo>
                    <a:pt x="171994" y="171085"/>
                    <a:pt x="170317" y="179818"/>
                    <a:pt x="164032" y="184143"/>
                  </a:cubicBezTo>
                  <a:cubicBezTo>
                    <a:pt x="161741" y="185719"/>
                    <a:pt x="159040" y="186550"/>
                    <a:pt x="156282" y="186526"/>
                  </a:cubicBezTo>
                  <a:lnTo>
                    <a:pt x="153523" y="186526"/>
                  </a:lnTo>
                  <a:lnTo>
                    <a:pt x="153523" y="199922"/>
                  </a:lnTo>
                  <a:cubicBezTo>
                    <a:pt x="153511" y="201893"/>
                    <a:pt x="152501" y="203716"/>
                    <a:pt x="150856" y="204734"/>
                  </a:cubicBezTo>
                  <a:lnTo>
                    <a:pt x="138625" y="212470"/>
                  </a:lnTo>
                  <a:cubicBezTo>
                    <a:pt x="137925" y="212903"/>
                    <a:pt x="137531" y="213711"/>
                    <a:pt x="137613" y="214545"/>
                  </a:cubicBezTo>
                  <a:lnTo>
                    <a:pt x="143039" y="218791"/>
                  </a:lnTo>
                  <a:cubicBezTo>
                    <a:pt x="144455" y="219880"/>
                    <a:pt x="145276" y="221599"/>
                    <a:pt x="145246" y="223414"/>
                  </a:cubicBezTo>
                  <a:lnTo>
                    <a:pt x="145246" y="230301"/>
                  </a:lnTo>
                  <a:cubicBezTo>
                    <a:pt x="145246" y="253033"/>
                    <a:pt x="127309" y="271477"/>
                    <a:pt x="105149" y="271529"/>
                  </a:cubicBezTo>
                  <a:lnTo>
                    <a:pt x="73605" y="271529"/>
                  </a:lnTo>
                  <a:lnTo>
                    <a:pt x="73605" y="322474"/>
                  </a:lnTo>
                  <a:cubicBezTo>
                    <a:pt x="73605" y="325616"/>
                    <a:pt x="71149" y="328177"/>
                    <a:pt x="68087" y="328229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7603A861-0BA0-4741-A893-42BE15A49934}"/>
                </a:ext>
              </a:extLst>
            </p:cNvPr>
            <p:cNvSpPr/>
            <p:nvPr/>
          </p:nvSpPr>
          <p:spPr>
            <a:xfrm>
              <a:off x="6082980" y="2249666"/>
              <a:ext cx="137580" cy="141136"/>
            </a:xfrm>
            <a:custGeom>
              <a:avLst/>
              <a:gdLst>
                <a:gd name="connsiteX0" fmla="*/ 68790 w 137580"/>
                <a:gd name="connsiteY0" fmla="*/ 141137 h 141136"/>
                <a:gd name="connsiteX1" fmla="*/ 0 w 137580"/>
                <a:gd name="connsiteY1" fmla="*/ 70568 h 141136"/>
                <a:gd name="connsiteX2" fmla="*/ 68790 w 137580"/>
                <a:gd name="connsiteY2" fmla="*/ 0 h 141136"/>
                <a:gd name="connsiteX3" fmla="*/ 137580 w 137580"/>
                <a:gd name="connsiteY3" fmla="*/ 70568 h 141136"/>
                <a:gd name="connsiteX4" fmla="*/ 68790 w 137580"/>
                <a:gd name="connsiteY4" fmla="*/ 141137 h 141136"/>
                <a:gd name="connsiteX5" fmla="*/ 68790 w 137580"/>
                <a:gd name="connsiteY5" fmla="*/ 11321 h 141136"/>
                <a:gd name="connsiteX6" fmla="*/ 11128 w 137580"/>
                <a:gd name="connsiteY6" fmla="*/ 70474 h 141136"/>
                <a:gd name="connsiteX7" fmla="*/ 68790 w 137580"/>
                <a:gd name="connsiteY7" fmla="*/ 129627 h 141136"/>
                <a:gd name="connsiteX8" fmla="*/ 126453 w 137580"/>
                <a:gd name="connsiteY8" fmla="*/ 70474 h 141136"/>
                <a:gd name="connsiteX9" fmla="*/ 68790 w 137580"/>
                <a:gd name="connsiteY9" fmla="*/ 11321 h 141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580" h="141136">
                  <a:moveTo>
                    <a:pt x="68790" y="141137"/>
                  </a:moveTo>
                  <a:cubicBezTo>
                    <a:pt x="30798" y="141137"/>
                    <a:pt x="0" y="109542"/>
                    <a:pt x="0" y="70568"/>
                  </a:cubicBezTo>
                  <a:cubicBezTo>
                    <a:pt x="0" y="31595"/>
                    <a:pt x="30798" y="0"/>
                    <a:pt x="68790" y="0"/>
                  </a:cubicBezTo>
                  <a:cubicBezTo>
                    <a:pt x="106782" y="0"/>
                    <a:pt x="137580" y="31595"/>
                    <a:pt x="137580" y="70568"/>
                  </a:cubicBezTo>
                  <a:cubicBezTo>
                    <a:pt x="137530" y="109521"/>
                    <a:pt x="106761" y="141085"/>
                    <a:pt x="68790" y="141137"/>
                  </a:cubicBezTo>
                  <a:close/>
                  <a:moveTo>
                    <a:pt x="68790" y="11321"/>
                  </a:moveTo>
                  <a:cubicBezTo>
                    <a:pt x="36944" y="11321"/>
                    <a:pt x="11128" y="37805"/>
                    <a:pt x="11128" y="70474"/>
                  </a:cubicBezTo>
                  <a:cubicBezTo>
                    <a:pt x="11128" y="103143"/>
                    <a:pt x="36944" y="129627"/>
                    <a:pt x="68790" y="129627"/>
                  </a:cubicBezTo>
                  <a:cubicBezTo>
                    <a:pt x="100636" y="129627"/>
                    <a:pt x="126453" y="103143"/>
                    <a:pt x="126453" y="70474"/>
                  </a:cubicBezTo>
                  <a:cubicBezTo>
                    <a:pt x="126402" y="37826"/>
                    <a:pt x="100615" y="11373"/>
                    <a:pt x="68790" y="11321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98F80BD3-023B-5043-9FCD-0E4D4EA81B89}"/>
                </a:ext>
              </a:extLst>
            </p:cNvPr>
            <p:cNvSpPr/>
            <p:nvPr/>
          </p:nvSpPr>
          <p:spPr>
            <a:xfrm>
              <a:off x="6063759" y="2229948"/>
              <a:ext cx="176023" cy="207649"/>
            </a:xfrm>
            <a:custGeom>
              <a:avLst/>
              <a:gdLst>
                <a:gd name="connsiteX0" fmla="*/ 125993 w 176023"/>
                <a:gd name="connsiteY0" fmla="*/ 207649 h 207649"/>
                <a:gd name="connsiteX1" fmla="*/ 50030 w 176023"/>
                <a:gd name="connsiteY1" fmla="*/ 207649 h 207649"/>
                <a:gd name="connsiteX2" fmla="*/ 44604 w 176023"/>
                <a:gd name="connsiteY2" fmla="*/ 203498 h 207649"/>
                <a:gd name="connsiteX3" fmla="*/ 33476 w 176023"/>
                <a:gd name="connsiteY3" fmla="*/ 161043 h 207649"/>
                <a:gd name="connsiteX4" fmla="*/ 1 w 176023"/>
                <a:gd name="connsiteY4" fmla="*/ 90286 h 207649"/>
                <a:gd name="connsiteX5" fmla="*/ 88012 w 176023"/>
                <a:gd name="connsiteY5" fmla="*/ 0 h 207649"/>
                <a:gd name="connsiteX6" fmla="*/ 176023 w 176023"/>
                <a:gd name="connsiteY6" fmla="*/ 90286 h 207649"/>
                <a:gd name="connsiteX7" fmla="*/ 142547 w 176023"/>
                <a:gd name="connsiteY7" fmla="*/ 161043 h 207649"/>
                <a:gd name="connsiteX8" fmla="*/ 131419 w 176023"/>
                <a:gd name="connsiteY8" fmla="*/ 203498 h 207649"/>
                <a:gd name="connsiteX9" fmla="*/ 125993 w 176023"/>
                <a:gd name="connsiteY9" fmla="*/ 207649 h 207649"/>
                <a:gd name="connsiteX10" fmla="*/ 54260 w 176023"/>
                <a:gd name="connsiteY10" fmla="*/ 196233 h 207649"/>
                <a:gd name="connsiteX11" fmla="*/ 121763 w 176023"/>
                <a:gd name="connsiteY11" fmla="*/ 196233 h 207649"/>
                <a:gd name="connsiteX12" fmla="*/ 132247 w 176023"/>
                <a:gd name="connsiteY12" fmla="*/ 156232 h 207649"/>
                <a:gd name="connsiteX13" fmla="*/ 134270 w 176023"/>
                <a:gd name="connsiteY13" fmla="*/ 153118 h 207649"/>
                <a:gd name="connsiteX14" fmla="*/ 164895 w 176023"/>
                <a:gd name="connsiteY14" fmla="*/ 90286 h 207649"/>
                <a:gd name="connsiteX15" fmla="*/ 88012 w 176023"/>
                <a:gd name="connsiteY15" fmla="*/ 11415 h 207649"/>
                <a:gd name="connsiteX16" fmla="*/ 11128 w 176023"/>
                <a:gd name="connsiteY16" fmla="*/ 90286 h 207649"/>
                <a:gd name="connsiteX17" fmla="*/ 41753 w 176023"/>
                <a:gd name="connsiteY17" fmla="*/ 153118 h 207649"/>
                <a:gd name="connsiteX18" fmla="*/ 43776 w 176023"/>
                <a:gd name="connsiteY18" fmla="*/ 156232 h 207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6023" h="207649">
                  <a:moveTo>
                    <a:pt x="125993" y="207649"/>
                  </a:moveTo>
                  <a:lnTo>
                    <a:pt x="50030" y="207649"/>
                  </a:lnTo>
                  <a:cubicBezTo>
                    <a:pt x="47530" y="207635"/>
                    <a:pt x="45330" y="205952"/>
                    <a:pt x="44604" y="203498"/>
                  </a:cubicBezTo>
                  <a:lnTo>
                    <a:pt x="33476" y="161043"/>
                  </a:lnTo>
                  <a:cubicBezTo>
                    <a:pt x="12265" y="144026"/>
                    <a:pt x="-91" y="117909"/>
                    <a:pt x="1" y="90286"/>
                  </a:cubicBezTo>
                  <a:cubicBezTo>
                    <a:pt x="1" y="40422"/>
                    <a:pt x="39404" y="0"/>
                    <a:pt x="88012" y="0"/>
                  </a:cubicBezTo>
                  <a:cubicBezTo>
                    <a:pt x="136619" y="0"/>
                    <a:pt x="176023" y="40422"/>
                    <a:pt x="176023" y="90286"/>
                  </a:cubicBezTo>
                  <a:cubicBezTo>
                    <a:pt x="176114" y="117909"/>
                    <a:pt x="163758" y="144026"/>
                    <a:pt x="142547" y="161043"/>
                  </a:cubicBezTo>
                  <a:lnTo>
                    <a:pt x="131419" y="203498"/>
                  </a:lnTo>
                  <a:cubicBezTo>
                    <a:pt x="130747" y="205990"/>
                    <a:pt x="128514" y="207699"/>
                    <a:pt x="125993" y="207649"/>
                  </a:cubicBezTo>
                  <a:close/>
                  <a:moveTo>
                    <a:pt x="54260" y="196233"/>
                  </a:moveTo>
                  <a:lnTo>
                    <a:pt x="121763" y="196233"/>
                  </a:lnTo>
                  <a:lnTo>
                    <a:pt x="132247" y="156232"/>
                  </a:lnTo>
                  <a:cubicBezTo>
                    <a:pt x="132633" y="155024"/>
                    <a:pt x="133332" y="153948"/>
                    <a:pt x="134270" y="153118"/>
                  </a:cubicBezTo>
                  <a:cubicBezTo>
                    <a:pt x="153612" y="138340"/>
                    <a:pt x="164975" y="115027"/>
                    <a:pt x="164895" y="90286"/>
                  </a:cubicBezTo>
                  <a:cubicBezTo>
                    <a:pt x="164895" y="46727"/>
                    <a:pt x="130473" y="11415"/>
                    <a:pt x="88012" y="11415"/>
                  </a:cubicBezTo>
                  <a:cubicBezTo>
                    <a:pt x="45550" y="11415"/>
                    <a:pt x="11128" y="46727"/>
                    <a:pt x="11128" y="90286"/>
                  </a:cubicBezTo>
                  <a:cubicBezTo>
                    <a:pt x="11048" y="115027"/>
                    <a:pt x="22411" y="138340"/>
                    <a:pt x="41753" y="153118"/>
                  </a:cubicBezTo>
                  <a:cubicBezTo>
                    <a:pt x="42718" y="153923"/>
                    <a:pt x="43423" y="155008"/>
                    <a:pt x="43776" y="156232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8" name="Freeform 167">
              <a:extLst>
                <a:ext uri="{FF2B5EF4-FFF2-40B4-BE49-F238E27FC236}">
                  <a16:creationId xmlns:a16="http://schemas.microsoft.com/office/drawing/2014/main" id="{2CF6205D-6A3D-7740-8391-A9DF845759CD}"/>
                </a:ext>
              </a:extLst>
            </p:cNvPr>
            <p:cNvSpPr/>
            <p:nvPr/>
          </p:nvSpPr>
          <p:spPr>
            <a:xfrm>
              <a:off x="6128979" y="2376874"/>
              <a:ext cx="84107" cy="33647"/>
            </a:xfrm>
            <a:custGeom>
              <a:avLst/>
              <a:gdLst>
                <a:gd name="connsiteX0" fmla="*/ 22791 w 84107"/>
                <a:gd name="connsiteY0" fmla="*/ 33647 h 33647"/>
                <a:gd name="connsiteX1" fmla="*/ 4398 w 84107"/>
                <a:gd name="connsiteY1" fmla="*/ 31666 h 33647"/>
                <a:gd name="connsiteX2" fmla="*/ 122 w 84107"/>
                <a:gd name="connsiteY2" fmla="*/ 24920 h 33647"/>
                <a:gd name="connsiteX3" fmla="*/ 6697 w 84107"/>
                <a:gd name="connsiteY3" fmla="*/ 20533 h 33647"/>
                <a:gd name="connsiteX4" fmla="*/ 74660 w 84107"/>
                <a:gd name="connsiteY4" fmla="*/ 1665 h 33647"/>
                <a:gd name="connsiteX5" fmla="*/ 82463 w 84107"/>
                <a:gd name="connsiteY5" fmla="*/ 1651 h 33647"/>
                <a:gd name="connsiteX6" fmla="*/ 82477 w 84107"/>
                <a:gd name="connsiteY6" fmla="*/ 1665 h 33647"/>
                <a:gd name="connsiteX7" fmla="*/ 82477 w 84107"/>
                <a:gd name="connsiteY7" fmla="*/ 9778 h 33647"/>
                <a:gd name="connsiteX8" fmla="*/ 22791 w 84107"/>
                <a:gd name="connsiteY8" fmla="*/ 33647 h 33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107" h="33647">
                  <a:moveTo>
                    <a:pt x="22791" y="33647"/>
                  </a:moveTo>
                  <a:cubicBezTo>
                    <a:pt x="16609" y="33658"/>
                    <a:pt x="10443" y="32994"/>
                    <a:pt x="4398" y="31666"/>
                  </a:cubicBezTo>
                  <a:cubicBezTo>
                    <a:pt x="1401" y="31015"/>
                    <a:pt x="-513" y="27995"/>
                    <a:pt x="122" y="24920"/>
                  </a:cubicBezTo>
                  <a:cubicBezTo>
                    <a:pt x="756" y="21846"/>
                    <a:pt x="3700" y="19882"/>
                    <a:pt x="6697" y="20533"/>
                  </a:cubicBezTo>
                  <a:cubicBezTo>
                    <a:pt x="30990" y="25800"/>
                    <a:pt x="56271" y="18781"/>
                    <a:pt x="74660" y="1665"/>
                  </a:cubicBezTo>
                  <a:cubicBezTo>
                    <a:pt x="76811" y="-550"/>
                    <a:pt x="80305" y="-556"/>
                    <a:pt x="82463" y="1651"/>
                  </a:cubicBezTo>
                  <a:cubicBezTo>
                    <a:pt x="82468" y="1656"/>
                    <a:pt x="82472" y="1660"/>
                    <a:pt x="82477" y="1665"/>
                  </a:cubicBezTo>
                  <a:cubicBezTo>
                    <a:pt x="84651" y="3909"/>
                    <a:pt x="84651" y="7534"/>
                    <a:pt x="82477" y="9778"/>
                  </a:cubicBezTo>
                  <a:cubicBezTo>
                    <a:pt x="66216" y="25152"/>
                    <a:pt x="44904" y="33674"/>
                    <a:pt x="22791" y="33647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9A0C4E1-29CA-054C-B3E9-34A117210CAA}"/>
                </a:ext>
              </a:extLst>
            </p:cNvPr>
            <p:cNvSpPr/>
            <p:nvPr/>
          </p:nvSpPr>
          <p:spPr>
            <a:xfrm>
              <a:off x="6115812" y="2426182"/>
              <a:ext cx="71917" cy="27265"/>
            </a:xfrm>
            <a:custGeom>
              <a:avLst/>
              <a:gdLst>
                <a:gd name="connsiteX0" fmla="*/ 66399 w 71917"/>
                <a:gd name="connsiteY0" fmla="*/ 27265 h 27265"/>
                <a:gd name="connsiteX1" fmla="*/ 5610 w 71917"/>
                <a:gd name="connsiteY1" fmla="*/ 27265 h 27265"/>
                <a:gd name="connsiteX2" fmla="*/ 1 w 71917"/>
                <a:gd name="connsiteY2" fmla="*/ 21700 h 27265"/>
                <a:gd name="connsiteX3" fmla="*/ 0 w 71917"/>
                <a:gd name="connsiteY3" fmla="*/ 21605 h 27265"/>
                <a:gd name="connsiteX4" fmla="*/ 0 w 71917"/>
                <a:gd name="connsiteY4" fmla="*/ 5755 h 27265"/>
                <a:gd name="connsiteX5" fmla="*/ 5610 w 71917"/>
                <a:gd name="connsiteY5" fmla="*/ 0 h 27265"/>
                <a:gd name="connsiteX6" fmla="*/ 66399 w 71917"/>
                <a:gd name="connsiteY6" fmla="*/ 0 h 27265"/>
                <a:gd name="connsiteX7" fmla="*/ 71918 w 71917"/>
                <a:gd name="connsiteY7" fmla="*/ 5660 h 27265"/>
                <a:gd name="connsiteX8" fmla="*/ 71917 w 71917"/>
                <a:gd name="connsiteY8" fmla="*/ 5755 h 27265"/>
                <a:gd name="connsiteX9" fmla="*/ 71917 w 71917"/>
                <a:gd name="connsiteY9" fmla="*/ 21605 h 27265"/>
                <a:gd name="connsiteX10" fmla="*/ 66399 w 71917"/>
                <a:gd name="connsiteY10" fmla="*/ 27265 h 27265"/>
                <a:gd name="connsiteX11" fmla="*/ 11220 w 71917"/>
                <a:gd name="connsiteY11" fmla="*/ 15850 h 27265"/>
                <a:gd name="connsiteX12" fmla="*/ 60881 w 71917"/>
                <a:gd name="connsiteY12" fmla="*/ 15850 h 27265"/>
                <a:gd name="connsiteX13" fmla="*/ 60881 w 71917"/>
                <a:gd name="connsiteY13" fmla="*/ 11415 h 27265"/>
                <a:gd name="connsiteX14" fmla="*/ 11128 w 71917"/>
                <a:gd name="connsiteY14" fmla="*/ 11415 h 2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917" h="27265">
                  <a:moveTo>
                    <a:pt x="66399" y="27265"/>
                  </a:moveTo>
                  <a:lnTo>
                    <a:pt x="5610" y="27265"/>
                  </a:lnTo>
                  <a:cubicBezTo>
                    <a:pt x="2563" y="27317"/>
                    <a:pt x="52" y="24825"/>
                    <a:pt x="1" y="21700"/>
                  </a:cubicBezTo>
                  <a:cubicBezTo>
                    <a:pt x="0" y="21668"/>
                    <a:pt x="0" y="21636"/>
                    <a:pt x="0" y="21605"/>
                  </a:cubicBezTo>
                  <a:lnTo>
                    <a:pt x="0" y="5755"/>
                  </a:lnTo>
                  <a:cubicBezTo>
                    <a:pt x="0" y="2577"/>
                    <a:pt x="2512" y="0"/>
                    <a:pt x="5610" y="0"/>
                  </a:cubicBezTo>
                  <a:lnTo>
                    <a:pt x="66399" y="0"/>
                  </a:lnTo>
                  <a:cubicBezTo>
                    <a:pt x="69447" y="0"/>
                    <a:pt x="71917" y="2534"/>
                    <a:pt x="71918" y="5660"/>
                  </a:cubicBezTo>
                  <a:cubicBezTo>
                    <a:pt x="71918" y="5691"/>
                    <a:pt x="71918" y="5723"/>
                    <a:pt x="71917" y="5755"/>
                  </a:cubicBezTo>
                  <a:lnTo>
                    <a:pt x="71917" y="21605"/>
                  </a:lnTo>
                  <a:cubicBezTo>
                    <a:pt x="71917" y="24731"/>
                    <a:pt x="69447" y="27265"/>
                    <a:pt x="66399" y="27265"/>
                  </a:cubicBezTo>
                  <a:close/>
                  <a:moveTo>
                    <a:pt x="11220" y="15850"/>
                  </a:moveTo>
                  <a:lnTo>
                    <a:pt x="60881" y="15850"/>
                  </a:lnTo>
                  <a:lnTo>
                    <a:pt x="60881" y="11415"/>
                  </a:lnTo>
                  <a:lnTo>
                    <a:pt x="11128" y="11415"/>
                  </a:ln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243BA00B-4521-5B49-973D-B4D8B5BF8F19}"/>
                </a:ext>
              </a:extLst>
            </p:cNvPr>
            <p:cNvSpPr/>
            <p:nvPr/>
          </p:nvSpPr>
          <p:spPr>
            <a:xfrm>
              <a:off x="6102845" y="2441654"/>
              <a:ext cx="97943" cy="73115"/>
            </a:xfrm>
            <a:custGeom>
              <a:avLst/>
              <a:gdLst>
                <a:gd name="connsiteX0" fmla="*/ 85344 w 97943"/>
                <a:gd name="connsiteY0" fmla="*/ 73116 h 73115"/>
                <a:gd name="connsiteX1" fmla="*/ 12600 w 97943"/>
                <a:gd name="connsiteY1" fmla="*/ 73116 h 73115"/>
                <a:gd name="connsiteX2" fmla="*/ 0 w 97943"/>
                <a:gd name="connsiteY2" fmla="*/ 60191 h 73115"/>
                <a:gd name="connsiteX3" fmla="*/ 0 w 97943"/>
                <a:gd name="connsiteY3" fmla="*/ 60096 h 73115"/>
                <a:gd name="connsiteX4" fmla="*/ 0 w 97943"/>
                <a:gd name="connsiteY4" fmla="*/ 12925 h 73115"/>
                <a:gd name="connsiteX5" fmla="*/ 12600 w 97943"/>
                <a:gd name="connsiteY5" fmla="*/ 0 h 73115"/>
                <a:gd name="connsiteX6" fmla="*/ 85344 w 97943"/>
                <a:gd name="connsiteY6" fmla="*/ 0 h 73115"/>
                <a:gd name="connsiteX7" fmla="*/ 97944 w 97943"/>
                <a:gd name="connsiteY7" fmla="*/ 12925 h 73115"/>
                <a:gd name="connsiteX8" fmla="*/ 97944 w 97943"/>
                <a:gd name="connsiteY8" fmla="*/ 60096 h 73115"/>
                <a:gd name="connsiteX9" fmla="*/ 85344 w 97943"/>
                <a:gd name="connsiteY9" fmla="*/ 73116 h 73115"/>
                <a:gd name="connsiteX10" fmla="*/ 12600 w 97943"/>
                <a:gd name="connsiteY10" fmla="*/ 11793 h 73115"/>
                <a:gd name="connsiteX11" fmla="*/ 11128 w 97943"/>
                <a:gd name="connsiteY11" fmla="*/ 13302 h 73115"/>
                <a:gd name="connsiteX12" fmla="*/ 11128 w 97943"/>
                <a:gd name="connsiteY12" fmla="*/ 60474 h 73115"/>
                <a:gd name="connsiteX13" fmla="*/ 12600 w 97943"/>
                <a:gd name="connsiteY13" fmla="*/ 61983 h 73115"/>
                <a:gd name="connsiteX14" fmla="*/ 85344 w 97943"/>
                <a:gd name="connsiteY14" fmla="*/ 61983 h 73115"/>
                <a:gd name="connsiteX15" fmla="*/ 86816 w 97943"/>
                <a:gd name="connsiteY15" fmla="*/ 60474 h 73115"/>
                <a:gd name="connsiteX16" fmla="*/ 86816 w 97943"/>
                <a:gd name="connsiteY16" fmla="*/ 13302 h 73115"/>
                <a:gd name="connsiteX17" fmla="*/ 85344 w 97943"/>
                <a:gd name="connsiteY17" fmla="*/ 11793 h 7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7943" h="73115">
                  <a:moveTo>
                    <a:pt x="85344" y="73116"/>
                  </a:moveTo>
                  <a:lnTo>
                    <a:pt x="12600" y="73116"/>
                  </a:lnTo>
                  <a:cubicBezTo>
                    <a:pt x="5641" y="73116"/>
                    <a:pt x="0" y="67329"/>
                    <a:pt x="0" y="60191"/>
                  </a:cubicBezTo>
                  <a:cubicBezTo>
                    <a:pt x="0" y="60160"/>
                    <a:pt x="0" y="60128"/>
                    <a:pt x="0" y="60096"/>
                  </a:cubicBezTo>
                  <a:lnTo>
                    <a:pt x="0" y="12925"/>
                  </a:lnTo>
                  <a:cubicBezTo>
                    <a:pt x="0" y="5787"/>
                    <a:pt x="5641" y="0"/>
                    <a:pt x="12600" y="0"/>
                  </a:cubicBezTo>
                  <a:lnTo>
                    <a:pt x="85344" y="0"/>
                  </a:lnTo>
                  <a:cubicBezTo>
                    <a:pt x="92282" y="51"/>
                    <a:pt x="97894" y="5808"/>
                    <a:pt x="97944" y="12925"/>
                  </a:cubicBezTo>
                  <a:lnTo>
                    <a:pt x="97944" y="60096"/>
                  </a:lnTo>
                  <a:cubicBezTo>
                    <a:pt x="97944" y="67250"/>
                    <a:pt x="92318" y="73064"/>
                    <a:pt x="85344" y="73116"/>
                  </a:cubicBezTo>
                  <a:close/>
                  <a:moveTo>
                    <a:pt x="12600" y="11793"/>
                  </a:moveTo>
                  <a:cubicBezTo>
                    <a:pt x="11787" y="11793"/>
                    <a:pt x="11128" y="12469"/>
                    <a:pt x="11128" y="13302"/>
                  </a:cubicBezTo>
                  <a:lnTo>
                    <a:pt x="11128" y="60474"/>
                  </a:lnTo>
                  <a:cubicBezTo>
                    <a:pt x="11128" y="61307"/>
                    <a:pt x="11787" y="61983"/>
                    <a:pt x="12600" y="61983"/>
                  </a:cubicBezTo>
                  <a:lnTo>
                    <a:pt x="85344" y="61983"/>
                  </a:lnTo>
                  <a:cubicBezTo>
                    <a:pt x="86157" y="61983"/>
                    <a:pt x="86816" y="61307"/>
                    <a:pt x="86816" y="60474"/>
                  </a:cubicBezTo>
                  <a:lnTo>
                    <a:pt x="86816" y="13302"/>
                  </a:lnTo>
                  <a:cubicBezTo>
                    <a:pt x="86816" y="12469"/>
                    <a:pt x="86157" y="11793"/>
                    <a:pt x="85344" y="11793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1" name="Freeform 170">
              <a:extLst>
                <a:ext uri="{FF2B5EF4-FFF2-40B4-BE49-F238E27FC236}">
                  <a16:creationId xmlns:a16="http://schemas.microsoft.com/office/drawing/2014/main" id="{BC122B78-51DB-FF4F-9415-3BCF0E7BB8CA}"/>
                </a:ext>
              </a:extLst>
            </p:cNvPr>
            <p:cNvSpPr/>
            <p:nvPr/>
          </p:nvSpPr>
          <p:spPr>
            <a:xfrm>
              <a:off x="6103469" y="2461229"/>
              <a:ext cx="72378" cy="11510"/>
            </a:xfrm>
            <a:custGeom>
              <a:avLst/>
              <a:gdLst>
                <a:gd name="connsiteX0" fmla="*/ 66051 w 72378"/>
                <a:gd name="connsiteY0" fmla="*/ 11463 h 11510"/>
                <a:gd name="connsiteX1" fmla="*/ 4894 w 72378"/>
                <a:gd name="connsiteY1" fmla="*/ 11463 h 11510"/>
                <a:gd name="connsiteX2" fmla="*/ 47 w 72378"/>
                <a:gd name="connsiteY2" fmla="*/ 5020 h 11510"/>
                <a:gd name="connsiteX3" fmla="*/ 4894 w 72378"/>
                <a:gd name="connsiteY3" fmla="*/ 48 h 11510"/>
                <a:gd name="connsiteX4" fmla="*/ 66051 w 72378"/>
                <a:gd name="connsiteY4" fmla="*/ 48 h 11510"/>
                <a:gd name="connsiteX5" fmla="*/ 72332 w 72378"/>
                <a:gd name="connsiteY5" fmla="*/ 5020 h 11510"/>
                <a:gd name="connsiteX6" fmla="*/ 67484 w 72378"/>
                <a:gd name="connsiteY6" fmla="*/ 11463 h 11510"/>
                <a:gd name="connsiteX7" fmla="*/ 66051 w 72378"/>
                <a:gd name="connsiteY7" fmla="*/ 11463 h 1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78" h="11510">
                  <a:moveTo>
                    <a:pt x="66051" y="11463"/>
                  </a:moveTo>
                  <a:lnTo>
                    <a:pt x="4894" y="11463"/>
                  </a:lnTo>
                  <a:cubicBezTo>
                    <a:pt x="1821" y="11057"/>
                    <a:pt x="-349" y="8173"/>
                    <a:pt x="47" y="5020"/>
                  </a:cubicBezTo>
                  <a:cubicBezTo>
                    <a:pt x="373" y="2425"/>
                    <a:pt x="2364" y="382"/>
                    <a:pt x="4894" y="48"/>
                  </a:cubicBezTo>
                  <a:lnTo>
                    <a:pt x="66051" y="48"/>
                  </a:lnTo>
                  <a:cubicBezTo>
                    <a:pt x="69124" y="-358"/>
                    <a:pt x="71936" y="1868"/>
                    <a:pt x="72332" y="5020"/>
                  </a:cubicBezTo>
                  <a:cubicBezTo>
                    <a:pt x="72727" y="8173"/>
                    <a:pt x="70557" y="11057"/>
                    <a:pt x="67484" y="11463"/>
                  </a:cubicBezTo>
                  <a:cubicBezTo>
                    <a:pt x="67008" y="11526"/>
                    <a:pt x="66527" y="11526"/>
                    <a:pt x="66051" y="11463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1F119EF1-DC94-FA4E-9B7C-F1C7D46C844E}"/>
                </a:ext>
              </a:extLst>
            </p:cNvPr>
            <p:cNvSpPr/>
            <p:nvPr/>
          </p:nvSpPr>
          <p:spPr>
            <a:xfrm>
              <a:off x="6103469" y="2483400"/>
              <a:ext cx="80930" cy="11510"/>
            </a:xfrm>
            <a:custGeom>
              <a:avLst/>
              <a:gdLst>
                <a:gd name="connsiteX0" fmla="*/ 74604 w 80930"/>
                <a:gd name="connsiteY0" fmla="*/ 11463 h 11510"/>
                <a:gd name="connsiteX1" fmla="*/ 4894 w 80930"/>
                <a:gd name="connsiteY1" fmla="*/ 11463 h 11510"/>
                <a:gd name="connsiteX2" fmla="*/ 47 w 80930"/>
                <a:gd name="connsiteY2" fmla="*/ 5020 h 11510"/>
                <a:gd name="connsiteX3" fmla="*/ 4894 w 80930"/>
                <a:gd name="connsiteY3" fmla="*/ 48 h 11510"/>
                <a:gd name="connsiteX4" fmla="*/ 74604 w 80930"/>
                <a:gd name="connsiteY4" fmla="*/ 48 h 11510"/>
                <a:gd name="connsiteX5" fmla="*/ 80884 w 80930"/>
                <a:gd name="connsiteY5" fmla="*/ 5020 h 11510"/>
                <a:gd name="connsiteX6" fmla="*/ 76037 w 80930"/>
                <a:gd name="connsiteY6" fmla="*/ 11463 h 11510"/>
                <a:gd name="connsiteX7" fmla="*/ 74604 w 80930"/>
                <a:gd name="connsiteY7" fmla="*/ 11463 h 1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930" h="11510">
                  <a:moveTo>
                    <a:pt x="74604" y="11463"/>
                  </a:moveTo>
                  <a:lnTo>
                    <a:pt x="4894" y="11463"/>
                  </a:lnTo>
                  <a:cubicBezTo>
                    <a:pt x="1821" y="11057"/>
                    <a:pt x="-349" y="8173"/>
                    <a:pt x="47" y="5020"/>
                  </a:cubicBezTo>
                  <a:cubicBezTo>
                    <a:pt x="373" y="2425"/>
                    <a:pt x="2364" y="382"/>
                    <a:pt x="4894" y="48"/>
                  </a:cubicBezTo>
                  <a:lnTo>
                    <a:pt x="74604" y="48"/>
                  </a:lnTo>
                  <a:cubicBezTo>
                    <a:pt x="77676" y="-358"/>
                    <a:pt x="80488" y="1868"/>
                    <a:pt x="80884" y="5020"/>
                  </a:cubicBezTo>
                  <a:cubicBezTo>
                    <a:pt x="81280" y="8173"/>
                    <a:pt x="79110" y="11057"/>
                    <a:pt x="76037" y="11463"/>
                  </a:cubicBezTo>
                  <a:cubicBezTo>
                    <a:pt x="75561" y="11526"/>
                    <a:pt x="75079" y="11526"/>
                    <a:pt x="74604" y="11463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1B0FD265-FB70-8F49-A136-5BF1370FD5D3}"/>
                </a:ext>
              </a:extLst>
            </p:cNvPr>
            <p:cNvSpPr/>
            <p:nvPr/>
          </p:nvSpPr>
          <p:spPr>
            <a:xfrm>
              <a:off x="6129883" y="2503260"/>
              <a:ext cx="43775" cy="29434"/>
            </a:xfrm>
            <a:custGeom>
              <a:avLst/>
              <a:gdLst>
                <a:gd name="connsiteX0" fmla="*/ 21888 w 43775"/>
                <a:gd name="connsiteY0" fmla="*/ 29435 h 29434"/>
                <a:gd name="connsiteX1" fmla="*/ 0 w 43775"/>
                <a:gd name="connsiteY1" fmla="*/ 6981 h 29434"/>
                <a:gd name="connsiteX2" fmla="*/ 0 w 43775"/>
                <a:gd name="connsiteY2" fmla="*/ 5755 h 29434"/>
                <a:gd name="connsiteX3" fmla="*/ 5610 w 43775"/>
                <a:gd name="connsiteY3" fmla="*/ 0 h 29434"/>
                <a:gd name="connsiteX4" fmla="*/ 38166 w 43775"/>
                <a:gd name="connsiteY4" fmla="*/ 0 h 29434"/>
                <a:gd name="connsiteX5" fmla="*/ 43776 w 43775"/>
                <a:gd name="connsiteY5" fmla="*/ 5755 h 29434"/>
                <a:gd name="connsiteX6" fmla="*/ 43776 w 43775"/>
                <a:gd name="connsiteY6" fmla="*/ 6981 h 29434"/>
                <a:gd name="connsiteX7" fmla="*/ 21888 w 43775"/>
                <a:gd name="connsiteY7" fmla="*/ 29435 h 29434"/>
                <a:gd name="connsiteX8" fmla="*/ 12139 w 43775"/>
                <a:gd name="connsiteY8" fmla="*/ 11510 h 29434"/>
                <a:gd name="connsiteX9" fmla="*/ 21888 w 43775"/>
                <a:gd name="connsiteY9" fmla="*/ 17925 h 29434"/>
                <a:gd name="connsiteX10" fmla="*/ 31728 w 43775"/>
                <a:gd name="connsiteY10" fmla="*/ 11510 h 2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775" h="29434">
                  <a:moveTo>
                    <a:pt x="21888" y="29435"/>
                  </a:moveTo>
                  <a:cubicBezTo>
                    <a:pt x="9820" y="29383"/>
                    <a:pt x="50" y="19361"/>
                    <a:pt x="0" y="6981"/>
                  </a:cubicBezTo>
                  <a:lnTo>
                    <a:pt x="0" y="5755"/>
                  </a:lnTo>
                  <a:cubicBezTo>
                    <a:pt x="0" y="2577"/>
                    <a:pt x="2512" y="0"/>
                    <a:pt x="5610" y="0"/>
                  </a:cubicBezTo>
                  <a:lnTo>
                    <a:pt x="38166" y="0"/>
                  </a:lnTo>
                  <a:cubicBezTo>
                    <a:pt x="41264" y="0"/>
                    <a:pt x="43776" y="2577"/>
                    <a:pt x="43776" y="5755"/>
                  </a:cubicBezTo>
                  <a:lnTo>
                    <a:pt x="43776" y="6981"/>
                  </a:lnTo>
                  <a:cubicBezTo>
                    <a:pt x="43725" y="19361"/>
                    <a:pt x="33955" y="29383"/>
                    <a:pt x="21888" y="29435"/>
                  </a:cubicBezTo>
                  <a:close/>
                  <a:moveTo>
                    <a:pt x="12139" y="11510"/>
                  </a:moveTo>
                  <a:cubicBezTo>
                    <a:pt x="13876" y="15429"/>
                    <a:pt x="17691" y="17940"/>
                    <a:pt x="21888" y="17925"/>
                  </a:cubicBezTo>
                  <a:cubicBezTo>
                    <a:pt x="26098" y="17906"/>
                    <a:pt x="29924" y="15412"/>
                    <a:pt x="31728" y="11510"/>
                  </a:cubicBezTo>
                  <a:close/>
                </a:path>
              </a:pathLst>
            </a:custGeom>
            <a:grpFill/>
            <a:ln w="91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39C19A60-4225-4749-95EF-375DDB290036}"/>
              </a:ext>
            </a:extLst>
          </p:cNvPr>
          <p:cNvGrpSpPr/>
          <p:nvPr/>
        </p:nvGrpSpPr>
        <p:grpSpPr>
          <a:xfrm>
            <a:off x="5424618" y="3295396"/>
            <a:ext cx="1338870" cy="1238019"/>
            <a:chOff x="5398240" y="3718434"/>
            <a:chExt cx="1338870" cy="1238019"/>
          </a:xfrm>
        </p:grpSpPr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8B1010F4-6A86-DC45-BE31-7E95C8F10C9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76" name="Title 1">
              <a:extLst>
                <a:ext uri="{FF2B5EF4-FFF2-40B4-BE49-F238E27FC236}">
                  <a16:creationId xmlns:a16="http://schemas.microsoft.com/office/drawing/2014/main" id="{1163DDAA-2A42-9A48-8796-CFF60C3B862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  <p:sp>
        <p:nvSpPr>
          <p:cNvPr id="179" name="Freeform 178">
            <a:extLst>
              <a:ext uri="{FF2B5EF4-FFF2-40B4-BE49-F238E27FC236}">
                <a16:creationId xmlns:a16="http://schemas.microsoft.com/office/drawing/2014/main" id="{327128A7-9249-9A48-A448-FF69C5F335C4}"/>
              </a:ext>
            </a:extLst>
          </p:cNvPr>
          <p:cNvSpPr/>
          <p:nvPr/>
        </p:nvSpPr>
        <p:spPr>
          <a:xfrm rot="1153219">
            <a:off x="6972254" y="2726368"/>
            <a:ext cx="980477" cy="1044947"/>
          </a:xfrm>
          <a:custGeom>
            <a:avLst/>
            <a:gdLst>
              <a:gd name="connsiteX0" fmla="*/ 324070 w 980477"/>
              <a:gd name="connsiteY0" fmla="*/ 33536 h 1044947"/>
              <a:gd name="connsiteX1" fmla="*/ 542325 w 980477"/>
              <a:gd name="connsiteY1" fmla="*/ 1412 h 1044947"/>
              <a:gd name="connsiteX2" fmla="*/ 943428 w 980477"/>
              <a:gd name="connsiteY2" fmla="*/ 254260 h 1044947"/>
              <a:gd name="connsiteX3" fmla="*/ 980477 w 980477"/>
              <a:gd name="connsiteY3" fmla="*/ 318381 h 1044947"/>
              <a:gd name="connsiteX4" fmla="*/ 947266 w 980477"/>
              <a:gd name="connsiteY4" fmla="*/ 267983 h 1044947"/>
              <a:gd name="connsiteX5" fmla="*/ 581607 w 980477"/>
              <a:gd name="connsiteY5" fmla="*/ 68921 h 1044947"/>
              <a:gd name="connsiteX6" fmla="*/ 293703 w 980477"/>
              <a:gd name="connsiteY6" fmla="*/ 134141 h 1044947"/>
              <a:gd name="connsiteX7" fmla="*/ 105955 w 980477"/>
              <a:gd name="connsiteY7" fmla="*/ 822709 h 1044947"/>
              <a:gd name="connsiteX8" fmla="*/ 108095 w 980477"/>
              <a:gd name="connsiteY8" fmla="*/ 826412 h 1044947"/>
              <a:gd name="connsiteX9" fmla="*/ 234447 w 980477"/>
              <a:gd name="connsiteY9" fmla="*/ 1044947 h 1044947"/>
              <a:gd name="connsiteX10" fmla="*/ 234197 w 980477"/>
              <a:gd name="connsiteY10" fmla="*/ 1044947 h 1044947"/>
              <a:gd name="connsiteX11" fmla="*/ 68814 w 980477"/>
              <a:gd name="connsiteY11" fmla="*/ 758903 h 1044947"/>
              <a:gd name="connsiteX12" fmla="*/ 66674 w 980477"/>
              <a:gd name="connsiteY12" fmla="*/ 755200 h 1044947"/>
              <a:gd name="connsiteX13" fmla="*/ 254421 w 980477"/>
              <a:gd name="connsiteY13" fmla="*/ 66632 h 1044947"/>
              <a:gd name="connsiteX14" fmla="*/ 324070 w 980477"/>
              <a:gd name="connsiteY14" fmla="*/ 33536 h 1044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80477" h="1044947">
                <a:moveTo>
                  <a:pt x="324070" y="33536"/>
                </a:moveTo>
                <a:cubicBezTo>
                  <a:pt x="395078" y="6196"/>
                  <a:pt x="469584" y="-4034"/>
                  <a:pt x="542325" y="1412"/>
                </a:cubicBezTo>
                <a:cubicBezTo>
                  <a:pt x="703975" y="13516"/>
                  <a:pt x="856916" y="103038"/>
                  <a:pt x="943428" y="254260"/>
                </a:cubicBezTo>
                <a:lnTo>
                  <a:pt x="980477" y="318381"/>
                </a:lnTo>
                <a:lnTo>
                  <a:pt x="947266" y="267983"/>
                </a:lnTo>
                <a:cubicBezTo>
                  <a:pt x="857826" y="149376"/>
                  <a:pt x="723051" y="79512"/>
                  <a:pt x="581607" y="68921"/>
                </a:cubicBezTo>
                <a:cubicBezTo>
                  <a:pt x="484618" y="61658"/>
                  <a:pt x="384494" y="82266"/>
                  <a:pt x="293703" y="134141"/>
                </a:cubicBezTo>
                <a:cubicBezTo>
                  <a:pt x="51594" y="272471"/>
                  <a:pt x="-32463" y="580753"/>
                  <a:pt x="105955" y="822709"/>
                </a:cubicBezTo>
                <a:cubicBezTo>
                  <a:pt x="106664" y="823946"/>
                  <a:pt x="107377" y="825180"/>
                  <a:pt x="108095" y="826412"/>
                </a:cubicBezTo>
                <a:lnTo>
                  <a:pt x="234447" y="1044947"/>
                </a:lnTo>
                <a:lnTo>
                  <a:pt x="234197" y="1044947"/>
                </a:lnTo>
                <a:lnTo>
                  <a:pt x="68814" y="758903"/>
                </a:lnTo>
                <a:cubicBezTo>
                  <a:pt x="68096" y="757672"/>
                  <a:pt x="67382" y="756438"/>
                  <a:pt x="66674" y="755200"/>
                </a:cubicBezTo>
                <a:cubicBezTo>
                  <a:pt x="-71744" y="513245"/>
                  <a:pt x="12312" y="204963"/>
                  <a:pt x="254421" y="66632"/>
                </a:cubicBezTo>
                <a:cubicBezTo>
                  <a:pt x="277119" y="53664"/>
                  <a:pt x="300400" y="42649"/>
                  <a:pt x="324070" y="33536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 w="9507" cap="flat">
            <a:noFill/>
            <a:prstDash val="solid"/>
            <a:miter/>
          </a:ln>
          <a:effectLst>
            <a:outerShdw blurRad="127000" dist="63500" dir="12600000" algn="br" rotWithShape="0">
              <a:prstClr val="black">
                <a:alpha val="3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EG"/>
          </a:p>
        </p:txBody>
      </p:sp>
    </p:spTree>
    <p:extLst>
      <p:ext uri="{BB962C8B-B14F-4D97-AF65-F5344CB8AC3E}">
        <p14:creationId xmlns:p14="http://schemas.microsoft.com/office/powerpoint/2010/main" val="2357366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03247AF8-660C-1A47-8344-07AC9CB78F48}"/>
              </a:ext>
            </a:extLst>
          </p:cNvPr>
          <p:cNvCxnSpPr>
            <a:cxnSpLocks/>
          </p:cNvCxnSpPr>
          <p:nvPr/>
        </p:nvCxnSpPr>
        <p:spPr>
          <a:xfrm>
            <a:off x="6087852" y="1730667"/>
            <a:ext cx="0" cy="1972168"/>
          </a:xfrm>
          <a:prstGeom prst="line">
            <a:avLst/>
          </a:prstGeom>
          <a:ln w="19050" cap="rnd">
            <a:solidFill>
              <a:schemeClr val="accent6"/>
            </a:solidFill>
            <a:prstDash val="sysDot"/>
            <a:round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2F3E9005-E6F5-294D-871A-BB869CA3CBB6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B74B8DD-C9B4-2E44-ABDB-C7CEAEB9A1F4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4A39B13-F9FE-1841-97D9-826620BD6691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62F87718-6AE6-7145-86F5-47D181F40E63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19302398-D986-7543-B6A6-4696C6CB3291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590A6494-2D83-0C4F-B337-D478E9AA735C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4E70B5C-F8CD-E04A-84F0-D07AE480F1F1}"/>
              </a:ext>
            </a:extLst>
          </p:cNvPr>
          <p:cNvGrpSpPr/>
          <p:nvPr/>
        </p:nvGrpSpPr>
        <p:grpSpPr>
          <a:xfrm rot="-60000">
            <a:off x="3835022" y="1619061"/>
            <a:ext cx="4523209" cy="4638626"/>
            <a:chOff x="3835022" y="1619061"/>
            <a:chExt cx="4523209" cy="4638626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BD80C8A-B3AA-FD4A-9DBC-1354B58EC3A3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4716511" y="1753760"/>
              <a:ext cx="1587559" cy="1657727"/>
            </a:xfrm>
            <a:custGeom>
              <a:avLst/>
              <a:gdLst>
                <a:gd name="T0" fmla="*/ 9 w 474"/>
                <a:gd name="T1" fmla="*/ 495 h 495"/>
                <a:gd name="T2" fmla="*/ 378 w 474"/>
                <a:gd name="T3" fmla="*/ 495 h 495"/>
                <a:gd name="T4" fmla="*/ 387 w 474"/>
                <a:gd name="T5" fmla="*/ 487 h 495"/>
                <a:gd name="T6" fmla="*/ 469 w 474"/>
                <a:gd name="T7" fmla="*/ 342 h 495"/>
                <a:gd name="T8" fmla="*/ 472 w 474"/>
                <a:gd name="T9" fmla="*/ 331 h 495"/>
                <a:gd name="T10" fmla="*/ 289 w 474"/>
                <a:gd name="T11" fmla="*/ 5 h 495"/>
                <a:gd name="T12" fmla="*/ 284 w 474"/>
                <a:gd name="T13" fmla="*/ 1 h 495"/>
                <a:gd name="T14" fmla="*/ 277 w 474"/>
                <a:gd name="T15" fmla="*/ 2 h 495"/>
                <a:gd name="T16" fmla="*/ 0 w 474"/>
                <a:gd name="T17" fmla="*/ 485 h 495"/>
                <a:gd name="T18" fmla="*/ 3 w 474"/>
                <a:gd name="T19" fmla="*/ 492 h 495"/>
                <a:gd name="T20" fmla="*/ 9 w 474"/>
                <a:gd name="T21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4" h="495">
                  <a:moveTo>
                    <a:pt x="9" y="495"/>
                  </a:moveTo>
                  <a:cubicBezTo>
                    <a:pt x="378" y="495"/>
                    <a:pt x="378" y="495"/>
                    <a:pt x="378" y="495"/>
                  </a:cubicBezTo>
                  <a:cubicBezTo>
                    <a:pt x="382" y="495"/>
                    <a:pt x="386" y="491"/>
                    <a:pt x="387" y="487"/>
                  </a:cubicBezTo>
                  <a:cubicBezTo>
                    <a:pt x="393" y="429"/>
                    <a:pt x="423" y="377"/>
                    <a:pt x="469" y="342"/>
                  </a:cubicBezTo>
                  <a:cubicBezTo>
                    <a:pt x="473" y="340"/>
                    <a:pt x="474" y="335"/>
                    <a:pt x="472" y="331"/>
                  </a:cubicBezTo>
                  <a:cubicBezTo>
                    <a:pt x="289" y="5"/>
                    <a:pt x="289" y="5"/>
                    <a:pt x="289" y="5"/>
                  </a:cubicBezTo>
                  <a:cubicBezTo>
                    <a:pt x="288" y="3"/>
                    <a:pt x="286" y="1"/>
                    <a:pt x="284" y="1"/>
                  </a:cubicBezTo>
                  <a:cubicBezTo>
                    <a:pt x="281" y="0"/>
                    <a:pt x="279" y="0"/>
                    <a:pt x="277" y="2"/>
                  </a:cubicBezTo>
                  <a:cubicBezTo>
                    <a:pt x="112" y="107"/>
                    <a:pt x="8" y="288"/>
                    <a:pt x="0" y="485"/>
                  </a:cubicBezTo>
                  <a:cubicBezTo>
                    <a:pt x="0" y="488"/>
                    <a:pt x="1" y="490"/>
                    <a:pt x="3" y="492"/>
                  </a:cubicBezTo>
                  <a:cubicBezTo>
                    <a:pt x="4" y="494"/>
                    <a:pt x="7" y="495"/>
                    <a:pt x="9" y="495"/>
                  </a:cubicBezTo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6">
                    <a:lumMod val="50000"/>
                  </a:schemeClr>
                </a:gs>
              </a:gsLst>
              <a:lin ang="6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518FCDB-C213-B94C-BA63-C98C36C3CC04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5889183" y="4467768"/>
              <a:ext cx="1587559" cy="1655221"/>
            </a:xfrm>
            <a:custGeom>
              <a:avLst/>
              <a:gdLst>
                <a:gd name="T0" fmla="*/ 465 w 474"/>
                <a:gd name="T1" fmla="*/ 0 h 494"/>
                <a:gd name="T2" fmla="*/ 96 w 474"/>
                <a:gd name="T3" fmla="*/ 0 h 494"/>
                <a:gd name="T4" fmla="*/ 87 w 474"/>
                <a:gd name="T5" fmla="*/ 8 h 494"/>
                <a:gd name="T6" fmla="*/ 5 w 474"/>
                <a:gd name="T7" fmla="*/ 152 h 494"/>
                <a:gd name="T8" fmla="*/ 2 w 474"/>
                <a:gd name="T9" fmla="*/ 164 h 494"/>
                <a:gd name="T10" fmla="*/ 185 w 474"/>
                <a:gd name="T11" fmla="*/ 490 h 494"/>
                <a:gd name="T12" fmla="*/ 190 w 474"/>
                <a:gd name="T13" fmla="*/ 494 h 494"/>
                <a:gd name="T14" fmla="*/ 193 w 474"/>
                <a:gd name="T15" fmla="*/ 494 h 494"/>
                <a:gd name="T16" fmla="*/ 197 w 474"/>
                <a:gd name="T17" fmla="*/ 493 h 494"/>
                <a:gd name="T18" fmla="*/ 474 w 474"/>
                <a:gd name="T19" fmla="*/ 9 h 494"/>
                <a:gd name="T20" fmla="*/ 471 w 474"/>
                <a:gd name="T21" fmla="*/ 3 h 494"/>
                <a:gd name="T22" fmla="*/ 465 w 474"/>
                <a:gd name="T23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4" h="494">
                  <a:moveTo>
                    <a:pt x="465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2" y="0"/>
                    <a:pt x="88" y="3"/>
                    <a:pt x="87" y="8"/>
                  </a:cubicBezTo>
                  <a:cubicBezTo>
                    <a:pt x="81" y="65"/>
                    <a:pt x="51" y="118"/>
                    <a:pt x="5" y="152"/>
                  </a:cubicBezTo>
                  <a:cubicBezTo>
                    <a:pt x="1" y="155"/>
                    <a:pt x="0" y="160"/>
                    <a:pt x="2" y="164"/>
                  </a:cubicBezTo>
                  <a:cubicBezTo>
                    <a:pt x="185" y="490"/>
                    <a:pt x="185" y="490"/>
                    <a:pt x="185" y="490"/>
                  </a:cubicBezTo>
                  <a:cubicBezTo>
                    <a:pt x="186" y="492"/>
                    <a:pt x="188" y="494"/>
                    <a:pt x="190" y="494"/>
                  </a:cubicBezTo>
                  <a:cubicBezTo>
                    <a:pt x="191" y="494"/>
                    <a:pt x="192" y="494"/>
                    <a:pt x="193" y="494"/>
                  </a:cubicBezTo>
                  <a:cubicBezTo>
                    <a:pt x="194" y="494"/>
                    <a:pt x="196" y="494"/>
                    <a:pt x="197" y="493"/>
                  </a:cubicBezTo>
                  <a:cubicBezTo>
                    <a:pt x="362" y="388"/>
                    <a:pt x="466" y="207"/>
                    <a:pt x="474" y="9"/>
                  </a:cubicBezTo>
                  <a:cubicBezTo>
                    <a:pt x="474" y="7"/>
                    <a:pt x="473" y="5"/>
                    <a:pt x="471" y="3"/>
                  </a:cubicBezTo>
                  <a:cubicBezTo>
                    <a:pt x="470" y="1"/>
                    <a:pt x="467" y="0"/>
                    <a:pt x="465" y="0"/>
                  </a:cubicBezTo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50000"/>
                  </a:schemeClr>
                </a:gs>
              </a:gsLst>
              <a:lin ang="78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2DA73320-32B8-4242-B447-A4E8ACFC7184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6770672" y="2939730"/>
              <a:ext cx="1587559" cy="1657727"/>
            </a:xfrm>
            <a:custGeom>
              <a:avLst/>
              <a:gdLst>
                <a:gd name="T0" fmla="*/ 5 w 474"/>
                <a:gd name="T1" fmla="*/ 342 h 495"/>
                <a:gd name="T2" fmla="*/ 87 w 474"/>
                <a:gd name="T3" fmla="*/ 487 h 495"/>
                <a:gd name="T4" fmla="*/ 96 w 474"/>
                <a:gd name="T5" fmla="*/ 495 h 495"/>
                <a:gd name="T6" fmla="*/ 465 w 474"/>
                <a:gd name="T7" fmla="*/ 495 h 495"/>
                <a:gd name="T8" fmla="*/ 471 w 474"/>
                <a:gd name="T9" fmla="*/ 492 h 495"/>
                <a:gd name="T10" fmla="*/ 474 w 474"/>
                <a:gd name="T11" fmla="*/ 485 h 495"/>
                <a:gd name="T12" fmla="*/ 197 w 474"/>
                <a:gd name="T13" fmla="*/ 2 h 495"/>
                <a:gd name="T14" fmla="*/ 190 w 474"/>
                <a:gd name="T15" fmla="*/ 1 h 495"/>
                <a:gd name="T16" fmla="*/ 185 w 474"/>
                <a:gd name="T17" fmla="*/ 5 h 495"/>
                <a:gd name="T18" fmla="*/ 2 w 474"/>
                <a:gd name="T19" fmla="*/ 331 h 495"/>
                <a:gd name="T20" fmla="*/ 5 w 474"/>
                <a:gd name="T21" fmla="*/ 342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4" h="495">
                  <a:moveTo>
                    <a:pt x="5" y="342"/>
                  </a:moveTo>
                  <a:cubicBezTo>
                    <a:pt x="51" y="377"/>
                    <a:pt x="81" y="429"/>
                    <a:pt x="87" y="487"/>
                  </a:cubicBezTo>
                  <a:cubicBezTo>
                    <a:pt x="88" y="491"/>
                    <a:pt x="92" y="495"/>
                    <a:pt x="96" y="495"/>
                  </a:cubicBezTo>
                  <a:cubicBezTo>
                    <a:pt x="465" y="495"/>
                    <a:pt x="465" y="495"/>
                    <a:pt x="465" y="495"/>
                  </a:cubicBezTo>
                  <a:cubicBezTo>
                    <a:pt x="467" y="495"/>
                    <a:pt x="470" y="494"/>
                    <a:pt x="471" y="492"/>
                  </a:cubicBezTo>
                  <a:cubicBezTo>
                    <a:pt x="473" y="490"/>
                    <a:pt x="474" y="488"/>
                    <a:pt x="474" y="485"/>
                  </a:cubicBezTo>
                  <a:cubicBezTo>
                    <a:pt x="466" y="288"/>
                    <a:pt x="362" y="107"/>
                    <a:pt x="197" y="2"/>
                  </a:cubicBezTo>
                  <a:cubicBezTo>
                    <a:pt x="195" y="0"/>
                    <a:pt x="193" y="0"/>
                    <a:pt x="190" y="1"/>
                  </a:cubicBezTo>
                  <a:cubicBezTo>
                    <a:pt x="188" y="1"/>
                    <a:pt x="186" y="3"/>
                    <a:pt x="185" y="5"/>
                  </a:cubicBezTo>
                  <a:cubicBezTo>
                    <a:pt x="2" y="331"/>
                    <a:pt x="2" y="331"/>
                    <a:pt x="2" y="331"/>
                  </a:cubicBezTo>
                  <a:cubicBezTo>
                    <a:pt x="0" y="335"/>
                    <a:pt x="1" y="340"/>
                    <a:pt x="5" y="342"/>
                  </a:cubicBez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50000"/>
                  </a:schemeClr>
                </a:gs>
              </a:gsLst>
              <a:lin ang="48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0EB00574-3B89-EE4D-9AC0-ED5699667D01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5834748" y="2104281"/>
              <a:ext cx="1849437" cy="1373295"/>
            </a:xfrm>
            <a:custGeom>
              <a:avLst/>
              <a:gdLst>
                <a:gd name="T0" fmla="*/ 184 w 552"/>
                <a:gd name="T1" fmla="*/ 405 h 410"/>
                <a:gd name="T2" fmla="*/ 192 w 552"/>
                <a:gd name="T3" fmla="*/ 409 h 410"/>
                <a:gd name="T4" fmla="*/ 195 w 552"/>
                <a:gd name="T5" fmla="*/ 408 h 410"/>
                <a:gd name="T6" fmla="*/ 276 w 552"/>
                <a:gd name="T7" fmla="*/ 392 h 410"/>
                <a:gd name="T8" fmla="*/ 357 w 552"/>
                <a:gd name="T9" fmla="*/ 408 h 410"/>
                <a:gd name="T10" fmla="*/ 368 w 552"/>
                <a:gd name="T11" fmla="*/ 405 h 410"/>
                <a:gd name="T12" fmla="*/ 550 w 552"/>
                <a:gd name="T13" fmla="*/ 79 h 410"/>
                <a:gd name="T14" fmla="*/ 551 w 552"/>
                <a:gd name="T15" fmla="*/ 72 h 410"/>
                <a:gd name="T16" fmla="*/ 547 w 552"/>
                <a:gd name="T17" fmla="*/ 66 h 410"/>
                <a:gd name="T18" fmla="*/ 276 w 552"/>
                <a:gd name="T19" fmla="*/ 0 h 410"/>
                <a:gd name="T20" fmla="*/ 5 w 552"/>
                <a:gd name="T21" fmla="*/ 66 h 410"/>
                <a:gd name="T22" fmla="*/ 1 w 552"/>
                <a:gd name="T23" fmla="*/ 72 h 410"/>
                <a:gd name="T24" fmla="*/ 2 w 552"/>
                <a:gd name="T25" fmla="*/ 79 h 410"/>
                <a:gd name="T26" fmla="*/ 184 w 552"/>
                <a:gd name="T27" fmla="*/ 405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2" h="410">
                  <a:moveTo>
                    <a:pt x="184" y="405"/>
                  </a:moveTo>
                  <a:cubicBezTo>
                    <a:pt x="186" y="407"/>
                    <a:pt x="189" y="409"/>
                    <a:pt x="192" y="409"/>
                  </a:cubicBezTo>
                  <a:cubicBezTo>
                    <a:pt x="193" y="409"/>
                    <a:pt x="194" y="409"/>
                    <a:pt x="195" y="408"/>
                  </a:cubicBezTo>
                  <a:cubicBezTo>
                    <a:pt x="221" y="397"/>
                    <a:pt x="248" y="392"/>
                    <a:pt x="276" y="392"/>
                  </a:cubicBezTo>
                  <a:cubicBezTo>
                    <a:pt x="304" y="392"/>
                    <a:pt x="331" y="397"/>
                    <a:pt x="357" y="408"/>
                  </a:cubicBezTo>
                  <a:cubicBezTo>
                    <a:pt x="361" y="410"/>
                    <a:pt x="365" y="409"/>
                    <a:pt x="368" y="405"/>
                  </a:cubicBezTo>
                  <a:cubicBezTo>
                    <a:pt x="550" y="79"/>
                    <a:pt x="550" y="79"/>
                    <a:pt x="550" y="79"/>
                  </a:cubicBezTo>
                  <a:cubicBezTo>
                    <a:pt x="551" y="77"/>
                    <a:pt x="552" y="74"/>
                    <a:pt x="551" y="72"/>
                  </a:cubicBezTo>
                  <a:cubicBezTo>
                    <a:pt x="550" y="69"/>
                    <a:pt x="549" y="67"/>
                    <a:pt x="547" y="66"/>
                  </a:cubicBezTo>
                  <a:cubicBezTo>
                    <a:pt x="462" y="22"/>
                    <a:pt x="371" y="0"/>
                    <a:pt x="276" y="0"/>
                  </a:cubicBezTo>
                  <a:cubicBezTo>
                    <a:pt x="181" y="0"/>
                    <a:pt x="90" y="22"/>
                    <a:pt x="5" y="66"/>
                  </a:cubicBezTo>
                  <a:cubicBezTo>
                    <a:pt x="3" y="67"/>
                    <a:pt x="2" y="69"/>
                    <a:pt x="1" y="72"/>
                  </a:cubicBezTo>
                  <a:cubicBezTo>
                    <a:pt x="0" y="74"/>
                    <a:pt x="1" y="77"/>
                    <a:pt x="2" y="79"/>
                  </a:cubicBezTo>
                  <a:cubicBezTo>
                    <a:pt x="184" y="405"/>
                    <a:pt x="184" y="405"/>
                    <a:pt x="184" y="405"/>
                  </a:cubicBezTo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50000"/>
                  </a:schemeClr>
                </a:gs>
              </a:gsLst>
              <a:lin ang="5400000" scaled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14B4208F-F34C-0B4C-A430-B2A29D8D059B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3835022" y="3281798"/>
              <a:ext cx="1587559" cy="1655221"/>
            </a:xfrm>
            <a:custGeom>
              <a:avLst/>
              <a:gdLst>
                <a:gd name="T0" fmla="*/ 469 w 474"/>
                <a:gd name="T1" fmla="*/ 152 h 494"/>
                <a:gd name="T2" fmla="*/ 387 w 474"/>
                <a:gd name="T3" fmla="*/ 8 h 494"/>
                <a:gd name="T4" fmla="*/ 378 w 474"/>
                <a:gd name="T5" fmla="*/ 0 h 494"/>
                <a:gd name="T6" fmla="*/ 9 w 474"/>
                <a:gd name="T7" fmla="*/ 0 h 494"/>
                <a:gd name="T8" fmla="*/ 3 w 474"/>
                <a:gd name="T9" fmla="*/ 3 h 494"/>
                <a:gd name="T10" fmla="*/ 0 w 474"/>
                <a:gd name="T11" fmla="*/ 9 h 494"/>
                <a:gd name="T12" fmla="*/ 277 w 474"/>
                <a:gd name="T13" fmla="*/ 493 h 494"/>
                <a:gd name="T14" fmla="*/ 281 w 474"/>
                <a:gd name="T15" fmla="*/ 494 h 494"/>
                <a:gd name="T16" fmla="*/ 284 w 474"/>
                <a:gd name="T17" fmla="*/ 494 h 494"/>
                <a:gd name="T18" fmla="*/ 289 w 474"/>
                <a:gd name="T19" fmla="*/ 490 h 494"/>
                <a:gd name="T20" fmla="*/ 472 w 474"/>
                <a:gd name="T21" fmla="*/ 164 h 494"/>
                <a:gd name="T22" fmla="*/ 469 w 474"/>
                <a:gd name="T23" fmla="*/ 152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4" h="494">
                  <a:moveTo>
                    <a:pt x="469" y="152"/>
                  </a:moveTo>
                  <a:cubicBezTo>
                    <a:pt x="423" y="118"/>
                    <a:pt x="393" y="65"/>
                    <a:pt x="387" y="8"/>
                  </a:cubicBezTo>
                  <a:cubicBezTo>
                    <a:pt x="386" y="3"/>
                    <a:pt x="382" y="0"/>
                    <a:pt x="37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8" y="207"/>
                    <a:pt x="112" y="388"/>
                    <a:pt x="277" y="493"/>
                  </a:cubicBezTo>
                  <a:cubicBezTo>
                    <a:pt x="278" y="494"/>
                    <a:pt x="280" y="494"/>
                    <a:pt x="281" y="494"/>
                  </a:cubicBezTo>
                  <a:cubicBezTo>
                    <a:pt x="282" y="494"/>
                    <a:pt x="283" y="494"/>
                    <a:pt x="284" y="494"/>
                  </a:cubicBezTo>
                  <a:cubicBezTo>
                    <a:pt x="286" y="494"/>
                    <a:pt x="288" y="492"/>
                    <a:pt x="289" y="490"/>
                  </a:cubicBezTo>
                  <a:cubicBezTo>
                    <a:pt x="472" y="164"/>
                    <a:pt x="472" y="164"/>
                    <a:pt x="472" y="164"/>
                  </a:cubicBezTo>
                  <a:cubicBezTo>
                    <a:pt x="474" y="160"/>
                    <a:pt x="473" y="155"/>
                    <a:pt x="469" y="152"/>
                  </a:cubicBezTo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50000"/>
                  </a:schemeClr>
                </a:gs>
              </a:gsLst>
              <a:lin ang="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88D9885E-6349-FE47-AD2E-E3680A83F272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4508441" y="4401512"/>
              <a:ext cx="1849437" cy="1373295"/>
            </a:xfrm>
            <a:custGeom>
              <a:avLst/>
              <a:gdLst>
                <a:gd name="T0" fmla="*/ 368 w 552"/>
                <a:gd name="T1" fmla="*/ 5 h 410"/>
                <a:gd name="T2" fmla="*/ 357 w 552"/>
                <a:gd name="T3" fmla="*/ 1 h 410"/>
                <a:gd name="T4" fmla="*/ 276 w 552"/>
                <a:gd name="T5" fmla="*/ 18 h 410"/>
                <a:gd name="T6" fmla="*/ 195 w 552"/>
                <a:gd name="T7" fmla="*/ 1 h 410"/>
                <a:gd name="T8" fmla="*/ 184 w 552"/>
                <a:gd name="T9" fmla="*/ 5 h 410"/>
                <a:gd name="T10" fmla="*/ 2 w 552"/>
                <a:gd name="T11" fmla="*/ 331 h 410"/>
                <a:gd name="T12" fmla="*/ 1 w 552"/>
                <a:gd name="T13" fmla="*/ 338 h 410"/>
                <a:gd name="T14" fmla="*/ 5 w 552"/>
                <a:gd name="T15" fmla="*/ 343 h 410"/>
                <a:gd name="T16" fmla="*/ 276 w 552"/>
                <a:gd name="T17" fmla="*/ 410 h 410"/>
                <a:gd name="T18" fmla="*/ 547 w 552"/>
                <a:gd name="T19" fmla="*/ 343 h 410"/>
                <a:gd name="T20" fmla="*/ 551 w 552"/>
                <a:gd name="T21" fmla="*/ 338 h 410"/>
                <a:gd name="T22" fmla="*/ 550 w 552"/>
                <a:gd name="T23" fmla="*/ 331 h 410"/>
                <a:gd name="T24" fmla="*/ 368 w 552"/>
                <a:gd name="T25" fmla="*/ 5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410">
                  <a:moveTo>
                    <a:pt x="368" y="5"/>
                  </a:moveTo>
                  <a:cubicBezTo>
                    <a:pt x="365" y="1"/>
                    <a:pt x="361" y="0"/>
                    <a:pt x="357" y="1"/>
                  </a:cubicBezTo>
                  <a:cubicBezTo>
                    <a:pt x="331" y="12"/>
                    <a:pt x="304" y="18"/>
                    <a:pt x="276" y="18"/>
                  </a:cubicBezTo>
                  <a:cubicBezTo>
                    <a:pt x="248" y="18"/>
                    <a:pt x="221" y="12"/>
                    <a:pt x="195" y="1"/>
                  </a:cubicBezTo>
                  <a:cubicBezTo>
                    <a:pt x="191" y="0"/>
                    <a:pt x="187" y="1"/>
                    <a:pt x="184" y="5"/>
                  </a:cubicBezTo>
                  <a:cubicBezTo>
                    <a:pt x="2" y="331"/>
                    <a:pt x="2" y="331"/>
                    <a:pt x="2" y="331"/>
                  </a:cubicBezTo>
                  <a:cubicBezTo>
                    <a:pt x="1" y="333"/>
                    <a:pt x="0" y="336"/>
                    <a:pt x="1" y="338"/>
                  </a:cubicBezTo>
                  <a:cubicBezTo>
                    <a:pt x="2" y="340"/>
                    <a:pt x="3" y="342"/>
                    <a:pt x="5" y="343"/>
                  </a:cubicBezTo>
                  <a:cubicBezTo>
                    <a:pt x="90" y="388"/>
                    <a:pt x="181" y="410"/>
                    <a:pt x="276" y="410"/>
                  </a:cubicBezTo>
                  <a:cubicBezTo>
                    <a:pt x="371" y="410"/>
                    <a:pt x="462" y="388"/>
                    <a:pt x="547" y="343"/>
                  </a:cubicBezTo>
                  <a:cubicBezTo>
                    <a:pt x="549" y="342"/>
                    <a:pt x="550" y="340"/>
                    <a:pt x="551" y="338"/>
                  </a:cubicBezTo>
                  <a:cubicBezTo>
                    <a:pt x="552" y="336"/>
                    <a:pt x="551" y="333"/>
                    <a:pt x="550" y="331"/>
                  </a:cubicBezTo>
                  <a:cubicBezTo>
                    <a:pt x="368" y="5"/>
                    <a:pt x="368" y="5"/>
                    <a:pt x="368" y="5"/>
                  </a:cubicBezTo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50000"/>
                  </a:schemeClr>
                </a:gs>
              </a:gsLst>
              <a:lin ang="13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247A4150-5A41-D741-96BF-98C0D9C82AA7}"/>
                </a:ext>
              </a:extLst>
            </p:cNvPr>
            <p:cNvSpPr>
              <a:spLocks noEditPoints="1"/>
            </p:cNvSpPr>
            <p:nvPr/>
          </p:nvSpPr>
          <p:spPr bwMode="auto">
            <a:xfrm rot="1800000">
              <a:off x="6080337" y="2169079"/>
              <a:ext cx="1841919" cy="405974"/>
            </a:xfrm>
            <a:custGeom>
              <a:avLst/>
              <a:gdLst>
                <a:gd name="T0" fmla="*/ 549 w 550"/>
                <a:gd name="T1" fmla="*/ 79 h 121"/>
                <a:gd name="T2" fmla="*/ 525 w 550"/>
                <a:gd name="T3" fmla="*/ 121 h 121"/>
                <a:gd name="T4" fmla="*/ 525 w 550"/>
                <a:gd name="T5" fmla="*/ 121 h 121"/>
                <a:gd name="T6" fmla="*/ 549 w 550"/>
                <a:gd name="T7" fmla="*/ 79 h 121"/>
                <a:gd name="T8" fmla="*/ 275 w 550"/>
                <a:gd name="T9" fmla="*/ 0 h 121"/>
                <a:gd name="T10" fmla="*/ 4 w 550"/>
                <a:gd name="T11" fmla="*/ 66 h 121"/>
                <a:gd name="T12" fmla="*/ 0 w 550"/>
                <a:gd name="T13" fmla="*/ 72 h 121"/>
                <a:gd name="T14" fmla="*/ 0 w 550"/>
                <a:gd name="T15" fmla="*/ 74 h 121"/>
                <a:gd name="T16" fmla="*/ 0 w 550"/>
                <a:gd name="T17" fmla="*/ 72 h 121"/>
                <a:gd name="T18" fmla="*/ 4 w 550"/>
                <a:gd name="T19" fmla="*/ 66 h 121"/>
                <a:gd name="T20" fmla="*/ 275 w 550"/>
                <a:gd name="T21" fmla="*/ 0 h 121"/>
                <a:gd name="T22" fmla="*/ 546 w 550"/>
                <a:gd name="T23" fmla="*/ 66 h 121"/>
                <a:gd name="T24" fmla="*/ 550 w 550"/>
                <a:gd name="T25" fmla="*/ 72 h 121"/>
                <a:gd name="T26" fmla="*/ 550 w 550"/>
                <a:gd name="T27" fmla="*/ 74 h 121"/>
                <a:gd name="T28" fmla="*/ 550 w 550"/>
                <a:gd name="T29" fmla="*/ 72 h 121"/>
                <a:gd name="T30" fmla="*/ 546 w 550"/>
                <a:gd name="T31" fmla="*/ 66 h 121"/>
                <a:gd name="T32" fmla="*/ 275 w 550"/>
                <a:gd name="T3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0" h="121">
                  <a:moveTo>
                    <a:pt x="549" y="79"/>
                  </a:moveTo>
                  <a:cubicBezTo>
                    <a:pt x="525" y="121"/>
                    <a:pt x="525" y="121"/>
                    <a:pt x="525" y="121"/>
                  </a:cubicBezTo>
                  <a:cubicBezTo>
                    <a:pt x="525" y="121"/>
                    <a:pt x="525" y="121"/>
                    <a:pt x="525" y="121"/>
                  </a:cubicBezTo>
                  <a:cubicBezTo>
                    <a:pt x="549" y="79"/>
                    <a:pt x="549" y="79"/>
                    <a:pt x="549" y="79"/>
                  </a:cubicBezTo>
                  <a:moveTo>
                    <a:pt x="275" y="0"/>
                  </a:moveTo>
                  <a:cubicBezTo>
                    <a:pt x="180" y="0"/>
                    <a:pt x="89" y="22"/>
                    <a:pt x="4" y="66"/>
                  </a:cubicBezTo>
                  <a:cubicBezTo>
                    <a:pt x="2" y="67"/>
                    <a:pt x="1" y="69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0" y="73"/>
                    <a:pt x="0" y="73"/>
                    <a:pt x="0" y="72"/>
                  </a:cubicBezTo>
                  <a:cubicBezTo>
                    <a:pt x="1" y="69"/>
                    <a:pt x="2" y="67"/>
                    <a:pt x="4" y="66"/>
                  </a:cubicBezTo>
                  <a:cubicBezTo>
                    <a:pt x="89" y="22"/>
                    <a:pt x="180" y="0"/>
                    <a:pt x="275" y="0"/>
                  </a:cubicBezTo>
                  <a:cubicBezTo>
                    <a:pt x="370" y="0"/>
                    <a:pt x="461" y="22"/>
                    <a:pt x="546" y="66"/>
                  </a:cubicBezTo>
                  <a:cubicBezTo>
                    <a:pt x="548" y="67"/>
                    <a:pt x="549" y="69"/>
                    <a:pt x="550" y="72"/>
                  </a:cubicBezTo>
                  <a:cubicBezTo>
                    <a:pt x="550" y="73"/>
                    <a:pt x="550" y="73"/>
                    <a:pt x="550" y="74"/>
                  </a:cubicBezTo>
                  <a:cubicBezTo>
                    <a:pt x="550" y="73"/>
                    <a:pt x="550" y="73"/>
                    <a:pt x="550" y="72"/>
                  </a:cubicBezTo>
                  <a:cubicBezTo>
                    <a:pt x="549" y="69"/>
                    <a:pt x="548" y="67"/>
                    <a:pt x="546" y="66"/>
                  </a:cubicBezTo>
                  <a:cubicBezTo>
                    <a:pt x="461" y="22"/>
                    <a:pt x="370" y="0"/>
                    <a:pt x="275" y="0"/>
                  </a:cubicBezTo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2C3539B-19CC-0E44-A41C-0A74E65871CD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6080337" y="2169079"/>
              <a:ext cx="1841919" cy="405974"/>
            </a:xfrm>
            <a:custGeom>
              <a:avLst/>
              <a:gdLst>
                <a:gd name="T0" fmla="*/ 275 w 550"/>
                <a:gd name="T1" fmla="*/ 0 h 121"/>
                <a:gd name="T2" fmla="*/ 4 w 550"/>
                <a:gd name="T3" fmla="*/ 66 h 121"/>
                <a:gd name="T4" fmla="*/ 0 w 550"/>
                <a:gd name="T5" fmla="*/ 72 h 121"/>
                <a:gd name="T6" fmla="*/ 0 w 550"/>
                <a:gd name="T7" fmla="*/ 74 h 121"/>
                <a:gd name="T8" fmla="*/ 1 w 550"/>
                <a:gd name="T9" fmla="*/ 79 h 121"/>
                <a:gd name="T10" fmla="*/ 25 w 550"/>
                <a:gd name="T11" fmla="*/ 121 h 121"/>
                <a:gd name="T12" fmla="*/ 275 w 550"/>
                <a:gd name="T13" fmla="*/ 60 h 121"/>
                <a:gd name="T14" fmla="*/ 525 w 550"/>
                <a:gd name="T15" fmla="*/ 121 h 121"/>
                <a:gd name="T16" fmla="*/ 549 w 550"/>
                <a:gd name="T17" fmla="*/ 79 h 121"/>
                <a:gd name="T18" fmla="*/ 550 w 550"/>
                <a:gd name="T19" fmla="*/ 74 h 121"/>
                <a:gd name="T20" fmla="*/ 550 w 550"/>
                <a:gd name="T21" fmla="*/ 72 h 121"/>
                <a:gd name="T22" fmla="*/ 546 w 550"/>
                <a:gd name="T23" fmla="*/ 66 h 121"/>
                <a:gd name="T24" fmla="*/ 275 w 550"/>
                <a:gd name="T2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0" h="121">
                  <a:moveTo>
                    <a:pt x="275" y="0"/>
                  </a:moveTo>
                  <a:cubicBezTo>
                    <a:pt x="180" y="0"/>
                    <a:pt x="89" y="22"/>
                    <a:pt x="4" y="66"/>
                  </a:cubicBezTo>
                  <a:cubicBezTo>
                    <a:pt x="2" y="67"/>
                    <a:pt x="1" y="69"/>
                    <a:pt x="0" y="72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0" y="76"/>
                    <a:pt x="0" y="77"/>
                    <a:pt x="1" y="79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99" y="82"/>
                    <a:pt x="185" y="60"/>
                    <a:pt x="275" y="60"/>
                  </a:cubicBezTo>
                  <a:cubicBezTo>
                    <a:pt x="365" y="60"/>
                    <a:pt x="451" y="82"/>
                    <a:pt x="525" y="121"/>
                  </a:cubicBezTo>
                  <a:cubicBezTo>
                    <a:pt x="549" y="79"/>
                    <a:pt x="549" y="79"/>
                    <a:pt x="549" y="79"/>
                  </a:cubicBezTo>
                  <a:cubicBezTo>
                    <a:pt x="550" y="77"/>
                    <a:pt x="550" y="76"/>
                    <a:pt x="550" y="74"/>
                  </a:cubicBezTo>
                  <a:cubicBezTo>
                    <a:pt x="550" y="73"/>
                    <a:pt x="550" y="73"/>
                    <a:pt x="550" y="72"/>
                  </a:cubicBezTo>
                  <a:cubicBezTo>
                    <a:pt x="549" y="69"/>
                    <a:pt x="548" y="67"/>
                    <a:pt x="546" y="66"/>
                  </a:cubicBezTo>
                  <a:cubicBezTo>
                    <a:pt x="461" y="22"/>
                    <a:pt x="370" y="0"/>
                    <a:pt x="275" y="0"/>
                  </a:cubicBezTo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3FA025A6-34ED-B542-9E64-CE2FDF78026D}"/>
                </a:ext>
              </a:extLst>
            </p:cNvPr>
            <p:cNvSpPr>
              <a:spLocks noEditPoints="1"/>
            </p:cNvSpPr>
            <p:nvPr/>
          </p:nvSpPr>
          <p:spPr bwMode="auto">
            <a:xfrm rot="1800000">
              <a:off x="7355711" y="3096491"/>
              <a:ext cx="968574" cy="1627655"/>
            </a:xfrm>
            <a:custGeom>
              <a:avLst/>
              <a:gdLst>
                <a:gd name="T0" fmla="*/ 12 w 289"/>
                <a:gd name="T1" fmla="*/ 2 h 486"/>
                <a:gd name="T2" fmla="*/ 12 w 289"/>
                <a:gd name="T3" fmla="*/ 2 h 486"/>
                <a:gd name="T4" fmla="*/ 289 w 289"/>
                <a:gd name="T5" fmla="*/ 485 h 486"/>
                <a:gd name="T6" fmla="*/ 289 w 289"/>
                <a:gd name="T7" fmla="*/ 486 h 486"/>
                <a:gd name="T8" fmla="*/ 289 w 289"/>
                <a:gd name="T9" fmla="*/ 485 h 486"/>
                <a:gd name="T10" fmla="*/ 12 w 289"/>
                <a:gd name="T11" fmla="*/ 2 h 486"/>
                <a:gd name="T12" fmla="*/ 12 w 289"/>
                <a:gd name="T13" fmla="*/ 2 h 486"/>
                <a:gd name="T14" fmla="*/ 12 w 289"/>
                <a:gd name="T15" fmla="*/ 2 h 486"/>
                <a:gd name="T16" fmla="*/ 12 w 289"/>
                <a:gd name="T17" fmla="*/ 2 h 486"/>
                <a:gd name="T18" fmla="*/ 12 w 289"/>
                <a:gd name="T19" fmla="*/ 2 h 486"/>
                <a:gd name="T20" fmla="*/ 12 w 289"/>
                <a:gd name="T21" fmla="*/ 2 h 486"/>
                <a:gd name="T22" fmla="*/ 12 w 289"/>
                <a:gd name="T23" fmla="*/ 2 h 486"/>
                <a:gd name="T24" fmla="*/ 12 w 289"/>
                <a:gd name="T25" fmla="*/ 2 h 486"/>
                <a:gd name="T26" fmla="*/ 12 w 289"/>
                <a:gd name="T27" fmla="*/ 1 h 486"/>
                <a:gd name="T28" fmla="*/ 12 w 289"/>
                <a:gd name="T29" fmla="*/ 1 h 486"/>
                <a:gd name="T30" fmla="*/ 12 w 289"/>
                <a:gd name="T31" fmla="*/ 1 h 486"/>
                <a:gd name="T32" fmla="*/ 12 w 289"/>
                <a:gd name="T33" fmla="*/ 1 h 486"/>
                <a:gd name="T34" fmla="*/ 12 w 289"/>
                <a:gd name="T35" fmla="*/ 1 h 486"/>
                <a:gd name="T36" fmla="*/ 12 w 289"/>
                <a:gd name="T37" fmla="*/ 1 h 486"/>
                <a:gd name="T38" fmla="*/ 12 w 289"/>
                <a:gd name="T39" fmla="*/ 1 h 486"/>
                <a:gd name="T40" fmla="*/ 12 w 289"/>
                <a:gd name="T41" fmla="*/ 1 h 486"/>
                <a:gd name="T42" fmla="*/ 12 w 289"/>
                <a:gd name="T43" fmla="*/ 1 h 486"/>
                <a:gd name="T44" fmla="*/ 12 w 289"/>
                <a:gd name="T45" fmla="*/ 1 h 486"/>
                <a:gd name="T46" fmla="*/ 12 w 289"/>
                <a:gd name="T47" fmla="*/ 1 h 486"/>
                <a:gd name="T48" fmla="*/ 12 w 289"/>
                <a:gd name="T49" fmla="*/ 1 h 486"/>
                <a:gd name="T50" fmla="*/ 7 w 289"/>
                <a:gd name="T51" fmla="*/ 0 h 486"/>
                <a:gd name="T52" fmla="*/ 5 w 289"/>
                <a:gd name="T53" fmla="*/ 1 h 486"/>
                <a:gd name="T54" fmla="*/ 0 w 289"/>
                <a:gd name="T55" fmla="*/ 5 h 486"/>
                <a:gd name="T56" fmla="*/ 0 w 289"/>
                <a:gd name="T57" fmla="*/ 5 h 486"/>
                <a:gd name="T58" fmla="*/ 5 w 289"/>
                <a:gd name="T59" fmla="*/ 1 h 486"/>
                <a:gd name="T60" fmla="*/ 7 w 289"/>
                <a:gd name="T61" fmla="*/ 0 h 486"/>
                <a:gd name="T62" fmla="*/ 12 w 289"/>
                <a:gd name="T63" fmla="*/ 1 h 486"/>
                <a:gd name="T64" fmla="*/ 7 w 289"/>
                <a:gd name="T6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9" h="486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77" y="107"/>
                    <a:pt x="281" y="288"/>
                    <a:pt x="289" y="485"/>
                  </a:cubicBezTo>
                  <a:cubicBezTo>
                    <a:pt x="289" y="485"/>
                    <a:pt x="289" y="486"/>
                    <a:pt x="289" y="486"/>
                  </a:cubicBezTo>
                  <a:cubicBezTo>
                    <a:pt x="289" y="486"/>
                    <a:pt x="289" y="485"/>
                    <a:pt x="289" y="485"/>
                  </a:cubicBezTo>
                  <a:cubicBezTo>
                    <a:pt x="281" y="288"/>
                    <a:pt x="177" y="107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moveTo>
                    <a:pt x="7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3" y="1"/>
                    <a:pt x="1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3"/>
                    <a:pt x="3" y="1"/>
                    <a:pt x="5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9" y="0"/>
                    <a:pt x="10" y="1"/>
                    <a:pt x="12" y="1"/>
                  </a:cubicBezTo>
                  <a:cubicBezTo>
                    <a:pt x="10" y="1"/>
                    <a:pt x="9" y="0"/>
                    <a:pt x="7" y="0"/>
                  </a:cubicBezTo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8C74ADEE-95B4-2043-90E3-3F6CE9851132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7273373" y="3074428"/>
              <a:ext cx="1048766" cy="1657727"/>
            </a:xfrm>
            <a:custGeom>
              <a:avLst/>
              <a:gdLst>
                <a:gd name="T0" fmla="*/ 31 w 313"/>
                <a:gd name="T1" fmla="*/ 0 h 495"/>
                <a:gd name="T2" fmla="*/ 29 w 313"/>
                <a:gd name="T3" fmla="*/ 1 h 495"/>
                <a:gd name="T4" fmla="*/ 24 w 313"/>
                <a:gd name="T5" fmla="*/ 5 h 495"/>
                <a:gd name="T6" fmla="*/ 24 w 313"/>
                <a:gd name="T7" fmla="*/ 5 h 495"/>
                <a:gd name="T8" fmla="*/ 0 w 313"/>
                <a:gd name="T9" fmla="*/ 47 h 495"/>
                <a:gd name="T10" fmla="*/ 263 w 313"/>
                <a:gd name="T11" fmla="*/ 495 h 495"/>
                <a:gd name="T12" fmla="*/ 304 w 313"/>
                <a:gd name="T13" fmla="*/ 495 h 495"/>
                <a:gd name="T14" fmla="*/ 310 w 313"/>
                <a:gd name="T15" fmla="*/ 492 h 495"/>
                <a:gd name="T16" fmla="*/ 313 w 313"/>
                <a:gd name="T17" fmla="*/ 486 h 495"/>
                <a:gd name="T18" fmla="*/ 313 w 313"/>
                <a:gd name="T19" fmla="*/ 485 h 495"/>
                <a:gd name="T20" fmla="*/ 36 w 313"/>
                <a:gd name="T21" fmla="*/ 2 h 495"/>
                <a:gd name="T22" fmla="*/ 36 w 313"/>
                <a:gd name="T23" fmla="*/ 2 h 495"/>
                <a:gd name="T24" fmla="*/ 36 w 313"/>
                <a:gd name="T25" fmla="*/ 2 h 495"/>
                <a:gd name="T26" fmla="*/ 36 w 313"/>
                <a:gd name="T27" fmla="*/ 2 h 495"/>
                <a:gd name="T28" fmla="*/ 36 w 313"/>
                <a:gd name="T29" fmla="*/ 2 h 495"/>
                <a:gd name="T30" fmla="*/ 36 w 313"/>
                <a:gd name="T31" fmla="*/ 2 h 495"/>
                <a:gd name="T32" fmla="*/ 36 w 313"/>
                <a:gd name="T33" fmla="*/ 1 h 495"/>
                <a:gd name="T34" fmla="*/ 36 w 313"/>
                <a:gd name="T35" fmla="*/ 1 h 495"/>
                <a:gd name="T36" fmla="*/ 36 w 313"/>
                <a:gd name="T37" fmla="*/ 1 h 495"/>
                <a:gd name="T38" fmla="*/ 36 w 313"/>
                <a:gd name="T39" fmla="*/ 1 h 495"/>
                <a:gd name="T40" fmla="*/ 36 w 313"/>
                <a:gd name="T41" fmla="*/ 1 h 495"/>
                <a:gd name="T42" fmla="*/ 36 w 313"/>
                <a:gd name="T43" fmla="*/ 1 h 495"/>
                <a:gd name="T44" fmla="*/ 36 w 313"/>
                <a:gd name="T45" fmla="*/ 1 h 495"/>
                <a:gd name="T46" fmla="*/ 36 w 313"/>
                <a:gd name="T47" fmla="*/ 1 h 495"/>
                <a:gd name="T48" fmla="*/ 36 w 313"/>
                <a:gd name="T49" fmla="*/ 1 h 495"/>
                <a:gd name="T50" fmla="*/ 31 w 313"/>
                <a:gd name="T51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3" h="495">
                  <a:moveTo>
                    <a:pt x="31" y="0"/>
                  </a:moveTo>
                  <a:cubicBezTo>
                    <a:pt x="31" y="0"/>
                    <a:pt x="30" y="0"/>
                    <a:pt x="29" y="1"/>
                  </a:cubicBezTo>
                  <a:cubicBezTo>
                    <a:pt x="27" y="1"/>
                    <a:pt x="25" y="3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53" y="139"/>
                    <a:pt x="257" y="304"/>
                    <a:pt x="263" y="495"/>
                  </a:cubicBezTo>
                  <a:cubicBezTo>
                    <a:pt x="304" y="495"/>
                    <a:pt x="304" y="495"/>
                    <a:pt x="304" y="495"/>
                  </a:cubicBezTo>
                  <a:cubicBezTo>
                    <a:pt x="306" y="495"/>
                    <a:pt x="309" y="494"/>
                    <a:pt x="310" y="492"/>
                  </a:cubicBezTo>
                  <a:cubicBezTo>
                    <a:pt x="312" y="490"/>
                    <a:pt x="313" y="488"/>
                    <a:pt x="313" y="486"/>
                  </a:cubicBezTo>
                  <a:cubicBezTo>
                    <a:pt x="313" y="486"/>
                    <a:pt x="313" y="485"/>
                    <a:pt x="313" y="485"/>
                  </a:cubicBezTo>
                  <a:cubicBezTo>
                    <a:pt x="305" y="288"/>
                    <a:pt x="201" y="107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1"/>
                    <a:pt x="33" y="0"/>
                    <a:pt x="31" y="0"/>
                  </a:cubicBezTo>
                </a:path>
              </a:pathLst>
            </a:custGeom>
            <a:solidFill>
              <a:schemeClr val="accent2">
                <a:lumMod val="50000"/>
                <a:alpha val="3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3E10A3C-B701-D142-82A6-170D5A69CD2F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6391883" y="4602466"/>
              <a:ext cx="1048766" cy="1655221"/>
            </a:xfrm>
            <a:custGeom>
              <a:avLst/>
              <a:gdLst>
                <a:gd name="T0" fmla="*/ 304 w 313"/>
                <a:gd name="T1" fmla="*/ 0 h 494"/>
                <a:gd name="T2" fmla="*/ 263 w 313"/>
                <a:gd name="T3" fmla="*/ 0 h 494"/>
                <a:gd name="T4" fmla="*/ 0 w 313"/>
                <a:gd name="T5" fmla="*/ 448 h 494"/>
                <a:gd name="T6" fmla="*/ 24 w 313"/>
                <a:gd name="T7" fmla="*/ 490 h 494"/>
                <a:gd name="T8" fmla="*/ 29 w 313"/>
                <a:gd name="T9" fmla="*/ 494 h 494"/>
                <a:gd name="T10" fmla="*/ 32 w 313"/>
                <a:gd name="T11" fmla="*/ 494 h 494"/>
                <a:gd name="T12" fmla="*/ 32 w 313"/>
                <a:gd name="T13" fmla="*/ 494 h 494"/>
                <a:gd name="T14" fmla="*/ 36 w 313"/>
                <a:gd name="T15" fmla="*/ 493 h 494"/>
                <a:gd name="T16" fmla="*/ 36 w 313"/>
                <a:gd name="T17" fmla="*/ 493 h 494"/>
                <a:gd name="T18" fmla="*/ 313 w 313"/>
                <a:gd name="T19" fmla="*/ 9 h 494"/>
                <a:gd name="T20" fmla="*/ 313 w 313"/>
                <a:gd name="T21" fmla="*/ 9 h 494"/>
                <a:gd name="T22" fmla="*/ 310 w 313"/>
                <a:gd name="T23" fmla="*/ 3 h 494"/>
                <a:gd name="T24" fmla="*/ 304 w 313"/>
                <a:gd name="T2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3" h="494">
                  <a:moveTo>
                    <a:pt x="304" y="0"/>
                  </a:moveTo>
                  <a:cubicBezTo>
                    <a:pt x="263" y="0"/>
                    <a:pt x="263" y="0"/>
                    <a:pt x="263" y="0"/>
                  </a:cubicBezTo>
                  <a:cubicBezTo>
                    <a:pt x="257" y="190"/>
                    <a:pt x="153" y="356"/>
                    <a:pt x="0" y="448"/>
                  </a:cubicBezTo>
                  <a:cubicBezTo>
                    <a:pt x="24" y="490"/>
                    <a:pt x="24" y="490"/>
                    <a:pt x="24" y="490"/>
                  </a:cubicBezTo>
                  <a:cubicBezTo>
                    <a:pt x="25" y="492"/>
                    <a:pt x="27" y="494"/>
                    <a:pt x="29" y="494"/>
                  </a:cubicBezTo>
                  <a:cubicBezTo>
                    <a:pt x="30" y="494"/>
                    <a:pt x="31" y="494"/>
                    <a:pt x="32" y="494"/>
                  </a:cubicBezTo>
                  <a:cubicBezTo>
                    <a:pt x="32" y="494"/>
                    <a:pt x="32" y="494"/>
                    <a:pt x="32" y="494"/>
                  </a:cubicBezTo>
                  <a:cubicBezTo>
                    <a:pt x="33" y="494"/>
                    <a:pt x="35" y="494"/>
                    <a:pt x="36" y="493"/>
                  </a:cubicBezTo>
                  <a:cubicBezTo>
                    <a:pt x="36" y="493"/>
                    <a:pt x="36" y="493"/>
                    <a:pt x="36" y="493"/>
                  </a:cubicBezTo>
                  <a:cubicBezTo>
                    <a:pt x="201" y="388"/>
                    <a:pt x="305" y="207"/>
                    <a:pt x="313" y="9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7"/>
                    <a:pt x="312" y="5"/>
                    <a:pt x="310" y="3"/>
                  </a:cubicBezTo>
                  <a:cubicBezTo>
                    <a:pt x="309" y="1"/>
                    <a:pt x="306" y="0"/>
                    <a:pt x="304" y="0"/>
                  </a:cubicBezTo>
                </a:path>
              </a:pathLst>
            </a:custGeom>
            <a:solidFill>
              <a:schemeClr val="accent3">
                <a:lumMod val="50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ECAA2C11-4FC9-7244-8B70-FA4FBF2BE5B9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3871114" y="3147099"/>
              <a:ext cx="1048766" cy="1655221"/>
            </a:xfrm>
            <a:custGeom>
              <a:avLst/>
              <a:gdLst>
                <a:gd name="T0" fmla="*/ 50 w 313"/>
                <a:gd name="T1" fmla="*/ 0 h 494"/>
                <a:gd name="T2" fmla="*/ 9 w 313"/>
                <a:gd name="T3" fmla="*/ 0 h 494"/>
                <a:gd name="T4" fmla="*/ 3 w 313"/>
                <a:gd name="T5" fmla="*/ 3 h 494"/>
                <a:gd name="T6" fmla="*/ 0 w 313"/>
                <a:gd name="T7" fmla="*/ 9 h 494"/>
                <a:gd name="T8" fmla="*/ 0 w 313"/>
                <a:gd name="T9" fmla="*/ 9 h 494"/>
                <a:gd name="T10" fmla="*/ 277 w 313"/>
                <a:gd name="T11" fmla="*/ 493 h 494"/>
                <a:gd name="T12" fmla="*/ 281 w 313"/>
                <a:gd name="T13" fmla="*/ 494 h 494"/>
                <a:gd name="T14" fmla="*/ 284 w 313"/>
                <a:gd name="T15" fmla="*/ 494 h 494"/>
                <a:gd name="T16" fmla="*/ 289 w 313"/>
                <a:gd name="T17" fmla="*/ 490 h 494"/>
                <a:gd name="T18" fmla="*/ 289 w 313"/>
                <a:gd name="T19" fmla="*/ 490 h 494"/>
                <a:gd name="T20" fmla="*/ 289 w 313"/>
                <a:gd name="T21" fmla="*/ 490 h 494"/>
                <a:gd name="T22" fmla="*/ 289 w 313"/>
                <a:gd name="T23" fmla="*/ 490 h 494"/>
                <a:gd name="T24" fmla="*/ 313 w 313"/>
                <a:gd name="T25" fmla="*/ 448 h 494"/>
                <a:gd name="T26" fmla="*/ 50 w 313"/>
                <a:gd name="T27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3" h="494">
                  <a:moveTo>
                    <a:pt x="5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8" y="207"/>
                    <a:pt x="112" y="388"/>
                    <a:pt x="277" y="493"/>
                  </a:cubicBezTo>
                  <a:cubicBezTo>
                    <a:pt x="278" y="494"/>
                    <a:pt x="280" y="494"/>
                    <a:pt x="281" y="494"/>
                  </a:cubicBezTo>
                  <a:cubicBezTo>
                    <a:pt x="282" y="494"/>
                    <a:pt x="283" y="494"/>
                    <a:pt x="284" y="494"/>
                  </a:cubicBezTo>
                  <a:cubicBezTo>
                    <a:pt x="286" y="494"/>
                    <a:pt x="288" y="492"/>
                    <a:pt x="289" y="490"/>
                  </a:cubicBezTo>
                  <a:cubicBezTo>
                    <a:pt x="289" y="490"/>
                    <a:pt x="289" y="490"/>
                    <a:pt x="289" y="490"/>
                  </a:cubicBezTo>
                  <a:cubicBezTo>
                    <a:pt x="289" y="490"/>
                    <a:pt x="289" y="490"/>
                    <a:pt x="289" y="490"/>
                  </a:cubicBezTo>
                  <a:cubicBezTo>
                    <a:pt x="289" y="490"/>
                    <a:pt x="289" y="490"/>
                    <a:pt x="289" y="490"/>
                  </a:cubicBezTo>
                  <a:cubicBezTo>
                    <a:pt x="313" y="448"/>
                    <a:pt x="313" y="448"/>
                    <a:pt x="313" y="448"/>
                  </a:cubicBezTo>
                  <a:cubicBezTo>
                    <a:pt x="160" y="356"/>
                    <a:pt x="56" y="190"/>
                    <a:pt x="50" y="0"/>
                  </a:cubicBezTo>
                </a:path>
              </a:pathLst>
            </a:custGeom>
            <a:solidFill>
              <a:schemeClr val="accent5">
                <a:lumMod val="50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C2EC81F0-7CA8-8749-91D8-8D4F7132A057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4270057" y="5305203"/>
              <a:ext cx="1841919" cy="404721"/>
            </a:xfrm>
            <a:custGeom>
              <a:avLst/>
              <a:gdLst>
                <a:gd name="T0" fmla="*/ 25 w 550"/>
                <a:gd name="T1" fmla="*/ 0 h 121"/>
                <a:gd name="T2" fmla="*/ 1 w 550"/>
                <a:gd name="T3" fmla="*/ 42 h 121"/>
                <a:gd name="T4" fmla="*/ 0 w 550"/>
                <a:gd name="T5" fmla="*/ 46 h 121"/>
                <a:gd name="T6" fmla="*/ 0 w 550"/>
                <a:gd name="T7" fmla="*/ 49 h 121"/>
                <a:gd name="T8" fmla="*/ 4 w 550"/>
                <a:gd name="T9" fmla="*/ 54 h 121"/>
                <a:gd name="T10" fmla="*/ 275 w 550"/>
                <a:gd name="T11" fmla="*/ 121 h 121"/>
                <a:gd name="T12" fmla="*/ 546 w 550"/>
                <a:gd name="T13" fmla="*/ 54 h 121"/>
                <a:gd name="T14" fmla="*/ 550 w 550"/>
                <a:gd name="T15" fmla="*/ 49 h 121"/>
                <a:gd name="T16" fmla="*/ 550 w 550"/>
                <a:gd name="T17" fmla="*/ 46 h 121"/>
                <a:gd name="T18" fmla="*/ 549 w 550"/>
                <a:gd name="T19" fmla="*/ 42 h 121"/>
                <a:gd name="T20" fmla="*/ 525 w 550"/>
                <a:gd name="T21" fmla="*/ 0 h 121"/>
                <a:gd name="T22" fmla="*/ 275 w 550"/>
                <a:gd name="T23" fmla="*/ 61 h 121"/>
                <a:gd name="T24" fmla="*/ 25 w 550"/>
                <a:gd name="T2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0" h="121">
                  <a:moveTo>
                    <a:pt x="25" y="0"/>
                  </a:move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5"/>
                    <a:pt x="0" y="46"/>
                  </a:cubicBezTo>
                  <a:cubicBezTo>
                    <a:pt x="0" y="47"/>
                    <a:pt x="0" y="48"/>
                    <a:pt x="0" y="49"/>
                  </a:cubicBezTo>
                  <a:cubicBezTo>
                    <a:pt x="1" y="51"/>
                    <a:pt x="2" y="53"/>
                    <a:pt x="4" y="54"/>
                  </a:cubicBezTo>
                  <a:cubicBezTo>
                    <a:pt x="89" y="99"/>
                    <a:pt x="180" y="121"/>
                    <a:pt x="275" y="121"/>
                  </a:cubicBezTo>
                  <a:cubicBezTo>
                    <a:pt x="370" y="121"/>
                    <a:pt x="461" y="99"/>
                    <a:pt x="546" y="54"/>
                  </a:cubicBezTo>
                  <a:cubicBezTo>
                    <a:pt x="548" y="53"/>
                    <a:pt x="549" y="51"/>
                    <a:pt x="550" y="49"/>
                  </a:cubicBezTo>
                  <a:cubicBezTo>
                    <a:pt x="550" y="48"/>
                    <a:pt x="550" y="47"/>
                    <a:pt x="550" y="46"/>
                  </a:cubicBezTo>
                  <a:cubicBezTo>
                    <a:pt x="550" y="45"/>
                    <a:pt x="550" y="43"/>
                    <a:pt x="549" y="42"/>
                  </a:cubicBezTo>
                  <a:cubicBezTo>
                    <a:pt x="525" y="0"/>
                    <a:pt x="525" y="0"/>
                    <a:pt x="525" y="0"/>
                  </a:cubicBezTo>
                  <a:cubicBezTo>
                    <a:pt x="451" y="39"/>
                    <a:pt x="365" y="61"/>
                    <a:pt x="275" y="61"/>
                  </a:cubicBezTo>
                  <a:cubicBezTo>
                    <a:pt x="185" y="61"/>
                    <a:pt x="99" y="39"/>
                    <a:pt x="25" y="0"/>
                  </a:cubicBezTo>
                </a:path>
              </a:pathLst>
            </a:custGeom>
            <a:solidFill>
              <a:schemeClr val="accent4">
                <a:lumMod val="50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63003FF-C227-5946-96FD-B268A6CE60B7}"/>
                </a:ext>
              </a:extLst>
            </p:cNvPr>
            <p:cNvSpPr>
              <a:spLocks noEditPoints="1"/>
            </p:cNvSpPr>
            <p:nvPr/>
          </p:nvSpPr>
          <p:spPr bwMode="auto">
            <a:xfrm rot="1800000">
              <a:off x="4760122" y="1621076"/>
              <a:ext cx="1048766" cy="1627655"/>
            </a:xfrm>
            <a:custGeom>
              <a:avLst/>
              <a:gdLst>
                <a:gd name="T0" fmla="*/ 277 w 313"/>
                <a:gd name="T1" fmla="*/ 2 h 486"/>
                <a:gd name="T2" fmla="*/ 277 w 313"/>
                <a:gd name="T3" fmla="*/ 2 h 486"/>
                <a:gd name="T4" fmla="*/ 0 w 313"/>
                <a:gd name="T5" fmla="*/ 485 h 486"/>
                <a:gd name="T6" fmla="*/ 0 w 313"/>
                <a:gd name="T7" fmla="*/ 486 h 486"/>
                <a:gd name="T8" fmla="*/ 0 w 313"/>
                <a:gd name="T9" fmla="*/ 485 h 486"/>
                <a:gd name="T10" fmla="*/ 277 w 313"/>
                <a:gd name="T11" fmla="*/ 2 h 486"/>
                <a:gd name="T12" fmla="*/ 277 w 313"/>
                <a:gd name="T13" fmla="*/ 2 h 486"/>
                <a:gd name="T14" fmla="*/ 277 w 313"/>
                <a:gd name="T15" fmla="*/ 1 h 486"/>
                <a:gd name="T16" fmla="*/ 277 w 313"/>
                <a:gd name="T17" fmla="*/ 1 h 486"/>
                <a:gd name="T18" fmla="*/ 277 w 313"/>
                <a:gd name="T19" fmla="*/ 1 h 486"/>
                <a:gd name="T20" fmla="*/ 277 w 313"/>
                <a:gd name="T21" fmla="*/ 1 h 486"/>
                <a:gd name="T22" fmla="*/ 277 w 313"/>
                <a:gd name="T23" fmla="*/ 1 h 486"/>
                <a:gd name="T24" fmla="*/ 277 w 313"/>
                <a:gd name="T25" fmla="*/ 1 h 486"/>
                <a:gd name="T26" fmla="*/ 277 w 313"/>
                <a:gd name="T27" fmla="*/ 1 h 486"/>
                <a:gd name="T28" fmla="*/ 277 w 313"/>
                <a:gd name="T29" fmla="*/ 1 h 486"/>
                <a:gd name="T30" fmla="*/ 277 w 313"/>
                <a:gd name="T31" fmla="*/ 1 h 486"/>
                <a:gd name="T32" fmla="*/ 277 w 313"/>
                <a:gd name="T33" fmla="*/ 1 h 486"/>
                <a:gd name="T34" fmla="*/ 277 w 313"/>
                <a:gd name="T35" fmla="*/ 1 h 486"/>
                <a:gd name="T36" fmla="*/ 277 w 313"/>
                <a:gd name="T37" fmla="*/ 1 h 486"/>
                <a:gd name="T38" fmla="*/ 277 w 313"/>
                <a:gd name="T39" fmla="*/ 1 h 486"/>
                <a:gd name="T40" fmla="*/ 277 w 313"/>
                <a:gd name="T41" fmla="*/ 1 h 486"/>
                <a:gd name="T42" fmla="*/ 277 w 313"/>
                <a:gd name="T43" fmla="*/ 1 h 486"/>
                <a:gd name="T44" fmla="*/ 277 w 313"/>
                <a:gd name="T45" fmla="*/ 1 h 486"/>
                <a:gd name="T46" fmla="*/ 277 w 313"/>
                <a:gd name="T47" fmla="*/ 1 h 486"/>
                <a:gd name="T48" fmla="*/ 277 w 313"/>
                <a:gd name="T49" fmla="*/ 1 h 486"/>
                <a:gd name="T50" fmla="*/ 277 w 313"/>
                <a:gd name="T51" fmla="*/ 1 h 486"/>
                <a:gd name="T52" fmla="*/ 277 w 313"/>
                <a:gd name="T53" fmla="*/ 1 h 486"/>
                <a:gd name="T54" fmla="*/ 277 w 313"/>
                <a:gd name="T55" fmla="*/ 1 h 486"/>
                <a:gd name="T56" fmla="*/ 277 w 313"/>
                <a:gd name="T57" fmla="*/ 1 h 486"/>
                <a:gd name="T58" fmla="*/ 277 w 313"/>
                <a:gd name="T59" fmla="*/ 1 h 486"/>
                <a:gd name="T60" fmla="*/ 277 w 313"/>
                <a:gd name="T61" fmla="*/ 1 h 486"/>
                <a:gd name="T62" fmla="*/ 277 w 313"/>
                <a:gd name="T63" fmla="*/ 1 h 486"/>
                <a:gd name="T64" fmla="*/ 277 w 313"/>
                <a:gd name="T65" fmla="*/ 1 h 486"/>
                <a:gd name="T66" fmla="*/ 277 w 313"/>
                <a:gd name="T67" fmla="*/ 1 h 486"/>
                <a:gd name="T68" fmla="*/ 282 w 313"/>
                <a:gd name="T69" fmla="*/ 0 h 486"/>
                <a:gd name="T70" fmla="*/ 277 w 313"/>
                <a:gd name="T71" fmla="*/ 1 h 486"/>
                <a:gd name="T72" fmla="*/ 282 w 313"/>
                <a:gd name="T73" fmla="*/ 0 h 486"/>
                <a:gd name="T74" fmla="*/ 284 w 313"/>
                <a:gd name="T75" fmla="*/ 1 h 486"/>
                <a:gd name="T76" fmla="*/ 289 w 313"/>
                <a:gd name="T77" fmla="*/ 5 h 486"/>
                <a:gd name="T78" fmla="*/ 313 w 313"/>
                <a:gd name="T79" fmla="*/ 47 h 486"/>
                <a:gd name="T80" fmla="*/ 313 w 313"/>
                <a:gd name="T81" fmla="*/ 47 h 486"/>
                <a:gd name="T82" fmla="*/ 289 w 313"/>
                <a:gd name="T83" fmla="*/ 5 h 486"/>
                <a:gd name="T84" fmla="*/ 284 w 313"/>
                <a:gd name="T85" fmla="*/ 1 h 486"/>
                <a:gd name="T86" fmla="*/ 282 w 313"/>
                <a:gd name="T87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3" h="486">
                  <a:moveTo>
                    <a:pt x="277" y="2"/>
                  </a:moveTo>
                  <a:cubicBezTo>
                    <a:pt x="277" y="2"/>
                    <a:pt x="277" y="2"/>
                    <a:pt x="277" y="2"/>
                  </a:cubicBezTo>
                  <a:cubicBezTo>
                    <a:pt x="112" y="107"/>
                    <a:pt x="8" y="288"/>
                    <a:pt x="0" y="485"/>
                  </a:cubicBezTo>
                  <a:cubicBezTo>
                    <a:pt x="0" y="485"/>
                    <a:pt x="0" y="486"/>
                    <a:pt x="0" y="486"/>
                  </a:cubicBezTo>
                  <a:cubicBezTo>
                    <a:pt x="0" y="486"/>
                    <a:pt x="0" y="485"/>
                    <a:pt x="0" y="485"/>
                  </a:cubicBezTo>
                  <a:cubicBezTo>
                    <a:pt x="8" y="288"/>
                    <a:pt x="112" y="107"/>
                    <a:pt x="277" y="2"/>
                  </a:cubicBezTo>
                  <a:cubicBezTo>
                    <a:pt x="277" y="2"/>
                    <a:pt x="277" y="2"/>
                    <a:pt x="277" y="2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77" y="1"/>
                  </a:move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moveTo>
                    <a:pt x="282" y="0"/>
                  </a:moveTo>
                  <a:cubicBezTo>
                    <a:pt x="280" y="0"/>
                    <a:pt x="279" y="1"/>
                    <a:pt x="277" y="1"/>
                  </a:cubicBezTo>
                  <a:cubicBezTo>
                    <a:pt x="279" y="1"/>
                    <a:pt x="280" y="0"/>
                    <a:pt x="282" y="0"/>
                  </a:cubicBezTo>
                  <a:cubicBezTo>
                    <a:pt x="282" y="0"/>
                    <a:pt x="283" y="0"/>
                    <a:pt x="284" y="1"/>
                  </a:cubicBezTo>
                  <a:cubicBezTo>
                    <a:pt x="286" y="1"/>
                    <a:pt x="288" y="3"/>
                    <a:pt x="289" y="5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289" y="5"/>
                    <a:pt x="289" y="5"/>
                    <a:pt x="289" y="5"/>
                  </a:cubicBezTo>
                  <a:cubicBezTo>
                    <a:pt x="288" y="3"/>
                    <a:pt x="286" y="1"/>
                    <a:pt x="284" y="1"/>
                  </a:cubicBezTo>
                  <a:cubicBezTo>
                    <a:pt x="283" y="0"/>
                    <a:pt x="282" y="0"/>
                    <a:pt x="282" y="0"/>
                  </a:cubicBezTo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889B27C4-60B9-FF49-8D50-77C60FC5EF78}"/>
                </a:ext>
              </a:extLst>
            </p:cNvPr>
            <p:cNvSpPr>
              <a:spLocks/>
            </p:cNvSpPr>
            <p:nvPr/>
          </p:nvSpPr>
          <p:spPr bwMode="auto">
            <a:xfrm rot="1800000">
              <a:off x="4752604" y="1619061"/>
              <a:ext cx="1048766" cy="1657727"/>
            </a:xfrm>
            <a:custGeom>
              <a:avLst/>
              <a:gdLst>
                <a:gd name="T0" fmla="*/ 282 w 313"/>
                <a:gd name="T1" fmla="*/ 0 h 495"/>
                <a:gd name="T2" fmla="*/ 277 w 313"/>
                <a:gd name="T3" fmla="*/ 1 h 495"/>
                <a:gd name="T4" fmla="*/ 277 w 313"/>
                <a:gd name="T5" fmla="*/ 1 h 495"/>
                <a:gd name="T6" fmla="*/ 277 w 313"/>
                <a:gd name="T7" fmla="*/ 1 h 495"/>
                <a:gd name="T8" fmla="*/ 277 w 313"/>
                <a:gd name="T9" fmla="*/ 1 h 495"/>
                <a:gd name="T10" fmla="*/ 277 w 313"/>
                <a:gd name="T11" fmla="*/ 1 h 495"/>
                <a:gd name="T12" fmla="*/ 277 w 313"/>
                <a:gd name="T13" fmla="*/ 1 h 495"/>
                <a:gd name="T14" fmla="*/ 277 w 313"/>
                <a:gd name="T15" fmla="*/ 1 h 495"/>
                <a:gd name="T16" fmla="*/ 277 w 313"/>
                <a:gd name="T17" fmla="*/ 1 h 495"/>
                <a:gd name="T18" fmla="*/ 277 w 313"/>
                <a:gd name="T19" fmla="*/ 1 h 495"/>
                <a:gd name="T20" fmla="*/ 277 w 313"/>
                <a:gd name="T21" fmla="*/ 1 h 495"/>
                <a:gd name="T22" fmla="*/ 277 w 313"/>
                <a:gd name="T23" fmla="*/ 1 h 495"/>
                <a:gd name="T24" fmla="*/ 277 w 313"/>
                <a:gd name="T25" fmla="*/ 1 h 495"/>
                <a:gd name="T26" fmla="*/ 277 w 313"/>
                <a:gd name="T27" fmla="*/ 1 h 495"/>
                <a:gd name="T28" fmla="*/ 277 w 313"/>
                <a:gd name="T29" fmla="*/ 1 h 495"/>
                <a:gd name="T30" fmla="*/ 277 w 313"/>
                <a:gd name="T31" fmla="*/ 1 h 495"/>
                <a:gd name="T32" fmla="*/ 277 w 313"/>
                <a:gd name="T33" fmla="*/ 1 h 495"/>
                <a:gd name="T34" fmla="*/ 277 w 313"/>
                <a:gd name="T35" fmla="*/ 1 h 495"/>
                <a:gd name="T36" fmla="*/ 277 w 313"/>
                <a:gd name="T37" fmla="*/ 1 h 495"/>
                <a:gd name="T38" fmla="*/ 277 w 313"/>
                <a:gd name="T39" fmla="*/ 1 h 495"/>
                <a:gd name="T40" fmla="*/ 277 w 313"/>
                <a:gd name="T41" fmla="*/ 2 h 495"/>
                <a:gd name="T42" fmla="*/ 277 w 313"/>
                <a:gd name="T43" fmla="*/ 2 h 495"/>
                <a:gd name="T44" fmla="*/ 0 w 313"/>
                <a:gd name="T45" fmla="*/ 485 h 495"/>
                <a:gd name="T46" fmla="*/ 0 w 313"/>
                <a:gd name="T47" fmla="*/ 486 h 495"/>
                <a:gd name="T48" fmla="*/ 3 w 313"/>
                <a:gd name="T49" fmla="*/ 492 h 495"/>
                <a:gd name="T50" fmla="*/ 9 w 313"/>
                <a:gd name="T51" fmla="*/ 495 h 495"/>
                <a:gd name="T52" fmla="*/ 50 w 313"/>
                <a:gd name="T53" fmla="*/ 495 h 495"/>
                <a:gd name="T54" fmla="*/ 313 w 313"/>
                <a:gd name="T55" fmla="*/ 47 h 495"/>
                <a:gd name="T56" fmla="*/ 289 w 313"/>
                <a:gd name="T57" fmla="*/ 5 h 495"/>
                <a:gd name="T58" fmla="*/ 284 w 313"/>
                <a:gd name="T59" fmla="*/ 1 h 495"/>
                <a:gd name="T60" fmla="*/ 282 w 313"/>
                <a:gd name="T61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3" h="495">
                  <a:moveTo>
                    <a:pt x="282" y="0"/>
                  </a:moveTo>
                  <a:cubicBezTo>
                    <a:pt x="280" y="0"/>
                    <a:pt x="279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1"/>
                    <a:pt x="277" y="1"/>
                  </a:cubicBezTo>
                  <a:cubicBezTo>
                    <a:pt x="277" y="1"/>
                    <a:pt x="277" y="2"/>
                    <a:pt x="277" y="2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112" y="107"/>
                    <a:pt x="8" y="288"/>
                    <a:pt x="0" y="485"/>
                  </a:cubicBezTo>
                  <a:cubicBezTo>
                    <a:pt x="0" y="485"/>
                    <a:pt x="0" y="486"/>
                    <a:pt x="0" y="486"/>
                  </a:cubicBezTo>
                  <a:cubicBezTo>
                    <a:pt x="0" y="488"/>
                    <a:pt x="1" y="490"/>
                    <a:pt x="3" y="492"/>
                  </a:cubicBezTo>
                  <a:cubicBezTo>
                    <a:pt x="4" y="494"/>
                    <a:pt x="7" y="495"/>
                    <a:pt x="9" y="495"/>
                  </a:cubicBezTo>
                  <a:cubicBezTo>
                    <a:pt x="50" y="495"/>
                    <a:pt x="50" y="495"/>
                    <a:pt x="50" y="495"/>
                  </a:cubicBezTo>
                  <a:cubicBezTo>
                    <a:pt x="56" y="304"/>
                    <a:pt x="160" y="139"/>
                    <a:pt x="313" y="47"/>
                  </a:cubicBezTo>
                  <a:cubicBezTo>
                    <a:pt x="289" y="5"/>
                    <a:pt x="289" y="5"/>
                    <a:pt x="289" y="5"/>
                  </a:cubicBezTo>
                  <a:cubicBezTo>
                    <a:pt x="288" y="3"/>
                    <a:pt x="286" y="1"/>
                    <a:pt x="284" y="1"/>
                  </a:cubicBezTo>
                  <a:cubicBezTo>
                    <a:pt x="283" y="0"/>
                    <a:pt x="282" y="0"/>
                    <a:pt x="282" y="0"/>
                  </a:cubicBezTo>
                </a:path>
              </a:pathLst>
            </a:custGeom>
            <a:solidFill>
              <a:schemeClr val="accent6">
                <a:lumMod val="50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A9CF1FF0-0B56-D449-8C9C-4D697A19FB14}"/>
              </a:ext>
            </a:extLst>
          </p:cNvPr>
          <p:cNvCxnSpPr>
            <a:cxnSpLocks/>
          </p:cNvCxnSpPr>
          <p:nvPr/>
        </p:nvCxnSpPr>
        <p:spPr>
          <a:xfrm flipV="1">
            <a:off x="6102522" y="4307814"/>
            <a:ext cx="0" cy="1909024"/>
          </a:xfrm>
          <a:prstGeom prst="line">
            <a:avLst/>
          </a:prstGeom>
          <a:ln w="19050" cap="rnd">
            <a:solidFill>
              <a:schemeClr val="accent3"/>
            </a:solidFill>
            <a:prstDash val="sysDot"/>
            <a:round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6B0EE50B-0996-AB44-BB28-E4AB6297D414}"/>
              </a:ext>
            </a:extLst>
          </p:cNvPr>
          <p:cNvCxnSpPr>
            <a:cxnSpLocks/>
          </p:cNvCxnSpPr>
          <p:nvPr/>
        </p:nvCxnSpPr>
        <p:spPr>
          <a:xfrm flipH="1">
            <a:off x="6425848" y="2756796"/>
            <a:ext cx="1595641" cy="970408"/>
          </a:xfrm>
          <a:prstGeom prst="line">
            <a:avLst/>
          </a:prstGeom>
          <a:ln w="19050" cap="rnd">
            <a:solidFill>
              <a:schemeClr val="accent1"/>
            </a:solidFill>
            <a:prstDash val="sysDot"/>
            <a:round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12214089-3F1D-464E-AFC2-8C8A6B635AE4}"/>
              </a:ext>
            </a:extLst>
          </p:cNvPr>
          <p:cNvCxnSpPr>
            <a:cxnSpLocks/>
          </p:cNvCxnSpPr>
          <p:nvPr/>
        </p:nvCxnSpPr>
        <p:spPr>
          <a:xfrm flipH="1">
            <a:off x="4123614" y="4183358"/>
            <a:ext cx="1595641" cy="970408"/>
          </a:xfrm>
          <a:prstGeom prst="line">
            <a:avLst/>
          </a:prstGeom>
          <a:ln w="19050" cap="rnd">
            <a:solidFill>
              <a:schemeClr val="accent4"/>
            </a:solidFill>
            <a:prstDash val="sysDot"/>
            <a:round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28D32068-6C9A-5E4F-9513-2EED6F2F7719}"/>
              </a:ext>
            </a:extLst>
          </p:cNvPr>
          <p:cNvCxnSpPr>
            <a:cxnSpLocks/>
          </p:cNvCxnSpPr>
          <p:nvPr/>
        </p:nvCxnSpPr>
        <p:spPr>
          <a:xfrm rot="60000" flipH="1" flipV="1">
            <a:off x="4090111" y="2840350"/>
            <a:ext cx="1610702" cy="872184"/>
          </a:xfrm>
          <a:prstGeom prst="line">
            <a:avLst/>
          </a:prstGeom>
          <a:ln w="19050" cap="rnd">
            <a:solidFill>
              <a:schemeClr val="accent5"/>
            </a:solidFill>
            <a:prstDash val="sysDot"/>
            <a:round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6D1EB340-CF6A-A041-887A-9E9C13D83C40}"/>
              </a:ext>
            </a:extLst>
          </p:cNvPr>
          <p:cNvCxnSpPr>
            <a:cxnSpLocks/>
          </p:cNvCxnSpPr>
          <p:nvPr/>
        </p:nvCxnSpPr>
        <p:spPr>
          <a:xfrm rot="60000" flipH="1" flipV="1">
            <a:off x="6433660" y="4131147"/>
            <a:ext cx="1610702" cy="872184"/>
          </a:xfrm>
          <a:prstGeom prst="line">
            <a:avLst/>
          </a:prstGeom>
          <a:ln w="19050" cap="rnd">
            <a:solidFill>
              <a:schemeClr val="accent2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Oval 34">
            <a:extLst>
              <a:ext uri="{FF2B5EF4-FFF2-40B4-BE49-F238E27FC236}">
                <a16:creationId xmlns:a16="http://schemas.microsoft.com/office/drawing/2014/main" id="{864F7CDC-DF0B-5949-B35D-C2621EF8D77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08768" y="3133754"/>
            <a:ext cx="1570279" cy="15702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0404A45-7D45-2A40-A88E-A00A6CF9D959}"/>
              </a:ext>
            </a:extLst>
          </p:cNvPr>
          <p:cNvGrpSpPr/>
          <p:nvPr/>
        </p:nvGrpSpPr>
        <p:grpSpPr>
          <a:xfrm flipH="1">
            <a:off x="1546690" y="1699296"/>
            <a:ext cx="2783072" cy="723275"/>
            <a:chOff x="7825488" y="1404017"/>
            <a:chExt cx="3368029" cy="723275"/>
          </a:xfrm>
        </p:grpSpPr>
        <p:sp>
          <p:nvSpPr>
            <p:cNvPr id="58" name="Inhaltsplatzhalter 4">
              <a:extLst>
                <a:ext uri="{FF2B5EF4-FFF2-40B4-BE49-F238E27FC236}">
                  <a16:creationId xmlns:a16="http://schemas.microsoft.com/office/drawing/2014/main" id="{987C120A-2BAA-0B49-B10E-0B6B8859158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E82FDE7-9A5C-9E4E-BC60-6D9E6EC9D87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34EC4A6B-3990-CB4D-8C63-0D6C60F1C7DE}"/>
              </a:ext>
            </a:extLst>
          </p:cNvPr>
          <p:cNvGrpSpPr/>
          <p:nvPr/>
        </p:nvGrpSpPr>
        <p:grpSpPr>
          <a:xfrm>
            <a:off x="7901227" y="1699296"/>
            <a:ext cx="2783072" cy="723275"/>
            <a:chOff x="7825488" y="1404017"/>
            <a:chExt cx="3368029" cy="723275"/>
          </a:xfrm>
        </p:grpSpPr>
        <p:sp>
          <p:nvSpPr>
            <p:cNvPr id="61" name="Inhaltsplatzhalter 4">
              <a:extLst>
                <a:ext uri="{FF2B5EF4-FFF2-40B4-BE49-F238E27FC236}">
                  <a16:creationId xmlns:a16="http://schemas.microsoft.com/office/drawing/2014/main" id="{290C4CB9-4723-F944-8741-C1E9603CDD8E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663BD31B-0133-0C40-8BA8-617B73F0301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0193930-7FBC-2648-8427-9C3FB2BD7211}"/>
              </a:ext>
            </a:extLst>
          </p:cNvPr>
          <p:cNvGrpSpPr/>
          <p:nvPr/>
        </p:nvGrpSpPr>
        <p:grpSpPr>
          <a:xfrm flipH="1">
            <a:off x="1546690" y="5360371"/>
            <a:ext cx="2783072" cy="723275"/>
            <a:chOff x="7825488" y="1404017"/>
            <a:chExt cx="3368029" cy="723275"/>
          </a:xfrm>
        </p:grpSpPr>
        <p:sp>
          <p:nvSpPr>
            <p:cNvPr id="65" name="Inhaltsplatzhalter 4">
              <a:extLst>
                <a:ext uri="{FF2B5EF4-FFF2-40B4-BE49-F238E27FC236}">
                  <a16:creationId xmlns:a16="http://schemas.microsoft.com/office/drawing/2014/main" id="{F6A19BAF-44AB-E948-A557-0FACDFBF4DB8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C853496-5B41-0D4E-874E-1712BC93D64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CBA1E30B-E880-3F4B-916F-439EB15B0BEB}"/>
              </a:ext>
            </a:extLst>
          </p:cNvPr>
          <p:cNvGrpSpPr/>
          <p:nvPr/>
        </p:nvGrpSpPr>
        <p:grpSpPr>
          <a:xfrm>
            <a:off x="7901227" y="5360371"/>
            <a:ext cx="2783072" cy="723275"/>
            <a:chOff x="7825488" y="1404017"/>
            <a:chExt cx="3368029" cy="723275"/>
          </a:xfrm>
        </p:grpSpPr>
        <p:sp>
          <p:nvSpPr>
            <p:cNvPr id="68" name="Inhaltsplatzhalter 4">
              <a:extLst>
                <a:ext uri="{FF2B5EF4-FFF2-40B4-BE49-F238E27FC236}">
                  <a16:creationId xmlns:a16="http://schemas.microsoft.com/office/drawing/2014/main" id="{D4D253B2-C206-C54B-8894-9C62ED771A74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B3DF29A8-D202-2540-BF82-1DD42514D86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DFA8974-1926-884F-993F-C87650A514BE}"/>
              </a:ext>
            </a:extLst>
          </p:cNvPr>
          <p:cNvGrpSpPr/>
          <p:nvPr/>
        </p:nvGrpSpPr>
        <p:grpSpPr>
          <a:xfrm>
            <a:off x="8394276" y="3585179"/>
            <a:ext cx="2783072" cy="723275"/>
            <a:chOff x="7825488" y="1404017"/>
            <a:chExt cx="3368029" cy="723275"/>
          </a:xfrm>
        </p:grpSpPr>
        <p:sp>
          <p:nvSpPr>
            <p:cNvPr id="71" name="Inhaltsplatzhalter 4">
              <a:extLst>
                <a:ext uri="{FF2B5EF4-FFF2-40B4-BE49-F238E27FC236}">
                  <a16:creationId xmlns:a16="http://schemas.microsoft.com/office/drawing/2014/main" id="{721CD233-5CFD-264F-A64E-96F8E63ED9D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33EA3A25-5EA7-C245-895E-9F4E51C6874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E5F51618-041B-2A46-B92D-BDE7CF9FE930}"/>
              </a:ext>
            </a:extLst>
          </p:cNvPr>
          <p:cNvGrpSpPr/>
          <p:nvPr/>
        </p:nvGrpSpPr>
        <p:grpSpPr>
          <a:xfrm flipH="1">
            <a:off x="1044429" y="3585179"/>
            <a:ext cx="2783072" cy="723275"/>
            <a:chOff x="7825488" y="1404017"/>
            <a:chExt cx="3368029" cy="723275"/>
          </a:xfrm>
        </p:grpSpPr>
        <p:sp>
          <p:nvSpPr>
            <p:cNvPr id="74" name="Inhaltsplatzhalter 4">
              <a:extLst>
                <a:ext uri="{FF2B5EF4-FFF2-40B4-BE49-F238E27FC236}">
                  <a16:creationId xmlns:a16="http://schemas.microsoft.com/office/drawing/2014/main" id="{607831F2-2F06-F747-B4D2-3081BEDA4B6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C0FBA6DF-5801-FA42-9DDA-ED855DD1A5D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aphic 77">
            <a:extLst>
              <a:ext uri="{FF2B5EF4-FFF2-40B4-BE49-F238E27FC236}">
                <a16:creationId xmlns:a16="http://schemas.microsoft.com/office/drawing/2014/main" id="{E2379D5F-DF7C-5E4B-AA55-7F93ABAF688A}"/>
              </a:ext>
            </a:extLst>
          </p:cNvPr>
          <p:cNvGrpSpPr>
            <a:grpSpLocks noChangeAspect="1"/>
          </p:cNvGrpSpPr>
          <p:nvPr/>
        </p:nvGrpSpPr>
        <p:grpSpPr>
          <a:xfrm>
            <a:off x="5199511" y="2589631"/>
            <a:ext cx="423662" cy="318762"/>
            <a:chOff x="5199511" y="2614823"/>
            <a:chExt cx="423662" cy="318762"/>
          </a:xfrm>
          <a:solidFill>
            <a:srgbClr val="FFFFFF"/>
          </a:solidFill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16D2343-2EA4-1645-AE24-6AAD82AF2765}"/>
                </a:ext>
              </a:extLst>
            </p:cNvPr>
            <p:cNvSpPr/>
            <p:nvPr/>
          </p:nvSpPr>
          <p:spPr>
            <a:xfrm>
              <a:off x="5199511" y="2918513"/>
              <a:ext cx="423662" cy="15071"/>
            </a:xfrm>
            <a:custGeom>
              <a:avLst/>
              <a:gdLst>
                <a:gd name="connsiteX0" fmla="*/ 415111 w 423662"/>
                <a:gd name="connsiteY0" fmla="*/ 15009 h 15071"/>
                <a:gd name="connsiteX1" fmla="*/ 8551 w 423662"/>
                <a:gd name="connsiteY1" fmla="*/ 15009 h 15071"/>
                <a:gd name="connsiteX2" fmla="*/ 63 w 423662"/>
                <a:gd name="connsiteY2" fmla="*/ 8499 h 15071"/>
                <a:gd name="connsiteX3" fmla="*/ 6614 w 423662"/>
                <a:gd name="connsiteY3" fmla="*/ 63 h 15071"/>
                <a:gd name="connsiteX4" fmla="*/ 8551 w 423662"/>
                <a:gd name="connsiteY4" fmla="*/ 63 h 15071"/>
                <a:gd name="connsiteX5" fmla="*/ 415111 w 423662"/>
                <a:gd name="connsiteY5" fmla="*/ 63 h 15071"/>
                <a:gd name="connsiteX6" fmla="*/ 423599 w 423662"/>
                <a:gd name="connsiteY6" fmla="*/ 6573 h 15071"/>
                <a:gd name="connsiteX7" fmla="*/ 417048 w 423662"/>
                <a:gd name="connsiteY7" fmla="*/ 15009 h 15071"/>
                <a:gd name="connsiteX8" fmla="*/ 415111 w 423662"/>
                <a:gd name="connsiteY8" fmla="*/ 15009 h 1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3662" h="15071">
                  <a:moveTo>
                    <a:pt x="415111" y="15009"/>
                  </a:moveTo>
                  <a:lnTo>
                    <a:pt x="8551" y="15009"/>
                  </a:lnTo>
                  <a:cubicBezTo>
                    <a:pt x="4398" y="15541"/>
                    <a:pt x="598" y="12626"/>
                    <a:pt x="63" y="8499"/>
                  </a:cubicBezTo>
                  <a:cubicBezTo>
                    <a:pt x="-472" y="4371"/>
                    <a:pt x="2461" y="594"/>
                    <a:pt x="6614" y="63"/>
                  </a:cubicBezTo>
                  <a:cubicBezTo>
                    <a:pt x="7257" y="-20"/>
                    <a:pt x="7908" y="-20"/>
                    <a:pt x="8551" y="63"/>
                  </a:cubicBezTo>
                  <a:lnTo>
                    <a:pt x="415111" y="63"/>
                  </a:lnTo>
                  <a:cubicBezTo>
                    <a:pt x="419264" y="-469"/>
                    <a:pt x="423064" y="2446"/>
                    <a:pt x="423599" y="6573"/>
                  </a:cubicBezTo>
                  <a:cubicBezTo>
                    <a:pt x="424134" y="10701"/>
                    <a:pt x="421201" y="14478"/>
                    <a:pt x="417048" y="15009"/>
                  </a:cubicBezTo>
                  <a:cubicBezTo>
                    <a:pt x="416405" y="15092"/>
                    <a:pt x="415754" y="15092"/>
                    <a:pt x="415111" y="1500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BD7EB5C-B051-6649-A5D9-B724CCA81CA3}"/>
                </a:ext>
              </a:extLst>
            </p:cNvPr>
            <p:cNvSpPr/>
            <p:nvPr/>
          </p:nvSpPr>
          <p:spPr>
            <a:xfrm>
              <a:off x="5239943" y="2674732"/>
              <a:ext cx="86693" cy="217260"/>
            </a:xfrm>
            <a:custGeom>
              <a:avLst/>
              <a:gdLst>
                <a:gd name="connsiteX0" fmla="*/ 79112 w 86693"/>
                <a:gd name="connsiteY0" fmla="*/ 216297 h 217260"/>
                <a:gd name="connsiteX1" fmla="*/ 71653 w 86693"/>
                <a:gd name="connsiteY1" fmla="*/ 208886 h 217260"/>
                <a:gd name="connsiteX2" fmla="*/ 71654 w 86693"/>
                <a:gd name="connsiteY2" fmla="*/ 208762 h 217260"/>
                <a:gd name="connsiteX3" fmla="*/ 71654 w 86693"/>
                <a:gd name="connsiteY3" fmla="*/ 14948 h 217260"/>
                <a:gd name="connsiteX4" fmla="*/ 15101 w 86693"/>
                <a:gd name="connsiteY4" fmla="*/ 14948 h 217260"/>
                <a:gd name="connsiteX5" fmla="*/ 15101 w 86693"/>
                <a:gd name="connsiteY5" fmla="*/ 208762 h 217260"/>
                <a:gd name="connsiteX6" fmla="*/ 8551 w 86693"/>
                <a:gd name="connsiteY6" fmla="*/ 217198 h 217260"/>
                <a:gd name="connsiteX7" fmla="*/ 62 w 86693"/>
                <a:gd name="connsiteY7" fmla="*/ 210687 h 217260"/>
                <a:gd name="connsiteX8" fmla="*/ 62 w 86693"/>
                <a:gd name="connsiteY8" fmla="*/ 208762 h 217260"/>
                <a:gd name="connsiteX9" fmla="*/ 62 w 86693"/>
                <a:gd name="connsiteY9" fmla="*/ 7413 h 217260"/>
                <a:gd name="connsiteX10" fmla="*/ 7519 w 86693"/>
                <a:gd name="connsiteY10" fmla="*/ 0 h 217260"/>
                <a:gd name="connsiteX11" fmla="*/ 7644 w 86693"/>
                <a:gd name="connsiteY11" fmla="*/ 1 h 217260"/>
                <a:gd name="connsiteX12" fmla="*/ 79112 w 86693"/>
                <a:gd name="connsiteY12" fmla="*/ 1 h 217260"/>
                <a:gd name="connsiteX13" fmla="*/ 86693 w 86693"/>
                <a:gd name="connsiteY13" fmla="*/ 7288 h 217260"/>
                <a:gd name="connsiteX14" fmla="*/ 86694 w 86693"/>
                <a:gd name="connsiteY14" fmla="*/ 7413 h 217260"/>
                <a:gd name="connsiteX15" fmla="*/ 86694 w 86693"/>
                <a:gd name="connsiteY15" fmla="*/ 208762 h 217260"/>
                <a:gd name="connsiteX16" fmla="*/ 79112 w 86693"/>
                <a:gd name="connsiteY16" fmla="*/ 216297 h 21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6693" h="217260">
                  <a:moveTo>
                    <a:pt x="79112" y="216297"/>
                  </a:moveTo>
                  <a:cubicBezTo>
                    <a:pt x="74993" y="216297"/>
                    <a:pt x="71654" y="212979"/>
                    <a:pt x="71653" y="208886"/>
                  </a:cubicBezTo>
                  <a:cubicBezTo>
                    <a:pt x="71653" y="208845"/>
                    <a:pt x="71654" y="208803"/>
                    <a:pt x="71654" y="208762"/>
                  </a:cubicBezTo>
                  <a:lnTo>
                    <a:pt x="71654" y="14948"/>
                  </a:lnTo>
                  <a:lnTo>
                    <a:pt x="15101" y="14948"/>
                  </a:lnTo>
                  <a:lnTo>
                    <a:pt x="15101" y="208762"/>
                  </a:lnTo>
                  <a:cubicBezTo>
                    <a:pt x="15637" y="212889"/>
                    <a:pt x="12704" y="216666"/>
                    <a:pt x="8551" y="217198"/>
                  </a:cubicBezTo>
                  <a:cubicBezTo>
                    <a:pt x="4398" y="217729"/>
                    <a:pt x="597" y="214815"/>
                    <a:pt x="62" y="210687"/>
                  </a:cubicBezTo>
                  <a:cubicBezTo>
                    <a:pt x="-21" y="210048"/>
                    <a:pt x="-21" y="209401"/>
                    <a:pt x="62" y="208762"/>
                  </a:cubicBezTo>
                  <a:lnTo>
                    <a:pt x="62" y="7413"/>
                  </a:lnTo>
                  <a:cubicBezTo>
                    <a:pt x="62" y="3319"/>
                    <a:pt x="3400" y="1"/>
                    <a:pt x="7519" y="0"/>
                  </a:cubicBezTo>
                  <a:cubicBezTo>
                    <a:pt x="7560" y="0"/>
                    <a:pt x="7602" y="0"/>
                    <a:pt x="7644" y="1"/>
                  </a:cubicBezTo>
                  <a:lnTo>
                    <a:pt x="79112" y="1"/>
                  </a:lnTo>
                  <a:cubicBezTo>
                    <a:pt x="83230" y="-67"/>
                    <a:pt x="86624" y="3195"/>
                    <a:pt x="86693" y="7288"/>
                  </a:cubicBezTo>
                  <a:cubicBezTo>
                    <a:pt x="86693" y="7330"/>
                    <a:pt x="86694" y="7371"/>
                    <a:pt x="86694" y="7413"/>
                  </a:cubicBezTo>
                  <a:lnTo>
                    <a:pt x="86694" y="208762"/>
                  </a:lnTo>
                  <a:cubicBezTo>
                    <a:pt x="86694" y="212923"/>
                    <a:pt x="83299" y="216297"/>
                    <a:pt x="79112" y="21629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69D24E40-6391-6845-8EB2-B0EB859AF732}"/>
                </a:ext>
              </a:extLst>
            </p:cNvPr>
            <p:cNvSpPr/>
            <p:nvPr/>
          </p:nvSpPr>
          <p:spPr>
            <a:xfrm>
              <a:off x="5367964" y="2644345"/>
              <a:ext cx="86693" cy="247646"/>
            </a:xfrm>
            <a:custGeom>
              <a:avLst/>
              <a:gdLst>
                <a:gd name="connsiteX0" fmla="*/ 79112 w 86693"/>
                <a:gd name="connsiteY0" fmla="*/ 246683 h 247646"/>
                <a:gd name="connsiteX1" fmla="*/ 71653 w 86693"/>
                <a:gd name="connsiteY1" fmla="*/ 239273 h 247646"/>
                <a:gd name="connsiteX2" fmla="*/ 71654 w 86693"/>
                <a:gd name="connsiteY2" fmla="*/ 239148 h 247646"/>
                <a:gd name="connsiteX3" fmla="*/ 71654 w 86693"/>
                <a:gd name="connsiteY3" fmla="*/ 15317 h 247646"/>
                <a:gd name="connsiteX4" fmla="*/ 15101 w 86693"/>
                <a:gd name="connsiteY4" fmla="*/ 15317 h 247646"/>
                <a:gd name="connsiteX5" fmla="*/ 15101 w 86693"/>
                <a:gd name="connsiteY5" fmla="*/ 239148 h 247646"/>
                <a:gd name="connsiteX6" fmla="*/ 8551 w 86693"/>
                <a:gd name="connsiteY6" fmla="*/ 247584 h 247646"/>
                <a:gd name="connsiteX7" fmla="*/ 62 w 86693"/>
                <a:gd name="connsiteY7" fmla="*/ 241074 h 247646"/>
                <a:gd name="connsiteX8" fmla="*/ 62 w 86693"/>
                <a:gd name="connsiteY8" fmla="*/ 239148 h 247646"/>
                <a:gd name="connsiteX9" fmla="*/ 62 w 86693"/>
                <a:gd name="connsiteY9" fmla="*/ 7535 h 247646"/>
                <a:gd name="connsiteX10" fmla="*/ 7644 w 86693"/>
                <a:gd name="connsiteY10" fmla="*/ 0 h 247646"/>
                <a:gd name="connsiteX11" fmla="*/ 79112 w 86693"/>
                <a:gd name="connsiteY11" fmla="*/ 0 h 247646"/>
                <a:gd name="connsiteX12" fmla="*/ 86694 w 86693"/>
                <a:gd name="connsiteY12" fmla="*/ 7535 h 247646"/>
                <a:gd name="connsiteX13" fmla="*/ 86694 w 86693"/>
                <a:gd name="connsiteY13" fmla="*/ 239148 h 247646"/>
                <a:gd name="connsiteX14" fmla="*/ 79112 w 86693"/>
                <a:gd name="connsiteY14" fmla="*/ 246683 h 247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6693" h="247646">
                  <a:moveTo>
                    <a:pt x="79112" y="246683"/>
                  </a:moveTo>
                  <a:cubicBezTo>
                    <a:pt x="74993" y="246684"/>
                    <a:pt x="71654" y="243366"/>
                    <a:pt x="71653" y="239273"/>
                  </a:cubicBezTo>
                  <a:cubicBezTo>
                    <a:pt x="71653" y="239231"/>
                    <a:pt x="71654" y="239190"/>
                    <a:pt x="71654" y="239148"/>
                  </a:cubicBezTo>
                  <a:lnTo>
                    <a:pt x="71654" y="15317"/>
                  </a:lnTo>
                  <a:lnTo>
                    <a:pt x="15101" y="15317"/>
                  </a:lnTo>
                  <a:lnTo>
                    <a:pt x="15101" y="239148"/>
                  </a:lnTo>
                  <a:cubicBezTo>
                    <a:pt x="15637" y="243276"/>
                    <a:pt x="12704" y="247053"/>
                    <a:pt x="8551" y="247584"/>
                  </a:cubicBezTo>
                  <a:cubicBezTo>
                    <a:pt x="4398" y="248116"/>
                    <a:pt x="597" y="245201"/>
                    <a:pt x="62" y="241074"/>
                  </a:cubicBezTo>
                  <a:cubicBezTo>
                    <a:pt x="-21" y="240434"/>
                    <a:pt x="-21" y="239787"/>
                    <a:pt x="62" y="239148"/>
                  </a:cubicBezTo>
                  <a:lnTo>
                    <a:pt x="62" y="7535"/>
                  </a:lnTo>
                  <a:cubicBezTo>
                    <a:pt x="62" y="3374"/>
                    <a:pt x="3457" y="0"/>
                    <a:pt x="7644" y="0"/>
                  </a:cubicBezTo>
                  <a:lnTo>
                    <a:pt x="79112" y="0"/>
                  </a:lnTo>
                  <a:cubicBezTo>
                    <a:pt x="83299" y="0"/>
                    <a:pt x="86694" y="3374"/>
                    <a:pt x="86694" y="7535"/>
                  </a:cubicBezTo>
                  <a:lnTo>
                    <a:pt x="86694" y="239148"/>
                  </a:lnTo>
                  <a:cubicBezTo>
                    <a:pt x="86694" y="243310"/>
                    <a:pt x="83299" y="246683"/>
                    <a:pt x="79112" y="2466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9A2C2195-B928-6E4C-9A91-B7E1C113345A}"/>
                </a:ext>
              </a:extLst>
            </p:cNvPr>
            <p:cNvSpPr/>
            <p:nvPr/>
          </p:nvSpPr>
          <p:spPr>
            <a:xfrm>
              <a:off x="5496046" y="2614823"/>
              <a:ext cx="86632" cy="276207"/>
            </a:xfrm>
            <a:custGeom>
              <a:avLst/>
              <a:gdLst>
                <a:gd name="connsiteX0" fmla="*/ 7459 w 86632"/>
                <a:gd name="connsiteY0" fmla="*/ 276206 h 276207"/>
                <a:gd name="connsiteX1" fmla="*/ 0 w 86632"/>
                <a:gd name="connsiteY1" fmla="*/ 268796 h 276207"/>
                <a:gd name="connsiteX2" fmla="*/ 1 w 86632"/>
                <a:gd name="connsiteY2" fmla="*/ 268671 h 276207"/>
                <a:gd name="connsiteX3" fmla="*/ 1 w 86632"/>
                <a:gd name="connsiteY3" fmla="*/ 7535 h 276207"/>
                <a:gd name="connsiteX4" fmla="*/ 7333 w 86632"/>
                <a:gd name="connsiteY4" fmla="*/ 1 h 276207"/>
                <a:gd name="connsiteX5" fmla="*/ 7459 w 86632"/>
                <a:gd name="connsiteY5" fmla="*/ 0 h 276207"/>
                <a:gd name="connsiteX6" fmla="*/ 79051 w 86632"/>
                <a:gd name="connsiteY6" fmla="*/ 0 h 276207"/>
                <a:gd name="connsiteX7" fmla="*/ 86633 w 86632"/>
                <a:gd name="connsiteY7" fmla="*/ 7535 h 276207"/>
                <a:gd name="connsiteX8" fmla="*/ 86633 w 86632"/>
                <a:gd name="connsiteY8" fmla="*/ 60528 h 276207"/>
                <a:gd name="connsiteX9" fmla="*/ 79051 w 86632"/>
                <a:gd name="connsiteY9" fmla="*/ 68063 h 276207"/>
                <a:gd name="connsiteX10" fmla="*/ 71469 w 86632"/>
                <a:gd name="connsiteY10" fmla="*/ 60528 h 276207"/>
                <a:gd name="connsiteX11" fmla="*/ 71469 w 86632"/>
                <a:gd name="connsiteY11" fmla="*/ 14947 h 276207"/>
                <a:gd name="connsiteX12" fmla="*/ 15165 w 86632"/>
                <a:gd name="connsiteY12" fmla="*/ 14947 h 276207"/>
                <a:gd name="connsiteX13" fmla="*/ 15165 w 86632"/>
                <a:gd name="connsiteY13" fmla="*/ 268671 h 276207"/>
                <a:gd name="connsiteX14" fmla="*/ 7584 w 86632"/>
                <a:gd name="connsiteY14" fmla="*/ 276207 h 276207"/>
                <a:gd name="connsiteX15" fmla="*/ 7459 w 86632"/>
                <a:gd name="connsiteY15" fmla="*/ 276206 h 27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32" h="276207">
                  <a:moveTo>
                    <a:pt x="7459" y="276206"/>
                  </a:moveTo>
                  <a:cubicBezTo>
                    <a:pt x="3340" y="276207"/>
                    <a:pt x="1" y="272889"/>
                    <a:pt x="0" y="268796"/>
                  </a:cubicBezTo>
                  <a:cubicBezTo>
                    <a:pt x="0" y="268754"/>
                    <a:pt x="0" y="268713"/>
                    <a:pt x="1" y="268671"/>
                  </a:cubicBezTo>
                  <a:lnTo>
                    <a:pt x="1" y="7535"/>
                  </a:lnTo>
                  <a:cubicBezTo>
                    <a:pt x="-68" y="3442"/>
                    <a:pt x="3215" y="69"/>
                    <a:pt x="7333" y="1"/>
                  </a:cubicBezTo>
                  <a:cubicBezTo>
                    <a:pt x="7375" y="0"/>
                    <a:pt x="7417" y="0"/>
                    <a:pt x="7459" y="0"/>
                  </a:cubicBezTo>
                  <a:lnTo>
                    <a:pt x="79051" y="0"/>
                  </a:lnTo>
                  <a:cubicBezTo>
                    <a:pt x="83238" y="0"/>
                    <a:pt x="86633" y="3374"/>
                    <a:pt x="86633" y="7535"/>
                  </a:cubicBezTo>
                  <a:lnTo>
                    <a:pt x="86633" y="60528"/>
                  </a:lnTo>
                  <a:cubicBezTo>
                    <a:pt x="86633" y="64690"/>
                    <a:pt x="83238" y="68063"/>
                    <a:pt x="79051" y="68063"/>
                  </a:cubicBezTo>
                  <a:cubicBezTo>
                    <a:pt x="74863" y="68063"/>
                    <a:pt x="71469" y="64690"/>
                    <a:pt x="71469" y="60528"/>
                  </a:cubicBezTo>
                  <a:lnTo>
                    <a:pt x="71469" y="14947"/>
                  </a:lnTo>
                  <a:lnTo>
                    <a:pt x="15165" y="14947"/>
                  </a:lnTo>
                  <a:lnTo>
                    <a:pt x="15165" y="268671"/>
                  </a:lnTo>
                  <a:cubicBezTo>
                    <a:pt x="15165" y="272833"/>
                    <a:pt x="11771" y="276207"/>
                    <a:pt x="7584" y="276207"/>
                  </a:cubicBezTo>
                  <a:cubicBezTo>
                    <a:pt x="7542" y="276207"/>
                    <a:pt x="7500" y="276207"/>
                    <a:pt x="7459" y="276206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97DDAF5-7464-FA43-8DAD-48391784DBBA}"/>
                </a:ext>
              </a:extLst>
            </p:cNvPr>
            <p:cNvSpPr/>
            <p:nvPr/>
          </p:nvSpPr>
          <p:spPr>
            <a:xfrm>
              <a:off x="5567515" y="2803448"/>
              <a:ext cx="15163" cy="37428"/>
            </a:xfrm>
            <a:custGeom>
              <a:avLst/>
              <a:gdLst>
                <a:gd name="connsiteX0" fmla="*/ 7582 w 15163"/>
                <a:gd name="connsiteY0" fmla="*/ 37429 h 37428"/>
                <a:gd name="connsiteX1" fmla="*/ 0 w 15163"/>
                <a:gd name="connsiteY1" fmla="*/ 30017 h 37428"/>
                <a:gd name="connsiteX2" fmla="*/ 0 w 15163"/>
                <a:gd name="connsiteY2" fmla="*/ 7535 h 37428"/>
                <a:gd name="connsiteX3" fmla="*/ 7582 w 15163"/>
                <a:gd name="connsiteY3" fmla="*/ 0 h 37428"/>
                <a:gd name="connsiteX4" fmla="*/ 15164 w 15163"/>
                <a:gd name="connsiteY4" fmla="*/ 7535 h 37428"/>
                <a:gd name="connsiteX5" fmla="*/ 15164 w 15163"/>
                <a:gd name="connsiteY5" fmla="*/ 30017 h 37428"/>
                <a:gd name="connsiteX6" fmla="*/ 7582 w 15163"/>
                <a:gd name="connsiteY6" fmla="*/ 37429 h 3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37428">
                  <a:moveTo>
                    <a:pt x="7582" y="37429"/>
                  </a:moveTo>
                  <a:cubicBezTo>
                    <a:pt x="3443" y="37429"/>
                    <a:pt x="68" y="34130"/>
                    <a:pt x="0" y="30017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30017"/>
                  </a:lnTo>
                  <a:cubicBezTo>
                    <a:pt x="15096" y="34130"/>
                    <a:pt x="11721" y="37429"/>
                    <a:pt x="7582" y="3742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E75EF9EA-54E2-E045-96A3-35DE60552A4D}"/>
                </a:ext>
              </a:extLst>
            </p:cNvPr>
            <p:cNvSpPr/>
            <p:nvPr/>
          </p:nvSpPr>
          <p:spPr>
            <a:xfrm>
              <a:off x="5567515" y="2727973"/>
              <a:ext cx="15163" cy="52745"/>
            </a:xfrm>
            <a:custGeom>
              <a:avLst/>
              <a:gdLst>
                <a:gd name="connsiteX0" fmla="*/ 7582 w 15163"/>
                <a:gd name="connsiteY0" fmla="*/ 52746 h 52745"/>
                <a:gd name="connsiteX1" fmla="*/ 0 w 15163"/>
                <a:gd name="connsiteY1" fmla="*/ 45211 h 52745"/>
                <a:gd name="connsiteX2" fmla="*/ 0 w 15163"/>
                <a:gd name="connsiteY2" fmla="*/ 7535 h 52745"/>
                <a:gd name="connsiteX3" fmla="*/ 7582 w 15163"/>
                <a:gd name="connsiteY3" fmla="*/ 0 h 52745"/>
                <a:gd name="connsiteX4" fmla="*/ 15164 w 15163"/>
                <a:gd name="connsiteY4" fmla="*/ 7535 h 52745"/>
                <a:gd name="connsiteX5" fmla="*/ 15164 w 15163"/>
                <a:gd name="connsiteY5" fmla="*/ 45211 h 52745"/>
                <a:gd name="connsiteX6" fmla="*/ 7582 w 15163"/>
                <a:gd name="connsiteY6" fmla="*/ 52746 h 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52745">
                  <a:moveTo>
                    <a:pt x="7582" y="52746"/>
                  </a:moveTo>
                  <a:cubicBezTo>
                    <a:pt x="3395" y="52746"/>
                    <a:pt x="0" y="49372"/>
                    <a:pt x="0" y="45211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45211"/>
                  </a:lnTo>
                  <a:cubicBezTo>
                    <a:pt x="15164" y="49372"/>
                    <a:pt x="11769" y="52746"/>
                    <a:pt x="7582" y="52746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C0EBBA3-8770-174B-9E32-B6F5E2725771}"/>
                </a:ext>
              </a:extLst>
            </p:cNvPr>
            <p:cNvSpPr/>
            <p:nvPr/>
          </p:nvSpPr>
          <p:spPr>
            <a:xfrm>
              <a:off x="5567515" y="2667816"/>
              <a:ext cx="15163" cy="37428"/>
            </a:xfrm>
            <a:custGeom>
              <a:avLst/>
              <a:gdLst>
                <a:gd name="connsiteX0" fmla="*/ 7582 w 15163"/>
                <a:gd name="connsiteY0" fmla="*/ 37429 h 37428"/>
                <a:gd name="connsiteX1" fmla="*/ 0 w 15163"/>
                <a:gd name="connsiteY1" fmla="*/ 29894 h 37428"/>
                <a:gd name="connsiteX2" fmla="*/ 0 w 15163"/>
                <a:gd name="connsiteY2" fmla="*/ 7535 h 37428"/>
                <a:gd name="connsiteX3" fmla="*/ 7582 w 15163"/>
                <a:gd name="connsiteY3" fmla="*/ 0 h 37428"/>
                <a:gd name="connsiteX4" fmla="*/ 15164 w 15163"/>
                <a:gd name="connsiteY4" fmla="*/ 7535 h 37428"/>
                <a:gd name="connsiteX5" fmla="*/ 15164 w 15163"/>
                <a:gd name="connsiteY5" fmla="*/ 29894 h 37428"/>
                <a:gd name="connsiteX6" fmla="*/ 7582 w 15163"/>
                <a:gd name="connsiteY6" fmla="*/ 37429 h 3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37428">
                  <a:moveTo>
                    <a:pt x="7582" y="37429"/>
                  </a:moveTo>
                  <a:cubicBezTo>
                    <a:pt x="3395" y="37429"/>
                    <a:pt x="0" y="34055"/>
                    <a:pt x="0" y="29894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29894"/>
                  </a:lnTo>
                  <a:cubicBezTo>
                    <a:pt x="15164" y="34055"/>
                    <a:pt x="11769" y="37429"/>
                    <a:pt x="7582" y="3742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3626BD00-7E94-B948-9D82-2D594BEEE35E}"/>
                </a:ext>
              </a:extLst>
            </p:cNvPr>
            <p:cNvSpPr/>
            <p:nvPr/>
          </p:nvSpPr>
          <p:spPr>
            <a:xfrm>
              <a:off x="5567515" y="2825930"/>
              <a:ext cx="15163" cy="65098"/>
            </a:xfrm>
            <a:custGeom>
              <a:avLst/>
              <a:gdLst>
                <a:gd name="connsiteX0" fmla="*/ 7582 w 15163"/>
                <a:gd name="connsiteY0" fmla="*/ 65099 h 65098"/>
                <a:gd name="connsiteX1" fmla="*/ 0 w 15163"/>
                <a:gd name="connsiteY1" fmla="*/ 57564 h 65098"/>
                <a:gd name="connsiteX2" fmla="*/ 0 w 15163"/>
                <a:gd name="connsiteY2" fmla="*/ 7535 h 65098"/>
                <a:gd name="connsiteX3" fmla="*/ 7582 w 15163"/>
                <a:gd name="connsiteY3" fmla="*/ 0 h 65098"/>
                <a:gd name="connsiteX4" fmla="*/ 15164 w 15163"/>
                <a:gd name="connsiteY4" fmla="*/ 7535 h 65098"/>
                <a:gd name="connsiteX5" fmla="*/ 15164 w 15163"/>
                <a:gd name="connsiteY5" fmla="*/ 57564 h 65098"/>
                <a:gd name="connsiteX6" fmla="*/ 7582 w 15163"/>
                <a:gd name="connsiteY6" fmla="*/ 65099 h 6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3" h="65098">
                  <a:moveTo>
                    <a:pt x="7582" y="65099"/>
                  </a:moveTo>
                  <a:cubicBezTo>
                    <a:pt x="3395" y="65099"/>
                    <a:pt x="0" y="61725"/>
                    <a:pt x="0" y="57564"/>
                  </a:cubicBezTo>
                  <a:lnTo>
                    <a:pt x="0" y="7535"/>
                  </a:lnTo>
                  <a:cubicBezTo>
                    <a:pt x="0" y="3374"/>
                    <a:pt x="3395" y="0"/>
                    <a:pt x="7582" y="0"/>
                  </a:cubicBezTo>
                  <a:cubicBezTo>
                    <a:pt x="11769" y="0"/>
                    <a:pt x="15164" y="3374"/>
                    <a:pt x="15164" y="7535"/>
                  </a:cubicBezTo>
                  <a:lnTo>
                    <a:pt x="15164" y="57564"/>
                  </a:lnTo>
                  <a:cubicBezTo>
                    <a:pt x="15164" y="61725"/>
                    <a:pt x="11769" y="65099"/>
                    <a:pt x="7582" y="65099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8" name="Graphic 79">
            <a:extLst>
              <a:ext uri="{FF2B5EF4-FFF2-40B4-BE49-F238E27FC236}">
                <a16:creationId xmlns:a16="http://schemas.microsoft.com/office/drawing/2014/main" id="{490451EB-FCD6-1B45-851B-26CB8CE05854}"/>
              </a:ext>
            </a:extLst>
          </p:cNvPr>
          <p:cNvGrpSpPr>
            <a:grpSpLocks noChangeAspect="1"/>
          </p:cNvGrpSpPr>
          <p:nvPr/>
        </p:nvGrpSpPr>
        <p:grpSpPr>
          <a:xfrm>
            <a:off x="5265814" y="4897693"/>
            <a:ext cx="453441" cy="344530"/>
            <a:chOff x="5182614" y="2606113"/>
            <a:chExt cx="453441" cy="344530"/>
          </a:xfrm>
          <a:solidFill>
            <a:srgbClr val="FFFFFF"/>
          </a:solidFill>
        </p:grpSpPr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F0795A6F-DB6E-144F-8F29-DDFEEBCCAC70}"/>
                </a:ext>
              </a:extLst>
            </p:cNvPr>
            <p:cNvSpPr/>
            <p:nvPr/>
          </p:nvSpPr>
          <p:spPr>
            <a:xfrm>
              <a:off x="5196589" y="2621772"/>
              <a:ext cx="114533" cy="328809"/>
            </a:xfrm>
            <a:custGeom>
              <a:avLst/>
              <a:gdLst>
                <a:gd name="connsiteX0" fmla="*/ 107131 w 114533"/>
                <a:gd name="connsiteY0" fmla="*/ 328808 h 328809"/>
                <a:gd name="connsiteX1" fmla="*/ 7587 w 114533"/>
                <a:gd name="connsiteY1" fmla="*/ 328808 h 328809"/>
                <a:gd name="connsiteX2" fmla="*/ 64 w 114533"/>
                <a:gd name="connsiteY2" fmla="*/ 321422 h 328809"/>
                <a:gd name="connsiteX3" fmla="*/ 63 w 114533"/>
                <a:gd name="connsiteY3" fmla="*/ 321296 h 328809"/>
                <a:gd name="connsiteX4" fmla="*/ 63 w 114533"/>
                <a:gd name="connsiteY4" fmla="*/ 226009 h 328809"/>
                <a:gd name="connsiteX5" fmla="*/ 6564 w 114533"/>
                <a:gd name="connsiteY5" fmla="*/ 217457 h 328809"/>
                <a:gd name="connsiteX6" fmla="*/ 14988 w 114533"/>
                <a:gd name="connsiteY6" fmla="*/ 224057 h 328809"/>
                <a:gd name="connsiteX7" fmla="*/ 14988 w 114533"/>
                <a:gd name="connsiteY7" fmla="*/ 226009 h 328809"/>
                <a:gd name="connsiteX8" fmla="*/ 14988 w 114533"/>
                <a:gd name="connsiteY8" fmla="*/ 313658 h 328809"/>
                <a:gd name="connsiteX9" fmla="*/ 99607 w 114533"/>
                <a:gd name="connsiteY9" fmla="*/ 313658 h 328809"/>
                <a:gd name="connsiteX10" fmla="*/ 99607 w 114533"/>
                <a:gd name="connsiteY10" fmla="*/ 15276 h 328809"/>
                <a:gd name="connsiteX11" fmla="*/ 14988 w 114533"/>
                <a:gd name="connsiteY11" fmla="*/ 15276 h 328809"/>
                <a:gd name="connsiteX12" fmla="*/ 14988 w 114533"/>
                <a:gd name="connsiteY12" fmla="*/ 79385 h 328809"/>
                <a:gd name="connsiteX13" fmla="*/ 6564 w 114533"/>
                <a:gd name="connsiteY13" fmla="*/ 85984 h 328809"/>
                <a:gd name="connsiteX14" fmla="*/ 63 w 114533"/>
                <a:gd name="connsiteY14" fmla="*/ 79385 h 328809"/>
                <a:gd name="connsiteX15" fmla="*/ 63 w 114533"/>
                <a:gd name="connsiteY15" fmla="*/ 7638 h 328809"/>
                <a:gd name="connsiteX16" fmla="*/ 7587 w 114533"/>
                <a:gd name="connsiteY16" fmla="*/ 0 h 328809"/>
                <a:gd name="connsiteX17" fmla="*/ 107131 w 114533"/>
                <a:gd name="connsiteY17" fmla="*/ 0 h 328809"/>
                <a:gd name="connsiteX18" fmla="*/ 114534 w 114533"/>
                <a:gd name="connsiteY18" fmla="*/ 7512 h 328809"/>
                <a:gd name="connsiteX19" fmla="*/ 114533 w 114533"/>
                <a:gd name="connsiteY19" fmla="*/ 7638 h 328809"/>
                <a:gd name="connsiteX20" fmla="*/ 114533 w 114533"/>
                <a:gd name="connsiteY20" fmla="*/ 321296 h 328809"/>
                <a:gd name="connsiteX21" fmla="*/ 107131 w 114533"/>
                <a:gd name="connsiteY21" fmla="*/ 328808 h 328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4533" h="328809">
                  <a:moveTo>
                    <a:pt x="107131" y="328808"/>
                  </a:moveTo>
                  <a:lnTo>
                    <a:pt x="7587" y="328808"/>
                  </a:lnTo>
                  <a:cubicBezTo>
                    <a:pt x="3500" y="328877"/>
                    <a:pt x="132" y="325570"/>
                    <a:pt x="64" y="321422"/>
                  </a:cubicBezTo>
                  <a:cubicBezTo>
                    <a:pt x="63" y="321380"/>
                    <a:pt x="62" y="321338"/>
                    <a:pt x="63" y="321296"/>
                  </a:cubicBezTo>
                  <a:lnTo>
                    <a:pt x="63" y="226009"/>
                  </a:lnTo>
                  <a:cubicBezTo>
                    <a:pt x="-468" y="221825"/>
                    <a:pt x="2442" y="217996"/>
                    <a:pt x="6564" y="217457"/>
                  </a:cubicBezTo>
                  <a:cubicBezTo>
                    <a:pt x="10685" y="216918"/>
                    <a:pt x="14457" y="219873"/>
                    <a:pt x="14988" y="224057"/>
                  </a:cubicBezTo>
                  <a:cubicBezTo>
                    <a:pt x="15070" y="224705"/>
                    <a:pt x="15070" y="225361"/>
                    <a:pt x="14988" y="226009"/>
                  </a:cubicBezTo>
                  <a:lnTo>
                    <a:pt x="14988" y="313658"/>
                  </a:lnTo>
                  <a:lnTo>
                    <a:pt x="99607" y="313658"/>
                  </a:lnTo>
                  <a:lnTo>
                    <a:pt x="99607" y="15276"/>
                  </a:lnTo>
                  <a:lnTo>
                    <a:pt x="14988" y="15276"/>
                  </a:lnTo>
                  <a:lnTo>
                    <a:pt x="14988" y="79385"/>
                  </a:lnTo>
                  <a:cubicBezTo>
                    <a:pt x="14457" y="83569"/>
                    <a:pt x="10685" y="86523"/>
                    <a:pt x="6564" y="85984"/>
                  </a:cubicBezTo>
                  <a:cubicBezTo>
                    <a:pt x="3171" y="85540"/>
                    <a:pt x="500" y="82829"/>
                    <a:pt x="63" y="79385"/>
                  </a:cubicBezTo>
                  <a:lnTo>
                    <a:pt x="63" y="7638"/>
                  </a:lnTo>
                  <a:cubicBezTo>
                    <a:pt x="63" y="3420"/>
                    <a:pt x="3431" y="0"/>
                    <a:pt x="7587" y="0"/>
                  </a:cubicBezTo>
                  <a:lnTo>
                    <a:pt x="107131" y="0"/>
                  </a:lnTo>
                  <a:cubicBezTo>
                    <a:pt x="111219" y="-1"/>
                    <a:pt x="114533" y="3363"/>
                    <a:pt x="114534" y="7512"/>
                  </a:cubicBezTo>
                  <a:cubicBezTo>
                    <a:pt x="114534" y="7554"/>
                    <a:pt x="114533" y="7596"/>
                    <a:pt x="114533" y="7638"/>
                  </a:cubicBezTo>
                  <a:lnTo>
                    <a:pt x="114533" y="321296"/>
                  </a:lnTo>
                  <a:cubicBezTo>
                    <a:pt x="114533" y="325445"/>
                    <a:pt x="111219" y="328808"/>
                    <a:pt x="107131" y="328808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B63656D-1F30-3249-AE5E-373489BA8867}"/>
                </a:ext>
              </a:extLst>
            </p:cNvPr>
            <p:cNvSpPr/>
            <p:nvPr/>
          </p:nvSpPr>
          <p:spPr>
            <a:xfrm>
              <a:off x="5196652" y="2818329"/>
              <a:ext cx="14925" cy="37089"/>
            </a:xfrm>
            <a:custGeom>
              <a:avLst/>
              <a:gdLst>
                <a:gd name="connsiteX0" fmla="*/ 7524 w 14925"/>
                <a:gd name="connsiteY0" fmla="*/ 37090 h 37089"/>
                <a:gd name="connsiteX1" fmla="*/ 0 w 14925"/>
                <a:gd name="connsiteY1" fmla="*/ 29452 h 37089"/>
                <a:gd name="connsiteX2" fmla="*/ 0 w 14925"/>
                <a:gd name="connsiteY2" fmla="*/ 6663 h 37089"/>
                <a:gd name="connsiteX3" fmla="*/ 8424 w 14925"/>
                <a:gd name="connsiteY3" fmla="*/ 63 h 37089"/>
                <a:gd name="connsiteX4" fmla="*/ 14926 w 14925"/>
                <a:gd name="connsiteY4" fmla="*/ 6663 h 37089"/>
                <a:gd name="connsiteX5" fmla="*/ 14926 w 14925"/>
                <a:gd name="connsiteY5" fmla="*/ 29452 h 37089"/>
                <a:gd name="connsiteX6" fmla="*/ 7524 w 14925"/>
                <a:gd name="connsiteY6" fmla="*/ 37090 h 3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25" h="37089">
                  <a:moveTo>
                    <a:pt x="7524" y="37090"/>
                  </a:moveTo>
                  <a:cubicBezTo>
                    <a:pt x="3369" y="37090"/>
                    <a:pt x="0" y="33670"/>
                    <a:pt x="0" y="29452"/>
                  </a:cubicBezTo>
                  <a:lnTo>
                    <a:pt x="0" y="6663"/>
                  </a:lnTo>
                  <a:cubicBezTo>
                    <a:pt x="531" y="2479"/>
                    <a:pt x="4303" y="-476"/>
                    <a:pt x="8424" y="63"/>
                  </a:cubicBezTo>
                  <a:cubicBezTo>
                    <a:pt x="11817" y="507"/>
                    <a:pt x="14488" y="3219"/>
                    <a:pt x="14926" y="6663"/>
                  </a:cubicBezTo>
                  <a:lnTo>
                    <a:pt x="14926" y="29452"/>
                  </a:lnTo>
                  <a:cubicBezTo>
                    <a:pt x="14926" y="33622"/>
                    <a:pt x="11632" y="37021"/>
                    <a:pt x="7524" y="3709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6BEA879-3626-204D-9AEC-8B76E8C328E5}"/>
                </a:ext>
              </a:extLst>
            </p:cNvPr>
            <p:cNvSpPr/>
            <p:nvPr/>
          </p:nvSpPr>
          <p:spPr>
            <a:xfrm>
              <a:off x="5196589" y="2749013"/>
              <a:ext cx="15049" cy="49934"/>
            </a:xfrm>
            <a:custGeom>
              <a:avLst/>
              <a:gdLst>
                <a:gd name="connsiteX0" fmla="*/ 7587 w 15049"/>
                <a:gd name="connsiteY0" fmla="*/ 49935 h 49934"/>
                <a:gd name="connsiteX1" fmla="*/ 63 w 15049"/>
                <a:gd name="connsiteY1" fmla="*/ 42297 h 49934"/>
                <a:gd name="connsiteX2" fmla="*/ 63 w 15049"/>
                <a:gd name="connsiteY2" fmla="*/ 8615 h 49934"/>
                <a:gd name="connsiteX3" fmla="*/ 6564 w 15049"/>
                <a:gd name="connsiteY3" fmla="*/ 63 h 49934"/>
                <a:gd name="connsiteX4" fmla="*/ 14988 w 15049"/>
                <a:gd name="connsiteY4" fmla="*/ 6663 h 49934"/>
                <a:gd name="connsiteX5" fmla="*/ 14988 w 15049"/>
                <a:gd name="connsiteY5" fmla="*/ 8615 h 49934"/>
                <a:gd name="connsiteX6" fmla="*/ 14988 w 15049"/>
                <a:gd name="connsiteY6" fmla="*/ 42297 h 49934"/>
                <a:gd name="connsiteX7" fmla="*/ 7587 w 15049"/>
                <a:gd name="connsiteY7" fmla="*/ 49935 h 4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9" h="49934">
                  <a:moveTo>
                    <a:pt x="7587" y="49935"/>
                  </a:moveTo>
                  <a:cubicBezTo>
                    <a:pt x="3431" y="49935"/>
                    <a:pt x="63" y="46515"/>
                    <a:pt x="63" y="42297"/>
                  </a:cubicBezTo>
                  <a:lnTo>
                    <a:pt x="63" y="8615"/>
                  </a:lnTo>
                  <a:cubicBezTo>
                    <a:pt x="-468" y="4431"/>
                    <a:pt x="2442" y="602"/>
                    <a:pt x="6564" y="63"/>
                  </a:cubicBezTo>
                  <a:cubicBezTo>
                    <a:pt x="10685" y="-476"/>
                    <a:pt x="14457" y="2479"/>
                    <a:pt x="14988" y="6663"/>
                  </a:cubicBezTo>
                  <a:cubicBezTo>
                    <a:pt x="15070" y="7311"/>
                    <a:pt x="15070" y="7967"/>
                    <a:pt x="14988" y="8615"/>
                  </a:cubicBezTo>
                  <a:lnTo>
                    <a:pt x="14988" y="42297"/>
                  </a:lnTo>
                  <a:cubicBezTo>
                    <a:pt x="14989" y="46467"/>
                    <a:pt x="11694" y="49867"/>
                    <a:pt x="7587" y="4993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715EE79-51A6-3943-BCA5-CEBD1DDD95DB}"/>
                </a:ext>
              </a:extLst>
            </p:cNvPr>
            <p:cNvSpPr/>
            <p:nvPr/>
          </p:nvSpPr>
          <p:spPr>
            <a:xfrm>
              <a:off x="5196589" y="2692542"/>
              <a:ext cx="15049" cy="39041"/>
            </a:xfrm>
            <a:custGeom>
              <a:avLst/>
              <a:gdLst>
                <a:gd name="connsiteX0" fmla="*/ 7587 w 15049"/>
                <a:gd name="connsiteY0" fmla="*/ 39041 h 39041"/>
                <a:gd name="connsiteX1" fmla="*/ 63 w 15049"/>
                <a:gd name="connsiteY1" fmla="*/ 31403 h 39041"/>
                <a:gd name="connsiteX2" fmla="*/ 63 w 15049"/>
                <a:gd name="connsiteY2" fmla="*/ 8615 h 39041"/>
                <a:gd name="connsiteX3" fmla="*/ 6564 w 15049"/>
                <a:gd name="connsiteY3" fmla="*/ 63 h 39041"/>
                <a:gd name="connsiteX4" fmla="*/ 14988 w 15049"/>
                <a:gd name="connsiteY4" fmla="*/ 6663 h 39041"/>
                <a:gd name="connsiteX5" fmla="*/ 14988 w 15049"/>
                <a:gd name="connsiteY5" fmla="*/ 8615 h 39041"/>
                <a:gd name="connsiteX6" fmla="*/ 14988 w 15049"/>
                <a:gd name="connsiteY6" fmla="*/ 31278 h 39041"/>
                <a:gd name="connsiteX7" fmla="*/ 7838 w 15049"/>
                <a:gd name="connsiteY7" fmla="*/ 39037 h 39041"/>
                <a:gd name="connsiteX8" fmla="*/ 7587 w 15049"/>
                <a:gd name="connsiteY8" fmla="*/ 39041 h 3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49" h="39041">
                  <a:moveTo>
                    <a:pt x="7587" y="39041"/>
                  </a:moveTo>
                  <a:cubicBezTo>
                    <a:pt x="3431" y="39041"/>
                    <a:pt x="63" y="35622"/>
                    <a:pt x="63" y="31403"/>
                  </a:cubicBezTo>
                  <a:lnTo>
                    <a:pt x="63" y="8615"/>
                  </a:lnTo>
                  <a:cubicBezTo>
                    <a:pt x="-468" y="4431"/>
                    <a:pt x="2442" y="602"/>
                    <a:pt x="6564" y="63"/>
                  </a:cubicBezTo>
                  <a:cubicBezTo>
                    <a:pt x="10685" y="-476"/>
                    <a:pt x="14457" y="2479"/>
                    <a:pt x="14988" y="6663"/>
                  </a:cubicBezTo>
                  <a:cubicBezTo>
                    <a:pt x="15070" y="7311"/>
                    <a:pt x="15070" y="7967"/>
                    <a:pt x="14988" y="8615"/>
                  </a:cubicBezTo>
                  <a:lnTo>
                    <a:pt x="14988" y="31278"/>
                  </a:lnTo>
                  <a:cubicBezTo>
                    <a:pt x="15124" y="35425"/>
                    <a:pt x="11923" y="38899"/>
                    <a:pt x="7838" y="39037"/>
                  </a:cubicBezTo>
                  <a:cubicBezTo>
                    <a:pt x="7754" y="39040"/>
                    <a:pt x="7671" y="39041"/>
                    <a:pt x="7587" y="3904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43E086D2-4FBC-6441-AC20-C1444FE16DBE}"/>
                </a:ext>
              </a:extLst>
            </p:cNvPr>
            <p:cNvSpPr/>
            <p:nvPr/>
          </p:nvSpPr>
          <p:spPr>
            <a:xfrm>
              <a:off x="5219225" y="2650821"/>
              <a:ext cx="69323" cy="70369"/>
            </a:xfrm>
            <a:custGeom>
              <a:avLst/>
              <a:gdLst>
                <a:gd name="connsiteX0" fmla="*/ 34662 w 69323"/>
                <a:gd name="connsiteY0" fmla="*/ 70369 h 70369"/>
                <a:gd name="connsiteX1" fmla="*/ 0 w 69323"/>
                <a:gd name="connsiteY1" fmla="*/ 35185 h 70369"/>
                <a:gd name="connsiteX2" fmla="*/ 34662 w 69323"/>
                <a:gd name="connsiteY2" fmla="*/ 0 h 70369"/>
                <a:gd name="connsiteX3" fmla="*/ 69323 w 69323"/>
                <a:gd name="connsiteY3" fmla="*/ 35185 h 70369"/>
                <a:gd name="connsiteX4" fmla="*/ 34662 w 69323"/>
                <a:gd name="connsiteY4" fmla="*/ 70369 h 70369"/>
                <a:gd name="connsiteX5" fmla="*/ 34662 w 69323"/>
                <a:gd name="connsiteY5" fmla="*/ 15151 h 70369"/>
                <a:gd name="connsiteX6" fmla="*/ 14926 w 69323"/>
                <a:gd name="connsiteY6" fmla="*/ 35185 h 70369"/>
                <a:gd name="connsiteX7" fmla="*/ 34662 w 69323"/>
                <a:gd name="connsiteY7" fmla="*/ 55219 h 70369"/>
                <a:gd name="connsiteX8" fmla="*/ 54398 w 69323"/>
                <a:gd name="connsiteY8" fmla="*/ 35185 h 70369"/>
                <a:gd name="connsiteX9" fmla="*/ 34662 w 69323"/>
                <a:gd name="connsiteY9" fmla="*/ 15151 h 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323" h="70369">
                  <a:moveTo>
                    <a:pt x="34662" y="70369"/>
                  </a:moveTo>
                  <a:cubicBezTo>
                    <a:pt x="15519" y="70369"/>
                    <a:pt x="0" y="54617"/>
                    <a:pt x="0" y="35185"/>
                  </a:cubicBezTo>
                  <a:cubicBezTo>
                    <a:pt x="0" y="15753"/>
                    <a:pt x="15519" y="0"/>
                    <a:pt x="34662" y="0"/>
                  </a:cubicBezTo>
                  <a:cubicBezTo>
                    <a:pt x="53805" y="0"/>
                    <a:pt x="69323" y="15753"/>
                    <a:pt x="69323" y="35185"/>
                  </a:cubicBezTo>
                  <a:cubicBezTo>
                    <a:pt x="69323" y="54617"/>
                    <a:pt x="53805" y="70369"/>
                    <a:pt x="34662" y="70369"/>
                  </a:cubicBezTo>
                  <a:close/>
                  <a:moveTo>
                    <a:pt x="34662" y="15151"/>
                  </a:moveTo>
                  <a:cubicBezTo>
                    <a:pt x="23762" y="15151"/>
                    <a:pt x="14926" y="24120"/>
                    <a:pt x="14926" y="35185"/>
                  </a:cubicBezTo>
                  <a:cubicBezTo>
                    <a:pt x="14926" y="46249"/>
                    <a:pt x="23762" y="55219"/>
                    <a:pt x="34662" y="55219"/>
                  </a:cubicBezTo>
                  <a:cubicBezTo>
                    <a:pt x="45562" y="55219"/>
                    <a:pt x="54398" y="46249"/>
                    <a:pt x="54398" y="35185"/>
                  </a:cubicBezTo>
                  <a:cubicBezTo>
                    <a:pt x="54398" y="24120"/>
                    <a:pt x="45562" y="15151"/>
                    <a:pt x="34662" y="15151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444E6D4C-36A4-DA43-9F35-F1D1FB9DF939}"/>
                </a:ext>
              </a:extLst>
            </p:cNvPr>
            <p:cNvSpPr/>
            <p:nvPr/>
          </p:nvSpPr>
          <p:spPr>
            <a:xfrm>
              <a:off x="5219594" y="2738971"/>
              <a:ext cx="68707" cy="15275"/>
            </a:xfrm>
            <a:custGeom>
              <a:avLst/>
              <a:gdLst>
                <a:gd name="connsiteX0" fmla="*/ 61183 w 68707"/>
                <a:gd name="connsiteY0" fmla="*/ 15276 h 15275"/>
                <a:gd name="connsiteX1" fmla="*/ 7402 w 68707"/>
                <a:gd name="connsiteY1" fmla="*/ 15276 h 15275"/>
                <a:gd name="connsiteX2" fmla="*/ 0 w 68707"/>
                <a:gd name="connsiteY2" fmla="*/ 7764 h 15275"/>
                <a:gd name="connsiteX3" fmla="*/ 1 w 68707"/>
                <a:gd name="connsiteY3" fmla="*/ 7638 h 15275"/>
                <a:gd name="connsiteX4" fmla="*/ 7402 w 68707"/>
                <a:gd name="connsiteY4" fmla="*/ 0 h 15275"/>
                <a:gd name="connsiteX5" fmla="*/ 61183 w 68707"/>
                <a:gd name="connsiteY5" fmla="*/ 0 h 15275"/>
                <a:gd name="connsiteX6" fmla="*/ 68708 w 68707"/>
                <a:gd name="connsiteY6" fmla="*/ 7638 h 15275"/>
                <a:gd name="connsiteX7" fmla="*/ 61183 w 68707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707" h="15275">
                  <a:moveTo>
                    <a:pt x="61183" y="15276"/>
                  </a:moveTo>
                  <a:lnTo>
                    <a:pt x="7402" y="15276"/>
                  </a:lnTo>
                  <a:cubicBezTo>
                    <a:pt x="3315" y="15277"/>
                    <a:pt x="1" y="11913"/>
                    <a:pt x="0" y="7764"/>
                  </a:cubicBezTo>
                  <a:cubicBezTo>
                    <a:pt x="0" y="7722"/>
                    <a:pt x="0" y="7680"/>
                    <a:pt x="1" y="7638"/>
                  </a:cubicBezTo>
                  <a:cubicBezTo>
                    <a:pt x="0" y="3468"/>
                    <a:pt x="3295" y="68"/>
                    <a:pt x="7402" y="0"/>
                  </a:cubicBezTo>
                  <a:lnTo>
                    <a:pt x="61183" y="0"/>
                  </a:lnTo>
                  <a:cubicBezTo>
                    <a:pt x="65339" y="0"/>
                    <a:pt x="68708" y="3420"/>
                    <a:pt x="68708" y="7638"/>
                  </a:cubicBezTo>
                  <a:cubicBezTo>
                    <a:pt x="68708" y="11856"/>
                    <a:pt x="65339" y="15276"/>
                    <a:pt x="61183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7B7A210B-9556-224B-BBE4-C597D665D7DC}"/>
                </a:ext>
              </a:extLst>
            </p:cNvPr>
            <p:cNvSpPr/>
            <p:nvPr/>
          </p:nvSpPr>
          <p:spPr>
            <a:xfrm>
              <a:off x="5220432" y="2766454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7F35108-E9A1-3C4F-9C58-9B53B63A96CE}"/>
                </a:ext>
              </a:extLst>
            </p:cNvPr>
            <p:cNvSpPr/>
            <p:nvPr/>
          </p:nvSpPr>
          <p:spPr>
            <a:xfrm>
              <a:off x="5220432" y="2794376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125D8232-2ADA-2646-ACCF-2D89D83B9C73}"/>
                </a:ext>
              </a:extLst>
            </p:cNvPr>
            <p:cNvSpPr/>
            <p:nvPr/>
          </p:nvSpPr>
          <p:spPr>
            <a:xfrm>
              <a:off x="5220432" y="2822048"/>
              <a:ext cx="68831" cy="15276"/>
            </a:xfrm>
            <a:custGeom>
              <a:avLst/>
              <a:gdLst>
                <a:gd name="connsiteX0" fmla="*/ 6034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6034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72E68287-4E64-C140-806A-E0145EF32AB9}"/>
                </a:ext>
              </a:extLst>
            </p:cNvPr>
            <p:cNvSpPr/>
            <p:nvPr/>
          </p:nvSpPr>
          <p:spPr>
            <a:xfrm>
              <a:off x="5196652" y="2889101"/>
              <a:ext cx="114471" cy="15275"/>
            </a:xfrm>
            <a:custGeom>
              <a:avLst/>
              <a:gdLst>
                <a:gd name="connsiteX0" fmla="*/ 107069 w 114471"/>
                <a:gd name="connsiteY0" fmla="*/ 15276 h 15275"/>
                <a:gd name="connsiteX1" fmla="*/ 7524 w 114471"/>
                <a:gd name="connsiteY1" fmla="*/ 15276 h 15275"/>
                <a:gd name="connsiteX2" fmla="*/ 0 w 114471"/>
                <a:gd name="connsiteY2" fmla="*/ 7638 h 15275"/>
                <a:gd name="connsiteX3" fmla="*/ 7524 w 114471"/>
                <a:gd name="connsiteY3" fmla="*/ 0 h 15275"/>
                <a:gd name="connsiteX4" fmla="*/ 107069 w 114471"/>
                <a:gd name="connsiteY4" fmla="*/ 0 h 15275"/>
                <a:gd name="connsiteX5" fmla="*/ 114470 w 114471"/>
                <a:gd name="connsiteY5" fmla="*/ 7638 h 15275"/>
                <a:gd name="connsiteX6" fmla="*/ 107193 w 114471"/>
                <a:gd name="connsiteY6" fmla="*/ 15275 h 15275"/>
                <a:gd name="connsiteX7" fmla="*/ 107069 w 114471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471" h="15275">
                  <a:moveTo>
                    <a:pt x="107069" y="15276"/>
                  </a:moveTo>
                  <a:lnTo>
                    <a:pt x="7524" y="15276"/>
                  </a:lnTo>
                  <a:cubicBezTo>
                    <a:pt x="3369" y="15276"/>
                    <a:pt x="0" y="11856"/>
                    <a:pt x="0" y="7638"/>
                  </a:cubicBezTo>
                  <a:cubicBezTo>
                    <a:pt x="0" y="3420"/>
                    <a:pt x="3369" y="0"/>
                    <a:pt x="7524" y="0"/>
                  </a:cubicBezTo>
                  <a:lnTo>
                    <a:pt x="107069" y="0"/>
                  </a:lnTo>
                  <a:cubicBezTo>
                    <a:pt x="111176" y="68"/>
                    <a:pt x="114471" y="3468"/>
                    <a:pt x="114470" y="7638"/>
                  </a:cubicBezTo>
                  <a:cubicBezTo>
                    <a:pt x="114538" y="11787"/>
                    <a:pt x="111280" y="15206"/>
                    <a:pt x="107193" y="15275"/>
                  </a:cubicBezTo>
                  <a:cubicBezTo>
                    <a:pt x="107152" y="15276"/>
                    <a:pt x="107110" y="15276"/>
                    <a:pt x="107069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AC9A354F-0DEE-5B41-A2C9-09F9C8A719C8}"/>
                </a:ext>
              </a:extLst>
            </p:cNvPr>
            <p:cNvSpPr/>
            <p:nvPr/>
          </p:nvSpPr>
          <p:spPr>
            <a:xfrm>
              <a:off x="5325554" y="2622398"/>
              <a:ext cx="114471" cy="328182"/>
            </a:xfrm>
            <a:custGeom>
              <a:avLst/>
              <a:gdLst>
                <a:gd name="connsiteX0" fmla="*/ 107069 w 114471"/>
                <a:gd name="connsiteY0" fmla="*/ 328182 h 328182"/>
                <a:gd name="connsiteX1" fmla="*/ 7524 w 114471"/>
                <a:gd name="connsiteY1" fmla="*/ 328182 h 328182"/>
                <a:gd name="connsiteX2" fmla="*/ 0 w 114471"/>
                <a:gd name="connsiteY2" fmla="*/ 320669 h 328182"/>
                <a:gd name="connsiteX3" fmla="*/ 0 w 114471"/>
                <a:gd name="connsiteY3" fmla="*/ 7638 h 328182"/>
                <a:gd name="connsiteX4" fmla="*/ 7524 w 114471"/>
                <a:gd name="connsiteY4" fmla="*/ 0 h 328182"/>
                <a:gd name="connsiteX5" fmla="*/ 107069 w 114471"/>
                <a:gd name="connsiteY5" fmla="*/ 0 h 328182"/>
                <a:gd name="connsiteX6" fmla="*/ 114471 w 114471"/>
                <a:gd name="connsiteY6" fmla="*/ 7512 h 328182"/>
                <a:gd name="connsiteX7" fmla="*/ 114470 w 114471"/>
                <a:gd name="connsiteY7" fmla="*/ 7638 h 328182"/>
                <a:gd name="connsiteX8" fmla="*/ 114470 w 114471"/>
                <a:gd name="connsiteY8" fmla="*/ 320669 h 328182"/>
                <a:gd name="connsiteX9" fmla="*/ 107069 w 114471"/>
                <a:gd name="connsiteY9" fmla="*/ 328182 h 328182"/>
                <a:gd name="connsiteX10" fmla="*/ 15049 w 114471"/>
                <a:gd name="connsiteY10" fmla="*/ 313032 h 328182"/>
                <a:gd name="connsiteX11" fmla="*/ 99545 w 114471"/>
                <a:gd name="connsiteY11" fmla="*/ 313032 h 328182"/>
                <a:gd name="connsiteX12" fmla="*/ 99545 w 114471"/>
                <a:gd name="connsiteY12" fmla="*/ 14650 h 328182"/>
                <a:gd name="connsiteX13" fmla="*/ 15049 w 114471"/>
                <a:gd name="connsiteY13" fmla="*/ 14650 h 328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471" h="328182">
                  <a:moveTo>
                    <a:pt x="107069" y="328182"/>
                  </a:moveTo>
                  <a:lnTo>
                    <a:pt x="7524" y="328182"/>
                  </a:lnTo>
                  <a:cubicBezTo>
                    <a:pt x="3416" y="328183"/>
                    <a:pt x="67" y="324839"/>
                    <a:pt x="0" y="320669"/>
                  </a:cubicBezTo>
                  <a:lnTo>
                    <a:pt x="0" y="7638"/>
                  </a:lnTo>
                  <a:cubicBezTo>
                    <a:pt x="0" y="3420"/>
                    <a:pt x="3369" y="0"/>
                    <a:pt x="7524" y="0"/>
                  </a:cubicBezTo>
                  <a:lnTo>
                    <a:pt x="107069" y="0"/>
                  </a:lnTo>
                  <a:cubicBezTo>
                    <a:pt x="111156" y="-1"/>
                    <a:pt x="114471" y="3363"/>
                    <a:pt x="114471" y="7512"/>
                  </a:cubicBezTo>
                  <a:cubicBezTo>
                    <a:pt x="114471" y="7554"/>
                    <a:pt x="114471" y="7596"/>
                    <a:pt x="114470" y="7638"/>
                  </a:cubicBezTo>
                  <a:lnTo>
                    <a:pt x="114470" y="320669"/>
                  </a:lnTo>
                  <a:cubicBezTo>
                    <a:pt x="114470" y="324819"/>
                    <a:pt x="111156" y="328182"/>
                    <a:pt x="107069" y="328182"/>
                  </a:cubicBezTo>
                  <a:close/>
                  <a:moveTo>
                    <a:pt x="15049" y="313032"/>
                  </a:moveTo>
                  <a:lnTo>
                    <a:pt x="99545" y="313032"/>
                  </a:lnTo>
                  <a:lnTo>
                    <a:pt x="99545" y="14650"/>
                  </a:lnTo>
                  <a:lnTo>
                    <a:pt x="15049" y="14650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BF03F4FE-B8CC-264F-B8C3-830742AD138B}"/>
                </a:ext>
              </a:extLst>
            </p:cNvPr>
            <p:cNvSpPr/>
            <p:nvPr/>
          </p:nvSpPr>
          <p:spPr>
            <a:xfrm>
              <a:off x="5348621" y="2650824"/>
              <a:ext cx="69323" cy="70369"/>
            </a:xfrm>
            <a:custGeom>
              <a:avLst/>
              <a:gdLst>
                <a:gd name="connsiteX0" fmla="*/ 34168 w 69323"/>
                <a:gd name="connsiteY0" fmla="*/ 70366 h 70369"/>
                <a:gd name="connsiteX1" fmla="*/ 4 w 69323"/>
                <a:gd name="connsiteY1" fmla="*/ 34684 h 70369"/>
                <a:gd name="connsiteX2" fmla="*/ 35155 w 69323"/>
                <a:gd name="connsiteY2" fmla="*/ 4 h 70369"/>
                <a:gd name="connsiteX3" fmla="*/ 69324 w 69323"/>
                <a:gd name="connsiteY3" fmla="*/ 35181 h 70369"/>
                <a:gd name="connsiteX4" fmla="*/ 34665 w 69323"/>
                <a:gd name="connsiteY4" fmla="*/ 70370 h 70369"/>
                <a:gd name="connsiteX5" fmla="*/ 34168 w 69323"/>
                <a:gd name="connsiteY5" fmla="*/ 70366 h 70369"/>
                <a:gd name="connsiteX6" fmla="*/ 34168 w 69323"/>
                <a:gd name="connsiteY6" fmla="*/ 15147 h 70369"/>
                <a:gd name="connsiteX7" fmla="*/ 14432 w 69323"/>
                <a:gd name="connsiteY7" fmla="*/ 35181 h 70369"/>
                <a:gd name="connsiteX8" fmla="*/ 34168 w 69323"/>
                <a:gd name="connsiteY8" fmla="*/ 55215 h 70369"/>
                <a:gd name="connsiteX9" fmla="*/ 53905 w 69323"/>
                <a:gd name="connsiteY9" fmla="*/ 35181 h 70369"/>
                <a:gd name="connsiteX10" fmla="*/ 34168 w 69323"/>
                <a:gd name="connsiteY10" fmla="*/ 15147 h 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323" h="70369">
                  <a:moveTo>
                    <a:pt x="34168" y="70366"/>
                  </a:moveTo>
                  <a:cubicBezTo>
                    <a:pt x="15027" y="70089"/>
                    <a:pt x="-269" y="54114"/>
                    <a:pt x="4" y="34684"/>
                  </a:cubicBezTo>
                  <a:cubicBezTo>
                    <a:pt x="276" y="15254"/>
                    <a:pt x="16014" y="-273"/>
                    <a:pt x="35155" y="4"/>
                  </a:cubicBezTo>
                  <a:cubicBezTo>
                    <a:pt x="54103" y="277"/>
                    <a:pt x="69322" y="15946"/>
                    <a:pt x="69324" y="35181"/>
                  </a:cubicBezTo>
                  <a:cubicBezTo>
                    <a:pt x="69325" y="54613"/>
                    <a:pt x="53808" y="70368"/>
                    <a:pt x="34665" y="70370"/>
                  </a:cubicBezTo>
                  <a:cubicBezTo>
                    <a:pt x="34500" y="70370"/>
                    <a:pt x="34334" y="70368"/>
                    <a:pt x="34168" y="70366"/>
                  </a:cubicBezTo>
                  <a:close/>
                  <a:moveTo>
                    <a:pt x="34168" y="15147"/>
                  </a:moveTo>
                  <a:cubicBezTo>
                    <a:pt x="23268" y="15147"/>
                    <a:pt x="14432" y="24117"/>
                    <a:pt x="14432" y="35181"/>
                  </a:cubicBezTo>
                  <a:cubicBezTo>
                    <a:pt x="14432" y="46246"/>
                    <a:pt x="23268" y="55215"/>
                    <a:pt x="34168" y="55215"/>
                  </a:cubicBezTo>
                  <a:cubicBezTo>
                    <a:pt x="45068" y="55215"/>
                    <a:pt x="53905" y="46246"/>
                    <a:pt x="53905" y="35181"/>
                  </a:cubicBezTo>
                  <a:cubicBezTo>
                    <a:pt x="53905" y="24117"/>
                    <a:pt x="45068" y="15147"/>
                    <a:pt x="34168" y="15147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F60F7BDD-E51B-E644-9687-50CE54D478C3}"/>
                </a:ext>
              </a:extLst>
            </p:cNvPr>
            <p:cNvSpPr/>
            <p:nvPr/>
          </p:nvSpPr>
          <p:spPr>
            <a:xfrm>
              <a:off x="5348866" y="2738971"/>
              <a:ext cx="68707" cy="15285"/>
            </a:xfrm>
            <a:custGeom>
              <a:avLst/>
              <a:gdLst>
                <a:gd name="connsiteX0" fmla="*/ 60813 w 68707"/>
                <a:gd name="connsiteY0" fmla="*/ 15276 h 15285"/>
                <a:gd name="connsiteX1" fmla="*/ 7402 w 68707"/>
                <a:gd name="connsiteY1" fmla="*/ 15276 h 15285"/>
                <a:gd name="connsiteX2" fmla="*/ 0 w 68707"/>
                <a:gd name="connsiteY2" fmla="*/ 7764 h 15285"/>
                <a:gd name="connsiteX3" fmla="*/ 1 w 68707"/>
                <a:gd name="connsiteY3" fmla="*/ 7638 h 15285"/>
                <a:gd name="connsiteX4" fmla="*/ 7402 w 68707"/>
                <a:gd name="connsiteY4" fmla="*/ 0 h 15285"/>
                <a:gd name="connsiteX5" fmla="*/ 61183 w 68707"/>
                <a:gd name="connsiteY5" fmla="*/ 0 h 15285"/>
                <a:gd name="connsiteX6" fmla="*/ 68708 w 68707"/>
                <a:gd name="connsiteY6" fmla="*/ 7638 h 15285"/>
                <a:gd name="connsiteX7" fmla="*/ 61192 w 68707"/>
                <a:gd name="connsiteY7" fmla="*/ 15285 h 15285"/>
                <a:gd name="connsiteX8" fmla="*/ 60813 w 68707"/>
                <a:gd name="connsiteY8" fmla="*/ 15276 h 1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707" h="15285">
                  <a:moveTo>
                    <a:pt x="60813" y="15276"/>
                  </a:moveTo>
                  <a:lnTo>
                    <a:pt x="7402" y="15276"/>
                  </a:lnTo>
                  <a:cubicBezTo>
                    <a:pt x="3315" y="15277"/>
                    <a:pt x="1" y="11913"/>
                    <a:pt x="0" y="7764"/>
                  </a:cubicBezTo>
                  <a:cubicBezTo>
                    <a:pt x="0" y="7722"/>
                    <a:pt x="0" y="7680"/>
                    <a:pt x="1" y="7638"/>
                  </a:cubicBezTo>
                  <a:cubicBezTo>
                    <a:pt x="0" y="3468"/>
                    <a:pt x="3295" y="68"/>
                    <a:pt x="7402" y="0"/>
                  </a:cubicBezTo>
                  <a:lnTo>
                    <a:pt x="61183" y="0"/>
                  </a:lnTo>
                  <a:cubicBezTo>
                    <a:pt x="65339" y="0"/>
                    <a:pt x="68708" y="3420"/>
                    <a:pt x="68708" y="7638"/>
                  </a:cubicBezTo>
                  <a:cubicBezTo>
                    <a:pt x="68713" y="11856"/>
                    <a:pt x="65348" y="15280"/>
                    <a:pt x="61192" y="15285"/>
                  </a:cubicBezTo>
                  <a:cubicBezTo>
                    <a:pt x="61066" y="15285"/>
                    <a:pt x="60940" y="15282"/>
                    <a:pt x="60813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4D409DCA-6455-E64B-BF09-2997EB1F6B95}"/>
                </a:ext>
              </a:extLst>
            </p:cNvPr>
            <p:cNvSpPr/>
            <p:nvPr/>
          </p:nvSpPr>
          <p:spPr>
            <a:xfrm>
              <a:off x="5349705" y="2766454"/>
              <a:ext cx="68831" cy="15276"/>
            </a:xfrm>
            <a:custGeom>
              <a:avLst/>
              <a:gdLst>
                <a:gd name="connsiteX0" fmla="*/ 5997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5997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633202E9-43C5-C642-BF17-5AFFDDADD56E}"/>
                </a:ext>
              </a:extLst>
            </p:cNvPr>
            <p:cNvSpPr/>
            <p:nvPr/>
          </p:nvSpPr>
          <p:spPr>
            <a:xfrm>
              <a:off x="5348682" y="2794126"/>
              <a:ext cx="69853" cy="15464"/>
            </a:xfrm>
            <a:custGeom>
              <a:avLst/>
              <a:gdLst>
                <a:gd name="connsiteX0" fmla="*/ 60997 w 69853"/>
                <a:gd name="connsiteY0" fmla="*/ 15465 h 15464"/>
                <a:gd name="connsiteX1" fmla="*/ 7586 w 69853"/>
                <a:gd name="connsiteY1" fmla="*/ 15465 h 15464"/>
                <a:gd name="connsiteX2" fmla="*/ 0 w 69853"/>
                <a:gd name="connsiteY2" fmla="*/ 7764 h 15464"/>
                <a:gd name="connsiteX3" fmla="*/ 7586 w 69853"/>
                <a:gd name="connsiteY3" fmla="*/ 63 h 15464"/>
                <a:gd name="connsiteX4" fmla="*/ 61367 w 69853"/>
                <a:gd name="connsiteY4" fmla="*/ 63 h 15464"/>
                <a:gd name="connsiteX5" fmla="*/ 69791 w 69853"/>
                <a:gd name="connsiteY5" fmla="*/ 6663 h 15464"/>
                <a:gd name="connsiteX6" fmla="*/ 63290 w 69853"/>
                <a:gd name="connsiteY6" fmla="*/ 15214 h 15464"/>
                <a:gd name="connsiteX7" fmla="*/ 61367 w 69853"/>
                <a:gd name="connsiteY7" fmla="*/ 15214 h 1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853" h="15464">
                  <a:moveTo>
                    <a:pt x="60997" y="15465"/>
                  </a:moveTo>
                  <a:lnTo>
                    <a:pt x="7586" y="15465"/>
                  </a:lnTo>
                  <a:cubicBezTo>
                    <a:pt x="3396" y="15465"/>
                    <a:pt x="0" y="12017"/>
                    <a:pt x="0" y="7764"/>
                  </a:cubicBezTo>
                  <a:cubicBezTo>
                    <a:pt x="0" y="3511"/>
                    <a:pt x="3396" y="63"/>
                    <a:pt x="7586" y="63"/>
                  </a:cubicBezTo>
                  <a:lnTo>
                    <a:pt x="61367" y="63"/>
                  </a:lnTo>
                  <a:cubicBezTo>
                    <a:pt x="65489" y="-476"/>
                    <a:pt x="69261" y="2479"/>
                    <a:pt x="69791" y="6663"/>
                  </a:cubicBezTo>
                  <a:cubicBezTo>
                    <a:pt x="70322" y="10847"/>
                    <a:pt x="67412" y="14675"/>
                    <a:pt x="63290" y="15214"/>
                  </a:cubicBezTo>
                  <a:cubicBezTo>
                    <a:pt x="62652" y="15298"/>
                    <a:pt x="62006" y="15298"/>
                    <a:pt x="61367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98646B8-BF46-AD40-BE1B-DE8ECAE0135D}"/>
                </a:ext>
              </a:extLst>
            </p:cNvPr>
            <p:cNvSpPr/>
            <p:nvPr/>
          </p:nvSpPr>
          <p:spPr>
            <a:xfrm>
              <a:off x="5349705" y="2822048"/>
              <a:ext cx="68831" cy="15276"/>
            </a:xfrm>
            <a:custGeom>
              <a:avLst/>
              <a:gdLst>
                <a:gd name="connsiteX0" fmla="*/ 59975 w 68831"/>
                <a:gd name="connsiteY0" fmla="*/ 15214 h 15276"/>
                <a:gd name="connsiteX1" fmla="*/ 6564 w 68831"/>
                <a:gd name="connsiteY1" fmla="*/ 15214 h 15276"/>
                <a:gd name="connsiteX2" fmla="*/ 63 w 68831"/>
                <a:gd name="connsiteY2" fmla="*/ 6663 h 15276"/>
                <a:gd name="connsiteX3" fmla="*/ 6564 w 68831"/>
                <a:gd name="connsiteY3" fmla="*/ 63 h 15276"/>
                <a:gd name="connsiteX4" fmla="*/ 60345 w 68831"/>
                <a:gd name="connsiteY4" fmla="*/ 63 h 15276"/>
                <a:gd name="connsiteX5" fmla="*/ 68769 w 68831"/>
                <a:gd name="connsiteY5" fmla="*/ 6663 h 15276"/>
                <a:gd name="connsiteX6" fmla="*/ 62268 w 68831"/>
                <a:gd name="connsiteY6" fmla="*/ 15214 h 15276"/>
                <a:gd name="connsiteX7" fmla="*/ 60345 w 68831"/>
                <a:gd name="connsiteY7" fmla="*/ 15214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31" h="15276">
                  <a:moveTo>
                    <a:pt x="59975" y="15214"/>
                  </a:moveTo>
                  <a:lnTo>
                    <a:pt x="6564" y="15214"/>
                  </a:lnTo>
                  <a:cubicBezTo>
                    <a:pt x="2442" y="14675"/>
                    <a:pt x="-468" y="10847"/>
                    <a:pt x="63" y="6663"/>
                  </a:cubicBezTo>
                  <a:cubicBezTo>
                    <a:pt x="500" y="3219"/>
                    <a:pt x="3171" y="507"/>
                    <a:pt x="6564" y="63"/>
                  </a:cubicBezTo>
                  <a:lnTo>
                    <a:pt x="60345" y="63"/>
                  </a:lnTo>
                  <a:cubicBezTo>
                    <a:pt x="64467" y="-476"/>
                    <a:pt x="68238" y="2479"/>
                    <a:pt x="68769" y="6663"/>
                  </a:cubicBezTo>
                  <a:cubicBezTo>
                    <a:pt x="69300" y="10847"/>
                    <a:pt x="66389" y="14675"/>
                    <a:pt x="62268" y="15214"/>
                  </a:cubicBezTo>
                  <a:cubicBezTo>
                    <a:pt x="61630" y="15298"/>
                    <a:pt x="60983" y="15298"/>
                    <a:pt x="60345" y="1521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9F595785-1AB0-2E45-B267-DE75C90B5DA0}"/>
                </a:ext>
              </a:extLst>
            </p:cNvPr>
            <p:cNvSpPr/>
            <p:nvPr/>
          </p:nvSpPr>
          <p:spPr>
            <a:xfrm>
              <a:off x="5325554" y="2889101"/>
              <a:ext cx="114471" cy="15275"/>
            </a:xfrm>
            <a:custGeom>
              <a:avLst/>
              <a:gdLst>
                <a:gd name="connsiteX0" fmla="*/ 107069 w 114471"/>
                <a:gd name="connsiteY0" fmla="*/ 15276 h 15275"/>
                <a:gd name="connsiteX1" fmla="*/ 7524 w 114471"/>
                <a:gd name="connsiteY1" fmla="*/ 15276 h 15275"/>
                <a:gd name="connsiteX2" fmla="*/ 0 w 114471"/>
                <a:gd name="connsiteY2" fmla="*/ 7638 h 15275"/>
                <a:gd name="connsiteX3" fmla="*/ 7524 w 114471"/>
                <a:gd name="connsiteY3" fmla="*/ 0 h 15275"/>
                <a:gd name="connsiteX4" fmla="*/ 107069 w 114471"/>
                <a:gd name="connsiteY4" fmla="*/ 0 h 15275"/>
                <a:gd name="connsiteX5" fmla="*/ 114470 w 114471"/>
                <a:gd name="connsiteY5" fmla="*/ 7638 h 15275"/>
                <a:gd name="connsiteX6" fmla="*/ 107193 w 114471"/>
                <a:gd name="connsiteY6" fmla="*/ 15275 h 15275"/>
                <a:gd name="connsiteX7" fmla="*/ 107069 w 114471"/>
                <a:gd name="connsiteY7" fmla="*/ 15276 h 1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471" h="15275">
                  <a:moveTo>
                    <a:pt x="107069" y="15276"/>
                  </a:moveTo>
                  <a:lnTo>
                    <a:pt x="7524" y="15276"/>
                  </a:lnTo>
                  <a:cubicBezTo>
                    <a:pt x="3369" y="15276"/>
                    <a:pt x="0" y="11856"/>
                    <a:pt x="0" y="7638"/>
                  </a:cubicBezTo>
                  <a:cubicBezTo>
                    <a:pt x="66" y="3448"/>
                    <a:pt x="3396" y="67"/>
                    <a:pt x="7524" y="0"/>
                  </a:cubicBezTo>
                  <a:lnTo>
                    <a:pt x="107069" y="0"/>
                  </a:lnTo>
                  <a:cubicBezTo>
                    <a:pt x="111176" y="68"/>
                    <a:pt x="114471" y="3468"/>
                    <a:pt x="114470" y="7638"/>
                  </a:cubicBezTo>
                  <a:cubicBezTo>
                    <a:pt x="114538" y="11787"/>
                    <a:pt x="111280" y="15206"/>
                    <a:pt x="107193" y="15275"/>
                  </a:cubicBezTo>
                  <a:cubicBezTo>
                    <a:pt x="107152" y="15276"/>
                    <a:pt x="107110" y="15276"/>
                    <a:pt x="107069" y="1527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3A21EDD8-F29F-954F-8BBF-1F0BB442D3D1}"/>
                </a:ext>
              </a:extLst>
            </p:cNvPr>
            <p:cNvSpPr/>
            <p:nvPr/>
          </p:nvSpPr>
          <p:spPr>
            <a:xfrm>
              <a:off x="5425594" y="2606113"/>
              <a:ext cx="190748" cy="344469"/>
            </a:xfrm>
            <a:custGeom>
              <a:avLst/>
              <a:gdLst>
                <a:gd name="connsiteX0" fmla="*/ 87208 w 190748"/>
                <a:gd name="connsiteY0" fmla="*/ 344467 h 344469"/>
                <a:gd name="connsiteX1" fmla="*/ 83384 w 190748"/>
                <a:gd name="connsiteY1" fmla="*/ 343465 h 344469"/>
                <a:gd name="connsiteX2" fmla="*/ 79930 w 190748"/>
                <a:gd name="connsiteY2" fmla="*/ 338331 h 344469"/>
                <a:gd name="connsiteX3" fmla="*/ 245 w 190748"/>
                <a:gd name="connsiteY3" fmla="*/ 35818 h 344469"/>
                <a:gd name="connsiteX4" fmla="*/ 985 w 190748"/>
                <a:gd name="connsiteY4" fmla="*/ 30058 h 344469"/>
                <a:gd name="connsiteX5" fmla="*/ 5549 w 190748"/>
                <a:gd name="connsiteY5" fmla="*/ 26552 h 344469"/>
                <a:gd name="connsiteX6" fmla="*/ 101640 w 190748"/>
                <a:gd name="connsiteY6" fmla="*/ 257 h 344469"/>
                <a:gd name="connsiteX7" fmla="*/ 107314 w 190748"/>
                <a:gd name="connsiteY7" fmla="*/ 1009 h 344469"/>
                <a:gd name="connsiteX8" fmla="*/ 110768 w 190748"/>
                <a:gd name="connsiteY8" fmla="*/ 5642 h 344469"/>
                <a:gd name="connsiteX9" fmla="*/ 190453 w 190748"/>
                <a:gd name="connsiteY9" fmla="*/ 308656 h 344469"/>
                <a:gd name="connsiteX10" fmla="*/ 185516 w 190748"/>
                <a:gd name="connsiteY10" fmla="*/ 317823 h 344469"/>
                <a:gd name="connsiteX11" fmla="*/ 185149 w 190748"/>
                <a:gd name="connsiteY11" fmla="*/ 317922 h 344469"/>
                <a:gd name="connsiteX12" fmla="*/ 89058 w 190748"/>
                <a:gd name="connsiteY12" fmla="*/ 343966 h 344469"/>
                <a:gd name="connsiteX13" fmla="*/ 87208 w 190748"/>
                <a:gd name="connsiteY13" fmla="*/ 344467 h 344469"/>
                <a:gd name="connsiteX14" fmla="*/ 17021 w 190748"/>
                <a:gd name="connsiteY14" fmla="*/ 39324 h 344469"/>
                <a:gd name="connsiteX15" fmla="*/ 92758 w 190748"/>
                <a:gd name="connsiteY15" fmla="*/ 327313 h 344469"/>
                <a:gd name="connsiteX16" fmla="*/ 174540 w 190748"/>
                <a:gd name="connsiteY16" fmla="*/ 305150 h 344469"/>
                <a:gd name="connsiteX17" fmla="*/ 98679 w 190748"/>
                <a:gd name="connsiteY17" fmla="*/ 17161 h 34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0748" h="344469">
                  <a:moveTo>
                    <a:pt x="87208" y="344467"/>
                  </a:moveTo>
                  <a:cubicBezTo>
                    <a:pt x="85866" y="344504"/>
                    <a:pt x="84541" y="344157"/>
                    <a:pt x="83384" y="343465"/>
                  </a:cubicBezTo>
                  <a:cubicBezTo>
                    <a:pt x="81533" y="342366"/>
                    <a:pt x="80265" y="340482"/>
                    <a:pt x="79930" y="338331"/>
                  </a:cubicBezTo>
                  <a:lnTo>
                    <a:pt x="245" y="35818"/>
                  </a:lnTo>
                  <a:cubicBezTo>
                    <a:pt x="-252" y="33873"/>
                    <a:pt x="13" y="31808"/>
                    <a:pt x="985" y="30058"/>
                  </a:cubicBezTo>
                  <a:cubicBezTo>
                    <a:pt x="1959" y="28296"/>
                    <a:pt x="3613" y="27025"/>
                    <a:pt x="5549" y="26552"/>
                  </a:cubicBezTo>
                  <a:lnTo>
                    <a:pt x="101640" y="257"/>
                  </a:lnTo>
                  <a:cubicBezTo>
                    <a:pt x="103555" y="-260"/>
                    <a:pt x="105594" y="10"/>
                    <a:pt x="107314" y="1009"/>
                  </a:cubicBezTo>
                  <a:cubicBezTo>
                    <a:pt x="109050" y="1998"/>
                    <a:pt x="110302" y="3677"/>
                    <a:pt x="110768" y="5642"/>
                  </a:cubicBezTo>
                  <a:lnTo>
                    <a:pt x="190453" y="308656"/>
                  </a:lnTo>
                  <a:cubicBezTo>
                    <a:pt x="191583" y="312571"/>
                    <a:pt x="189373" y="316676"/>
                    <a:pt x="185516" y="317823"/>
                  </a:cubicBezTo>
                  <a:cubicBezTo>
                    <a:pt x="185394" y="317859"/>
                    <a:pt x="185272" y="317892"/>
                    <a:pt x="185149" y="317922"/>
                  </a:cubicBezTo>
                  <a:lnTo>
                    <a:pt x="89058" y="343966"/>
                  </a:lnTo>
                  <a:cubicBezTo>
                    <a:pt x="88480" y="344257"/>
                    <a:pt x="87851" y="344427"/>
                    <a:pt x="87208" y="344467"/>
                  </a:cubicBezTo>
                  <a:close/>
                  <a:moveTo>
                    <a:pt x="17021" y="39324"/>
                  </a:moveTo>
                  <a:lnTo>
                    <a:pt x="92758" y="327313"/>
                  </a:lnTo>
                  <a:lnTo>
                    <a:pt x="174540" y="305150"/>
                  </a:lnTo>
                  <a:lnTo>
                    <a:pt x="98679" y="1716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CFE8D684-99E3-7243-B6E6-88DA62825590}"/>
                </a:ext>
              </a:extLst>
            </p:cNvPr>
            <p:cNvSpPr/>
            <p:nvPr/>
          </p:nvSpPr>
          <p:spPr>
            <a:xfrm>
              <a:off x="5460861" y="2646470"/>
              <a:ext cx="69397" cy="70462"/>
            </a:xfrm>
            <a:custGeom>
              <a:avLst/>
              <a:gdLst>
                <a:gd name="connsiteX0" fmla="*/ 34671 w 69397"/>
                <a:gd name="connsiteY0" fmla="*/ 70463 h 70462"/>
                <a:gd name="connsiteX1" fmla="*/ 1120 w 69397"/>
                <a:gd name="connsiteY1" fmla="*/ 44294 h 70462"/>
                <a:gd name="connsiteX2" fmla="*/ 25790 w 69397"/>
                <a:gd name="connsiteY2" fmla="*/ 1220 h 70462"/>
                <a:gd name="connsiteX3" fmla="*/ 68136 w 69397"/>
                <a:gd name="connsiteY3" fmla="*/ 25931 h 70462"/>
                <a:gd name="connsiteX4" fmla="*/ 68223 w 69397"/>
                <a:gd name="connsiteY4" fmla="*/ 26263 h 70462"/>
                <a:gd name="connsiteX5" fmla="*/ 43640 w 69397"/>
                <a:gd name="connsiteY5" fmla="*/ 69312 h 70462"/>
                <a:gd name="connsiteX6" fmla="*/ 43552 w 69397"/>
                <a:gd name="connsiteY6" fmla="*/ 69336 h 70462"/>
                <a:gd name="connsiteX7" fmla="*/ 34671 w 69397"/>
                <a:gd name="connsiteY7" fmla="*/ 70463 h 70462"/>
                <a:gd name="connsiteX8" fmla="*/ 34671 w 69397"/>
                <a:gd name="connsiteY8" fmla="*/ 15119 h 70462"/>
                <a:gd name="connsiteX9" fmla="*/ 29614 w 69397"/>
                <a:gd name="connsiteY9" fmla="*/ 15870 h 70462"/>
                <a:gd name="connsiteX10" fmla="*/ 17279 w 69397"/>
                <a:gd name="connsiteY10" fmla="*/ 25136 h 70462"/>
                <a:gd name="connsiteX11" fmla="*/ 24397 w 69397"/>
                <a:gd name="connsiteY11" fmla="*/ 52532 h 70462"/>
                <a:gd name="connsiteX12" fmla="*/ 39482 w 69397"/>
                <a:gd name="connsiteY12" fmla="*/ 54561 h 70462"/>
                <a:gd name="connsiteX13" fmla="*/ 53461 w 69397"/>
                <a:gd name="connsiteY13" fmla="*/ 30038 h 70462"/>
                <a:gd name="connsiteX14" fmla="*/ 44293 w 69397"/>
                <a:gd name="connsiteY14" fmla="*/ 17874 h 70462"/>
                <a:gd name="connsiteX15" fmla="*/ 34671 w 69397"/>
                <a:gd name="connsiteY15" fmla="*/ 15119 h 70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397" h="70462">
                  <a:moveTo>
                    <a:pt x="34671" y="70463"/>
                  </a:moveTo>
                  <a:cubicBezTo>
                    <a:pt x="18975" y="70355"/>
                    <a:pt x="5265" y="59662"/>
                    <a:pt x="1120" y="44294"/>
                  </a:cubicBezTo>
                  <a:cubicBezTo>
                    <a:pt x="-3667" y="25500"/>
                    <a:pt x="7332" y="6295"/>
                    <a:pt x="25790" y="1220"/>
                  </a:cubicBezTo>
                  <a:cubicBezTo>
                    <a:pt x="44206" y="-3826"/>
                    <a:pt x="63165" y="7237"/>
                    <a:pt x="68136" y="25931"/>
                  </a:cubicBezTo>
                  <a:cubicBezTo>
                    <a:pt x="68166" y="26041"/>
                    <a:pt x="68194" y="26152"/>
                    <a:pt x="68223" y="26263"/>
                  </a:cubicBezTo>
                  <a:cubicBezTo>
                    <a:pt x="73146" y="45041"/>
                    <a:pt x="62140" y="64315"/>
                    <a:pt x="43640" y="69312"/>
                  </a:cubicBezTo>
                  <a:cubicBezTo>
                    <a:pt x="43611" y="69320"/>
                    <a:pt x="43582" y="69328"/>
                    <a:pt x="43552" y="69336"/>
                  </a:cubicBezTo>
                  <a:cubicBezTo>
                    <a:pt x="40648" y="70075"/>
                    <a:pt x="37666" y="70453"/>
                    <a:pt x="34671" y="70463"/>
                  </a:cubicBezTo>
                  <a:close/>
                  <a:moveTo>
                    <a:pt x="34671" y="15119"/>
                  </a:moveTo>
                  <a:cubicBezTo>
                    <a:pt x="32958" y="15113"/>
                    <a:pt x="31254" y="15367"/>
                    <a:pt x="29614" y="15870"/>
                  </a:cubicBezTo>
                  <a:cubicBezTo>
                    <a:pt x="24433" y="17130"/>
                    <a:pt x="19980" y="20475"/>
                    <a:pt x="17279" y="25136"/>
                  </a:cubicBezTo>
                  <a:cubicBezTo>
                    <a:pt x="11792" y="34696"/>
                    <a:pt x="14978" y="46962"/>
                    <a:pt x="24397" y="52532"/>
                  </a:cubicBezTo>
                  <a:cubicBezTo>
                    <a:pt x="28956" y="55228"/>
                    <a:pt x="34388" y="55959"/>
                    <a:pt x="39482" y="54561"/>
                  </a:cubicBezTo>
                  <a:cubicBezTo>
                    <a:pt x="50013" y="51708"/>
                    <a:pt x="56272" y="40728"/>
                    <a:pt x="53461" y="30038"/>
                  </a:cubicBezTo>
                  <a:cubicBezTo>
                    <a:pt x="52112" y="24911"/>
                    <a:pt x="48815" y="20536"/>
                    <a:pt x="44293" y="17874"/>
                  </a:cubicBezTo>
                  <a:cubicBezTo>
                    <a:pt x="41365" y="16148"/>
                    <a:pt x="38056" y="15200"/>
                    <a:pt x="34671" y="1511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3DFB9B07-54FA-7E46-BC7A-1B7E13A54224}"/>
                </a:ext>
              </a:extLst>
            </p:cNvPr>
            <p:cNvSpPr/>
            <p:nvPr/>
          </p:nvSpPr>
          <p:spPr>
            <a:xfrm>
              <a:off x="5477733" y="2725608"/>
              <a:ext cx="66636" cy="29264"/>
            </a:xfrm>
            <a:custGeom>
              <a:avLst/>
              <a:gdLst>
                <a:gd name="connsiteX0" fmla="*/ 7190 w 66636"/>
                <a:gd name="connsiteY0" fmla="*/ 29265 h 29264"/>
                <a:gd name="connsiteX1" fmla="*/ 8 w 66636"/>
                <a:gd name="connsiteY1" fmla="*/ 21295 h 29264"/>
                <a:gd name="connsiteX2" fmla="*/ 5217 w 66636"/>
                <a:gd name="connsiteY2" fmla="*/ 14365 h 29264"/>
                <a:gd name="connsiteX3" fmla="*/ 57271 w 66636"/>
                <a:gd name="connsiteY3" fmla="*/ 216 h 29264"/>
                <a:gd name="connsiteX4" fmla="*/ 66399 w 66636"/>
                <a:gd name="connsiteY4" fmla="*/ 5600 h 29264"/>
                <a:gd name="connsiteX5" fmla="*/ 61095 w 66636"/>
                <a:gd name="connsiteY5" fmla="*/ 14865 h 29264"/>
                <a:gd name="connsiteX6" fmla="*/ 9164 w 66636"/>
                <a:gd name="connsiteY6" fmla="*/ 29014 h 2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36" h="29264">
                  <a:moveTo>
                    <a:pt x="7190" y="29265"/>
                  </a:moveTo>
                  <a:cubicBezTo>
                    <a:pt x="3039" y="29078"/>
                    <a:pt x="-177" y="25509"/>
                    <a:pt x="8" y="21295"/>
                  </a:cubicBezTo>
                  <a:cubicBezTo>
                    <a:pt x="147" y="18107"/>
                    <a:pt x="2225" y="15343"/>
                    <a:pt x="5217" y="14365"/>
                  </a:cubicBezTo>
                  <a:lnTo>
                    <a:pt x="57271" y="216"/>
                  </a:lnTo>
                  <a:cubicBezTo>
                    <a:pt x="61242" y="-751"/>
                    <a:pt x="65260" y="1619"/>
                    <a:pt x="66399" y="5600"/>
                  </a:cubicBezTo>
                  <a:cubicBezTo>
                    <a:pt x="67420" y="9640"/>
                    <a:pt x="65059" y="13765"/>
                    <a:pt x="61095" y="14865"/>
                  </a:cubicBezTo>
                  <a:lnTo>
                    <a:pt x="9164" y="29014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CB7D0A9B-6A57-AE49-AE22-6577E19F801E}"/>
                </a:ext>
              </a:extLst>
            </p:cNvPr>
            <p:cNvSpPr/>
            <p:nvPr/>
          </p:nvSpPr>
          <p:spPr>
            <a:xfrm>
              <a:off x="5484764" y="2752550"/>
              <a:ext cx="65795" cy="29117"/>
            </a:xfrm>
            <a:custGeom>
              <a:avLst/>
              <a:gdLst>
                <a:gd name="connsiteX0" fmla="*/ 7190 w 65795"/>
                <a:gd name="connsiteY0" fmla="*/ 29118 h 29117"/>
                <a:gd name="connsiteX1" fmla="*/ 8 w 65795"/>
                <a:gd name="connsiteY1" fmla="*/ 21148 h 29117"/>
                <a:gd name="connsiteX2" fmla="*/ 5217 w 65795"/>
                <a:gd name="connsiteY2" fmla="*/ 14218 h 29117"/>
                <a:gd name="connsiteX3" fmla="*/ 57271 w 65795"/>
                <a:gd name="connsiteY3" fmla="*/ 69 h 29117"/>
                <a:gd name="connsiteX4" fmla="*/ 65729 w 65795"/>
                <a:gd name="connsiteY4" fmla="*/ 6624 h 29117"/>
                <a:gd name="connsiteX5" fmla="*/ 61095 w 65795"/>
                <a:gd name="connsiteY5" fmla="*/ 14719 h 29117"/>
                <a:gd name="connsiteX6" fmla="*/ 9164 w 65795"/>
                <a:gd name="connsiteY6" fmla="*/ 29118 h 2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795" h="29117">
                  <a:moveTo>
                    <a:pt x="7190" y="29118"/>
                  </a:moveTo>
                  <a:cubicBezTo>
                    <a:pt x="3039" y="28931"/>
                    <a:pt x="-177" y="25363"/>
                    <a:pt x="8" y="21148"/>
                  </a:cubicBezTo>
                  <a:cubicBezTo>
                    <a:pt x="147" y="17960"/>
                    <a:pt x="2225" y="15196"/>
                    <a:pt x="5217" y="14218"/>
                  </a:cubicBezTo>
                  <a:lnTo>
                    <a:pt x="57271" y="69"/>
                  </a:lnTo>
                  <a:cubicBezTo>
                    <a:pt x="61390" y="-492"/>
                    <a:pt x="65176" y="2443"/>
                    <a:pt x="65729" y="6624"/>
                  </a:cubicBezTo>
                  <a:cubicBezTo>
                    <a:pt x="66185" y="10079"/>
                    <a:pt x="64279" y="13410"/>
                    <a:pt x="61095" y="14719"/>
                  </a:cubicBezTo>
                  <a:lnTo>
                    <a:pt x="9164" y="29118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3E60146-4641-934C-AD6F-DBC03EEDB67B}"/>
                </a:ext>
              </a:extLst>
            </p:cNvPr>
            <p:cNvSpPr/>
            <p:nvPr/>
          </p:nvSpPr>
          <p:spPr>
            <a:xfrm>
              <a:off x="5491902" y="2779145"/>
              <a:ext cx="66530" cy="29203"/>
            </a:xfrm>
            <a:custGeom>
              <a:avLst/>
              <a:gdLst>
                <a:gd name="connsiteX0" fmla="*/ 7084 w 66530"/>
                <a:gd name="connsiteY0" fmla="*/ 29194 h 29203"/>
                <a:gd name="connsiteX1" fmla="*/ 13 w 66530"/>
                <a:gd name="connsiteY1" fmla="*/ 21122 h 29203"/>
                <a:gd name="connsiteX2" fmla="*/ 5234 w 66530"/>
                <a:gd name="connsiteY2" fmla="*/ 14293 h 29203"/>
                <a:gd name="connsiteX3" fmla="*/ 57165 w 66530"/>
                <a:gd name="connsiteY3" fmla="*/ 269 h 29203"/>
                <a:gd name="connsiteX4" fmla="*/ 66260 w 66530"/>
                <a:gd name="connsiteY4" fmla="*/ 5528 h 29203"/>
                <a:gd name="connsiteX5" fmla="*/ 66293 w 66530"/>
                <a:gd name="connsiteY5" fmla="*/ 5654 h 29203"/>
                <a:gd name="connsiteX6" fmla="*/ 60989 w 66530"/>
                <a:gd name="connsiteY6" fmla="*/ 14919 h 29203"/>
                <a:gd name="connsiteX7" fmla="*/ 9058 w 66530"/>
                <a:gd name="connsiteY7" fmla="*/ 28943 h 29203"/>
                <a:gd name="connsiteX8" fmla="*/ 7084 w 66530"/>
                <a:gd name="connsiteY8" fmla="*/ 29194 h 2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530" h="29203">
                  <a:moveTo>
                    <a:pt x="7084" y="29194"/>
                  </a:moveTo>
                  <a:cubicBezTo>
                    <a:pt x="2936" y="28947"/>
                    <a:pt x="-230" y="25333"/>
                    <a:pt x="13" y="21122"/>
                  </a:cubicBezTo>
                  <a:cubicBezTo>
                    <a:pt x="195" y="17969"/>
                    <a:pt x="2270" y="15255"/>
                    <a:pt x="5234" y="14293"/>
                  </a:cubicBezTo>
                  <a:lnTo>
                    <a:pt x="57165" y="269"/>
                  </a:lnTo>
                  <a:cubicBezTo>
                    <a:pt x="61107" y="-828"/>
                    <a:pt x="65179" y="1526"/>
                    <a:pt x="66260" y="5528"/>
                  </a:cubicBezTo>
                  <a:cubicBezTo>
                    <a:pt x="66271" y="5569"/>
                    <a:pt x="66282" y="5611"/>
                    <a:pt x="66293" y="5654"/>
                  </a:cubicBezTo>
                  <a:cubicBezTo>
                    <a:pt x="67314" y="9694"/>
                    <a:pt x="64953" y="13819"/>
                    <a:pt x="60989" y="14919"/>
                  </a:cubicBezTo>
                  <a:lnTo>
                    <a:pt x="9058" y="28943"/>
                  </a:lnTo>
                  <a:cubicBezTo>
                    <a:pt x="8421" y="29149"/>
                    <a:pt x="7752" y="29234"/>
                    <a:pt x="7084" y="2919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8F527A9-39B8-4644-A777-13A1A7753087}"/>
                </a:ext>
              </a:extLst>
            </p:cNvPr>
            <p:cNvSpPr/>
            <p:nvPr/>
          </p:nvSpPr>
          <p:spPr>
            <a:xfrm>
              <a:off x="5499035" y="2806433"/>
              <a:ext cx="66459" cy="28701"/>
            </a:xfrm>
            <a:custGeom>
              <a:avLst/>
              <a:gdLst>
                <a:gd name="connsiteX0" fmla="*/ 6982 w 66459"/>
                <a:gd name="connsiteY0" fmla="*/ 28701 h 28701"/>
                <a:gd name="connsiteX1" fmla="*/ 20 w 66459"/>
                <a:gd name="connsiteY1" fmla="*/ 20532 h 28701"/>
                <a:gd name="connsiteX2" fmla="*/ 5255 w 66459"/>
                <a:gd name="connsiteY2" fmla="*/ 13801 h 28701"/>
                <a:gd name="connsiteX3" fmla="*/ 57063 w 66459"/>
                <a:gd name="connsiteY3" fmla="*/ 278 h 28701"/>
                <a:gd name="connsiteX4" fmla="*/ 66180 w 66459"/>
                <a:gd name="connsiteY4" fmla="*/ 5497 h 28701"/>
                <a:gd name="connsiteX5" fmla="*/ 66191 w 66459"/>
                <a:gd name="connsiteY5" fmla="*/ 5537 h 28701"/>
                <a:gd name="connsiteX6" fmla="*/ 60918 w 66459"/>
                <a:gd name="connsiteY6" fmla="*/ 14919 h 28701"/>
                <a:gd name="connsiteX7" fmla="*/ 60887 w 66459"/>
                <a:gd name="connsiteY7" fmla="*/ 14928 h 28701"/>
                <a:gd name="connsiteX8" fmla="*/ 8956 w 66459"/>
                <a:gd name="connsiteY8" fmla="*/ 28451 h 28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9" h="28701">
                  <a:moveTo>
                    <a:pt x="6982" y="28701"/>
                  </a:moveTo>
                  <a:cubicBezTo>
                    <a:pt x="2837" y="28397"/>
                    <a:pt x="-280" y="24740"/>
                    <a:pt x="20" y="20532"/>
                  </a:cubicBezTo>
                  <a:cubicBezTo>
                    <a:pt x="242" y="17412"/>
                    <a:pt x="2317" y="14745"/>
                    <a:pt x="5255" y="13801"/>
                  </a:cubicBezTo>
                  <a:lnTo>
                    <a:pt x="57063" y="278"/>
                  </a:lnTo>
                  <a:cubicBezTo>
                    <a:pt x="61000" y="-836"/>
                    <a:pt x="65082" y="1500"/>
                    <a:pt x="66180" y="5497"/>
                  </a:cubicBezTo>
                  <a:cubicBezTo>
                    <a:pt x="66183" y="5510"/>
                    <a:pt x="66187" y="5524"/>
                    <a:pt x="66191" y="5537"/>
                  </a:cubicBezTo>
                  <a:cubicBezTo>
                    <a:pt x="67287" y="9606"/>
                    <a:pt x="64926" y="13806"/>
                    <a:pt x="60918" y="14919"/>
                  </a:cubicBezTo>
                  <a:cubicBezTo>
                    <a:pt x="60907" y="14922"/>
                    <a:pt x="60897" y="14925"/>
                    <a:pt x="60887" y="14928"/>
                  </a:cubicBezTo>
                  <a:lnTo>
                    <a:pt x="8956" y="28451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11ABBCC-1C88-204F-9E9F-3B42AAABCEAB}"/>
                </a:ext>
              </a:extLst>
            </p:cNvPr>
            <p:cNvSpPr/>
            <p:nvPr/>
          </p:nvSpPr>
          <p:spPr>
            <a:xfrm>
              <a:off x="5493875" y="2864866"/>
              <a:ext cx="109849" cy="41013"/>
            </a:xfrm>
            <a:custGeom>
              <a:avLst/>
              <a:gdLst>
                <a:gd name="connsiteX0" fmla="*/ 7084 w 109849"/>
                <a:gd name="connsiteY0" fmla="*/ 41013 h 41013"/>
                <a:gd name="connsiteX1" fmla="*/ 13 w 109849"/>
                <a:gd name="connsiteY1" fmla="*/ 32941 h 41013"/>
                <a:gd name="connsiteX2" fmla="*/ 5234 w 109849"/>
                <a:gd name="connsiteY2" fmla="*/ 26113 h 41013"/>
                <a:gd name="connsiteX3" fmla="*/ 101325 w 109849"/>
                <a:gd name="connsiteY3" fmla="*/ 69 h 41013"/>
                <a:gd name="connsiteX4" fmla="*/ 109782 w 109849"/>
                <a:gd name="connsiteY4" fmla="*/ 6624 h 41013"/>
                <a:gd name="connsiteX5" fmla="*/ 105149 w 109849"/>
                <a:gd name="connsiteY5" fmla="*/ 14719 h 41013"/>
                <a:gd name="connsiteX6" fmla="*/ 9058 w 109849"/>
                <a:gd name="connsiteY6" fmla="*/ 40763 h 4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49" h="41013">
                  <a:moveTo>
                    <a:pt x="7084" y="41013"/>
                  </a:moveTo>
                  <a:cubicBezTo>
                    <a:pt x="2936" y="40766"/>
                    <a:pt x="-230" y="37152"/>
                    <a:pt x="13" y="32941"/>
                  </a:cubicBezTo>
                  <a:cubicBezTo>
                    <a:pt x="195" y="29788"/>
                    <a:pt x="2270" y="27074"/>
                    <a:pt x="5234" y="26113"/>
                  </a:cubicBezTo>
                  <a:lnTo>
                    <a:pt x="101325" y="69"/>
                  </a:lnTo>
                  <a:cubicBezTo>
                    <a:pt x="105443" y="-492"/>
                    <a:pt x="109230" y="2443"/>
                    <a:pt x="109782" y="6624"/>
                  </a:cubicBezTo>
                  <a:cubicBezTo>
                    <a:pt x="110239" y="10079"/>
                    <a:pt x="108332" y="13410"/>
                    <a:pt x="105149" y="14719"/>
                  </a:cubicBezTo>
                  <a:lnTo>
                    <a:pt x="9058" y="40763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5FE2334B-0E47-CF43-8DF3-26B46C4FDA70}"/>
                </a:ext>
              </a:extLst>
            </p:cNvPr>
            <p:cNvSpPr/>
            <p:nvPr/>
          </p:nvSpPr>
          <p:spPr>
            <a:xfrm>
              <a:off x="5182614" y="2935367"/>
              <a:ext cx="453441" cy="15276"/>
            </a:xfrm>
            <a:custGeom>
              <a:avLst/>
              <a:gdLst>
                <a:gd name="connsiteX0" fmla="*/ 446877 w 453441"/>
                <a:gd name="connsiteY0" fmla="*/ 15213 h 15276"/>
                <a:gd name="connsiteX1" fmla="*/ 8487 w 453441"/>
                <a:gd name="connsiteY1" fmla="*/ 15213 h 15276"/>
                <a:gd name="connsiteX2" fmla="*/ 63 w 453441"/>
                <a:gd name="connsiteY2" fmla="*/ 8614 h 15276"/>
                <a:gd name="connsiteX3" fmla="*/ 6564 w 453441"/>
                <a:gd name="connsiteY3" fmla="*/ 63 h 15276"/>
                <a:gd name="connsiteX4" fmla="*/ 8487 w 453441"/>
                <a:gd name="connsiteY4" fmla="*/ 63 h 15276"/>
                <a:gd name="connsiteX5" fmla="*/ 446877 w 453441"/>
                <a:gd name="connsiteY5" fmla="*/ 63 h 15276"/>
                <a:gd name="connsiteX6" fmla="*/ 453379 w 453441"/>
                <a:gd name="connsiteY6" fmla="*/ 8614 h 15276"/>
                <a:gd name="connsiteX7" fmla="*/ 446877 w 453441"/>
                <a:gd name="connsiteY7" fmla="*/ 15213 h 1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441" h="15276">
                  <a:moveTo>
                    <a:pt x="446877" y="15213"/>
                  </a:moveTo>
                  <a:lnTo>
                    <a:pt x="8487" y="15213"/>
                  </a:lnTo>
                  <a:cubicBezTo>
                    <a:pt x="4365" y="15752"/>
                    <a:pt x="593" y="12798"/>
                    <a:pt x="63" y="8614"/>
                  </a:cubicBezTo>
                  <a:cubicBezTo>
                    <a:pt x="-468" y="4430"/>
                    <a:pt x="2442" y="602"/>
                    <a:pt x="6564" y="63"/>
                  </a:cubicBezTo>
                  <a:cubicBezTo>
                    <a:pt x="7202" y="-21"/>
                    <a:pt x="7848" y="-21"/>
                    <a:pt x="8487" y="63"/>
                  </a:cubicBezTo>
                  <a:lnTo>
                    <a:pt x="446877" y="63"/>
                  </a:lnTo>
                  <a:cubicBezTo>
                    <a:pt x="450999" y="602"/>
                    <a:pt x="453910" y="4430"/>
                    <a:pt x="453379" y="8614"/>
                  </a:cubicBezTo>
                  <a:cubicBezTo>
                    <a:pt x="452942" y="12058"/>
                    <a:pt x="450271" y="14770"/>
                    <a:pt x="446877" y="15213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24" name="Graphic 81">
            <a:extLst>
              <a:ext uri="{FF2B5EF4-FFF2-40B4-BE49-F238E27FC236}">
                <a16:creationId xmlns:a16="http://schemas.microsoft.com/office/drawing/2014/main" id="{88F63091-EDB2-8C4F-B3D5-4FA2A251CE64}"/>
              </a:ext>
            </a:extLst>
          </p:cNvPr>
          <p:cNvGrpSpPr>
            <a:grpSpLocks noChangeAspect="1"/>
          </p:cNvGrpSpPr>
          <p:nvPr/>
        </p:nvGrpSpPr>
        <p:grpSpPr>
          <a:xfrm>
            <a:off x="6632723" y="4839908"/>
            <a:ext cx="354770" cy="460100"/>
            <a:chOff x="5234495" y="2547084"/>
            <a:chExt cx="354770" cy="460100"/>
          </a:xfrm>
          <a:solidFill>
            <a:srgbClr val="FFFFFF"/>
          </a:solidFill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75353FAB-1F33-3545-A91F-942CF259F6C6}"/>
                </a:ext>
              </a:extLst>
            </p:cNvPr>
            <p:cNvSpPr/>
            <p:nvPr/>
          </p:nvSpPr>
          <p:spPr>
            <a:xfrm>
              <a:off x="5323399" y="2569294"/>
              <a:ext cx="57775" cy="58222"/>
            </a:xfrm>
            <a:custGeom>
              <a:avLst/>
              <a:gdLst>
                <a:gd name="connsiteX0" fmla="*/ 29500 w 57775"/>
                <a:gd name="connsiteY0" fmla="*/ 58215 h 58222"/>
                <a:gd name="connsiteX1" fmla="*/ 7 w 57775"/>
                <a:gd name="connsiteY1" fmla="*/ 29728 h 58222"/>
                <a:gd name="connsiteX2" fmla="*/ 28276 w 57775"/>
                <a:gd name="connsiteY2" fmla="*/ 7 h 58222"/>
                <a:gd name="connsiteX3" fmla="*/ 57769 w 57775"/>
                <a:gd name="connsiteY3" fmla="*/ 28494 h 58222"/>
                <a:gd name="connsiteX4" fmla="*/ 57776 w 57775"/>
                <a:gd name="connsiteY4" fmla="*/ 29105 h 58222"/>
                <a:gd name="connsiteX5" fmla="*/ 29500 w 57775"/>
                <a:gd name="connsiteY5" fmla="*/ 58215 h 58222"/>
                <a:gd name="connsiteX6" fmla="*/ 29500 w 57775"/>
                <a:gd name="connsiteY6" fmla="*/ 15042 h 58222"/>
                <a:gd name="connsiteX7" fmla="*/ 15302 w 57775"/>
                <a:gd name="connsiteY7" fmla="*/ 29105 h 58222"/>
                <a:gd name="connsiteX8" fmla="*/ 29256 w 57775"/>
                <a:gd name="connsiteY8" fmla="*/ 43412 h 58222"/>
                <a:gd name="connsiteX9" fmla="*/ 43454 w 57775"/>
                <a:gd name="connsiteY9" fmla="*/ 29350 h 58222"/>
                <a:gd name="connsiteX10" fmla="*/ 43454 w 57775"/>
                <a:gd name="connsiteY10" fmla="*/ 29105 h 58222"/>
                <a:gd name="connsiteX11" fmla="*/ 29623 w 57775"/>
                <a:gd name="connsiteY11" fmla="*/ 14920 h 58222"/>
                <a:gd name="connsiteX12" fmla="*/ 29500 w 57775"/>
                <a:gd name="connsiteY12" fmla="*/ 14919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75" h="58222">
                  <a:moveTo>
                    <a:pt x="29500" y="58215"/>
                  </a:moveTo>
                  <a:cubicBezTo>
                    <a:pt x="13549" y="58556"/>
                    <a:pt x="345" y="45802"/>
                    <a:pt x="7" y="29728"/>
                  </a:cubicBezTo>
                  <a:cubicBezTo>
                    <a:pt x="-331" y="13654"/>
                    <a:pt x="12325" y="347"/>
                    <a:pt x="28276" y="7"/>
                  </a:cubicBezTo>
                  <a:cubicBezTo>
                    <a:pt x="44227" y="-334"/>
                    <a:pt x="57431" y="12420"/>
                    <a:pt x="57769" y="28494"/>
                  </a:cubicBezTo>
                  <a:cubicBezTo>
                    <a:pt x="57774" y="28698"/>
                    <a:pt x="57776" y="28901"/>
                    <a:pt x="57776" y="29105"/>
                  </a:cubicBezTo>
                  <a:cubicBezTo>
                    <a:pt x="57779" y="44944"/>
                    <a:pt x="45215" y="57880"/>
                    <a:pt x="29500" y="58215"/>
                  </a:cubicBezTo>
                  <a:close/>
                  <a:moveTo>
                    <a:pt x="29500" y="15042"/>
                  </a:moveTo>
                  <a:cubicBezTo>
                    <a:pt x="21726" y="14975"/>
                    <a:pt x="15369" y="21270"/>
                    <a:pt x="15302" y="29105"/>
                  </a:cubicBezTo>
                  <a:cubicBezTo>
                    <a:pt x="15235" y="36939"/>
                    <a:pt x="21482" y="43344"/>
                    <a:pt x="29256" y="43412"/>
                  </a:cubicBezTo>
                  <a:cubicBezTo>
                    <a:pt x="37030" y="43480"/>
                    <a:pt x="43387" y="37184"/>
                    <a:pt x="43454" y="29350"/>
                  </a:cubicBezTo>
                  <a:cubicBezTo>
                    <a:pt x="43455" y="29268"/>
                    <a:pt x="43455" y="29186"/>
                    <a:pt x="43454" y="29105"/>
                  </a:cubicBezTo>
                  <a:cubicBezTo>
                    <a:pt x="43522" y="21339"/>
                    <a:pt x="37329" y="14988"/>
                    <a:pt x="29623" y="14920"/>
                  </a:cubicBezTo>
                  <a:cubicBezTo>
                    <a:pt x="29582" y="14919"/>
                    <a:pt x="29541" y="14919"/>
                    <a:pt x="29500" y="1491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E4A28059-3FE7-D344-AF05-4E837F5201C8}"/>
                </a:ext>
              </a:extLst>
            </p:cNvPr>
            <p:cNvSpPr/>
            <p:nvPr/>
          </p:nvSpPr>
          <p:spPr>
            <a:xfrm>
              <a:off x="5299652" y="2627386"/>
              <a:ext cx="106008" cy="69816"/>
            </a:xfrm>
            <a:custGeom>
              <a:avLst/>
              <a:gdLst>
                <a:gd name="connsiteX0" fmla="*/ 99027 w 106008"/>
                <a:gd name="connsiteY0" fmla="*/ 69817 h 69816"/>
                <a:gd name="connsiteX1" fmla="*/ 91682 w 106008"/>
                <a:gd name="connsiteY1" fmla="*/ 62416 h 69816"/>
                <a:gd name="connsiteX2" fmla="*/ 91682 w 106008"/>
                <a:gd name="connsiteY2" fmla="*/ 30838 h 69816"/>
                <a:gd name="connsiteX3" fmla="*/ 75892 w 106008"/>
                <a:gd name="connsiteY3" fmla="*/ 14926 h 69816"/>
                <a:gd name="connsiteX4" fmla="*/ 30602 w 106008"/>
                <a:gd name="connsiteY4" fmla="*/ 14926 h 69816"/>
                <a:gd name="connsiteX5" fmla="*/ 14811 w 106008"/>
                <a:gd name="connsiteY5" fmla="*/ 30838 h 69816"/>
                <a:gd name="connsiteX6" fmla="*/ 14811 w 106008"/>
                <a:gd name="connsiteY6" fmla="*/ 62169 h 69816"/>
                <a:gd name="connsiteX7" fmla="*/ 6452 w 106008"/>
                <a:gd name="connsiteY7" fmla="*/ 68670 h 69816"/>
                <a:gd name="connsiteX8" fmla="*/ 0 w 106008"/>
                <a:gd name="connsiteY8" fmla="*/ 62169 h 69816"/>
                <a:gd name="connsiteX9" fmla="*/ 0 w 106008"/>
                <a:gd name="connsiteY9" fmla="*/ 30838 h 69816"/>
                <a:gd name="connsiteX10" fmla="*/ 30602 w 106008"/>
                <a:gd name="connsiteY10" fmla="*/ 0 h 69816"/>
                <a:gd name="connsiteX11" fmla="*/ 75892 w 106008"/>
                <a:gd name="connsiteY11" fmla="*/ 0 h 69816"/>
                <a:gd name="connsiteX12" fmla="*/ 106004 w 106008"/>
                <a:gd name="connsiteY12" fmla="*/ 30838 h 69816"/>
                <a:gd name="connsiteX13" fmla="*/ 106004 w 106008"/>
                <a:gd name="connsiteY13" fmla="*/ 62169 h 69816"/>
                <a:gd name="connsiteX14" fmla="*/ 99027 w 106008"/>
                <a:gd name="connsiteY14" fmla="*/ 69817 h 6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008" h="69816">
                  <a:moveTo>
                    <a:pt x="99027" y="69817"/>
                  </a:moveTo>
                  <a:cubicBezTo>
                    <a:pt x="94970" y="69817"/>
                    <a:pt x="91682" y="66503"/>
                    <a:pt x="91682" y="62416"/>
                  </a:cubicBezTo>
                  <a:lnTo>
                    <a:pt x="91682" y="30838"/>
                  </a:lnTo>
                  <a:cubicBezTo>
                    <a:pt x="91682" y="22050"/>
                    <a:pt x="84613" y="14926"/>
                    <a:pt x="75892" y="14926"/>
                  </a:cubicBezTo>
                  <a:lnTo>
                    <a:pt x="30602" y="14926"/>
                  </a:lnTo>
                  <a:cubicBezTo>
                    <a:pt x="21881" y="14926"/>
                    <a:pt x="14811" y="22050"/>
                    <a:pt x="14811" y="30838"/>
                  </a:cubicBezTo>
                  <a:lnTo>
                    <a:pt x="14811" y="62169"/>
                  </a:lnTo>
                  <a:cubicBezTo>
                    <a:pt x="14284" y="66291"/>
                    <a:pt x="10541" y="69201"/>
                    <a:pt x="6452" y="68670"/>
                  </a:cubicBezTo>
                  <a:cubicBezTo>
                    <a:pt x="3084" y="68233"/>
                    <a:pt x="434" y="65562"/>
                    <a:pt x="0" y="62169"/>
                  </a:cubicBezTo>
                  <a:lnTo>
                    <a:pt x="0" y="30838"/>
                  </a:lnTo>
                  <a:cubicBezTo>
                    <a:pt x="0" y="13807"/>
                    <a:pt x="13701" y="0"/>
                    <a:pt x="30602" y="0"/>
                  </a:cubicBezTo>
                  <a:lnTo>
                    <a:pt x="75892" y="0"/>
                  </a:lnTo>
                  <a:cubicBezTo>
                    <a:pt x="92601" y="269"/>
                    <a:pt x="106006" y="13997"/>
                    <a:pt x="106004" y="30838"/>
                  </a:cubicBezTo>
                  <a:lnTo>
                    <a:pt x="106004" y="62169"/>
                  </a:lnTo>
                  <a:cubicBezTo>
                    <a:pt x="106142" y="66211"/>
                    <a:pt x="103035" y="69617"/>
                    <a:pt x="99027" y="69817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B1B0396-D3A6-4C4F-90C3-6E94BBC82215}"/>
                </a:ext>
              </a:extLst>
            </p:cNvPr>
            <p:cNvSpPr/>
            <p:nvPr/>
          </p:nvSpPr>
          <p:spPr>
            <a:xfrm>
              <a:off x="5260605" y="2547084"/>
              <a:ext cx="184343" cy="185767"/>
            </a:xfrm>
            <a:custGeom>
              <a:avLst/>
              <a:gdLst>
                <a:gd name="connsiteX0" fmla="*/ 92294 w 184343"/>
                <a:gd name="connsiteY0" fmla="*/ 185767 h 185767"/>
                <a:gd name="connsiteX1" fmla="*/ 0 w 184343"/>
                <a:gd name="connsiteY1" fmla="*/ 93007 h 185767"/>
                <a:gd name="connsiteX2" fmla="*/ 92049 w 184343"/>
                <a:gd name="connsiteY2" fmla="*/ 0 h 185767"/>
                <a:gd name="connsiteX3" fmla="*/ 184344 w 184343"/>
                <a:gd name="connsiteY3" fmla="*/ 92760 h 185767"/>
                <a:gd name="connsiteX4" fmla="*/ 184344 w 184343"/>
                <a:gd name="connsiteY4" fmla="*/ 92883 h 185767"/>
                <a:gd name="connsiteX5" fmla="*/ 92294 w 184343"/>
                <a:gd name="connsiteY5" fmla="*/ 185767 h 185767"/>
                <a:gd name="connsiteX6" fmla="*/ 92294 w 184343"/>
                <a:gd name="connsiteY6" fmla="*/ 15049 h 185767"/>
                <a:gd name="connsiteX7" fmla="*/ 15056 w 184343"/>
                <a:gd name="connsiteY7" fmla="*/ 92883 h 185767"/>
                <a:gd name="connsiteX8" fmla="*/ 92294 w 184343"/>
                <a:gd name="connsiteY8" fmla="*/ 170718 h 185767"/>
                <a:gd name="connsiteX9" fmla="*/ 169533 w 184343"/>
                <a:gd name="connsiteY9" fmla="*/ 92883 h 185767"/>
                <a:gd name="connsiteX10" fmla="*/ 92294 w 184343"/>
                <a:gd name="connsiteY10" fmla="*/ 15049 h 18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343" h="185767">
                  <a:moveTo>
                    <a:pt x="92294" y="185767"/>
                  </a:moveTo>
                  <a:cubicBezTo>
                    <a:pt x="41389" y="185835"/>
                    <a:pt x="68" y="144305"/>
                    <a:pt x="0" y="93007"/>
                  </a:cubicBezTo>
                  <a:cubicBezTo>
                    <a:pt x="-68" y="41709"/>
                    <a:pt x="41144" y="68"/>
                    <a:pt x="92049" y="0"/>
                  </a:cubicBezTo>
                  <a:cubicBezTo>
                    <a:pt x="142955" y="-68"/>
                    <a:pt x="184276" y="41462"/>
                    <a:pt x="184344" y="92760"/>
                  </a:cubicBezTo>
                  <a:cubicBezTo>
                    <a:pt x="184344" y="92801"/>
                    <a:pt x="184344" y="92842"/>
                    <a:pt x="184344" y="92883"/>
                  </a:cubicBezTo>
                  <a:cubicBezTo>
                    <a:pt x="184344" y="144134"/>
                    <a:pt x="143152" y="185699"/>
                    <a:pt x="92294" y="185767"/>
                  </a:cubicBezTo>
                  <a:close/>
                  <a:moveTo>
                    <a:pt x="92294" y="15049"/>
                  </a:moveTo>
                  <a:cubicBezTo>
                    <a:pt x="49637" y="15049"/>
                    <a:pt x="15056" y="49897"/>
                    <a:pt x="15056" y="92883"/>
                  </a:cubicBezTo>
                  <a:cubicBezTo>
                    <a:pt x="15056" y="135870"/>
                    <a:pt x="49637" y="170718"/>
                    <a:pt x="92294" y="170718"/>
                  </a:cubicBezTo>
                  <a:cubicBezTo>
                    <a:pt x="134952" y="170718"/>
                    <a:pt x="169533" y="135870"/>
                    <a:pt x="169533" y="92883"/>
                  </a:cubicBezTo>
                  <a:cubicBezTo>
                    <a:pt x="169465" y="49925"/>
                    <a:pt x="134924" y="15117"/>
                    <a:pt x="92294" y="1504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DA632140-F991-3A43-A531-1A71B61714F7}"/>
                </a:ext>
              </a:extLst>
            </p:cNvPr>
            <p:cNvSpPr/>
            <p:nvPr/>
          </p:nvSpPr>
          <p:spPr>
            <a:xfrm>
              <a:off x="5468083" y="2843744"/>
              <a:ext cx="57775" cy="58221"/>
            </a:xfrm>
            <a:custGeom>
              <a:avLst/>
              <a:gdLst>
                <a:gd name="connsiteX0" fmla="*/ 28888 w 57775"/>
                <a:gd name="connsiteY0" fmla="*/ 58222 h 58221"/>
                <a:gd name="connsiteX1" fmla="*/ 0 w 57775"/>
                <a:gd name="connsiteY1" fmla="*/ 29111 h 58221"/>
                <a:gd name="connsiteX2" fmla="*/ 28888 w 57775"/>
                <a:gd name="connsiteY2" fmla="*/ 0 h 58221"/>
                <a:gd name="connsiteX3" fmla="*/ 57776 w 57775"/>
                <a:gd name="connsiteY3" fmla="*/ 29111 h 58221"/>
                <a:gd name="connsiteX4" fmla="*/ 28888 w 57775"/>
                <a:gd name="connsiteY4" fmla="*/ 58222 h 58221"/>
                <a:gd name="connsiteX5" fmla="*/ 28888 w 57775"/>
                <a:gd name="connsiteY5" fmla="*/ 15049 h 58221"/>
                <a:gd name="connsiteX6" fmla="*/ 14812 w 57775"/>
                <a:gd name="connsiteY6" fmla="*/ 29235 h 58221"/>
                <a:gd name="connsiteX7" fmla="*/ 28889 w 57775"/>
                <a:gd name="connsiteY7" fmla="*/ 43420 h 58221"/>
                <a:gd name="connsiteX8" fmla="*/ 42965 w 57775"/>
                <a:gd name="connsiteY8" fmla="*/ 29234 h 58221"/>
                <a:gd name="connsiteX9" fmla="*/ 42965 w 57775"/>
                <a:gd name="connsiteY9" fmla="*/ 29111 h 58221"/>
                <a:gd name="connsiteX10" fmla="*/ 29011 w 57775"/>
                <a:gd name="connsiteY10" fmla="*/ 15048 h 58221"/>
                <a:gd name="connsiteX11" fmla="*/ 28888 w 57775"/>
                <a:gd name="connsiteY11" fmla="*/ 15049 h 5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775" h="58221">
                  <a:moveTo>
                    <a:pt x="28888" y="58222"/>
                  </a:moveTo>
                  <a:cubicBezTo>
                    <a:pt x="12934" y="58222"/>
                    <a:pt x="0" y="45188"/>
                    <a:pt x="0" y="29111"/>
                  </a:cubicBezTo>
                  <a:cubicBezTo>
                    <a:pt x="0" y="13033"/>
                    <a:pt x="12934" y="0"/>
                    <a:pt x="28888" y="0"/>
                  </a:cubicBezTo>
                  <a:cubicBezTo>
                    <a:pt x="44842" y="0"/>
                    <a:pt x="57776" y="13033"/>
                    <a:pt x="57776" y="29111"/>
                  </a:cubicBezTo>
                  <a:cubicBezTo>
                    <a:pt x="57776" y="45188"/>
                    <a:pt x="44842" y="58222"/>
                    <a:pt x="28888" y="58222"/>
                  </a:cubicBezTo>
                  <a:close/>
                  <a:moveTo>
                    <a:pt x="28888" y="15049"/>
                  </a:moveTo>
                  <a:cubicBezTo>
                    <a:pt x="21114" y="15049"/>
                    <a:pt x="14811" y="21400"/>
                    <a:pt x="14812" y="29235"/>
                  </a:cubicBezTo>
                  <a:cubicBezTo>
                    <a:pt x="14812" y="37069"/>
                    <a:pt x="21115" y="43420"/>
                    <a:pt x="28889" y="43420"/>
                  </a:cubicBezTo>
                  <a:cubicBezTo>
                    <a:pt x="36663" y="43419"/>
                    <a:pt x="42965" y="37068"/>
                    <a:pt x="42965" y="29234"/>
                  </a:cubicBezTo>
                  <a:cubicBezTo>
                    <a:pt x="42965" y="29193"/>
                    <a:pt x="42965" y="29152"/>
                    <a:pt x="42965" y="29111"/>
                  </a:cubicBezTo>
                  <a:cubicBezTo>
                    <a:pt x="42965" y="21345"/>
                    <a:pt x="36718" y="15049"/>
                    <a:pt x="29011" y="15048"/>
                  </a:cubicBezTo>
                  <a:cubicBezTo>
                    <a:pt x="28970" y="15048"/>
                    <a:pt x="28929" y="15049"/>
                    <a:pt x="28888" y="1504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D1A159E9-4A65-964C-B693-623ABD66D8E2}"/>
                </a:ext>
              </a:extLst>
            </p:cNvPr>
            <p:cNvSpPr/>
            <p:nvPr/>
          </p:nvSpPr>
          <p:spPr>
            <a:xfrm>
              <a:off x="5443847" y="2902089"/>
              <a:ext cx="106370" cy="69571"/>
            </a:xfrm>
            <a:custGeom>
              <a:avLst/>
              <a:gdLst>
                <a:gd name="connsiteX0" fmla="*/ 99027 w 106370"/>
                <a:gd name="connsiteY0" fmla="*/ 69570 h 69571"/>
                <a:gd name="connsiteX1" fmla="*/ 91561 w 106370"/>
                <a:gd name="connsiteY1" fmla="*/ 62293 h 69571"/>
                <a:gd name="connsiteX2" fmla="*/ 91560 w 106370"/>
                <a:gd name="connsiteY2" fmla="*/ 62169 h 69571"/>
                <a:gd name="connsiteX3" fmla="*/ 91560 w 106370"/>
                <a:gd name="connsiteY3" fmla="*/ 30838 h 69571"/>
                <a:gd name="connsiteX4" fmla="*/ 75769 w 106370"/>
                <a:gd name="connsiteY4" fmla="*/ 15172 h 69571"/>
                <a:gd name="connsiteX5" fmla="*/ 30602 w 106370"/>
                <a:gd name="connsiteY5" fmla="*/ 15172 h 69571"/>
                <a:gd name="connsiteX6" fmla="*/ 14811 w 106370"/>
                <a:gd name="connsiteY6" fmla="*/ 31085 h 69571"/>
                <a:gd name="connsiteX7" fmla="*/ 14811 w 106370"/>
                <a:gd name="connsiteY7" fmla="*/ 62416 h 69571"/>
                <a:gd name="connsiteX8" fmla="*/ 6452 w 106370"/>
                <a:gd name="connsiteY8" fmla="*/ 68917 h 69571"/>
                <a:gd name="connsiteX9" fmla="*/ 0 w 106370"/>
                <a:gd name="connsiteY9" fmla="*/ 62416 h 69571"/>
                <a:gd name="connsiteX10" fmla="*/ 0 w 106370"/>
                <a:gd name="connsiteY10" fmla="*/ 30838 h 69571"/>
                <a:gd name="connsiteX11" fmla="*/ 30602 w 106370"/>
                <a:gd name="connsiteY11" fmla="*/ 0 h 69571"/>
                <a:gd name="connsiteX12" fmla="*/ 75769 w 106370"/>
                <a:gd name="connsiteY12" fmla="*/ 0 h 69571"/>
                <a:gd name="connsiteX13" fmla="*/ 106371 w 106370"/>
                <a:gd name="connsiteY13" fmla="*/ 30838 h 69571"/>
                <a:gd name="connsiteX14" fmla="*/ 106371 w 106370"/>
                <a:gd name="connsiteY14" fmla="*/ 62169 h 69571"/>
                <a:gd name="connsiteX15" fmla="*/ 99027 w 106370"/>
                <a:gd name="connsiteY15" fmla="*/ 69570 h 6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6370" h="69571">
                  <a:moveTo>
                    <a:pt x="99027" y="69570"/>
                  </a:moveTo>
                  <a:cubicBezTo>
                    <a:pt x="94971" y="69638"/>
                    <a:pt x="91628" y="66380"/>
                    <a:pt x="91561" y="62293"/>
                  </a:cubicBezTo>
                  <a:cubicBezTo>
                    <a:pt x="91560" y="62252"/>
                    <a:pt x="91560" y="62211"/>
                    <a:pt x="91560" y="62169"/>
                  </a:cubicBezTo>
                  <a:lnTo>
                    <a:pt x="91560" y="30838"/>
                  </a:lnTo>
                  <a:cubicBezTo>
                    <a:pt x="91426" y="22146"/>
                    <a:pt x="84396" y="15171"/>
                    <a:pt x="75769" y="15172"/>
                  </a:cubicBezTo>
                  <a:lnTo>
                    <a:pt x="30602" y="15172"/>
                  </a:lnTo>
                  <a:cubicBezTo>
                    <a:pt x="21881" y="15172"/>
                    <a:pt x="14811" y="22296"/>
                    <a:pt x="14811" y="31085"/>
                  </a:cubicBezTo>
                  <a:lnTo>
                    <a:pt x="14811" y="62416"/>
                  </a:lnTo>
                  <a:cubicBezTo>
                    <a:pt x="14284" y="66537"/>
                    <a:pt x="10541" y="69448"/>
                    <a:pt x="6452" y="68917"/>
                  </a:cubicBezTo>
                  <a:cubicBezTo>
                    <a:pt x="3084" y="68480"/>
                    <a:pt x="434" y="65809"/>
                    <a:pt x="0" y="62416"/>
                  </a:cubicBezTo>
                  <a:lnTo>
                    <a:pt x="0" y="30838"/>
                  </a:lnTo>
                  <a:cubicBezTo>
                    <a:pt x="0" y="13807"/>
                    <a:pt x="13701" y="0"/>
                    <a:pt x="30602" y="0"/>
                  </a:cubicBezTo>
                  <a:lnTo>
                    <a:pt x="75769" y="0"/>
                  </a:lnTo>
                  <a:cubicBezTo>
                    <a:pt x="92670" y="0"/>
                    <a:pt x="106371" y="13807"/>
                    <a:pt x="106371" y="30838"/>
                  </a:cubicBezTo>
                  <a:lnTo>
                    <a:pt x="106371" y="62169"/>
                  </a:lnTo>
                  <a:cubicBezTo>
                    <a:pt x="106371" y="66257"/>
                    <a:pt x="103083" y="69570"/>
                    <a:pt x="99027" y="6957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B1ABDD28-697D-DD48-9034-9AFBF8AEF090}"/>
                </a:ext>
              </a:extLst>
            </p:cNvPr>
            <p:cNvSpPr/>
            <p:nvPr/>
          </p:nvSpPr>
          <p:spPr>
            <a:xfrm>
              <a:off x="5405167" y="2821665"/>
              <a:ext cx="184098" cy="185520"/>
            </a:xfrm>
            <a:custGeom>
              <a:avLst/>
              <a:gdLst>
                <a:gd name="connsiteX0" fmla="*/ 91805 w 184098"/>
                <a:gd name="connsiteY0" fmla="*/ 185520 h 185520"/>
                <a:gd name="connsiteX1" fmla="*/ 0 w 184098"/>
                <a:gd name="connsiteY1" fmla="*/ 92514 h 185520"/>
                <a:gd name="connsiteX2" fmla="*/ 92294 w 184098"/>
                <a:gd name="connsiteY2" fmla="*/ 0 h 185520"/>
                <a:gd name="connsiteX3" fmla="*/ 184099 w 184098"/>
                <a:gd name="connsiteY3" fmla="*/ 92760 h 185520"/>
                <a:gd name="connsiteX4" fmla="*/ 91805 w 184098"/>
                <a:gd name="connsiteY4" fmla="*/ 185520 h 185520"/>
                <a:gd name="connsiteX5" fmla="*/ 91805 w 184098"/>
                <a:gd name="connsiteY5" fmla="*/ 14925 h 185520"/>
                <a:gd name="connsiteX6" fmla="*/ 14689 w 184098"/>
                <a:gd name="connsiteY6" fmla="*/ 92883 h 185520"/>
                <a:gd name="connsiteX7" fmla="*/ 92049 w 184098"/>
                <a:gd name="connsiteY7" fmla="*/ 170594 h 185520"/>
                <a:gd name="connsiteX8" fmla="*/ 169165 w 184098"/>
                <a:gd name="connsiteY8" fmla="*/ 92760 h 185520"/>
                <a:gd name="connsiteX9" fmla="*/ 91805 w 184098"/>
                <a:gd name="connsiteY9" fmla="*/ 14925 h 18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98" h="185520">
                  <a:moveTo>
                    <a:pt x="91805" y="185520"/>
                  </a:moveTo>
                  <a:cubicBezTo>
                    <a:pt x="40967" y="185384"/>
                    <a:pt x="-135" y="143743"/>
                    <a:pt x="0" y="92514"/>
                  </a:cubicBezTo>
                  <a:cubicBezTo>
                    <a:pt x="136" y="41284"/>
                    <a:pt x="41457" y="-136"/>
                    <a:pt x="92294" y="0"/>
                  </a:cubicBezTo>
                  <a:cubicBezTo>
                    <a:pt x="143036" y="136"/>
                    <a:pt x="184099" y="41626"/>
                    <a:pt x="184099" y="92760"/>
                  </a:cubicBezTo>
                  <a:cubicBezTo>
                    <a:pt x="184031" y="144058"/>
                    <a:pt x="142710" y="185588"/>
                    <a:pt x="91805" y="185520"/>
                  </a:cubicBezTo>
                  <a:close/>
                  <a:moveTo>
                    <a:pt x="91805" y="14925"/>
                  </a:moveTo>
                  <a:cubicBezTo>
                    <a:pt x="49147" y="14993"/>
                    <a:pt x="14621" y="49896"/>
                    <a:pt x="14689" y="92883"/>
                  </a:cubicBezTo>
                  <a:cubicBezTo>
                    <a:pt x="14756" y="135870"/>
                    <a:pt x="49392" y="170663"/>
                    <a:pt x="92049" y="170594"/>
                  </a:cubicBezTo>
                  <a:cubicBezTo>
                    <a:pt x="134659" y="170526"/>
                    <a:pt x="169165" y="135699"/>
                    <a:pt x="169165" y="92760"/>
                  </a:cubicBezTo>
                  <a:cubicBezTo>
                    <a:pt x="169098" y="49753"/>
                    <a:pt x="134482" y="14925"/>
                    <a:pt x="91805" y="14925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EC72698A-36B0-C54F-9AD4-A9E1E3534B22}"/>
                </a:ext>
              </a:extLst>
            </p:cNvPr>
            <p:cNvSpPr/>
            <p:nvPr/>
          </p:nvSpPr>
          <p:spPr>
            <a:xfrm>
              <a:off x="5234495" y="2615719"/>
              <a:ext cx="339149" cy="338548"/>
            </a:xfrm>
            <a:custGeom>
              <a:avLst/>
              <a:gdLst>
                <a:gd name="connsiteX0" fmla="*/ 169448 w 339149"/>
                <a:gd name="connsiteY0" fmla="*/ 338548 h 338548"/>
                <a:gd name="connsiteX1" fmla="*/ 0 w 339149"/>
                <a:gd name="connsiteY1" fmla="*/ 167374 h 338548"/>
                <a:gd name="connsiteX2" fmla="*/ 37983 w 339149"/>
                <a:gd name="connsiteY2" fmla="*/ 59774 h 338548"/>
                <a:gd name="connsiteX3" fmla="*/ 44471 w 339149"/>
                <a:gd name="connsiteY3" fmla="*/ 57061 h 338548"/>
                <a:gd name="connsiteX4" fmla="*/ 50224 w 339149"/>
                <a:gd name="connsiteY4" fmla="*/ 61008 h 338548"/>
                <a:gd name="connsiteX5" fmla="*/ 155062 w 339149"/>
                <a:gd name="connsiteY5" fmla="*/ 92528 h 338548"/>
                <a:gd name="connsiteX6" fmla="*/ 195643 w 339149"/>
                <a:gd name="connsiteY6" fmla="*/ 24249 h 338548"/>
                <a:gd name="connsiteX7" fmla="*/ 194174 w 339149"/>
                <a:gd name="connsiteY7" fmla="*/ 8954 h 338548"/>
                <a:gd name="connsiteX8" fmla="*/ 199539 w 339149"/>
                <a:gd name="connsiteY8" fmla="*/ 196 h 338548"/>
                <a:gd name="connsiteX9" fmla="*/ 202864 w 339149"/>
                <a:gd name="connsiteY9" fmla="*/ 196 h 338548"/>
                <a:gd name="connsiteX10" fmla="*/ 335795 w 339149"/>
                <a:gd name="connsiteY10" fmla="*/ 201475 h 338548"/>
                <a:gd name="connsiteX11" fmla="*/ 324536 w 339149"/>
                <a:gd name="connsiteY11" fmla="*/ 237154 h 338548"/>
                <a:gd name="connsiteX12" fmla="*/ 319395 w 339149"/>
                <a:gd name="connsiteY12" fmla="*/ 241471 h 338548"/>
                <a:gd name="connsiteX13" fmla="*/ 312908 w 339149"/>
                <a:gd name="connsiteY13" fmla="*/ 239744 h 338548"/>
                <a:gd name="connsiteX14" fmla="*/ 203905 w 339149"/>
                <a:gd name="connsiteY14" fmla="*/ 246868 h 338548"/>
                <a:gd name="connsiteX15" fmla="*/ 190501 w 339149"/>
                <a:gd name="connsiteY15" fmla="*/ 327817 h 338548"/>
                <a:gd name="connsiteX16" fmla="*/ 190501 w 339149"/>
                <a:gd name="connsiteY16" fmla="*/ 334478 h 338548"/>
                <a:gd name="connsiteX17" fmla="*/ 184871 w 339149"/>
                <a:gd name="connsiteY17" fmla="*/ 338055 h 338548"/>
                <a:gd name="connsiteX18" fmla="*/ 169448 w 339149"/>
                <a:gd name="connsiteY18" fmla="*/ 338548 h 338548"/>
                <a:gd name="connsiteX19" fmla="*/ 43124 w 339149"/>
                <a:gd name="connsiteY19" fmla="*/ 77660 h 338548"/>
                <a:gd name="connsiteX20" fmla="*/ 79180 w 339149"/>
                <a:gd name="connsiteY20" fmla="*/ 295322 h 338548"/>
                <a:gd name="connsiteX21" fmla="*/ 169448 w 339149"/>
                <a:gd name="connsiteY21" fmla="*/ 324363 h 338548"/>
                <a:gd name="connsiteX22" fmla="*/ 173854 w 339149"/>
                <a:gd name="connsiteY22" fmla="*/ 324363 h 338548"/>
                <a:gd name="connsiteX23" fmla="*/ 170427 w 339149"/>
                <a:gd name="connsiteY23" fmla="*/ 299693 h 338548"/>
                <a:gd name="connsiteX24" fmla="*/ 262476 w 339149"/>
                <a:gd name="connsiteY24" fmla="*/ 206932 h 338548"/>
                <a:gd name="connsiteX25" fmla="*/ 314499 w 339149"/>
                <a:gd name="connsiteY25" fmla="*/ 223215 h 338548"/>
                <a:gd name="connsiteX26" fmla="*/ 324291 w 339149"/>
                <a:gd name="connsiteY26" fmla="*/ 168817 h 338548"/>
                <a:gd name="connsiteX27" fmla="*/ 210209 w 339149"/>
                <a:gd name="connsiteY27" fmla="*/ 17835 h 338548"/>
                <a:gd name="connsiteX28" fmla="*/ 210209 w 339149"/>
                <a:gd name="connsiteY28" fmla="*/ 24866 h 338548"/>
                <a:gd name="connsiteX29" fmla="*/ 117242 w 339149"/>
                <a:gd name="connsiteY29" fmla="*/ 116692 h 338548"/>
                <a:gd name="connsiteX30" fmla="*/ 43124 w 339149"/>
                <a:gd name="connsiteY30" fmla="*/ 77660 h 33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9149" h="338548">
                  <a:moveTo>
                    <a:pt x="169448" y="338548"/>
                  </a:moveTo>
                  <a:cubicBezTo>
                    <a:pt x="75750" y="338433"/>
                    <a:pt x="-114" y="261796"/>
                    <a:pt x="0" y="167374"/>
                  </a:cubicBezTo>
                  <a:cubicBezTo>
                    <a:pt x="48" y="128181"/>
                    <a:pt x="13457" y="90193"/>
                    <a:pt x="37983" y="59774"/>
                  </a:cubicBezTo>
                  <a:cubicBezTo>
                    <a:pt x="39549" y="57819"/>
                    <a:pt x="41991" y="56797"/>
                    <a:pt x="44471" y="57061"/>
                  </a:cubicBezTo>
                  <a:cubicBezTo>
                    <a:pt x="46933" y="57297"/>
                    <a:pt x="49103" y="58786"/>
                    <a:pt x="50224" y="61008"/>
                  </a:cubicBezTo>
                  <a:cubicBezTo>
                    <a:pt x="70537" y="98886"/>
                    <a:pt x="117474" y="112998"/>
                    <a:pt x="155062" y="92528"/>
                  </a:cubicBezTo>
                  <a:cubicBezTo>
                    <a:pt x="179967" y="78965"/>
                    <a:pt x="195532" y="52777"/>
                    <a:pt x="195643" y="24249"/>
                  </a:cubicBezTo>
                  <a:cubicBezTo>
                    <a:pt x="195639" y="19115"/>
                    <a:pt x="195147" y="13993"/>
                    <a:pt x="194174" y="8954"/>
                  </a:cubicBezTo>
                  <a:cubicBezTo>
                    <a:pt x="193255" y="5042"/>
                    <a:pt x="195657" y="1121"/>
                    <a:pt x="199539" y="196"/>
                  </a:cubicBezTo>
                  <a:cubicBezTo>
                    <a:pt x="200632" y="-65"/>
                    <a:pt x="201771" y="-65"/>
                    <a:pt x="202864" y="196"/>
                  </a:cubicBezTo>
                  <a:cubicBezTo>
                    <a:pt x="294728" y="18786"/>
                    <a:pt x="354244" y="108902"/>
                    <a:pt x="335795" y="201475"/>
                  </a:cubicBezTo>
                  <a:cubicBezTo>
                    <a:pt x="333350" y="213747"/>
                    <a:pt x="329574" y="225712"/>
                    <a:pt x="324536" y="237154"/>
                  </a:cubicBezTo>
                  <a:cubicBezTo>
                    <a:pt x="323549" y="239295"/>
                    <a:pt x="321663" y="240879"/>
                    <a:pt x="319395" y="241471"/>
                  </a:cubicBezTo>
                  <a:cubicBezTo>
                    <a:pt x="317083" y="241982"/>
                    <a:pt x="314668" y="241340"/>
                    <a:pt x="312908" y="239744"/>
                  </a:cubicBezTo>
                  <a:cubicBezTo>
                    <a:pt x="280855" y="211379"/>
                    <a:pt x="232053" y="214568"/>
                    <a:pt x="203905" y="246868"/>
                  </a:cubicBezTo>
                  <a:cubicBezTo>
                    <a:pt x="184537" y="269093"/>
                    <a:pt x="179343" y="300459"/>
                    <a:pt x="190501" y="327817"/>
                  </a:cubicBezTo>
                  <a:cubicBezTo>
                    <a:pt x="191611" y="329896"/>
                    <a:pt x="191611" y="332398"/>
                    <a:pt x="190501" y="334478"/>
                  </a:cubicBezTo>
                  <a:cubicBezTo>
                    <a:pt x="189299" y="336508"/>
                    <a:pt x="187207" y="337837"/>
                    <a:pt x="184871" y="338055"/>
                  </a:cubicBezTo>
                  <a:cubicBezTo>
                    <a:pt x="179363" y="338548"/>
                    <a:pt x="174344" y="338548"/>
                    <a:pt x="169448" y="338548"/>
                  </a:cubicBezTo>
                  <a:close/>
                  <a:moveTo>
                    <a:pt x="43124" y="77660"/>
                  </a:moveTo>
                  <a:cubicBezTo>
                    <a:pt x="-6564" y="147799"/>
                    <a:pt x="9579" y="245249"/>
                    <a:pt x="79180" y="295322"/>
                  </a:cubicBezTo>
                  <a:cubicBezTo>
                    <a:pt x="105519" y="314270"/>
                    <a:pt x="137086" y="324426"/>
                    <a:pt x="169448" y="324363"/>
                  </a:cubicBezTo>
                  <a:lnTo>
                    <a:pt x="173854" y="324363"/>
                  </a:lnTo>
                  <a:cubicBezTo>
                    <a:pt x="171643" y="316327"/>
                    <a:pt x="170491" y="308032"/>
                    <a:pt x="170427" y="299693"/>
                  </a:cubicBezTo>
                  <a:cubicBezTo>
                    <a:pt x="170494" y="248491"/>
                    <a:pt x="211667" y="207000"/>
                    <a:pt x="262476" y="206932"/>
                  </a:cubicBezTo>
                  <a:cubicBezTo>
                    <a:pt x="281058" y="206892"/>
                    <a:pt x="299209" y="212573"/>
                    <a:pt x="314499" y="223215"/>
                  </a:cubicBezTo>
                  <a:cubicBezTo>
                    <a:pt x="320994" y="205826"/>
                    <a:pt x="324312" y="187396"/>
                    <a:pt x="324291" y="168817"/>
                  </a:cubicBezTo>
                  <a:cubicBezTo>
                    <a:pt x="324323" y="98350"/>
                    <a:pt x="277625" y="36548"/>
                    <a:pt x="210209" y="17835"/>
                  </a:cubicBezTo>
                  <a:cubicBezTo>
                    <a:pt x="210331" y="20177"/>
                    <a:pt x="210331" y="22524"/>
                    <a:pt x="210209" y="24866"/>
                  </a:cubicBezTo>
                  <a:cubicBezTo>
                    <a:pt x="209700" y="76093"/>
                    <a:pt x="168077" y="117205"/>
                    <a:pt x="117242" y="116692"/>
                  </a:cubicBezTo>
                  <a:cubicBezTo>
                    <a:pt x="87759" y="116395"/>
                    <a:pt x="60201" y="101882"/>
                    <a:pt x="43124" y="77660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B6A0853-9967-A54C-AAB9-D446AAB18A30}"/>
                </a:ext>
              </a:extLst>
            </p:cNvPr>
            <p:cNvSpPr/>
            <p:nvPr/>
          </p:nvSpPr>
          <p:spPr>
            <a:xfrm>
              <a:off x="5476268" y="2627888"/>
              <a:ext cx="47011" cy="52662"/>
            </a:xfrm>
            <a:custGeom>
              <a:avLst/>
              <a:gdLst>
                <a:gd name="connsiteX0" fmla="*/ 13726 w 47011"/>
                <a:gd name="connsiteY0" fmla="*/ 52662 h 52662"/>
                <a:gd name="connsiteX1" fmla="*/ 6504 w 47011"/>
                <a:gd name="connsiteY1" fmla="*/ 46618 h 52662"/>
                <a:gd name="connsiteX2" fmla="*/ 139 w 47011"/>
                <a:gd name="connsiteY2" fmla="*/ 14670 h 52662"/>
                <a:gd name="connsiteX3" fmla="*/ 1363 w 47011"/>
                <a:gd name="connsiteY3" fmla="*/ 8996 h 52662"/>
                <a:gd name="connsiteX4" fmla="*/ 6137 w 47011"/>
                <a:gd name="connsiteY4" fmla="*/ 5665 h 52662"/>
                <a:gd name="connsiteX5" fmla="*/ 38329 w 47011"/>
                <a:gd name="connsiteY5" fmla="*/ 115 h 52662"/>
                <a:gd name="connsiteX6" fmla="*/ 46898 w 47011"/>
                <a:gd name="connsiteY6" fmla="*/ 6159 h 52662"/>
                <a:gd name="connsiteX7" fmla="*/ 40900 w 47011"/>
                <a:gd name="connsiteY7" fmla="*/ 14793 h 52662"/>
                <a:gd name="connsiteX8" fmla="*/ 16419 w 47011"/>
                <a:gd name="connsiteY8" fmla="*/ 19111 h 52662"/>
                <a:gd name="connsiteX9" fmla="*/ 21315 w 47011"/>
                <a:gd name="connsiteY9" fmla="*/ 43781 h 52662"/>
                <a:gd name="connsiteX10" fmla="*/ 15440 w 47011"/>
                <a:gd name="connsiteY10" fmla="*/ 52539 h 5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11" h="52662">
                  <a:moveTo>
                    <a:pt x="13726" y="52662"/>
                  </a:moveTo>
                  <a:cubicBezTo>
                    <a:pt x="10205" y="52615"/>
                    <a:pt x="7196" y="50097"/>
                    <a:pt x="6504" y="46618"/>
                  </a:cubicBezTo>
                  <a:lnTo>
                    <a:pt x="139" y="14670"/>
                  </a:lnTo>
                  <a:cubicBezTo>
                    <a:pt x="-252" y="12690"/>
                    <a:pt x="191" y="10634"/>
                    <a:pt x="1363" y="8996"/>
                  </a:cubicBezTo>
                  <a:cubicBezTo>
                    <a:pt x="2443" y="7282"/>
                    <a:pt x="4165" y="6081"/>
                    <a:pt x="6137" y="5665"/>
                  </a:cubicBezTo>
                  <a:lnTo>
                    <a:pt x="38329" y="115"/>
                  </a:lnTo>
                  <a:cubicBezTo>
                    <a:pt x="42352" y="-601"/>
                    <a:pt x="46188" y="2105"/>
                    <a:pt x="46898" y="6159"/>
                  </a:cubicBezTo>
                  <a:cubicBezTo>
                    <a:pt x="47608" y="10212"/>
                    <a:pt x="44922" y="14078"/>
                    <a:pt x="40900" y="14793"/>
                  </a:cubicBezTo>
                  <a:lnTo>
                    <a:pt x="16419" y="19111"/>
                  </a:lnTo>
                  <a:lnTo>
                    <a:pt x="21315" y="43781"/>
                  </a:lnTo>
                  <a:cubicBezTo>
                    <a:pt x="22064" y="47829"/>
                    <a:pt x="19446" y="51731"/>
                    <a:pt x="15440" y="52539"/>
                  </a:cubicBez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86E5F8D-AAC8-F947-8C07-ED1F57319F61}"/>
                </a:ext>
              </a:extLst>
            </p:cNvPr>
            <p:cNvSpPr/>
            <p:nvPr/>
          </p:nvSpPr>
          <p:spPr>
            <a:xfrm>
              <a:off x="5283959" y="2889234"/>
              <a:ext cx="47421" cy="52724"/>
            </a:xfrm>
            <a:custGeom>
              <a:avLst/>
              <a:gdLst>
                <a:gd name="connsiteX0" fmla="*/ 7982 w 47421"/>
                <a:gd name="connsiteY0" fmla="*/ 52698 h 52724"/>
                <a:gd name="connsiteX1" fmla="*/ 26 w 47421"/>
                <a:gd name="connsiteY1" fmla="*/ 45914 h 52724"/>
                <a:gd name="connsiteX2" fmla="*/ 6758 w 47421"/>
                <a:gd name="connsiteY2" fmla="*/ 37896 h 52724"/>
                <a:gd name="connsiteX3" fmla="*/ 31239 w 47421"/>
                <a:gd name="connsiteY3" fmla="*/ 33579 h 52724"/>
                <a:gd name="connsiteX4" fmla="*/ 26343 w 47421"/>
                <a:gd name="connsiteY4" fmla="*/ 8908 h 52724"/>
                <a:gd name="connsiteX5" fmla="*/ 32219 w 47421"/>
                <a:gd name="connsiteY5" fmla="*/ 150 h 52724"/>
                <a:gd name="connsiteX6" fmla="*/ 40881 w 47421"/>
                <a:gd name="connsiteY6" fmla="*/ 5925 h 52724"/>
                <a:gd name="connsiteX7" fmla="*/ 40910 w 47421"/>
                <a:gd name="connsiteY7" fmla="*/ 6071 h 52724"/>
                <a:gd name="connsiteX8" fmla="*/ 47275 w 47421"/>
                <a:gd name="connsiteY8" fmla="*/ 37896 h 52724"/>
                <a:gd name="connsiteX9" fmla="*/ 46051 w 47421"/>
                <a:gd name="connsiteY9" fmla="*/ 43570 h 52724"/>
                <a:gd name="connsiteX10" fmla="*/ 41277 w 47421"/>
                <a:gd name="connsiteY10" fmla="*/ 46777 h 52724"/>
                <a:gd name="connsiteX11" fmla="*/ 9329 w 47421"/>
                <a:gd name="connsiteY11" fmla="*/ 52698 h 5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421" h="52724">
                  <a:moveTo>
                    <a:pt x="7982" y="52698"/>
                  </a:moveTo>
                  <a:cubicBezTo>
                    <a:pt x="3926" y="53039"/>
                    <a:pt x="364" y="50001"/>
                    <a:pt x="26" y="45914"/>
                  </a:cubicBezTo>
                  <a:cubicBezTo>
                    <a:pt x="-312" y="41826"/>
                    <a:pt x="2702" y="38237"/>
                    <a:pt x="6758" y="37896"/>
                  </a:cubicBezTo>
                  <a:lnTo>
                    <a:pt x="31239" y="33579"/>
                  </a:lnTo>
                  <a:lnTo>
                    <a:pt x="26343" y="8908"/>
                  </a:lnTo>
                  <a:cubicBezTo>
                    <a:pt x="25594" y="4861"/>
                    <a:pt x="28212" y="958"/>
                    <a:pt x="32219" y="150"/>
                  </a:cubicBezTo>
                  <a:cubicBezTo>
                    <a:pt x="36193" y="-666"/>
                    <a:pt x="40072" y="1920"/>
                    <a:pt x="40881" y="5925"/>
                  </a:cubicBezTo>
                  <a:cubicBezTo>
                    <a:pt x="40891" y="5974"/>
                    <a:pt x="40901" y="6022"/>
                    <a:pt x="40910" y="6071"/>
                  </a:cubicBezTo>
                  <a:lnTo>
                    <a:pt x="47275" y="37896"/>
                  </a:lnTo>
                  <a:cubicBezTo>
                    <a:pt x="47681" y="39877"/>
                    <a:pt x="47236" y="41938"/>
                    <a:pt x="46051" y="43570"/>
                  </a:cubicBezTo>
                  <a:cubicBezTo>
                    <a:pt x="44967" y="45258"/>
                    <a:pt x="43239" y="46418"/>
                    <a:pt x="41277" y="46777"/>
                  </a:cubicBezTo>
                  <a:lnTo>
                    <a:pt x="9329" y="52698"/>
                  </a:lnTo>
                  <a:close/>
                </a:path>
              </a:pathLst>
            </a:custGeom>
            <a:grpFill/>
            <a:ln w="1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4" name="Graphic 83">
            <a:extLst>
              <a:ext uri="{FF2B5EF4-FFF2-40B4-BE49-F238E27FC236}">
                <a16:creationId xmlns:a16="http://schemas.microsoft.com/office/drawing/2014/main" id="{63C6D848-BA29-034C-ADCF-88A34E60393D}"/>
              </a:ext>
            </a:extLst>
          </p:cNvPr>
          <p:cNvGrpSpPr>
            <a:grpSpLocks noChangeAspect="1"/>
          </p:cNvGrpSpPr>
          <p:nvPr/>
        </p:nvGrpSpPr>
        <p:grpSpPr>
          <a:xfrm>
            <a:off x="7192667" y="3708397"/>
            <a:ext cx="410914" cy="410877"/>
            <a:chOff x="5208932" y="2572563"/>
            <a:chExt cx="410914" cy="410877"/>
          </a:xfrm>
          <a:solidFill>
            <a:srgbClr val="FFFFFF"/>
          </a:solidFill>
        </p:grpSpPr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D3C463F8-82DC-FD43-BB19-DAACBBB2289F}"/>
                </a:ext>
              </a:extLst>
            </p:cNvPr>
            <p:cNvSpPr/>
            <p:nvPr/>
          </p:nvSpPr>
          <p:spPr>
            <a:xfrm>
              <a:off x="5406858" y="2572564"/>
              <a:ext cx="212926" cy="212925"/>
            </a:xfrm>
            <a:custGeom>
              <a:avLst/>
              <a:gdLst>
                <a:gd name="connsiteX0" fmla="*/ 58396 w 212926"/>
                <a:gd name="connsiteY0" fmla="*/ 212925 h 212925"/>
                <a:gd name="connsiteX1" fmla="*/ 7501 w 212926"/>
                <a:gd name="connsiteY1" fmla="*/ 212925 h 212925"/>
                <a:gd name="connsiteX2" fmla="*/ 2 w 212926"/>
                <a:gd name="connsiteY2" fmla="*/ 205426 h 212925"/>
                <a:gd name="connsiteX3" fmla="*/ 2 w 212926"/>
                <a:gd name="connsiteY3" fmla="*/ 135230 h 212925"/>
                <a:gd name="connsiteX4" fmla="*/ 7132 w 212926"/>
                <a:gd name="connsiteY4" fmla="*/ 122936 h 212925"/>
                <a:gd name="connsiteX5" fmla="*/ 22130 w 212926"/>
                <a:gd name="connsiteY5" fmla="*/ 122198 h 212925"/>
                <a:gd name="connsiteX6" fmla="*/ 63182 w 212926"/>
                <a:gd name="connsiteY6" fmla="*/ 107920 h 212925"/>
                <a:gd name="connsiteX7" fmla="*/ 65527 w 212926"/>
                <a:gd name="connsiteY7" fmla="*/ 87899 h 212925"/>
                <a:gd name="connsiteX8" fmla="*/ 29185 w 212926"/>
                <a:gd name="connsiteY8" fmla="*/ 64375 h 212925"/>
                <a:gd name="connsiteX9" fmla="*/ 22007 w 212926"/>
                <a:gd name="connsiteY9" fmla="*/ 66877 h 212925"/>
                <a:gd name="connsiteX10" fmla="*/ 1582 w 212926"/>
                <a:gd name="connsiteY10" fmla="*/ 59979 h 212925"/>
                <a:gd name="connsiteX11" fmla="*/ 2 w 212926"/>
                <a:gd name="connsiteY11" fmla="*/ 52985 h 212925"/>
                <a:gd name="connsiteX12" fmla="*/ 2 w 212926"/>
                <a:gd name="connsiteY12" fmla="*/ 7499 h 212925"/>
                <a:gd name="connsiteX13" fmla="*/ 7501 w 212926"/>
                <a:gd name="connsiteY13" fmla="*/ 0 h 212925"/>
                <a:gd name="connsiteX14" fmla="*/ 182070 w 212926"/>
                <a:gd name="connsiteY14" fmla="*/ 0 h 212925"/>
                <a:gd name="connsiteX15" fmla="*/ 212927 w 212926"/>
                <a:gd name="connsiteY15" fmla="*/ 30857 h 212925"/>
                <a:gd name="connsiteX16" fmla="*/ 212927 w 212926"/>
                <a:gd name="connsiteY16" fmla="*/ 56182 h 212925"/>
                <a:gd name="connsiteX17" fmla="*/ 204531 w 212926"/>
                <a:gd name="connsiteY17" fmla="*/ 62661 h 212925"/>
                <a:gd name="connsiteX18" fmla="*/ 198052 w 212926"/>
                <a:gd name="connsiteY18" fmla="*/ 56182 h 212925"/>
                <a:gd name="connsiteX19" fmla="*/ 198052 w 212926"/>
                <a:gd name="connsiteY19" fmla="*/ 30857 h 212925"/>
                <a:gd name="connsiteX20" fmla="*/ 182070 w 212926"/>
                <a:gd name="connsiteY20" fmla="*/ 14875 h 212925"/>
                <a:gd name="connsiteX21" fmla="*/ 15000 w 212926"/>
                <a:gd name="connsiteY21" fmla="*/ 14875 h 212925"/>
                <a:gd name="connsiteX22" fmla="*/ 15000 w 212926"/>
                <a:gd name="connsiteY22" fmla="*/ 52985 h 212925"/>
                <a:gd name="connsiteX23" fmla="*/ 45242 w 212926"/>
                <a:gd name="connsiteY23" fmla="*/ 49174 h 212925"/>
                <a:gd name="connsiteX24" fmla="*/ 80156 w 212926"/>
                <a:gd name="connsiteY24" fmla="*/ 84088 h 212925"/>
                <a:gd name="connsiteX25" fmla="*/ 70936 w 212926"/>
                <a:gd name="connsiteY25" fmla="*/ 122936 h 212925"/>
                <a:gd name="connsiteX26" fmla="*/ 35653 w 212926"/>
                <a:gd name="connsiteY26" fmla="*/ 139901 h 212925"/>
                <a:gd name="connsiteX27" fmla="*/ 15615 w 212926"/>
                <a:gd name="connsiteY27" fmla="*/ 135230 h 212925"/>
                <a:gd name="connsiteX28" fmla="*/ 15000 w 212926"/>
                <a:gd name="connsiteY28" fmla="*/ 197804 h 212925"/>
                <a:gd name="connsiteX29" fmla="*/ 58396 w 212926"/>
                <a:gd name="connsiteY29" fmla="*/ 197804 h 212925"/>
                <a:gd name="connsiteX30" fmla="*/ 65895 w 212926"/>
                <a:gd name="connsiteY30" fmla="*/ 205303 h 212925"/>
                <a:gd name="connsiteX31" fmla="*/ 58396 w 212926"/>
                <a:gd name="connsiteY31" fmla="*/ 212802 h 21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2926" h="212925">
                  <a:moveTo>
                    <a:pt x="58396" y="212925"/>
                  </a:moveTo>
                  <a:lnTo>
                    <a:pt x="7501" y="212925"/>
                  </a:lnTo>
                  <a:cubicBezTo>
                    <a:pt x="3359" y="212925"/>
                    <a:pt x="2" y="209568"/>
                    <a:pt x="2" y="205426"/>
                  </a:cubicBezTo>
                  <a:lnTo>
                    <a:pt x="2" y="135230"/>
                  </a:lnTo>
                  <a:cubicBezTo>
                    <a:pt x="206" y="130207"/>
                    <a:pt x="2874" y="125608"/>
                    <a:pt x="7132" y="122936"/>
                  </a:cubicBezTo>
                  <a:cubicBezTo>
                    <a:pt x="11670" y="120121"/>
                    <a:pt x="17338" y="119843"/>
                    <a:pt x="22130" y="122198"/>
                  </a:cubicBezTo>
                  <a:cubicBezTo>
                    <a:pt x="37409" y="129592"/>
                    <a:pt x="55789" y="123199"/>
                    <a:pt x="63182" y="107920"/>
                  </a:cubicBezTo>
                  <a:cubicBezTo>
                    <a:pt x="66192" y="101700"/>
                    <a:pt x="67018" y="94647"/>
                    <a:pt x="65527" y="87899"/>
                  </a:cubicBezTo>
                  <a:cubicBezTo>
                    <a:pt x="61987" y="71368"/>
                    <a:pt x="45717" y="60836"/>
                    <a:pt x="29185" y="64375"/>
                  </a:cubicBezTo>
                  <a:cubicBezTo>
                    <a:pt x="26698" y="64908"/>
                    <a:pt x="24287" y="65748"/>
                    <a:pt x="22007" y="66877"/>
                  </a:cubicBezTo>
                  <a:cubicBezTo>
                    <a:pt x="14462" y="70612"/>
                    <a:pt x="5318" y="67524"/>
                    <a:pt x="1582" y="59979"/>
                  </a:cubicBezTo>
                  <a:cubicBezTo>
                    <a:pt x="507" y="57807"/>
                    <a:pt x="-35" y="55409"/>
                    <a:pt x="2" y="52985"/>
                  </a:cubicBezTo>
                  <a:lnTo>
                    <a:pt x="2" y="7499"/>
                  </a:lnTo>
                  <a:cubicBezTo>
                    <a:pt x="2" y="3357"/>
                    <a:pt x="3359" y="0"/>
                    <a:pt x="7501" y="0"/>
                  </a:cubicBezTo>
                  <a:lnTo>
                    <a:pt x="182070" y="0"/>
                  </a:lnTo>
                  <a:cubicBezTo>
                    <a:pt x="199084" y="67"/>
                    <a:pt x="212860" y="13843"/>
                    <a:pt x="212927" y="30857"/>
                  </a:cubicBezTo>
                  <a:lnTo>
                    <a:pt x="212927" y="56182"/>
                  </a:lnTo>
                  <a:cubicBezTo>
                    <a:pt x="212398" y="60289"/>
                    <a:pt x="208639" y="63190"/>
                    <a:pt x="204531" y="62661"/>
                  </a:cubicBezTo>
                  <a:cubicBezTo>
                    <a:pt x="201150" y="62226"/>
                    <a:pt x="198487" y="59563"/>
                    <a:pt x="198052" y="56182"/>
                  </a:cubicBezTo>
                  <a:lnTo>
                    <a:pt x="198052" y="30857"/>
                  </a:lnTo>
                  <a:cubicBezTo>
                    <a:pt x="197985" y="22058"/>
                    <a:pt x="190869" y="14942"/>
                    <a:pt x="182070" y="14875"/>
                  </a:cubicBezTo>
                  <a:lnTo>
                    <a:pt x="15000" y="14875"/>
                  </a:lnTo>
                  <a:lnTo>
                    <a:pt x="15000" y="52985"/>
                  </a:lnTo>
                  <a:cubicBezTo>
                    <a:pt x="24408" y="48494"/>
                    <a:pt x="35014" y="47157"/>
                    <a:pt x="45242" y="49174"/>
                  </a:cubicBezTo>
                  <a:cubicBezTo>
                    <a:pt x="62718" y="52962"/>
                    <a:pt x="76368" y="66612"/>
                    <a:pt x="80156" y="84088"/>
                  </a:cubicBezTo>
                  <a:cubicBezTo>
                    <a:pt x="83104" y="97765"/>
                    <a:pt x="79715" y="112042"/>
                    <a:pt x="70936" y="122936"/>
                  </a:cubicBezTo>
                  <a:cubicBezTo>
                    <a:pt x="62301" y="133580"/>
                    <a:pt x="49358" y="139803"/>
                    <a:pt x="35653" y="139901"/>
                  </a:cubicBezTo>
                  <a:cubicBezTo>
                    <a:pt x="28699" y="139945"/>
                    <a:pt x="21833" y="138344"/>
                    <a:pt x="15615" y="135230"/>
                  </a:cubicBezTo>
                  <a:lnTo>
                    <a:pt x="15000" y="197804"/>
                  </a:lnTo>
                  <a:lnTo>
                    <a:pt x="58396" y="197804"/>
                  </a:lnTo>
                  <a:cubicBezTo>
                    <a:pt x="62538" y="197804"/>
                    <a:pt x="65895" y="201162"/>
                    <a:pt x="65895" y="205303"/>
                  </a:cubicBezTo>
                  <a:cubicBezTo>
                    <a:pt x="65895" y="209445"/>
                    <a:pt x="62538" y="212802"/>
                    <a:pt x="58396" y="21280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8A152C93-129D-6B46-955D-C161CAD355C3}"/>
                </a:ext>
              </a:extLst>
            </p:cNvPr>
            <p:cNvSpPr/>
            <p:nvPr/>
          </p:nvSpPr>
          <p:spPr>
            <a:xfrm>
              <a:off x="5604847" y="2713350"/>
              <a:ext cx="14999" cy="42019"/>
            </a:xfrm>
            <a:custGeom>
              <a:avLst/>
              <a:gdLst>
                <a:gd name="connsiteX0" fmla="*/ 7438 w 14999"/>
                <a:gd name="connsiteY0" fmla="*/ 42020 h 42019"/>
                <a:gd name="connsiteX1" fmla="*/ 61 w 14999"/>
                <a:gd name="connsiteY1" fmla="*/ 34645 h 42019"/>
                <a:gd name="connsiteX2" fmla="*/ 62 w 14999"/>
                <a:gd name="connsiteY2" fmla="*/ 34521 h 42019"/>
                <a:gd name="connsiteX3" fmla="*/ 62 w 14999"/>
                <a:gd name="connsiteY3" fmla="*/ 8458 h 42019"/>
                <a:gd name="connsiteX4" fmla="*/ 6542 w 14999"/>
                <a:gd name="connsiteY4" fmla="*/ 62 h 42019"/>
                <a:gd name="connsiteX5" fmla="*/ 14938 w 14999"/>
                <a:gd name="connsiteY5" fmla="*/ 6542 h 42019"/>
                <a:gd name="connsiteX6" fmla="*/ 14938 w 14999"/>
                <a:gd name="connsiteY6" fmla="*/ 8458 h 42019"/>
                <a:gd name="connsiteX7" fmla="*/ 14938 w 14999"/>
                <a:gd name="connsiteY7" fmla="*/ 34521 h 42019"/>
                <a:gd name="connsiteX8" fmla="*/ 7438 w 14999"/>
                <a:gd name="connsiteY8" fmla="*/ 42020 h 4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42019">
                  <a:moveTo>
                    <a:pt x="7438" y="42020"/>
                  </a:moveTo>
                  <a:cubicBezTo>
                    <a:pt x="3365" y="42020"/>
                    <a:pt x="62" y="38718"/>
                    <a:pt x="61" y="34645"/>
                  </a:cubicBezTo>
                  <a:cubicBezTo>
                    <a:pt x="61" y="34603"/>
                    <a:pt x="62" y="34562"/>
                    <a:pt x="62" y="34521"/>
                  </a:cubicBezTo>
                  <a:lnTo>
                    <a:pt x="62" y="8458"/>
                  </a:lnTo>
                  <a:cubicBezTo>
                    <a:pt x="-467" y="4350"/>
                    <a:pt x="2434" y="591"/>
                    <a:pt x="6542" y="62"/>
                  </a:cubicBezTo>
                  <a:cubicBezTo>
                    <a:pt x="10649" y="-467"/>
                    <a:pt x="14408" y="2434"/>
                    <a:pt x="14938" y="6542"/>
                  </a:cubicBezTo>
                  <a:cubicBezTo>
                    <a:pt x="15020" y="7178"/>
                    <a:pt x="15020" y="7822"/>
                    <a:pt x="14938" y="8458"/>
                  </a:cubicBezTo>
                  <a:lnTo>
                    <a:pt x="14938" y="34521"/>
                  </a:lnTo>
                  <a:cubicBezTo>
                    <a:pt x="14938" y="38662"/>
                    <a:pt x="11580" y="42020"/>
                    <a:pt x="7438" y="4202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A19F4FC9-0D56-404C-84AF-A495E7B2888F}"/>
                </a:ext>
              </a:extLst>
            </p:cNvPr>
            <p:cNvSpPr/>
            <p:nvPr/>
          </p:nvSpPr>
          <p:spPr>
            <a:xfrm>
              <a:off x="5604847" y="2620287"/>
              <a:ext cx="14999" cy="41897"/>
            </a:xfrm>
            <a:custGeom>
              <a:avLst/>
              <a:gdLst>
                <a:gd name="connsiteX0" fmla="*/ 7438 w 14999"/>
                <a:gd name="connsiteY0" fmla="*/ 41897 h 41897"/>
                <a:gd name="connsiteX1" fmla="*/ 62 w 14999"/>
                <a:gd name="connsiteY1" fmla="*/ 34521 h 41897"/>
                <a:gd name="connsiteX2" fmla="*/ 62 w 14999"/>
                <a:gd name="connsiteY2" fmla="*/ 8458 h 41897"/>
                <a:gd name="connsiteX3" fmla="*/ 6542 w 14999"/>
                <a:gd name="connsiteY3" fmla="*/ 62 h 41897"/>
                <a:gd name="connsiteX4" fmla="*/ 14938 w 14999"/>
                <a:gd name="connsiteY4" fmla="*/ 6542 h 41897"/>
                <a:gd name="connsiteX5" fmla="*/ 14938 w 14999"/>
                <a:gd name="connsiteY5" fmla="*/ 8458 h 41897"/>
                <a:gd name="connsiteX6" fmla="*/ 14938 w 14999"/>
                <a:gd name="connsiteY6" fmla="*/ 34521 h 41897"/>
                <a:gd name="connsiteX7" fmla="*/ 7562 w 14999"/>
                <a:gd name="connsiteY7" fmla="*/ 41898 h 41897"/>
                <a:gd name="connsiteX8" fmla="*/ 7438 w 14999"/>
                <a:gd name="connsiteY8" fmla="*/ 41897 h 4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9" h="41897">
                  <a:moveTo>
                    <a:pt x="7438" y="41897"/>
                  </a:moveTo>
                  <a:cubicBezTo>
                    <a:pt x="3365" y="41897"/>
                    <a:pt x="62" y="38594"/>
                    <a:pt x="62" y="34521"/>
                  </a:cubicBezTo>
                  <a:lnTo>
                    <a:pt x="62" y="8458"/>
                  </a:lnTo>
                  <a:cubicBezTo>
                    <a:pt x="-467" y="4350"/>
                    <a:pt x="2434" y="591"/>
                    <a:pt x="6542" y="62"/>
                  </a:cubicBezTo>
                  <a:cubicBezTo>
                    <a:pt x="10649" y="-467"/>
                    <a:pt x="14408" y="2434"/>
                    <a:pt x="14938" y="6542"/>
                  </a:cubicBezTo>
                  <a:cubicBezTo>
                    <a:pt x="15020" y="7178"/>
                    <a:pt x="15020" y="7822"/>
                    <a:pt x="14938" y="8458"/>
                  </a:cubicBezTo>
                  <a:lnTo>
                    <a:pt x="14938" y="34521"/>
                  </a:lnTo>
                  <a:cubicBezTo>
                    <a:pt x="14938" y="38594"/>
                    <a:pt x="11636" y="41897"/>
                    <a:pt x="7562" y="41898"/>
                  </a:cubicBezTo>
                  <a:cubicBezTo>
                    <a:pt x="7521" y="41898"/>
                    <a:pt x="7480" y="41897"/>
                    <a:pt x="7438" y="41897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C7EFF3C4-FECE-FF45-80DF-CD94D5057439}"/>
                </a:ext>
              </a:extLst>
            </p:cNvPr>
            <p:cNvSpPr/>
            <p:nvPr/>
          </p:nvSpPr>
          <p:spPr>
            <a:xfrm>
              <a:off x="5563234" y="2741329"/>
              <a:ext cx="56550" cy="44160"/>
            </a:xfrm>
            <a:custGeom>
              <a:avLst/>
              <a:gdLst>
                <a:gd name="connsiteX0" fmla="*/ 49052 w 56550"/>
                <a:gd name="connsiteY0" fmla="*/ 44160 h 44160"/>
                <a:gd name="connsiteX1" fmla="*/ 7499 w 56550"/>
                <a:gd name="connsiteY1" fmla="*/ 44160 h 44160"/>
                <a:gd name="connsiteX2" fmla="*/ 0 w 56550"/>
                <a:gd name="connsiteY2" fmla="*/ 36661 h 44160"/>
                <a:gd name="connsiteX3" fmla="*/ 7499 w 56550"/>
                <a:gd name="connsiteY3" fmla="*/ 29162 h 44160"/>
                <a:gd name="connsiteX4" fmla="*/ 41675 w 56550"/>
                <a:gd name="connsiteY4" fmla="*/ 29162 h 44160"/>
                <a:gd name="connsiteX5" fmla="*/ 41675 w 56550"/>
                <a:gd name="connsiteY5" fmla="*/ 6542 h 44160"/>
                <a:gd name="connsiteX6" fmla="*/ 50071 w 56550"/>
                <a:gd name="connsiteY6" fmla="*/ 62 h 44160"/>
                <a:gd name="connsiteX7" fmla="*/ 56551 w 56550"/>
                <a:gd name="connsiteY7" fmla="*/ 6542 h 44160"/>
                <a:gd name="connsiteX8" fmla="*/ 56551 w 56550"/>
                <a:gd name="connsiteY8" fmla="*/ 36661 h 44160"/>
                <a:gd name="connsiteX9" fmla="*/ 49051 w 56550"/>
                <a:gd name="connsiteY9" fmla="*/ 44160 h 4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550" h="44160">
                  <a:moveTo>
                    <a:pt x="49052" y="44160"/>
                  </a:moveTo>
                  <a:lnTo>
                    <a:pt x="7499" y="44160"/>
                  </a:lnTo>
                  <a:cubicBezTo>
                    <a:pt x="3357" y="44160"/>
                    <a:pt x="0" y="40803"/>
                    <a:pt x="0" y="36661"/>
                  </a:cubicBezTo>
                  <a:cubicBezTo>
                    <a:pt x="0" y="32519"/>
                    <a:pt x="3357" y="29162"/>
                    <a:pt x="7499" y="29162"/>
                  </a:cubicBezTo>
                  <a:lnTo>
                    <a:pt x="41675" y="29162"/>
                  </a:lnTo>
                  <a:lnTo>
                    <a:pt x="41675" y="6542"/>
                  </a:lnTo>
                  <a:cubicBezTo>
                    <a:pt x="42204" y="2434"/>
                    <a:pt x="45963" y="-467"/>
                    <a:pt x="50071" y="62"/>
                  </a:cubicBezTo>
                  <a:cubicBezTo>
                    <a:pt x="53453" y="498"/>
                    <a:pt x="56115" y="3160"/>
                    <a:pt x="56551" y="6542"/>
                  </a:cubicBezTo>
                  <a:lnTo>
                    <a:pt x="56551" y="36661"/>
                  </a:lnTo>
                  <a:cubicBezTo>
                    <a:pt x="56551" y="40803"/>
                    <a:pt x="53193" y="44160"/>
                    <a:pt x="49051" y="44160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6F10A128-22FD-BD41-8222-D9C868B20EB5}"/>
                </a:ext>
              </a:extLst>
            </p:cNvPr>
            <p:cNvSpPr/>
            <p:nvPr/>
          </p:nvSpPr>
          <p:spPr>
            <a:xfrm>
              <a:off x="5406860" y="2770243"/>
              <a:ext cx="212802" cy="213172"/>
            </a:xfrm>
            <a:custGeom>
              <a:avLst/>
              <a:gdLst>
                <a:gd name="connsiteX0" fmla="*/ 182068 w 212802"/>
                <a:gd name="connsiteY0" fmla="*/ 213172 h 213172"/>
                <a:gd name="connsiteX1" fmla="*/ 7499 w 212802"/>
                <a:gd name="connsiteY1" fmla="*/ 213172 h 213172"/>
                <a:gd name="connsiteX2" fmla="*/ 0 w 212802"/>
                <a:gd name="connsiteY2" fmla="*/ 205673 h 213172"/>
                <a:gd name="connsiteX3" fmla="*/ 0 w 212802"/>
                <a:gd name="connsiteY3" fmla="*/ 155516 h 213172"/>
                <a:gd name="connsiteX4" fmla="*/ 7375 w 212802"/>
                <a:gd name="connsiteY4" fmla="*/ 148138 h 213172"/>
                <a:gd name="connsiteX5" fmla="*/ 7499 w 212802"/>
                <a:gd name="connsiteY5" fmla="*/ 148139 h 213172"/>
                <a:gd name="connsiteX6" fmla="*/ 14998 w 212802"/>
                <a:gd name="connsiteY6" fmla="*/ 155516 h 213172"/>
                <a:gd name="connsiteX7" fmla="*/ 14998 w 212802"/>
                <a:gd name="connsiteY7" fmla="*/ 198297 h 213172"/>
                <a:gd name="connsiteX8" fmla="*/ 182068 w 212802"/>
                <a:gd name="connsiteY8" fmla="*/ 198297 h 213172"/>
                <a:gd name="connsiteX9" fmla="*/ 198050 w 212802"/>
                <a:gd name="connsiteY9" fmla="*/ 182316 h 213172"/>
                <a:gd name="connsiteX10" fmla="*/ 198050 w 212802"/>
                <a:gd name="connsiteY10" fmla="*/ 15245 h 213172"/>
                <a:gd name="connsiteX11" fmla="*/ 156129 w 212802"/>
                <a:gd name="connsiteY11" fmla="*/ 15245 h 213172"/>
                <a:gd name="connsiteX12" fmla="*/ 159817 w 212802"/>
                <a:gd name="connsiteY12" fmla="*/ 45734 h 213172"/>
                <a:gd name="connsiteX13" fmla="*/ 105642 w 212802"/>
                <a:gd name="connsiteY13" fmla="*/ 81060 h 213172"/>
                <a:gd name="connsiteX14" fmla="*/ 69336 w 212802"/>
                <a:gd name="connsiteY14" fmla="*/ 35899 h 213172"/>
                <a:gd name="connsiteX15" fmla="*/ 74253 w 212802"/>
                <a:gd name="connsiteY15" fmla="*/ 15614 h 213172"/>
                <a:gd name="connsiteX16" fmla="*/ 14998 w 212802"/>
                <a:gd name="connsiteY16" fmla="*/ 15000 h 213172"/>
                <a:gd name="connsiteX17" fmla="*/ 14998 w 212802"/>
                <a:gd name="connsiteY17" fmla="*/ 57044 h 213172"/>
                <a:gd name="connsiteX18" fmla="*/ 7499 w 212802"/>
                <a:gd name="connsiteY18" fmla="*/ 64420 h 213172"/>
                <a:gd name="connsiteX19" fmla="*/ 1 w 212802"/>
                <a:gd name="connsiteY19" fmla="*/ 57168 h 213172"/>
                <a:gd name="connsiteX20" fmla="*/ 0 w 212802"/>
                <a:gd name="connsiteY20" fmla="*/ 57044 h 213172"/>
                <a:gd name="connsiteX21" fmla="*/ 0 w 212802"/>
                <a:gd name="connsiteY21" fmla="*/ 7869 h 213172"/>
                <a:gd name="connsiteX22" fmla="*/ 7499 w 212802"/>
                <a:gd name="connsiteY22" fmla="*/ 370 h 213172"/>
                <a:gd name="connsiteX23" fmla="*/ 74008 w 212802"/>
                <a:gd name="connsiteY23" fmla="*/ 370 h 213172"/>
                <a:gd name="connsiteX24" fmla="*/ 86916 w 212802"/>
                <a:gd name="connsiteY24" fmla="*/ 7623 h 213172"/>
                <a:gd name="connsiteX25" fmla="*/ 86916 w 212802"/>
                <a:gd name="connsiteY25" fmla="*/ 22622 h 213172"/>
                <a:gd name="connsiteX26" fmla="*/ 84826 w 212802"/>
                <a:gd name="connsiteY26" fmla="*/ 35899 h 213172"/>
                <a:gd name="connsiteX27" fmla="*/ 115826 w 212802"/>
                <a:gd name="connsiteY27" fmla="*/ 66611 h 213172"/>
                <a:gd name="connsiteX28" fmla="*/ 121707 w 212802"/>
                <a:gd name="connsiteY28" fmla="*/ 66018 h 213172"/>
                <a:gd name="connsiteX29" fmla="*/ 145136 w 212802"/>
                <a:gd name="connsiteY29" fmla="*/ 29409 h 213172"/>
                <a:gd name="connsiteX30" fmla="*/ 142606 w 212802"/>
                <a:gd name="connsiteY30" fmla="*/ 22253 h 213172"/>
                <a:gd name="connsiteX31" fmla="*/ 143221 w 212802"/>
                <a:gd name="connsiteY31" fmla="*/ 7255 h 213172"/>
                <a:gd name="connsiteX32" fmla="*/ 156129 w 212802"/>
                <a:gd name="connsiteY32" fmla="*/ 1 h 213172"/>
                <a:gd name="connsiteX33" fmla="*/ 205303 w 212802"/>
                <a:gd name="connsiteY33" fmla="*/ 1 h 213172"/>
                <a:gd name="connsiteX34" fmla="*/ 212802 w 212802"/>
                <a:gd name="connsiteY34" fmla="*/ 7500 h 213172"/>
                <a:gd name="connsiteX35" fmla="*/ 212802 w 212802"/>
                <a:gd name="connsiteY35" fmla="*/ 182070 h 213172"/>
                <a:gd name="connsiteX36" fmla="*/ 182068 w 212802"/>
                <a:gd name="connsiteY36" fmla="*/ 213172 h 21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2802" h="213172">
                  <a:moveTo>
                    <a:pt x="182068" y="213172"/>
                  </a:moveTo>
                  <a:lnTo>
                    <a:pt x="7499" y="213172"/>
                  </a:lnTo>
                  <a:cubicBezTo>
                    <a:pt x="3357" y="213172"/>
                    <a:pt x="0" y="209815"/>
                    <a:pt x="0" y="205673"/>
                  </a:cubicBezTo>
                  <a:lnTo>
                    <a:pt x="0" y="155516"/>
                  </a:lnTo>
                  <a:cubicBezTo>
                    <a:pt x="-1" y="151442"/>
                    <a:pt x="3301" y="148139"/>
                    <a:pt x="7375" y="148138"/>
                  </a:cubicBezTo>
                  <a:cubicBezTo>
                    <a:pt x="7416" y="148138"/>
                    <a:pt x="7458" y="148139"/>
                    <a:pt x="7499" y="148139"/>
                  </a:cubicBezTo>
                  <a:cubicBezTo>
                    <a:pt x="11593" y="148139"/>
                    <a:pt x="14931" y="151422"/>
                    <a:pt x="14998" y="155516"/>
                  </a:cubicBezTo>
                  <a:lnTo>
                    <a:pt x="14998" y="198297"/>
                  </a:lnTo>
                  <a:lnTo>
                    <a:pt x="182068" y="198297"/>
                  </a:lnTo>
                  <a:cubicBezTo>
                    <a:pt x="190867" y="198230"/>
                    <a:pt x="197983" y="191114"/>
                    <a:pt x="198050" y="182316"/>
                  </a:cubicBezTo>
                  <a:lnTo>
                    <a:pt x="198050" y="15245"/>
                  </a:lnTo>
                  <a:lnTo>
                    <a:pt x="156129" y="15245"/>
                  </a:lnTo>
                  <a:cubicBezTo>
                    <a:pt x="160581" y="24754"/>
                    <a:pt x="161874" y="35438"/>
                    <a:pt x="159817" y="45734"/>
                  </a:cubicBezTo>
                  <a:cubicBezTo>
                    <a:pt x="154612" y="70449"/>
                    <a:pt x="130357" y="86265"/>
                    <a:pt x="105642" y="81060"/>
                  </a:cubicBezTo>
                  <a:cubicBezTo>
                    <a:pt x="84330" y="76571"/>
                    <a:pt x="69141" y="57677"/>
                    <a:pt x="69336" y="35899"/>
                  </a:cubicBezTo>
                  <a:cubicBezTo>
                    <a:pt x="69344" y="28843"/>
                    <a:pt x="71029" y="21890"/>
                    <a:pt x="74253" y="15614"/>
                  </a:cubicBezTo>
                  <a:lnTo>
                    <a:pt x="14998" y="15000"/>
                  </a:lnTo>
                  <a:lnTo>
                    <a:pt x="14998" y="57044"/>
                  </a:lnTo>
                  <a:cubicBezTo>
                    <a:pt x="14931" y="61137"/>
                    <a:pt x="11593" y="64420"/>
                    <a:pt x="7499" y="64420"/>
                  </a:cubicBezTo>
                  <a:cubicBezTo>
                    <a:pt x="3426" y="64488"/>
                    <a:pt x="69" y="61241"/>
                    <a:pt x="1" y="57168"/>
                  </a:cubicBezTo>
                  <a:cubicBezTo>
                    <a:pt x="0" y="57126"/>
                    <a:pt x="0" y="57085"/>
                    <a:pt x="0" y="57044"/>
                  </a:cubicBezTo>
                  <a:lnTo>
                    <a:pt x="0" y="7869"/>
                  </a:lnTo>
                  <a:cubicBezTo>
                    <a:pt x="0" y="3728"/>
                    <a:pt x="3357" y="370"/>
                    <a:pt x="7499" y="370"/>
                  </a:cubicBezTo>
                  <a:lnTo>
                    <a:pt x="74008" y="370"/>
                  </a:lnTo>
                  <a:cubicBezTo>
                    <a:pt x="79287" y="348"/>
                    <a:pt x="84190" y="3102"/>
                    <a:pt x="86916" y="7623"/>
                  </a:cubicBezTo>
                  <a:cubicBezTo>
                    <a:pt x="89545" y="12277"/>
                    <a:pt x="89545" y="17968"/>
                    <a:pt x="86916" y="22622"/>
                  </a:cubicBezTo>
                  <a:cubicBezTo>
                    <a:pt x="85198" y="26825"/>
                    <a:pt x="84483" y="31371"/>
                    <a:pt x="84826" y="35899"/>
                  </a:cubicBezTo>
                  <a:cubicBezTo>
                    <a:pt x="84905" y="52940"/>
                    <a:pt x="98785" y="66691"/>
                    <a:pt x="115826" y="66611"/>
                  </a:cubicBezTo>
                  <a:cubicBezTo>
                    <a:pt x="117801" y="66602"/>
                    <a:pt x="119770" y="66404"/>
                    <a:pt x="121707" y="66018"/>
                  </a:cubicBezTo>
                  <a:cubicBezTo>
                    <a:pt x="138286" y="62379"/>
                    <a:pt x="148776" y="45988"/>
                    <a:pt x="145136" y="29409"/>
                  </a:cubicBezTo>
                  <a:cubicBezTo>
                    <a:pt x="144592" y="26928"/>
                    <a:pt x="143742" y="24525"/>
                    <a:pt x="142606" y="22253"/>
                  </a:cubicBezTo>
                  <a:cubicBezTo>
                    <a:pt x="140165" y="17492"/>
                    <a:pt x="140398" y="11800"/>
                    <a:pt x="143221" y="7255"/>
                  </a:cubicBezTo>
                  <a:cubicBezTo>
                    <a:pt x="145911" y="2696"/>
                    <a:pt x="150836" y="-72"/>
                    <a:pt x="156129" y="1"/>
                  </a:cubicBezTo>
                  <a:lnTo>
                    <a:pt x="205303" y="1"/>
                  </a:lnTo>
                  <a:cubicBezTo>
                    <a:pt x="209445" y="1"/>
                    <a:pt x="212802" y="3359"/>
                    <a:pt x="212802" y="7500"/>
                  </a:cubicBezTo>
                  <a:lnTo>
                    <a:pt x="212802" y="182070"/>
                  </a:lnTo>
                  <a:cubicBezTo>
                    <a:pt x="212871" y="199132"/>
                    <a:pt x="199130" y="213037"/>
                    <a:pt x="182068" y="213172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7E008D8F-C2B4-BD4D-A2E7-A3749FBCFA2D}"/>
                </a:ext>
              </a:extLst>
            </p:cNvPr>
            <p:cNvSpPr/>
            <p:nvPr/>
          </p:nvSpPr>
          <p:spPr>
            <a:xfrm>
              <a:off x="5208932" y="2770491"/>
              <a:ext cx="213544" cy="212950"/>
            </a:xfrm>
            <a:custGeom>
              <a:avLst/>
              <a:gdLst>
                <a:gd name="connsiteX0" fmla="*/ 205426 w 213544"/>
                <a:gd name="connsiteY0" fmla="*/ 212925 h 212950"/>
                <a:gd name="connsiteX1" fmla="*/ 30857 w 213544"/>
                <a:gd name="connsiteY1" fmla="*/ 212925 h 212950"/>
                <a:gd name="connsiteX2" fmla="*/ 0 w 213544"/>
                <a:gd name="connsiteY2" fmla="*/ 182068 h 212950"/>
                <a:gd name="connsiteX3" fmla="*/ 0 w 213544"/>
                <a:gd name="connsiteY3" fmla="*/ 7499 h 212950"/>
                <a:gd name="connsiteX4" fmla="*/ 7499 w 213544"/>
                <a:gd name="connsiteY4" fmla="*/ 0 h 212950"/>
                <a:gd name="connsiteX5" fmla="*/ 37864 w 213544"/>
                <a:gd name="connsiteY5" fmla="*/ 0 h 212950"/>
                <a:gd name="connsiteX6" fmla="*/ 45363 w 213544"/>
                <a:gd name="connsiteY6" fmla="*/ 7499 h 212950"/>
                <a:gd name="connsiteX7" fmla="*/ 37864 w 213544"/>
                <a:gd name="connsiteY7" fmla="*/ 14998 h 212950"/>
                <a:gd name="connsiteX8" fmla="*/ 14875 w 213544"/>
                <a:gd name="connsiteY8" fmla="*/ 14998 h 212950"/>
                <a:gd name="connsiteX9" fmla="*/ 14875 w 213544"/>
                <a:gd name="connsiteY9" fmla="*/ 182068 h 212950"/>
                <a:gd name="connsiteX10" fmla="*/ 30857 w 213544"/>
                <a:gd name="connsiteY10" fmla="*/ 198050 h 212950"/>
                <a:gd name="connsiteX11" fmla="*/ 197927 w 213544"/>
                <a:gd name="connsiteY11" fmla="*/ 198050 h 212950"/>
                <a:gd name="connsiteX12" fmla="*/ 197927 w 213544"/>
                <a:gd name="connsiteY12" fmla="*/ 144327 h 212950"/>
                <a:gd name="connsiteX13" fmla="*/ 162890 w 213544"/>
                <a:gd name="connsiteY13" fmla="*/ 151334 h 212950"/>
                <a:gd name="connsiteX14" fmla="*/ 126870 w 213544"/>
                <a:gd name="connsiteY14" fmla="*/ 116298 h 212950"/>
                <a:gd name="connsiteX15" fmla="*/ 136090 w 213544"/>
                <a:gd name="connsiteY15" fmla="*/ 77696 h 212950"/>
                <a:gd name="connsiteX16" fmla="*/ 172110 w 213544"/>
                <a:gd name="connsiteY16" fmla="*/ 60853 h 212950"/>
                <a:gd name="connsiteX17" fmla="*/ 197927 w 213544"/>
                <a:gd name="connsiteY17" fmla="*/ 68844 h 212950"/>
                <a:gd name="connsiteX18" fmla="*/ 198542 w 213544"/>
                <a:gd name="connsiteY18" fmla="*/ 14998 h 212950"/>
                <a:gd name="connsiteX19" fmla="*/ 140147 w 213544"/>
                <a:gd name="connsiteY19" fmla="*/ 14998 h 212950"/>
                <a:gd name="connsiteX20" fmla="*/ 132648 w 213544"/>
                <a:gd name="connsiteY20" fmla="*/ 7499 h 212950"/>
                <a:gd name="connsiteX21" fmla="*/ 140147 w 213544"/>
                <a:gd name="connsiteY21" fmla="*/ 0 h 212950"/>
                <a:gd name="connsiteX22" fmla="*/ 205426 w 213544"/>
                <a:gd name="connsiteY22" fmla="*/ 0 h 212950"/>
                <a:gd name="connsiteX23" fmla="*/ 212925 w 213544"/>
                <a:gd name="connsiteY23" fmla="*/ 7499 h 212950"/>
                <a:gd name="connsiteX24" fmla="*/ 212925 w 213544"/>
                <a:gd name="connsiteY24" fmla="*/ 68967 h 212950"/>
                <a:gd name="connsiteX25" fmla="*/ 197558 w 213544"/>
                <a:gd name="connsiteY25" fmla="*/ 84334 h 212950"/>
                <a:gd name="connsiteX26" fmla="*/ 188338 w 213544"/>
                <a:gd name="connsiteY26" fmla="*/ 81261 h 212950"/>
                <a:gd name="connsiteX27" fmla="*/ 172110 w 213544"/>
                <a:gd name="connsiteY27" fmla="*/ 75729 h 212950"/>
                <a:gd name="connsiteX28" fmla="*/ 141493 w 213544"/>
                <a:gd name="connsiteY28" fmla="*/ 106579 h 212950"/>
                <a:gd name="connsiteX29" fmla="*/ 142114 w 213544"/>
                <a:gd name="connsiteY29" fmla="*/ 112609 h 212950"/>
                <a:gd name="connsiteX30" fmla="*/ 178601 w 213544"/>
                <a:gd name="connsiteY30" fmla="*/ 135907 h 212950"/>
                <a:gd name="connsiteX31" fmla="*/ 189444 w 213544"/>
                <a:gd name="connsiteY31" fmla="*/ 131173 h 212950"/>
                <a:gd name="connsiteX32" fmla="*/ 205303 w 213544"/>
                <a:gd name="connsiteY32" fmla="*/ 130189 h 212950"/>
                <a:gd name="connsiteX33" fmla="*/ 213540 w 213544"/>
                <a:gd name="connsiteY33" fmla="*/ 143712 h 212950"/>
                <a:gd name="connsiteX34" fmla="*/ 213540 w 213544"/>
                <a:gd name="connsiteY34" fmla="*/ 205180 h 212950"/>
                <a:gd name="connsiteX35" fmla="*/ 206317 w 213544"/>
                <a:gd name="connsiteY35" fmla="*/ 212946 h 212950"/>
                <a:gd name="connsiteX36" fmla="*/ 205426 w 213544"/>
                <a:gd name="connsiteY36" fmla="*/ 212925 h 21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3544" h="212950">
                  <a:moveTo>
                    <a:pt x="205426" y="212925"/>
                  </a:moveTo>
                  <a:lnTo>
                    <a:pt x="30857" y="212925"/>
                  </a:lnTo>
                  <a:cubicBezTo>
                    <a:pt x="13843" y="212858"/>
                    <a:pt x="67" y="199082"/>
                    <a:pt x="0" y="182068"/>
                  </a:cubicBezTo>
                  <a:lnTo>
                    <a:pt x="0" y="7499"/>
                  </a:lnTo>
                  <a:cubicBezTo>
                    <a:pt x="0" y="3357"/>
                    <a:pt x="3357" y="0"/>
                    <a:pt x="7499" y="0"/>
                  </a:cubicBezTo>
                  <a:lnTo>
                    <a:pt x="37864" y="0"/>
                  </a:lnTo>
                  <a:cubicBezTo>
                    <a:pt x="42006" y="0"/>
                    <a:pt x="45363" y="3357"/>
                    <a:pt x="45363" y="7499"/>
                  </a:cubicBezTo>
                  <a:cubicBezTo>
                    <a:pt x="45363" y="11641"/>
                    <a:pt x="42006" y="14998"/>
                    <a:pt x="37864" y="14998"/>
                  </a:cubicBezTo>
                  <a:lnTo>
                    <a:pt x="14875" y="14998"/>
                  </a:lnTo>
                  <a:lnTo>
                    <a:pt x="14875" y="182068"/>
                  </a:lnTo>
                  <a:cubicBezTo>
                    <a:pt x="14875" y="190895"/>
                    <a:pt x="22031" y="198050"/>
                    <a:pt x="30857" y="198050"/>
                  </a:cubicBezTo>
                  <a:lnTo>
                    <a:pt x="197927" y="198050"/>
                  </a:lnTo>
                  <a:lnTo>
                    <a:pt x="197927" y="144327"/>
                  </a:lnTo>
                  <a:cubicBezTo>
                    <a:pt x="187597" y="151114"/>
                    <a:pt x="175036" y="153626"/>
                    <a:pt x="162890" y="151334"/>
                  </a:cubicBezTo>
                  <a:cubicBezTo>
                    <a:pt x="144937" y="147949"/>
                    <a:pt x="130751" y="134151"/>
                    <a:pt x="126870" y="116298"/>
                  </a:cubicBezTo>
                  <a:cubicBezTo>
                    <a:pt x="123964" y="102698"/>
                    <a:pt x="127352" y="88514"/>
                    <a:pt x="136090" y="77696"/>
                  </a:cubicBezTo>
                  <a:cubicBezTo>
                    <a:pt x="144889" y="66868"/>
                    <a:pt x="158160" y="60663"/>
                    <a:pt x="172110" y="60853"/>
                  </a:cubicBezTo>
                  <a:cubicBezTo>
                    <a:pt x="181336" y="60776"/>
                    <a:pt x="190358" y="63569"/>
                    <a:pt x="197927" y="68844"/>
                  </a:cubicBezTo>
                  <a:lnTo>
                    <a:pt x="198542" y="14998"/>
                  </a:lnTo>
                  <a:lnTo>
                    <a:pt x="140147" y="14998"/>
                  </a:lnTo>
                  <a:cubicBezTo>
                    <a:pt x="136005" y="14998"/>
                    <a:pt x="132648" y="11641"/>
                    <a:pt x="132648" y="7499"/>
                  </a:cubicBezTo>
                  <a:cubicBezTo>
                    <a:pt x="132648" y="3357"/>
                    <a:pt x="136005" y="0"/>
                    <a:pt x="140147" y="0"/>
                  </a:cubicBezTo>
                  <a:lnTo>
                    <a:pt x="205426" y="0"/>
                  </a:lnTo>
                  <a:cubicBezTo>
                    <a:pt x="209540" y="66"/>
                    <a:pt x="212859" y="3385"/>
                    <a:pt x="212925" y="7499"/>
                  </a:cubicBezTo>
                  <a:lnTo>
                    <a:pt x="212925" y="68967"/>
                  </a:lnTo>
                  <a:cubicBezTo>
                    <a:pt x="212925" y="77454"/>
                    <a:pt x="206045" y="84334"/>
                    <a:pt x="197558" y="84334"/>
                  </a:cubicBezTo>
                  <a:cubicBezTo>
                    <a:pt x="194233" y="84334"/>
                    <a:pt x="190998" y="83256"/>
                    <a:pt x="188338" y="81261"/>
                  </a:cubicBezTo>
                  <a:cubicBezTo>
                    <a:pt x="183586" y="77871"/>
                    <a:pt x="177944" y="75948"/>
                    <a:pt x="172110" y="75729"/>
                  </a:cubicBezTo>
                  <a:cubicBezTo>
                    <a:pt x="155137" y="75793"/>
                    <a:pt x="141429" y="89605"/>
                    <a:pt x="141493" y="106579"/>
                  </a:cubicBezTo>
                  <a:cubicBezTo>
                    <a:pt x="141501" y="108605"/>
                    <a:pt x="141709" y="110625"/>
                    <a:pt x="142114" y="112609"/>
                  </a:cubicBezTo>
                  <a:cubicBezTo>
                    <a:pt x="145756" y="129118"/>
                    <a:pt x="162092" y="139549"/>
                    <a:pt x="178601" y="135907"/>
                  </a:cubicBezTo>
                  <a:cubicBezTo>
                    <a:pt x="182489" y="135049"/>
                    <a:pt x="186172" y="133441"/>
                    <a:pt x="189444" y="131173"/>
                  </a:cubicBezTo>
                  <a:cubicBezTo>
                    <a:pt x="194138" y="127925"/>
                    <a:pt x="200245" y="127547"/>
                    <a:pt x="205303" y="130189"/>
                  </a:cubicBezTo>
                  <a:cubicBezTo>
                    <a:pt x="210378" y="132784"/>
                    <a:pt x="213563" y="138012"/>
                    <a:pt x="213540" y="143712"/>
                  </a:cubicBezTo>
                  <a:lnTo>
                    <a:pt x="213540" y="205180"/>
                  </a:lnTo>
                  <a:cubicBezTo>
                    <a:pt x="213690" y="209319"/>
                    <a:pt x="210456" y="212796"/>
                    <a:pt x="206317" y="212946"/>
                  </a:cubicBezTo>
                  <a:cubicBezTo>
                    <a:pt x="206020" y="212957"/>
                    <a:pt x="205723" y="212950"/>
                    <a:pt x="205426" y="21292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5716295C-A31E-2642-B545-BED5DA3DFCF2}"/>
                </a:ext>
              </a:extLst>
            </p:cNvPr>
            <p:cNvSpPr/>
            <p:nvPr/>
          </p:nvSpPr>
          <p:spPr>
            <a:xfrm>
              <a:off x="5208932" y="2572563"/>
              <a:ext cx="212926" cy="212990"/>
            </a:xfrm>
            <a:custGeom>
              <a:avLst/>
              <a:gdLst>
                <a:gd name="connsiteX0" fmla="*/ 205426 w 212926"/>
                <a:gd name="connsiteY0" fmla="*/ 212925 h 212990"/>
                <a:gd name="connsiteX1" fmla="*/ 125395 w 212926"/>
                <a:gd name="connsiteY1" fmla="*/ 212925 h 212990"/>
                <a:gd name="connsiteX2" fmla="*/ 112118 w 212926"/>
                <a:gd name="connsiteY2" fmla="*/ 205180 h 212990"/>
                <a:gd name="connsiteX3" fmla="*/ 112118 w 212926"/>
                <a:gd name="connsiteY3" fmla="*/ 190428 h 212990"/>
                <a:gd name="connsiteX4" fmla="*/ 115929 w 212926"/>
                <a:gd name="connsiteY4" fmla="*/ 175676 h 212990"/>
                <a:gd name="connsiteX5" fmla="*/ 104619 w 212926"/>
                <a:gd name="connsiteY5" fmla="*/ 151826 h 212990"/>
                <a:gd name="connsiteX6" fmla="*/ 61443 w 212926"/>
                <a:gd name="connsiteY6" fmla="*/ 156830 h 212990"/>
                <a:gd name="connsiteX7" fmla="*/ 55444 w 212926"/>
                <a:gd name="connsiteY7" fmla="*/ 169652 h 212990"/>
                <a:gd name="connsiteX8" fmla="*/ 58518 w 212926"/>
                <a:gd name="connsiteY8" fmla="*/ 190182 h 212990"/>
                <a:gd name="connsiteX9" fmla="*/ 58518 w 212926"/>
                <a:gd name="connsiteY9" fmla="*/ 205426 h 212990"/>
                <a:gd name="connsiteX10" fmla="*/ 45364 w 212926"/>
                <a:gd name="connsiteY10" fmla="*/ 212925 h 212990"/>
                <a:gd name="connsiteX11" fmla="*/ 8483 w 212926"/>
                <a:gd name="connsiteY11" fmla="*/ 212925 h 212990"/>
                <a:gd name="connsiteX12" fmla="*/ 65 w 212926"/>
                <a:gd name="connsiteY12" fmla="*/ 206475 h 212990"/>
                <a:gd name="connsiteX13" fmla="*/ 0 w 212926"/>
                <a:gd name="connsiteY13" fmla="*/ 205426 h 212990"/>
                <a:gd name="connsiteX14" fmla="*/ 0 w 212926"/>
                <a:gd name="connsiteY14" fmla="*/ 30857 h 212990"/>
                <a:gd name="connsiteX15" fmla="*/ 30857 w 212926"/>
                <a:gd name="connsiteY15" fmla="*/ 0 h 212990"/>
                <a:gd name="connsiteX16" fmla="*/ 205426 w 212926"/>
                <a:gd name="connsiteY16" fmla="*/ 0 h 212990"/>
                <a:gd name="connsiteX17" fmla="*/ 212926 w 212926"/>
                <a:gd name="connsiteY17" fmla="*/ 7499 h 212990"/>
                <a:gd name="connsiteX18" fmla="*/ 212926 w 212926"/>
                <a:gd name="connsiteY18" fmla="*/ 44380 h 212990"/>
                <a:gd name="connsiteX19" fmla="*/ 205426 w 212926"/>
                <a:gd name="connsiteY19" fmla="*/ 51879 h 212990"/>
                <a:gd name="connsiteX20" fmla="*/ 197927 w 212926"/>
                <a:gd name="connsiteY20" fmla="*/ 44380 h 212990"/>
                <a:gd name="connsiteX21" fmla="*/ 197927 w 212926"/>
                <a:gd name="connsiteY21" fmla="*/ 14875 h 212990"/>
                <a:gd name="connsiteX22" fmla="*/ 30857 w 212926"/>
                <a:gd name="connsiteY22" fmla="*/ 14875 h 212990"/>
                <a:gd name="connsiteX23" fmla="*/ 14876 w 212926"/>
                <a:gd name="connsiteY23" fmla="*/ 30857 h 212990"/>
                <a:gd name="connsiteX24" fmla="*/ 14876 w 212926"/>
                <a:gd name="connsiteY24" fmla="*/ 197927 h 212990"/>
                <a:gd name="connsiteX25" fmla="*/ 44626 w 212926"/>
                <a:gd name="connsiteY25" fmla="*/ 197927 h 212990"/>
                <a:gd name="connsiteX26" fmla="*/ 40200 w 212926"/>
                <a:gd name="connsiteY26" fmla="*/ 166824 h 212990"/>
                <a:gd name="connsiteX27" fmla="*/ 94369 w 212926"/>
                <a:gd name="connsiteY27" fmla="*/ 131489 h 212990"/>
                <a:gd name="connsiteX28" fmla="*/ 130681 w 212926"/>
                <a:gd name="connsiteY28" fmla="*/ 175676 h 212990"/>
                <a:gd name="connsiteX29" fmla="*/ 124903 w 212926"/>
                <a:gd name="connsiteY29" fmla="*/ 197804 h 212990"/>
                <a:gd name="connsiteX30" fmla="*/ 197927 w 212926"/>
                <a:gd name="connsiteY30" fmla="*/ 197804 h 212990"/>
                <a:gd name="connsiteX31" fmla="*/ 197927 w 212926"/>
                <a:gd name="connsiteY31" fmla="*/ 143712 h 212990"/>
                <a:gd name="connsiteX32" fmla="*/ 205426 w 212926"/>
                <a:gd name="connsiteY32" fmla="*/ 136213 h 212990"/>
                <a:gd name="connsiteX33" fmla="*/ 212926 w 212926"/>
                <a:gd name="connsiteY33" fmla="*/ 143712 h 212990"/>
                <a:gd name="connsiteX34" fmla="*/ 212926 w 212926"/>
                <a:gd name="connsiteY34" fmla="*/ 205180 h 212990"/>
                <a:gd name="connsiteX35" fmla="*/ 205428 w 212926"/>
                <a:gd name="connsiteY35" fmla="*/ 212925 h 212990"/>
                <a:gd name="connsiteX36" fmla="*/ 205426 w 212926"/>
                <a:gd name="connsiteY36" fmla="*/ 212925 h 21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2926" h="212990">
                  <a:moveTo>
                    <a:pt x="205426" y="212925"/>
                  </a:moveTo>
                  <a:lnTo>
                    <a:pt x="125395" y="212925"/>
                  </a:lnTo>
                  <a:cubicBezTo>
                    <a:pt x="119910" y="212876"/>
                    <a:pt x="114860" y="209931"/>
                    <a:pt x="112118" y="205180"/>
                  </a:cubicBezTo>
                  <a:cubicBezTo>
                    <a:pt x="109483" y="200616"/>
                    <a:pt x="109483" y="194992"/>
                    <a:pt x="112118" y="190428"/>
                  </a:cubicBezTo>
                  <a:cubicBezTo>
                    <a:pt x="114663" y="185931"/>
                    <a:pt x="115978" y="180843"/>
                    <a:pt x="115929" y="175676"/>
                  </a:cubicBezTo>
                  <a:cubicBezTo>
                    <a:pt x="115904" y="166437"/>
                    <a:pt x="111756" y="157692"/>
                    <a:pt x="104619" y="151826"/>
                  </a:cubicBezTo>
                  <a:cubicBezTo>
                    <a:pt x="91314" y="141285"/>
                    <a:pt x="71984" y="143526"/>
                    <a:pt x="61443" y="156830"/>
                  </a:cubicBezTo>
                  <a:cubicBezTo>
                    <a:pt x="58473" y="160579"/>
                    <a:pt x="56419" y="164969"/>
                    <a:pt x="55444" y="169652"/>
                  </a:cubicBezTo>
                  <a:cubicBezTo>
                    <a:pt x="54088" y="176645"/>
                    <a:pt x="55172" y="183893"/>
                    <a:pt x="58518" y="190182"/>
                  </a:cubicBezTo>
                  <a:cubicBezTo>
                    <a:pt x="61216" y="194905"/>
                    <a:pt x="61216" y="200703"/>
                    <a:pt x="58518" y="205426"/>
                  </a:cubicBezTo>
                  <a:cubicBezTo>
                    <a:pt x="55791" y="210099"/>
                    <a:pt x="50774" y="212959"/>
                    <a:pt x="45364" y="212925"/>
                  </a:cubicBezTo>
                  <a:lnTo>
                    <a:pt x="8483" y="212925"/>
                  </a:lnTo>
                  <a:cubicBezTo>
                    <a:pt x="4377" y="213469"/>
                    <a:pt x="608" y="210581"/>
                    <a:pt x="65" y="206475"/>
                  </a:cubicBezTo>
                  <a:cubicBezTo>
                    <a:pt x="19" y="206127"/>
                    <a:pt x="-3" y="205777"/>
                    <a:pt x="0" y="205426"/>
                  </a:cubicBezTo>
                  <a:lnTo>
                    <a:pt x="0" y="30857"/>
                  </a:lnTo>
                  <a:cubicBezTo>
                    <a:pt x="68" y="13843"/>
                    <a:pt x="13843" y="67"/>
                    <a:pt x="30857" y="0"/>
                  </a:cubicBezTo>
                  <a:lnTo>
                    <a:pt x="205426" y="0"/>
                  </a:lnTo>
                  <a:cubicBezTo>
                    <a:pt x="209568" y="0"/>
                    <a:pt x="212926" y="3357"/>
                    <a:pt x="212926" y="7499"/>
                  </a:cubicBezTo>
                  <a:lnTo>
                    <a:pt x="212926" y="44380"/>
                  </a:lnTo>
                  <a:cubicBezTo>
                    <a:pt x="212926" y="48522"/>
                    <a:pt x="209568" y="51879"/>
                    <a:pt x="205426" y="51879"/>
                  </a:cubicBezTo>
                  <a:cubicBezTo>
                    <a:pt x="201285" y="51879"/>
                    <a:pt x="197927" y="48522"/>
                    <a:pt x="197927" y="44380"/>
                  </a:cubicBezTo>
                  <a:lnTo>
                    <a:pt x="197927" y="14875"/>
                  </a:lnTo>
                  <a:lnTo>
                    <a:pt x="30857" y="14875"/>
                  </a:lnTo>
                  <a:cubicBezTo>
                    <a:pt x="22031" y="14875"/>
                    <a:pt x="14876" y="22031"/>
                    <a:pt x="14876" y="30857"/>
                  </a:cubicBezTo>
                  <a:lnTo>
                    <a:pt x="14876" y="197927"/>
                  </a:lnTo>
                  <a:lnTo>
                    <a:pt x="44626" y="197927"/>
                  </a:lnTo>
                  <a:cubicBezTo>
                    <a:pt x="39790" y="188322"/>
                    <a:pt x="38235" y="177397"/>
                    <a:pt x="40200" y="166824"/>
                  </a:cubicBezTo>
                  <a:cubicBezTo>
                    <a:pt x="45401" y="142108"/>
                    <a:pt x="69653" y="126288"/>
                    <a:pt x="94369" y="131489"/>
                  </a:cubicBezTo>
                  <a:cubicBezTo>
                    <a:pt x="115326" y="135898"/>
                    <a:pt x="130417" y="154261"/>
                    <a:pt x="130681" y="175676"/>
                  </a:cubicBezTo>
                  <a:cubicBezTo>
                    <a:pt x="130693" y="183426"/>
                    <a:pt x="128703" y="191049"/>
                    <a:pt x="124903" y="197804"/>
                  </a:cubicBezTo>
                  <a:lnTo>
                    <a:pt x="197927" y="197804"/>
                  </a:lnTo>
                  <a:lnTo>
                    <a:pt x="197927" y="143712"/>
                  </a:lnTo>
                  <a:cubicBezTo>
                    <a:pt x="197927" y="139571"/>
                    <a:pt x="201285" y="136213"/>
                    <a:pt x="205426" y="136213"/>
                  </a:cubicBezTo>
                  <a:cubicBezTo>
                    <a:pt x="209568" y="136213"/>
                    <a:pt x="212926" y="139571"/>
                    <a:pt x="212926" y="143712"/>
                  </a:cubicBezTo>
                  <a:lnTo>
                    <a:pt x="212926" y="205180"/>
                  </a:lnTo>
                  <a:cubicBezTo>
                    <a:pt x="212994" y="209389"/>
                    <a:pt x="209637" y="212857"/>
                    <a:pt x="205428" y="212925"/>
                  </a:cubicBezTo>
                  <a:cubicBezTo>
                    <a:pt x="205428" y="212925"/>
                    <a:pt x="205427" y="212925"/>
                    <a:pt x="205426" y="212925"/>
                  </a:cubicBezTo>
                  <a:close/>
                </a:path>
              </a:pathLst>
            </a:custGeom>
            <a:grpFill/>
            <a:ln w="12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2" name="Graphic 85">
            <a:extLst>
              <a:ext uri="{FF2B5EF4-FFF2-40B4-BE49-F238E27FC236}">
                <a16:creationId xmlns:a16="http://schemas.microsoft.com/office/drawing/2014/main" id="{94E3C37D-354A-CE43-B009-1CB1D4E770B6}"/>
              </a:ext>
            </a:extLst>
          </p:cNvPr>
          <p:cNvGrpSpPr>
            <a:grpSpLocks noChangeAspect="1"/>
          </p:cNvGrpSpPr>
          <p:nvPr/>
        </p:nvGrpSpPr>
        <p:grpSpPr>
          <a:xfrm>
            <a:off x="4557617" y="3732442"/>
            <a:ext cx="439244" cy="362787"/>
            <a:chOff x="5192029" y="2596572"/>
            <a:chExt cx="439244" cy="362787"/>
          </a:xfrm>
          <a:solidFill>
            <a:srgbClr val="FFFFFF"/>
          </a:solidFill>
        </p:grpSpPr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22F54A81-6D65-7D41-9898-B8551D584EB3}"/>
                </a:ext>
              </a:extLst>
            </p:cNvPr>
            <p:cNvSpPr/>
            <p:nvPr/>
          </p:nvSpPr>
          <p:spPr>
            <a:xfrm>
              <a:off x="5192029" y="2596572"/>
              <a:ext cx="439244" cy="266540"/>
            </a:xfrm>
            <a:custGeom>
              <a:avLst/>
              <a:gdLst>
                <a:gd name="connsiteX0" fmla="*/ 346072 w 439244"/>
                <a:gd name="connsiteY0" fmla="*/ 266478 h 266540"/>
                <a:gd name="connsiteX1" fmla="*/ 277008 w 439244"/>
                <a:gd name="connsiteY1" fmla="*/ 266478 h 266540"/>
                <a:gd name="connsiteX2" fmla="*/ 268432 w 439244"/>
                <a:gd name="connsiteY2" fmla="*/ 260027 h 266540"/>
                <a:gd name="connsiteX3" fmla="*/ 275051 w 439244"/>
                <a:gd name="connsiteY3" fmla="*/ 251667 h 266540"/>
                <a:gd name="connsiteX4" fmla="*/ 277008 w 439244"/>
                <a:gd name="connsiteY4" fmla="*/ 251667 h 266540"/>
                <a:gd name="connsiteX5" fmla="*/ 346072 w 439244"/>
                <a:gd name="connsiteY5" fmla="*/ 251667 h 266540"/>
                <a:gd name="connsiteX6" fmla="*/ 424216 w 439244"/>
                <a:gd name="connsiteY6" fmla="*/ 175814 h 266540"/>
                <a:gd name="connsiteX7" fmla="*/ 346402 w 439244"/>
                <a:gd name="connsiteY7" fmla="*/ 99639 h 266540"/>
                <a:gd name="connsiteX8" fmla="*/ 308401 w 439244"/>
                <a:gd name="connsiteY8" fmla="*/ 109186 h 266540"/>
                <a:gd name="connsiteX9" fmla="*/ 300490 w 439244"/>
                <a:gd name="connsiteY9" fmla="*/ 109186 h 266540"/>
                <a:gd name="connsiteX10" fmla="*/ 297099 w 439244"/>
                <a:gd name="connsiteY10" fmla="*/ 102209 h 266540"/>
                <a:gd name="connsiteX11" fmla="*/ 297853 w 439244"/>
                <a:gd name="connsiteY11" fmla="*/ 92539 h 266540"/>
                <a:gd name="connsiteX12" fmla="*/ 219874 w 439244"/>
                <a:gd name="connsiteY12" fmla="*/ 16525 h 266540"/>
                <a:gd name="connsiteX13" fmla="*/ 141894 w 439244"/>
                <a:gd name="connsiteY13" fmla="*/ 92539 h 266540"/>
                <a:gd name="connsiteX14" fmla="*/ 142522 w 439244"/>
                <a:gd name="connsiteY14" fmla="*/ 102209 h 266540"/>
                <a:gd name="connsiteX15" fmla="*/ 139257 w 439244"/>
                <a:gd name="connsiteY15" fmla="*/ 109186 h 266540"/>
                <a:gd name="connsiteX16" fmla="*/ 131347 w 439244"/>
                <a:gd name="connsiteY16" fmla="*/ 109186 h 266540"/>
                <a:gd name="connsiteX17" fmla="*/ 25326 w 439244"/>
                <a:gd name="connsiteY17" fmla="*/ 138770 h 266540"/>
                <a:gd name="connsiteX18" fmla="*/ 55674 w 439244"/>
                <a:gd name="connsiteY18" fmla="*/ 242120 h 266540"/>
                <a:gd name="connsiteX19" fmla="*/ 93675 w 439244"/>
                <a:gd name="connsiteY19" fmla="*/ 251667 h 266540"/>
                <a:gd name="connsiteX20" fmla="*/ 162739 w 439244"/>
                <a:gd name="connsiteY20" fmla="*/ 251667 h 266540"/>
                <a:gd name="connsiteX21" fmla="*/ 171315 w 439244"/>
                <a:gd name="connsiteY21" fmla="*/ 258119 h 266540"/>
                <a:gd name="connsiteX22" fmla="*/ 164697 w 439244"/>
                <a:gd name="connsiteY22" fmla="*/ 266478 h 266540"/>
                <a:gd name="connsiteX23" fmla="*/ 162739 w 439244"/>
                <a:gd name="connsiteY23" fmla="*/ 266478 h 266540"/>
                <a:gd name="connsiteX24" fmla="*/ 93173 w 439244"/>
                <a:gd name="connsiteY24" fmla="*/ 266478 h 266540"/>
                <a:gd name="connsiteX25" fmla="*/ 0 w 439244"/>
                <a:gd name="connsiteY25" fmla="*/ 175653 h 266540"/>
                <a:gd name="connsiteX26" fmla="*/ 93173 w 439244"/>
                <a:gd name="connsiteY26" fmla="*/ 84828 h 266540"/>
                <a:gd name="connsiteX27" fmla="*/ 126449 w 439244"/>
                <a:gd name="connsiteY27" fmla="*/ 90825 h 266540"/>
                <a:gd name="connsiteX28" fmla="*/ 219622 w 439244"/>
                <a:gd name="connsiteY28" fmla="*/ 0 h 266540"/>
                <a:gd name="connsiteX29" fmla="*/ 312796 w 439244"/>
                <a:gd name="connsiteY29" fmla="*/ 90825 h 266540"/>
                <a:gd name="connsiteX30" fmla="*/ 346072 w 439244"/>
                <a:gd name="connsiteY30" fmla="*/ 84828 h 266540"/>
                <a:gd name="connsiteX31" fmla="*/ 439245 w 439244"/>
                <a:gd name="connsiteY31" fmla="*/ 175653 h 266540"/>
                <a:gd name="connsiteX32" fmla="*/ 346072 w 439244"/>
                <a:gd name="connsiteY32" fmla="*/ 266478 h 26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39244" h="266540">
                  <a:moveTo>
                    <a:pt x="346072" y="266478"/>
                  </a:moveTo>
                  <a:lnTo>
                    <a:pt x="277008" y="266478"/>
                  </a:lnTo>
                  <a:cubicBezTo>
                    <a:pt x="272812" y="267005"/>
                    <a:pt x="268973" y="264117"/>
                    <a:pt x="268432" y="260027"/>
                  </a:cubicBezTo>
                  <a:cubicBezTo>
                    <a:pt x="267892" y="255937"/>
                    <a:pt x="270855" y="252194"/>
                    <a:pt x="275051" y="251667"/>
                  </a:cubicBezTo>
                  <a:cubicBezTo>
                    <a:pt x="275700" y="251586"/>
                    <a:pt x="276358" y="251586"/>
                    <a:pt x="277008" y="251667"/>
                  </a:cubicBezTo>
                  <a:lnTo>
                    <a:pt x="346072" y="251667"/>
                  </a:lnTo>
                  <a:cubicBezTo>
                    <a:pt x="389138" y="251756"/>
                    <a:pt x="424125" y="217795"/>
                    <a:pt x="424216" y="175814"/>
                  </a:cubicBezTo>
                  <a:cubicBezTo>
                    <a:pt x="424307" y="133833"/>
                    <a:pt x="389468" y="99728"/>
                    <a:pt x="346402" y="99639"/>
                  </a:cubicBezTo>
                  <a:cubicBezTo>
                    <a:pt x="333107" y="99612"/>
                    <a:pt x="320026" y="102898"/>
                    <a:pt x="308401" y="109186"/>
                  </a:cubicBezTo>
                  <a:cubicBezTo>
                    <a:pt x="305976" y="110644"/>
                    <a:pt x="302915" y="110644"/>
                    <a:pt x="300490" y="109186"/>
                  </a:cubicBezTo>
                  <a:cubicBezTo>
                    <a:pt x="298118" y="107655"/>
                    <a:pt x="296813" y="104968"/>
                    <a:pt x="297099" y="102209"/>
                  </a:cubicBezTo>
                  <a:cubicBezTo>
                    <a:pt x="297569" y="99006"/>
                    <a:pt x="297820" y="95775"/>
                    <a:pt x="297853" y="92539"/>
                  </a:cubicBezTo>
                  <a:cubicBezTo>
                    <a:pt x="297853" y="50558"/>
                    <a:pt x="262940" y="16525"/>
                    <a:pt x="219874" y="16525"/>
                  </a:cubicBezTo>
                  <a:cubicBezTo>
                    <a:pt x="176807" y="16525"/>
                    <a:pt x="141894" y="50558"/>
                    <a:pt x="141894" y="92539"/>
                  </a:cubicBezTo>
                  <a:cubicBezTo>
                    <a:pt x="141894" y="95477"/>
                    <a:pt x="141894" y="98537"/>
                    <a:pt x="142522" y="102209"/>
                  </a:cubicBezTo>
                  <a:cubicBezTo>
                    <a:pt x="142895" y="104953"/>
                    <a:pt x="141627" y="107662"/>
                    <a:pt x="139257" y="109186"/>
                  </a:cubicBezTo>
                  <a:cubicBezTo>
                    <a:pt x="136833" y="110644"/>
                    <a:pt x="133771" y="110644"/>
                    <a:pt x="131347" y="109186"/>
                  </a:cubicBezTo>
                  <a:cubicBezTo>
                    <a:pt x="93689" y="88817"/>
                    <a:pt x="46222" y="102062"/>
                    <a:pt x="25326" y="138770"/>
                  </a:cubicBezTo>
                  <a:cubicBezTo>
                    <a:pt x="4429" y="175479"/>
                    <a:pt x="18017" y="221750"/>
                    <a:pt x="55674" y="242120"/>
                  </a:cubicBezTo>
                  <a:cubicBezTo>
                    <a:pt x="67299" y="248408"/>
                    <a:pt x="80381" y="251695"/>
                    <a:pt x="93675" y="251667"/>
                  </a:cubicBezTo>
                  <a:lnTo>
                    <a:pt x="162739" y="251667"/>
                  </a:lnTo>
                  <a:cubicBezTo>
                    <a:pt x="166935" y="251140"/>
                    <a:pt x="170774" y="254029"/>
                    <a:pt x="171315" y="258119"/>
                  </a:cubicBezTo>
                  <a:cubicBezTo>
                    <a:pt x="171855" y="262209"/>
                    <a:pt x="168892" y="265951"/>
                    <a:pt x="164697" y="266478"/>
                  </a:cubicBezTo>
                  <a:cubicBezTo>
                    <a:pt x="164047" y="266560"/>
                    <a:pt x="163389" y="266560"/>
                    <a:pt x="162739" y="266478"/>
                  </a:cubicBezTo>
                  <a:lnTo>
                    <a:pt x="93173" y="266478"/>
                  </a:lnTo>
                  <a:cubicBezTo>
                    <a:pt x="41715" y="266478"/>
                    <a:pt x="0" y="225814"/>
                    <a:pt x="0" y="175653"/>
                  </a:cubicBezTo>
                  <a:cubicBezTo>
                    <a:pt x="0" y="125491"/>
                    <a:pt x="41715" y="84828"/>
                    <a:pt x="93173" y="84828"/>
                  </a:cubicBezTo>
                  <a:cubicBezTo>
                    <a:pt x="104553" y="84779"/>
                    <a:pt x="115840" y="86814"/>
                    <a:pt x="126449" y="90825"/>
                  </a:cubicBezTo>
                  <a:cubicBezTo>
                    <a:pt x="126449" y="40664"/>
                    <a:pt x="168164" y="0"/>
                    <a:pt x="219622" y="0"/>
                  </a:cubicBezTo>
                  <a:cubicBezTo>
                    <a:pt x="271081" y="0"/>
                    <a:pt x="312796" y="40664"/>
                    <a:pt x="312796" y="90825"/>
                  </a:cubicBezTo>
                  <a:cubicBezTo>
                    <a:pt x="323405" y="86814"/>
                    <a:pt x="334692" y="84779"/>
                    <a:pt x="346072" y="84828"/>
                  </a:cubicBezTo>
                  <a:cubicBezTo>
                    <a:pt x="397530" y="84828"/>
                    <a:pt x="439245" y="125491"/>
                    <a:pt x="439245" y="175653"/>
                  </a:cubicBezTo>
                  <a:cubicBezTo>
                    <a:pt x="439245" y="225814"/>
                    <a:pt x="397530" y="266478"/>
                    <a:pt x="346072" y="266478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9EF1B904-0C47-A44A-B700-EED2696DE4E0}"/>
                </a:ext>
              </a:extLst>
            </p:cNvPr>
            <p:cNvSpPr/>
            <p:nvPr/>
          </p:nvSpPr>
          <p:spPr>
            <a:xfrm>
              <a:off x="5318462" y="2597990"/>
              <a:ext cx="186361" cy="139961"/>
            </a:xfrm>
            <a:custGeom>
              <a:avLst/>
              <a:gdLst>
                <a:gd name="connsiteX0" fmla="*/ 167275 w 186361"/>
                <a:gd name="connsiteY0" fmla="*/ 139961 h 139961"/>
                <a:gd name="connsiteX1" fmla="*/ 163508 w 186361"/>
                <a:gd name="connsiteY1" fmla="*/ 138982 h 139961"/>
                <a:gd name="connsiteX2" fmla="*/ 160746 w 186361"/>
                <a:gd name="connsiteY2" fmla="*/ 128822 h 139961"/>
                <a:gd name="connsiteX3" fmla="*/ 132135 w 186361"/>
                <a:gd name="connsiteY3" fmla="*/ 25003 h 139961"/>
                <a:gd name="connsiteX4" fmla="*/ 25632 w 186361"/>
                <a:gd name="connsiteY4" fmla="*/ 52892 h 139961"/>
                <a:gd name="connsiteX5" fmla="*/ 25632 w 186361"/>
                <a:gd name="connsiteY5" fmla="*/ 128822 h 139961"/>
                <a:gd name="connsiteX6" fmla="*/ 23096 w 186361"/>
                <a:gd name="connsiteY6" fmla="*/ 138732 h 139961"/>
                <a:gd name="connsiteX7" fmla="*/ 22869 w 186361"/>
                <a:gd name="connsiteY7" fmla="*/ 138859 h 139961"/>
                <a:gd name="connsiteX8" fmla="*/ 12447 w 186361"/>
                <a:gd name="connsiteY8" fmla="*/ 136167 h 139961"/>
                <a:gd name="connsiteX9" fmla="*/ 46691 w 186361"/>
                <a:gd name="connsiteY9" fmla="*/ 12133 h 139961"/>
                <a:gd name="connsiteX10" fmla="*/ 173931 w 186361"/>
                <a:gd name="connsiteY10" fmla="*/ 45515 h 139961"/>
                <a:gd name="connsiteX11" fmla="*/ 173931 w 186361"/>
                <a:gd name="connsiteY11" fmla="*/ 136167 h 139961"/>
                <a:gd name="connsiteX12" fmla="*/ 167275 w 186361"/>
                <a:gd name="connsiteY12" fmla="*/ 139961 h 13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361" h="139961">
                  <a:moveTo>
                    <a:pt x="167275" y="139961"/>
                  </a:moveTo>
                  <a:cubicBezTo>
                    <a:pt x="165958" y="139927"/>
                    <a:pt x="164668" y="139591"/>
                    <a:pt x="163508" y="138982"/>
                  </a:cubicBezTo>
                  <a:cubicBezTo>
                    <a:pt x="159884" y="136908"/>
                    <a:pt x="158651" y="132374"/>
                    <a:pt x="160746" y="128822"/>
                  </a:cubicBezTo>
                  <a:cubicBezTo>
                    <a:pt x="182255" y="92452"/>
                    <a:pt x="169446" y="45970"/>
                    <a:pt x="132135" y="25003"/>
                  </a:cubicBezTo>
                  <a:cubicBezTo>
                    <a:pt x="94825" y="4035"/>
                    <a:pt x="47142" y="16522"/>
                    <a:pt x="25632" y="52892"/>
                  </a:cubicBezTo>
                  <a:cubicBezTo>
                    <a:pt x="11736" y="76390"/>
                    <a:pt x="11736" y="105325"/>
                    <a:pt x="25632" y="128822"/>
                  </a:cubicBezTo>
                  <a:cubicBezTo>
                    <a:pt x="27739" y="132241"/>
                    <a:pt x="26604" y="136678"/>
                    <a:pt x="23096" y="138732"/>
                  </a:cubicBezTo>
                  <a:cubicBezTo>
                    <a:pt x="23021" y="138776"/>
                    <a:pt x="22946" y="138818"/>
                    <a:pt x="22869" y="138859"/>
                  </a:cubicBezTo>
                  <a:cubicBezTo>
                    <a:pt x="19226" y="140901"/>
                    <a:pt x="14575" y="139699"/>
                    <a:pt x="12447" y="136167"/>
                  </a:cubicBezTo>
                  <a:cubicBezTo>
                    <a:pt x="-13233" y="92698"/>
                    <a:pt x="2099" y="37166"/>
                    <a:pt x="46691" y="12133"/>
                  </a:cubicBezTo>
                  <a:cubicBezTo>
                    <a:pt x="91284" y="-12899"/>
                    <a:pt x="148251" y="2046"/>
                    <a:pt x="173931" y="45515"/>
                  </a:cubicBezTo>
                  <a:cubicBezTo>
                    <a:pt x="190506" y="73572"/>
                    <a:pt x="190506" y="108109"/>
                    <a:pt x="173931" y="136167"/>
                  </a:cubicBezTo>
                  <a:cubicBezTo>
                    <a:pt x="172555" y="138489"/>
                    <a:pt x="170026" y="139931"/>
                    <a:pt x="167275" y="139961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599971E0-9684-5B4A-9C1B-9790181727CE}"/>
                </a:ext>
              </a:extLst>
            </p:cNvPr>
            <p:cNvSpPr/>
            <p:nvPr/>
          </p:nvSpPr>
          <p:spPr>
            <a:xfrm>
              <a:off x="5338891" y="2734961"/>
              <a:ext cx="145226" cy="224399"/>
            </a:xfrm>
            <a:custGeom>
              <a:avLst/>
              <a:gdLst>
                <a:gd name="connsiteX0" fmla="*/ 105283 w 145226"/>
                <a:gd name="connsiteY0" fmla="*/ 223444 h 224399"/>
                <a:gd name="connsiteX1" fmla="*/ 97623 w 145226"/>
                <a:gd name="connsiteY1" fmla="*/ 215977 h 224399"/>
                <a:gd name="connsiteX2" fmla="*/ 97623 w 145226"/>
                <a:gd name="connsiteY2" fmla="*/ 81331 h 224399"/>
                <a:gd name="connsiteX3" fmla="*/ 105156 w 145226"/>
                <a:gd name="connsiteY3" fmla="*/ 73985 h 224399"/>
                <a:gd name="connsiteX4" fmla="*/ 105283 w 145226"/>
                <a:gd name="connsiteY4" fmla="*/ 73986 h 224399"/>
                <a:gd name="connsiteX5" fmla="*/ 121105 w 145226"/>
                <a:gd name="connsiteY5" fmla="*/ 73986 h 224399"/>
                <a:gd name="connsiteX6" fmla="*/ 72760 w 145226"/>
                <a:gd name="connsiteY6" fmla="*/ 19148 h 224399"/>
                <a:gd name="connsiteX7" fmla="*/ 24290 w 145226"/>
                <a:gd name="connsiteY7" fmla="*/ 73986 h 224399"/>
                <a:gd name="connsiteX8" fmla="*/ 40238 w 145226"/>
                <a:gd name="connsiteY8" fmla="*/ 73986 h 224399"/>
                <a:gd name="connsiteX9" fmla="*/ 47896 w 145226"/>
                <a:gd name="connsiteY9" fmla="*/ 81207 h 224399"/>
                <a:gd name="connsiteX10" fmla="*/ 47897 w 145226"/>
                <a:gd name="connsiteY10" fmla="*/ 81331 h 224399"/>
                <a:gd name="connsiteX11" fmla="*/ 47897 w 145226"/>
                <a:gd name="connsiteY11" fmla="*/ 215977 h 224399"/>
                <a:gd name="connsiteX12" fmla="*/ 41279 w 145226"/>
                <a:gd name="connsiteY12" fmla="*/ 224337 h 224399"/>
                <a:gd name="connsiteX13" fmla="*/ 32703 w 145226"/>
                <a:gd name="connsiteY13" fmla="*/ 217885 h 224399"/>
                <a:gd name="connsiteX14" fmla="*/ 32703 w 145226"/>
                <a:gd name="connsiteY14" fmla="*/ 215977 h 224399"/>
                <a:gd name="connsiteX15" fmla="*/ 32703 w 145226"/>
                <a:gd name="connsiteY15" fmla="*/ 88185 h 224399"/>
                <a:gd name="connsiteX16" fmla="*/ 7589 w 145226"/>
                <a:gd name="connsiteY16" fmla="*/ 88185 h 224399"/>
                <a:gd name="connsiteX17" fmla="*/ 683 w 145226"/>
                <a:gd name="connsiteY17" fmla="*/ 83779 h 224399"/>
                <a:gd name="connsiteX18" fmla="*/ 1813 w 145226"/>
                <a:gd name="connsiteY18" fmla="*/ 75945 h 224399"/>
                <a:gd name="connsiteX19" fmla="*/ 66859 w 145226"/>
                <a:gd name="connsiteY19" fmla="*/ 2501 h 224399"/>
                <a:gd name="connsiteX20" fmla="*/ 77855 w 145226"/>
                <a:gd name="connsiteY20" fmla="*/ 1959 h 224399"/>
                <a:gd name="connsiteX21" fmla="*/ 78411 w 145226"/>
                <a:gd name="connsiteY21" fmla="*/ 2501 h 224399"/>
                <a:gd name="connsiteX22" fmla="*/ 143331 w 145226"/>
                <a:gd name="connsiteY22" fmla="*/ 75945 h 224399"/>
                <a:gd name="connsiteX23" fmla="*/ 144587 w 145226"/>
                <a:gd name="connsiteY23" fmla="*/ 83779 h 224399"/>
                <a:gd name="connsiteX24" fmla="*/ 137555 w 145226"/>
                <a:gd name="connsiteY24" fmla="*/ 88185 h 224399"/>
                <a:gd name="connsiteX25" fmla="*/ 112441 w 145226"/>
                <a:gd name="connsiteY25" fmla="*/ 88185 h 224399"/>
                <a:gd name="connsiteX26" fmla="*/ 112441 w 145226"/>
                <a:gd name="connsiteY26" fmla="*/ 215977 h 224399"/>
                <a:gd name="connsiteX27" fmla="*/ 105283 w 145226"/>
                <a:gd name="connsiteY27" fmla="*/ 223444 h 224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5226" h="224399">
                  <a:moveTo>
                    <a:pt x="105283" y="223444"/>
                  </a:moveTo>
                  <a:cubicBezTo>
                    <a:pt x="101053" y="223444"/>
                    <a:pt x="97623" y="220101"/>
                    <a:pt x="97623" y="215977"/>
                  </a:cubicBezTo>
                  <a:lnTo>
                    <a:pt x="97623" y="81331"/>
                  </a:lnTo>
                  <a:cubicBezTo>
                    <a:pt x="97623" y="77274"/>
                    <a:pt x="100995" y="73986"/>
                    <a:pt x="105156" y="73985"/>
                  </a:cubicBezTo>
                  <a:cubicBezTo>
                    <a:pt x="105199" y="73985"/>
                    <a:pt x="105241" y="73985"/>
                    <a:pt x="105283" y="73986"/>
                  </a:cubicBezTo>
                  <a:lnTo>
                    <a:pt x="121105" y="73986"/>
                  </a:lnTo>
                  <a:lnTo>
                    <a:pt x="72760" y="19148"/>
                  </a:lnTo>
                  <a:lnTo>
                    <a:pt x="24290" y="73986"/>
                  </a:lnTo>
                  <a:lnTo>
                    <a:pt x="40238" y="73986"/>
                  </a:lnTo>
                  <a:cubicBezTo>
                    <a:pt x="44398" y="73919"/>
                    <a:pt x="47827" y="77151"/>
                    <a:pt x="47896" y="81207"/>
                  </a:cubicBezTo>
                  <a:cubicBezTo>
                    <a:pt x="47897" y="81248"/>
                    <a:pt x="47897" y="81289"/>
                    <a:pt x="47897" y="81331"/>
                  </a:cubicBezTo>
                  <a:lnTo>
                    <a:pt x="47897" y="215977"/>
                  </a:lnTo>
                  <a:cubicBezTo>
                    <a:pt x="48438" y="220067"/>
                    <a:pt x="45475" y="223810"/>
                    <a:pt x="41279" y="224337"/>
                  </a:cubicBezTo>
                  <a:cubicBezTo>
                    <a:pt x="37083" y="224864"/>
                    <a:pt x="33244" y="221975"/>
                    <a:pt x="32703" y="217885"/>
                  </a:cubicBezTo>
                  <a:cubicBezTo>
                    <a:pt x="32620" y="217252"/>
                    <a:pt x="32620" y="216611"/>
                    <a:pt x="32703" y="215977"/>
                  </a:cubicBezTo>
                  <a:lnTo>
                    <a:pt x="32703" y="88185"/>
                  </a:lnTo>
                  <a:lnTo>
                    <a:pt x="7589" y="88185"/>
                  </a:lnTo>
                  <a:cubicBezTo>
                    <a:pt x="4603" y="88155"/>
                    <a:pt x="1907" y="86434"/>
                    <a:pt x="683" y="83779"/>
                  </a:cubicBezTo>
                  <a:cubicBezTo>
                    <a:pt x="-539" y="81176"/>
                    <a:pt x="-97" y="78118"/>
                    <a:pt x="1813" y="75945"/>
                  </a:cubicBezTo>
                  <a:lnTo>
                    <a:pt x="66859" y="2501"/>
                  </a:lnTo>
                  <a:cubicBezTo>
                    <a:pt x="69741" y="-609"/>
                    <a:pt x="74664" y="-852"/>
                    <a:pt x="77855" y="1959"/>
                  </a:cubicBezTo>
                  <a:cubicBezTo>
                    <a:pt x="78049" y="2130"/>
                    <a:pt x="78235" y="2311"/>
                    <a:pt x="78411" y="2501"/>
                  </a:cubicBezTo>
                  <a:lnTo>
                    <a:pt x="143331" y="75945"/>
                  </a:lnTo>
                  <a:cubicBezTo>
                    <a:pt x="145284" y="78092"/>
                    <a:pt x="145774" y="81152"/>
                    <a:pt x="144587" y="83779"/>
                  </a:cubicBezTo>
                  <a:cubicBezTo>
                    <a:pt x="143319" y="86454"/>
                    <a:pt x="140577" y="88172"/>
                    <a:pt x="137555" y="88185"/>
                  </a:cubicBezTo>
                  <a:lnTo>
                    <a:pt x="112441" y="88185"/>
                  </a:lnTo>
                  <a:lnTo>
                    <a:pt x="112441" y="215977"/>
                  </a:lnTo>
                  <a:cubicBezTo>
                    <a:pt x="112513" y="219942"/>
                    <a:pt x="109345" y="223247"/>
                    <a:pt x="105283" y="223444"/>
                  </a:cubicBezTo>
                  <a:close/>
                </a:path>
              </a:pathLst>
            </a:custGeom>
            <a:grpFill/>
            <a:ln w="12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46" name="Graphic 87">
            <a:extLst>
              <a:ext uri="{FF2B5EF4-FFF2-40B4-BE49-F238E27FC236}">
                <a16:creationId xmlns:a16="http://schemas.microsoft.com/office/drawing/2014/main" id="{3606F102-2E72-224A-A3D7-3D479080732F}"/>
              </a:ext>
            </a:extLst>
          </p:cNvPr>
          <p:cNvGrpSpPr>
            <a:grpSpLocks noChangeAspect="1"/>
          </p:cNvGrpSpPr>
          <p:nvPr/>
        </p:nvGrpSpPr>
        <p:grpSpPr>
          <a:xfrm>
            <a:off x="6489971" y="2519317"/>
            <a:ext cx="454088" cy="459391"/>
            <a:chOff x="5183589" y="2546930"/>
            <a:chExt cx="454088" cy="459391"/>
          </a:xfrm>
          <a:solidFill>
            <a:srgbClr val="FFFFFF"/>
          </a:solidFill>
        </p:grpSpPr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DADE8C3D-FF0A-3A46-BDF5-77773E1A441F}"/>
                </a:ext>
              </a:extLst>
            </p:cNvPr>
            <p:cNvSpPr/>
            <p:nvPr/>
          </p:nvSpPr>
          <p:spPr>
            <a:xfrm>
              <a:off x="5391424" y="2621465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4C22D43A-37F2-4F4F-B920-EABBDA787D91}"/>
                </a:ext>
              </a:extLst>
            </p:cNvPr>
            <p:cNvSpPr/>
            <p:nvPr/>
          </p:nvSpPr>
          <p:spPr>
            <a:xfrm>
              <a:off x="5312725" y="2802668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B6F98F44-2CE1-7C49-8946-58316B00BB88}"/>
                </a:ext>
              </a:extLst>
            </p:cNvPr>
            <p:cNvSpPr/>
            <p:nvPr/>
          </p:nvSpPr>
          <p:spPr>
            <a:xfrm>
              <a:off x="5324937" y="2711635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67BC06A5-6265-5842-ACF2-DEF78097C3BE}"/>
                </a:ext>
              </a:extLst>
            </p:cNvPr>
            <p:cNvSpPr/>
            <p:nvPr/>
          </p:nvSpPr>
          <p:spPr>
            <a:xfrm>
              <a:off x="5231437" y="2893825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BBF45E41-8BA0-8244-AD95-503D6FFE76FD}"/>
                </a:ext>
              </a:extLst>
            </p:cNvPr>
            <p:cNvSpPr/>
            <p:nvPr/>
          </p:nvSpPr>
          <p:spPr>
            <a:xfrm>
              <a:off x="5481238" y="2546930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D41CEB7D-D79F-BF40-8A1F-5F6ECC24AD7D}"/>
                </a:ext>
              </a:extLst>
            </p:cNvPr>
            <p:cNvSpPr/>
            <p:nvPr/>
          </p:nvSpPr>
          <p:spPr>
            <a:xfrm>
              <a:off x="5183589" y="2672502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185A5128-C0A8-7345-AD1F-8A73FA90EF40}"/>
                </a:ext>
              </a:extLst>
            </p:cNvPr>
            <p:cNvSpPr/>
            <p:nvPr/>
          </p:nvSpPr>
          <p:spPr>
            <a:xfrm>
              <a:off x="5202696" y="2614272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CA63DB3F-4A60-4A4C-9AA4-71C5BC1B54FC}"/>
                </a:ext>
              </a:extLst>
            </p:cNvPr>
            <p:cNvSpPr/>
            <p:nvPr/>
          </p:nvSpPr>
          <p:spPr>
            <a:xfrm>
              <a:off x="5299033" y="2614026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416121D2-D3E7-404B-B5A4-C98F3C2D4230}"/>
                </a:ext>
              </a:extLst>
            </p:cNvPr>
            <p:cNvSpPr/>
            <p:nvPr/>
          </p:nvSpPr>
          <p:spPr>
            <a:xfrm>
              <a:off x="5533894" y="2569658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72B7A908-4F32-3542-A6F3-555EC1FE44D5}"/>
                </a:ext>
              </a:extLst>
            </p:cNvPr>
            <p:cNvSpPr/>
            <p:nvPr/>
          </p:nvSpPr>
          <p:spPr>
            <a:xfrm>
              <a:off x="5512801" y="2625042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1A4425E6-BB4D-BD4C-9AAB-3370813E8D04}"/>
                </a:ext>
              </a:extLst>
            </p:cNvPr>
            <p:cNvSpPr/>
            <p:nvPr/>
          </p:nvSpPr>
          <p:spPr>
            <a:xfrm>
              <a:off x="5235878" y="2694119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4BEE7D99-84EF-284C-90FC-7703F46954D6}"/>
                </a:ext>
              </a:extLst>
            </p:cNvPr>
            <p:cNvSpPr/>
            <p:nvPr/>
          </p:nvSpPr>
          <p:spPr>
            <a:xfrm>
              <a:off x="5215216" y="2750120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F0E76BE4-373A-054A-BBB6-EF357F639080}"/>
              </a:ext>
            </a:extLst>
          </p:cNvPr>
          <p:cNvGrpSpPr/>
          <p:nvPr/>
        </p:nvGrpSpPr>
        <p:grpSpPr>
          <a:xfrm>
            <a:off x="5424472" y="3299884"/>
            <a:ext cx="1338870" cy="1238019"/>
            <a:chOff x="5398240" y="3718434"/>
            <a:chExt cx="1338870" cy="1238019"/>
          </a:xfrm>
        </p:grpSpPr>
        <p:sp>
          <p:nvSpPr>
            <p:cNvPr id="160" name="Freeform 159">
              <a:extLst>
                <a:ext uri="{FF2B5EF4-FFF2-40B4-BE49-F238E27FC236}">
                  <a16:creationId xmlns:a16="http://schemas.microsoft.com/office/drawing/2014/main" id="{BACEB7BE-1DC0-154B-B9BF-20C889CC647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61" name="Title 1">
              <a:extLst>
                <a:ext uri="{FF2B5EF4-FFF2-40B4-BE49-F238E27FC236}">
                  <a16:creationId xmlns:a16="http://schemas.microsoft.com/office/drawing/2014/main" id="{805CD4D8-1306-6041-B7B6-A1C56CFFD0ED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73414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C40EC05-E166-3049-8010-53273A95E37E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FB1CD0B-8B3A-DF46-8FF5-3EE3E0473A3B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580469D-0257-B744-82B3-73900B56D7C3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C73F5F10-1BFB-6F43-B752-BE5F21406231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18805758-AD6F-D24B-AE7C-EB77D8111C7A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6DAC5C10-BD87-BD40-A3AE-25760094868C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2" name="Freeform 11">
            <a:extLst>
              <a:ext uri="{FF2B5EF4-FFF2-40B4-BE49-F238E27FC236}">
                <a16:creationId xmlns:a16="http://schemas.microsoft.com/office/drawing/2014/main" id="{51A4607D-5FB5-E941-9AE2-1344718C3124}"/>
              </a:ext>
            </a:extLst>
          </p:cNvPr>
          <p:cNvSpPr/>
          <p:nvPr/>
        </p:nvSpPr>
        <p:spPr>
          <a:xfrm>
            <a:off x="6419079" y="1796373"/>
            <a:ext cx="1128866" cy="1127592"/>
          </a:xfrm>
          <a:custGeom>
            <a:avLst/>
            <a:gdLst>
              <a:gd name="connsiteX0" fmla="*/ 282283 w 1128866"/>
              <a:gd name="connsiteY0" fmla="*/ 75596 h 1127592"/>
              <a:gd name="connsiteX1" fmla="*/ 1053183 w 1128866"/>
              <a:gd name="connsiteY1" fmla="*/ 281979 h 1127592"/>
              <a:gd name="connsiteX2" fmla="*/ 846564 w 1128866"/>
              <a:gd name="connsiteY2" fmla="*/ 1051997 h 1127592"/>
              <a:gd name="connsiteX3" fmla="*/ 75688 w 1128866"/>
              <a:gd name="connsiteY3" fmla="*/ 845657 h 1127592"/>
              <a:gd name="connsiteX4" fmla="*/ 282283 w 1128866"/>
              <a:gd name="connsiteY4" fmla="*/ 75596 h 1127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8866" h="1127592">
                <a:moveTo>
                  <a:pt x="282283" y="75596"/>
                </a:moveTo>
                <a:cubicBezTo>
                  <a:pt x="552218" y="-80047"/>
                  <a:pt x="897361" y="12354"/>
                  <a:pt x="1053183" y="281979"/>
                </a:cubicBezTo>
                <a:cubicBezTo>
                  <a:pt x="1209005" y="551605"/>
                  <a:pt x="1116498" y="896353"/>
                  <a:pt x="846564" y="1051997"/>
                </a:cubicBezTo>
                <a:cubicBezTo>
                  <a:pt x="576646" y="1207630"/>
                  <a:pt x="231524" y="1115252"/>
                  <a:pt x="75688" y="845657"/>
                </a:cubicBezTo>
                <a:cubicBezTo>
                  <a:pt x="-80135" y="576024"/>
                  <a:pt x="12357" y="231269"/>
                  <a:pt x="282283" y="75596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A0ED9962-61AB-D54D-BEB7-23A3638E0F5E}"/>
              </a:ext>
            </a:extLst>
          </p:cNvPr>
          <p:cNvSpPr/>
          <p:nvPr/>
        </p:nvSpPr>
        <p:spPr>
          <a:xfrm rot="19800000">
            <a:off x="5875582" y="2087270"/>
            <a:ext cx="88847" cy="88749"/>
          </a:xfrm>
          <a:custGeom>
            <a:avLst/>
            <a:gdLst>
              <a:gd name="connsiteX0" fmla="*/ 41160 w 88847"/>
              <a:gd name="connsiteY0" fmla="*/ 122 h 88749"/>
              <a:gd name="connsiteX1" fmla="*/ 88726 w 88847"/>
              <a:gd name="connsiteY1" fmla="*/ 41116 h 88749"/>
              <a:gd name="connsiteX2" fmla="*/ 47684 w 88847"/>
              <a:gd name="connsiteY2" fmla="*/ 88628 h 88749"/>
              <a:gd name="connsiteX3" fmla="*/ 120 w 88847"/>
              <a:gd name="connsiteY3" fmla="*/ 47660 h 88749"/>
              <a:gd name="connsiteX4" fmla="*/ 41160 w 88847"/>
              <a:gd name="connsiteY4" fmla="*/ 122 h 88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8847" h="88749">
                <a:moveTo>
                  <a:pt x="41160" y="122"/>
                </a:moveTo>
                <a:cubicBezTo>
                  <a:pt x="65628" y="-1678"/>
                  <a:pt x="86924" y="16676"/>
                  <a:pt x="88726" y="41116"/>
                </a:cubicBezTo>
                <a:cubicBezTo>
                  <a:pt x="90528" y="65557"/>
                  <a:pt x="72153" y="86828"/>
                  <a:pt x="47684" y="88628"/>
                </a:cubicBezTo>
                <a:cubicBezTo>
                  <a:pt x="23226" y="90427"/>
                  <a:pt x="1936" y="72089"/>
                  <a:pt x="120" y="47660"/>
                </a:cubicBezTo>
                <a:cubicBezTo>
                  <a:pt x="-1667" y="23221"/>
                  <a:pt x="16695" y="1951"/>
                  <a:pt x="41160" y="122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D5430BE4-389C-AC40-BC87-A9CD99FA8F97}"/>
              </a:ext>
            </a:extLst>
          </p:cNvPr>
          <p:cNvSpPr/>
          <p:nvPr/>
        </p:nvSpPr>
        <p:spPr>
          <a:xfrm rot="19800000">
            <a:off x="5850707" y="1863409"/>
            <a:ext cx="740534" cy="582439"/>
          </a:xfrm>
          <a:custGeom>
            <a:avLst/>
            <a:gdLst>
              <a:gd name="connsiteX0" fmla="*/ 720283 w 740534"/>
              <a:gd name="connsiteY0" fmla="*/ 582440 h 582439"/>
              <a:gd name="connsiteX1" fmla="*/ 740534 w 740534"/>
              <a:gd name="connsiteY1" fmla="*/ 564841 h 582439"/>
              <a:gd name="connsiteX2" fmla="*/ 234575 w 740534"/>
              <a:gd name="connsiteY2" fmla="*/ 161031 h 582439"/>
              <a:gd name="connsiteX3" fmla="*/ 161216 w 740534"/>
              <a:gd name="connsiteY3" fmla="*/ 6993 h 582439"/>
              <a:gd name="connsiteX4" fmla="*/ 7001 w 740534"/>
              <a:gd name="connsiteY4" fmla="*/ 80269 h 582439"/>
              <a:gd name="connsiteX5" fmla="*/ 80361 w 740534"/>
              <a:gd name="connsiteY5" fmla="*/ 234307 h 582439"/>
              <a:gd name="connsiteX6" fmla="*/ 222811 w 740534"/>
              <a:gd name="connsiteY6" fmla="*/ 185176 h 582439"/>
              <a:gd name="connsiteX7" fmla="*/ 720283 w 740534"/>
              <a:gd name="connsiteY7" fmla="*/ 582440 h 582439"/>
              <a:gd name="connsiteX8" fmla="*/ 128055 w 740534"/>
              <a:gd name="connsiteY8" fmla="*/ 214203 h 582439"/>
              <a:gd name="connsiteX9" fmla="*/ 27634 w 740534"/>
              <a:gd name="connsiteY9" fmla="*/ 127767 h 582439"/>
              <a:gd name="connsiteX10" fmla="*/ 114170 w 740534"/>
              <a:gd name="connsiteY10" fmla="*/ 27461 h 582439"/>
              <a:gd name="connsiteX11" fmla="*/ 214591 w 740534"/>
              <a:gd name="connsiteY11" fmla="*/ 113898 h 582439"/>
              <a:gd name="connsiteX12" fmla="*/ 214592 w 740534"/>
              <a:gd name="connsiteY12" fmla="*/ 113922 h 582439"/>
              <a:gd name="connsiteX13" fmla="*/ 128997 w 740534"/>
              <a:gd name="connsiteY13" fmla="*/ 214134 h 582439"/>
              <a:gd name="connsiteX14" fmla="*/ 128055 w 740534"/>
              <a:gd name="connsiteY14" fmla="*/ 214203 h 58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40534" h="582439">
                <a:moveTo>
                  <a:pt x="720283" y="582440"/>
                </a:moveTo>
                <a:lnTo>
                  <a:pt x="740534" y="564841"/>
                </a:lnTo>
                <a:cubicBezTo>
                  <a:pt x="597801" y="400695"/>
                  <a:pt x="426355" y="263864"/>
                  <a:pt x="234575" y="161031"/>
                </a:cubicBezTo>
                <a:cubicBezTo>
                  <a:pt x="256903" y="98260"/>
                  <a:pt x="224059" y="29295"/>
                  <a:pt x="161216" y="6993"/>
                </a:cubicBezTo>
                <a:cubicBezTo>
                  <a:pt x="98373" y="-15309"/>
                  <a:pt x="29329" y="17498"/>
                  <a:pt x="7001" y="80269"/>
                </a:cubicBezTo>
                <a:cubicBezTo>
                  <a:pt x="-15326" y="143040"/>
                  <a:pt x="17518" y="212005"/>
                  <a:pt x="80361" y="234307"/>
                </a:cubicBezTo>
                <a:cubicBezTo>
                  <a:pt x="133505" y="253166"/>
                  <a:pt x="192640" y="232771"/>
                  <a:pt x="222811" y="185176"/>
                </a:cubicBezTo>
                <a:cubicBezTo>
                  <a:pt x="411346" y="286423"/>
                  <a:pt x="579905" y="421028"/>
                  <a:pt x="720283" y="582440"/>
                </a:cubicBezTo>
                <a:close/>
                <a:moveTo>
                  <a:pt x="128055" y="214203"/>
                </a:moveTo>
                <a:cubicBezTo>
                  <a:pt x="76428" y="218033"/>
                  <a:pt x="31468" y="179334"/>
                  <a:pt x="27634" y="127767"/>
                </a:cubicBezTo>
                <a:cubicBezTo>
                  <a:pt x="23800" y="76199"/>
                  <a:pt x="62543" y="31291"/>
                  <a:pt x="114170" y="27461"/>
                </a:cubicBezTo>
                <a:cubicBezTo>
                  <a:pt x="165797" y="23631"/>
                  <a:pt x="210757" y="62330"/>
                  <a:pt x="214591" y="113898"/>
                </a:cubicBezTo>
                <a:cubicBezTo>
                  <a:pt x="214591" y="113906"/>
                  <a:pt x="214592" y="113914"/>
                  <a:pt x="214592" y="113922"/>
                </a:cubicBezTo>
                <a:cubicBezTo>
                  <a:pt x="218660" y="165204"/>
                  <a:pt x="180338" y="210070"/>
                  <a:pt x="128997" y="214134"/>
                </a:cubicBezTo>
                <a:cubicBezTo>
                  <a:pt x="128683" y="214159"/>
                  <a:pt x="128369" y="214182"/>
                  <a:pt x="128055" y="214203"/>
                </a:cubicBezTo>
                <a:close/>
              </a:path>
            </a:pathLst>
          </a:custGeom>
          <a:solidFill>
            <a:schemeClr val="accent1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481AC32B-240E-BC4B-AE06-9E7ECAC91619}"/>
              </a:ext>
            </a:extLst>
          </p:cNvPr>
          <p:cNvSpPr>
            <a:spLocks noChangeAspect="1"/>
          </p:cNvSpPr>
          <p:nvPr/>
        </p:nvSpPr>
        <p:spPr>
          <a:xfrm>
            <a:off x="6569811" y="1946961"/>
            <a:ext cx="827377" cy="826429"/>
          </a:xfrm>
          <a:custGeom>
            <a:avLst/>
            <a:gdLst>
              <a:gd name="connsiteX0" fmla="*/ 206918 w 827377"/>
              <a:gd name="connsiteY0" fmla="*/ 55398 h 826429"/>
              <a:gd name="connsiteX1" fmla="*/ 771916 w 827377"/>
              <a:gd name="connsiteY1" fmla="*/ 206680 h 826429"/>
              <a:gd name="connsiteX2" fmla="*/ 620460 w 827377"/>
              <a:gd name="connsiteY2" fmla="*/ 771031 h 826429"/>
              <a:gd name="connsiteX3" fmla="*/ 55490 w 827377"/>
              <a:gd name="connsiteY3" fmla="*/ 619798 h 826429"/>
              <a:gd name="connsiteX4" fmla="*/ 206868 w 827377"/>
              <a:gd name="connsiteY4" fmla="*/ 55426 h 826429"/>
              <a:gd name="connsiteX5" fmla="*/ 206917 w 827377"/>
              <a:gd name="connsiteY5" fmla="*/ 55398 h 826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27377" h="826429">
                <a:moveTo>
                  <a:pt x="206918" y="55398"/>
                </a:moveTo>
                <a:cubicBezTo>
                  <a:pt x="404761" y="-58668"/>
                  <a:pt x="657719" y="9063"/>
                  <a:pt x="771916" y="206680"/>
                </a:cubicBezTo>
                <a:cubicBezTo>
                  <a:pt x="886113" y="404297"/>
                  <a:pt x="818303" y="656966"/>
                  <a:pt x="620460" y="771031"/>
                </a:cubicBezTo>
                <a:cubicBezTo>
                  <a:pt x="422636" y="885086"/>
                  <a:pt x="169702" y="817380"/>
                  <a:pt x="55490" y="619798"/>
                </a:cubicBezTo>
                <a:cubicBezTo>
                  <a:pt x="-58734" y="422197"/>
                  <a:pt x="9041" y="169519"/>
                  <a:pt x="206868" y="55426"/>
                </a:cubicBezTo>
                <a:cubicBezTo>
                  <a:pt x="206885" y="55417"/>
                  <a:pt x="206901" y="55407"/>
                  <a:pt x="206917" y="55398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  <a:effectLst>
            <a:outerShdw blurRad="190500" sx="105000" sy="105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AF679C49-A545-474A-B40B-0462690D7533}"/>
              </a:ext>
            </a:extLst>
          </p:cNvPr>
          <p:cNvSpPr/>
          <p:nvPr/>
        </p:nvSpPr>
        <p:spPr>
          <a:xfrm>
            <a:off x="7308211" y="3336317"/>
            <a:ext cx="1128697" cy="1127404"/>
          </a:xfrm>
          <a:custGeom>
            <a:avLst/>
            <a:gdLst>
              <a:gd name="connsiteX0" fmla="*/ 1128698 w 1128697"/>
              <a:gd name="connsiteY0" fmla="*/ 563702 h 1127404"/>
              <a:gd name="connsiteX1" fmla="*/ 564349 w 1128697"/>
              <a:gd name="connsiteY1" fmla="*/ 1127405 h 1127404"/>
              <a:gd name="connsiteX2" fmla="*/ 0 w 1128697"/>
              <a:gd name="connsiteY2" fmla="*/ 563702 h 1127404"/>
              <a:gd name="connsiteX3" fmla="*/ 564349 w 1128697"/>
              <a:gd name="connsiteY3" fmla="*/ 0 h 1127404"/>
              <a:gd name="connsiteX4" fmla="*/ 1128698 w 1128697"/>
              <a:gd name="connsiteY4" fmla="*/ 563702 h 1127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8697" h="1127404">
                <a:moveTo>
                  <a:pt x="1128698" y="563702"/>
                </a:moveTo>
                <a:cubicBezTo>
                  <a:pt x="1128698" y="875026"/>
                  <a:pt x="876030" y="1127405"/>
                  <a:pt x="564349" y="1127405"/>
                </a:cubicBezTo>
                <a:cubicBezTo>
                  <a:pt x="252668" y="1127405"/>
                  <a:pt x="0" y="875026"/>
                  <a:pt x="0" y="563702"/>
                </a:cubicBezTo>
                <a:cubicBezTo>
                  <a:pt x="0" y="252378"/>
                  <a:pt x="252668" y="0"/>
                  <a:pt x="564349" y="0"/>
                </a:cubicBezTo>
                <a:cubicBezTo>
                  <a:pt x="876030" y="0"/>
                  <a:pt x="1128698" y="252378"/>
                  <a:pt x="1128698" y="563702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9E037667-F3E0-F54B-B2FE-EB969E829E3C}"/>
              </a:ext>
            </a:extLst>
          </p:cNvPr>
          <p:cNvSpPr/>
          <p:nvPr/>
        </p:nvSpPr>
        <p:spPr>
          <a:xfrm rot="19800000">
            <a:off x="7495292" y="2820697"/>
            <a:ext cx="88963" cy="88861"/>
          </a:xfrm>
          <a:custGeom>
            <a:avLst/>
            <a:gdLst>
              <a:gd name="connsiteX0" fmla="*/ 81254 w 88963"/>
              <a:gd name="connsiteY0" fmla="*/ 19438 h 88861"/>
              <a:gd name="connsiteX1" fmla="*/ 69503 w 88963"/>
              <a:gd name="connsiteY1" fmla="*/ 81161 h 88861"/>
              <a:gd name="connsiteX2" fmla="*/ 7710 w 88963"/>
              <a:gd name="connsiteY2" fmla="*/ 69423 h 88861"/>
              <a:gd name="connsiteX3" fmla="*/ 19461 w 88963"/>
              <a:gd name="connsiteY3" fmla="*/ 7701 h 88861"/>
              <a:gd name="connsiteX4" fmla="*/ 19480 w 88963"/>
              <a:gd name="connsiteY4" fmla="*/ 7688 h 88861"/>
              <a:gd name="connsiteX5" fmla="*/ 81254 w 88963"/>
              <a:gd name="connsiteY5" fmla="*/ 19438 h 88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963" h="88861">
                <a:moveTo>
                  <a:pt x="81254" y="19438"/>
                </a:moveTo>
                <a:cubicBezTo>
                  <a:pt x="95073" y="39724"/>
                  <a:pt x="89812" y="67358"/>
                  <a:pt x="69503" y="81161"/>
                </a:cubicBezTo>
                <a:cubicBezTo>
                  <a:pt x="49194" y="94964"/>
                  <a:pt x="21528" y="89709"/>
                  <a:pt x="7710" y="69423"/>
                </a:cubicBezTo>
                <a:cubicBezTo>
                  <a:pt x="-6109" y="49138"/>
                  <a:pt x="-848" y="21504"/>
                  <a:pt x="19461" y="7701"/>
                </a:cubicBezTo>
                <a:cubicBezTo>
                  <a:pt x="19467" y="7697"/>
                  <a:pt x="19474" y="7692"/>
                  <a:pt x="19480" y="7688"/>
                </a:cubicBezTo>
                <a:cubicBezTo>
                  <a:pt x="39788" y="-6100"/>
                  <a:pt x="67440" y="-840"/>
                  <a:pt x="81254" y="19438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EC062652-1143-B747-B402-2111BC07C9FD}"/>
              </a:ext>
            </a:extLst>
          </p:cNvPr>
          <p:cNvSpPr/>
          <p:nvPr/>
        </p:nvSpPr>
        <p:spPr>
          <a:xfrm rot="19800000">
            <a:off x="7578124" y="2701329"/>
            <a:ext cx="241767" cy="878896"/>
          </a:xfrm>
          <a:custGeom>
            <a:avLst/>
            <a:gdLst>
              <a:gd name="connsiteX0" fmla="*/ 20119 w 241767"/>
              <a:gd name="connsiteY0" fmla="*/ 870151 h 878896"/>
              <a:gd name="connsiteX1" fmla="*/ 45526 w 241767"/>
              <a:gd name="connsiteY1" fmla="*/ 878897 h 878896"/>
              <a:gd name="connsiteX2" fmla="*/ 142700 w 241767"/>
              <a:gd name="connsiteY2" fmla="*/ 239487 h 878896"/>
              <a:gd name="connsiteX3" fmla="*/ 239761 w 241767"/>
              <a:gd name="connsiteY3" fmla="*/ 98954 h 878896"/>
              <a:gd name="connsiteX4" fmla="*/ 99068 w 241767"/>
              <a:gd name="connsiteY4" fmla="*/ 2004 h 878896"/>
              <a:gd name="connsiteX5" fmla="*/ 2006 w 241767"/>
              <a:gd name="connsiteY5" fmla="*/ 142537 h 878896"/>
              <a:gd name="connsiteX6" fmla="*/ 115842 w 241767"/>
              <a:gd name="connsiteY6" fmla="*/ 241365 h 878896"/>
              <a:gd name="connsiteX7" fmla="*/ 20119 w 241767"/>
              <a:gd name="connsiteY7" fmla="*/ 870151 h 878896"/>
              <a:gd name="connsiteX8" fmla="*/ 43270 w 241767"/>
              <a:gd name="connsiteY8" fmla="*/ 173705 h 878896"/>
              <a:gd name="connsiteX9" fmla="*/ 68141 w 241767"/>
              <a:gd name="connsiteY9" fmla="*/ 43723 h 878896"/>
              <a:gd name="connsiteX10" fmla="*/ 198272 w 241767"/>
              <a:gd name="connsiteY10" fmla="*/ 68565 h 878896"/>
              <a:gd name="connsiteX11" fmla="*/ 173480 w 241767"/>
              <a:gd name="connsiteY11" fmla="*/ 198494 h 878896"/>
              <a:gd name="connsiteX12" fmla="*/ 44002 w 241767"/>
              <a:gd name="connsiteY12" fmla="*/ 174702 h 878896"/>
              <a:gd name="connsiteX13" fmla="*/ 43324 w 241767"/>
              <a:gd name="connsiteY13" fmla="*/ 173705 h 87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1767" h="878896">
                <a:moveTo>
                  <a:pt x="20119" y="870151"/>
                </a:moveTo>
                <a:lnTo>
                  <a:pt x="45526" y="878897"/>
                </a:lnTo>
                <a:cubicBezTo>
                  <a:pt x="116457" y="673407"/>
                  <a:pt x="149384" y="456745"/>
                  <a:pt x="142700" y="239487"/>
                </a:cubicBezTo>
                <a:cubicBezTo>
                  <a:pt x="208355" y="227452"/>
                  <a:pt x="251810" y="164533"/>
                  <a:pt x="239761" y="98954"/>
                </a:cubicBezTo>
                <a:cubicBezTo>
                  <a:pt x="227713" y="33375"/>
                  <a:pt x="164722" y="-10031"/>
                  <a:pt x="99068" y="2004"/>
                </a:cubicBezTo>
                <a:cubicBezTo>
                  <a:pt x="33413" y="14039"/>
                  <a:pt x="-10042" y="76958"/>
                  <a:pt x="2006" y="142537"/>
                </a:cubicBezTo>
                <a:cubicBezTo>
                  <a:pt x="12194" y="197988"/>
                  <a:pt x="59449" y="239013"/>
                  <a:pt x="115842" y="241365"/>
                </a:cubicBezTo>
                <a:cubicBezTo>
                  <a:pt x="122281" y="455019"/>
                  <a:pt x="89847" y="668066"/>
                  <a:pt x="20119" y="870151"/>
                </a:cubicBezTo>
                <a:close/>
                <a:moveTo>
                  <a:pt x="43270" y="173705"/>
                </a:moveTo>
                <a:cubicBezTo>
                  <a:pt x="14204" y="130952"/>
                  <a:pt x="25338" y="72757"/>
                  <a:pt x="68141" y="43723"/>
                </a:cubicBezTo>
                <a:cubicBezTo>
                  <a:pt x="110943" y="14690"/>
                  <a:pt x="169205" y="25812"/>
                  <a:pt x="198272" y="68565"/>
                </a:cubicBezTo>
                <a:cubicBezTo>
                  <a:pt x="227318" y="111288"/>
                  <a:pt x="216222" y="169438"/>
                  <a:pt x="173480" y="198494"/>
                </a:cubicBezTo>
                <a:cubicBezTo>
                  <a:pt x="131147" y="227637"/>
                  <a:pt x="73178" y="216985"/>
                  <a:pt x="44002" y="174702"/>
                </a:cubicBezTo>
                <a:cubicBezTo>
                  <a:pt x="43773" y="174371"/>
                  <a:pt x="43548" y="174039"/>
                  <a:pt x="43324" y="173705"/>
                </a:cubicBezTo>
                <a:close/>
              </a:path>
            </a:pathLst>
          </a:custGeom>
          <a:solidFill>
            <a:schemeClr val="accent2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5BE426E-FEAE-064A-9A3F-8900A0E854CD}"/>
              </a:ext>
            </a:extLst>
          </p:cNvPr>
          <p:cNvSpPr>
            <a:spLocks noChangeAspect="1"/>
          </p:cNvSpPr>
          <p:nvPr/>
        </p:nvSpPr>
        <p:spPr>
          <a:xfrm>
            <a:off x="7458862" y="3486786"/>
            <a:ext cx="827376" cy="826429"/>
          </a:xfrm>
          <a:custGeom>
            <a:avLst/>
            <a:gdLst>
              <a:gd name="connsiteX0" fmla="*/ 620509 w 827376"/>
              <a:gd name="connsiteY0" fmla="*/ 55426 h 826429"/>
              <a:gd name="connsiteX1" fmla="*/ 771887 w 827376"/>
              <a:gd name="connsiteY1" fmla="*/ 619798 h 826429"/>
              <a:gd name="connsiteX2" fmla="*/ 206868 w 827376"/>
              <a:gd name="connsiteY2" fmla="*/ 771003 h 826429"/>
              <a:gd name="connsiteX3" fmla="*/ 55461 w 827376"/>
              <a:gd name="connsiteY3" fmla="*/ 206680 h 826429"/>
              <a:gd name="connsiteX4" fmla="*/ 620460 w 827376"/>
              <a:gd name="connsiteY4" fmla="*/ 55398 h 826429"/>
              <a:gd name="connsiteX5" fmla="*/ 620509 w 827376"/>
              <a:gd name="connsiteY5" fmla="*/ 55426 h 826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27376" h="826429">
                <a:moveTo>
                  <a:pt x="620509" y="55426"/>
                </a:moveTo>
                <a:cubicBezTo>
                  <a:pt x="818337" y="169519"/>
                  <a:pt x="886111" y="422197"/>
                  <a:pt x="771887" y="619798"/>
                </a:cubicBezTo>
                <a:cubicBezTo>
                  <a:pt x="657664" y="817399"/>
                  <a:pt x="404696" y="885096"/>
                  <a:pt x="206868" y="771003"/>
                </a:cubicBezTo>
                <a:cubicBezTo>
                  <a:pt x="9059" y="656922"/>
                  <a:pt x="-58724" y="404278"/>
                  <a:pt x="55461" y="206680"/>
                </a:cubicBezTo>
                <a:cubicBezTo>
                  <a:pt x="169658" y="9063"/>
                  <a:pt x="422616" y="-58668"/>
                  <a:pt x="620460" y="55398"/>
                </a:cubicBezTo>
                <a:cubicBezTo>
                  <a:pt x="620476" y="55407"/>
                  <a:pt x="620492" y="55416"/>
                  <a:pt x="620509" y="55426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  <a:effectLst>
            <a:outerShdw blurRad="190500" sx="105000" sy="105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05004106-2168-5D4C-AF4A-9E08624EEDED}"/>
              </a:ext>
            </a:extLst>
          </p:cNvPr>
          <p:cNvSpPr/>
          <p:nvPr/>
        </p:nvSpPr>
        <p:spPr>
          <a:xfrm>
            <a:off x="6417906" y="4877287"/>
            <a:ext cx="1128697" cy="1127404"/>
          </a:xfrm>
          <a:custGeom>
            <a:avLst/>
            <a:gdLst>
              <a:gd name="connsiteX0" fmla="*/ 1128698 w 1128697"/>
              <a:gd name="connsiteY0" fmla="*/ 563702 h 1127404"/>
              <a:gd name="connsiteX1" fmla="*/ 564349 w 1128697"/>
              <a:gd name="connsiteY1" fmla="*/ 1127404 h 1127404"/>
              <a:gd name="connsiteX2" fmla="*/ 0 w 1128697"/>
              <a:gd name="connsiteY2" fmla="*/ 563702 h 1127404"/>
              <a:gd name="connsiteX3" fmla="*/ 564349 w 1128697"/>
              <a:gd name="connsiteY3" fmla="*/ 0 h 1127404"/>
              <a:gd name="connsiteX4" fmla="*/ 1128698 w 1128697"/>
              <a:gd name="connsiteY4" fmla="*/ 563702 h 1127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8697" h="1127404">
                <a:moveTo>
                  <a:pt x="1128698" y="563702"/>
                </a:moveTo>
                <a:cubicBezTo>
                  <a:pt x="1128698" y="875026"/>
                  <a:pt x="876030" y="1127404"/>
                  <a:pt x="564349" y="1127404"/>
                </a:cubicBezTo>
                <a:cubicBezTo>
                  <a:pt x="252668" y="1127404"/>
                  <a:pt x="0" y="875026"/>
                  <a:pt x="0" y="563702"/>
                </a:cubicBezTo>
                <a:cubicBezTo>
                  <a:pt x="0" y="252378"/>
                  <a:pt x="252668" y="0"/>
                  <a:pt x="564349" y="0"/>
                </a:cubicBezTo>
                <a:cubicBezTo>
                  <a:pt x="876030" y="0"/>
                  <a:pt x="1128698" y="252378"/>
                  <a:pt x="1128698" y="56370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BA73C124-3EBE-8745-B41C-588385E750E5}"/>
              </a:ext>
            </a:extLst>
          </p:cNvPr>
          <p:cNvSpPr/>
          <p:nvPr/>
        </p:nvSpPr>
        <p:spPr>
          <a:xfrm rot="19800000">
            <a:off x="7668180" y="4589931"/>
            <a:ext cx="88975" cy="88873"/>
          </a:xfrm>
          <a:custGeom>
            <a:avLst/>
            <a:gdLst>
              <a:gd name="connsiteX0" fmla="*/ 84527 w 88975"/>
              <a:gd name="connsiteY0" fmla="*/ 63782 h 88873"/>
              <a:gd name="connsiteX1" fmla="*/ 25121 w 88975"/>
              <a:gd name="connsiteY1" fmla="*/ 84430 h 88873"/>
              <a:gd name="connsiteX2" fmla="*/ 4448 w 88975"/>
              <a:gd name="connsiteY2" fmla="*/ 25092 h 88873"/>
              <a:gd name="connsiteX3" fmla="*/ 63846 w 88975"/>
              <a:gd name="connsiteY3" fmla="*/ 4439 h 88873"/>
              <a:gd name="connsiteX4" fmla="*/ 84531 w 88975"/>
              <a:gd name="connsiteY4" fmla="*/ 63773 h 88873"/>
              <a:gd name="connsiteX5" fmla="*/ 84527 w 88975"/>
              <a:gd name="connsiteY5" fmla="*/ 63782 h 88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975" h="88873">
                <a:moveTo>
                  <a:pt x="84527" y="63782"/>
                </a:moveTo>
                <a:cubicBezTo>
                  <a:pt x="73831" y="85870"/>
                  <a:pt x="47233" y="95114"/>
                  <a:pt x="25121" y="84430"/>
                </a:cubicBezTo>
                <a:cubicBezTo>
                  <a:pt x="3007" y="73746"/>
                  <a:pt x="-6248" y="47179"/>
                  <a:pt x="4448" y="25092"/>
                </a:cubicBezTo>
                <a:cubicBezTo>
                  <a:pt x="15143" y="3007"/>
                  <a:pt x="41734" y="-6239"/>
                  <a:pt x="63846" y="4439"/>
                </a:cubicBezTo>
                <a:cubicBezTo>
                  <a:pt x="85962" y="15118"/>
                  <a:pt x="95223" y="41683"/>
                  <a:pt x="84531" y="63773"/>
                </a:cubicBezTo>
                <a:cubicBezTo>
                  <a:pt x="84530" y="63776"/>
                  <a:pt x="84529" y="63779"/>
                  <a:pt x="84527" y="6378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6E829CB6-5E98-FC4E-9F61-E44F5A416639}"/>
              </a:ext>
            </a:extLst>
          </p:cNvPr>
          <p:cNvSpPr/>
          <p:nvPr/>
        </p:nvSpPr>
        <p:spPr>
          <a:xfrm rot="19800000">
            <a:off x="7099947" y="4645302"/>
            <a:ext cx="820988" cy="434616"/>
          </a:xfrm>
          <a:custGeom>
            <a:avLst/>
            <a:gdLst>
              <a:gd name="connsiteX0" fmla="*/ 0 w 820988"/>
              <a:gd name="connsiteY0" fmla="*/ 408272 h 434616"/>
              <a:gd name="connsiteX1" fmla="*/ 5103 w 820988"/>
              <a:gd name="connsiteY1" fmla="*/ 434616 h 434616"/>
              <a:gd name="connsiteX2" fmla="*/ 608074 w 820988"/>
              <a:gd name="connsiteY2" fmla="*/ 198963 h 434616"/>
              <a:gd name="connsiteX3" fmla="*/ 778448 w 820988"/>
              <a:gd name="connsiteY3" fmla="*/ 212670 h 434616"/>
              <a:gd name="connsiteX4" fmla="*/ 792172 w 820988"/>
              <a:gd name="connsiteY4" fmla="*/ 42491 h 434616"/>
              <a:gd name="connsiteX5" fmla="*/ 621798 w 820988"/>
              <a:gd name="connsiteY5" fmla="*/ 28784 h 434616"/>
              <a:gd name="connsiteX6" fmla="*/ 593034 w 820988"/>
              <a:gd name="connsiteY6" fmla="*/ 176696 h 434616"/>
              <a:gd name="connsiteX7" fmla="*/ 0 w 820988"/>
              <a:gd name="connsiteY7" fmla="*/ 408272 h 434616"/>
              <a:gd name="connsiteX8" fmla="*/ 615380 w 820988"/>
              <a:gd name="connsiteY8" fmla="*/ 80062 h 434616"/>
              <a:gd name="connsiteX9" fmla="*/ 740552 w 820988"/>
              <a:gd name="connsiteY9" fmla="*/ 36469 h 434616"/>
              <a:gd name="connsiteX10" fmla="*/ 784195 w 820988"/>
              <a:gd name="connsiteY10" fmla="*/ 161498 h 434616"/>
              <a:gd name="connsiteX11" fmla="*/ 659023 w 820988"/>
              <a:gd name="connsiteY11" fmla="*/ 205091 h 434616"/>
              <a:gd name="connsiteX12" fmla="*/ 658998 w 820988"/>
              <a:gd name="connsiteY12" fmla="*/ 205079 h 434616"/>
              <a:gd name="connsiteX13" fmla="*/ 614829 w 820988"/>
              <a:gd name="connsiteY13" fmla="*/ 81201 h 434616"/>
              <a:gd name="connsiteX14" fmla="*/ 615380 w 820988"/>
              <a:gd name="connsiteY14" fmla="*/ 80062 h 43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20988" h="434616">
                <a:moveTo>
                  <a:pt x="0" y="408272"/>
                </a:moveTo>
                <a:lnTo>
                  <a:pt x="5103" y="434616"/>
                </a:lnTo>
                <a:cubicBezTo>
                  <a:pt x="218734" y="393226"/>
                  <a:pt x="423048" y="313376"/>
                  <a:pt x="608074" y="198963"/>
                </a:cubicBezTo>
                <a:cubicBezTo>
                  <a:pt x="651332" y="249742"/>
                  <a:pt x="727611" y="255879"/>
                  <a:pt x="778448" y="212670"/>
                </a:cubicBezTo>
                <a:cubicBezTo>
                  <a:pt x="829286" y="169462"/>
                  <a:pt x="835430" y="93270"/>
                  <a:pt x="792172" y="42491"/>
                </a:cubicBezTo>
                <a:cubicBezTo>
                  <a:pt x="748914" y="-8288"/>
                  <a:pt x="672635" y="-14425"/>
                  <a:pt x="621798" y="28784"/>
                </a:cubicBezTo>
                <a:cubicBezTo>
                  <a:pt x="578802" y="65327"/>
                  <a:pt x="566861" y="126732"/>
                  <a:pt x="593034" y="176696"/>
                </a:cubicBezTo>
                <a:cubicBezTo>
                  <a:pt x="411008" y="289085"/>
                  <a:pt x="210075" y="367548"/>
                  <a:pt x="0" y="408272"/>
                </a:cubicBezTo>
                <a:close/>
                <a:moveTo>
                  <a:pt x="615380" y="80062"/>
                </a:moveTo>
                <a:cubicBezTo>
                  <a:pt x="637893" y="33499"/>
                  <a:pt x="693935" y="13981"/>
                  <a:pt x="740552" y="36469"/>
                </a:cubicBezTo>
                <a:cubicBezTo>
                  <a:pt x="787169" y="58957"/>
                  <a:pt x="806709" y="114935"/>
                  <a:pt x="784195" y="161498"/>
                </a:cubicBezTo>
                <a:cubicBezTo>
                  <a:pt x="761681" y="208062"/>
                  <a:pt x="705640" y="227579"/>
                  <a:pt x="659023" y="205091"/>
                </a:cubicBezTo>
                <a:cubicBezTo>
                  <a:pt x="659014" y="205087"/>
                  <a:pt x="659006" y="205083"/>
                  <a:pt x="658998" y="205079"/>
                </a:cubicBezTo>
                <a:cubicBezTo>
                  <a:pt x="612553" y="183054"/>
                  <a:pt x="592779" y="127592"/>
                  <a:pt x="614829" y="81201"/>
                </a:cubicBezTo>
                <a:cubicBezTo>
                  <a:pt x="615010" y="80820"/>
                  <a:pt x="615194" y="80441"/>
                  <a:pt x="615380" y="80062"/>
                </a:cubicBezTo>
                <a:close/>
              </a:path>
            </a:pathLst>
          </a:custGeom>
          <a:solidFill>
            <a:schemeClr val="accent3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78FA4A99-A99C-EA4C-9AED-262588CB5D41}"/>
              </a:ext>
            </a:extLst>
          </p:cNvPr>
          <p:cNvSpPr>
            <a:spLocks noChangeAspect="1"/>
          </p:cNvSpPr>
          <p:nvPr/>
        </p:nvSpPr>
        <p:spPr>
          <a:xfrm>
            <a:off x="6568378" y="5027581"/>
            <a:ext cx="827346" cy="826398"/>
          </a:xfrm>
          <a:custGeom>
            <a:avLst/>
            <a:gdLst>
              <a:gd name="connsiteX0" fmla="*/ 827346 w 827346"/>
              <a:gd name="connsiteY0" fmla="*/ 413199 h 826398"/>
              <a:gd name="connsiteX1" fmla="*/ 413673 w 827346"/>
              <a:gd name="connsiteY1" fmla="*/ 826398 h 826398"/>
              <a:gd name="connsiteX2" fmla="*/ 0 w 827346"/>
              <a:gd name="connsiteY2" fmla="*/ 413199 h 826398"/>
              <a:gd name="connsiteX3" fmla="*/ 413673 w 827346"/>
              <a:gd name="connsiteY3" fmla="*/ 0 h 826398"/>
              <a:gd name="connsiteX4" fmla="*/ 827346 w 827346"/>
              <a:gd name="connsiteY4" fmla="*/ 413199 h 826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27346" h="826398">
                <a:moveTo>
                  <a:pt x="827346" y="413199"/>
                </a:moveTo>
                <a:cubicBezTo>
                  <a:pt x="827346" y="641403"/>
                  <a:pt x="642139" y="826398"/>
                  <a:pt x="413673" y="826398"/>
                </a:cubicBezTo>
                <a:cubicBezTo>
                  <a:pt x="185208" y="826398"/>
                  <a:pt x="0" y="641403"/>
                  <a:pt x="0" y="413199"/>
                </a:cubicBezTo>
                <a:cubicBezTo>
                  <a:pt x="0" y="184996"/>
                  <a:pt x="185208" y="0"/>
                  <a:pt x="413673" y="0"/>
                </a:cubicBezTo>
                <a:cubicBezTo>
                  <a:pt x="642139" y="0"/>
                  <a:pt x="827346" y="184996"/>
                  <a:pt x="827346" y="413199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  <a:effectLst>
            <a:outerShdw blurRad="190500" sx="105000" sy="105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285251FA-45F5-8E4A-804A-F80D507ECBCD}"/>
              </a:ext>
            </a:extLst>
          </p:cNvPr>
          <p:cNvSpPr/>
          <p:nvPr/>
        </p:nvSpPr>
        <p:spPr>
          <a:xfrm>
            <a:off x="4638005" y="4878098"/>
            <a:ext cx="1128697" cy="1127404"/>
          </a:xfrm>
          <a:custGeom>
            <a:avLst/>
            <a:gdLst>
              <a:gd name="connsiteX0" fmla="*/ 1128698 w 1128697"/>
              <a:gd name="connsiteY0" fmla="*/ 563702 h 1127404"/>
              <a:gd name="connsiteX1" fmla="*/ 564349 w 1128697"/>
              <a:gd name="connsiteY1" fmla="*/ 1127405 h 1127404"/>
              <a:gd name="connsiteX2" fmla="*/ 0 w 1128697"/>
              <a:gd name="connsiteY2" fmla="*/ 563702 h 1127404"/>
              <a:gd name="connsiteX3" fmla="*/ 564349 w 1128697"/>
              <a:gd name="connsiteY3" fmla="*/ 0 h 1127404"/>
              <a:gd name="connsiteX4" fmla="*/ 1128698 w 1128697"/>
              <a:gd name="connsiteY4" fmla="*/ 563702 h 1127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8697" h="1127404">
                <a:moveTo>
                  <a:pt x="1128698" y="563702"/>
                </a:moveTo>
                <a:cubicBezTo>
                  <a:pt x="1128698" y="875026"/>
                  <a:pt x="876030" y="1127405"/>
                  <a:pt x="564349" y="1127405"/>
                </a:cubicBezTo>
                <a:cubicBezTo>
                  <a:pt x="252668" y="1127405"/>
                  <a:pt x="0" y="875026"/>
                  <a:pt x="0" y="563702"/>
                </a:cubicBezTo>
                <a:cubicBezTo>
                  <a:pt x="0" y="252378"/>
                  <a:pt x="252668" y="0"/>
                  <a:pt x="564349" y="0"/>
                </a:cubicBezTo>
                <a:cubicBezTo>
                  <a:pt x="876030" y="0"/>
                  <a:pt x="1128698" y="252378"/>
                  <a:pt x="1128698" y="563702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12FDCA91-EFA4-5E48-8159-C459D10CB095}"/>
              </a:ext>
            </a:extLst>
          </p:cNvPr>
          <p:cNvSpPr/>
          <p:nvPr/>
        </p:nvSpPr>
        <p:spPr>
          <a:xfrm rot="19800000">
            <a:off x="6221478" y="5625821"/>
            <a:ext cx="88847" cy="88749"/>
          </a:xfrm>
          <a:custGeom>
            <a:avLst/>
            <a:gdLst>
              <a:gd name="connsiteX0" fmla="*/ 47688 w 88847"/>
              <a:gd name="connsiteY0" fmla="*/ 88628 h 88749"/>
              <a:gd name="connsiteX1" fmla="*/ 122 w 88847"/>
              <a:gd name="connsiteY1" fmla="*/ 47633 h 88749"/>
              <a:gd name="connsiteX2" fmla="*/ 41164 w 88847"/>
              <a:gd name="connsiteY2" fmla="*/ 122 h 88749"/>
              <a:gd name="connsiteX3" fmla="*/ 88728 w 88847"/>
              <a:gd name="connsiteY3" fmla="*/ 41089 h 88749"/>
              <a:gd name="connsiteX4" fmla="*/ 47688 w 88847"/>
              <a:gd name="connsiteY4" fmla="*/ 88628 h 88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8847" h="88749">
                <a:moveTo>
                  <a:pt x="47688" y="88628"/>
                </a:moveTo>
                <a:cubicBezTo>
                  <a:pt x="23220" y="90428"/>
                  <a:pt x="1924" y="72074"/>
                  <a:pt x="122" y="47633"/>
                </a:cubicBezTo>
                <a:cubicBezTo>
                  <a:pt x="-1680" y="23193"/>
                  <a:pt x="16695" y="1921"/>
                  <a:pt x="41164" y="122"/>
                </a:cubicBezTo>
                <a:cubicBezTo>
                  <a:pt x="65621" y="-1677"/>
                  <a:pt x="86912" y="16661"/>
                  <a:pt x="88728" y="41089"/>
                </a:cubicBezTo>
                <a:cubicBezTo>
                  <a:pt x="90515" y="65529"/>
                  <a:pt x="72153" y="86799"/>
                  <a:pt x="47688" y="8862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73C60E19-2CE2-8C42-905A-BBF997A5FBD8}"/>
              </a:ext>
            </a:extLst>
          </p:cNvPr>
          <p:cNvSpPr/>
          <p:nvPr/>
        </p:nvSpPr>
        <p:spPr>
          <a:xfrm rot="19800000">
            <a:off x="5594864" y="5355924"/>
            <a:ext cx="740372" cy="582439"/>
          </a:xfrm>
          <a:custGeom>
            <a:avLst/>
            <a:gdLst>
              <a:gd name="connsiteX0" fmla="*/ 20036 w 740372"/>
              <a:gd name="connsiteY0" fmla="*/ 0 h 582439"/>
              <a:gd name="connsiteX1" fmla="*/ 0 w 740372"/>
              <a:gd name="connsiteY1" fmla="*/ 17599 h 582439"/>
              <a:gd name="connsiteX2" fmla="*/ 505798 w 740372"/>
              <a:gd name="connsiteY2" fmla="*/ 421409 h 582439"/>
              <a:gd name="connsiteX3" fmla="*/ 579157 w 740372"/>
              <a:gd name="connsiteY3" fmla="*/ 575447 h 582439"/>
              <a:gd name="connsiteX4" fmla="*/ 733372 w 740372"/>
              <a:gd name="connsiteY4" fmla="*/ 502171 h 582439"/>
              <a:gd name="connsiteX5" fmla="*/ 660012 w 740372"/>
              <a:gd name="connsiteY5" fmla="*/ 348133 h 582439"/>
              <a:gd name="connsiteX6" fmla="*/ 517562 w 740372"/>
              <a:gd name="connsiteY6" fmla="*/ 397264 h 582439"/>
              <a:gd name="connsiteX7" fmla="*/ 20036 w 740372"/>
              <a:gd name="connsiteY7" fmla="*/ 0 h 582439"/>
              <a:gd name="connsiteX8" fmla="*/ 612372 w 740372"/>
              <a:gd name="connsiteY8" fmla="*/ 368236 h 582439"/>
              <a:gd name="connsiteX9" fmla="*/ 712796 w 740372"/>
              <a:gd name="connsiteY9" fmla="*/ 454669 h 582439"/>
              <a:gd name="connsiteX10" fmla="*/ 626264 w 740372"/>
              <a:gd name="connsiteY10" fmla="*/ 554978 h 582439"/>
              <a:gd name="connsiteX11" fmla="*/ 525840 w 740372"/>
              <a:gd name="connsiteY11" fmla="*/ 468545 h 582439"/>
              <a:gd name="connsiteX12" fmla="*/ 525834 w 740372"/>
              <a:gd name="connsiteY12" fmla="*/ 468464 h 582439"/>
              <a:gd name="connsiteX13" fmla="*/ 611487 w 740372"/>
              <a:gd name="connsiteY13" fmla="*/ 368301 h 582439"/>
              <a:gd name="connsiteX14" fmla="*/ 612372 w 740372"/>
              <a:gd name="connsiteY14" fmla="*/ 368236 h 58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40372" h="582439">
                <a:moveTo>
                  <a:pt x="20036" y="0"/>
                </a:moveTo>
                <a:lnTo>
                  <a:pt x="0" y="17599"/>
                </a:lnTo>
                <a:cubicBezTo>
                  <a:pt x="142686" y="181729"/>
                  <a:pt x="314075" y="318560"/>
                  <a:pt x="505798" y="421409"/>
                </a:cubicBezTo>
                <a:cubicBezTo>
                  <a:pt x="483470" y="484180"/>
                  <a:pt x="516314" y="553145"/>
                  <a:pt x="579157" y="575447"/>
                </a:cubicBezTo>
                <a:cubicBezTo>
                  <a:pt x="642000" y="597748"/>
                  <a:pt x="711044" y="564942"/>
                  <a:pt x="733372" y="502171"/>
                </a:cubicBezTo>
                <a:cubicBezTo>
                  <a:pt x="755699" y="439400"/>
                  <a:pt x="722855" y="370435"/>
                  <a:pt x="660012" y="348133"/>
                </a:cubicBezTo>
                <a:cubicBezTo>
                  <a:pt x="606868" y="329273"/>
                  <a:pt x="547733" y="349669"/>
                  <a:pt x="517562" y="397264"/>
                </a:cubicBezTo>
                <a:cubicBezTo>
                  <a:pt x="329008" y="296023"/>
                  <a:pt x="160431" y="161417"/>
                  <a:pt x="20036" y="0"/>
                </a:cubicBezTo>
                <a:close/>
                <a:moveTo>
                  <a:pt x="612372" y="368236"/>
                </a:moveTo>
                <a:cubicBezTo>
                  <a:pt x="663998" y="364404"/>
                  <a:pt x="708960" y="403101"/>
                  <a:pt x="712796" y="454669"/>
                </a:cubicBezTo>
                <a:cubicBezTo>
                  <a:pt x="716632" y="506236"/>
                  <a:pt x="677891" y="551146"/>
                  <a:pt x="626264" y="554978"/>
                </a:cubicBezTo>
                <a:cubicBezTo>
                  <a:pt x="574638" y="558810"/>
                  <a:pt x="529676" y="520113"/>
                  <a:pt x="525840" y="468545"/>
                </a:cubicBezTo>
                <a:cubicBezTo>
                  <a:pt x="525838" y="468518"/>
                  <a:pt x="525836" y="468491"/>
                  <a:pt x="525834" y="468464"/>
                </a:cubicBezTo>
                <a:cubicBezTo>
                  <a:pt x="521795" y="417180"/>
                  <a:pt x="560143" y="372335"/>
                  <a:pt x="611487" y="368301"/>
                </a:cubicBezTo>
                <a:cubicBezTo>
                  <a:pt x="611782" y="368278"/>
                  <a:pt x="612077" y="368256"/>
                  <a:pt x="612372" y="368236"/>
                </a:cubicBezTo>
                <a:close/>
              </a:path>
            </a:pathLst>
          </a:custGeom>
          <a:solidFill>
            <a:schemeClr val="accent4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C264DB64-1275-EE40-9D54-72C74BA13851}"/>
              </a:ext>
            </a:extLst>
          </p:cNvPr>
          <p:cNvSpPr>
            <a:spLocks noChangeAspect="1"/>
          </p:cNvSpPr>
          <p:nvPr/>
        </p:nvSpPr>
        <p:spPr>
          <a:xfrm>
            <a:off x="4788721" y="5028450"/>
            <a:ext cx="827377" cy="826429"/>
          </a:xfrm>
          <a:custGeom>
            <a:avLst/>
            <a:gdLst>
              <a:gd name="connsiteX0" fmla="*/ 620460 w 827377"/>
              <a:gd name="connsiteY0" fmla="*/ 771031 h 826429"/>
              <a:gd name="connsiteX1" fmla="*/ 55461 w 827377"/>
              <a:gd name="connsiteY1" fmla="*/ 619749 h 826429"/>
              <a:gd name="connsiteX2" fmla="*/ 206917 w 827377"/>
              <a:gd name="connsiteY2" fmla="*/ 55398 h 826429"/>
              <a:gd name="connsiteX3" fmla="*/ 771888 w 827377"/>
              <a:gd name="connsiteY3" fmla="*/ 206631 h 826429"/>
              <a:gd name="connsiteX4" fmla="*/ 620509 w 827377"/>
              <a:gd name="connsiteY4" fmla="*/ 771003 h 826429"/>
              <a:gd name="connsiteX5" fmla="*/ 620460 w 827377"/>
              <a:gd name="connsiteY5" fmla="*/ 771031 h 826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27377" h="826429">
                <a:moveTo>
                  <a:pt x="620460" y="771031"/>
                </a:moveTo>
                <a:cubicBezTo>
                  <a:pt x="422617" y="885097"/>
                  <a:pt x="169658" y="817366"/>
                  <a:pt x="55461" y="619749"/>
                </a:cubicBezTo>
                <a:cubicBezTo>
                  <a:pt x="-58735" y="422132"/>
                  <a:pt x="9074" y="169463"/>
                  <a:pt x="206917" y="55398"/>
                </a:cubicBezTo>
                <a:cubicBezTo>
                  <a:pt x="404742" y="-58657"/>
                  <a:pt x="657675" y="9049"/>
                  <a:pt x="771888" y="206631"/>
                </a:cubicBezTo>
                <a:cubicBezTo>
                  <a:pt x="886111" y="404233"/>
                  <a:pt x="818336" y="656910"/>
                  <a:pt x="620509" y="771003"/>
                </a:cubicBezTo>
                <a:cubicBezTo>
                  <a:pt x="620492" y="771013"/>
                  <a:pt x="620476" y="771022"/>
                  <a:pt x="620460" y="771031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  <a:effectLst>
            <a:outerShdw blurRad="190500" sx="105000" sy="105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797EB5F5-9F43-6D4B-84BE-2EBA9EF1171E}"/>
              </a:ext>
            </a:extLst>
          </p:cNvPr>
          <p:cNvSpPr/>
          <p:nvPr/>
        </p:nvSpPr>
        <p:spPr>
          <a:xfrm>
            <a:off x="3748933" y="3337995"/>
            <a:ext cx="1128697" cy="1127404"/>
          </a:xfrm>
          <a:custGeom>
            <a:avLst/>
            <a:gdLst>
              <a:gd name="connsiteX0" fmla="*/ 1128698 w 1128697"/>
              <a:gd name="connsiteY0" fmla="*/ 563702 h 1127404"/>
              <a:gd name="connsiteX1" fmla="*/ 564349 w 1128697"/>
              <a:gd name="connsiteY1" fmla="*/ 1127405 h 1127404"/>
              <a:gd name="connsiteX2" fmla="*/ 0 w 1128697"/>
              <a:gd name="connsiteY2" fmla="*/ 563702 h 1127404"/>
              <a:gd name="connsiteX3" fmla="*/ 564349 w 1128697"/>
              <a:gd name="connsiteY3" fmla="*/ 0 h 1127404"/>
              <a:gd name="connsiteX4" fmla="*/ 1128698 w 1128697"/>
              <a:gd name="connsiteY4" fmla="*/ 563702 h 1127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8697" h="1127404">
                <a:moveTo>
                  <a:pt x="1128698" y="563702"/>
                </a:moveTo>
                <a:cubicBezTo>
                  <a:pt x="1128698" y="875027"/>
                  <a:pt x="876030" y="1127405"/>
                  <a:pt x="564349" y="1127405"/>
                </a:cubicBezTo>
                <a:cubicBezTo>
                  <a:pt x="252668" y="1127405"/>
                  <a:pt x="0" y="875027"/>
                  <a:pt x="0" y="563702"/>
                </a:cubicBezTo>
                <a:cubicBezTo>
                  <a:pt x="0" y="252378"/>
                  <a:pt x="252668" y="0"/>
                  <a:pt x="564349" y="0"/>
                </a:cubicBezTo>
                <a:cubicBezTo>
                  <a:pt x="876030" y="0"/>
                  <a:pt x="1128698" y="252378"/>
                  <a:pt x="1128698" y="563702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E6A6EE2D-7BB2-6F42-BF42-B616C2074904}"/>
              </a:ext>
            </a:extLst>
          </p:cNvPr>
          <p:cNvSpPr/>
          <p:nvPr/>
        </p:nvSpPr>
        <p:spPr>
          <a:xfrm rot="19800000">
            <a:off x="4601657" y="4892280"/>
            <a:ext cx="88963" cy="88882"/>
          </a:xfrm>
          <a:custGeom>
            <a:avLst/>
            <a:gdLst>
              <a:gd name="connsiteX0" fmla="*/ 7710 w 88963"/>
              <a:gd name="connsiteY0" fmla="*/ 69423 h 88882"/>
              <a:gd name="connsiteX1" fmla="*/ 19461 w 88963"/>
              <a:gd name="connsiteY1" fmla="*/ 7701 h 88882"/>
              <a:gd name="connsiteX2" fmla="*/ 81254 w 88963"/>
              <a:gd name="connsiteY2" fmla="*/ 19438 h 88882"/>
              <a:gd name="connsiteX3" fmla="*/ 69503 w 88963"/>
              <a:gd name="connsiteY3" fmla="*/ 81161 h 88882"/>
              <a:gd name="connsiteX4" fmla="*/ 69484 w 88963"/>
              <a:gd name="connsiteY4" fmla="*/ 81174 h 88882"/>
              <a:gd name="connsiteX5" fmla="*/ 7757 w 88963"/>
              <a:gd name="connsiteY5" fmla="*/ 69493 h 88882"/>
              <a:gd name="connsiteX6" fmla="*/ 7710 w 88963"/>
              <a:gd name="connsiteY6" fmla="*/ 69424 h 8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63" h="88882">
                <a:moveTo>
                  <a:pt x="7710" y="69423"/>
                </a:moveTo>
                <a:cubicBezTo>
                  <a:pt x="-6109" y="49138"/>
                  <a:pt x="-848" y="21504"/>
                  <a:pt x="19461" y="7701"/>
                </a:cubicBezTo>
                <a:cubicBezTo>
                  <a:pt x="39769" y="-6102"/>
                  <a:pt x="67435" y="-847"/>
                  <a:pt x="81254" y="19438"/>
                </a:cubicBezTo>
                <a:cubicBezTo>
                  <a:pt x="95073" y="39724"/>
                  <a:pt x="89812" y="67358"/>
                  <a:pt x="69503" y="81161"/>
                </a:cubicBezTo>
                <a:cubicBezTo>
                  <a:pt x="69497" y="81165"/>
                  <a:pt x="69490" y="81169"/>
                  <a:pt x="69484" y="81174"/>
                </a:cubicBezTo>
                <a:cubicBezTo>
                  <a:pt x="49209" y="94974"/>
                  <a:pt x="21573" y="89745"/>
                  <a:pt x="7757" y="69493"/>
                </a:cubicBezTo>
                <a:cubicBezTo>
                  <a:pt x="7741" y="69470"/>
                  <a:pt x="7725" y="69447"/>
                  <a:pt x="7710" y="69424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D658B531-AE83-5348-9F3A-A2515D8461E3}"/>
              </a:ext>
            </a:extLst>
          </p:cNvPr>
          <p:cNvSpPr/>
          <p:nvPr/>
        </p:nvSpPr>
        <p:spPr>
          <a:xfrm rot="19800000">
            <a:off x="4366144" y="4221615"/>
            <a:ext cx="241427" cy="878571"/>
          </a:xfrm>
          <a:custGeom>
            <a:avLst/>
            <a:gdLst>
              <a:gd name="connsiteX0" fmla="*/ 221381 w 241427"/>
              <a:gd name="connsiteY0" fmla="*/ 8746 h 878571"/>
              <a:gd name="connsiteX1" fmla="*/ 195973 w 241427"/>
              <a:gd name="connsiteY1" fmla="*/ 0 h 878571"/>
              <a:gd name="connsiteX2" fmla="*/ 98799 w 241427"/>
              <a:gd name="connsiteY2" fmla="*/ 639463 h 878571"/>
              <a:gd name="connsiteX3" fmla="*/ 52925 w 241427"/>
              <a:gd name="connsiteY3" fmla="*/ 658243 h 878571"/>
              <a:gd name="connsiteX4" fmla="*/ 20846 w 241427"/>
              <a:gd name="connsiteY4" fmla="*/ 825707 h 878571"/>
              <a:gd name="connsiteX5" fmla="*/ 188502 w 241427"/>
              <a:gd name="connsiteY5" fmla="*/ 857750 h 878571"/>
              <a:gd name="connsiteX6" fmla="*/ 220581 w 241427"/>
              <a:gd name="connsiteY6" fmla="*/ 690285 h 878571"/>
              <a:gd name="connsiteX7" fmla="*/ 125604 w 241427"/>
              <a:gd name="connsiteY7" fmla="*/ 637532 h 878571"/>
              <a:gd name="connsiteX8" fmla="*/ 221381 w 241427"/>
              <a:gd name="connsiteY8" fmla="*/ 8746 h 878571"/>
              <a:gd name="connsiteX9" fmla="*/ 198229 w 241427"/>
              <a:gd name="connsiteY9" fmla="*/ 705138 h 878571"/>
              <a:gd name="connsiteX10" fmla="*/ 173358 w 241427"/>
              <a:gd name="connsiteY10" fmla="*/ 835120 h 878571"/>
              <a:gd name="connsiteX11" fmla="*/ 43227 w 241427"/>
              <a:gd name="connsiteY11" fmla="*/ 810278 h 878571"/>
              <a:gd name="connsiteX12" fmla="*/ 68019 w 241427"/>
              <a:gd name="connsiteY12" fmla="*/ 680349 h 878571"/>
              <a:gd name="connsiteX13" fmla="*/ 197509 w 241427"/>
              <a:gd name="connsiteY13" fmla="*/ 704080 h 878571"/>
              <a:gd name="connsiteX14" fmla="*/ 198229 w 241427"/>
              <a:gd name="connsiteY14" fmla="*/ 705138 h 878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1427" h="878571">
                <a:moveTo>
                  <a:pt x="221381" y="8746"/>
                </a:moveTo>
                <a:lnTo>
                  <a:pt x="195973" y="0"/>
                </a:lnTo>
                <a:cubicBezTo>
                  <a:pt x="125038" y="205507"/>
                  <a:pt x="92111" y="422187"/>
                  <a:pt x="98799" y="639463"/>
                </a:cubicBezTo>
                <a:cubicBezTo>
                  <a:pt x="82354" y="642425"/>
                  <a:pt x="66721" y="648825"/>
                  <a:pt x="52925" y="658243"/>
                </a:cubicBezTo>
                <a:cubicBezTo>
                  <a:pt x="-2231" y="695639"/>
                  <a:pt x="-16593" y="770615"/>
                  <a:pt x="20846" y="825707"/>
                </a:cubicBezTo>
                <a:cubicBezTo>
                  <a:pt x="58284" y="880800"/>
                  <a:pt x="133347" y="895146"/>
                  <a:pt x="188502" y="857750"/>
                </a:cubicBezTo>
                <a:cubicBezTo>
                  <a:pt x="243658" y="820354"/>
                  <a:pt x="258020" y="745378"/>
                  <a:pt x="220581" y="690285"/>
                </a:cubicBezTo>
                <a:cubicBezTo>
                  <a:pt x="199086" y="658654"/>
                  <a:pt x="163846" y="639081"/>
                  <a:pt x="125604" y="637532"/>
                </a:cubicBezTo>
                <a:cubicBezTo>
                  <a:pt x="119152" y="423873"/>
                  <a:pt x="151605" y="210820"/>
                  <a:pt x="221381" y="8746"/>
                </a:cubicBezTo>
                <a:close/>
                <a:moveTo>
                  <a:pt x="198229" y="705138"/>
                </a:moveTo>
                <a:cubicBezTo>
                  <a:pt x="227296" y="747891"/>
                  <a:pt x="216161" y="806086"/>
                  <a:pt x="173358" y="835120"/>
                </a:cubicBezTo>
                <a:cubicBezTo>
                  <a:pt x="130556" y="864154"/>
                  <a:pt x="72294" y="853031"/>
                  <a:pt x="43227" y="810278"/>
                </a:cubicBezTo>
                <a:cubicBezTo>
                  <a:pt x="14181" y="767555"/>
                  <a:pt x="25277" y="709405"/>
                  <a:pt x="68019" y="680349"/>
                </a:cubicBezTo>
                <a:cubicBezTo>
                  <a:pt x="110337" y="651186"/>
                  <a:pt x="168312" y="661810"/>
                  <a:pt x="197509" y="704080"/>
                </a:cubicBezTo>
                <a:cubicBezTo>
                  <a:pt x="197751" y="704431"/>
                  <a:pt x="197991" y="704783"/>
                  <a:pt x="198229" y="705138"/>
                </a:cubicBezTo>
                <a:close/>
              </a:path>
            </a:pathLst>
          </a:custGeom>
          <a:solidFill>
            <a:schemeClr val="accent5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22A8E1D7-2CF3-4E47-AC0A-DAF1699CF8D8}"/>
              </a:ext>
            </a:extLst>
          </p:cNvPr>
          <p:cNvSpPr>
            <a:spLocks noChangeAspect="1"/>
          </p:cNvSpPr>
          <p:nvPr/>
        </p:nvSpPr>
        <p:spPr>
          <a:xfrm>
            <a:off x="3899669" y="3488624"/>
            <a:ext cx="827376" cy="826429"/>
          </a:xfrm>
          <a:custGeom>
            <a:avLst/>
            <a:gdLst>
              <a:gd name="connsiteX0" fmla="*/ 206868 w 827376"/>
              <a:gd name="connsiteY0" fmla="*/ 771003 h 826429"/>
              <a:gd name="connsiteX1" fmla="*/ 55489 w 827376"/>
              <a:gd name="connsiteY1" fmla="*/ 206632 h 826429"/>
              <a:gd name="connsiteX2" fmla="*/ 620509 w 827376"/>
              <a:gd name="connsiteY2" fmla="*/ 55426 h 826429"/>
              <a:gd name="connsiteX3" fmla="*/ 771916 w 827376"/>
              <a:gd name="connsiteY3" fmla="*/ 619749 h 826429"/>
              <a:gd name="connsiteX4" fmla="*/ 206917 w 827376"/>
              <a:gd name="connsiteY4" fmla="*/ 771031 h 826429"/>
              <a:gd name="connsiteX5" fmla="*/ 206869 w 827376"/>
              <a:gd name="connsiteY5" fmla="*/ 771003 h 826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27376" h="826429">
                <a:moveTo>
                  <a:pt x="206868" y="771003"/>
                </a:moveTo>
                <a:cubicBezTo>
                  <a:pt x="9041" y="656911"/>
                  <a:pt x="-58734" y="404233"/>
                  <a:pt x="55489" y="206632"/>
                </a:cubicBezTo>
                <a:cubicBezTo>
                  <a:pt x="169713" y="9030"/>
                  <a:pt x="422681" y="-58667"/>
                  <a:pt x="620509" y="55426"/>
                </a:cubicBezTo>
                <a:cubicBezTo>
                  <a:pt x="818317" y="169508"/>
                  <a:pt x="886101" y="422151"/>
                  <a:pt x="771916" y="619749"/>
                </a:cubicBezTo>
                <a:cubicBezTo>
                  <a:pt x="657719" y="817366"/>
                  <a:pt x="404761" y="885097"/>
                  <a:pt x="206917" y="771031"/>
                </a:cubicBezTo>
                <a:cubicBezTo>
                  <a:pt x="206901" y="771022"/>
                  <a:pt x="206885" y="771013"/>
                  <a:pt x="206869" y="771003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  <a:effectLst>
            <a:outerShdw blurRad="190500" sx="105000" sy="105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2DAA7357-616A-4346-864E-B1D236F91782}"/>
              </a:ext>
            </a:extLst>
          </p:cNvPr>
          <p:cNvSpPr/>
          <p:nvPr/>
        </p:nvSpPr>
        <p:spPr>
          <a:xfrm rot="8400">
            <a:off x="4639508" y="1797371"/>
            <a:ext cx="1128697" cy="1127404"/>
          </a:xfrm>
          <a:custGeom>
            <a:avLst/>
            <a:gdLst>
              <a:gd name="connsiteX0" fmla="*/ 1128698 w 1128697"/>
              <a:gd name="connsiteY0" fmla="*/ 563702 h 1127404"/>
              <a:gd name="connsiteX1" fmla="*/ 564349 w 1128697"/>
              <a:gd name="connsiteY1" fmla="*/ 1127405 h 1127404"/>
              <a:gd name="connsiteX2" fmla="*/ 0 w 1128697"/>
              <a:gd name="connsiteY2" fmla="*/ 563702 h 1127404"/>
              <a:gd name="connsiteX3" fmla="*/ 564349 w 1128697"/>
              <a:gd name="connsiteY3" fmla="*/ 0 h 1127404"/>
              <a:gd name="connsiteX4" fmla="*/ 1128698 w 1128697"/>
              <a:gd name="connsiteY4" fmla="*/ 563702 h 1127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8697" h="1127404">
                <a:moveTo>
                  <a:pt x="1128698" y="563702"/>
                </a:moveTo>
                <a:cubicBezTo>
                  <a:pt x="1128698" y="875026"/>
                  <a:pt x="876030" y="1127405"/>
                  <a:pt x="564349" y="1127405"/>
                </a:cubicBezTo>
                <a:cubicBezTo>
                  <a:pt x="252668" y="1127405"/>
                  <a:pt x="0" y="875026"/>
                  <a:pt x="0" y="563702"/>
                </a:cubicBezTo>
                <a:cubicBezTo>
                  <a:pt x="0" y="252378"/>
                  <a:pt x="252668" y="0"/>
                  <a:pt x="564349" y="0"/>
                </a:cubicBezTo>
                <a:cubicBezTo>
                  <a:pt x="876030" y="0"/>
                  <a:pt x="1128698" y="252378"/>
                  <a:pt x="1128698" y="563702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083EE892-AD31-4C41-8798-60D577BB4AAF}"/>
              </a:ext>
            </a:extLst>
          </p:cNvPr>
          <p:cNvSpPr/>
          <p:nvPr/>
        </p:nvSpPr>
        <p:spPr>
          <a:xfrm rot="19800000">
            <a:off x="4428753" y="3123035"/>
            <a:ext cx="88975" cy="88873"/>
          </a:xfrm>
          <a:custGeom>
            <a:avLst/>
            <a:gdLst>
              <a:gd name="connsiteX0" fmla="*/ 4448 w 88975"/>
              <a:gd name="connsiteY0" fmla="*/ 25092 h 88873"/>
              <a:gd name="connsiteX1" fmla="*/ 63855 w 88975"/>
              <a:gd name="connsiteY1" fmla="*/ 4443 h 88873"/>
              <a:gd name="connsiteX2" fmla="*/ 84527 w 88975"/>
              <a:gd name="connsiteY2" fmla="*/ 63782 h 88873"/>
              <a:gd name="connsiteX3" fmla="*/ 25129 w 88975"/>
              <a:gd name="connsiteY3" fmla="*/ 84435 h 88873"/>
              <a:gd name="connsiteX4" fmla="*/ 4444 w 88975"/>
              <a:gd name="connsiteY4" fmla="*/ 25100 h 88873"/>
              <a:gd name="connsiteX5" fmla="*/ 4448 w 88975"/>
              <a:gd name="connsiteY5" fmla="*/ 25092 h 88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975" h="88873">
                <a:moveTo>
                  <a:pt x="4448" y="25092"/>
                </a:moveTo>
                <a:cubicBezTo>
                  <a:pt x="15144" y="3004"/>
                  <a:pt x="41742" y="-6241"/>
                  <a:pt x="63855" y="4443"/>
                </a:cubicBezTo>
                <a:cubicBezTo>
                  <a:pt x="85968" y="15127"/>
                  <a:pt x="95223" y="41694"/>
                  <a:pt x="84527" y="63782"/>
                </a:cubicBezTo>
                <a:cubicBezTo>
                  <a:pt x="73833" y="85866"/>
                  <a:pt x="47241" y="95112"/>
                  <a:pt x="25129" y="84435"/>
                </a:cubicBezTo>
                <a:cubicBezTo>
                  <a:pt x="3014" y="73755"/>
                  <a:pt x="-6247" y="47191"/>
                  <a:pt x="4444" y="25100"/>
                </a:cubicBezTo>
                <a:cubicBezTo>
                  <a:pt x="4445" y="25098"/>
                  <a:pt x="4447" y="25095"/>
                  <a:pt x="4448" y="25092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9F946B10-4C74-4341-A611-6FFCEE8D575C}"/>
              </a:ext>
            </a:extLst>
          </p:cNvPr>
          <p:cNvSpPr/>
          <p:nvPr/>
        </p:nvSpPr>
        <p:spPr>
          <a:xfrm rot="19800000">
            <a:off x="4264735" y="2722039"/>
            <a:ext cx="821256" cy="434562"/>
          </a:xfrm>
          <a:custGeom>
            <a:avLst/>
            <a:gdLst>
              <a:gd name="connsiteX0" fmla="*/ 821257 w 821256"/>
              <a:gd name="connsiteY0" fmla="*/ 26291 h 434562"/>
              <a:gd name="connsiteX1" fmla="*/ 815885 w 821256"/>
              <a:gd name="connsiteY1" fmla="*/ 0 h 434562"/>
              <a:gd name="connsiteX2" fmla="*/ 212914 w 821256"/>
              <a:gd name="connsiteY2" fmla="*/ 235600 h 434562"/>
              <a:gd name="connsiteX3" fmla="*/ 42540 w 821256"/>
              <a:gd name="connsiteY3" fmla="*/ 221893 h 434562"/>
              <a:gd name="connsiteX4" fmla="*/ 28817 w 821256"/>
              <a:gd name="connsiteY4" fmla="*/ 392072 h 434562"/>
              <a:gd name="connsiteX5" fmla="*/ 199191 w 821256"/>
              <a:gd name="connsiteY5" fmla="*/ 405779 h 434562"/>
              <a:gd name="connsiteX6" fmla="*/ 227955 w 821256"/>
              <a:gd name="connsiteY6" fmla="*/ 257867 h 434562"/>
              <a:gd name="connsiteX7" fmla="*/ 821257 w 821256"/>
              <a:gd name="connsiteY7" fmla="*/ 26291 h 434562"/>
              <a:gd name="connsiteX8" fmla="*/ 205877 w 821256"/>
              <a:gd name="connsiteY8" fmla="*/ 354500 h 434562"/>
              <a:gd name="connsiteX9" fmla="*/ 79724 w 821256"/>
              <a:gd name="connsiteY9" fmla="*/ 395175 h 434562"/>
              <a:gd name="connsiteX10" fmla="*/ 37099 w 821256"/>
              <a:gd name="connsiteY10" fmla="*/ 273105 h 434562"/>
              <a:gd name="connsiteX11" fmla="*/ 161212 w 821256"/>
              <a:gd name="connsiteY11" fmla="*/ 226590 h 434562"/>
              <a:gd name="connsiteX12" fmla="*/ 207781 w 821256"/>
              <a:gd name="connsiteY12" fmla="*/ 350561 h 434562"/>
              <a:gd name="connsiteX13" fmla="*/ 205877 w 821256"/>
              <a:gd name="connsiteY13" fmla="*/ 354500 h 434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21256" h="434562">
                <a:moveTo>
                  <a:pt x="821257" y="26291"/>
                </a:moveTo>
                <a:lnTo>
                  <a:pt x="815885" y="0"/>
                </a:lnTo>
                <a:cubicBezTo>
                  <a:pt x="602251" y="41349"/>
                  <a:pt x="397932" y="121182"/>
                  <a:pt x="212914" y="235600"/>
                </a:cubicBezTo>
                <a:cubicBezTo>
                  <a:pt x="169656" y="184821"/>
                  <a:pt x="93377" y="178684"/>
                  <a:pt x="42540" y="221893"/>
                </a:cubicBezTo>
                <a:cubicBezTo>
                  <a:pt x="-8297" y="265101"/>
                  <a:pt x="-14441" y="341293"/>
                  <a:pt x="28817" y="392072"/>
                </a:cubicBezTo>
                <a:cubicBezTo>
                  <a:pt x="72074" y="442850"/>
                  <a:pt x="148353" y="448987"/>
                  <a:pt x="199191" y="405779"/>
                </a:cubicBezTo>
                <a:cubicBezTo>
                  <a:pt x="242186" y="369236"/>
                  <a:pt x="254127" y="307831"/>
                  <a:pt x="227955" y="257867"/>
                </a:cubicBezTo>
                <a:cubicBezTo>
                  <a:pt x="410062" y="145448"/>
                  <a:pt x="611089" y="66984"/>
                  <a:pt x="821257" y="26291"/>
                </a:cubicBezTo>
                <a:close/>
                <a:moveTo>
                  <a:pt x="205877" y="354500"/>
                </a:moveTo>
                <a:cubicBezTo>
                  <a:pt x="182286" y="400529"/>
                  <a:pt x="125805" y="418739"/>
                  <a:pt x="79724" y="395175"/>
                </a:cubicBezTo>
                <a:cubicBezTo>
                  <a:pt x="35158" y="372385"/>
                  <a:pt x="16390" y="318636"/>
                  <a:pt x="37099" y="273105"/>
                </a:cubicBezTo>
                <a:cubicBezTo>
                  <a:pt x="58512" y="226027"/>
                  <a:pt x="114080" y="205201"/>
                  <a:pt x="161212" y="226590"/>
                </a:cubicBezTo>
                <a:cubicBezTo>
                  <a:pt x="208345" y="247979"/>
                  <a:pt x="229195" y="303482"/>
                  <a:pt x="207781" y="350561"/>
                </a:cubicBezTo>
                <a:cubicBezTo>
                  <a:pt x="207177" y="351889"/>
                  <a:pt x="206542" y="353202"/>
                  <a:pt x="205877" y="354500"/>
                </a:cubicBezTo>
                <a:close/>
              </a:path>
            </a:pathLst>
          </a:custGeom>
          <a:solidFill>
            <a:schemeClr val="accent6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B43B6340-E6A3-9044-8DDC-57EE4C6D1AB6}"/>
              </a:ext>
            </a:extLst>
          </p:cNvPr>
          <p:cNvSpPr>
            <a:spLocks noChangeAspect="1"/>
          </p:cNvSpPr>
          <p:nvPr/>
        </p:nvSpPr>
        <p:spPr>
          <a:xfrm>
            <a:off x="4790231" y="1947851"/>
            <a:ext cx="827346" cy="826398"/>
          </a:xfrm>
          <a:custGeom>
            <a:avLst/>
            <a:gdLst>
              <a:gd name="connsiteX0" fmla="*/ 827346 w 827346"/>
              <a:gd name="connsiteY0" fmla="*/ 413199 h 826398"/>
              <a:gd name="connsiteX1" fmla="*/ 413673 w 827346"/>
              <a:gd name="connsiteY1" fmla="*/ 826398 h 826398"/>
              <a:gd name="connsiteX2" fmla="*/ 0 w 827346"/>
              <a:gd name="connsiteY2" fmla="*/ 413199 h 826398"/>
              <a:gd name="connsiteX3" fmla="*/ 413673 w 827346"/>
              <a:gd name="connsiteY3" fmla="*/ 0 h 826398"/>
              <a:gd name="connsiteX4" fmla="*/ 827346 w 827346"/>
              <a:gd name="connsiteY4" fmla="*/ 413199 h 826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27346" h="826398">
                <a:moveTo>
                  <a:pt x="827346" y="413199"/>
                </a:moveTo>
                <a:cubicBezTo>
                  <a:pt x="827346" y="641403"/>
                  <a:pt x="642139" y="826398"/>
                  <a:pt x="413673" y="826398"/>
                </a:cubicBezTo>
                <a:cubicBezTo>
                  <a:pt x="185208" y="826398"/>
                  <a:pt x="0" y="641403"/>
                  <a:pt x="0" y="413199"/>
                </a:cubicBezTo>
                <a:cubicBezTo>
                  <a:pt x="0" y="184996"/>
                  <a:pt x="185208" y="0"/>
                  <a:pt x="413673" y="0"/>
                </a:cubicBezTo>
                <a:cubicBezTo>
                  <a:pt x="642139" y="0"/>
                  <a:pt x="827346" y="184996"/>
                  <a:pt x="827346" y="413199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5400000" scaled="0"/>
          </a:gradFill>
          <a:ln w="5370" cap="flat">
            <a:noFill/>
            <a:prstDash val="solid"/>
            <a:miter/>
          </a:ln>
          <a:effectLst>
            <a:outerShdw blurRad="190500" sx="105000" sy="105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EG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6939DA83-4AF8-5641-AA78-98E1B0CE2C26}"/>
              </a:ext>
            </a:extLst>
          </p:cNvPr>
          <p:cNvSpPr/>
          <p:nvPr/>
        </p:nvSpPr>
        <p:spPr>
          <a:xfrm>
            <a:off x="5032360" y="2841587"/>
            <a:ext cx="2121169" cy="2118739"/>
          </a:xfrm>
          <a:custGeom>
            <a:avLst/>
            <a:gdLst>
              <a:gd name="connsiteX0" fmla="*/ 2121170 w 2121169"/>
              <a:gd name="connsiteY0" fmla="*/ 1059370 h 2118739"/>
              <a:gd name="connsiteX1" fmla="*/ 1060585 w 2121169"/>
              <a:gd name="connsiteY1" fmla="*/ 2118739 h 2118739"/>
              <a:gd name="connsiteX2" fmla="*/ 0 w 2121169"/>
              <a:gd name="connsiteY2" fmla="*/ 1059369 h 2118739"/>
              <a:gd name="connsiteX3" fmla="*/ 1060585 w 2121169"/>
              <a:gd name="connsiteY3" fmla="*/ 0 h 2118739"/>
              <a:gd name="connsiteX4" fmla="*/ 2121170 w 2121169"/>
              <a:gd name="connsiteY4" fmla="*/ 1059370 h 2118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1169" h="2118739">
                <a:moveTo>
                  <a:pt x="2121170" y="1059370"/>
                </a:moveTo>
                <a:cubicBezTo>
                  <a:pt x="2121170" y="1644443"/>
                  <a:pt x="1646330" y="2118739"/>
                  <a:pt x="1060585" y="2118739"/>
                </a:cubicBezTo>
                <a:cubicBezTo>
                  <a:pt x="474840" y="2118739"/>
                  <a:pt x="0" y="1644443"/>
                  <a:pt x="0" y="1059369"/>
                </a:cubicBezTo>
                <a:cubicBezTo>
                  <a:pt x="0" y="474296"/>
                  <a:pt x="474840" y="0"/>
                  <a:pt x="1060585" y="0"/>
                </a:cubicBezTo>
                <a:cubicBezTo>
                  <a:pt x="1646330" y="0"/>
                  <a:pt x="2121170" y="474296"/>
                  <a:pt x="2121170" y="1059370"/>
                </a:cubicBezTo>
                <a:close/>
              </a:path>
            </a:pathLst>
          </a:custGeom>
          <a:solidFill>
            <a:schemeClr val="tx2">
              <a:alpha val="50000"/>
            </a:schemeClr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69324389-6ECD-F64D-9BE5-D73297B8683C}"/>
              </a:ext>
            </a:extLst>
          </p:cNvPr>
          <p:cNvSpPr>
            <a:spLocks noChangeAspect="1"/>
          </p:cNvSpPr>
          <p:nvPr/>
        </p:nvSpPr>
        <p:spPr>
          <a:xfrm>
            <a:off x="6552778" y="4748646"/>
            <a:ext cx="139484" cy="139324"/>
          </a:xfrm>
          <a:custGeom>
            <a:avLst/>
            <a:gdLst>
              <a:gd name="connsiteX0" fmla="*/ 115276 w 115276"/>
              <a:gd name="connsiteY0" fmla="*/ 57572 h 115144"/>
              <a:gd name="connsiteX1" fmla="*/ 57638 w 115276"/>
              <a:gd name="connsiteY1" fmla="*/ 115144 h 115144"/>
              <a:gd name="connsiteX2" fmla="*/ 0 w 115276"/>
              <a:gd name="connsiteY2" fmla="*/ 57572 h 115144"/>
              <a:gd name="connsiteX3" fmla="*/ 57638 w 115276"/>
              <a:gd name="connsiteY3" fmla="*/ 0 h 115144"/>
              <a:gd name="connsiteX4" fmla="*/ 115276 w 115276"/>
              <a:gd name="connsiteY4" fmla="*/ 57572 h 115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276" h="115144">
                <a:moveTo>
                  <a:pt x="115276" y="57572"/>
                </a:moveTo>
                <a:cubicBezTo>
                  <a:pt x="115276" y="89368"/>
                  <a:pt x="89471" y="115144"/>
                  <a:pt x="57638" y="115144"/>
                </a:cubicBezTo>
                <a:cubicBezTo>
                  <a:pt x="25805" y="115144"/>
                  <a:pt x="0" y="89368"/>
                  <a:pt x="0" y="57572"/>
                </a:cubicBezTo>
                <a:cubicBezTo>
                  <a:pt x="0" y="25776"/>
                  <a:pt x="25805" y="0"/>
                  <a:pt x="57638" y="0"/>
                </a:cubicBezTo>
                <a:cubicBezTo>
                  <a:pt x="89471" y="0"/>
                  <a:pt x="115276" y="25776"/>
                  <a:pt x="115276" y="57572"/>
                </a:cubicBezTo>
                <a:close/>
              </a:path>
            </a:pathLst>
          </a:custGeom>
          <a:solidFill>
            <a:schemeClr val="accent3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E9DB0955-F981-8744-8821-3C65B6842923}"/>
              </a:ext>
            </a:extLst>
          </p:cNvPr>
          <p:cNvSpPr>
            <a:spLocks noChangeAspect="1"/>
          </p:cNvSpPr>
          <p:nvPr/>
        </p:nvSpPr>
        <p:spPr>
          <a:xfrm>
            <a:off x="5493493" y="2913850"/>
            <a:ext cx="139484" cy="139324"/>
          </a:xfrm>
          <a:custGeom>
            <a:avLst/>
            <a:gdLst>
              <a:gd name="connsiteX0" fmla="*/ 115276 w 115276"/>
              <a:gd name="connsiteY0" fmla="*/ 57572 h 115144"/>
              <a:gd name="connsiteX1" fmla="*/ 57638 w 115276"/>
              <a:gd name="connsiteY1" fmla="*/ 115144 h 115144"/>
              <a:gd name="connsiteX2" fmla="*/ 0 w 115276"/>
              <a:gd name="connsiteY2" fmla="*/ 57572 h 115144"/>
              <a:gd name="connsiteX3" fmla="*/ 57638 w 115276"/>
              <a:gd name="connsiteY3" fmla="*/ 0 h 115144"/>
              <a:gd name="connsiteX4" fmla="*/ 115276 w 115276"/>
              <a:gd name="connsiteY4" fmla="*/ 57572 h 115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276" h="115144">
                <a:moveTo>
                  <a:pt x="115276" y="57572"/>
                </a:moveTo>
                <a:cubicBezTo>
                  <a:pt x="115276" y="89368"/>
                  <a:pt x="89471" y="115144"/>
                  <a:pt x="57638" y="115144"/>
                </a:cubicBezTo>
                <a:cubicBezTo>
                  <a:pt x="25805" y="115144"/>
                  <a:pt x="0" y="89368"/>
                  <a:pt x="0" y="57572"/>
                </a:cubicBezTo>
                <a:cubicBezTo>
                  <a:pt x="0" y="25776"/>
                  <a:pt x="25805" y="0"/>
                  <a:pt x="57638" y="0"/>
                </a:cubicBezTo>
                <a:cubicBezTo>
                  <a:pt x="89471" y="0"/>
                  <a:pt x="115276" y="25776"/>
                  <a:pt x="115276" y="57572"/>
                </a:cubicBezTo>
                <a:close/>
              </a:path>
            </a:pathLst>
          </a:custGeom>
          <a:solidFill>
            <a:schemeClr val="accent6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681868D6-18AA-8C49-80C6-6C465AC2F8F9}"/>
              </a:ext>
            </a:extLst>
          </p:cNvPr>
          <p:cNvSpPr>
            <a:spLocks noChangeAspect="1"/>
          </p:cNvSpPr>
          <p:nvPr/>
        </p:nvSpPr>
        <p:spPr>
          <a:xfrm rot="19800000">
            <a:off x="7083450" y="3830757"/>
            <a:ext cx="139508" cy="139323"/>
          </a:xfrm>
          <a:custGeom>
            <a:avLst/>
            <a:gdLst>
              <a:gd name="connsiteX0" fmla="*/ 28824 w 115295"/>
              <a:gd name="connsiteY0" fmla="*/ 107438 h 115143"/>
              <a:gd name="connsiteX1" fmla="*/ 7734 w 115295"/>
              <a:gd name="connsiteY1" fmla="*/ 28791 h 115143"/>
              <a:gd name="connsiteX2" fmla="*/ 86471 w 115295"/>
              <a:gd name="connsiteY2" fmla="*/ 7725 h 115143"/>
              <a:gd name="connsiteX3" fmla="*/ 107573 w 115295"/>
              <a:gd name="connsiteY3" fmla="*/ 86352 h 115143"/>
              <a:gd name="connsiteX4" fmla="*/ 28824 w 115295"/>
              <a:gd name="connsiteY4" fmla="*/ 107438 h 115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295" h="115143">
                <a:moveTo>
                  <a:pt x="28824" y="107438"/>
                </a:moveTo>
                <a:cubicBezTo>
                  <a:pt x="1258" y="91538"/>
                  <a:pt x="-8185" y="56326"/>
                  <a:pt x="7734" y="28791"/>
                </a:cubicBezTo>
                <a:cubicBezTo>
                  <a:pt x="23653" y="1256"/>
                  <a:pt x="58905" y="-8175"/>
                  <a:pt x="86471" y="7725"/>
                </a:cubicBezTo>
                <a:cubicBezTo>
                  <a:pt x="114029" y="23621"/>
                  <a:pt x="123476" y="58818"/>
                  <a:pt x="107573" y="86352"/>
                </a:cubicBezTo>
                <a:cubicBezTo>
                  <a:pt x="91642" y="113876"/>
                  <a:pt x="56403" y="123311"/>
                  <a:pt x="28824" y="107438"/>
                </a:cubicBezTo>
                <a:close/>
              </a:path>
            </a:pathLst>
          </a:custGeom>
          <a:solidFill>
            <a:schemeClr val="accent2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CF581E1A-9D30-5D43-9B70-94FDE365F922}"/>
              </a:ext>
            </a:extLst>
          </p:cNvPr>
          <p:cNvSpPr>
            <a:spLocks noChangeAspect="1"/>
          </p:cNvSpPr>
          <p:nvPr/>
        </p:nvSpPr>
        <p:spPr>
          <a:xfrm rot="19800000">
            <a:off x="4962840" y="3831650"/>
            <a:ext cx="139508" cy="139347"/>
          </a:xfrm>
          <a:custGeom>
            <a:avLst/>
            <a:gdLst>
              <a:gd name="connsiteX0" fmla="*/ 28824 w 115295"/>
              <a:gd name="connsiteY0" fmla="*/ 107438 h 115163"/>
              <a:gd name="connsiteX1" fmla="*/ 7734 w 115295"/>
              <a:gd name="connsiteY1" fmla="*/ 28791 h 115163"/>
              <a:gd name="connsiteX2" fmla="*/ 86471 w 115295"/>
              <a:gd name="connsiteY2" fmla="*/ 7725 h 115163"/>
              <a:gd name="connsiteX3" fmla="*/ 107573 w 115295"/>
              <a:gd name="connsiteY3" fmla="*/ 86352 h 115163"/>
              <a:gd name="connsiteX4" fmla="*/ 28845 w 115295"/>
              <a:gd name="connsiteY4" fmla="*/ 107450 h 115163"/>
              <a:gd name="connsiteX5" fmla="*/ 28824 w 115295"/>
              <a:gd name="connsiteY5" fmla="*/ 107438 h 11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295" h="115163">
                <a:moveTo>
                  <a:pt x="28824" y="107438"/>
                </a:moveTo>
                <a:cubicBezTo>
                  <a:pt x="1258" y="91538"/>
                  <a:pt x="-8185" y="56326"/>
                  <a:pt x="7734" y="28791"/>
                </a:cubicBezTo>
                <a:cubicBezTo>
                  <a:pt x="23653" y="1256"/>
                  <a:pt x="58905" y="-8175"/>
                  <a:pt x="86471" y="7725"/>
                </a:cubicBezTo>
                <a:cubicBezTo>
                  <a:pt x="114030" y="23621"/>
                  <a:pt x="123476" y="58818"/>
                  <a:pt x="107573" y="86352"/>
                </a:cubicBezTo>
                <a:cubicBezTo>
                  <a:pt x="91666" y="113893"/>
                  <a:pt x="56418" y="123339"/>
                  <a:pt x="28845" y="107450"/>
                </a:cubicBezTo>
                <a:cubicBezTo>
                  <a:pt x="28838" y="107446"/>
                  <a:pt x="28831" y="107442"/>
                  <a:pt x="28824" y="107438"/>
                </a:cubicBezTo>
                <a:close/>
              </a:path>
            </a:pathLst>
          </a:custGeom>
          <a:solidFill>
            <a:schemeClr val="accent5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6" name="Freeform 45">
            <a:extLst>
              <a:ext uri="{FF2B5EF4-FFF2-40B4-BE49-F238E27FC236}">
                <a16:creationId xmlns:a16="http://schemas.microsoft.com/office/drawing/2014/main" id="{C816EF67-F663-0F4A-A02F-FF4ACF455C40}"/>
              </a:ext>
            </a:extLst>
          </p:cNvPr>
          <p:cNvSpPr>
            <a:spLocks noChangeAspect="1"/>
          </p:cNvSpPr>
          <p:nvPr/>
        </p:nvSpPr>
        <p:spPr>
          <a:xfrm rot="19800000">
            <a:off x="6553721" y="2913176"/>
            <a:ext cx="139483" cy="139347"/>
          </a:xfrm>
          <a:custGeom>
            <a:avLst/>
            <a:gdLst>
              <a:gd name="connsiteX0" fmla="*/ 86491 w 115275"/>
              <a:gd name="connsiteY0" fmla="*/ 107427 h 115163"/>
              <a:gd name="connsiteX1" fmla="*/ 7745 w 115275"/>
              <a:gd name="connsiteY1" fmla="*/ 86392 h 115163"/>
              <a:gd name="connsiteX2" fmla="*/ 28804 w 115275"/>
              <a:gd name="connsiteY2" fmla="*/ 7737 h 115163"/>
              <a:gd name="connsiteX3" fmla="*/ 107548 w 115275"/>
              <a:gd name="connsiteY3" fmla="*/ 28768 h 115163"/>
              <a:gd name="connsiteX4" fmla="*/ 86491 w 115275"/>
              <a:gd name="connsiteY4" fmla="*/ 107427 h 11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275" h="115163">
                <a:moveTo>
                  <a:pt x="86491" y="107427"/>
                </a:moveTo>
                <a:cubicBezTo>
                  <a:pt x="58931" y="123338"/>
                  <a:pt x="23675" y="113920"/>
                  <a:pt x="7745" y="86392"/>
                </a:cubicBezTo>
                <a:cubicBezTo>
                  <a:pt x="-8184" y="58863"/>
                  <a:pt x="1244" y="23648"/>
                  <a:pt x="28804" y="7737"/>
                </a:cubicBezTo>
                <a:cubicBezTo>
                  <a:pt x="56363" y="-8174"/>
                  <a:pt x="91617" y="1242"/>
                  <a:pt x="107548" y="28768"/>
                </a:cubicBezTo>
                <a:cubicBezTo>
                  <a:pt x="123448" y="56301"/>
                  <a:pt x="114027" y="91495"/>
                  <a:pt x="86491" y="107427"/>
                </a:cubicBezTo>
                <a:close/>
              </a:path>
            </a:pathLst>
          </a:custGeom>
          <a:solidFill>
            <a:schemeClr val="accent1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7" name="Freeform 46">
            <a:extLst>
              <a:ext uri="{FF2B5EF4-FFF2-40B4-BE49-F238E27FC236}">
                <a16:creationId xmlns:a16="http://schemas.microsoft.com/office/drawing/2014/main" id="{F6D69E57-3114-1B4A-9927-81543867534F}"/>
              </a:ext>
            </a:extLst>
          </p:cNvPr>
          <p:cNvSpPr>
            <a:spLocks noChangeAspect="1"/>
          </p:cNvSpPr>
          <p:nvPr/>
        </p:nvSpPr>
        <p:spPr>
          <a:xfrm rot="19800000">
            <a:off x="5492610" y="4749215"/>
            <a:ext cx="139508" cy="139347"/>
          </a:xfrm>
          <a:custGeom>
            <a:avLst/>
            <a:gdLst>
              <a:gd name="connsiteX0" fmla="*/ 86451 w 115295"/>
              <a:gd name="connsiteY0" fmla="*/ 107450 h 115163"/>
              <a:gd name="connsiteX1" fmla="*/ 7722 w 115295"/>
              <a:gd name="connsiteY1" fmla="*/ 86352 h 115163"/>
              <a:gd name="connsiteX2" fmla="*/ 28845 w 115295"/>
              <a:gd name="connsiteY2" fmla="*/ 7714 h 115163"/>
              <a:gd name="connsiteX3" fmla="*/ 107561 w 115295"/>
              <a:gd name="connsiteY3" fmla="*/ 28792 h 115163"/>
              <a:gd name="connsiteX4" fmla="*/ 86471 w 115295"/>
              <a:gd name="connsiteY4" fmla="*/ 107438 h 115163"/>
              <a:gd name="connsiteX5" fmla="*/ 86451 w 115295"/>
              <a:gd name="connsiteY5" fmla="*/ 107450 h 11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295" h="115163">
                <a:moveTo>
                  <a:pt x="86451" y="107450"/>
                </a:moveTo>
                <a:cubicBezTo>
                  <a:pt x="58878" y="123339"/>
                  <a:pt x="23630" y="113893"/>
                  <a:pt x="7722" y="86352"/>
                </a:cubicBezTo>
                <a:cubicBezTo>
                  <a:pt x="-8185" y="58810"/>
                  <a:pt x="1272" y="23603"/>
                  <a:pt x="28845" y="7714"/>
                </a:cubicBezTo>
                <a:cubicBezTo>
                  <a:pt x="56410" y="-8171"/>
                  <a:pt x="91647" y="1264"/>
                  <a:pt x="107561" y="28792"/>
                </a:cubicBezTo>
                <a:cubicBezTo>
                  <a:pt x="123480" y="56327"/>
                  <a:pt x="114038" y="91538"/>
                  <a:pt x="86471" y="107438"/>
                </a:cubicBezTo>
                <a:cubicBezTo>
                  <a:pt x="86464" y="107442"/>
                  <a:pt x="86458" y="107446"/>
                  <a:pt x="86451" y="107450"/>
                </a:cubicBezTo>
                <a:close/>
              </a:path>
            </a:pathLst>
          </a:custGeom>
          <a:solidFill>
            <a:schemeClr val="accent4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8" name="Freeform 47">
            <a:extLst>
              <a:ext uri="{FF2B5EF4-FFF2-40B4-BE49-F238E27FC236}">
                <a16:creationId xmlns:a16="http://schemas.microsoft.com/office/drawing/2014/main" id="{916065A1-4594-AE49-AA17-36853C76818F}"/>
              </a:ext>
            </a:extLst>
          </p:cNvPr>
          <p:cNvSpPr/>
          <p:nvPr/>
        </p:nvSpPr>
        <p:spPr>
          <a:xfrm>
            <a:off x="5196304" y="3005343"/>
            <a:ext cx="1793282" cy="1791227"/>
          </a:xfrm>
          <a:custGeom>
            <a:avLst/>
            <a:gdLst>
              <a:gd name="connsiteX0" fmla="*/ 1793282 w 1793282"/>
              <a:gd name="connsiteY0" fmla="*/ 895614 h 1791227"/>
              <a:gd name="connsiteX1" fmla="*/ 896641 w 1793282"/>
              <a:gd name="connsiteY1" fmla="*/ 1791228 h 1791227"/>
              <a:gd name="connsiteX2" fmla="*/ 0 w 1793282"/>
              <a:gd name="connsiteY2" fmla="*/ 895614 h 1791227"/>
              <a:gd name="connsiteX3" fmla="*/ 896641 w 1793282"/>
              <a:gd name="connsiteY3" fmla="*/ 0 h 1791227"/>
              <a:gd name="connsiteX4" fmla="*/ 1793282 w 1793282"/>
              <a:gd name="connsiteY4" fmla="*/ 895614 h 1791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93282" h="1791227">
                <a:moveTo>
                  <a:pt x="1793282" y="895614"/>
                </a:moveTo>
                <a:cubicBezTo>
                  <a:pt x="1793282" y="1390247"/>
                  <a:pt x="1391842" y="1791228"/>
                  <a:pt x="896641" y="1791228"/>
                </a:cubicBezTo>
                <a:cubicBezTo>
                  <a:pt x="401440" y="1791228"/>
                  <a:pt x="0" y="1390248"/>
                  <a:pt x="0" y="895614"/>
                </a:cubicBezTo>
                <a:cubicBezTo>
                  <a:pt x="0" y="400980"/>
                  <a:pt x="401440" y="0"/>
                  <a:pt x="896641" y="0"/>
                </a:cubicBezTo>
                <a:cubicBezTo>
                  <a:pt x="1391842" y="0"/>
                  <a:pt x="1793282" y="400980"/>
                  <a:pt x="1793282" y="895614"/>
                </a:cubicBezTo>
                <a:close/>
              </a:path>
            </a:pathLst>
          </a:custGeom>
          <a:solidFill>
            <a:srgbClr val="E8EFEF"/>
          </a:solidFill>
          <a:ln w="5370" cap="flat">
            <a:noFill/>
            <a:prstDash val="solid"/>
            <a:miter/>
          </a:ln>
        </p:spPr>
        <p:txBody>
          <a:bodyPr rtlCol="0" anchor="ctr"/>
          <a:lstStyle/>
          <a:p>
            <a:endParaRPr lang="en-EG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1625A4F3-E102-624B-9654-3F83CF0FEC6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07806" y="3115817"/>
            <a:ext cx="1570279" cy="15702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" name="Graphic 53">
            <a:extLst>
              <a:ext uri="{FF2B5EF4-FFF2-40B4-BE49-F238E27FC236}">
                <a16:creationId xmlns:a16="http://schemas.microsoft.com/office/drawing/2014/main" id="{A59D86CC-CA61-D94B-A668-F6DD8D359DDC}"/>
              </a:ext>
            </a:extLst>
          </p:cNvPr>
          <p:cNvGrpSpPr>
            <a:grpSpLocks noChangeAspect="1"/>
          </p:cNvGrpSpPr>
          <p:nvPr/>
        </p:nvGrpSpPr>
        <p:grpSpPr>
          <a:xfrm>
            <a:off x="4100388" y="3705903"/>
            <a:ext cx="425939" cy="391871"/>
            <a:chOff x="5039489" y="2199426"/>
            <a:chExt cx="352015" cy="323860"/>
          </a:xfrm>
          <a:solidFill>
            <a:srgbClr val="FFFFFF"/>
          </a:solidFill>
        </p:grpSpPr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9936DD34-73F6-2F4F-8D52-85802144C92D}"/>
                </a:ext>
              </a:extLst>
            </p:cNvPr>
            <p:cNvSpPr/>
            <p:nvPr/>
          </p:nvSpPr>
          <p:spPr>
            <a:xfrm>
              <a:off x="5172305" y="2199426"/>
              <a:ext cx="86328" cy="130004"/>
            </a:xfrm>
            <a:custGeom>
              <a:avLst/>
              <a:gdLst>
                <a:gd name="connsiteX0" fmla="*/ 59525 w 86328"/>
                <a:gd name="connsiteY0" fmla="*/ 130005 h 130004"/>
                <a:gd name="connsiteX1" fmla="*/ 26803 w 86328"/>
                <a:gd name="connsiteY1" fmla="*/ 130005 h 130004"/>
                <a:gd name="connsiteX2" fmla="*/ 6167 w 86328"/>
                <a:gd name="connsiteY2" fmla="*/ 110297 h 130004"/>
                <a:gd name="connsiteX3" fmla="*/ 10 w 86328"/>
                <a:gd name="connsiteY3" fmla="*/ 7376 h 130004"/>
                <a:gd name="connsiteX4" fmla="*/ 1834 w 86328"/>
                <a:gd name="connsiteY4" fmla="*/ 2190 h 130004"/>
                <a:gd name="connsiteX5" fmla="*/ 6965 w 86328"/>
                <a:gd name="connsiteY5" fmla="*/ 0 h 130004"/>
                <a:gd name="connsiteX6" fmla="*/ 79477 w 86328"/>
                <a:gd name="connsiteY6" fmla="*/ 0 h 130004"/>
                <a:gd name="connsiteX7" fmla="*/ 84494 w 86328"/>
                <a:gd name="connsiteY7" fmla="*/ 2190 h 130004"/>
                <a:gd name="connsiteX8" fmla="*/ 86318 w 86328"/>
                <a:gd name="connsiteY8" fmla="*/ 7376 h 130004"/>
                <a:gd name="connsiteX9" fmla="*/ 80162 w 86328"/>
                <a:gd name="connsiteY9" fmla="*/ 110412 h 130004"/>
                <a:gd name="connsiteX10" fmla="*/ 59525 w 86328"/>
                <a:gd name="connsiteY10" fmla="*/ 130005 h 130004"/>
                <a:gd name="connsiteX11" fmla="*/ 13920 w 86328"/>
                <a:gd name="connsiteY11" fmla="*/ 13946 h 130004"/>
                <a:gd name="connsiteX12" fmla="*/ 19621 w 86328"/>
                <a:gd name="connsiteY12" fmla="*/ 109490 h 130004"/>
                <a:gd name="connsiteX13" fmla="*/ 26461 w 86328"/>
                <a:gd name="connsiteY13" fmla="*/ 116059 h 130004"/>
                <a:gd name="connsiteX14" fmla="*/ 59183 w 86328"/>
                <a:gd name="connsiteY14" fmla="*/ 116059 h 130004"/>
                <a:gd name="connsiteX15" fmla="*/ 66024 w 86328"/>
                <a:gd name="connsiteY15" fmla="*/ 109490 h 130004"/>
                <a:gd name="connsiteX16" fmla="*/ 72409 w 86328"/>
                <a:gd name="connsiteY16" fmla="*/ 13946 h 13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6328" h="130004">
                  <a:moveTo>
                    <a:pt x="59525" y="130005"/>
                  </a:moveTo>
                  <a:lnTo>
                    <a:pt x="26803" y="130005"/>
                  </a:lnTo>
                  <a:cubicBezTo>
                    <a:pt x="15860" y="129964"/>
                    <a:pt x="6828" y="121339"/>
                    <a:pt x="6167" y="110297"/>
                  </a:cubicBezTo>
                  <a:lnTo>
                    <a:pt x="10" y="7376"/>
                  </a:lnTo>
                  <a:cubicBezTo>
                    <a:pt x="-91" y="5470"/>
                    <a:pt x="566" y="3603"/>
                    <a:pt x="1834" y="2190"/>
                  </a:cubicBezTo>
                  <a:cubicBezTo>
                    <a:pt x="3191" y="803"/>
                    <a:pt x="5036" y="16"/>
                    <a:pt x="6965" y="0"/>
                  </a:cubicBezTo>
                  <a:lnTo>
                    <a:pt x="79477" y="0"/>
                  </a:lnTo>
                  <a:cubicBezTo>
                    <a:pt x="81370" y="33"/>
                    <a:pt x="83173" y="820"/>
                    <a:pt x="84494" y="2190"/>
                  </a:cubicBezTo>
                  <a:cubicBezTo>
                    <a:pt x="85763" y="3603"/>
                    <a:pt x="86420" y="5470"/>
                    <a:pt x="86318" y="7376"/>
                  </a:cubicBezTo>
                  <a:lnTo>
                    <a:pt x="80162" y="110412"/>
                  </a:lnTo>
                  <a:cubicBezTo>
                    <a:pt x="79498" y="121435"/>
                    <a:pt x="70450" y="130025"/>
                    <a:pt x="59525" y="130005"/>
                  </a:cubicBezTo>
                  <a:close/>
                  <a:moveTo>
                    <a:pt x="13920" y="13946"/>
                  </a:moveTo>
                  <a:lnTo>
                    <a:pt x="19621" y="109490"/>
                  </a:lnTo>
                  <a:cubicBezTo>
                    <a:pt x="19803" y="113173"/>
                    <a:pt x="22813" y="116064"/>
                    <a:pt x="26461" y="116059"/>
                  </a:cubicBezTo>
                  <a:lnTo>
                    <a:pt x="59183" y="116059"/>
                  </a:lnTo>
                  <a:cubicBezTo>
                    <a:pt x="62832" y="116064"/>
                    <a:pt x="65841" y="113173"/>
                    <a:pt x="66024" y="109490"/>
                  </a:cubicBezTo>
                  <a:lnTo>
                    <a:pt x="72409" y="13946"/>
                  </a:ln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9144B68A-1F17-6648-A2CD-C78756949212}"/>
                </a:ext>
              </a:extLst>
            </p:cNvPr>
            <p:cNvSpPr/>
            <p:nvPr/>
          </p:nvSpPr>
          <p:spPr>
            <a:xfrm>
              <a:off x="5039489" y="2276530"/>
              <a:ext cx="351958" cy="246756"/>
            </a:xfrm>
            <a:custGeom>
              <a:avLst/>
              <a:gdLst>
                <a:gd name="connsiteX0" fmla="*/ 324368 w 351958"/>
                <a:gd name="connsiteY0" fmla="*/ 246756 h 246756"/>
                <a:gd name="connsiteX1" fmla="*/ 27933 w 351958"/>
                <a:gd name="connsiteY1" fmla="*/ 246756 h 246756"/>
                <a:gd name="connsiteX2" fmla="*/ 1 w 351958"/>
                <a:gd name="connsiteY2" fmla="*/ 218981 h 246756"/>
                <a:gd name="connsiteX3" fmla="*/ 0 w 351958"/>
                <a:gd name="connsiteY3" fmla="*/ 218749 h 246756"/>
                <a:gd name="connsiteX4" fmla="*/ 0 w 351958"/>
                <a:gd name="connsiteY4" fmla="*/ 28006 h 246756"/>
                <a:gd name="connsiteX5" fmla="*/ 27591 w 351958"/>
                <a:gd name="connsiteY5" fmla="*/ 0 h 246756"/>
                <a:gd name="connsiteX6" fmla="*/ 144341 w 351958"/>
                <a:gd name="connsiteY6" fmla="*/ 0 h 246756"/>
                <a:gd name="connsiteX7" fmla="*/ 151182 w 351958"/>
                <a:gd name="connsiteY7" fmla="*/ 6569 h 246756"/>
                <a:gd name="connsiteX8" fmla="*/ 152778 w 351958"/>
                <a:gd name="connsiteY8" fmla="*/ 32386 h 246756"/>
                <a:gd name="connsiteX9" fmla="*/ 159619 w 351958"/>
                <a:gd name="connsiteY9" fmla="*/ 38955 h 246756"/>
                <a:gd name="connsiteX10" fmla="*/ 192340 w 351958"/>
                <a:gd name="connsiteY10" fmla="*/ 38955 h 246756"/>
                <a:gd name="connsiteX11" fmla="*/ 199181 w 351958"/>
                <a:gd name="connsiteY11" fmla="*/ 32386 h 246756"/>
                <a:gd name="connsiteX12" fmla="*/ 200777 w 351958"/>
                <a:gd name="connsiteY12" fmla="*/ 6569 h 246756"/>
                <a:gd name="connsiteX13" fmla="*/ 207618 w 351958"/>
                <a:gd name="connsiteY13" fmla="*/ 0 h 246756"/>
                <a:gd name="connsiteX14" fmla="*/ 324368 w 351958"/>
                <a:gd name="connsiteY14" fmla="*/ 0 h 246756"/>
                <a:gd name="connsiteX15" fmla="*/ 351959 w 351958"/>
                <a:gd name="connsiteY15" fmla="*/ 28006 h 246756"/>
                <a:gd name="connsiteX16" fmla="*/ 351959 w 351958"/>
                <a:gd name="connsiteY16" fmla="*/ 79178 h 246756"/>
                <a:gd name="connsiteX17" fmla="*/ 344172 w 351958"/>
                <a:gd name="connsiteY17" fmla="*/ 85253 h 246756"/>
                <a:gd name="connsiteX18" fmla="*/ 338163 w 351958"/>
                <a:gd name="connsiteY18" fmla="*/ 79178 h 246756"/>
                <a:gd name="connsiteX19" fmla="*/ 338163 w 351958"/>
                <a:gd name="connsiteY19" fmla="*/ 28006 h 246756"/>
                <a:gd name="connsiteX20" fmla="*/ 324368 w 351958"/>
                <a:gd name="connsiteY20" fmla="*/ 14061 h 246756"/>
                <a:gd name="connsiteX21" fmla="*/ 214117 w 351958"/>
                <a:gd name="connsiteY21" fmla="*/ 14061 h 246756"/>
                <a:gd name="connsiteX22" fmla="*/ 212977 w 351958"/>
                <a:gd name="connsiteY22" fmla="*/ 33193 h 246756"/>
                <a:gd name="connsiteX23" fmla="*/ 192340 w 351958"/>
                <a:gd name="connsiteY23" fmla="*/ 52901 h 246756"/>
                <a:gd name="connsiteX24" fmla="*/ 159619 w 351958"/>
                <a:gd name="connsiteY24" fmla="*/ 52901 h 246756"/>
                <a:gd name="connsiteX25" fmla="*/ 138982 w 351958"/>
                <a:gd name="connsiteY25" fmla="*/ 33193 h 246756"/>
                <a:gd name="connsiteX26" fmla="*/ 137842 w 351958"/>
                <a:gd name="connsiteY26" fmla="*/ 14061 h 246756"/>
                <a:gd name="connsiteX27" fmla="*/ 27591 w 351958"/>
                <a:gd name="connsiteY27" fmla="*/ 14061 h 246756"/>
                <a:gd name="connsiteX28" fmla="*/ 13796 w 351958"/>
                <a:gd name="connsiteY28" fmla="*/ 28006 h 246756"/>
                <a:gd name="connsiteX29" fmla="*/ 13796 w 351958"/>
                <a:gd name="connsiteY29" fmla="*/ 218749 h 246756"/>
                <a:gd name="connsiteX30" fmla="*/ 27591 w 351958"/>
                <a:gd name="connsiteY30" fmla="*/ 232695 h 246756"/>
                <a:gd name="connsiteX31" fmla="*/ 324026 w 351958"/>
                <a:gd name="connsiteY31" fmla="*/ 232695 h 246756"/>
                <a:gd name="connsiteX32" fmla="*/ 337821 w 351958"/>
                <a:gd name="connsiteY32" fmla="*/ 218749 h 246756"/>
                <a:gd name="connsiteX33" fmla="*/ 337821 w 351958"/>
                <a:gd name="connsiteY33" fmla="*/ 194316 h 246756"/>
                <a:gd name="connsiteX34" fmla="*/ 345608 w 351958"/>
                <a:gd name="connsiteY34" fmla="*/ 188241 h 246756"/>
                <a:gd name="connsiteX35" fmla="*/ 351617 w 351958"/>
                <a:gd name="connsiteY35" fmla="*/ 194316 h 246756"/>
                <a:gd name="connsiteX36" fmla="*/ 351617 w 351958"/>
                <a:gd name="connsiteY36" fmla="*/ 218749 h 246756"/>
                <a:gd name="connsiteX37" fmla="*/ 324368 w 351958"/>
                <a:gd name="connsiteY37" fmla="*/ 246756 h 246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1958" h="246756">
                  <a:moveTo>
                    <a:pt x="324368" y="246756"/>
                  </a:moveTo>
                  <a:lnTo>
                    <a:pt x="27933" y="246756"/>
                  </a:lnTo>
                  <a:cubicBezTo>
                    <a:pt x="12633" y="246883"/>
                    <a:pt x="127" y="234448"/>
                    <a:pt x="1" y="218981"/>
                  </a:cubicBezTo>
                  <a:cubicBezTo>
                    <a:pt x="0" y="218904"/>
                    <a:pt x="0" y="218826"/>
                    <a:pt x="0" y="218749"/>
                  </a:cubicBezTo>
                  <a:lnTo>
                    <a:pt x="0" y="28006"/>
                  </a:lnTo>
                  <a:cubicBezTo>
                    <a:pt x="0" y="12584"/>
                    <a:pt x="12335" y="63"/>
                    <a:pt x="27591" y="0"/>
                  </a:cubicBezTo>
                  <a:lnTo>
                    <a:pt x="144341" y="0"/>
                  </a:lnTo>
                  <a:cubicBezTo>
                    <a:pt x="147989" y="-5"/>
                    <a:pt x="150999" y="2886"/>
                    <a:pt x="151182" y="6569"/>
                  </a:cubicBezTo>
                  <a:lnTo>
                    <a:pt x="152778" y="32386"/>
                  </a:lnTo>
                  <a:cubicBezTo>
                    <a:pt x="152960" y="36069"/>
                    <a:pt x="155970" y="38960"/>
                    <a:pt x="159619" y="38955"/>
                  </a:cubicBezTo>
                  <a:lnTo>
                    <a:pt x="192340" y="38955"/>
                  </a:lnTo>
                  <a:cubicBezTo>
                    <a:pt x="195989" y="38960"/>
                    <a:pt x="198999" y="36069"/>
                    <a:pt x="199181" y="32386"/>
                  </a:cubicBezTo>
                  <a:lnTo>
                    <a:pt x="200777" y="6569"/>
                  </a:lnTo>
                  <a:cubicBezTo>
                    <a:pt x="200960" y="2886"/>
                    <a:pt x="203970" y="-5"/>
                    <a:pt x="207618" y="0"/>
                  </a:cubicBezTo>
                  <a:lnTo>
                    <a:pt x="324368" y="0"/>
                  </a:lnTo>
                  <a:cubicBezTo>
                    <a:pt x="339624" y="63"/>
                    <a:pt x="351959" y="12584"/>
                    <a:pt x="351959" y="28006"/>
                  </a:cubicBezTo>
                  <a:lnTo>
                    <a:pt x="351959" y="79178"/>
                  </a:lnTo>
                  <a:cubicBezTo>
                    <a:pt x="351468" y="83029"/>
                    <a:pt x="347982" y="85749"/>
                    <a:pt x="344172" y="85253"/>
                  </a:cubicBezTo>
                  <a:cubicBezTo>
                    <a:pt x="341036" y="84845"/>
                    <a:pt x="338567" y="82349"/>
                    <a:pt x="338163" y="79178"/>
                  </a:cubicBezTo>
                  <a:lnTo>
                    <a:pt x="338163" y="28006"/>
                  </a:lnTo>
                  <a:cubicBezTo>
                    <a:pt x="338163" y="20304"/>
                    <a:pt x="331987" y="14061"/>
                    <a:pt x="324368" y="14061"/>
                  </a:cubicBezTo>
                  <a:lnTo>
                    <a:pt x="214117" y="14061"/>
                  </a:lnTo>
                  <a:lnTo>
                    <a:pt x="212977" y="33193"/>
                  </a:lnTo>
                  <a:cubicBezTo>
                    <a:pt x="212371" y="44261"/>
                    <a:pt x="203307" y="52918"/>
                    <a:pt x="192340" y="52901"/>
                  </a:cubicBezTo>
                  <a:lnTo>
                    <a:pt x="159619" y="52901"/>
                  </a:lnTo>
                  <a:cubicBezTo>
                    <a:pt x="148675" y="52860"/>
                    <a:pt x="139643" y="44235"/>
                    <a:pt x="138982" y="33193"/>
                  </a:cubicBezTo>
                  <a:lnTo>
                    <a:pt x="137842" y="14061"/>
                  </a:lnTo>
                  <a:lnTo>
                    <a:pt x="27591" y="14061"/>
                  </a:lnTo>
                  <a:cubicBezTo>
                    <a:pt x="19972" y="14061"/>
                    <a:pt x="13796" y="20304"/>
                    <a:pt x="13796" y="28006"/>
                  </a:cubicBezTo>
                  <a:lnTo>
                    <a:pt x="13796" y="218749"/>
                  </a:lnTo>
                  <a:cubicBezTo>
                    <a:pt x="13796" y="226451"/>
                    <a:pt x="19972" y="232695"/>
                    <a:pt x="27591" y="232695"/>
                  </a:cubicBezTo>
                  <a:lnTo>
                    <a:pt x="324026" y="232695"/>
                  </a:lnTo>
                  <a:cubicBezTo>
                    <a:pt x="331645" y="232695"/>
                    <a:pt x="337821" y="226451"/>
                    <a:pt x="337821" y="218749"/>
                  </a:cubicBezTo>
                  <a:lnTo>
                    <a:pt x="337821" y="194316"/>
                  </a:lnTo>
                  <a:cubicBezTo>
                    <a:pt x="338312" y="190465"/>
                    <a:pt x="341798" y="187745"/>
                    <a:pt x="345608" y="188241"/>
                  </a:cubicBezTo>
                  <a:cubicBezTo>
                    <a:pt x="348744" y="188650"/>
                    <a:pt x="351213" y="191145"/>
                    <a:pt x="351617" y="194316"/>
                  </a:cubicBezTo>
                  <a:lnTo>
                    <a:pt x="351617" y="218749"/>
                  </a:lnTo>
                  <a:cubicBezTo>
                    <a:pt x="351619" y="234038"/>
                    <a:pt x="339490" y="246504"/>
                    <a:pt x="324368" y="246756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95F0F475-0BAD-014C-9855-EC1075CE4693}"/>
                </a:ext>
              </a:extLst>
            </p:cNvPr>
            <p:cNvSpPr/>
            <p:nvPr/>
          </p:nvSpPr>
          <p:spPr>
            <a:xfrm>
              <a:off x="5377595" y="2445053"/>
              <a:ext cx="13910" cy="32824"/>
            </a:xfrm>
            <a:custGeom>
              <a:avLst/>
              <a:gdLst>
                <a:gd name="connsiteX0" fmla="*/ 7013 w 13910"/>
                <a:gd name="connsiteY0" fmla="*/ 32824 h 32824"/>
                <a:gd name="connsiteX1" fmla="*/ 58 w 13910"/>
                <a:gd name="connsiteY1" fmla="*/ 25794 h 32824"/>
                <a:gd name="connsiteX2" fmla="*/ 58 w 13910"/>
                <a:gd name="connsiteY2" fmla="*/ 7929 h 32824"/>
                <a:gd name="connsiteX3" fmla="*/ 6067 w 13910"/>
                <a:gd name="connsiteY3" fmla="*/ 58 h 32824"/>
                <a:gd name="connsiteX4" fmla="*/ 13853 w 13910"/>
                <a:gd name="connsiteY4" fmla="*/ 6133 h 32824"/>
                <a:gd name="connsiteX5" fmla="*/ 13853 w 13910"/>
                <a:gd name="connsiteY5" fmla="*/ 7929 h 32824"/>
                <a:gd name="connsiteX6" fmla="*/ 13853 w 13910"/>
                <a:gd name="connsiteY6" fmla="*/ 25333 h 32824"/>
                <a:gd name="connsiteX7" fmla="*/ 7607 w 13910"/>
                <a:gd name="connsiteY7" fmla="*/ 32800 h 32824"/>
                <a:gd name="connsiteX8" fmla="*/ 7013 w 13910"/>
                <a:gd name="connsiteY8" fmla="*/ 32824 h 3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10" h="32824">
                  <a:moveTo>
                    <a:pt x="7013" y="32824"/>
                  </a:moveTo>
                  <a:cubicBezTo>
                    <a:pt x="3172" y="32824"/>
                    <a:pt x="58" y="29676"/>
                    <a:pt x="58" y="25794"/>
                  </a:cubicBezTo>
                  <a:lnTo>
                    <a:pt x="58" y="7929"/>
                  </a:lnTo>
                  <a:cubicBezTo>
                    <a:pt x="-433" y="4079"/>
                    <a:pt x="2257" y="555"/>
                    <a:pt x="6067" y="58"/>
                  </a:cubicBezTo>
                  <a:cubicBezTo>
                    <a:pt x="9876" y="-438"/>
                    <a:pt x="13363" y="2282"/>
                    <a:pt x="13853" y="6133"/>
                  </a:cubicBezTo>
                  <a:cubicBezTo>
                    <a:pt x="13929" y="6729"/>
                    <a:pt x="13929" y="7333"/>
                    <a:pt x="13853" y="7929"/>
                  </a:cubicBezTo>
                  <a:lnTo>
                    <a:pt x="13853" y="25333"/>
                  </a:lnTo>
                  <a:cubicBezTo>
                    <a:pt x="14168" y="29138"/>
                    <a:pt x="11371" y="32482"/>
                    <a:pt x="7607" y="32800"/>
                  </a:cubicBezTo>
                  <a:cubicBezTo>
                    <a:pt x="7409" y="32817"/>
                    <a:pt x="7211" y="32825"/>
                    <a:pt x="7013" y="3282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15CCD6C1-E57A-6E42-80CD-813717EFB816}"/>
                </a:ext>
              </a:extLst>
            </p:cNvPr>
            <p:cNvSpPr/>
            <p:nvPr/>
          </p:nvSpPr>
          <p:spPr>
            <a:xfrm>
              <a:off x="5377653" y="2393718"/>
              <a:ext cx="13796" cy="39901"/>
            </a:xfrm>
            <a:custGeom>
              <a:avLst/>
              <a:gdLst>
                <a:gd name="connsiteX0" fmla="*/ 6955 w 13796"/>
                <a:gd name="connsiteY0" fmla="*/ 39902 h 39901"/>
                <a:gd name="connsiteX1" fmla="*/ 0 w 13796"/>
                <a:gd name="connsiteY1" fmla="*/ 32871 h 39901"/>
                <a:gd name="connsiteX2" fmla="*/ 0 w 13796"/>
                <a:gd name="connsiteY2" fmla="*/ 6133 h 39901"/>
                <a:gd name="connsiteX3" fmla="*/ 7786 w 13796"/>
                <a:gd name="connsiteY3" fmla="*/ 58 h 39901"/>
                <a:gd name="connsiteX4" fmla="*/ 13796 w 13796"/>
                <a:gd name="connsiteY4" fmla="*/ 6133 h 39901"/>
                <a:gd name="connsiteX5" fmla="*/ 13796 w 13796"/>
                <a:gd name="connsiteY5" fmla="*/ 32871 h 39901"/>
                <a:gd name="connsiteX6" fmla="*/ 7070 w 13796"/>
                <a:gd name="connsiteY6" fmla="*/ 39901 h 39901"/>
                <a:gd name="connsiteX7" fmla="*/ 6955 w 13796"/>
                <a:gd name="connsiteY7" fmla="*/ 39902 h 3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96" h="39901">
                  <a:moveTo>
                    <a:pt x="6955" y="39902"/>
                  </a:moveTo>
                  <a:cubicBezTo>
                    <a:pt x="3114" y="39902"/>
                    <a:pt x="0" y="36754"/>
                    <a:pt x="0" y="32871"/>
                  </a:cubicBezTo>
                  <a:lnTo>
                    <a:pt x="0" y="6133"/>
                  </a:lnTo>
                  <a:cubicBezTo>
                    <a:pt x="491" y="2282"/>
                    <a:pt x="3977" y="-438"/>
                    <a:pt x="7786" y="58"/>
                  </a:cubicBezTo>
                  <a:cubicBezTo>
                    <a:pt x="10923" y="467"/>
                    <a:pt x="13392" y="2963"/>
                    <a:pt x="13796" y="6133"/>
                  </a:cubicBezTo>
                  <a:lnTo>
                    <a:pt x="13796" y="32871"/>
                  </a:lnTo>
                  <a:cubicBezTo>
                    <a:pt x="13859" y="36690"/>
                    <a:pt x="10847" y="39837"/>
                    <a:pt x="7070" y="39901"/>
                  </a:cubicBezTo>
                  <a:cubicBezTo>
                    <a:pt x="7031" y="39902"/>
                    <a:pt x="6993" y="39902"/>
                    <a:pt x="6955" y="39902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335E5B22-1572-7449-BAA1-1867A7A2E8EB}"/>
                </a:ext>
              </a:extLst>
            </p:cNvPr>
            <p:cNvSpPr/>
            <p:nvPr/>
          </p:nvSpPr>
          <p:spPr>
            <a:xfrm>
              <a:off x="5377595" y="2347779"/>
              <a:ext cx="13910" cy="32363"/>
            </a:xfrm>
            <a:custGeom>
              <a:avLst/>
              <a:gdLst>
                <a:gd name="connsiteX0" fmla="*/ 7013 w 13910"/>
                <a:gd name="connsiteY0" fmla="*/ 32363 h 32363"/>
                <a:gd name="connsiteX1" fmla="*/ 58 w 13910"/>
                <a:gd name="connsiteY1" fmla="*/ 25333 h 32363"/>
                <a:gd name="connsiteX2" fmla="*/ 58 w 13910"/>
                <a:gd name="connsiteY2" fmla="*/ 7929 h 32363"/>
                <a:gd name="connsiteX3" fmla="*/ 6067 w 13910"/>
                <a:gd name="connsiteY3" fmla="*/ 58 h 32363"/>
                <a:gd name="connsiteX4" fmla="*/ 13853 w 13910"/>
                <a:gd name="connsiteY4" fmla="*/ 6133 h 32363"/>
                <a:gd name="connsiteX5" fmla="*/ 13853 w 13910"/>
                <a:gd name="connsiteY5" fmla="*/ 7929 h 32363"/>
                <a:gd name="connsiteX6" fmla="*/ 13853 w 13910"/>
                <a:gd name="connsiteY6" fmla="*/ 25333 h 32363"/>
                <a:gd name="connsiteX7" fmla="*/ 7013 w 13910"/>
                <a:gd name="connsiteY7" fmla="*/ 32363 h 3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10" h="32363">
                  <a:moveTo>
                    <a:pt x="7013" y="32363"/>
                  </a:moveTo>
                  <a:cubicBezTo>
                    <a:pt x="3172" y="32363"/>
                    <a:pt x="58" y="29215"/>
                    <a:pt x="58" y="25333"/>
                  </a:cubicBezTo>
                  <a:lnTo>
                    <a:pt x="58" y="7929"/>
                  </a:lnTo>
                  <a:cubicBezTo>
                    <a:pt x="-433" y="4079"/>
                    <a:pt x="2257" y="555"/>
                    <a:pt x="6067" y="58"/>
                  </a:cubicBezTo>
                  <a:cubicBezTo>
                    <a:pt x="9876" y="-438"/>
                    <a:pt x="13363" y="2282"/>
                    <a:pt x="13853" y="6133"/>
                  </a:cubicBezTo>
                  <a:cubicBezTo>
                    <a:pt x="13929" y="6729"/>
                    <a:pt x="13929" y="7333"/>
                    <a:pt x="13853" y="7929"/>
                  </a:cubicBezTo>
                  <a:lnTo>
                    <a:pt x="13853" y="25333"/>
                  </a:lnTo>
                  <a:cubicBezTo>
                    <a:pt x="13854" y="29171"/>
                    <a:pt x="10809" y="32300"/>
                    <a:pt x="7013" y="32363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F9C5955C-DDB8-0A44-93A5-26A2AB23CC86}"/>
                </a:ext>
              </a:extLst>
            </p:cNvPr>
            <p:cNvSpPr/>
            <p:nvPr/>
          </p:nvSpPr>
          <p:spPr>
            <a:xfrm>
              <a:off x="5101741" y="2334618"/>
              <a:ext cx="74564" cy="75375"/>
            </a:xfrm>
            <a:custGeom>
              <a:avLst/>
              <a:gdLst>
                <a:gd name="connsiteX0" fmla="*/ 37396 w 74564"/>
                <a:gd name="connsiteY0" fmla="*/ 75375 h 75375"/>
                <a:gd name="connsiteX1" fmla="*/ 0 w 74564"/>
                <a:gd name="connsiteY1" fmla="*/ 37803 h 75375"/>
                <a:gd name="connsiteX2" fmla="*/ 37168 w 74564"/>
                <a:gd name="connsiteY2" fmla="*/ 0 h 75375"/>
                <a:gd name="connsiteX3" fmla="*/ 74564 w 74564"/>
                <a:gd name="connsiteY3" fmla="*/ 37572 h 75375"/>
                <a:gd name="connsiteX4" fmla="*/ 74565 w 74564"/>
                <a:gd name="connsiteY4" fmla="*/ 37687 h 75375"/>
                <a:gd name="connsiteX5" fmla="*/ 37396 w 74564"/>
                <a:gd name="connsiteY5" fmla="*/ 75375 h 75375"/>
                <a:gd name="connsiteX6" fmla="*/ 37396 w 74564"/>
                <a:gd name="connsiteY6" fmla="*/ 14061 h 75375"/>
                <a:gd name="connsiteX7" fmla="*/ 14138 w 74564"/>
                <a:gd name="connsiteY7" fmla="*/ 37802 h 75375"/>
                <a:gd name="connsiteX8" fmla="*/ 37624 w 74564"/>
                <a:gd name="connsiteY8" fmla="*/ 61314 h 75375"/>
                <a:gd name="connsiteX9" fmla="*/ 60883 w 74564"/>
                <a:gd name="connsiteY9" fmla="*/ 37687 h 75375"/>
                <a:gd name="connsiteX10" fmla="*/ 37396 w 74564"/>
                <a:gd name="connsiteY10" fmla="*/ 14637 h 7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564" h="75375">
                  <a:moveTo>
                    <a:pt x="37396" y="75375"/>
                  </a:moveTo>
                  <a:cubicBezTo>
                    <a:pt x="16806" y="75439"/>
                    <a:pt x="63" y="58617"/>
                    <a:pt x="0" y="37803"/>
                  </a:cubicBezTo>
                  <a:cubicBezTo>
                    <a:pt x="-63" y="16989"/>
                    <a:pt x="16578" y="64"/>
                    <a:pt x="37168" y="0"/>
                  </a:cubicBezTo>
                  <a:cubicBezTo>
                    <a:pt x="57759" y="-63"/>
                    <a:pt x="74502" y="16758"/>
                    <a:pt x="74564" y="37572"/>
                  </a:cubicBezTo>
                  <a:cubicBezTo>
                    <a:pt x="74565" y="37611"/>
                    <a:pt x="74565" y="37649"/>
                    <a:pt x="74565" y="37687"/>
                  </a:cubicBezTo>
                  <a:cubicBezTo>
                    <a:pt x="74565" y="58457"/>
                    <a:pt x="57942" y="75311"/>
                    <a:pt x="37396" y="75375"/>
                  </a:cubicBezTo>
                  <a:close/>
                  <a:moveTo>
                    <a:pt x="37396" y="14061"/>
                  </a:moveTo>
                  <a:cubicBezTo>
                    <a:pt x="24488" y="14124"/>
                    <a:pt x="14075" y="24754"/>
                    <a:pt x="14138" y="37802"/>
                  </a:cubicBezTo>
                  <a:cubicBezTo>
                    <a:pt x="14201" y="50851"/>
                    <a:pt x="24716" y="61377"/>
                    <a:pt x="37624" y="61314"/>
                  </a:cubicBezTo>
                  <a:cubicBezTo>
                    <a:pt x="50488" y="61250"/>
                    <a:pt x="60883" y="50691"/>
                    <a:pt x="60883" y="37687"/>
                  </a:cubicBezTo>
                  <a:cubicBezTo>
                    <a:pt x="60573" y="24819"/>
                    <a:pt x="50130" y="14570"/>
                    <a:pt x="37396" y="14637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1B6A6D3-72F1-9540-B1BA-BB75932C1E7E}"/>
                </a:ext>
              </a:extLst>
            </p:cNvPr>
            <p:cNvSpPr/>
            <p:nvPr/>
          </p:nvSpPr>
          <p:spPr>
            <a:xfrm>
              <a:off x="5074606" y="2407688"/>
              <a:ext cx="128720" cy="78141"/>
            </a:xfrm>
            <a:custGeom>
              <a:avLst/>
              <a:gdLst>
                <a:gd name="connsiteX0" fmla="*/ 122222 w 128720"/>
                <a:gd name="connsiteY0" fmla="*/ 78141 h 78141"/>
                <a:gd name="connsiteX1" fmla="*/ 6955 w 128720"/>
                <a:gd name="connsiteY1" fmla="*/ 78141 h 78141"/>
                <a:gd name="connsiteX2" fmla="*/ 0 w 128720"/>
                <a:gd name="connsiteY2" fmla="*/ 71111 h 78141"/>
                <a:gd name="connsiteX3" fmla="*/ 0 w 128720"/>
                <a:gd name="connsiteY3" fmla="*/ 36535 h 78141"/>
                <a:gd name="connsiteX4" fmla="*/ 36142 w 128720"/>
                <a:gd name="connsiteY4" fmla="*/ 0 h 78141"/>
                <a:gd name="connsiteX5" fmla="*/ 37852 w 128720"/>
                <a:gd name="connsiteY5" fmla="*/ 0 h 78141"/>
                <a:gd name="connsiteX6" fmla="*/ 49254 w 128720"/>
                <a:gd name="connsiteY6" fmla="*/ 5186 h 78141"/>
                <a:gd name="connsiteX7" fmla="*/ 64417 w 128720"/>
                <a:gd name="connsiteY7" fmla="*/ 25586 h 78141"/>
                <a:gd name="connsiteX8" fmla="*/ 79467 w 128720"/>
                <a:gd name="connsiteY8" fmla="*/ 5417 h 78141"/>
                <a:gd name="connsiteX9" fmla="*/ 90869 w 128720"/>
                <a:gd name="connsiteY9" fmla="*/ 0 h 78141"/>
                <a:gd name="connsiteX10" fmla="*/ 92579 w 128720"/>
                <a:gd name="connsiteY10" fmla="*/ 0 h 78141"/>
                <a:gd name="connsiteX11" fmla="*/ 128721 w 128720"/>
                <a:gd name="connsiteY11" fmla="*/ 36535 h 78141"/>
                <a:gd name="connsiteX12" fmla="*/ 128721 w 128720"/>
                <a:gd name="connsiteY12" fmla="*/ 71111 h 78141"/>
                <a:gd name="connsiteX13" fmla="*/ 122222 w 128720"/>
                <a:gd name="connsiteY13" fmla="*/ 78141 h 78141"/>
                <a:gd name="connsiteX14" fmla="*/ 13796 w 128720"/>
                <a:gd name="connsiteY14" fmla="*/ 64196 h 78141"/>
                <a:gd name="connsiteX15" fmla="*/ 115381 w 128720"/>
                <a:gd name="connsiteY15" fmla="*/ 64196 h 78141"/>
                <a:gd name="connsiteX16" fmla="*/ 115381 w 128720"/>
                <a:gd name="connsiteY16" fmla="*/ 36996 h 78141"/>
                <a:gd name="connsiteX17" fmla="*/ 92579 w 128720"/>
                <a:gd name="connsiteY17" fmla="*/ 13946 h 78141"/>
                <a:gd name="connsiteX18" fmla="*/ 90869 w 128720"/>
                <a:gd name="connsiteY18" fmla="*/ 13946 h 78141"/>
                <a:gd name="connsiteX19" fmla="*/ 89956 w 128720"/>
                <a:gd name="connsiteY19" fmla="*/ 13946 h 78141"/>
                <a:gd name="connsiteX20" fmla="*/ 70118 w 128720"/>
                <a:gd name="connsiteY20" fmla="*/ 41837 h 78141"/>
                <a:gd name="connsiteX21" fmla="*/ 59863 w 128720"/>
                <a:gd name="connsiteY21" fmla="*/ 42995 h 78141"/>
                <a:gd name="connsiteX22" fmla="*/ 58717 w 128720"/>
                <a:gd name="connsiteY22" fmla="*/ 41837 h 78141"/>
                <a:gd name="connsiteX23" fmla="*/ 38194 w 128720"/>
                <a:gd name="connsiteY23" fmla="*/ 14291 h 78141"/>
                <a:gd name="connsiteX24" fmla="*/ 37510 w 128720"/>
                <a:gd name="connsiteY24" fmla="*/ 14291 h 78141"/>
                <a:gd name="connsiteX25" fmla="*/ 36142 w 128720"/>
                <a:gd name="connsiteY25" fmla="*/ 14291 h 78141"/>
                <a:gd name="connsiteX26" fmla="*/ 13340 w 128720"/>
                <a:gd name="connsiteY26" fmla="*/ 37342 h 78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720" h="78141">
                  <a:moveTo>
                    <a:pt x="122222" y="78141"/>
                  </a:moveTo>
                  <a:lnTo>
                    <a:pt x="6955" y="78141"/>
                  </a:lnTo>
                  <a:cubicBezTo>
                    <a:pt x="3114" y="78141"/>
                    <a:pt x="0" y="74994"/>
                    <a:pt x="0" y="71111"/>
                  </a:cubicBezTo>
                  <a:lnTo>
                    <a:pt x="0" y="36535"/>
                  </a:lnTo>
                  <a:cubicBezTo>
                    <a:pt x="0" y="16357"/>
                    <a:pt x="16181" y="0"/>
                    <a:pt x="36142" y="0"/>
                  </a:cubicBezTo>
                  <a:lnTo>
                    <a:pt x="37852" y="0"/>
                  </a:lnTo>
                  <a:cubicBezTo>
                    <a:pt x="42214" y="-9"/>
                    <a:pt x="46368" y="1881"/>
                    <a:pt x="49254" y="5186"/>
                  </a:cubicBezTo>
                  <a:lnTo>
                    <a:pt x="64417" y="25586"/>
                  </a:lnTo>
                  <a:lnTo>
                    <a:pt x="79467" y="5417"/>
                  </a:lnTo>
                  <a:cubicBezTo>
                    <a:pt x="82329" y="2050"/>
                    <a:pt x="86478" y="79"/>
                    <a:pt x="90869" y="0"/>
                  </a:cubicBezTo>
                  <a:lnTo>
                    <a:pt x="92579" y="0"/>
                  </a:lnTo>
                  <a:cubicBezTo>
                    <a:pt x="112540" y="0"/>
                    <a:pt x="128721" y="16357"/>
                    <a:pt x="128721" y="36535"/>
                  </a:cubicBezTo>
                  <a:lnTo>
                    <a:pt x="128721" y="71111"/>
                  </a:lnTo>
                  <a:cubicBezTo>
                    <a:pt x="128729" y="74820"/>
                    <a:pt x="125884" y="77898"/>
                    <a:pt x="122222" y="78141"/>
                  </a:cubicBezTo>
                  <a:close/>
                  <a:moveTo>
                    <a:pt x="13796" y="64196"/>
                  </a:moveTo>
                  <a:lnTo>
                    <a:pt x="115381" y="64196"/>
                  </a:lnTo>
                  <a:lnTo>
                    <a:pt x="115381" y="36996"/>
                  </a:lnTo>
                  <a:cubicBezTo>
                    <a:pt x="115381" y="24266"/>
                    <a:pt x="105172" y="13946"/>
                    <a:pt x="92579" y="13946"/>
                  </a:cubicBezTo>
                  <a:lnTo>
                    <a:pt x="90869" y="13946"/>
                  </a:lnTo>
                  <a:cubicBezTo>
                    <a:pt x="90570" y="13862"/>
                    <a:pt x="90255" y="13862"/>
                    <a:pt x="89956" y="13946"/>
                  </a:cubicBezTo>
                  <a:lnTo>
                    <a:pt x="70118" y="41837"/>
                  </a:lnTo>
                  <a:cubicBezTo>
                    <a:pt x="67603" y="45019"/>
                    <a:pt x="63011" y="45538"/>
                    <a:pt x="59863" y="42995"/>
                  </a:cubicBezTo>
                  <a:cubicBezTo>
                    <a:pt x="59439" y="42653"/>
                    <a:pt x="59055" y="42265"/>
                    <a:pt x="58717" y="41837"/>
                  </a:cubicBezTo>
                  <a:lnTo>
                    <a:pt x="38194" y="14291"/>
                  </a:lnTo>
                  <a:cubicBezTo>
                    <a:pt x="38194" y="14291"/>
                    <a:pt x="38194" y="14291"/>
                    <a:pt x="37510" y="14291"/>
                  </a:cubicBezTo>
                  <a:lnTo>
                    <a:pt x="36142" y="14291"/>
                  </a:lnTo>
                  <a:cubicBezTo>
                    <a:pt x="23549" y="14291"/>
                    <a:pt x="13340" y="24611"/>
                    <a:pt x="13340" y="37342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6BEC6286-94B8-164E-9CE6-B755BED508CC}"/>
                </a:ext>
              </a:extLst>
            </p:cNvPr>
            <p:cNvSpPr/>
            <p:nvPr/>
          </p:nvSpPr>
          <p:spPr>
            <a:xfrm>
              <a:off x="5233221" y="2372247"/>
              <a:ext cx="115221" cy="14062"/>
            </a:xfrm>
            <a:custGeom>
              <a:avLst/>
              <a:gdLst>
                <a:gd name="connsiteX0" fmla="*/ 107378 w 115221"/>
                <a:gd name="connsiteY0" fmla="*/ 14004 h 14062"/>
                <a:gd name="connsiteX1" fmla="*/ 7844 w 115221"/>
                <a:gd name="connsiteY1" fmla="*/ 14004 h 14062"/>
                <a:gd name="connsiteX2" fmla="*/ 58 w 115221"/>
                <a:gd name="connsiteY2" fmla="*/ 7929 h 14062"/>
                <a:gd name="connsiteX3" fmla="*/ 6067 w 115221"/>
                <a:gd name="connsiteY3" fmla="*/ 58 h 14062"/>
                <a:gd name="connsiteX4" fmla="*/ 7844 w 115221"/>
                <a:gd name="connsiteY4" fmla="*/ 58 h 14062"/>
                <a:gd name="connsiteX5" fmla="*/ 107378 w 115221"/>
                <a:gd name="connsiteY5" fmla="*/ 58 h 14062"/>
                <a:gd name="connsiteX6" fmla="*/ 115164 w 115221"/>
                <a:gd name="connsiteY6" fmla="*/ 6133 h 14062"/>
                <a:gd name="connsiteX7" fmla="*/ 109155 w 115221"/>
                <a:gd name="connsiteY7" fmla="*/ 14004 h 14062"/>
                <a:gd name="connsiteX8" fmla="*/ 107378 w 115221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1" h="14062">
                  <a:moveTo>
                    <a:pt x="107378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107378" y="58"/>
                  </a:lnTo>
                  <a:cubicBezTo>
                    <a:pt x="111187" y="-438"/>
                    <a:pt x="114673" y="2282"/>
                    <a:pt x="115164" y="6133"/>
                  </a:cubicBezTo>
                  <a:cubicBezTo>
                    <a:pt x="115655" y="9984"/>
                    <a:pt x="112965" y="13508"/>
                    <a:pt x="109155" y="14004"/>
                  </a:cubicBezTo>
                  <a:cubicBezTo>
                    <a:pt x="108565" y="14081"/>
                    <a:pt x="107968" y="14081"/>
                    <a:pt x="107378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BDB908C7-9203-F042-BEB2-732E800FE9D8}"/>
                </a:ext>
              </a:extLst>
            </p:cNvPr>
            <p:cNvSpPr/>
            <p:nvPr/>
          </p:nvSpPr>
          <p:spPr>
            <a:xfrm>
              <a:off x="5233221" y="2405670"/>
              <a:ext cx="115221" cy="14062"/>
            </a:xfrm>
            <a:custGeom>
              <a:avLst/>
              <a:gdLst>
                <a:gd name="connsiteX0" fmla="*/ 107378 w 115221"/>
                <a:gd name="connsiteY0" fmla="*/ 14004 h 14062"/>
                <a:gd name="connsiteX1" fmla="*/ 7844 w 115221"/>
                <a:gd name="connsiteY1" fmla="*/ 14004 h 14062"/>
                <a:gd name="connsiteX2" fmla="*/ 58 w 115221"/>
                <a:gd name="connsiteY2" fmla="*/ 7929 h 14062"/>
                <a:gd name="connsiteX3" fmla="*/ 6067 w 115221"/>
                <a:gd name="connsiteY3" fmla="*/ 58 h 14062"/>
                <a:gd name="connsiteX4" fmla="*/ 7844 w 115221"/>
                <a:gd name="connsiteY4" fmla="*/ 58 h 14062"/>
                <a:gd name="connsiteX5" fmla="*/ 107378 w 115221"/>
                <a:gd name="connsiteY5" fmla="*/ 58 h 14062"/>
                <a:gd name="connsiteX6" fmla="*/ 115164 w 115221"/>
                <a:gd name="connsiteY6" fmla="*/ 6133 h 14062"/>
                <a:gd name="connsiteX7" fmla="*/ 109155 w 115221"/>
                <a:gd name="connsiteY7" fmla="*/ 14004 h 14062"/>
                <a:gd name="connsiteX8" fmla="*/ 107378 w 115221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1" h="14062">
                  <a:moveTo>
                    <a:pt x="107378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107378" y="58"/>
                  </a:lnTo>
                  <a:cubicBezTo>
                    <a:pt x="111187" y="-438"/>
                    <a:pt x="114673" y="2282"/>
                    <a:pt x="115164" y="6133"/>
                  </a:cubicBezTo>
                  <a:cubicBezTo>
                    <a:pt x="115655" y="9984"/>
                    <a:pt x="112965" y="13508"/>
                    <a:pt x="109155" y="14004"/>
                  </a:cubicBezTo>
                  <a:cubicBezTo>
                    <a:pt x="108565" y="14081"/>
                    <a:pt x="107968" y="14081"/>
                    <a:pt x="107378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927A2763-B38D-6F4E-83B1-9B577F60C4FD}"/>
                </a:ext>
              </a:extLst>
            </p:cNvPr>
            <p:cNvSpPr/>
            <p:nvPr/>
          </p:nvSpPr>
          <p:spPr>
            <a:xfrm>
              <a:off x="5233221" y="2438978"/>
              <a:ext cx="115221" cy="14062"/>
            </a:xfrm>
            <a:custGeom>
              <a:avLst/>
              <a:gdLst>
                <a:gd name="connsiteX0" fmla="*/ 107378 w 115221"/>
                <a:gd name="connsiteY0" fmla="*/ 14004 h 14062"/>
                <a:gd name="connsiteX1" fmla="*/ 7844 w 115221"/>
                <a:gd name="connsiteY1" fmla="*/ 14004 h 14062"/>
                <a:gd name="connsiteX2" fmla="*/ 58 w 115221"/>
                <a:gd name="connsiteY2" fmla="*/ 7929 h 14062"/>
                <a:gd name="connsiteX3" fmla="*/ 6067 w 115221"/>
                <a:gd name="connsiteY3" fmla="*/ 58 h 14062"/>
                <a:gd name="connsiteX4" fmla="*/ 7844 w 115221"/>
                <a:gd name="connsiteY4" fmla="*/ 58 h 14062"/>
                <a:gd name="connsiteX5" fmla="*/ 107378 w 115221"/>
                <a:gd name="connsiteY5" fmla="*/ 58 h 14062"/>
                <a:gd name="connsiteX6" fmla="*/ 115164 w 115221"/>
                <a:gd name="connsiteY6" fmla="*/ 6133 h 14062"/>
                <a:gd name="connsiteX7" fmla="*/ 109155 w 115221"/>
                <a:gd name="connsiteY7" fmla="*/ 14004 h 14062"/>
                <a:gd name="connsiteX8" fmla="*/ 107378 w 115221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21" h="14062">
                  <a:moveTo>
                    <a:pt x="107378" y="14004"/>
                  </a:moveTo>
                  <a:lnTo>
                    <a:pt x="7844" y="14004"/>
                  </a:lnTo>
                  <a:cubicBezTo>
                    <a:pt x="4035" y="14500"/>
                    <a:pt x="549" y="11780"/>
                    <a:pt x="58" y="7929"/>
                  </a:cubicBezTo>
                  <a:cubicBezTo>
                    <a:pt x="-433" y="4079"/>
                    <a:pt x="2257" y="555"/>
                    <a:pt x="6067" y="58"/>
                  </a:cubicBezTo>
                  <a:cubicBezTo>
                    <a:pt x="6657" y="-18"/>
                    <a:pt x="7254" y="-18"/>
                    <a:pt x="7844" y="58"/>
                  </a:cubicBezTo>
                  <a:lnTo>
                    <a:pt x="107378" y="58"/>
                  </a:lnTo>
                  <a:cubicBezTo>
                    <a:pt x="111187" y="-438"/>
                    <a:pt x="114673" y="2282"/>
                    <a:pt x="115164" y="6133"/>
                  </a:cubicBezTo>
                  <a:cubicBezTo>
                    <a:pt x="115655" y="9984"/>
                    <a:pt x="112965" y="13508"/>
                    <a:pt x="109155" y="14004"/>
                  </a:cubicBezTo>
                  <a:cubicBezTo>
                    <a:pt x="108565" y="14081"/>
                    <a:pt x="107968" y="14081"/>
                    <a:pt x="107378" y="14004"/>
                  </a:cubicBezTo>
                  <a:close/>
                </a:path>
              </a:pathLst>
            </a:custGeom>
            <a:grpFill/>
            <a:ln w="113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6" name="Graphic 55">
            <a:extLst>
              <a:ext uri="{FF2B5EF4-FFF2-40B4-BE49-F238E27FC236}">
                <a16:creationId xmlns:a16="http://schemas.microsoft.com/office/drawing/2014/main" id="{CF0DE616-C330-744F-8996-1E301394809B}"/>
              </a:ext>
            </a:extLst>
          </p:cNvPr>
          <p:cNvGrpSpPr>
            <a:grpSpLocks noChangeAspect="1"/>
          </p:cNvGrpSpPr>
          <p:nvPr/>
        </p:nvGrpSpPr>
        <p:grpSpPr>
          <a:xfrm>
            <a:off x="4973093" y="5212176"/>
            <a:ext cx="458632" cy="458977"/>
            <a:chOff x="5008663" y="2153287"/>
            <a:chExt cx="416938" cy="417252"/>
          </a:xfrm>
          <a:solidFill>
            <a:srgbClr val="FFFFFF"/>
          </a:solidFill>
        </p:grpSpPr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2B54FE00-1068-EC45-8422-008F16DD9374}"/>
                </a:ext>
              </a:extLst>
            </p:cNvPr>
            <p:cNvSpPr/>
            <p:nvPr/>
          </p:nvSpPr>
          <p:spPr>
            <a:xfrm>
              <a:off x="5008663" y="2153681"/>
              <a:ext cx="416938" cy="416285"/>
            </a:xfrm>
            <a:custGeom>
              <a:avLst/>
              <a:gdLst>
                <a:gd name="connsiteX0" fmla="*/ 84342 w 416938"/>
                <a:gd name="connsiteY0" fmla="*/ 416282 h 416285"/>
                <a:gd name="connsiteX1" fmla="*/ 63251 w 416938"/>
                <a:gd name="connsiteY1" fmla="*/ 413631 h 416285"/>
                <a:gd name="connsiteX2" fmla="*/ 58393 w 416938"/>
                <a:gd name="connsiteY2" fmla="*/ 405143 h 416285"/>
                <a:gd name="connsiteX3" fmla="*/ 60139 w 416938"/>
                <a:gd name="connsiteY3" fmla="*/ 402106 h 416285"/>
                <a:gd name="connsiteX4" fmla="*/ 84688 w 416938"/>
                <a:gd name="connsiteY4" fmla="*/ 377442 h 416285"/>
                <a:gd name="connsiteX5" fmla="*/ 85154 w 416938"/>
                <a:gd name="connsiteY5" fmla="*/ 331806 h 416285"/>
                <a:gd name="connsiteX6" fmla="*/ 84688 w 416938"/>
                <a:gd name="connsiteY6" fmla="*/ 331341 h 416285"/>
                <a:gd name="connsiteX7" fmla="*/ 38888 w 416938"/>
                <a:gd name="connsiteY7" fmla="*/ 331039 h 416285"/>
                <a:gd name="connsiteX8" fmla="*/ 38587 w 416938"/>
                <a:gd name="connsiteY8" fmla="*/ 331341 h 416285"/>
                <a:gd name="connsiteX9" fmla="*/ 14499 w 416938"/>
                <a:gd name="connsiteY9" fmla="*/ 356927 h 416285"/>
                <a:gd name="connsiteX10" fmla="*/ 7699 w 416938"/>
                <a:gd name="connsiteY10" fmla="*/ 358656 h 416285"/>
                <a:gd name="connsiteX11" fmla="*/ 2743 w 416938"/>
                <a:gd name="connsiteY11" fmla="*/ 353700 h 416285"/>
                <a:gd name="connsiteX12" fmla="*/ 63024 w 416938"/>
                <a:gd name="connsiteY12" fmla="*/ 250927 h 416285"/>
                <a:gd name="connsiteX13" fmla="*/ 110505 w 416938"/>
                <a:gd name="connsiteY13" fmla="*/ 252393 h 416285"/>
                <a:gd name="connsiteX14" fmla="*/ 251804 w 416938"/>
                <a:gd name="connsiteY14" fmla="*/ 110517 h 416285"/>
                <a:gd name="connsiteX15" fmla="*/ 305587 w 416938"/>
                <a:gd name="connsiteY15" fmla="*/ 4199 h 416285"/>
                <a:gd name="connsiteX16" fmla="*/ 353226 w 416938"/>
                <a:gd name="connsiteY16" fmla="*/ 2756 h 416285"/>
                <a:gd name="connsiteX17" fmla="*/ 358182 w 416938"/>
                <a:gd name="connsiteY17" fmla="*/ 7596 h 416285"/>
                <a:gd name="connsiteX18" fmla="*/ 356338 w 416938"/>
                <a:gd name="connsiteY18" fmla="*/ 14396 h 416285"/>
                <a:gd name="connsiteX19" fmla="*/ 331789 w 416938"/>
                <a:gd name="connsiteY19" fmla="*/ 39060 h 416285"/>
                <a:gd name="connsiteX20" fmla="*/ 331324 w 416938"/>
                <a:gd name="connsiteY20" fmla="*/ 84696 h 416285"/>
                <a:gd name="connsiteX21" fmla="*/ 331789 w 416938"/>
                <a:gd name="connsiteY21" fmla="*/ 85161 h 416285"/>
                <a:gd name="connsiteX22" fmla="*/ 377589 w 416938"/>
                <a:gd name="connsiteY22" fmla="*/ 85463 h 416285"/>
                <a:gd name="connsiteX23" fmla="*/ 377890 w 416938"/>
                <a:gd name="connsiteY23" fmla="*/ 85161 h 416285"/>
                <a:gd name="connsiteX24" fmla="*/ 402439 w 416938"/>
                <a:gd name="connsiteY24" fmla="*/ 60497 h 416285"/>
                <a:gd name="connsiteX25" fmla="*/ 409239 w 416938"/>
                <a:gd name="connsiteY25" fmla="*/ 58653 h 416285"/>
                <a:gd name="connsiteX26" fmla="*/ 414195 w 416938"/>
                <a:gd name="connsiteY26" fmla="*/ 63724 h 416285"/>
                <a:gd name="connsiteX27" fmla="*/ 353914 w 416938"/>
                <a:gd name="connsiteY27" fmla="*/ 166497 h 416285"/>
                <a:gd name="connsiteX28" fmla="*/ 306434 w 416938"/>
                <a:gd name="connsiteY28" fmla="*/ 165031 h 416285"/>
                <a:gd name="connsiteX29" fmla="*/ 164673 w 416938"/>
                <a:gd name="connsiteY29" fmla="*/ 305870 h 416285"/>
                <a:gd name="connsiteX30" fmla="*/ 111030 w 416938"/>
                <a:gd name="connsiteY30" fmla="*/ 412075 h 416285"/>
                <a:gd name="connsiteX31" fmla="*/ 83996 w 416938"/>
                <a:gd name="connsiteY31" fmla="*/ 416282 h 416285"/>
                <a:gd name="connsiteX32" fmla="*/ 79617 w 416938"/>
                <a:gd name="connsiteY32" fmla="*/ 402221 h 416285"/>
                <a:gd name="connsiteX33" fmla="*/ 154552 w 416938"/>
                <a:gd name="connsiteY33" fmla="*/ 336876 h 416285"/>
                <a:gd name="connsiteX34" fmla="*/ 149921 w 416938"/>
                <a:gd name="connsiteY34" fmla="*/ 306561 h 416285"/>
                <a:gd name="connsiteX35" fmla="*/ 151534 w 416938"/>
                <a:gd name="connsiteY35" fmla="*/ 299185 h 416285"/>
                <a:gd name="connsiteX36" fmla="*/ 299749 w 416938"/>
                <a:gd name="connsiteY36" fmla="*/ 151662 h 416285"/>
                <a:gd name="connsiteX37" fmla="*/ 307241 w 416938"/>
                <a:gd name="connsiteY37" fmla="*/ 150049 h 416285"/>
                <a:gd name="connsiteX38" fmla="*/ 398206 w 416938"/>
                <a:gd name="connsiteY38" fmla="*/ 109917 h 416285"/>
                <a:gd name="connsiteX39" fmla="*/ 402785 w 416938"/>
                <a:gd name="connsiteY39" fmla="*/ 79514 h 416285"/>
                <a:gd name="connsiteX40" fmla="*/ 387802 w 416938"/>
                <a:gd name="connsiteY40" fmla="*/ 94497 h 416285"/>
                <a:gd name="connsiteX41" fmla="*/ 322606 w 416938"/>
                <a:gd name="connsiteY41" fmla="*/ 94649 h 416285"/>
                <a:gd name="connsiteX42" fmla="*/ 322454 w 416938"/>
                <a:gd name="connsiteY42" fmla="*/ 94497 h 416285"/>
                <a:gd name="connsiteX43" fmla="*/ 308278 w 416938"/>
                <a:gd name="connsiteY43" fmla="*/ 61880 h 416285"/>
                <a:gd name="connsiteX44" fmla="*/ 321878 w 416938"/>
                <a:gd name="connsiteY44" fmla="*/ 29149 h 416285"/>
                <a:gd name="connsiteX45" fmla="*/ 336860 w 416938"/>
                <a:gd name="connsiteY45" fmla="*/ 14166 h 416285"/>
                <a:gd name="connsiteX46" fmla="*/ 261750 w 416938"/>
                <a:gd name="connsiteY46" fmla="*/ 79559 h 416285"/>
                <a:gd name="connsiteX47" fmla="*/ 266326 w 416938"/>
                <a:gd name="connsiteY47" fmla="*/ 109825 h 416285"/>
                <a:gd name="connsiteX48" fmla="*/ 264828 w 416938"/>
                <a:gd name="connsiteY48" fmla="*/ 117202 h 416285"/>
                <a:gd name="connsiteX49" fmla="*/ 117304 w 416938"/>
                <a:gd name="connsiteY49" fmla="*/ 264725 h 416285"/>
                <a:gd name="connsiteX50" fmla="*/ 109813 w 416938"/>
                <a:gd name="connsiteY50" fmla="*/ 266338 h 416285"/>
                <a:gd name="connsiteX51" fmla="*/ 18893 w 416938"/>
                <a:gd name="connsiteY51" fmla="*/ 306168 h 416285"/>
                <a:gd name="connsiteX52" fmla="*/ 14269 w 416938"/>
                <a:gd name="connsiteY52" fmla="*/ 336873 h 416285"/>
                <a:gd name="connsiteX53" fmla="*/ 29252 w 416938"/>
                <a:gd name="connsiteY53" fmla="*/ 322351 h 416285"/>
                <a:gd name="connsiteX54" fmla="*/ 94358 w 416938"/>
                <a:gd name="connsiteY54" fmla="*/ 318920 h 416285"/>
                <a:gd name="connsiteX55" fmla="*/ 97789 w 416938"/>
                <a:gd name="connsiteY55" fmla="*/ 384027 h 416285"/>
                <a:gd name="connsiteX56" fmla="*/ 94600 w 416938"/>
                <a:gd name="connsiteY56" fmla="*/ 387238 h 41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16938" h="416285">
                  <a:moveTo>
                    <a:pt x="84342" y="416282"/>
                  </a:moveTo>
                  <a:cubicBezTo>
                    <a:pt x="77227" y="416310"/>
                    <a:pt x="70138" y="415419"/>
                    <a:pt x="63251" y="413631"/>
                  </a:cubicBezTo>
                  <a:cubicBezTo>
                    <a:pt x="59566" y="412629"/>
                    <a:pt x="57391" y="408829"/>
                    <a:pt x="58393" y="405143"/>
                  </a:cubicBezTo>
                  <a:cubicBezTo>
                    <a:pt x="58705" y="403998"/>
                    <a:pt x="59306" y="402952"/>
                    <a:pt x="60139" y="402106"/>
                  </a:cubicBezTo>
                  <a:lnTo>
                    <a:pt x="84688" y="377442"/>
                  </a:lnTo>
                  <a:cubicBezTo>
                    <a:pt x="97418" y="364969"/>
                    <a:pt x="97627" y="344537"/>
                    <a:pt x="85154" y="331806"/>
                  </a:cubicBezTo>
                  <a:cubicBezTo>
                    <a:pt x="85000" y="331650"/>
                    <a:pt x="84845" y="331494"/>
                    <a:pt x="84688" y="331341"/>
                  </a:cubicBezTo>
                  <a:cubicBezTo>
                    <a:pt x="72124" y="318610"/>
                    <a:pt x="51619" y="318475"/>
                    <a:pt x="38888" y="331039"/>
                  </a:cubicBezTo>
                  <a:cubicBezTo>
                    <a:pt x="38787" y="331139"/>
                    <a:pt x="38687" y="331240"/>
                    <a:pt x="38587" y="331341"/>
                  </a:cubicBezTo>
                  <a:lnTo>
                    <a:pt x="14499" y="356927"/>
                  </a:lnTo>
                  <a:cubicBezTo>
                    <a:pt x="12703" y="358674"/>
                    <a:pt x="10112" y="359332"/>
                    <a:pt x="7699" y="358656"/>
                  </a:cubicBezTo>
                  <a:cubicBezTo>
                    <a:pt x="5271" y="358025"/>
                    <a:pt x="3374" y="356129"/>
                    <a:pt x="2743" y="353700"/>
                  </a:cubicBezTo>
                  <a:cubicBezTo>
                    <a:pt x="-8990" y="308674"/>
                    <a:pt x="17998" y="262661"/>
                    <a:pt x="63024" y="250927"/>
                  </a:cubicBezTo>
                  <a:cubicBezTo>
                    <a:pt x="78664" y="246851"/>
                    <a:pt x="95146" y="247360"/>
                    <a:pt x="110505" y="252393"/>
                  </a:cubicBezTo>
                  <a:lnTo>
                    <a:pt x="251804" y="110517"/>
                  </a:lnTo>
                  <a:cubicBezTo>
                    <a:pt x="237297" y="66307"/>
                    <a:pt x="261376" y="18707"/>
                    <a:pt x="305587" y="4199"/>
                  </a:cubicBezTo>
                  <a:cubicBezTo>
                    <a:pt x="320997" y="-857"/>
                    <a:pt x="337539" y="-1358"/>
                    <a:pt x="353226" y="2756"/>
                  </a:cubicBezTo>
                  <a:cubicBezTo>
                    <a:pt x="355638" y="3344"/>
                    <a:pt x="357538" y="5199"/>
                    <a:pt x="358182" y="7596"/>
                  </a:cubicBezTo>
                  <a:cubicBezTo>
                    <a:pt x="358881" y="10030"/>
                    <a:pt x="358171" y="12650"/>
                    <a:pt x="356338" y="14396"/>
                  </a:cubicBezTo>
                  <a:lnTo>
                    <a:pt x="331789" y="39060"/>
                  </a:lnTo>
                  <a:cubicBezTo>
                    <a:pt x="319059" y="51534"/>
                    <a:pt x="318850" y="71965"/>
                    <a:pt x="331324" y="84696"/>
                  </a:cubicBezTo>
                  <a:cubicBezTo>
                    <a:pt x="331477" y="84853"/>
                    <a:pt x="331633" y="85008"/>
                    <a:pt x="331789" y="85161"/>
                  </a:cubicBezTo>
                  <a:cubicBezTo>
                    <a:pt x="344353" y="97892"/>
                    <a:pt x="364859" y="98027"/>
                    <a:pt x="377589" y="85463"/>
                  </a:cubicBezTo>
                  <a:cubicBezTo>
                    <a:pt x="377690" y="85363"/>
                    <a:pt x="377791" y="85263"/>
                    <a:pt x="377890" y="85161"/>
                  </a:cubicBezTo>
                  <a:lnTo>
                    <a:pt x="402439" y="60497"/>
                  </a:lnTo>
                  <a:cubicBezTo>
                    <a:pt x="404247" y="58770"/>
                    <a:pt x="406806" y="58076"/>
                    <a:pt x="409239" y="58653"/>
                  </a:cubicBezTo>
                  <a:cubicBezTo>
                    <a:pt x="411660" y="59367"/>
                    <a:pt x="413537" y="61288"/>
                    <a:pt x="414195" y="63724"/>
                  </a:cubicBezTo>
                  <a:cubicBezTo>
                    <a:pt x="425929" y="108750"/>
                    <a:pt x="398940" y="154763"/>
                    <a:pt x="353914" y="166497"/>
                  </a:cubicBezTo>
                  <a:cubicBezTo>
                    <a:pt x="338274" y="170573"/>
                    <a:pt x="321792" y="170064"/>
                    <a:pt x="306434" y="165031"/>
                  </a:cubicBezTo>
                  <a:lnTo>
                    <a:pt x="164673" y="305870"/>
                  </a:lnTo>
                  <a:cubicBezTo>
                    <a:pt x="179188" y="350011"/>
                    <a:pt x="155171" y="397561"/>
                    <a:pt x="111030" y="412075"/>
                  </a:cubicBezTo>
                  <a:cubicBezTo>
                    <a:pt x="102309" y="414943"/>
                    <a:pt x="93177" y="416364"/>
                    <a:pt x="83996" y="416282"/>
                  </a:cubicBezTo>
                  <a:close/>
                  <a:moveTo>
                    <a:pt x="79617" y="402221"/>
                  </a:moveTo>
                  <a:cubicBezTo>
                    <a:pt x="118354" y="404869"/>
                    <a:pt x="151904" y="375613"/>
                    <a:pt x="154552" y="336876"/>
                  </a:cubicBezTo>
                  <a:cubicBezTo>
                    <a:pt x="155258" y="326553"/>
                    <a:pt x="153677" y="316202"/>
                    <a:pt x="149921" y="306561"/>
                  </a:cubicBezTo>
                  <a:cubicBezTo>
                    <a:pt x="148951" y="304000"/>
                    <a:pt x="149583" y="301108"/>
                    <a:pt x="151534" y="299185"/>
                  </a:cubicBezTo>
                  <a:lnTo>
                    <a:pt x="299749" y="151662"/>
                  </a:lnTo>
                  <a:cubicBezTo>
                    <a:pt x="301693" y="149663"/>
                    <a:pt x="304646" y="149027"/>
                    <a:pt x="307241" y="150049"/>
                  </a:cubicBezTo>
                  <a:cubicBezTo>
                    <a:pt x="343442" y="164086"/>
                    <a:pt x="384169" y="146119"/>
                    <a:pt x="398206" y="109917"/>
                  </a:cubicBezTo>
                  <a:cubicBezTo>
                    <a:pt x="401957" y="100245"/>
                    <a:pt x="403521" y="89862"/>
                    <a:pt x="402785" y="79514"/>
                  </a:cubicBezTo>
                  <a:lnTo>
                    <a:pt x="387802" y="94497"/>
                  </a:lnTo>
                  <a:cubicBezTo>
                    <a:pt x="369840" y="112542"/>
                    <a:pt x="340651" y="112610"/>
                    <a:pt x="322606" y="94649"/>
                  </a:cubicBezTo>
                  <a:cubicBezTo>
                    <a:pt x="322555" y="94598"/>
                    <a:pt x="322504" y="94548"/>
                    <a:pt x="322454" y="94497"/>
                  </a:cubicBezTo>
                  <a:cubicBezTo>
                    <a:pt x="313556" y="85958"/>
                    <a:pt x="308451" y="74211"/>
                    <a:pt x="308278" y="61880"/>
                  </a:cubicBezTo>
                  <a:cubicBezTo>
                    <a:pt x="308268" y="49593"/>
                    <a:pt x="313164" y="37811"/>
                    <a:pt x="321878" y="29149"/>
                  </a:cubicBezTo>
                  <a:lnTo>
                    <a:pt x="336860" y="14166"/>
                  </a:lnTo>
                  <a:cubicBezTo>
                    <a:pt x="298062" y="11482"/>
                    <a:pt x="264434" y="40760"/>
                    <a:pt x="261750" y="79559"/>
                  </a:cubicBezTo>
                  <a:cubicBezTo>
                    <a:pt x="261038" y="89861"/>
                    <a:pt x="262600" y="100194"/>
                    <a:pt x="266326" y="109825"/>
                  </a:cubicBezTo>
                  <a:cubicBezTo>
                    <a:pt x="267357" y="112362"/>
                    <a:pt x="266766" y="115269"/>
                    <a:pt x="264828" y="117202"/>
                  </a:cubicBezTo>
                  <a:lnTo>
                    <a:pt x="117304" y="264725"/>
                  </a:lnTo>
                  <a:cubicBezTo>
                    <a:pt x="115361" y="266724"/>
                    <a:pt x="112407" y="267360"/>
                    <a:pt x="109813" y="266338"/>
                  </a:cubicBezTo>
                  <a:cubicBezTo>
                    <a:pt x="73707" y="252230"/>
                    <a:pt x="33001" y="270062"/>
                    <a:pt x="18893" y="306168"/>
                  </a:cubicBezTo>
                  <a:cubicBezTo>
                    <a:pt x="15078" y="315929"/>
                    <a:pt x="13498" y="326421"/>
                    <a:pt x="14269" y="336873"/>
                  </a:cubicBezTo>
                  <a:lnTo>
                    <a:pt x="29252" y="322351"/>
                  </a:lnTo>
                  <a:cubicBezTo>
                    <a:pt x="46283" y="303425"/>
                    <a:pt x="75432" y="301889"/>
                    <a:pt x="94358" y="318920"/>
                  </a:cubicBezTo>
                  <a:cubicBezTo>
                    <a:pt x="113284" y="335952"/>
                    <a:pt x="114820" y="365101"/>
                    <a:pt x="97789" y="384027"/>
                  </a:cubicBezTo>
                  <a:cubicBezTo>
                    <a:pt x="96779" y="385149"/>
                    <a:pt x="95715" y="386221"/>
                    <a:pt x="94600" y="38723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EF10C70C-7523-6D45-9A5B-7500FD3476D3}"/>
                </a:ext>
              </a:extLst>
            </p:cNvPr>
            <p:cNvSpPr/>
            <p:nvPr/>
          </p:nvSpPr>
          <p:spPr>
            <a:xfrm>
              <a:off x="5120533" y="2153287"/>
              <a:ext cx="76660" cy="76796"/>
            </a:xfrm>
            <a:custGeom>
              <a:avLst/>
              <a:gdLst>
                <a:gd name="connsiteX0" fmla="*/ 45197 w 76660"/>
                <a:gd name="connsiteY0" fmla="*/ 76797 h 76796"/>
                <a:gd name="connsiteX1" fmla="*/ 40241 w 76660"/>
                <a:gd name="connsiteY1" fmla="*/ 74722 h 76796"/>
                <a:gd name="connsiteX2" fmla="*/ 2092 w 76660"/>
                <a:gd name="connsiteY2" fmla="*/ 36574 h 76796"/>
                <a:gd name="connsiteX3" fmla="*/ 1959 w 76660"/>
                <a:gd name="connsiteY3" fmla="*/ 26795 h 76796"/>
                <a:gd name="connsiteX4" fmla="*/ 2092 w 76660"/>
                <a:gd name="connsiteY4" fmla="*/ 26662 h 76796"/>
                <a:gd name="connsiteX5" fmla="*/ 26526 w 76660"/>
                <a:gd name="connsiteY5" fmla="*/ 1998 h 76796"/>
                <a:gd name="connsiteX6" fmla="*/ 36438 w 76660"/>
                <a:gd name="connsiteY6" fmla="*/ 1998 h 76796"/>
                <a:gd name="connsiteX7" fmla="*/ 74586 w 76660"/>
                <a:gd name="connsiteY7" fmla="*/ 40146 h 76796"/>
                <a:gd name="connsiteX8" fmla="*/ 76661 w 76660"/>
                <a:gd name="connsiteY8" fmla="*/ 45102 h 76796"/>
                <a:gd name="connsiteX9" fmla="*/ 74586 w 76660"/>
                <a:gd name="connsiteY9" fmla="*/ 50058 h 76796"/>
                <a:gd name="connsiteX10" fmla="*/ 50153 w 76660"/>
                <a:gd name="connsiteY10" fmla="*/ 74722 h 76796"/>
                <a:gd name="connsiteX11" fmla="*/ 45197 w 76660"/>
                <a:gd name="connsiteY11" fmla="*/ 76797 h 76796"/>
                <a:gd name="connsiteX12" fmla="*/ 16845 w 76660"/>
                <a:gd name="connsiteY12" fmla="*/ 31618 h 76796"/>
                <a:gd name="connsiteX13" fmla="*/ 45197 w 76660"/>
                <a:gd name="connsiteY13" fmla="*/ 59970 h 76796"/>
                <a:gd name="connsiteX14" fmla="*/ 60064 w 76660"/>
                <a:gd name="connsiteY14" fmla="*/ 45102 h 76796"/>
                <a:gd name="connsiteX15" fmla="*/ 31712 w 76660"/>
                <a:gd name="connsiteY15" fmla="*/ 16865 h 7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660" h="76796">
                  <a:moveTo>
                    <a:pt x="45197" y="76797"/>
                  </a:moveTo>
                  <a:cubicBezTo>
                    <a:pt x="43333" y="76801"/>
                    <a:pt x="41546" y="76053"/>
                    <a:pt x="40241" y="74722"/>
                  </a:cubicBezTo>
                  <a:lnTo>
                    <a:pt x="2092" y="36574"/>
                  </a:lnTo>
                  <a:cubicBezTo>
                    <a:pt x="-645" y="33910"/>
                    <a:pt x="-704" y="29532"/>
                    <a:pt x="1959" y="26795"/>
                  </a:cubicBezTo>
                  <a:cubicBezTo>
                    <a:pt x="2003" y="26750"/>
                    <a:pt x="2047" y="26706"/>
                    <a:pt x="2092" y="26662"/>
                  </a:cubicBezTo>
                  <a:lnTo>
                    <a:pt x="26526" y="1998"/>
                  </a:lnTo>
                  <a:cubicBezTo>
                    <a:pt x="29293" y="-666"/>
                    <a:pt x="33671" y="-666"/>
                    <a:pt x="36438" y="1998"/>
                  </a:cubicBezTo>
                  <a:lnTo>
                    <a:pt x="74586" y="40146"/>
                  </a:lnTo>
                  <a:cubicBezTo>
                    <a:pt x="75876" y="41479"/>
                    <a:pt x="76617" y="43248"/>
                    <a:pt x="76661" y="45102"/>
                  </a:cubicBezTo>
                  <a:cubicBezTo>
                    <a:pt x="76640" y="46961"/>
                    <a:pt x="75896" y="48739"/>
                    <a:pt x="74586" y="50058"/>
                  </a:cubicBezTo>
                  <a:lnTo>
                    <a:pt x="50153" y="74722"/>
                  </a:lnTo>
                  <a:cubicBezTo>
                    <a:pt x="48841" y="76043"/>
                    <a:pt x="47058" y="76789"/>
                    <a:pt x="45197" y="76797"/>
                  </a:cubicBezTo>
                  <a:close/>
                  <a:moveTo>
                    <a:pt x="16845" y="31618"/>
                  </a:moveTo>
                  <a:lnTo>
                    <a:pt x="45197" y="59970"/>
                  </a:lnTo>
                  <a:lnTo>
                    <a:pt x="60064" y="45102"/>
                  </a:lnTo>
                  <a:lnTo>
                    <a:pt x="31712" y="1686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F265047-9530-D849-9A04-3ACFAA992ECD}"/>
                </a:ext>
              </a:extLst>
            </p:cNvPr>
            <p:cNvSpPr/>
            <p:nvPr/>
          </p:nvSpPr>
          <p:spPr>
            <a:xfrm>
              <a:off x="5030843" y="2184877"/>
              <a:ext cx="144721" cy="209211"/>
            </a:xfrm>
            <a:custGeom>
              <a:avLst/>
              <a:gdLst>
                <a:gd name="connsiteX0" fmla="*/ 20441 w 144721"/>
                <a:gd name="connsiteY0" fmla="*/ 208750 h 209211"/>
                <a:gd name="connsiteX1" fmla="*/ 13986 w 144721"/>
                <a:gd name="connsiteY1" fmla="*/ 204601 h 209211"/>
                <a:gd name="connsiteX2" fmla="*/ 62277 w 144721"/>
                <a:gd name="connsiteY2" fmla="*/ 32990 h 209211"/>
                <a:gd name="connsiteX3" fmla="*/ 92128 w 144721"/>
                <a:gd name="connsiteY3" fmla="*/ 8557 h 209211"/>
                <a:gd name="connsiteX4" fmla="*/ 98697 w 144721"/>
                <a:gd name="connsiteY4" fmla="*/ 1987 h 209211"/>
                <a:gd name="connsiteX5" fmla="*/ 108493 w 144721"/>
                <a:gd name="connsiteY5" fmla="*/ 1987 h 209211"/>
                <a:gd name="connsiteX6" fmla="*/ 131544 w 144721"/>
                <a:gd name="connsiteY6" fmla="*/ 25038 h 209211"/>
                <a:gd name="connsiteX7" fmla="*/ 132351 w 144721"/>
                <a:gd name="connsiteY7" fmla="*/ 33912 h 209211"/>
                <a:gd name="connsiteX8" fmla="*/ 114026 w 144721"/>
                <a:gd name="connsiteY8" fmla="*/ 60651 h 209211"/>
                <a:gd name="connsiteX9" fmla="*/ 115293 w 144721"/>
                <a:gd name="connsiteY9" fmla="*/ 74481 h 209211"/>
                <a:gd name="connsiteX10" fmla="*/ 142723 w 144721"/>
                <a:gd name="connsiteY10" fmla="*/ 101796 h 209211"/>
                <a:gd name="connsiteX11" fmla="*/ 142723 w 144721"/>
                <a:gd name="connsiteY11" fmla="*/ 111708 h 209211"/>
                <a:gd name="connsiteX12" fmla="*/ 96622 w 144721"/>
                <a:gd name="connsiteY12" fmla="*/ 157809 h 209211"/>
                <a:gd name="connsiteX13" fmla="*/ 86711 w 144721"/>
                <a:gd name="connsiteY13" fmla="*/ 157809 h 209211"/>
                <a:gd name="connsiteX14" fmla="*/ 58589 w 144721"/>
                <a:gd name="connsiteY14" fmla="*/ 129802 h 209211"/>
                <a:gd name="connsiteX15" fmla="*/ 49945 w 144721"/>
                <a:gd name="connsiteY15" fmla="*/ 126575 h 209211"/>
                <a:gd name="connsiteX16" fmla="*/ 40494 w 144721"/>
                <a:gd name="connsiteY16" fmla="*/ 134182 h 209211"/>
                <a:gd name="connsiteX17" fmla="*/ 27356 w 144721"/>
                <a:gd name="connsiteY17" fmla="*/ 202527 h 209211"/>
                <a:gd name="connsiteX18" fmla="*/ 21708 w 144721"/>
                <a:gd name="connsiteY18" fmla="*/ 209211 h 209211"/>
                <a:gd name="connsiteX19" fmla="*/ 103538 w 144721"/>
                <a:gd name="connsiteY19" fmla="*/ 16855 h 209211"/>
                <a:gd name="connsiteX20" fmla="*/ 101924 w 144721"/>
                <a:gd name="connsiteY20" fmla="*/ 18468 h 209211"/>
                <a:gd name="connsiteX21" fmla="*/ 70114 w 144721"/>
                <a:gd name="connsiteY21" fmla="*/ 44631 h 209211"/>
                <a:gd name="connsiteX22" fmla="*/ 16522 w 144721"/>
                <a:gd name="connsiteY22" fmla="*/ 167720 h 209211"/>
                <a:gd name="connsiteX23" fmla="*/ 28047 w 144721"/>
                <a:gd name="connsiteY23" fmla="*/ 126921 h 209211"/>
                <a:gd name="connsiteX24" fmla="*/ 47871 w 144721"/>
                <a:gd name="connsiteY24" fmla="*/ 112169 h 209211"/>
                <a:gd name="connsiteX25" fmla="*/ 68386 w 144721"/>
                <a:gd name="connsiteY25" fmla="*/ 119314 h 209211"/>
                <a:gd name="connsiteX26" fmla="*/ 91436 w 144721"/>
                <a:gd name="connsiteY26" fmla="*/ 142365 h 209211"/>
                <a:gd name="connsiteX27" fmla="*/ 127741 w 144721"/>
                <a:gd name="connsiteY27" fmla="*/ 106752 h 209211"/>
                <a:gd name="connsiteX28" fmla="*/ 105497 w 144721"/>
                <a:gd name="connsiteY28" fmla="*/ 83701 h 209211"/>
                <a:gd name="connsiteX29" fmla="*/ 102616 w 144721"/>
                <a:gd name="connsiteY29" fmla="*/ 52122 h 209211"/>
                <a:gd name="connsiteX30" fmla="*/ 117483 w 144721"/>
                <a:gd name="connsiteY30" fmla="*/ 30455 h 209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4721" h="209211">
                  <a:moveTo>
                    <a:pt x="20441" y="208750"/>
                  </a:moveTo>
                  <a:cubicBezTo>
                    <a:pt x="17666" y="208737"/>
                    <a:pt x="15150" y="207120"/>
                    <a:pt x="13986" y="204601"/>
                  </a:cubicBezTo>
                  <a:cubicBezTo>
                    <a:pt x="-21281" y="123809"/>
                    <a:pt x="15830" y="62956"/>
                    <a:pt x="62277" y="32990"/>
                  </a:cubicBezTo>
                  <a:cubicBezTo>
                    <a:pt x="73034" y="25884"/>
                    <a:pt x="83036" y="17697"/>
                    <a:pt x="92128" y="8557"/>
                  </a:cubicBezTo>
                  <a:lnTo>
                    <a:pt x="98697" y="1987"/>
                  </a:lnTo>
                  <a:cubicBezTo>
                    <a:pt x="101425" y="-662"/>
                    <a:pt x="105765" y="-662"/>
                    <a:pt x="108493" y="1987"/>
                  </a:cubicBezTo>
                  <a:lnTo>
                    <a:pt x="131544" y="25038"/>
                  </a:lnTo>
                  <a:cubicBezTo>
                    <a:pt x="133850" y="27445"/>
                    <a:pt x="134185" y="31128"/>
                    <a:pt x="132351" y="33912"/>
                  </a:cubicBezTo>
                  <a:lnTo>
                    <a:pt x="114026" y="60651"/>
                  </a:lnTo>
                  <a:cubicBezTo>
                    <a:pt x="111311" y="65026"/>
                    <a:pt x="111829" y="70672"/>
                    <a:pt x="115293" y="74481"/>
                  </a:cubicBezTo>
                  <a:lnTo>
                    <a:pt x="142723" y="101796"/>
                  </a:lnTo>
                  <a:cubicBezTo>
                    <a:pt x="145387" y="104563"/>
                    <a:pt x="145387" y="108941"/>
                    <a:pt x="142723" y="111708"/>
                  </a:cubicBezTo>
                  <a:lnTo>
                    <a:pt x="96622" y="157809"/>
                  </a:lnTo>
                  <a:cubicBezTo>
                    <a:pt x="93855" y="160472"/>
                    <a:pt x="89478" y="160472"/>
                    <a:pt x="86711" y="157809"/>
                  </a:cubicBezTo>
                  <a:lnTo>
                    <a:pt x="58589" y="129802"/>
                  </a:lnTo>
                  <a:cubicBezTo>
                    <a:pt x="56403" y="127386"/>
                    <a:pt x="53180" y="126183"/>
                    <a:pt x="49945" y="126575"/>
                  </a:cubicBezTo>
                  <a:cubicBezTo>
                    <a:pt x="45784" y="127504"/>
                    <a:pt x="42291" y="130315"/>
                    <a:pt x="40494" y="134182"/>
                  </a:cubicBezTo>
                  <a:cubicBezTo>
                    <a:pt x="28969" y="156426"/>
                    <a:pt x="27356" y="202066"/>
                    <a:pt x="27356" y="202527"/>
                  </a:cubicBezTo>
                  <a:cubicBezTo>
                    <a:pt x="27302" y="205814"/>
                    <a:pt x="24941" y="208609"/>
                    <a:pt x="21708" y="209211"/>
                  </a:cubicBezTo>
                  <a:close/>
                  <a:moveTo>
                    <a:pt x="103538" y="16855"/>
                  </a:moveTo>
                  <a:lnTo>
                    <a:pt x="101924" y="18468"/>
                  </a:lnTo>
                  <a:cubicBezTo>
                    <a:pt x="92288" y="28302"/>
                    <a:pt x="81623" y="37073"/>
                    <a:pt x="70114" y="44631"/>
                  </a:cubicBezTo>
                  <a:cubicBezTo>
                    <a:pt x="27870" y="70069"/>
                    <a:pt x="6363" y="119465"/>
                    <a:pt x="16522" y="167720"/>
                  </a:cubicBezTo>
                  <a:cubicBezTo>
                    <a:pt x="18202" y="153601"/>
                    <a:pt x="22091" y="139833"/>
                    <a:pt x="28047" y="126921"/>
                  </a:cubicBezTo>
                  <a:cubicBezTo>
                    <a:pt x="31969" y="119161"/>
                    <a:pt x="39312" y="113697"/>
                    <a:pt x="47871" y="112169"/>
                  </a:cubicBezTo>
                  <a:cubicBezTo>
                    <a:pt x="55456" y="111157"/>
                    <a:pt x="63071" y="113809"/>
                    <a:pt x="68386" y="119314"/>
                  </a:cubicBezTo>
                  <a:lnTo>
                    <a:pt x="91436" y="142365"/>
                  </a:lnTo>
                  <a:lnTo>
                    <a:pt x="127741" y="106752"/>
                  </a:lnTo>
                  <a:lnTo>
                    <a:pt x="105497" y="83701"/>
                  </a:lnTo>
                  <a:cubicBezTo>
                    <a:pt x="97000" y="75269"/>
                    <a:pt x="95785" y="61953"/>
                    <a:pt x="102616" y="52122"/>
                  </a:cubicBezTo>
                  <a:lnTo>
                    <a:pt x="117483" y="3045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63C08CEC-6D19-324C-8D62-E51BFDEB6882}"/>
                </a:ext>
              </a:extLst>
            </p:cNvPr>
            <p:cNvSpPr/>
            <p:nvPr/>
          </p:nvSpPr>
          <p:spPr>
            <a:xfrm>
              <a:off x="5122195" y="2289631"/>
              <a:ext cx="85629" cy="85325"/>
            </a:xfrm>
            <a:custGeom>
              <a:avLst/>
              <a:gdLst>
                <a:gd name="connsiteX0" fmla="*/ 44341 w 85629"/>
                <a:gd name="connsiteY0" fmla="*/ 85325 h 85325"/>
                <a:gd name="connsiteX1" fmla="*/ 39501 w 85629"/>
                <a:gd name="connsiteY1" fmla="*/ 83251 h 85325"/>
                <a:gd name="connsiteX2" fmla="*/ 1813 w 85629"/>
                <a:gd name="connsiteY2" fmla="*/ 45909 h 85325"/>
                <a:gd name="connsiteX3" fmla="*/ 1813 w 85629"/>
                <a:gd name="connsiteY3" fmla="*/ 36574 h 85325"/>
                <a:gd name="connsiteX4" fmla="*/ 36389 w 85629"/>
                <a:gd name="connsiteY4" fmla="*/ 1998 h 85325"/>
                <a:gd name="connsiteX5" fmla="*/ 46300 w 85629"/>
                <a:gd name="connsiteY5" fmla="*/ 1998 h 85325"/>
                <a:gd name="connsiteX6" fmla="*/ 83642 w 85629"/>
                <a:gd name="connsiteY6" fmla="*/ 39340 h 85325"/>
                <a:gd name="connsiteX7" fmla="*/ 83642 w 85629"/>
                <a:gd name="connsiteY7" fmla="*/ 49136 h 85325"/>
                <a:gd name="connsiteX8" fmla="*/ 49067 w 85629"/>
                <a:gd name="connsiteY8" fmla="*/ 83136 h 85325"/>
                <a:gd name="connsiteX9" fmla="*/ 44341 w 85629"/>
                <a:gd name="connsiteY9" fmla="*/ 85325 h 85325"/>
                <a:gd name="connsiteX10" fmla="*/ 16911 w 85629"/>
                <a:gd name="connsiteY10" fmla="*/ 40953 h 85325"/>
                <a:gd name="connsiteX11" fmla="*/ 44341 w 85629"/>
                <a:gd name="connsiteY11" fmla="*/ 68383 h 85325"/>
                <a:gd name="connsiteX12" fmla="*/ 68429 w 85629"/>
                <a:gd name="connsiteY12" fmla="*/ 44296 h 85325"/>
                <a:gd name="connsiteX13" fmla="*/ 40999 w 85629"/>
                <a:gd name="connsiteY13" fmla="*/ 16865 h 8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629" h="85325">
                  <a:moveTo>
                    <a:pt x="44341" y="85325"/>
                  </a:moveTo>
                  <a:cubicBezTo>
                    <a:pt x="42517" y="85299"/>
                    <a:pt x="40777" y="84554"/>
                    <a:pt x="39501" y="83251"/>
                  </a:cubicBezTo>
                  <a:lnTo>
                    <a:pt x="1813" y="45909"/>
                  </a:lnTo>
                  <a:cubicBezTo>
                    <a:pt x="-604" y="43267"/>
                    <a:pt x="-604" y="39216"/>
                    <a:pt x="1813" y="36574"/>
                  </a:cubicBezTo>
                  <a:lnTo>
                    <a:pt x="36389" y="1998"/>
                  </a:lnTo>
                  <a:cubicBezTo>
                    <a:pt x="39156" y="-666"/>
                    <a:pt x="43534" y="-666"/>
                    <a:pt x="46300" y="1998"/>
                  </a:cubicBezTo>
                  <a:lnTo>
                    <a:pt x="83642" y="39340"/>
                  </a:lnTo>
                  <a:cubicBezTo>
                    <a:pt x="86292" y="42068"/>
                    <a:pt x="86292" y="46408"/>
                    <a:pt x="83642" y="49136"/>
                  </a:cubicBezTo>
                  <a:lnTo>
                    <a:pt x="49067" y="83136"/>
                  </a:lnTo>
                  <a:cubicBezTo>
                    <a:pt x="47837" y="84453"/>
                    <a:pt x="46142" y="85239"/>
                    <a:pt x="44341" y="85325"/>
                  </a:cubicBezTo>
                  <a:close/>
                  <a:moveTo>
                    <a:pt x="16911" y="40953"/>
                  </a:moveTo>
                  <a:lnTo>
                    <a:pt x="44341" y="68383"/>
                  </a:lnTo>
                  <a:lnTo>
                    <a:pt x="68429" y="44296"/>
                  </a:lnTo>
                  <a:lnTo>
                    <a:pt x="40999" y="1686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4E7D9A1-01CF-C046-B8A7-A217D5DAF0DC}"/>
                </a:ext>
              </a:extLst>
            </p:cNvPr>
            <p:cNvSpPr/>
            <p:nvPr/>
          </p:nvSpPr>
          <p:spPr>
            <a:xfrm>
              <a:off x="5203877" y="2371250"/>
              <a:ext cx="199223" cy="199289"/>
            </a:xfrm>
            <a:custGeom>
              <a:avLst/>
              <a:gdLst>
                <a:gd name="connsiteX0" fmla="*/ 168270 w 199223"/>
                <a:gd name="connsiteY0" fmla="*/ 199289 h 199289"/>
                <a:gd name="connsiteX1" fmla="*/ 146372 w 199223"/>
                <a:gd name="connsiteY1" fmla="*/ 190184 h 199289"/>
                <a:gd name="connsiteX2" fmla="*/ 2076 w 199223"/>
                <a:gd name="connsiteY2" fmla="*/ 45888 h 199289"/>
                <a:gd name="connsiteX3" fmla="*/ 1 w 199223"/>
                <a:gd name="connsiteY3" fmla="*/ 40932 h 199289"/>
                <a:gd name="connsiteX4" fmla="*/ 2076 w 199223"/>
                <a:gd name="connsiteY4" fmla="*/ 35977 h 199289"/>
                <a:gd name="connsiteX5" fmla="*/ 35960 w 199223"/>
                <a:gd name="connsiteY5" fmla="*/ 2092 h 199289"/>
                <a:gd name="connsiteX6" fmla="*/ 45738 w 199223"/>
                <a:gd name="connsiteY6" fmla="*/ 1959 h 199289"/>
                <a:gd name="connsiteX7" fmla="*/ 45871 w 199223"/>
                <a:gd name="connsiteY7" fmla="*/ 2092 h 199289"/>
                <a:gd name="connsiteX8" fmla="*/ 190168 w 199223"/>
                <a:gd name="connsiteY8" fmla="*/ 146389 h 199289"/>
                <a:gd name="connsiteX9" fmla="*/ 190119 w 199223"/>
                <a:gd name="connsiteY9" fmla="*/ 190233 h 199289"/>
                <a:gd name="connsiteX10" fmla="*/ 168270 w 199223"/>
                <a:gd name="connsiteY10" fmla="*/ 199289 h 199289"/>
                <a:gd name="connsiteX11" fmla="*/ 16828 w 199223"/>
                <a:gd name="connsiteY11" fmla="*/ 40932 h 199289"/>
                <a:gd name="connsiteX12" fmla="*/ 156168 w 199223"/>
                <a:gd name="connsiteY12" fmla="*/ 180273 h 199289"/>
                <a:gd name="connsiteX13" fmla="*/ 180256 w 199223"/>
                <a:gd name="connsiteY13" fmla="*/ 178974 h 199289"/>
                <a:gd name="connsiteX14" fmla="*/ 180256 w 199223"/>
                <a:gd name="connsiteY14" fmla="*/ 156185 h 199289"/>
                <a:gd name="connsiteX15" fmla="*/ 40916 w 199223"/>
                <a:gd name="connsiteY15" fmla="*/ 16845 h 199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9223" h="199289">
                  <a:moveTo>
                    <a:pt x="168270" y="199289"/>
                  </a:moveTo>
                  <a:cubicBezTo>
                    <a:pt x="160042" y="199328"/>
                    <a:pt x="152147" y="196045"/>
                    <a:pt x="146372" y="190184"/>
                  </a:cubicBezTo>
                  <a:lnTo>
                    <a:pt x="2076" y="45888"/>
                  </a:lnTo>
                  <a:cubicBezTo>
                    <a:pt x="744" y="44584"/>
                    <a:pt x="-4" y="42797"/>
                    <a:pt x="1" y="40932"/>
                  </a:cubicBezTo>
                  <a:cubicBezTo>
                    <a:pt x="-31" y="39063"/>
                    <a:pt x="721" y="37266"/>
                    <a:pt x="2076" y="35977"/>
                  </a:cubicBezTo>
                  <a:lnTo>
                    <a:pt x="35960" y="2092"/>
                  </a:lnTo>
                  <a:cubicBezTo>
                    <a:pt x="38623" y="-645"/>
                    <a:pt x="43001" y="-704"/>
                    <a:pt x="45738" y="1959"/>
                  </a:cubicBezTo>
                  <a:cubicBezTo>
                    <a:pt x="45783" y="2003"/>
                    <a:pt x="45828" y="2047"/>
                    <a:pt x="45871" y="2092"/>
                  </a:cubicBezTo>
                  <a:lnTo>
                    <a:pt x="190168" y="146389"/>
                  </a:lnTo>
                  <a:cubicBezTo>
                    <a:pt x="202262" y="158509"/>
                    <a:pt x="202240" y="178139"/>
                    <a:pt x="190119" y="190233"/>
                  </a:cubicBezTo>
                  <a:cubicBezTo>
                    <a:pt x="184319" y="196021"/>
                    <a:pt x="176463" y="199277"/>
                    <a:pt x="168270" y="199289"/>
                  </a:cubicBezTo>
                  <a:close/>
                  <a:moveTo>
                    <a:pt x="16828" y="40932"/>
                  </a:moveTo>
                  <a:lnTo>
                    <a:pt x="156168" y="180273"/>
                  </a:lnTo>
                  <a:cubicBezTo>
                    <a:pt x="163178" y="186566"/>
                    <a:pt x="173963" y="185984"/>
                    <a:pt x="180256" y="178974"/>
                  </a:cubicBezTo>
                  <a:cubicBezTo>
                    <a:pt x="186075" y="172492"/>
                    <a:pt x="186075" y="162667"/>
                    <a:pt x="180256" y="156185"/>
                  </a:cubicBezTo>
                  <a:lnTo>
                    <a:pt x="40916" y="16845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73CCE3EB-372D-864E-B53D-B1AEAE701B47}"/>
                </a:ext>
              </a:extLst>
            </p:cNvPr>
            <p:cNvSpPr/>
            <p:nvPr/>
          </p:nvSpPr>
          <p:spPr>
            <a:xfrm>
              <a:off x="5239136" y="2405950"/>
              <a:ext cx="48399" cy="48535"/>
            </a:xfrm>
            <a:custGeom>
              <a:avLst/>
              <a:gdLst>
                <a:gd name="connsiteX0" fmla="*/ 7039 w 48399"/>
                <a:gd name="connsiteY0" fmla="*/ 48530 h 48535"/>
                <a:gd name="connsiteX1" fmla="*/ 2083 w 48399"/>
                <a:gd name="connsiteY1" fmla="*/ 46456 h 48535"/>
                <a:gd name="connsiteX2" fmla="*/ 1902 w 48399"/>
                <a:gd name="connsiteY2" fmla="*/ 36841 h 48535"/>
                <a:gd name="connsiteX3" fmla="*/ 2083 w 48399"/>
                <a:gd name="connsiteY3" fmla="*/ 36659 h 48535"/>
                <a:gd name="connsiteX4" fmla="*/ 36083 w 48399"/>
                <a:gd name="connsiteY4" fmla="*/ 2083 h 48535"/>
                <a:gd name="connsiteX5" fmla="*/ 45698 w 48399"/>
                <a:gd name="connsiteY5" fmla="*/ 1902 h 48535"/>
                <a:gd name="connsiteX6" fmla="*/ 45879 w 48399"/>
                <a:gd name="connsiteY6" fmla="*/ 2083 h 48535"/>
                <a:gd name="connsiteX7" fmla="*/ 46823 w 48399"/>
                <a:gd name="connsiteY7" fmla="*/ 11817 h 48535"/>
                <a:gd name="connsiteX8" fmla="*/ 46225 w 48399"/>
                <a:gd name="connsiteY8" fmla="*/ 12456 h 48535"/>
                <a:gd name="connsiteX9" fmla="*/ 11649 w 48399"/>
                <a:gd name="connsiteY9" fmla="*/ 47032 h 48535"/>
                <a:gd name="connsiteX10" fmla="*/ 7039 w 48399"/>
                <a:gd name="connsiteY10" fmla="*/ 48530 h 4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99" h="48535">
                  <a:moveTo>
                    <a:pt x="7039" y="48530"/>
                  </a:moveTo>
                  <a:cubicBezTo>
                    <a:pt x="5175" y="48535"/>
                    <a:pt x="3388" y="47787"/>
                    <a:pt x="2083" y="46456"/>
                  </a:cubicBezTo>
                  <a:cubicBezTo>
                    <a:pt x="-622" y="43851"/>
                    <a:pt x="-703" y="39546"/>
                    <a:pt x="1902" y="36841"/>
                  </a:cubicBezTo>
                  <a:cubicBezTo>
                    <a:pt x="1961" y="36779"/>
                    <a:pt x="2022" y="36718"/>
                    <a:pt x="2083" y="36659"/>
                  </a:cubicBezTo>
                  <a:lnTo>
                    <a:pt x="36083" y="2083"/>
                  </a:lnTo>
                  <a:cubicBezTo>
                    <a:pt x="38688" y="-622"/>
                    <a:pt x="42992" y="-703"/>
                    <a:pt x="45698" y="1902"/>
                  </a:cubicBezTo>
                  <a:cubicBezTo>
                    <a:pt x="45759" y="1961"/>
                    <a:pt x="45820" y="2022"/>
                    <a:pt x="45879" y="2083"/>
                  </a:cubicBezTo>
                  <a:cubicBezTo>
                    <a:pt x="48828" y="4511"/>
                    <a:pt x="49250" y="8869"/>
                    <a:pt x="46823" y="11817"/>
                  </a:cubicBezTo>
                  <a:cubicBezTo>
                    <a:pt x="46637" y="12043"/>
                    <a:pt x="46438" y="12256"/>
                    <a:pt x="46225" y="12456"/>
                  </a:cubicBezTo>
                  <a:lnTo>
                    <a:pt x="11649" y="47032"/>
                  </a:lnTo>
                  <a:cubicBezTo>
                    <a:pt x="10339" y="48062"/>
                    <a:pt x="8705" y="48593"/>
                    <a:pt x="7039" y="4853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3" name="Graphic 57">
            <a:extLst>
              <a:ext uri="{FF2B5EF4-FFF2-40B4-BE49-F238E27FC236}">
                <a16:creationId xmlns:a16="http://schemas.microsoft.com/office/drawing/2014/main" id="{0808D173-7FC0-D54F-8699-DA4344FB199C}"/>
              </a:ext>
            </a:extLst>
          </p:cNvPr>
          <p:cNvGrpSpPr>
            <a:grpSpLocks noChangeAspect="1"/>
          </p:cNvGrpSpPr>
          <p:nvPr/>
        </p:nvGrpSpPr>
        <p:grpSpPr>
          <a:xfrm>
            <a:off x="4979001" y="2130568"/>
            <a:ext cx="449807" cy="460964"/>
            <a:chOff x="5008756" y="2153213"/>
            <a:chExt cx="408915" cy="419058"/>
          </a:xfrm>
          <a:solidFill>
            <a:srgbClr val="FFFFFF"/>
          </a:solidFill>
        </p:grpSpPr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C38033FD-B5CF-6C49-A969-87DB7092B107}"/>
                </a:ext>
              </a:extLst>
            </p:cNvPr>
            <p:cNvSpPr/>
            <p:nvPr/>
          </p:nvSpPr>
          <p:spPr>
            <a:xfrm>
              <a:off x="5091853" y="2153213"/>
              <a:ext cx="81598" cy="79393"/>
            </a:xfrm>
            <a:custGeom>
              <a:avLst/>
              <a:gdLst>
                <a:gd name="connsiteX0" fmla="*/ 40799 w 81598"/>
                <a:gd name="connsiteY0" fmla="*/ 79393 h 79393"/>
                <a:gd name="connsiteX1" fmla="*/ 0 w 81598"/>
                <a:gd name="connsiteY1" fmla="*/ 39697 h 79393"/>
                <a:gd name="connsiteX2" fmla="*/ 40800 w 81598"/>
                <a:gd name="connsiteY2" fmla="*/ 0 h 79393"/>
                <a:gd name="connsiteX3" fmla="*/ 81599 w 81598"/>
                <a:gd name="connsiteY3" fmla="*/ 39697 h 79393"/>
                <a:gd name="connsiteX4" fmla="*/ 81599 w 81598"/>
                <a:gd name="connsiteY4" fmla="*/ 39809 h 79393"/>
                <a:gd name="connsiteX5" fmla="*/ 40799 w 81598"/>
                <a:gd name="connsiteY5" fmla="*/ 79393 h 79393"/>
                <a:gd name="connsiteX6" fmla="*/ 40799 w 81598"/>
                <a:gd name="connsiteY6" fmla="*/ 13681 h 79393"/>
                <a:gd name="connsiteX7" fmla="*/ 13945 w 81598"/>
                <a:gd name="connsiteY7" fmla="*/ 39809 h 79393"/>
                <a:gd name="connsiteX8" fmla="*/ 40799 w 81598"/>
                <a:gd name="connsiteY8" fmla="*/ 65937 h 79393"/>
                <a:gd name="connsiteX9" fmla="*/ 67653 w 81598"/>
                <a:gd name="connsiteY9" fmla="*/ 39809 h 79393"/>
                <a:gd name="connsiteX10" fmla="*/ 40799 w 81598"/>
                <a:gd name="connsiteY10" fmla="*/ 13681 h 7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598" h="79393">
                  <a:moveTo>
                    <a:pt x="40799" y="79393"/>
                  </a:moveTo>
                  <a:cubicBezTo>
                    <a:pt x="18266" y="79393"/>
                    <a:pt x="0" y="61620"/>
                    <a:pt x="0" y="39697"/>
                  </a:cubicBezTo>
                  <a:cubicBezTo>
                    <a:pt x="0" y="17773"/>
                    <a:pt x="18267" y="0"/>
                    <a:pt x="40800" y="0"/>
                  </a:cubicBezTo>
                  <a:cubicBezTo>
                    <a:pt x="63332" y="0"/>
                    <a:pt x="81599" y="17773"/>
                    <a:pt x="81599" y="39697"/>
                  </a:cubicBezTo>
                  <a:cubicBezTo>
                    <a:pt x="81599" y="39734"/>
                    <a:pt x="81599" y="39772"/>
                    <a:pt x="81599" y="39809"/>
                  </a:cubicBezTo>
                  <a:cubicBezTo>
                    <a:pt x="81535" y="61689"/>
                    <a:pt x="63287" y="79393"/>
                    <a:pt x="40799" y="79393"/>
                  </a:cubicBezTo>
                  <a:close/>
                  <a:moveTo>
                    <a:pt x="40799" y="13681"/>
                  </a:moveTo>
                  <a:cubicBezTo>
                    <a:pt x="25968" y="13681"/>
                    <a:pt x="13945" y="25379"/>
                    <a:pt x="13945" y="39809"/>
                  </a:cubicBezTo>
                  <a:cubicBezTo>
                    <a:pt x="13945" y="54239"/>
                    <a:pt x="25968" y="65937"/>
                    <a:pt x="40799" y="65937"/>
                  </a:cubicBezTo>
                  <a:cubicBezTo>
                    <a:pt x="55630" y="65937"/>
                    <a:pt x="67653" y="54239"/>
                    <a:pt x="67653" y="39809"/>
                  </a:cubicBezTo>
                  <a:cubicBezTo>
                    <a:pt x="67653" y="25379"/>
                    <a:pt x="55630" y="13681"/>
                    <a:pt x="40799" y="1368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87610A6A-6EA0-C342-AE92-646E4DEB4AA3}"/>
                </a:ext>
              </a:extLst>
            </p:cNvPr>
            <p:cNvSpPr/>
            <p:nvPr/>
          </p:nvSpPr>
          <p:spPr>
            <a:xfrm>
              <a:off x="5028464" y="2365601"/>
              <a:ext cx="369730" cy="206670"/>
            </a:xfrm>
            <a:custGeom>
              <a:avLst/>
              <a:gdLst>
                <a:gd name="connsiteX0" fmla="*/ 362700 w 369730"/>
                <a:gd name="connsiteY0" fmla="*/ 206671 h 206670"/>
                <a:gd name="connsiteX1" fmla="*/ 7030 w 369730"/>
                <a:gd name="connsiteY1" fmla="*/ 206671 h 206670"/>
                <a:gd name="connsiteX2" fmla="*/ 0 w 369730"/>
                <a:gd name="connsiteY2" fmla="*/ 199830 h 206670"/>
                <a:gd name="connsiteX3" fmla="*/ 0 w 369730"/>
                <a:gd name="connsiteY3" fmla="*/ 6729 h 206670"/>
                <a:gd name="connsiteX4" fmla="*/ 6914 w 369730"/>
                <a:gd name="connsiteY4" fmla="*/ 0 h 206670"/>
                <a:gd name="connsiteX5" fmla="*/ 7030 w 369730"/>
                <a:gd name="connsiteY5" fmla="*/ 1 h 206670"/>
                <a:gd name="connsiteX6" fmla="*/ 362700 w 369730"/>
                <a:gd name="connsiteY6" fmla="*/ 1 h 206670"/>
                <a:gd name="connsiteX7" fmla="*/ 369729 w 369730"/>
                <a:gd name="connsiteY7" fmla="*/ 6616 h 206670"/>
                <a:gd name="connsiteX8" fmla="*/ 369730 w 369730"/>
                <a:gd name="connsiteY8" fmla="*/ 6729 h 206670"/>
                <a:gd name="connsiteX9" fmla="*/ 369730 w 369730"/>
                <a:gd name="connsiteY9" fmla="*/ 199830 h 206670"/>
                <a:gd name="connsiteX10" fmla="*/ 362700 w 369730"/>
                <a:gd name="connsiteY10" fmla="*/ 206671 h 206670"/>
                <a:gd name="connsiteX11" fmla="*/ 13946 w 369730"/>
                <a:gd name="connsiteY11" fmla="*/ 193102 h 206670"/>
                <a:gd name="connsiteX12" fmla="*/ 355669 w 369730"/>
                <a:gd name="connsiteY12" fmla="*/ 193102 h 206670"/>
                <a:gd name="connsiteX13" fmla="*/ 355669 w 369730"/>
                <a:gd name="connsiteY13" fmla="*/ 13682 h 206670"/>
                <a:gd name="connsiteX14" fmla="*/ 13946 w 369730"/>
                <a:gd name="connsiteY14" fmla="*/ 13682 h 206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9730" h="206670">
                  <a:moveTo>
                    <a:pt x="362700" y="206671"/>
                  </a:moveTo>
                  <a:lnTo>
                    <a:pt x="7030" y="206671"/>
                  </a:lnTo>
                  <a:cubicBezTo>
                    <a:pt x="3148" y="206671"/>
                    <a:pt x="0" y="203608"/>
                    <a:pt x="0" y="199830"/>
                  </a:cubicBezTo>
                  <a:lnTo>
                    <a:pt x="0" y="6729"/>
                  </a:lnTo>
                  <a:cubicBezTo>
                    <a:pt x="-1" y="3013"/>
                    <a:pt x="3095" y="1"/>
                    <a:pt x="6914" y="0"/>
                  </a:cubicBezTo>
                  <a:cubicBezTo>
                    <a:pt x="6953" y="0"/>
                    <a:pt x="6992" y="0"/>
                    <a:pt x="7030" y="1"/>
                  </a:cubicBezTo>
                  <a:lnTo>
                    <a:pt x="362700" y="1"/>
                  </a:lnTo>
                  <a:cubicBezTo>
                    <a:pt x="366518" y="-61"/>
                    <a:pt x="369665" y="2901"/>
                    <a:pt x="369729" y="6616"/>
                  </a:cubicBezTo>
                  <a:cubicBezTo>
                    <a:pt x="369730" y="6654"/>
                    <a:pt x="369730" y="6692"/>
                    <a:pt x="369730" y="6729"/>
                  </a:cubicBezTo>
                  <a:lnTo>
                    <a:pt x="369730" y="199830"/>
                  </a:lnTo>
                  <a:cubicBezTo>
                    <a:pt x="369730" y="203608"/>
                    <a:pt x="366582" y="206671"/>
                    <a:pt x="362700" y="206671"/>
                  </a:cubicBezTo>
                  <a:close/>
                  <a:moveTo>
                    <a:pt x="13946" y="193102"/>
                  </a:moveTo>
                  <a:lnTo>
                    <a:pt x="355669" y="193102"/>
                  </a:lnTo>
                  <a:lnTo>
                    <a:pt x="355669" y="13682"/>
                  </a:lnTo>
                  <a:lnTo>
                    <a:pt x="13946" y="13682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232E20BE-296E-1F47-9B4B-2D3D184FF5EE}"/>
                </a:ext>
              </a:extLst>
            </p:cNvPr>
            <p:cNvSpPr/>
            <p:nvPr/>
          </p:nvSpPr>
          <p:spPr>
            <a:xfrm>
              <a:off x="5008756" y="2334316"/>
              <a:ext cx="408915" cy="44855"/>
            </a:xfrm>
            <a:custGeom>
              <a:avLst/>
              <a:gdLst>
                <a:gd name="connsiteX0" fmla="*/ 385865 w 408915"/>
                <a:gd name="connsiteY0" fmla="*/ 44855 h 44855"/>
                <a:gd name="connsiteX1" fmla="*/ 23051 w 408915"/>
                <a:gd name="connsiteY1" fmla="*/ 44855 h 44855"/>
                <a:gd name="connsiteX2" fmla="*/ 0 w 408915"/>
                <a:gd name="connsiteY2" fmla="*/ 22428 h 44855"/>
                <a:gd name="connsiteX3" fmla="*/ 23051 w 408915"/>
                <a:gd name="connsiteY3" fmla="*/ 0 h 44855"/>
                <a:gd name="connsiteX4" fmla="*/ 385865 w 408915"/>
                <a:gd name="connsiteY4" fmla="*/ 0 h 44855"/>
                <a:gd name="connsiteX5" fmla="*/ 408916 w 408915"/>
                <a:gd name="connsiteY5" fmla="*/ 22428 h 44855"/>
                <a:gd name="connsiteX6" fmla="*/ 385865 w 408915"/>
                <a:gd name="connsiteY6" fmla="*/ 44855 h 44855"/>
                <a:gd name="connsiteX7" fmla="*/ 23051 w 408915"/>
                <a:gd name="connsiteY7" fmla="*/ 13232 h 44855"/>
                <a:gd name="connsiteX8" fmla="*/ 14808 w 408915"/>
                <a:gd name="connsiteY8" fmla="*/ 23267 h 44855"/>
                <a:gd name="connsiteX9" fmla="*/ 23051 w 408915"/>
                <a:gd name="connsiteY9" fmla="*/ 31286 h 44855"/>
                <a:gd name="connsiteX10" fmla="*/ 385865 w 408915"/>
                <a:gd name="connsiteY10" fmla="*/ 31286 h 44855"/>
                <a:gd name="connsiteX11" fmla="*/ 394108 w 408915"/>
                <a:gd name="connsiteY11" fmla="*/ 21252 h 44855"/>
                <a:gd name="connsiteX12" fmla="*/ 385865 w 408915"/>
                <a:gd name="connsiteY12" fmla="*/ 13232 h 4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8915" h="44855">
                  <a:moveTo>
                    <a:pt x="385865" y="44855"/>
                  </a:moveTo>
                  <a:lnTo>
                    <a:pt x="23051" y="44855"/>
                  </a:lnTo>
                  <a:cubicBezTo>
                    <a:pt x="10320" y="44855"/>
                    <a:pt x="0" y="34814"/>
                    <a:pt x="0" y="22428"/>
                  </a:cubicBezTo>
                  <a:cubicBezTo>
                    <a:pt x="0" y="10041"/>
                    <a:pt x="10320" y="0"/>
                    <a:pt x="23051" y="0"/>
                  </a:cubicBezTo>
                  <a:lnTo>
                    <a:pt x="385865" y="0"/>
                  </a:lnTo>
                  <a:cubicBezTo>
                    <a:pt x="398596" y="0"/>
                    <a:pt x="408916" y="10041"/>
                    <a:pt x="408916" y="22428"/>
                  </a:cubicBezTo>
                  <a:cubicBezTo>
                    <a:pt x="408916" y="34814"/>
                    <a:pt x="398596" y="44855"/>
                    <a:pt x="385865" y="44855"/>
                  </a:cubicBezTo>
                  <a:close/>
                  <a:moveTo>
                    <a:pt x="23051" y="13232"/>
                  </a:moveTo>
                  <a:cubicBezTo>
                    <a:pt x="17926" y="13789"/>
                    <a:pt x="14236" y="18281"/>
                    <a:pt x="14808" y="23267"/>
                  </a:cubicBezTo>
                  <a:cubicBezTo>
                    <a:pt x="15292" y="27486"/>
                    <a:pt x="18715" y="30815"/>
                    <a:pt x="23051" y="31286"/>
                  </a:cubicBezTo>
                  <a:lnTo>
                    <a:pt x="385865" y="31286"/>
                  </a:lnTo>
                  <a:cubicBezTo>
                    <a:pt x="390989" y="30730"/>
                    <a:pt x="394680" y="26237"/>
                    <a:pt x="394108" y="21252"/>
                  </a:cubicBezTo>
                  <a:cubicBezTo>
                    <a:pt x="393624" y="17033"/>
                    <a:pt x="390201" y="13703"/>
                    <a:pt x="385865" y="1323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477251BA-CDCA-3B41-A7C6-C2CD6FD48139}"/>
                </a:ext>
              </a:extLst>
            </p:cNvPr>
            <p:cNvSpPr/>
            <p:nvPr/>
          </p:nvSpPr>
          <p:spPr>
            <a:xfrm>
              <a:off x="5238108" y="2209394"/>
              <a:ext cx="159394" cy="102157"/>
            </a:xfrm>
            <a:custGeom>
              <a:avLst/>
              <a:gdLst>
                <a:gd name="connsiteX0" fmla="*/ 138418 w 159394"/>
                <a:gd name="connsiteY0" fmla="*/ 102157 h 102157"/>
                <a:gd name="connsiteX1" fmla="*/ 20976 w 159394"/>
                <a:gd name="connsiteY1" fmla="*/ 102157 h 102157"/>
                <a:gd name="connsiteX2" fmla="*/ 0 w 159394"/>
                <a:gd name="connsiteY2" fmla="*/ 81748 h 102157"/>
                <a:gd name="connsiteX3" fmla="*/ 0 w 159394"/>
                <a:gd name="connsiteY3" fmla="*/ 20297 h 102157"/>
                <a:gd name="connsiteX4" fmla="*/ 20976 w 159394"/>
                <a:gd name="connsiteY4" fmla="*/ 0 h 102157"/>
                <a:gd name="connsiteX5" fmla="*/ 138418 w 159394"/>
                <a:gd name="connsiteY5" fmla="*/ 0 h 102157"/>
                <a:gd name="connsiteX6" fmla="*/ 159394 w 159394"/>
                <a:gd name="connsiteY6" fmla="*/ 20409 h 102157"/>
                <a:gd name="connsiteX7" fmla="*/ 159394 w 159394"/>
                <a:gd name="connsiteY7" fmla="*/ 81860 h 102157"/>
                <a:gd name="connsiteX8" fmla="*/ 138418 w 159394"/>
                <a:gd name="connsiteY8" fmla="*/ 102157 h 102157"/>
                <a:gd name="connsiteX9" fmla="*/ 20976 w 159394"/>
                <a:gd name="connsiteY9" fmla="*/ 13569 h 102157"/>
                <a:gd name="connsiteX10" fmla="*/ 14061 w 159394"/>
                <a:gd name="connsiteY10" fmla="*/ 20297 h 102157"/>
                <a:gd name="connsiteX11" fmla="*/ 14061 w 159394"/>
                <a:gd name="connsiteY11" fmla="*/ 81748 h 102157"/>
                <a:gd name="connsiteX12" fmla="*/ 20860 w 159394"/>
                <a:gd name="connsiteY12" fmla="*/ 88588 h 102157"/>
                <a:gd name="connsiteX13" fmla="*/ 20976 w 159394"/>
                <a:gd name="connsiteY13" fmla="*/ 88589 h 102157"/>
                <a:gd name="connsiteX14" fmla="*/ 138418 w 159394"/>
                <a:gd name="connsiteY14" fmla="*/ 88589 h 102157"/>
                <a:gd name="connsiteX15" fmla="*/ 145334 w 159394"/>
                <a:gd name="connsiteY15" fmla="*/ 81861 h 102157"/>
                <a:gd name="connsiteX16" fmla="*/ 145333 w 159394"/>
                <a:gd name="connsiteY16" fmla="*/ 81748 h 102157"/>
                <a:gd name="connsiteX17" fmla="*/ 145333 w 159394"/>
                <a:gd name="connsiteY17" fmla="*/ 20297 h 102157"/>
                <a:gd name="connsiteX18" fmla="*/ 138418 w 159394"/>
                <a:gd name="connsiteY18" fmla="*/ 13569 h 10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9394" h="102157">
                  <a:moveTo>
                    <a:pt x="138418" y="102157"/>
                  </a:moveTo>
                  <a:lnTo>
                    <a:pt x="20976" y="102157"/>
                  </a:lnTo>
                  <a:cubicBezTo>
                    <a:pt x="9391" y="102157"/>
                    <a:pt x="0" y="93020"/>
                    <a:pt x="0" y="81748"/>
                  </a:cubicBezTo>
                  <a:lnTo>
                    <a:pt x="0" y="20297"/>
                  </a:lnTo>
                  <a:cubicBezTo>
                    <a:pt x="126" y="9095"/>
                    <a:pt x="9462" y="61"/>
                    <a:pt x="20976" y="0"/>
                  </a:cubicBezTo>
                  <a:lnTo>
                    <a:pt x="138418" y="0"/>
                  </a:lnTo>
                  <a:cubicBezTo>
                    <a:pt x="149977" y="61"/>
                    <a:pt x="159331" y="9163"/>
                    <a:pt x="159394" y="20409"/>
                  </a:cubicBezTo>
                  <a:lnTo>
                    <a:pt x="159394" y="81860"/>
                  </a:lnTo>
                  <a:cubicBezTo>
                    <a:pt x="159331" y="93088"/>
                    <a:pt x="149958" y="102157"/>
                    <a:pt x="138418" y="102157"/>
                  </a:cubicBezTo>
                  <a:close/>
                  <a:moveTo>
                    <a:pt x="20976" y="13569"/>
                  </a:moveTo>
                  <a:cubicBezTo>
                    <a:pt x="17157" y="13569"/>
                    <a:pt x="14061" y="16581"/>
                    <a:pt x="14061" y="20297"/>
                  </a:cubicBezTo>
                  <a:lnTo>
                    <a:pt x="14061" y="81748"/>
                  </a:lnTo>
                  <a:cubicBezTo>
                    <a:pt x="13997" y="85464"/>
                    <a:pt x="17041" y="88526"/>
                    <a:pt x="20860" y="88588"/>
                  </a:cubicBezTo>
                  <a:cubicBezTo>
                    <a:pt x="20898" y="88588"/>
                    <a:pt x="20937" y="88589"/>
                    <a:pt x="20976" y="88589"/>
                  </a:cubicBezTo>
                  <a:lnTo>
                    <a:pt x="138418" y="88589"/>
                  </a:lnTo>
                  <a:cubicBezTo>
                    <a:pt x="142237" y="88589"/>
                    <a:pt x="145334" y="85577"/>
                    <a:pt x="145334" y="81861"/>
                  </a:cubicBezTo>
                  <a:cubicBezTo>
                    <a:pt x="145334" y="81824"/>
                    <a:pt x="145334" y="81786"/>
                    <a:pt x="145333" y="81748"/>
                  </a:cubicBezTo>
                  <a:lnTo>
                    <a:pt x="145333" y="20297"/>
                  </a:lnTo>
                  <a:cubicBezTo>
                    <a:pt x="145333" y="16581"/>
                    <a:pt x="142237" y="13569"/>
                    <a:pt x="138418" y="1356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03BFEC61-D9B5-D541-82DF-E7834373AA85}"/>
                </a:ext>
              </a:extLst>
            </p:cNvPr>
            <p:cNvSpPr/>
            <p:nvPr/>
          </p:nvSpPr>
          <p:spPr>
            <a:xfrm>
              <a:off x="5280405" y="2297983"/>
              <a:ext cx="74915" cy="47994"/>
            </a:xfrm>
            <a:custGeom>
              <a:avLst/>
              <a:gdLst>
                <a:gd name="connsiteX0" fmla="*/ 67885 w 74915"/>
                <a:gd name="connsiteY0" fmla="*/ 47995 h 47994"/>
                <a:gd name="connsiteX1" fmla="*/ 6916 w 74915"/>
                <a:gd name="connsiteY1" fmla="*/ 47995 h 47994"/>
                <a:gd name="connsiteX2" fmla="*/ 0 w 74915"/>
                <a:gd name="connsiteY2" fmla="*/ 41268 h 47994"/>
                <a:gd name="connsiteX3" fmla="*/ 1 w 74915"/>
                <a:gd name="connsiteY3" fmla="*/ 41154 h 47994"/>
                <a:gd name="connsiteX4" fmla="*/ 1 w 74915"/>
                <a:gd name="connsiteY4" fmla="*/ 6840 h 47994"/>
                <a:gd name="connsiteX5" fmla="*/ 6800 w 74915"/>
                <a:gd name="connsiteY5" fmla="*/ 1 h 47994"/>
                <a:gd name="connsiteX6" fmla="*/ 6916 w 74915"/>
                <a:gd name="connsiteY6" fmla="*/ 0 h 47994"/>
                <a:gd name="connsiteX7" fmla="*/ 67885 w 74915"/>
                <a:gd name="connsiteY7" fmla="*/ 0 h 47994"/>
                <a:gd name="connsiteX8" fmla="*/ 74915 w 74915"/>
                <a:gd name="connsiteY8" fmla="*/ 6840 h 47994"/>
                <a:gd name="connsiteX9" fmla="*/ 74915 w 74915"/>
                <a:gd name="connsiteY9" fmla="*/ 41154 h 47994"/>
                <a:gd name="connsiteX10" fmla="*/ 67885 w 74915"/>
                <a:gd name="connsiteY10" fmla="*/ 47995 h 47994"/>
                <a:gd name="connsiteX11" fmla="*/ 13947 w 74915"/>
                <a:gd name="connsiteY11" fmla="*/ 34763 h 47994"/>
                <a:gd name="connsiteX12" fmla="*/ 60854 w 74915"/>
                <a:gd name="connsiteY12" fmla="*/ 34763 h 47994"/>
                <a:gd name="connsiteX13" fmla="*/ 60854 w 74915"/>
                <a:gd name="connsiteY13" fmla="*/ 13569 h 47994"/>
                <a:gd name="connsiteX14" fmla="*/ 13947 w 74915"/>
                <a:gd name="connsiteY14" fmla="*/ 13569 h 4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4915" h="47994">
                  <a:moveTo>
                    <a:pt x="67885" y="47995"/>
                  </a:moveTo>
                  <a:lnTo>
                    <a:pt x="6916" y="47995"/>
                  </a:lnTo>
                  <a:cubicBezTo>
                    <a:pt x="3097" y="47995"/>
                    <a:pt x="1" y="44983"/>
                    <a:pt x="0" y="41268"/>
                  </a:cubicBezTo>
                  <a:cubicBezTo>
                    <a:pt x="0" y="41230"/>
                    <a:pt x="0" y="41192"/>
                    <a:pt x="1" y="41154"/>
                  </a:cubicBezTo>
                  <a:lnTo>
                    <a:pt x="1" y="6840"/>
                  </a:lnTo>
                  <a:cubicBezTo>
                    <a:pt x="-63" y="3125"/>
                    <a:pt x="2981" y="63"/>
                    <a:pt x="6800" y="1"/>
                  </a:cubicBezTo>
                  <a:cubicBezTo>
                    <a:pt x="6839" y="0"/>
                    <a:pt x="6877" y="0"/>
                    <a:pt x="6916" y="0"/>
                  </a:cubicBezTo>
                  <a:lnTo>
                    <a:pt x="67885" y="0"/>
                  </a:lnTo>
                  <a:cubicBezTo>
                    <a:pt x="71767" y="0"/>
                    <a:pt x="74915" y="3063"/>
                    <a:pt x="74915" y="6840"/>
                  </a:cubicBezTo>
                  <a:lnTo>
                    <a:pt x="74915" y="41154"/>
                  </a:lnTo>
                  <a:cubicBezTo>
                    <a:pt x="74915" y="44932"/>
                    <a:pt x="71767" y="47995"/>
                    <a:pt x="67885" y="47995"/>
                  </a:cubicBezTo>
                  <a:close/>
                  <a:moveTo>
                    <a:pt x="13947" y="34763"/>
                  </a:moveTo>
                  <a:lnTo>
                    <a:pt x="60854" y="34763"/>
                  </a:lnTo>
                  <a:lnTo>
                    <a:pt x="60854" y="13569"/>
                  </a:lnTo>
                  <a:lnTo>
                    <a:pt x="13947" y="13569"/>
                  </a:ln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5D33FAA-B17B-AC47-9AFA-2AB28C96E4C7}"/>
                </a:ext>
              </a:extLst>
            </p:cNvPr>
            <p:cNvSpPr/>
            <p:nvPr/>
          </p:nvSpPr>
          <p:spPr>
            <a:xfrm>
              <a:off x="5062348" y="2243821"/>
              <a:ext cx="141069" cy="103735"/>
            </a:xfrm>
            <a:custGeom>
              <a:avLst/>
              <a:gdLst>
                <a:gd name="connsiteX0" fmla="*/ 133808 w 141069"/>
                <a:gd name="connsiteY0" fmla="*/ 103727 h 103735"/>
                <a:gd name="connsiteX1" fmla="*/ 7030 w 141069"/>
                <a:gd name="connsiteY1" fmla="*/ 103727 h 103735"/>
                <a:gd name="connsiteX2" fmla="*/ 1 w 141069"/>
                <a:gd name="connsiteY2" fmla="*/ 97112 h 103735"/>
                <a:gd name="connsiteX3" fmla="*/ 0 w 141069"/>
                <a:gd name="connsiteY3" fmla="*/ 96999 h 103735"/>
                <a:gd name="connsiteX4" fmla="*/ 0 w 141069"/>
                <a:gd name="connsiteY4" fmla="*/ 35772 h 103735"/>
                <a:gd name="connsiteX5" fmla="*/ 36881 w 141069"/>
                <a:gd name="connsiteY5" fmla="*/ 0 h 103735"/>
                <a:gd name="connsiteX6" fmla="*/ 104188 w 141069"/>
                <a:gd name="connsiteY6" fmla="*/ 0 h 103735"/>
                <a:gd name="connsiteX7" fmla="*/ 141069 w 141069"/>
                <a:gd name="connsiteY7" fmla="*/ 35772 h 103735"/>
                <a:gd name="connsiteX8" fmla="*/ 141069 w 141069"/>
                <a:gd name="connsiteY8" fmla="*/ 96999 h 103735"/>
                <a:gd name="connsiteX9" fmla="*/ 134163 w 141069"/>
                <a:gd name="connsiteY9" fmla="*/ 103736 h 103735"/>
                <a:gd name="connsiteX10" fmla="*/ 133808 w 141069"/>
                <a:gd name="connsiteY10" fmla="*/ 103727 h 103735"/>
                <a:gd name="connsiteX11" fmla="*/ 13715 w 141069"/>
                <a:gd name="connsiteY11" fmla="*/ 90159 h 103735"/>
                <a:gd name="connsiteX12" fmla="*/ 126893 w 141069"/>
                <a:gd name="connsiteY12" fmla="*/ 90159 h 103735"/>
                <a:gd name="connsiteX13" fmla="*/ 126893 w 141069"/>
                <a:gd name="connsiteY13" fmla="*/ 35772 h 103735"/>
                <a:gd name="connsiteX14" fmla="*/ 103843 w 141069"/>
                <a:gd name="connsiteY14" fmla="*/ 13344 h 103735"/>
                <a:gd name="connsiteX15" fmla="*/ 36650 w 141069"/>
                <a:gd name="connsiteY15" fmla="*/ 13344 h 103735"/>
                <a:gd name="connsiteX16" fmla="*/ 13600 w 141069"/>
                <a:gd name="connsiteY16" fmla="*/ 35772 h 10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69" h="103735">
                  <a:moveTo>
                    <a:pt x="133808" y="103727"/>
                  </a:moveTo>
                  <a:lnTo>
                    <a:pt x="7030" y="103727"/>
                  </a:lnTo>
                  <a:cubicBezTo>
                    <a:pt x="3212" y="103789"/>
                    <a:pt x="65" y="100827"/>
                    <a:pt x="1" y="97112"/>
                  </a:cubicBezTo>
                  <a:cubicBezTo>
                    <a:pt x="0" y="97074"/>
                    <a:pt x="0" y="97037"/>
                    <a:pt x="0" y="96999"/>
                  </a:cubicBezTo>
                  <a:lnTo>
                    <a:pt x="0" y="35772"/>
                  </a:lnTo>
                  <a:cubicBezTo>
                    <a:pt x="64" y="15997"/>
                    <a:pt x="16557" y="0"/>
                    <a:pt x="36881" y="0"/>
                  </a:cubicBezTo>
                  <a:lnTo>
                    <a:pt x="104188" y="0"/>
                  </a:lnTo>
                  <a:cubicBezTo>
                    <a:pt x="124512" y="0"/>
                    <a:pt x="141006" y="15997"/>
                    <a:pt x="141069" y="35772"/>
                  </a:cubicBezTo>
                  <a:lnTo>
                    <a:pt x="141069" y="96999"/>
                  </a:lnTo>
                  <a:cubicBezTo>
                    <a:pt x="141074" y="100715"/>
                    <a:pt x="137982" y="103731"/>
                    <a:pt x="134163" y="103736"/>
                  </a:cubicBezTo>
                  <a:cubicBezTo>
                    <a:pt x="134044" y="103736"/>
                    <a:pt x="133926" y="103733"/>
                    <a:pt x="133808" y="103727"/>
                  </a:cubicBezTo>
                  <a:close/>
                  <a:moveTo>
                    <a:pt x="13715" y="90159"/>
                  </a:moveTo>
                  <a:lnTo>
                    <a:pt x="126893" y="90159"/>
                  </a:lnTo>
                  <a:lnTo>
                    <a:pt x="126893" y="35772"/>
                  </a:lnTo>
                  <a:cubicBezTo>
                    <a:pt x="126893" y="23386"/>
                    <a:pt x="116573" y="13344"/>
                    <a:pt x="103843" y="13344"/>
                  </a:cubicBezTo>
                  <a:lnTo>
                    <a:pt x="36650" y="13344"/>
                  </a:lnTo>
                  <a:cubicBezTo>
                    <a:pt x="23920" y="13344"/>
                    <a:pt x="13600" y="23386"/>
                    <a:pt x="13600" y="3577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90D88B2-0575-5B42-94CF-DDFEA271FCDE}"/>
                </a:ext>
              </a:extLst>
            </p:cNvPr>
            <p:cNvSpPr/>
            <p:nvPr/>
          </p:nvSpPr>
          <p:spPr>
            <a:xfrm>
              <a:off x="5156451" y="2289819"/>
              <a:ext cx="14061" cy="57729"/>
            </a:xfrm>
            <a:custGeom>
              <a:avLst/>
              <a:gdLst>
                <a:gd name="connsiteX0" fmla="*/ 6974 w 14061"/>
                <a:gd name="connsiteY0" fmla="*/ 57729 h 57729"/>
                <a:gd name="connsiteX1" fmla="*/ 58 w 14061"/>
                <a:gd name="connsiteY1" fmla="*/ 51000 h 57729"/>
                <a:gd name="connsiteX2" fmla="*/ 58 w 14061"/>
                <a:gd name="connsiteY2" fmla="*/ 7715 h 57729"/>
                <a:gd name="connsiteX3" fmla="*/ 6133 w 14061"/>
                <a:gd name="connsiteY3" fmla="*/ 57 h 57729"/>
                <a:gd name="connsiteX4" fmla="*/ 14004 w 14061"/>
                <a:gd name="connsiteY4" fmla="*/ 5967 h 57729"/>
                <a:gd name="connsiteX5" fmla="*/ 14004 w 14061"/>
                <a:gd name="connsiteY5" fmla="*/ 7715 h 57729"/>
                <a:gd name="connsiteX6" fmla="*/ 14004 w 14061"/>
                <a:gd name="connsiteY6" fmla="*/ 51000 h 57729"/>
                <a:gd name="connsiteX7" fmla="*/ 7090 w 14061"/>
                <a:gd name="connsiteY7" fmla="*/ 57729 h 57729"/>
                <a:gd name="connsiteX8" fmla="*/ 6974 w 14061"/>
                <a:gd name="connsiteY8" fmla="*/ 57729 h 5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57729">
                  <a:moveTo>
                    <a:pt x="6974" y="57729"/>
                  </a:moveTo>
                  <a:cubicBezTo>
                    <a:pt x="3154" y="57729"/>
                    <a:pt x="58" y="54716"/>
                    <a:pt x="58" y="51000"/>
                  </a:cubicBezTo>
                  <a:lnTo>
                    <a:pt x="58" y="7715"/>
                  </a:lnTo>
                  <a:cubicBezTo>
                    <a:pt x="-438" y="3968"/>
                    <a:pt x="2282" y="540"/>
                    <a:pt x="6133" y="57"/>
                  </a:cubicBezTo>
                  <a:cubicBezTo>
                    <a:pt x="9984" y="-426"/>
                    <a:pt x="13508" y="2220"/>
                    <a:pt x="14004" y="5967"/>
                  </a:cubicBezTo>
                  <a:cubicBezTo>
                    <a:pt x="14081" y="6547"/>
                    <a:pt x="14081" y="7135"/>
                    <a:pt x="14004" y="7715"/>
                  </a:cubicBezTo>
                  <a:lnTo>
                    <a:pt x="14004" y="51000"/>
                  </a:lnTo>
                  <a:cubicBezTo>
                    <a:pt x="14004" y="54716"/>
                    <a:pt x="10909" y="57729"/>
                    <a:pt x="7090" y="57729"/>
                  </a:cubicBezTo>
                  <a:cubicBezTo>
                    <a:pt x="7051" y="57729"/>
                    <a:pt x="7012" y="57729"/>
                    <a:pt x="6974" y="5772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2A62D3EE-799F-4B41-92FD-C48232C07A03}"/>
                </a:ext>
              </a:extLst>
            </p:cNvPr>
            <p:cNvSpPr/>
            <p:nvPr/>
          </p:nvSpPr>
          <p:spPr>
            <a:xfrm>
              <a:off x="5094791" y="2289819"/>
              <a:ext cx="14061" cy="57729"/>
            </a:xfrm>
            <a:custGeom>
              <a:avLst/>
              <a:gdLst>
                <a:gd name="connsiteX0" fmla="*/ 7089 w 14061"/>
                <a:gd name="connsiteY0" fmla="*/ 57729 h 57729"/>
                <a:gd name="connsiteX1" fmla="*/ 59 w 14061"/>
                <a:gd name="connsiteY1" fmla="*/ 51113 h 57729"/>
                <a:gd name="connsiteX2" fmla="*/ 58 w 14061"/>
                <a:gd name="connsiteY2" fmla="*/ 51000 h 57729"/>
                <a:gd name="connsiteX3" fmla="*/ 58 w 14061"/>
                <a:gd name="connsiteY3" fmla="*/ 7715 h 57729"/>
                <a:gd name="connsiteX4" fmla="*/ 6133 w 14061"/>
                <a:gd name="connsiteY4" fmla="*/ 57 h 57729"/>
                <a:gd name="connsiteX5" fmla="*/ 14004 w 14061"/>
                <a:gd name="connsiteY5" fmla="*/ 5967 h 57729"/>
                <a:gd name="connsiteX6" fmla="*/ 14004 w 14061"/>
                <a:gd name="connsiteY6" fmla="*/ 7715 h 57729"/>
                <a:gd name="connsiteX7" fmla="*/ 14004 w 14061"/>
                <a:gd name="connsiteY7" fmla="*/ 51000 h 57729"/>
                <a:gd name="connsiteX8" fmla="*/ 7089 w 14061"/>
                <a:gd name="connsiteY8" fmla="*/ 57729 h 5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57729">
                  <a:moveTo>
                    <a:pt x="7089" y="57729"/>
                  </a:moveTo>
                  <a:cubicBezTo>
                    <a:pt x="3270" y="57790"/>
                    <a:pt x="123" y="54829"/>
                    <a:pt x="59" y="51113"/>
                  </a:cubicBezTo>
                  <a:cubicBezTo>
                    <a:pt x="59" y="51076"/>
                    <a:pt x="58" y="51038"/>
                    <a:pt x="58" y="51000"/>
                  </a:cubicBezTo>
                  <a:lnTo>
                    <a:pt x="58" y="7715"/>
                  </a:lnTo>
                  <a:cubicBezTo>
                    <a:pt x="-438" y="3968"/>
                    <a:pt x="2282" y="540"/>
                    <a:pt x="6133" y="57"/>
                  </a:cubicBezTo>
                  <a:cubicBezTo>
                    <a:pt x="9984" y="-426"/>
                    <a:pt x="13508" y="2220"/>
                    <a:pt x="14004" y="5967"/>
                  </a:cubicBezTo>
                  <a:cubicBezTo>
                    <a:pt x="14081" y="6547"/>
                    <a:pt x="14081" y="7135"/>
                    <a:pt x="14004" y="7715"/>
                  </a:cubicBezTo>
                  <a:lnTo>
                    <a:pt x="14004" y="51000"/>
                  </a:lnTo>
                  <a:cubicBezTo>
                    <a:pt x="14004" y="54716"/>
                    <a:pt x="10908" y="57729"/>
                    <a:pt x="7089" y="5772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9D8B8578-B629-2A42-A6F2-FCB8C202CDA9}"/>
                </a:ext>
              </a:extLst>
            </p:cNvPr>
            <p:cNvSpPr/>
            <p:nvPr/>
          </p:nvSpPr>
          <p:spPr>
            <a:xfrm>
              <a:off x="5064077" y="2397561"/>
              <a:ext cx="175414" cy="13680"/>
            </a:xfrm>
            <a:custGeom>
              <a:avLst/>
              <a:gdLst>
                <a:gd name="connsiteX0" fmla="*/ 168384 w 175414"/>
                <a:gd name="connsiteY0" fmla="*/ 13681 h 13680"/>
                <a:gd name="connsiteX1" fmla="*/ 7030 w 175414"/>
                <a:gd name="connsiteY1" fmla="*/ 13681 h 13680"/>
                <a:gd name="connsiteX2" fmla="*/ 0 w 175414"/>
                <a:gd name="connsiteY2" fmla="*/ 6840 h 13680"/>
                <a:gd name="connsiteX3" fmla="*/ 7030 w 175414"/>
                <a:gd name="connsiteY3" fmla="*/ 0 h 13680"/>
                <a:gd name="connsiteX4" fmla="*/ 168384 w 175414"/>
                <a:gd name="connsiteY4" fmla="*/ 0 h 13680"/>
                <a:gd name="connsiteX5" fmla="*/ 175414 w 175414"/>
                <a:gd name="connsiteY5" fmla="*/ 6840 h 13680"/>
                <a:gd name="connsiteX6" fmla="*/ 168384 w 175414"/>
                <a:gd name="connsiteY6" fmla="*/ 13681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14" h="13680">
                  <a:moveTo>
                    <a:pt x="168384" y="13681"/>
                  </a:moveTo>
                  <a:lnTo>
                    <a:pt x="7030" y="13681"/>
                  </a:lnTo>
                  <a:cubicBezTo>
                    <a:pt x="3148" y="13681"/>
                    <a:pt x="0" y="10618"/>
                    <a:pt x="0" y="6840"/>
                  </a:cubicBezTo>
                  <a:cubicBezTo>
                    <a:pt x="0" y="3063"/>
                    <a:pt x="3148" y="0"/>
                    <a:pt x="7030" y="0"/>
                  </a:cubicBezTo>
                  <a:lnTo>
                    <a:pt x="168384" y="0"/>
                  </a:lnTo>
                  <a:cubicBezTo>
                    <a:pt x="172267" y="0"/>
                    <a:pt x="175414" y="3063"/>
                    <a:pt x="175414" y="6840"/>
                  </a:cubicBezTo>
                  <a:cubicBezTo>
                    <a:pt x="175414" y="10618"/>
                    <a:pt x="172267" y="13681"/>
                    <a:pt x="168384" y="1368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3" name="Graphic 59">
            <a:extLst>
              <a:ext uri="{FF2B5EF4-FFF2-40B4-BE49-F238E27FC236}">
                <a16:creationId xmlns:a16="http://schemas.microsoft.com/office/drawing/2014/main" id="{73B4A953-625E-8943-B4C6-BC45A9401FA2}"/>
              </a:ext>
            </a:extLst>
          </p:cNvPr>
          <p:cNvGrpSpPr>
            <a:grpSpLocks noChangeAspect="1"/>
          </p:cNvGrpSpPr>
          <p:nvPr/>
        </p:nvGrpSpPr>
        <p:grpSpPr>
          <a:xfrm>
            <a:off x="6832292" y="5212561"/>
            <a:ext cx="299518" cy="456438"/>
            <a:chOff x="5077876" y="2153290"/>
            <a:chExt cx="272289" cy="414944"/>
          </a:xfrm>
          <a:solidFill>
            <a:srgbClr val="FFFFFF"/>
          </a:solidFill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FC4B5CC4-CFAB-5942-9F3D-396E1D2C1836}"/>
                </a:ext>
              </a:extLst>
            </p:cNvPr>
            <p:cNvSpPr/>
            <p:nvPr/>
          </p:nvSpPr>
          <p:spPr>
            <a:xfrm>
              <a:off x="5077876" y="2153290"/>
              <a:ext cx="272289" cy="343718"/>
            </a:xfrm>
            <a:custGeom>
              <a:avLst/>
              <a:gdLst>
                <a:gd name="connsiteX0" fmla="*/ 188122 w 272289"/>
                <a:gd name="connsiteY0" fmla="*/ 343718 h 343718"/>
                <a:gd name="connsiteX1" fmla="*/ 84561 w 272289"/>
                <a:gd name="connsiteY1" fmla="*/ 343718 h 343718"/>
                <a:gd name="connsiteX2" fmla="*/ 77812 w 272289"/>
                <a:gd name="connsiteY2" fmla="*/ 336803 h 343718"/>
                <a:gd name="connsiteX3" fmla="*/ 77812 w 272289"/>
                <a:gd name="connsiteY3" fmla="*/ 335651 h 343718"/>
                <a:gd name="connsiteX4" fmla="*/ 38976 w 272289"/>
                <a:gd name="connsiteY4" fmla="*/ 240913 h 343718"/>
                <a:gd name="connsiteX5" fmla="*/ 1579 w 272289"/>
                <a:gd name="connsiteY5" fmla="*/ 120359 h 343718"/>
                <a:gd name="connsiteX6" fmla="*/ 120520 w 272289"/>
                <a:gd name="connsiteY6" fmla="*/ 957 h 343718"/>
                <a:gd name="connsiteX7" fmla="*/ 271383 w 272289"/>
                <a:gd name="connsiteY7" fmla="*/ 125442 h 343718"/>
                <a:gd name="connsiteX8" fmla="*/ 232379 w 272289"/>
                <a:gd name="connsiteY8" fmla="*/ 242066 h 343718"/>
                <a:gd name="connsiteX9" fmla="*/ 194429 w 272289"/>
                <a:gd name="connsiteY9" fmla="*/ 334268 h 343718"/>
                <a:gd name="connsiteX10" fmla="*/ 194429 w 272289"/>
                <a:gd name="connsiteY10" fmla="*/ 337264 h 343718"/>
                <a:gd name="connsiteX11" fmla="*/ 188122 w 272289"/>
                <a:gd name="connsiteY11" fmla="*/ 343718 h 343718"/>
                <a:gd name="connsiteX12" fmla="*/ 91200 w 272289"/>
                <a:gd name="connsiteY12" fmla="*/ 329773 h 343718"/>
                <a:gd name="connsiteX13" fmla="*/ 180931 w 272289"/>
                <a:gd name="connsiteY13" fmla="*/ 329773 h 343718"/>
                <a:gd name="connsiteX14" fmla="*/ 222754 w 272289"/>
                <a:gd name="connsiteY14" fmla="*/ 232154 h 343718"/>
                <a:gd name="connsiteX15" fmla="*/ 222835 w 272289"/>
                <a:gd name="connsiteY15" fmla="*/ 51396 h 343718"/>
                <a:gd name="connsiteX16" fmla="*/ 121737 w 272289"/>
                <a:gd name="connsiteY16" fmla="*/ 14788 h 343718"/>
                <a:gd name="connsiteX17" fmla="*/ 14225 w 272289"/>
                <a:gd name="connsiteY17" fmla="*/ 156672 h 343718"/>
                <a:gd name="connsiteX18" fmla="*/ 48492 w 272289"/>
                <a:gd name="connsiteY18" fmla="*/ 231232 h 343718"/>
                <a:gd name="connsiteX19" fmla="*/ 91200 w 272289"/>
                <a:gd name="connsiteY19" fmla="*/ 329773 h 34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2289" h="343718">
                  <a:moveTo>
                    <a:pt x="188122" y="343718"/>
                  </a:moveTo>
                  <a:lnTo>
                    <a:pt x="84561" y="343718"/>
                  </a:lnTo>
                  <a:cubicBezTo>
                    <a:pt x="80876" y="343719"/>
                    <a:pt x="77872" y="340641"/>
                    <a:pt x="77812" y="336803"/>
                  </a:cubicBezTo>
                  <a:lnTo>
                    <a:pt x="77812" y="335651"/>
                  </a:lnTo>
                  <a:cubicBezTo>
                    <a:pt x="77341" y="299978"/>
                    <a:pt x="63387" y="265937"/>
                    <a:pt x="38976" y="240913"/>
                  </a:cubicBezTo>
                  <a:cubicBezTo>
                    <a:pt x="8930" y="209137"/>
                    <a:pt x="-4935" y="164441"/>
                    <a:pt x="1579" y="120359"/>
                  </a:cubicBezTo>
                  <a:cubicBezTo>
                    <a:pt x="11136" y="57332"/>
                    <a:pt x="59703" y="8577"/>
                    <a:pt x="120520" y="957"/>
                  </a:cubicBezTo>
                  <a:cubicBezTo>
                    <a:pt x="195180" y="-8063"/>
                    <a:pt x="262724" y="47671"/>
                    <a:pt x="271383" y="125442"/>
                  </a:cubicBezTo>
                  <a:cubicBezTo>
                    <a:pt x="276175" y="168483"/>
                    <a:pt x="261807" y="211443"/>
                    <a:pt x="232379" y="242066"/>
                  </a:cubicBezTo>
                  <a:cubicBezTo>
                    <a:pt x="208386" y="266265"/>
                    <a:pt x="194715" y="299480"/>
                    <a:pt x="194429" y="334268"/>
                  </a:cubicBezTo>
                  <a:lnTo>
                    <a:pt x="194429" y="337264"/>
                  </a:lnTo>
                  <a:cubicBezTo>
                    <a:pt x="194208" y="340773"/>
                    <a:pt x="191494" y="343550"/>
                    <a:pt x="188122" y="343718"/>
                  </a:cubicBezTo>
                  <a:close/>
                  <a:moveTo>
                    <a:pt x="91200" y="329773"/>
                  </a:moveTo>
                  <a:lnTo>
                    <a:pt x="180931" y="329773"/>
                  </a:lnTo>
                  <a:cubicBezTo>
                    <a:pt x="182371" y="292858"/>
                    <a:pt x="197338" y="257923"/>
                    <a:pt x="222754" y="232154"/>
                  </a:cubicBezTo>
                  <a:cubicBezTo>
                    <a:pt x="270694" y="182262"/>
                    <a:pt x="270731" y="101334"/>
                    <a:pt x="222835" y="51396"/>
                  </a:cubicBezTo>
                  <a:cubicBezTo>
                    <a:pt x="196290" y="23719"/>
                    <a:pt x="159039" y="10230"/>
                    <a:pt x="121737" y="14788"/>
                  </a:cubicBezTo>
                  <a:cubicBezTo>
                    <a:pt x="54435" y="23042"/>
                    <a:pt x="6300" y="86566"/>
                    <a:pt x="14225" y="156672"/>
                  </a:cubicBezTo>
                  <a:cubicBezTo>
                    <a:pt x="17403" y="184793"/>
                    <a:pt x="29456" y="211018"/>
                    <a:pt x="48492" y="231232"/>
                  </a:cubicBezTo>
                  <a:cubicBezTo>
                    <a:pt x="74005" y="257397"/>
                    <a:pt x="89234" y="292534"/>
                    <a:pt x="91200" y="329773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95AB96F-775B-7240-842C-E6D2C6D5658D}"/>
                </a:ext>
              </a:extLst>
            </p:cNvPr>
            <p:cNvSpPr/>
            <p:nvPr/>
          </p:nvSpPr>
          <p:spPr>
            <a:xfrm>
              <a:off x="5305740" y="2277568"/>
              <a:ext cx="14806" cy="31348"/>
            </a:xfrm>
            <a:custGeom>
              <a:avLst/>
              <a:gdLst>
                <a:gd name="connsiteX0" fmla="*/ 8167 w 14806"/>
                <a:gd name="connsiteY0" fmla="*/ 31348 h 31348"/>
                <a:gd name="connsiteX1" fmla="*/ 1417 w 14806"/>
                <a:gd name="connsiteY1" fmla="*/ 24318 h 31348"/>
                <a:gd name="connsiteX2" fmla="*/ 90 w 14806"/>
                <a:gd name="connsiteY2" fmla="*/ 8183 h 31348"/>
                <a:gd name="connsiteX3" fmla="*/ 5622 w 14806"/>
                <a:gd name="connsiteY3" fmla="*/ 115 h 31348"/>
                <a:gd name="connsiteX4" fmla="*/ 13351 w 14806"/>
                <a:gd name="connsiteY4" fmla="*/ 5667 h 31348"/>
                <a:gd name="connsiteX5" fmla="*/ 13367 w 14806"/>
                <a:gd name="connsiteY5" fmla="*/ 5762 h 31348"/>
                <a:gd name="connsiteX6" fmla="*/ 14805 w 14806"/>
                <a:gd name="connsiteY6" fmla="*/ 24318 h 31348"/>
                <a:gd name="connsiteX7" fmla="*/ 8278 w 14806"/>
                <a:gd name="connsiteY7" fmla="*/ 31347 h 31348"/>
                <a:gd name="connsiteX8" fmla="*/ 8167 w 14806"/>
                <a:gd name="connsiteY8" fmla="*/ 31348 h 3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06" h="31348">
                  <a:moveTo>
                    <a:pt x="8167" y="31348"/>
                  </a:moveTo>
                  <a:cubicBezTo>
                    <a:pt x="4439" y="31348"/>
                    <a:pt x="1417" y="28201"/>
                    <a:pt x="1417" y="24318"/>
                  </a:cubicBezTo>
                  <a:cubicBezTo>
                    <a:pt x="1420" y="18910"/>
                    <a:pt x="976" y="13512"/>
                    <a:pt x="90" y="8183"/>
                  </a:cubicBezTo>
                  <a:cubicBezTo>
                    <a:pt x="-510" y="4366"/>
                    <a:pt x="1962" y="762"/>
                    <a:pt x="5622" y="115"/>
                  </a:cubicBezTo>
                  <a:cubicBezTo>
                    <a:pt x="9228" y="-575"/>
                    <a:pt x="12688" y="1911"/>
                    <a:pt x="13351" y="5667"/>
                  </a:cubicBezTo>
                  <a:cubicBezTo>
                    <a:pt x="13356" y="5699"/>
                    <a:pt x="13362" y="5731"/>
                    <a:pt x="13367" y="5762"/>
                  </a:cubicBezTo>
                  <a:cubicBezTo>
                    <a:pt x="14344" y="11895"/>
                    <a:pt x="14825" y="18102"/>
                    <a:pt x="14805" y="24318"/>
                  </a:cubicBezTo>
                  <a:cubicBezTo>
                    <a:pt x="14866" y="28137"/>
                    <a:pt x="11944" y="31284"/>
                    <a:pt x="8278" y="31347"/>
                  </a:cubicBezTo>
                  <a:cubicBezTo>
                    <a:pt x="8241" y="31348"/>
                    <a:pt x="8204" y="31348"/>
                    <a:pt x="8167" y="31348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D95D7D9-1F8E-644D-A8E2-DC4A90B2FFDB}"/>
                </a:ext>
              </a:extLst>
            </p:cNvPr>
            <p:cNvSpPr/>
            <p:nvPr/>
          </p:nvSpPr>
          <p:spPr>
            <a:xfrm>
              <a:off x="5288785" y="2234466"/>
              <a:ext cx="23763" cy="34688"/>
            </a:xfrm>
            <a:custGeom>
              <a:avLst/>
              <a:gdLst>
                <a:gd name="connsiteX0" fmla="*/ 17487 w 23763"/>
                <a:gd name="connsiteY0" fmla="*/ 34688 h 34688"/>
                <a:gd name="connsiteX1" fmla="*/ 11291 w 23763"/>
                <a:gd name="connsiteY1" fmla="*/ 30424 h 34688"/>
                <a:gd name="connsiteX2" fmla="*/ 1223 w 23763"/>
                <a:gd name="connsiteY2" fmla="*/ 11061 h 34688"/>
                <a:gd name="connsiteX3" fmla="*/ 2876 w 23763"/>
                <a:gd name="connsiteY3" fmla="*/ 1269 h 34688"/>
                <a:gd name="connsiteX4" fmla="*/ 2882 w 23763"/>
                <a:gd name="connsiteY4" fmla="*/ 1265 h 34688"/>
                <a:gd name="connsiteX5" fmla="*/ 12134 w 23763"/>
                <a:gd name="connsiteY5" fmla="*/ 2930 h 34688"/>
                <a:gd name="connsiteX6" fmla="*/ 12176 w 23763"/>
                <a:gd name="connsiteY6" fmla="*/ 2994 h 34688"/>
                <a:gd name="connsiteX7" fmla="*/ 23241 w 23763"/>
                <a:gd name="connsiteY7" fmla="*/ 24661 h 34688"/>
                <a:gd name="connsiteX8" fmla="*/ 19700 w 23763"/>
                <a:gd name="connsiteY8" fmla="*/ 33719 h 34688"/>
                <a:gd name="connsiteX9" fmla="*/ 19589 w 23763"/>
                <a:gd name="connsiteY9" fmla="*/ 33766 h 34688"/>
                <a:gd name="connsiteX10" fmla="*/ 17487 w 23763"/>
                <a:gd name="connsiteY10" fmla="*/ 34688 h 3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63" h="34688">
                  <a:moveTo>
                    <a:pt x="17487" y="34688"/>
                  </a:moveTo>
                  <a:cubicBezTo>
                    <a:pt x="14798" y="34655"/>
                    <a:pt x="12375" y="32988"/>
                    <a:pt x="11291" y="30424"/>
                  </a:cubicBezTo>
                  <a:cubicBezTo>
                    <a:pt x="8690" y="23574"/>
                    <a:pt x="5309" y="17073"/>
                    <a:pt x="1223" y="11061"/>
                  </a:cubicBezTo>
                  <a:cubicBezTo>
                    <a:pt x="-917" y="7882"/>
                    <a:pt x="-176" y="3498"/>
                    <a:pt x="2876" y="1269"/>
                  </a:cubicBezTo>
                  <a:cubicBezTo>
                    <a:pt x="2878" y="1268"/>
                    <a:pt x="2880" y="1266"/>
                    <a:pt x="2882" y="1265"/>
                  </a:cubicBezTo>
                  <a:cubicBezTo>
                    <a:pt x="5878" y="-936"/>
                    <a:pt x="10020" y="-191"/>
                    <a:pt x="12134" y="2930"/>
                  </a:cubicBezTo>
                  <a:cubicBezTo>
                    <a:pt x="12148" y="2951"/>
                    <a:pt x="12162" y="2972"/>
                    <a:pt x="12176" y="2994"/>
                  </a:cubicBezTo>
                  <a:cubicBezTo>
                    <a:pt x="16667" y="9739"/>
                    <a:pt x="20381" y="17012"/>
                    <a:pt x="23241" y="24661"/>
                  </a:cubicBezTo>
                  <a:cubicBezTo>
                    <a:pt x="24664" y="28181"/>
                    <a:pt x="23079" y="32236"/>
                    <a:pt x="19700" y="33719"/>
                  </a:cubicBezTo>
                  <a:cubicBezTo>
                    <a:pt x="19663" y="33735"/>
                    <a:pt x="19626" y="33751"/>
                    <a:pt x="19589" y="33766"/>
                  </a:cubicBezTo>
                  <a:cubicBezTo>
                    <a:pt x="18965" y="34235"/>
                    <a:pt x="18246" y="34550"/>
                    <a:pt x="17487" y="34688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3027DA06-DC34-5D43-902C-6FE9D8275D16}"/>
                </a:ext>
              </a:extLst>
            </p:cNvPr>
            <p:cNvSpPr/>
            <p:nvPr/>
          </p:nvSpPr>
          <p:spPr>
            <a:xfrm>
              <a:off x="5260017" y="2206731"/>
              <a:ext cx="27074" cy="24625"/>
            </a:xfrm>
            <a:custGeom>
              <a:avLst/>
              <a:gdLst>
                <a:gd name="connsiteX0" fmla="*/ 20586 w 27074"/>
                <a:gd name="connsiteY0" fmla="*/ 24620 h 24625"/>
                <a:gd name="connsiteX1" fmla="*/ 16160 w 27074"/>
                <a:gd name="connsiteY1" fmla="*/ 22891 h 24625"/>
                <a:gd name="connsiteX2" fmla="*/ 3658 w 27074"/>
                <a:gd name="connsiteY2" fmla="*/ 13095 h 24625"/>
                <a:gd name="connsiteX3" fmla="*/ 709 w 27074"/>
                <a:gd name="connsiteY3" fmla="*/ 3810 h 24625"/>
                <a:gd name="connsiteX4" fmla="*/ 9622 w 27074"/>
                <a:gd name="connsiteY4" fmla="*/ 739 h 24625"/>
                <a:gd name="connsiteX5" fmla="*/ 10849 w 27074"/>
                <a:gd name="connsiteY5" fmla="*/ 1569 h 24625"/>
                <a:gd name="connsiteX6" fmla="*/ 25122 w 27074"/>
                <a:gd name="connsiteY6" fmla="*/ 13095 h 24625"/>
                <a:gd name="connsiteX7" fmla="*/ 25139 w 27074"/>
                <a:gd name="connsiteY7" fmla="*/ 22874 h 24625"/>
                <a:gd name="connsiteX8" fmla="*/ 25122 w 27074"/>
                <a:gd name="connsiteY8" fmla="*/ 22891 h 24625"/>
                <a:gd name="connsiteX9" fmla="*/ 20586 w 27074"/>
                <a:gd name="connsiteY9" fmla="*/ 24620 h 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074" h="24625">
                  <a:moveTo>
                    <a:pt x="20586" y="24620"/>
                  </a:moveTo>
                  <a:cubicBezTo>
                    <a:pt x="18957" y="24629"/>
                    <a:pt x="17382" y="24014"/>
                    <a:pt x="16160" y="22891"/>
                  </a:cubicBezTo>
                  <a:cubicBezTo>
                    <a:pt x="12259" y="19272"/>
                    <a:pt x="8077" y="15995"/>
                    <a:pt x="3658" y="13095"/>
                  </a:cubicBezTo>
                  <a:cubicBezTo>
                    <a:pt x="382" y="11379"/>
                    <a:pt x="-938" y="7222"/>
                    <a:pt x="709" y="3810"/>
                  </a:cubicBezTo>
                  <a:cubicBezTo>
                    <a:pt x="2356" y="398"/>
                    <a:pt x="6347" y="-977"/>
                    <a:pt x="9622" y="739"/>
                  </a:cubicBezTo>
                  <a:cubicBezTo>
                    <a:pt x="10059" y="968"/>
                    <a:pt x="10471" y="1246"/>
                    <a:pt x="10849" y="1569"/>
                  </a:cubicBezTo>
                  <a:cubicBezTo>
                    <a:pt x="15904" y="4995"/>
                    <a:pt x="20678" y="8850"/>
                    <a:pt x="25122" y="13095"/>
                  </a:cubicBezTo>
                  <a:cubicBezTo>
                    <a:pt x="27719" y="15791"/>
                    <a:pt x="27727" y="20169"/>
                    <a:pt x="25139" y="22874"/>
                  </a:cubicBezTo>
                  <a:cubicBezTo>
                    <a:pt x="25133" y="22880"/>
                    <a:pt x="25128" y="22886"/>
                    <a:pt x="25122" y="22891"/>
                  </a:cubicBezTo>
                  <a:cubicBezTo>
                    <a:pt x="23890" y="24072"/>
                    <a:pt x="22258" y="24694"/>
                    <a:pt x="20586" y="24620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E942A40-2370-7E4D-8048-30C5AB15EAFC}"/>
                </a:ext>
              </a:extLst>
            </p:cNvPr>
            <p:cNvSpPr/>
            <p:nvPr/>
          </p:nvSpPr>
          <p:spPr>
            <a:xfrm>
              <a:off x="5136768" y="2482602"/>
              <a:ext cx="154352" cy="85632"/>
            </a:xfrm>
            <a:custGeom>
              <a:avLst/>
              <a:gdLst>
                <a:gd name="connsiteX0" fmla="*/ 120158 w 154352"/>
                <a:gd name="connsiteY0" fmla="*/ 85633 h 85632"/>
                <a:gd name="connsiteX1" fmla="*/ 34189 w 154352"/>
                <a:gd name="connsiteY1" fmla="*/ 85633 h 85632"/>
                <a:gd name="connsiteX2" fmla="*/ 0 w 154352"/>
                <a:gd name="connsiteY2" fmla="*/ 50020 h 85632"/>
                <a:gd name="connsiteX3" fmla="*/ 0 w 154352"/>
                <a:gd name="connsiteY3" fmla="*/ 16481 h 85632"/>
                <a:gd name="connsiteX4" fmla="*/ 15933 w 154352"/>
                <a:gd name="connsiteY4" fmla="*/ 0 h 85632"/>
                <a:gd name="connsiteX5" fmla="*/ 138524 w 154352"/>
                <a:gd name="connsiteY5" fmla="*/ 0 h 85632"/>
                <a:gd name="connsiteX6" fmla="*/ 154346 w 154352"/>
                <a:gd name="connsiteY6" fmla="*/ 16481 h 85632"/>
                <a:gd name="connsiteX7" fmla="*/ 154346 w 154352"/>
                <a:gd name="connsiteY7" fmla="*/ 49328 h 85632"/>
                <a:gd name="connsiteX8" fmla="*/ 120828 w 154352"/>
                <a:gd name="connsiteY8" fmla="*/ 85626 h 85632"/>
                <a:gd name="connsiteX9" fmla="*/ 120158 w 154352"/>
                <a:gd name="connsiteY9" fmla="*/ 85633 h 85632"/>
                <a:gd name="connsiteX10" fmla="*/ 15933 w 154352"/>
                <a:gd name="connsiteY10" fmla="*/ 14407 h 85632"/>
                <a:gd name="connsiteX11" fmla="*/ 13498 w 154352"/>
                <a:gd name="connsiteY11" fmla="*/ 16942 h 85632"/>
                <a:gd name="connsiteX12" fmla="*/ 13498 w 154352"/>
                <a:gd name="connsiteY12" fmla="*/ 49789 h 85632"/>
                <a:gd name="connsiteX13" fmla="*/ 34189 w 154352"/>
                <a:gd name="connsiteY13" fmla="*/ 71457 h 85632"/>
                <a:gd name="connsiteX14" fmla="*/ 120158 w 154352"/>
                <a:gd name="connsiteY14" fmla="*/ 71457 h 85632"/>
                <a:gd name="connsiteX15" fmla="*/ 140958 w 154352"/>
                <a:gd name="connsiteY15" fmla="*/ 49789 h 85632"/>
                <a:gd name="connsiteX16" fmla="*/ 140958 w 154352"/>
                <a:gd name="connsiteY16" fmla="*/ 16481 h 85632"/>
                <a:gd name="connsiteX17" fmla="*/ 138524 w 154352"/>
                <a:gd name="connsiteY17" fmla="*/ 13946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4352" h="85632">
                  <a:moveTo>
                    <a:pt x="120158" y="85633"/>
                  </a:moveTo>
                  <a:lnTo>
                    <a:pt x="34189" y="85633"/>
                  </a:lnTo>
                  <a:cubicBezTo>
                    <a:pt x="15307" y="85633"/>
                    <a:pt x="0" y="69688"/>
                    <a:pt x="0" y="50020"/>
                  </a:cubicBezTo>
                  <a:lnTo>
                    <a:pt x="0" y="16481"/>
                  </a:lnTo>
                  <a:cubicBezTo>
                    <a:pt x="61" y="7360"/>
                    <a:pt x="7176" y="0"/>
                    <a:pt x="15933" y="0"/>
                  </a:cubicBezTo>
                  <a:lnTo>
                    <a:pt x="138524" y="0"/>
                  </a:lnTo>
                  <a:cubicBezTo>
                    <a:pt x="147262" y="0"/>
                    <a:pt x="154346" y="7379"/>
                    <a:pt x="154346" y="16481"/>
                  </a:cubicBezTo>
                  <a:lnTo>
                    <a:pt x="154346" y="49328"/>
                  </a:lnTo>
                  <a:cubicBezTo>
                    <a:pt x="154713" y="68993"/>
                    <a:pt x="139706" y="85244"/>
                    <a:pt x="120828" y="85626"/>
                  </a:cubicBezTo>
                  <a:cubicBezTo>
                    <a:pt x="120605" y="85630"/>
                    <a:pt x="120381" y="85633"/>
                    <a:pt x="120158" y="85633"/>
                  </a:cubicBezTo>
                  <a:close/>
                  <a:moveTo>
                    <a:pt x="15933" y="14407"/>
                  </a:moveTo>
                  <a:cubicBezTo>
                    <a:pt x="14588" y="14407"/>
                    <a:pt x="13498" y="15542"/>
                    <a:pt x="13498" y="16942"/>
                  </a:cubicBezTo>
                  <a:lnTo>
                    <a:pt x="13498" y="49789"/>
                  </a:lnTo>
                  <a:cubicBezTo>
                    <a:pt x="13498" y="61711"/>
                    <a:pt x="22744" y="71393"/>
                    <a:pt x="34189" y="71457"/>
                  </a:cubicBezTo>
                  <a:lnTo>
                    <a:pt x="120158" y="71457"/>
                  </a:lnTo>
                  <a:cubicBezTo>
                    <a:pt x="131646" y="71457"/>
                    <a:pt x="140958" y="61756"/>
                    <a:pt x="140958" y="49789"/>
                  </a:cubicBezTo>
                  <a:lnTo>
                    <a:pt x="140958" y="16481"/>
                  </a:lnTo>
                  <a:cubicBezTo>
                    <a:pt x="140958" y="15081"/>
                    <a:pt x="139869" y="13946"/>
                    <a:pt x="138524" y="13946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98A6755E-C052-EC45-9F0A-4E4D6653F6BE}"/>
                </a:ext>
              </a:extLst>
            </p:cNvPr>
            <p:cNvSpPr/>
            <p:nvPr/>
          </p:nvSpPr>
          <p:spPr>
            <a:xfrm>
              <a:off x="5135905" y="2518502"/>
              <a:ext cx="95993" cy="14062"/>
            </a:xfrm>
            <a:custGeom>
              <a:avLst/>
              <a:gdLst>
                <a:gd name="connsiteX0" fmla="*/ 88381 w 95993"/>
                <a:gd name="connsiteY0" fmla="*/ 14004 h 14062"/>
                <a:gd name="connsiteX1" fmla="*/ 7612 w 95993"/>
                <a:gd name="connsiteY1" fmla="*/ 14004 h 14062"/>
                <a:gd name="connsiteX2" fmla="*/ 56 w 95993"/>
                <a:gd name="connsiteY2" fmla="*/ 7929 h 14062"/>
                <a:gd name="connsiteX3" fmla="*/ 5888 w 95993"/>
                <a:gd name="connsiteY3" fmla="*/ 58 h 14062"/>
                <a:gd name="connsiteX4" fmla="*/ 7612 w 95993"/>
                <a:gd name="connsiteY4" fmla="*/ 58 h 14062"/>
                <a:gd name="connsiteX5" fmla="*/ 88381 w 95993"/>
                <a:gd name="connsiteY5" fmla="*/ 58 h 14062"/>
                <a:gd name="connsiteX6" fmla="*/ 95937 w 95993"/>
                <a:gd name="connsiteY6" fmla="*/ 6133 h 14062"/>
                <a:gd name="connsiteX7" fmla="*/ 90106 w 95993"/>
                <a:gd name="connsiteY7" fmla="*/ 14004 h 14062"/>
                <a:gd name="connsiteX8" fmla="*/ 88381 w 95993"/>
                <a:gd name="connsiteY8" fmla="*/ 14004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93" h="14062">
                  <a:moveTo>
                    <a:pt x="88381" y="14004"/>
                  </a:moveTo>
                  <a:lnTo>
                    <a:pt x="7612" y="14004"/>
                  </a:lnTo>
                  <a:cubicBezTo>
                    <a:pt x="3915" y="14500"/>
                    <a:pt x="532" y="11780"/>
                    <a:pt x="56" y="7929"/>
                  </a:cubicBezTo>
                  <a:cubicBezTo>
                    <a:pt x="-420" y="4079"/>
                    <a:pt x="2191" y="555"/>
                    <a:pt x="5888" y="58"/>
                  </a:cubicBezTo>
                  <a:cubicBezTo>
                    <a:pt x="6460" y="-18"/>
                    <a:pt x="7040" y="-18"/>
                    <a:pt x="7612" y="58"/>
                  </a:cubicBezTo>
                  <a:lnTo>
                    <a:pt x="88381" y="58"/>
                  </a:lnTo>
                  <a:cubicBezTo>
                    <a:pt x="92078" y="-438"/>
                    <a:pt x="95461" y="2282"/>
                    <a:pt x="95937" y="6133"/>
                  </a:cubicBezTo>
                  <a:cubicBezTo>
                    <a:pt x="96414" y="9984"/>
                    <a:pt x="93803" y="13508"/>
                    <a:pt x="90106" y="14004"/>
                  </a:cubicBezTo>
                  <a:cubicBezTo>
                    <a:pt x="89533" y="14081"/>
                    <a:pt x="88954" y="14081"/>
                    <a:pt x="88381" y="1400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5B97D874-922D-8A41-A911-CE989B1AB4B7}"/>
                </a:ext>
              </a:extLst>
            </p:cNvPr>
            <p:cNvSpPr/>
            <p:nvPr/>
          </p:nvSpPr>
          <p:spPr>
            <a:xfrm>
              <a:off x="5146416" y="2434484"/>
              <a:ext cx="132993" cy="14061"/>
            </a:xfrm>
            <a:custGeom>
              <a:avLst/>
              <a:gdLst>
                <a:gd name="connsiteX0" fmla="*/ 127106 w 132993"/>
                <a:gd name="connsiteY0" fmla="*/ 14003 h 14061"/>
                <a:gd name="connsiteX1" fmla="*/ 7612 w 132993"/>
                <a:gd name="connsiteY1" fmla="*/ 14003 h 14061"/>
                <a:gd name="connsiteX2" fmla="*/ 56 w 132993"/>
                <a:gd name="connsiteY2" fmla="*/ 7929 h 14061"/>
                <a:gd name="connsiteX3" fmla="*/ 5888 w 132993"/>
                <a:gd name="connsiteY3" fmla="*/ 58 h 14061"/>
                <a:gd name="connsiteX4" fmla="*/ 7612 w 132993"/>
                <a:gd name="connsiteY4" fmla="*/ 58 h 14061"/>
                <a:gd name="connsiteX5" fmla="*/ 127106 w 132993"/>
                <a:gd name="connsiteY5" fmla="*/ 58 h 14061"/>
                <a:gd name="connsiteX6" fmla="*/ 132938 w 132993"/>
                <a:gd name="connsiteY6" fmla="*/ 7929 h 14061"/>
                <a:gd name="connsiteX7" fmla="*/ 127106 w 132993"/>
                <a:gd name="connsiteY7" fmla="*/ 14003 h 1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993" h="14061">
                  <a:moveTo>
                    <a:pt x="127106" y="14003"/>
                  </a:moveTo>
                  <a:lnTo>
                    <a:pt x="7612" y="14003"/>
                  </a:lnTo>
                  <a:cubicBezTo>
                    <a:pt x="3915" y="14499"/>
                    <a:pt x="532" y="11780"/>
                    <a:pt x="56" y="7929"/>
                  </a:cubicBezTo>
                  <a:cubicBezTo>
                    <a:pt x="-420" y="4078"/>
                    <a:pt x="2191" y="554"/>
                    <a:pt x="5888" y="58"/>
                  </a:cubicBezTo>
                  <a:cubicBezTo>
                    <a:pt x="6460" y="-19"/>
                    <a:pt x="7040" y="-19"/>
                    <a:pt x="7612" y="58"/>
                  </a:cubicBezTo>
                  <a:lnTo>
                    <a:pt x="127106" y="58"/>
                  </a:lnTo>
                  <a:cubicBezTo>
                    <a:pt x="130803" y="554"/>
                    <a:pt x="133414" y="4078"/>
                    <a:pt x="132938" y="7929"/>
                  </a:cubicBezTo>
                  <a:cubicBezTo>
                    <a:pt x="132545" y="11099"/>
                    <a:pt x="130150" y="13595"/>
                    <a:pt x="127106" y="14003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BF6A6F28-10AB-3F49-B3F6-C971A22CEF5A}"/>
                </a:ext>
              </a:extLst>
            </p:cNvPr>
            <p:cNvSpPr/>
            <p:nvPr/>
          </p:nvSpPr>
          <p:spPr>
            <a:xfrm>
              <a:off x="5180804" y="2192511"/>
              <a:ext cx="66385" cy="69151"/>
            </a:xfrm>
            <a:custGeom>
              <a:avLst/>
              <a:gdLst>
                <a:gd name="connsiteX0" fmla="*/ 33193 w 66385"/>
                <a:gd name="connsiteY0" fmla="*/ 69152 h 69151"/>
                <a:gd name="connsiteX1" fmla="*/ 0 w 66385"/>
                <a:gd name="connsiteY1" fmla="*/ 34576 h 69151"/>
                <a:gd name="connsiteX2" fmla="*/ 33193 w 66385"/>
                <a:gd name="connsiteY2" fmla="*/ 0 h 69151"/>
                <a:gd name="connsiteX3" fmla="*/ 66385 w 66385"/>
                <a:gd name="connsiteY3" fmla="*/ 34576 h 69151"/>
                <a:gd name="connsiteX4" fmla="*/ 33193 w 66385"/>
                <a:gd name="connsiteY4" fmla="*/ 69152 h 69151"/>
                <a:gd name="connsiteX5" fmla="*/ 33193 w 66385"/>
                <a:gd name="connsiteY5" fmla="*/ 13254 h 69151"/>
                <a:gd name="connsiteX6" fmla="*/ 13056 w 66385"/>
                <a:gd name="connsiteY6" fmla="*/ 34230 h 69151"/>
                <a:gd name="connsiteX7" fmla="*/ 33193 w 66385"/>
                <a:gd name="connsiteY7" fmla="*/ 55206 h 69151"/>
                <a:gd name="connsiteX8" fmla="*/ 53330 w 66385"/>
                <a:gd name="connsiteY8" fmla="*/ 34230 h 69151"/>
                <a:gd name="connsiteX9" fmla="*/ 33415 w 66385"/>
                <a:gd name="connsiteY9" fmla="*/ 13254 h 69151"/>
                <a:gd name="connsiteX10" fmla="*/ 33193 w 66385"/>
                <a:gd name="connsiteY10" fmla="*/ 13254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85" h="69151">
                  <a:moveTo>
                    <a:pt x="33193" y="69152"/>
                  </a:moveTo>
                  <a:cubicBezTo>
                    <a:pt x="14861" y="69152"/>
                    <a:pt x="0" y="53671"/>
                    <a:pt x="0" y="34576"/>
                  </a:cubicBezTo>
                  <a:cubicBezTo>
                    <a:pt x="0" y="15480"/>
                    <a:pt x="14861" y="0"/>
                    <a:pt x="33193" y="0"/>
                  </a:cubicBezTo>
                  <a:cubicBezTo>
                    <a:pt x="51525" y="0"/>
                    <a:pt x="66385" y="15480"/>
                    <a:pt x="66385" y="34576"/>
                  </a:cubicBezTo>
                  <a:cubicBezTo>
                    <a:pt x="66385" y="53671"/>
                    <a:pt x="51525" y="69152"/>
                    <a:pt x="33193" y="69152"/>
                  </a:cubicBezTo>
                  <a:close/>
                  <a:moveTo>
                    <a:pt x="33193" y="13254"/>
                  </a:moveTo>
                  <a:cubicBezTo>
                    <a:pt x="22071" y="13254"/>
                    <a:pt x="13056" y="22645"/>
                    <a:pt x="13056" y="34230"/>
                  </a:cubicBezTo>
                  <a:cubicBezTo>
                    <a:pt x="13056" y="45815"/>
                    <a:pt x="22071" y="55206"/>
                    <a:pt x="33193" y="55206"/>
                  </a:cubicBezTo>
                  <a:cubicBezTo>
                    <a:pt x="44314" y="55206"/>
                    <a:pt x="53330" y="45815"/>
                    <a:pt x="53330" y="34230"/>
                  </a:cubicBezTo>
                  <a:cubicBezTo>
                    <a:pt x="53391" y="22709"/>
                    <a:pt x="44475" y="13318"/>
                    <a:pt x="33415" y="13254"/>
                  </a:cubicBezTo>
                  <a:cubicBezTo>
                    <a:pt x="33341" y="13254"/>
                    <a:pt x="33267" y="13254"/>
                    <a:pt x="33193" y="1325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C4B4B5CE-47A8-3D4F-B65F-CF8C06C84E67}"/>
                </a:ext>
              </a:extLst>
            </p:cNvPr>
            <p:cNvSpPr/>
            <p:nvPr/>
          </p:nvSpPr>
          <p:spPr>
            <a:xfrm>
              <a:off x="5148662" y="2277151"/>
              <a:ext cx="130282" cy="99856"/>
            </a:xfrm>
            <a:custGeom>
              <a:avLst/>
              <a:gdLst>
                <a:gd name="connsiteX0" fmla="*/ 123754 w 130282"/>
                <a:gd name="connsiteY0" fmla="*/ 98496 h 99856"/>
                <a:gd name="connsiteX1" fmla="*/ 117004 w 130282"/>
                <a:gd name="connsiteY1" fmla="*/ 91466 h 99856"/>
                <a:gd name="connsiteX2" fmla="*/ 117004 w 130282"/>
                <a:gd name="connsiteY2" fmla="*/ 47324 h 99856"/>
                <a:gd name="connsiteX3" fmla="*/ 95208 w 130282"/>
                <a:gd name="connsiteY3" fmla="*/ 14477 h 99856"/>
                <a:gd name="connsiteX4" fmla="*/ 91889 w 130282"/>
                <a:gd name="connsiteY4" fmla="*/ 14477 h 99856"/>
                <a:gd name="connsiteX5" fmla="*/ 38780 w 130282"/>
                <a:gd name="connsiteY5" fmla="*/ 14477 h 99856"/>
                <a:gd name="connsiteX6" fmla="*/ 35572 w 130282"/>
                <a:gd name="connsiteY6" fmla="*/ 14477 h 99856"/>
                <a:gd name="connsiteX7" fmla="*/ 13443 w 130282"/>
                <a:gd name="connsiteY7" fmla="*/ 47785 h 99856"/>
                <a:gd name="connsiteX8" fmla="*/ 13443 w 130282"/>
                <a:gd name="connsiteY8" fmla="*/ 91927 h 99856"/>
                <a:gd name="connsiteX9" fmla="*/ 7612 w 130282"/>
                <a:gd name="connsiteY9" fmla="*/ 99798 h 99856"/>
                <a:gd name="connsiteX10" fmla="*/ 55 w 130282"/>
                <a:gd name="connsiteY10" fmla="*/ 93723 h 99856"/>
                <a:gd name="connsiteX11" fmla="*/ 55 w 130282"/>
                <a:gd name="connsiteY11" fmla="*/ 91927 h 99856"/>
                <a:gd name="connsiteX12" fmla="*/ 55 w 130282"/>
                <a:gd name="connsiteY12" fmla="*/ 47324 h 99856"/>
                <a:gd name="connsiteX13" fmla="*/ 30593 w 130282"/>
                <a:gd name="connsiteY13" fmla="*/ 1223 h 99856"/>
                <a:gd name="connsiteX14" fmla="*/ 47410 w 130282"/>
                <a:gd name="connsiteY14" fmla="*/ 4104 h 99856"/>
                <a:gd name="connsiteX15" fmla="*/ 82926 w 130282"/>
                <a:gd name="connsiteY15" fmla="*/ 4104 h 99856"/>
                <a:gd name="connsiteX16" fmla="*/ 99855 w 130282"/>
                <a:gd name="connsiteY16" fmla="*/ 1223 h 99856"/>
                <a:gd name="connsiteX17" fmla="*/ 130281 w 130282"/>
                <a:gd name="connsiteY17" fmla="*/ 47324 h 99856"/>
                <a:gd name="connsiteX18" fmla="*/ 130281 w 130282"/>
                <a:gd name="connsiteY18" fmla="*/ 91466 h 99856"/>
                <a:gd name="connsiteX19" fmla="*/ 123755 w 130282"/>
                <a:gd name="connsiteY19" fmla="*/ 98496 h 99856"/>
                <a:gd name="connsiteX20" fmla="*/ 123754 w 130282"/>
                <a:gd name="connsiteY20" fmla="*/ 98496 h 9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0282" h="99856">
                  <a:moveTo>
                    <a:pt x="123754" y="98496"/>
                  </a:moveTo>
                  <a:cubicBezTo>
                    <a:pt x="120026" y="98496"/>
                    <a:pt x="117004" y="95349"/>
                    <a:pt x="117004" y="91466"/>
                  </a:cubicBezTo>
                  <a:lnTo>
                    <a:pt x="117004" y="47324"/>
                  </a:lnTo>
                  <a:cubicBezTo>
                    <a:pt x="116749" y="32803"/>
                    <a:pt x="108159" y="19857"/>
                    <a:pt x="95208" y="14477"/>
                  </a:cubicBezTo>
                  <a:cubicBezTo>
                    <a:pt x="94187" y="13835"/>
                    <a:pt x="92909" y="13835"/>
                    <a:pt x="91889" y="14477"/>
                  </a:cubicBezTo>
                  <a:cubicBezTo>
                    <a:pt x="76570" y="28013"/>
                    <a:pt x="54098" y="28013"/>
                    <a:pt x="38780" y="14477"/>
                  </a:cubicBezTo>
                  <a:cubicBezTo>
                    <a:pt x="37801" y="13828"/>
                    <a:pt x="36550" y="13828"/>
                    <a:pt x="35572" y="14477"/>
                  </a:cubicBezTo>
                  <a:cubicBezTo>
                    <a:pt x="22323" y="19785"/>
                    <a:pt x="13543" y="32999"/>
                    <a:pt x="13443" y="47785"/>
                  </a:cubicBezTo>
                  <a:lnTo>
                    <a:pt x="13443" y="91927"/>
                  </a:lnTo>
                  <a:cubicBezTo>
                    <a:pt x="13919" y="95778"/>
                    <a:pt x="11308" y="99302"/>
                    <a:pt x="7612" y="99798"/>
                  </a:cubicBezTo>
                  <a:cubicBezTo>
                    <a:pt x="3915" y="100294"/>
                    <a:pt x="532" y="97574"/>
                    <a:pt x="55" y="93723"/>
                  </a:cubicBezTo>
                  <a:cubicBezTo>
                    <a:pt x="-18" y="93127"/>
                    <a:pt x="-18" y="92523"/>
                    <a:pt x="55" y="91927"/>
                  </a:cubicBezTo>
                  <a:lnTo>
                    <a:pt x="55" y="47324"/>
                  </a:lnTo>
                  <a:cubicBezTo>
                    <a:pt x="246" y="26905"/>
                    <a:pt x="12334" y="8656"/>
                    <a:pt x="30593" y="1223"/>
                  </a:cubicBezTo>
                  <a:cubicBezTo>
                    <a:pt x="36280" y="-1117"/>
                    <a:pt x="42742" y="-10"/>
                    <a:pt x="47410" y="4104"/>
                  </a:cubicBezTo>
                  <a:cubicBezTo>
                    <a:pt x="57669" y="13114"/>
                    <a:pt x="72668" y="13114"/>
                    <a:pt x="82926" y="4104"/>
                  </a:cubicBezTo>
                  <a:cubicBezTo>
                    <a:pt x="87629" y="-30"/>
                    <a:pt x="94133" y="-1137"/>
                    <a:pt x="99855" y="1223"/>
                  </a:cubicBezTo>
                  <a:cubicBezTo>
                    <a:pt x="118070" y="8693"/>
                    <a:pt x="130109" y="26933"/>
                    <a:pt x="130281" y="47324"/>
                  </a:cubicBezTo>
                  <a:lnTo>
                    <a:pt x="130281" y="91466"/>
                  </a:lnTo>
                  <a:cubicBezTo>
                    <a:pt x="130343" y="95284"/>
                    <a:pt x="127421" y="98432"/>
                    <a:pt x="123755" y="98496"/>
                  </a:cubicBezTo>
                  <a:cubicBezTo>
                    <a:pt x="123755" y="98496"/>
                    <a:pt x="123754" y="98496"/>
                    <a:pt x="123754" y="98496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F7E4693F-28AA-AB45-B8D6-3D937F09A5F5}"/>
                </a:ext>
              </a:extLst>
            </p:cNvPr>
            <p:cNvSpPr/>
            <p:nvPr/>
          </p:nvSpPr>
          <p:spPr>
            <a:xfrm>
              <a:off x="5181854" y="2326803"/>
              <a:ext cx="13499" cy="48844"/>
            </a:xfrm>
            <a:custGeom>
              <a:avLst/>
              <a:gdLst>
                <a:gd name="connsiteX0" fmla="*/ 6695 w 13499"/>
                <a:gd name="connsiteY0" fmla="*/ 48844 h 48844"/>
                <a:gd name="connsiteX1" fmla="*/ 55 w 13499"/>
                <a:gd name="connsiteY1" fmla="*/ 41930 h 48844"/>
                <a:gd name="connsiteX2" fmla="*/ 56 w 13499"/>
                <a:gd name="connsiteY2" fmla="*/ 41814 h 48844"/>
                <a:gd name="connsiteX3" fmla="*/ 56 w 13499"/>
                <a:gd name="connsiteY3" fmla="*/ 7929 h 48844"/>
                <a:gd name="connsiteX4" fmla="*/ 5888 w 13499"/>
                <a:gd name="connsiteY4" fmla="*/ 58 h 48844"/>
                <a:gd name="connsiteX5" fmla="*/ 13444 w 13499"/>
                <a:gd name="connsiteY5" fmla="*/ 6133 h 48844"/>
                <a:gd name="connsiteX6" fmla="*/ 13444 w 13499"/>
                <a:gd name="connsiteY6" fmla="*/ 7929 h 48844"/>
                <a:gd name="connsiteX7" fmla="*/ 13444 w 13499"/>
                <a:gd name="connsiteY7" fmla="*/ 41814 h 48844"/>
                <a:gd name="connsiteX8" fmla="*/ 6695 w 13499"/>
                <a:gd name="connsiteY8" fmla="*/ 48844 h 4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9" h="48844">
                  <a:moveTo>
                    <a:pt x="6695" y="48844"/>
                  </a:moveTo>
                  <a:cubicBezTo>
                    <a:pt x="3028" y="48845"/>
                    <a:pt x="56" y="45749"/>
                    <a:pt x="55" y="41930"/>
                  </a:cubicBezTo>
                  <a:cubicBezTo>
                    <a:pt x="55" y="41891"/>
                    <a:pt x="55" y="41852"/>
                    <a:pt x="56" y="41814"/>
                  </a:cubicBezTo>
                  <a:lnTo>
                    <a:pt x="56" y="7929"/>
                  </a:lnTo>
                  <a:cubicBezTo>
                    <a:pt x="-420" y="4079"/>
                    <a:pt x="2191" y="555"/>
                    <a:pt x="5888" y="58"/>
                  </a:cubicBezTo>
                  <a:cubicBezTo>
                    <a:pt x="9584" y="-438"/>
                    <a:pt x="12968" y="2282"/>
                    <a:pt x="13444" y="6133"/>
                  </a:cubicBezTo>
                  <a:cubicBezTo>
                    <a:pt x="13518" y="6729"/>
                    <a:pt x="13518" y="7333"/>
                    <a:pt x="13444" y="7929"/>
                  </a:cubicBezTo>
                  <a:lnTo>
                    <a:pt x="13444" y="41814"/>
                  </a:lnTo>
                  <a:cubicBezTo>
                    <a:pt x="13444" y="45697"/>
                    <a:pt x="10422" y="48844"/>
                    <a:pt x="6695" y="4884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87D5C01C-1714-8540-AC55-DFA15E152805}"/>
                </a:ext>
              </a:extLst>
            </p:cNvPr>
            <p:cNvSpPr/>
            <p:nvPr/>
          </p:nvSpPr>
          <p:spPr>
            <a:xfrm>
              <a:off x="5232860" y="2326803"/>
              <a:ext cx="13499" cy="48844"/>
            </a:xfrm>
            <a:custGeom>
              <a:avLst/>
              <a:gdLst>
                <a:gd name="connsiteX0" fmla="*/ 6695 w 13499"/>
                <a:gd name="connsiteY0" fmla="*/ 48844 h 48844"/>
                <a:gd name="connsiteX1" fmla="*/ 55 w 13499"/>
                <a:gd name="connsiteY1" fmla="*/ 41930 h 48844"/>
                <a:gd name="connsiteX2" fmla="*/ 56 w 13499"/>
                <a:gd name="connsiteY2" fmla="*/ 41814 h 48844"/>
                <a:gd name="connsiteX3" fmla="*/ 56 w 13499"/>
                <a:gd name="connsiteY3" fmla="*/ 7929 h 48844"/>
                <a:gd name="connsiteX4" fmla="*/ 5888 w 13499"/>
                <a:gd name="connsiteY4" fmla="*/ 58 h 48844"/>
                <a:gd name="connsiteX5" fmla="*/ 13444 w 13499"/>
                <a:gd name="connsiteY5" fmla="*/ 6133 h 48844"/>
                <a:gd name="connsiteX6" fmla="*/ 13444 w 13499"/>
                <a:gd name="connsiteY6" fmla="*/ 7929 h 48844"/>
                <a:gd name="connsiteX7" fmla="*/ 13444 w 13499"/>
                <a:gd name="connsiteY7" fmla="*/ 41814 h 48844"/>
                <a:gd name="connsiteX8" fmla="*/ 6695 w 13499"/>
                <a:gd name="connsiteY8" fmla="*/ 48844 h 4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9" h="48844">
                  <a:moveTo>
                    <a:pt x="6695" y="48844"/>
                  </a:moveTo>
                  <a:cubicBezTo>
                    <a:pt x="3028" y="48845"/>
                    <a:pt x="56" y="45749"/>
                    <a:pt x="55" y="41930"/>
                  </a:cubicBezTo>
                  <a:cubicBezTo>
                    <a:pt x="55" y="41891"/>
                    <a:pt x="55" y="41852"/>
                    <a:pt x="56" y="41814"/>
                  </a:cubicBezTo>
                  <a:lnTo>
                    <a:pt x="56" y="7929"/>
                  </a:lnTo>
                  <a:cubicBezTo>
                    <a:pt x="-420" y="4079"/>
                    <a:pt x="2191" y="555"/>
                    <a:pt x="5888" y="58"/>
                  </a:cubicBezTo>
                  <a:cubicBezTo>
                    <a:pt x="9584" y="-438"/>
                    <a:pt x="12968" y="2282"/>
                    <a:pt x="13444" y="6133"/>
                  </a:cubicBezTo>
                  <a:cubicBezTo>
                    <a:pt x="13518" y="6729"/>
                    <a:pt x="13518" y="7333"/>
                    <a:pt x="13444" y="7929"/>
                  </a:cubicBezTo>
                  <a:lnTo>
                    <a:pt x="13444" y="41814"/>
                  </a:lnTo>
                  <a:cubicBezTo>
                    <a:pt x="13444" y="45697"/>
                    <a:pt x="10422" y="48844"/>
                    <a:pt x="6695" y="48844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5" name="Graphic 61">
            <a:extLst>
              <a:ext uri="{FF2B5EF4-FFF2-40B4-BE49-F238E27FC236}">
                <a16:creationId xmlns:a16="http://schemas.microsoft.com/office/drawing/2014/main" id="{4532AD8A-837B-F44F-9D8B-21554526AEA9}"/>
              </a:ext>
            </a:extLst>
          </p:cNvPr>
          <p:cNvGrpSpPr>
            <a:grpSpLocks noChangeAspect="1"/>
          </p:cNvGrpSpPr>
          <p:nvPr/>
        </p:nvGrpSpPr>
        <p:grpSpPr>
          <a:xfrm>
            <a:off x="7722182" y="3674576"/>
            <a:ext cx="300737" cy="450848"/>
            <a:chOff x="5077907" y="2153325"/>
            <a:chExt cx="273397" cy="409862"/>
          </a:xfrm>
          <a:solidFill>
            <a:srgbClr val="FFFFFF"/>
          </a:solidFill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3F74157-2C93-E440-927E-A2F28DC501BB}"/>
                </a:ext>
              </a:extLst>
            </p:cNvPr>
            <p:cNvSpPr/>
            <p:nvPr/>
          </p:nvSpPr>
          <p:spPr>
            <a:xfrm>
              <a:off x="5077907" y="2322765"/>
              <a:ext cx="273397" cy="240422"/>
            </a:xfrm>
            <a:custGeom>
              <a:avLst/>
              <a:gdLst>
                <a:gd name="connsiteX0" fmla="*/ 253371 w 273397"/>
                <a:gd name="connsiteY0" fmla="*/ 240423 h 240422"/>
                <a:gd name="connsiteX1" fmla="*/ 20137 w 273397"/>
                <a:gd name="connsiteY1" fmla="*/ 240423 h 240422"/>
                <a:gd name="connsiteX2" fmla="*/ 0 w 273397"/>
                <a:gd name="connsiteY2" fmla="*/ 220014 h 240422"/>
                <a:gd name="connsiteX3" fmla="*/ 0 w 273397"/>
                <a:gd name="connsiteY3" fmla="*/ 20409 h 240422"/>
                <a:gd name="connsiteX4" fmla="*/ 20137 w 273397"/>
                <a:gd name="connsiteY4" fmla="*/ 0 h 240422"/>
                <a:gd name="connsiteX5" fmla="*/ 253371 w 273397"/>
                <a:gd name="connsiteY5" fmla="*/ 0 h 240422"/>
                <a:gd name="connsiteX6" fmla="*/ 273397 w 273397"/>
                <a:gd name="connsiteY6" fmla="*/ 20409 h 240422"/>
                <a:gd name="connsiteX7" fmla="*/ 273397 w 273397"/>
                <a:gd name="connsiteY7" fmla="*/ 220014 h 240422"/>
                <a:gd name="connsiteX8" fmla="*/ 253371 w 273397"/>
                <a:gd name="connsiteY8" fmla="*/ 240423 h 240422"/>
                <a:gd name="connsiteX9" fmla="*/ 20137 w 273397"/>
                <a:gd name="connsiteY9" fmla="*/ 13569 h 240422"/>
                <a:gd name="connsiteX10" fmla="*/ 13388 w 273397"/>
                <a:gd name="connsiteY10" fmla="*/ 20409 h 240422"/>
                <a:gd name="connsiteX11" fmla="*/ 13388 w 273397"/>
                <a:gd name="connsiteY11" fmla="*/ 220014 h 240422"/>
                <a:gd name="connsiteX12" fmla="*/ 20025 w 273397"/>
                <a:gd name="connsiteY12" fmla="*/ 226743 h 240422"/>
                <a:gd name="connsiteX13" fmla="*/ 20137 w 273397"/>
                <a:gd name="connsiteY13" fmla="*/ 226742 h 240422"/>
                <a:gd name="connsiteX14" fmla="*/ 253371 w 273397"/>
                <a:gd name="connsiteY14" fmla="*/ 226742 h 240422"/>
                <a:gd name="connsiteX15" fmla="*/ 260010 w 273397"/>
                <a:gd name="connsiteY15" fmla="*/ 220014 h 240422"/>
                <a:gd name="connsiteX16" fmla="*/ 260010 w 273397"/>
                <a:gd name="connsiteY16" fmla="*/ 20409 h 240422"/>
                <a:gd name="connsiteX17" fmla="*/ 253371 w 273397"/>
                <a:gd name="connsiteY17" fmla="*/ 13569 h 24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3397" h="240422">
                  <a:moveTo>
                    <a:pt x="253371" y="240423"/>
                  </a:moveTo>
                  <a:lnTo>
                    <a:pt x="20137" y="240423"/>
                  </a:lnTo>
                  <a:cubicBezTo>
                    <a:pt x="9041" y="240362"/>
                    <a:pt x="60" y="231260"/>
                    <a:pt x="0" y="220014"/>
                  </a:cubicBezTo>
                  <a:lnTo>
                    <a:pt x="0" y="20409"/>
                  </a:lnTo>
                  <a:cubicBezTo>
                    <a:pt x="60" y="9163"/>
                    <a:pt x="9041" y="61"/>
                    <a:pt x="20137" y="0"/>
                  </a:cubicBezTo>
                  <a:lnTo>
                    <a:pt x="253371" y="0"/>
                  </a:lnTo>
                  <a:cubicBezTo>
                    <a:pt x="264449" y="62"/>
                    <a:pt x="273398" y="9181"/>
                    <a:pt x="273397" y="20409"/>
                  </a:cubicBezTo>
                  <a:lnTo>
                    <a:pt x="273397" y="220014"/>
                  </a:lnTo>
                  <a:cubicBezTo>
                    <a:pt x="273398" y="231242"/>
                    <a:pt x="264449" y="240361"/>
                    <a:pt x="253371" y="240423"/>
                  </a:cubicBezTo>
                  <a:close/>
                  <a:moveTo>
                    <a:pt x="20137" y="13569"/>
                  </a:moveTo>
                  <a:cubicBezTo>
                    <a:pt x="16409" y="13569"/>
                    <a:pt x="13388" y="16631"/>
                    <a:pt x="13388" y="20409"/>
                  </a:cubicBezTo>
                  <a:lnTo>
                    <a:pt x="13388" y="220014"/>
                  </a:lnTo>
                  <a:cubicBezTo>
                    <a:pt x="13387" y="223730"/>
                    <a:pt x="16359" y="226743"/>
                    <a:pt x="20025" y="226743"/>
                  </a:cubicBezTo>
                  <a:cubicBezTo>
                    <a:pt x="20063" y="226743"/>
                    <a:pt x="20100" y="226743"/>
                    <a:pt x="20137" y="226742"/>
                  </a:cubicBezTo>
                  <a:lnTo>
                    <a:pt x="253371" y="226742"/>
                  </a:lnTo>
                  <a:cubicBezTo>
                    <a:pt x="257037" y="226742"/>
                    <a:pt x="260010" y="223730"/>
                    <a:pt x="260010" y="220014"/>
                  </a:cubicBezTo>
                  <a:lnTo>
                    <a:pt x="260010" y="20409"/>
                  </a:lnTo>
                  <a:cubicBezTo>
                    <a:pt x="260010" y="16675"/>
                    <a:pt x="257055" y="13630"/>
                    <a:pt x="253371" y="13569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1E74C43-6049-D24E-8EB0-BCBCE36DCCE7}"/>
                </a:ext>
              </a:extLst>
            </p:cNvPr>
            <p:cNvSpPr/>
            <p:nvPr/>
          </p:nvSpPr>
          <p:spPr>
            <a:xfrm>
              <a:off x="5135163" y="2190017"/>
              <a:ext cx="158883" cy="146318"/>
            </a:xfrm>
            <a:custGeom>
              <a:avLst/>
              <a:gdLst>
                <a:gd name="connsiteX0" fmla="*/ 152079 w 158883"/>
                <a:gd name="connsiteY0" fmla="*/ 146317 h 146318"/>
                <a:gd name="connsiteX1" fmla="*/ 6806 w 158883"/>
                <a:gd name="connsiteY1" fmla="*/ 146317 h 146318"/>
                <a:gd name="connsiteX2" fmla="*/ 56 w 158883"/>
                <a:gd name="connsiteY2" fmla="*/ 139589 h 146318"/>
                <a:gd name="connsiteX3" fmla="*/ 56 w 158883"/>
                <a:gd name="connsiteY3" fmla="*/ 83520 h 146318"/>
                <a:gd name="connsiteX4" fmla="*/ 76478 w 158883"/>
                <a:gd name="connsiteY4" fmla="*/ 57 h 146318"/>
                <a:gd name="connsiteX5" fmla="*/ 158828 w 158883"/>
                <a:gd name="connsiteY5" fmla="*/ 77512 h 146318"/>
                <a:gd name="connsiteX6" fmla="*/ 158828 w 158883"/>
                <a:gd name="connsiteY6" fmla="*/ 83520 h 146318"/>
                <a:gd name="connsiteX7" fmla="*/ 158828 w 158883"/>
                <a:gd name="connsiteY7" fmla="*/ 139589 h 146318"/>
                <a:gd name="connsiteX8" fmla="*/ 152191 w 158883"/>
                <a:gd name="connsiteY8" fmla="*/ 146318 h 146318"/>
                <a:gd name="connsiteX9" fmla="*/ 152079 w 158883"/>
                <a:gd name="connsiteY9" fmla="*/ 146317 h 146318"/>
                <a:gd name="connsiteX10" fmla="*/ 13555 w 158883"/>
                <a:gd name="connsiteY10" fmla="*/ 132749 h 146318"/>
                <a:gd name="connsiteX11" fmla="*/ 145441 w 158883"/>
                <a:gd name="connsiteY11" fmla="*/ 132749 h 146318"/>
                <a:gd name="connsiteX12" fmla="*/ 145441 w 158883"/>
                <a:gd name="connsiteY12" fmla="*/ 83520 h 146318"/>
                <a:gd name="connsiteX13" fmla="*/ 71845 w 158883"/>
                <a:gd name="connsiteY13" fmla="*/ 24442 h 146318"/>
                <a:gd name="connsiteX14" fmla="*/ 13555 w 158883"/>
                <a:gd name="connsiteY14" fmla="*/ 83520 h 14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83" h="146318">
                  <a:moveTo>
                    <a:pt x="152079" y="146317"/>
                  </a:moveTo>
                  <a:lnTo>
                    <a:pt x="6806" y="146317"/>
                  </a:lnTo>
                  <a:cubicBezTo>
                    <a:pt x="3121" y="146318"/>
                    <a:pt x="117" y="143323"/>
                    <a:pt x="56" y="139589"/>
                  </a:cubicBezTo>
                  <a:lnTo>
                    <a:pt x="56" y="83520"/>
                  </a:lnTo>
                  <a:cubicBezTo>
                    <a:pt x="-1581" y="39084"/>
                    <a:pt x="32634" y="1716"/>
                    <a:pt x="76478" y="57"/>
                  </a:cubicBezTo>
                  <a:cubicBezTo>
                    <a:pt x="120322" y="-1602"/>
                    <a:pt x="157191" y="33075"/>
                    <a:pt x="158828" y="77512"/>
                  </a:cubicBezTo>
                  <a:cubicBezTo>
                    <a:pt x="158902" y="79514"/>
                    <a:pt x="158902" y="81518"/>
                    <a:pt x="158828" y="83520"/>
                  </a:cubicBezTo>
                  <a:lnTo>
                    <a:pt x="158828" y="139589"/>
                  </a:lnTo>
                  <a:cubicBezTo>
                    <a:pt x="158829" y="143305"/>
                    <a:pt x="155857" y="146318"/>
                    <a:pt x="152191" y="146318"/>
                  </a:cubicBezTo>
                  <a:cubicBezTo>
                    <a:pt x="152153" y="146318"/>
                    <a:pt x="152116" y="146318"/>
                    <a:pt x="152079" y="146317"/>
                  </a:cubicBezTo>
                  <a:close/>
                  <a:moveTo>
                    <a:pt x="13555" y="132749"/>
                  </a:moveTo>
                  <a:lnTo>
                    <a:pt x="145441" y="132749"/>
                  </a:lnTo>
                  <a:lnTo>
                    <a:pt x="145441" y="83520"/>
                  </a:lnTo>
                  <a:cubicBezTo>
                    <a:pt x="141214" y="46609"/>
                    <a:pt x="108264" y="20159"/>
                    <a:pt x="71845" y="24442"/>
                  </a:cubicBezTo>
                  <a:cubicBezTo>
                    <a:pt x="41243" y="28042"/>
                    <a:pt x="17106" y="52505"/>
                    <a:pt x="13555" y="83520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BE73EDF4-B4D7-C840-B4B7-AFEFBC7CE101}"/>
                </a:ext>
              </a:extLst>
            </p:cNvPr>
            <p:cNvSpPr/>
            <p:nvPr/>
          </p:nvSpPr>
          <p:spPr>
            <a:xfrm>
              <a:off x="5097380" y="2153325"/>
              <a:ext cx="234783" cy="183012"/>
            </a:xfrm>
            <a:custGeom>
              <a:avLst/>
              <a:gdLst>
                <a:gd name="connsiteX0" fmla="*/ 227923 w 234783"/>
                <a:gd name="connsiteY0" fmla="*/ 183009 h 183012"/>
                <a:gd name="connsiteX1" fmla="*/ 6639 w 234783"/>
                <a:gd name="connsiteY1" fmla="*/ 183009 h 183012"/>
                <a:gd name="connsiteX2" fmla="*/ 0 w 234783"/>
                <a:gd name="connsiteY2" fmla="*/ 176280 h 183012"/>
                <a:gd name="connsiteX3" fmla="*/ 0 w 234783"/>
                <a:gd name="connsiteY3" fmla="*/ 118978 h 183012"/>
                <a:gd name="connsiteX4" fmla="*/ 117392 w 234783"/>
                <a:gd name="connsiteY4" fmla="*/ 0 h 183012"/>
                <a:gd name="connsiteX5" fmla="*/ 234783 w 234783"/>
                <a:gd name="connsiteY5" fmla="*/ 118978 h 183012"/>
                <a:gd name="connsiteX6" fmla="*/ 234783 w 234783"/>
                <a:gd name="connsiteY6" fmla="*/ 176280 h 183012"/>
                <a:gd name="connsiteX7" fmla="*/ 228148 w 234783"/>
                <a:gd name="connsiteY7" fmla="*/ 183012 h 183012"/>
                <a:gd name="connsiteX8" fmla="*/ 227923 w 234783"/>
                <a:gd name="connsiteY8" fmla="*/ 183009 h 183012"/>
                <a:gd name="connsiteX9" fmla="*/ 13720 w 234783"/>
                <a:gd name="connsiteY9" fmla="*/ 169440 h 183012"/>
                <a:gd name="connsiteX10" fmla="*/ 221727 w 234783"/>
                <a:gd name="connsiteY10" fmla="*/ 169440 h 183012"/>
                <a:gd name="connsiteX11" fmla="*/ 221727 w 234783"/>
                <a:gd name="connsiteY11" fmla="*/ 118978 h 183012"/>
                <a:gd name="connsiteX12" fmla="*/ 117724 w 234783"/>
                <a:gd name="connsiteY12" fmla="*/ 13569 h 183012"/>
                <a:gd name="connsiteX13" fmla="*/ 13720 w 234783"/>
                <a:gd name="connsiteY13" fmla="*/ 118978 h 1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783" h="183012">
                  <a:moveTo>
                    <a:pt x="227923" y="183009"/>
                  </a:moveTo>
                  <a:lnTo>
                    <a:pt x="6639" y="183009"/>
                  </a:lnTo>
                  <a:cubicBezTo>
                    <a:pt x="2972" y="183009"/>
                    <a:pt x="0" y="179996"/>
                    <a:pt x="0" y="176280"/>
                  </a:cubicBezTo>
                  <a:lnTo>
                    <a:pt x="0" y="118978"/>
                  </a:lnTo>
                  <a:cubicBezTo>
                    <a:pt x="0" y="53268"/>
                    <a:pt x="52558" y="0"/>
                    <a:pt x="117392" y="0"/>
                  </a:cubicBezTo>
                  <a:cubicBezTo>
                    <a:pt x="182225" y="0"/>
                    <a:pt x="234783" y="53268"/>
                    <a:pt x="234783" y="118978"/>
                  </a:cubicBezTo>
                  <a:lnTo>
                    <a:pt x="234783" y="176280"/>
                  </a:lnTo>
                  <a:cubicBezTo>
                    <a:pt x="234785" y="179996"/>
                    <a:pt x="231815" y="183010"/>
                    <a:pt x="228148" y="183012"/>
                  </a:cubicBezTo>
                  <a:cubicBezTo>
                    <a:pt x="228073" y="183012"/>
                    <a:pt x="227998" y="183011"/>
                    <a:pt x="227923" y="183009"/>
                  </a:cubicBezTo>
                  <a:close/>
                  <a:moveTo>
                    <a:pt x="13720" y="169440"/>
                  </a:moveTo>
                  <a:lnTo>
                    <a:pt x="221727" y="169440"/>
                  </a:lnTo>
                  <a:lnTo>
                    <a:pt x="221727" y="118978"/>
                  </a:lnTo>
                  <a:cubicBezTo>
                    <a:pt x="221727" y="60762"/>
                    <a:pt x="175163" y="13569"/>
                    <a:pt x="117724" y="13569"/>
                  </a:cubicBezTo>
                  <a:cubicBezTo>
                    <a:pt x="60284" y="13569"/>
                    <a:pt x="13720" y="60762"/>
                    <a:pt x="13720" y="118978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A04824E7-DD1F-A048-BE5D-A0A7545CF6EF}"/>
                </a:ext>
              </a:extLst>
            </p:cNvPr>
            <p:cNvSpPr/>
            <p:nvPr/>
          </p:nvSpPr>
          <p:spPr>
            <a:xfrm>
              <a:off x="5155191" y="2353188"/>
              <a:ext cx="118722" cy="171986"/>
            </a:xfrm>
            <a:custGeom>
              <a:avLst/>
              <a:gdLst>
                <a:gd name="connsiteX0" fmla="*/ 111914 w 118722"/>
                <a:gd name="connsiteY0" fmla="*/ 171986 h 171986"/>
                <a:gd name="connsiteX1" fmla="*/ 6914 w 118722"/>
                <a:gd name="connsiteY1" fmla="*/ 171986 h 171986"/>
                <a:gd name="connsiteX2" fmla="*/ 1714 w 118722"/>
                <a:gd name="connsiteY2" fmla="*/ 169295 h 171986"/>
                <a:gd name="connsiteX3" fmla="*/ 165 w 118722"/>
                <a:gd name="connsiteY3" fmla="*/ 163464 h 171986"/>
                <a:gd name="connsiteX4" fmla="*/ 22293 w 118722"/>
                <a:gd name="connsiteY4" fmla="*/ 79360 h 171986"/>
                <a:gd name="connsiteX5" fmla="*/ 29962 w 118722"/>
                <a:gd name="connsiteY5" fmla="*/ 10655 h 171986"/>
                <a:gd name="connsiteX6" fmla="*/ 97751 w 118722"/>
                <a:gd name="connsiteY6" fmla="*/ 18427 h 171986"/>
                <a:gd name="connsiteX7" fmla="*/ 108262 w 118722"/>
                <a:gd name="connsiteY7" fmla="*/ 48859 h 171986"/>
                <a:gd name="connsiteX8" fmla="*/ 97198 w 118722"/>
                <a:gd name="connsiteY8" fmla="*/ 79360 h 171986"/>
                <a:gd name="connsiteX9" fmla="*/ 118552 w 118722"/>
                <a:gd name="connsiteY9" fmla="*/ 163464 h 171986"/>
                <a:gd name="connsiteX10" fmla="*/ 117335 w 118722"/>
                <a:gd name="connsiteY10" fmla="*/ 169295 h 171986"/>
                <a:gd name="connsiteX11" fmla="*/ 111914 w 118722"/>
                <a:gd name="connsiteY11" fmla="*/ 171986 h 171986"/>
                <a:gd name="connsiteX12" fmla="*/ 15655 w 118722"/>
                <a:gd name="connsiteY12" fmla="*/ 158978 h 171986"/>
                <a:gd name="connsiteX13" fmla="*/ 103283 w 118722"/>
                <a:gd name="connsiteY13" fmla="*/ 158978 h 171986"/>
                <a:gd name="connsiteX14" fmla="*/ 83257 w 118722"/>
                <a:gd name="connsiteY14" fmla="*/ 79809 h 171986"/>
                <a:gd name="connsiteX15" fmla="*/ 84806 w 118722"/>
                <a:gd name="connsiteY15" fmla="*/ 73529 h 171986"/>
                <a:gd name="connsiteX16" fmla="*/ 83287 w 118722"/>
                <a:gd name="connsiteY16" fmla="*/ 23598 h 171986"/>
                <a:gd name="connsiteX17" fmla="*/ 34021 w 118722"/>
                <a:gd name="connsiteY17" fmla="*/ 25138 h 171986"/>
                <a:gd name="connsiteX18" fmla="*/ 34021 w 118722"/>
                <a:gd name="connsiteY18" fmla="*/ 73529 h 171986"/>
                <a:gd name="connsiteX19" fmla="*/ 35681 w 118722"/>
                <a:gd name="connsiteY19" fmla="*/ 79809 h 171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8722" h="171986">
                  <a:moveTo>
                    <a:pt x="111914" y="171986"/>
                  </a:moveTo>
                  <a:lnTo>
                    <a:pt x="6914" y="171986"/>
                  </a:lnTo>
                  <a:cubicBezTo>
                    <a:pt x="4859" y="171968"/>
                    <a:pt x="2933" y="170971"/>
                    <a:pt x="1714" y="169295"/>
                  </a:cubicBezTo>
                  <a:cubicBezTo>
                    <a:pt x="267" y="167736"/>
                    <a:pt x="-315" y="165548"/>
                    <a:pt x="165" y="163464"/>
                  </a:cubicBezTo>
                  <a:lnTo>
                    <a:pt x="22293" y="79360"/>
                  </a:lnTo>
                  <a:cubicBezTo>
                    <a:pt x="5691" y="58242"/>
                    <a:pt x="9125" y="27481"/>
                    <a:pt x="29962" y="10655"/>
                  </a:cubicBezTo>
                  <a:cubicBezTo>
                    <a:pt x="50799" y="-6171"/>
                    <a:pt x="81149" y="-2691"/>
                    <a:pt x="97751" y="18427"/>
                  </a:cubicBezTo>
                  <a:cubicBezTo>
                    <a:pt x="104549" y="27075"/>
                    <a:pt x="108255" y="37802"/>
                    <a:pt x="108262" y="48859"/>
                  </a:cubicBezTo>
                  <a:cubicBezTo>
                    <a:pt x="108131" y="60011"/>
                    <a:pt x="104225" y="70778"/>
                    <a:pt x="97198" y="79360"/>
                  </a:cubicBezTo>
                  <a:lnTo>
                    <a:pt x="118552" y="163464"/>
                  </a:lnTo>
                  <a:cubicBezTo>
                    <a:pt x="119000" y="165494"/>
                    <a:pt x="118556" y="167622"/>
                    <a:pt x="117335" y="169295"/>
                  </a:cubicBezTo>
                  <a:cubicBezTo>
                    <a:pt x="116047" y="171007"/>
                    <a:pt x="114038" y="172004"/>
                    <a:pt x="111914" y="171986"/>
                  </a:cubicBezTo>
                  <a:close/>
                  <a:moveTo>
                    <a:pt x="15655" y="158978"/>
                  </a:moveTo>
                  <a:lnTo>
                    <a:pt x="103283" y="158978"/>
                  </a:lnTo>
                  <a:lnTo>
                    <a:pt x="83257" y="79809"/>
                  </a:lnTo>
                  <a:cubicBezTo>
                    <a:pt x="82681" y="77585"/>
                    <a:pt x="83265" y="75217"/>
                    <a:pt x="84806" y="73529"/>
                  </a:cubicBezTo>
                  <a:cubicBezTo>
                    <a:pt x="97991" y="59316"/>
                    <a:pt x="97310" y="36961"/>
                    <a:pt x="83287" y="23598"/>
                  </a:cubicBezTo>
                  <a:cubicBezTo>
                    <a:pt x="69263" y="10235"/>
                    <a:pt x="47206" y="10925"/>
                    <a:pt x="34021" y="25138"/>
                  </a:cubicBezTo>
                  <a:cubicBezTo>
                    <a:pt x="21408" y="38736"/>
                    <a:pt x="21408" y="59932"/>
                    <a:pt x="34021" y="73529"/>
                  </a:cubicBezTo>
                  <a:cubicBezTo>
                    <a:pt x="35583" y="75205"/>
                    <a:pt x="36207" y="77566"/>
                    <a:pt x="35681" y="79809"/>
                  </a:cubicBezTo>
                  <a:close/>
                </a:path>
              </a:pathLst>
            </a:custGeom>
            <a:grpFill/>
            <a:ln w="110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0" name="Graphic 63">
            <a:extLst>
              <a:ext uri="{FF2B5EF4-FFF2-40B4-BE49-F238E27FC236}">
                <a16:creationId xmlns:a16="http://schemas.microsoft.com/office/drawing/2014/main" id="{3CD0E733-536C-D54E-9A56-98DC5221053D}"/>
              </a:ext>
            </a:extLst>
          </p:cNvPr>
          <p:cNvGrpSpPr>
            <a:grpSpLocks noChangeAspect="1"/>
          </p:cNvGrpSpPr>
          <p:nvPr/>
        </p:nvGrpSpPr>
        <p:grpSpPr>
          <a:xfrm>
            <a:off x="6732477" y="2148136"/>
            <a:ext cx="502044" cy="424078"/>
            <a:chOff x="5008755" y="2184059"/>
            <a:chExt cx="414913" cy="350477"/>
          </a:xfrm>
          <a:solidFill>
            <a:srgbClr val="FFFFFF"/>
          </a:solidFill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79F021A7-3AAF-4F49-8336-01AE84110D49}"/>
                </a:ext>
              </a:extLst>
            </p:cNvPr>
            <p:cNvSpPr/>
            <p:nvPr/>
          </p:nvSpPr>
          <p:spPr>
            <a:xfrm>
              <a:off x="5178810" y="2206657"/>
              <a:ext cx="14061" cy="45126"/>
            </a:xfrm>
            <a:custGeom>
              <a:avLst/>
              <a:gdLst>
                <a:gd name="connsiteX0" fmla="*/ 7089 w 14061"/>
                <a:gd name="connsiteY0" fmla="*/ 45127 h 45126"/>
                <a:gd name="connsiteX1" fmla="*/ 58 w 14061"/>
                <a:gd name="connsiteY1" fmla="*/ 38172 h 45126"/>
                <a:gd name="connsiteX2" fmla="*/ 58 w 14061"/>
                <a:gd name="connsiteY2" fmla="*/ 7844 h 45126"/>
                <a:gd name="connsiteX3" fmla="*/ 6133 w 14061"/>
                <a:gd name="connsiteY3" fmla="*/ 58 h 45126"/>
                <a:gd name="connsiteX4" fmla="*/ 14004 w 14061"/>
                <a:gd name="connsiteY4" fmla="*/ 6067 h 45126"/>
                <a:gd name="connsiteX5" fmla="*/ 14004 w 14061"/>
                <a:gd name="connsiteY5" fmla="*/ 7844 h 45126"/>
                <a:gd name="connsiteX6" fmla="*/ 14004 w 14061"/>
                <a:gd name="connsiteY6" fmla="*/ 38172 h 45126"/>
                <a:gd name="connsiteX7" fmla="*/ 7205 w 14061"/>
                <a:gd name="connsiteY7" fmla="*/ 45126 h 45126"/>
                <a:gd name="connsiteX8" fmla="*/ 7089 w 14061"/>
                <a:gd name="connsiteY8" fmla="*/ 45127 h 4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45126">
                  <a:moveTo>
                    <a:pt x="7089" y="45127"/>
                  </a:moveTo>
                  <a:cubicBezTo>
                    <a:pt x="3206" y="45127"/>
                    <a:pt x="58" y="42013"/>
                    <a:pt x="58" y="38172"/>
                  </a:cubicBezTo>
                  <a:lnTo>
                    <a:pt x="58" y="7844"/>
                  </a:lnTo>
                  <a:cubicBezTo>
                    <a:pt x="-438" y="4035"/>
                    <a:pt x="2282" y="549"/>
                    <a:pt x="6133" y="58"/>
                  </a:cubicBezTo>
                  <a:cubicBezTo>
                    <a:pt x="9984" y="-433"/>
                    <a:pt x="13508" y="2257"/>
                    <a:pt x="14004" y="6067"/>
                  </a:cubicBezTo>
                  <a:cubicBezTo>
                    <a:pt x="14081" y="6657"/>
                    <a:pt x="14081" y="7254"/>
                    <a:pt x="14004" y="7844"/>
                  </a:cubicBezTo>
                  <a:lnTo>
                    <a:pt x="14004" y="38172"/>
                  </a:lnTo>
                  <a:cubicBezTo>
                    <a:pt x="14068" y="41949"/>
                    <a:pt x="11024" y="45063"/>
                    <a:pt x="7205" y="45126"/>
                  </a:cubicBezTo>
                  <a:cubicBezTo>
                    <a:pt x="7166" y="45126"/>
                    <a:pt x="7128" y="45127"/>
                    <a:pt x="7089" y="4512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9757874-1F46-DD46-BD2E-A2FAB88BA647}"/>
                </a:ext>
              </a:extLst>
            </p:cNvPr>
            <p:cNvSpPr/>
            <p:nvPr/>
          </p:nvSpPr>
          <p:spPr>
            <a:xfrm>
              <a:off x="5105705" y="2226993"/>
              <a:ext cx="29266" cy="40070"/>
            </a:xfrm>
            <a:custGeom>
              <a:avLst/>
              <a:gdLst>
                <a:gd name="connsiteX0" fmla="*/ 22337 w 29266"/>
                <a:gd name="connsiteY0" fmla="*/ 40068 h 40070"/>
                <a:gd name="connsiteX1" fmla="*/ 16344 w 29266"/>
                <a:gd name="connsiteY1" fmla="*/ 36876 h 40070"/>
                <a:gd name="connsiteX2" fmla="*/ 900 w 29266"/>
                <a:gd name="connsiteY2" fmla="*/ 10311 h 40070"/>
                <a:gd name="connsiteX3" fmla="*/ 3507 w 29266"/>
                <a:gd name="connsiteY3" fmla="*/ 986 h 40070"/>
                <a:gd name="connsiteX4" fmla="*/ 3551 w 29266"/>
                <a:gd name="connsiteY4" fmla="*/ 961 h 40070"/>
                <a:gd name="connsiteX5" fmla="*/ 12882 w 29266"/>
                <a:gd name="connsiteY5" fmla="*/ 3264 h 40070"/>
                <a:gd name="connsiteX6" fmla="*/ 13002 w 29266"/>
                <a:gd name="connsiteY6" fmla="*/ 3470 h 40070"/>
                <a:gd name="connsiteX7" fmla="*/ 28330 w 29266"/>
                <a:gd name="connsiteY7" fmla="*/ 29693 h 40070"/>
                <a:gd name="connsiteX8" fmla="*/ 25795 w 29266"/>
                <a:gd name="connsiteY8" fmla="*/ 39156 h 40070"/>
                <a:gd name="connsiteX9" fmla="*/ 22337 w 29266"/>
                <a:gd name="connsiteY9" fmla="*/ 40068 h 4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66" h="40070">
                  <a:moveTo>
                    <a:pt x="22337" y="40068"/>
                  </a:moveTo>
                  <a:cubicBezTo>
                    <a:pt x="19912" y="40118"/>
                    <a:pt x="17637" y="38906"/>
                    <a:pt x="16344" y="36876"/>
                  </a:cubicBezTo>
                  <a:lnTo>
                    <a:pt x="900" y="10311"/>
                  </a:lnTo>
                  <a:cubicBezTo>
                    <a:pt x="-983" y="7024"/>
                    <a:pt x="184" y="2849"/>
                    <a:pt x="3507" y="986"/>
                  </a:cubicBezTo>
                  <a:cubicBezTo>
                    <a:pt x="3521" y="978"/>
                    <a:pt x="3536" y="970"/>
                    <a:pt x="3551" y="961"/>
                  </a:cubicBezTo>
                  <a:cubicBezTo>
                    <a:pt x="6770" y="-952"/>
                    <a:pt x="10948" y="79"/>
                    <a:pt x="12882" y="3264"/>
                  </a:cubicBezTo>
                  <a:cubicBezTo>
                    <a:pt x="12923" y="3332"/>
                    <a:pt x="12963" y="3400"/>
                    <a:pt x="13002" y="3470"/>
                  </a:cubicBezTo>
                  <a:lnTo>
                    <a:pt x="28330" y="29693"/>
                  </a:lnTo>
                  <a:cubicBezTo>
                    <a:pt x="30253" y="33001"/>
                    <a:pt x="29121" y="37224"/>
                    <a:pt x="25795" y="39156"/>
                  </a:cubicBezTo>
                  <a:cubicBezTo>
                    <a:pt x="24757" y="39788"/>
                    <a:pt x="23555" y="40105"/>
                    <a:pt x="22337" y="40068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C407B768-C590-5C4C-89DA-6E5ACCEF5683}"/>
                </a:ext>
              </a:extLst>
            </p:cNvPr>
            <p:cNvSpPr/>
            <p:nvPr/>
          </p:nvSpPr>
          <p:spPr>
            <a:xfrm>
              <a:off x="5052112" y="2279999"/>
              <a:ext cx="42523" cy="29720"/>
            </a:xfrm>
            <a:custGeom>
              <a:avLst/>
              <a:gdLst>
                <a:gd name="connsiteX0" fmla="*/ 33632 w 42523"/>
                <a:gd name="connsiteY0" fmla="*/ 29475 h 29720"/>
                <a:gd name="connsiteX1" fmla="*/ 30059 w 42523"/>
                <a:gd name="connsiteY1" fmla="*/ 28449 h 29720"/>
                <a:gd name="connsiteX2" fmla="*/ 3551 w 42523"/>
                <a:gd name="connsiteY2" fmla="*/ 12829 h 29720"/>
                <a:gd name="connsiteX3" fmla="*/ 875 w 42523"/>
                <a:gd name="connsiteY3" fmla="*/ 3524 h 29720"/>
                <a:gd name="connsiteX4" fmla="*/ 900 w 42523"/>
                <a:gd name="connsiteY4" fmla="*/ 3480 h 29720"/>
                <a:gd name="connsiteX5" fmla="*/ 10466 w 42523"/>
                <a:gd name="connsiteY5" fmla="*/ 858 h 29720"/>
                <a:gd name="connsiteX6" fmla="*/ 37320 w 42523"/>
                <a:gd name="connsiteY6" fmla="*/ 16022 h 29720"/>
                <a:gd name="connsiteX7" fmla="*/ 42276 w 42523"/>
                <a:gd name="connsiteY7" fmla="*/ 24573 h 29720"/>
                <a:gd name="connsiteX8" fmla="*/ 33632 w 42523"/>
                <a:gd name="connsiteY8" fmla="*/ 29475 h 2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23" h="29720">
                  <a:moveTo>
                    <a:pt x="33632" y="29475"/>
                  </a:moveTo>
                  <a:cubicBezTo>
                    <a:pt x="32368" y="29469"/>
                    <a:pt x="31131" y="29113"/>
                    <a:pt x="30059" y="28449"/>
                  </a:cubicBezTo>
                  <a:lnTo>
                    <a:pt x="3551" y="12829"/>
                  </a:lnTo>
                  <a:cubicBezTo>
                    <a:pt x="215" y="10991"/>
                    <a:pt x="-983" y="6825"/>
                    <a:pt x="875" y="3524"/>
                  </a:cubicBezTo>
                  <a:cubicBezTo>
                    <a:pt x="884" y="3510"/>
                    <a:pt x="892" y="3495"/>
                    <a:pt x="900" y="3480"/>
                  </a:cubicBezTo>
                  <a:cubicBezTo>
                    <a:pt x="2855" y="200"/>
                    <a:pt x="7084" y="-959"/>
                    <a:pt x="10466" y="858"/>
                  </a:cubicBezTo>
                  <a:lnTo>
                    <a:pt x="37320" y="16022"/>
                  </a:lnTo>
                  <a:cubicBezTo>
                    <a:pt x="41076" y="17029"/>
                    <a:pt x="43294" y="20858"/>
                    <a:pt x="42276" y="24573"/>
                  </a:cubicBezTo>
                  <a:cubicBezTo>
                    <a:pt x="41258" y="28288"/>
                    <a:pt x="37387" y="30483"/>
                    <a:pt x="33632" y="2947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DB52A88C-80F7-CF46-B432-AC5D1721E822}"/>
                </a:ext>
              </a:extLst>
            </p:cNvPr>
            <p:cNvSpPr/>
            <p:nvPr/>
          </p:nvSpPr>
          <p:spPr>
            <a:xfrm>
              <a:off x="5031598" y="2352627"/>
              <a:ext cx="46516" cy="13911"/>
            </a:xfrm>
            <a:custGeom>
              <a:avLst/>
              <a:gdLst>
                <a:gd name="connsiteX0" fmla="*/ 38587 w 46516"/>
                <a:gd name="connsiteY0" fmla="*/ 13853 h 13911"/>
                <a:gd name="connsiteX1" fmla="*/ 7929 w 46516"/>
                <a:gd name="connsiteY1" fmla="*/ 13853 h 13911"/>
                <a:gd name="connsiteX2" fmla="*/ 58 w 46516"/>
                <a:gd name="connsiteY2" fmla="*/ 7844 h 13911"/>
                <a:gd name="connsiteX3" fmla="*/ 6133 w 46516"/>
                <a:gd name="connsiteY3" fmla="*/ 58 h 13911"/>
                <a:gd name="connsiteX4" fmla="*/ 7929 w 46516"/>
                <a:gd name="connsiteY4" fmla="*/ 58 h 13911"/>
                <a:gd name="connsiteX5" fmla="*/ 38587 w 46516"/>
                <a:gd name="connsiteY5" fmla="*/ 58 h 13911"/>
                <a:gd name="connsiteX6" fmla="*/ 46458 w 46516"/>
                <a:gd name="connsiteY6" fmla="*/ 6067 h 13911"/>
                <a:gd name="connsiteX7" fmla="*/ 40383 w 46516"/>
                <a:gd name="connsiteY7" fmla="*/ 13853 h 13911"/>
                <a:gd name="connsiteX8" fmla="*/ 38587 w 46516"/>
                <a:gd name="connsiteY8" fmla="*/ 13853 h 13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16" h="13911">
                  <a:moveTo>
                    <a:pt x="38587" y="13853"/>
                  </a:moveTo>
                  <a:lnTo>
                    <a:pt x="7929" y="13853"/>
                  </a:lnTo>
                  <a:cubicBezTo>
                    <a:pt x="4079" y="14344"/>
                    <a:pt x="555" y="11654"/>
                    <a:pt x="58" y="7844"/>
                  </a:cubicBezTo>
                  <a:cubicBezTo>
                    <a:pt x="-438" y="4035"/>
                    <a:pt x="2282" y="549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38587" y="58"/>
                  </a:lnTo>
                  <a:cubicBezTo>
                    <a:pt x="42438" y="-433"/>
                    <a:pt x="45962" y="2257"/>
                    <a:pt x="46458" y="6067"/>
                  </a:cubicBezTo>
                  <a:cubicBezTo>
                    <a:pt x="46954" y="9876"/>
                    <a:pt x="44234" y="13363"/>
                    <a:pt x="40383" y="13853"/>
                  </a:cubicBezTo>
                  <a:cubicBezTo>
                    <a:pt x="39787" y="13929"/>
                    <a:pt x="39183" y="13929"/>
                    <a:pt x="38587" y="1385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2B9C3384-82EF-EF45-AA33-09246B0CDB99}"/>
                </a:ext>
              </a:extLst>
            </p:cNvPr>
            <p:cNvSpPr/>
            <p:nvPr/>
          </p:nvSpPr>
          <p:spPr>
            <a:xfrm>
              <a:off x="5052145" y="2409604"/>
              <a:ext cx="40528" cy="28936"/>
            </a:xfrm>
            <a:custGeom>
              <a:avLst/>
              <a:gdLst>
                <a:gd name="connsiteX0" fmla="*/ 6976 w 40528"/>
                <a:gd name="connsiteY0" fmla="*/ 28933 h 28936"/>
                <a:gd name="connsiteX1" fmla="*/ 867 w 40528"/>
                <a:gd name="connsiteY1" fmla="*/ 25513 h 28936"/>
                <a:gd name="connsiteX2" fmla="*/ 3518 w 40528"/>
                <a:gd name="connsiteY2" fmla="*/ 16050 h 28936"/>
                <a:gd name="connsiteX3" fmla="*/ 30026 w 40528"/>
                <a:gd name="connsiteY3" fmla="*/ 886 h 28936"/>
                <a:gd name="connsiteX4" fmla="*/ 39592 w 40528"/>
                <a:gd name="connsiteY4" fmla="*/ 3394 h 28936"/>
                <a:gd name="connsiteX5" fmla="*/ 37057 w 40528"/>
                <a:gd name="connsiteY5" fmla="*/ 12858 h 28936"/>
                <a:gd name="connsiteX6" fmla="*/ 10433 w 40528"/>
                <a:gd name="connsiteY6" fmla="*/ 28021 h 28936"/>
                <a:gd name="connsiteX7" fmla="*/ 6976 w 40528"/>
                <a:gd name="connsiteY7" fmla="*/ 28933 h 2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528" h="28936">
                  <a:moveTo>
                    <a:pt x="6976" y="28933"/>
                  </a:moveTo>
                  <a:cubicBezTo>
                    <a:pt x="4469" y="28952"/>
                    <a:pt x="2141" y="27649"/>
                    <a:pt x="867" y="25513"/>
                  </a:cubicBezTo>
                  <a:cubicBezTo>
                    <a:pt x="-969" y="22167"/>
                    <a:pt x="203" y="17983"/>
                    <a:pt x="3518" y="16050"/>
                  </a:cubicBezTo>
                  <a:lnTo>
                    <a:pt x="30026" y="886"/>
                  </a:lnTo>
                  <a:cubicBezTo>
                    <a:pt x="33379" y="-951"/>
                    <a:pt x="37599" y="156"/>
                    <a:pt x="39592" y="3394"/>
                  </a:cubicBezTo>
                  <a:cubicBezTo>
                    <a:pt x="41514" y="6703"/>
                    <a:pt x="40383" y="10925"/>
                    <a:pt x="37057" y="12858"/>
                  </a:cubicBezTo>
                  <a:lnTo>
                    <a:pt x="10433" y="28021"/>
                  </a:lnTo>
                  <a:cubicBezTo>
                    <a:pt x="9396" y="28654"/>
                    <a:pt x="8194" y="28971"/>
                    <a:pt x="6976" y="2893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80AE77C0-665A-C741-99A2-70B51358E7DB}"/>
                </a:ext>
              </a:extLst>
            </p:cNvPr>
            <p:cNvSpPr/>
            <p:nvPr/>
          </p:nvSpPr>
          <p:spPr>
            <a:xfrm>
              <a:off x="5105507" y="2453259"/>
              <a:ext cx="28150" cy="38638"/>
            </a:xfrm>
            <a:custGeom>
              <a:avLst/>
              <a:gdLst>
                <a:gd name="connsiteX0" fmla="*/ 6976 w 28150"/>
                <a:gd name="connsiteY0" fmla="*/ 38636 h 38638"/>
                <a:gd name="connsiteX1" fmla="*/ 3518 w 28150"/>
                <a:gd name="connsiteY1" fmla="*/ 37724 h 38638"/>
                <a:gd name="connsiteX2" fmla="*/ 867 w 28150"/>
                <a:gd name="connsiteY2" fmla="*/ 28261 h 38638"/>
                <a:gd name="connsiteX3" fmla="*/ 16311 w 28150"/>
                <a:gd name="connsiteY3" fmla="*/ 2038 h 38638"/>
                <a:gd name="connsiteX4" fmla="*/ 26090 w 28150"/>
                <a:gd name="connsiteY4" fmla="*/ 1970 h 38638"/>
                <a:gd name="connsiteX5" fmla="*/ 27836 w 28150"/>
                <a:gd name="connsiteY5" fmla="*/ 8879 h 38638"/>
                <a:gd name="connsiteX6" fmla="*/ 13199 w 28150"/>
                <a:gd name="connsiteY6" fmla="*/ 34874 h 38638"/>
                <a:gd name="connsiteX7" fmla="*/ 6976 w 28150"/>
                <a:gd name="connsiteY7" fmla="*/ 38636 h 3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150" h="38638">
                  <a:moveTo>
                    <a:pt x="6976" y="38636"/>
                  </a:moveTo>
                  <a:cubicBezTo>
                    <a:pt x="5758" y="38673"/>
                    <a:pt x="4556" y="38356"/>
                    <a:pt x="3518" y="37724"/>
                  </a:cubicBezTo>
                  <a:cubicBezTo>
                    <a:pt x="203" y="35791"/>
                    <a:pt x="-969" y="31607"/>
                    <a:pt x="867" y="28261"/>
                  </a:cubicBezTo>
                  <a:lnTo>
                    <a:pt x="16311" y="2038"/>
                  </a:lnTo>
                  <a:cubicBezTo>
                    <a:pt x="18993" y="-652"/>
                    <a:pt x="23371" y="-683"/>
                    <a:pt x="26090" y="1970"/>
                  </a:cubicBezTo>
                  <a:cubicBezTo>
                    <a:pt x="27934" y="3768"/>
                    <a:pt x="28608" y="6434"/>
                    <a:pt x="27836" y="8879"/>
                  </a:cubicBezTo>
                  <a:lnTo>
                    <a:pt x="13199" y="34874"/>
                  </a:lnTo>
                  <a:cubicBezTo>
                    <a:pt x="12016" y="37196"/>
                    <a:pt x="9605" y="38654"/>
                    <a:pt x="6976" y="38636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3FF0F8AB-9BAD-5B43-8533-149D044001C4}"/>
                </a:ext>
              </a:extLst>
            </p:cNvPr>
            <p:cNvSpPr/>
            <p:nvPr/>
          </p:nvSpPr>
          <p:spPr>
            <a:xfrm>
              <a:off x="5178810" y="2465923"/>
              <a:ext cx="14061" cy="45126"/>
            </a:xfrm>
            <a:custGeom>
              <a:avLst/>
              <a:gdLst>
                <a:gd name="connsiteX0" fmla="*/ 7089 w 14061"/>
                <a:gd name="connsiteY0" fmla="*/ 45127 h 45126"/>
                <a:gd name="connsiteX1" fmla="*/ 58 w 14061"/>
                <a:gd name="connsiteY1" fmla="*/ 38172 h 45126"/>
                <a:gd name="connsiteX2" fmla="*/ 58 w 14061"/>
                <a:gd name="connsiteY2" fmla="*/ 7844 h 45126"/>
                <a:gd name="connsiteX3" fmla="*/ 6133 w 14061"/>
                <a:gd name="connsiteY3" fmla="*/ 58 h 45126"/>
                <a:gd name="connsiteX4" fmla="*/ 14004 w 14061"/>
                <a:gd name="connsiteY4" fmla="*/ 6067 h 45126"/>
                <a:gd name="connsiteX5" fmla="*/ 14004 w 14061"/>
                <a:gd name="connsiteY5" fmla="*/ 7844 h 45126"/>
                <a:gd name="connsiteX6" fmla="*/ 14004 w 14061"/>
                <a:gd name="connsiteY6" fmla="*/ 38172 h 45126"/>
                <a:gd name="connsiteX7" fmla="*/ 7089 w 14061"/>
                <a:gd name="connsiteY7" fmla="*/ 45127 h 4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61" h="45126">
                  <a:moveTo>
                    <a:pt x="7089" y="45127"/>
                  </a:moveTo>
                  <a:cubicBezTo>
                    <a:pt x="3206" y="45127"/>
                    <a:pt x="58" y="42013"/>
                    <a:pt x="58" y="38172"/>
                  </a:cubicBezTo>
                  <a:lnTo>
                    <a:pt x="58" y="7844"/>
                  </a:lnTo>
                  <a:cubicBezTo>
                    <a:pt x="-438" y="4035"/>
                    <a:pt x="2282" y="549"/>
                    <a:pt x="6133" y="58"/>
                  </a:cubicBezTo>
                  <a:cubicBezTo>
                    <a:pt x="9984" y="-433"/>
                    <a:pt x="13508" y="2257"/>
                    <a:pt x="14004" y="6067"/>
                  </a:cubicBezTo>
                  <a:cubicBezTo>
                    <a:pt x="14081" y="6657"/>
                    <a:pt x="14081" y="7254"/>
                    <a:pt x="14004" y="7844"/>
                  </a:cubicBezTo>
                  <a:lnTo>
                    <a:pt x="14004" y="38172"/>
                  </a:lnTo>
                  <a:cubicBezTo>
                    <a:pt x="14004" y="41969"/>
                    <a:pt x="10926" y="45064"/>
                    <a:pt x="7089" y="4512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434BE651-F7F9-584A-AA86-C91929960632}"/>
                </a:ext>
              </a:extLst>
            </p:cNvPr>
            <p:cNvSpPr/>
            <p:nvPr/>
          </p:nvSpPr>
          <p:spPr>
            <a:xfrm>
              <a:off x="5279124" y="2280463"/>
              <a:ext cx="40517" cy="29011"/>
            </a:xfrm>
            <a:custGeom>
              <a:avLst/>
              <a:gdLst>
                <a:gd name="connsiteX0" fmla="*/ 6929 w 40517"/>
                <a:gd name="connsiteY0" fmla="*/ 29011 h 29011"/>
                <a:gd name="connsiteX1" fmla="*/ 936 w 40517"/>
                <a:gd name="connsiteY1" fmla="*/ 25477 h 29011"/>
                <a:gd name="connsiteX2" fmla="*/ 3472 w 40517"/>
                <a:gd name="connsiteY2" fmla="*/ 16014 h 29011"/>
                <a:gd name="connsiteX3" fmla="*/ 30095 w 40517"/>
                <a:gd name="connsiteY3" fmla="*/ 850 h 29011"/>
                <a:gd name="connsiteX4" fmla="*/ 39546 w 40517"/>
                <a:gd name="connsiteY4" fmla="*/ 3472 h 29011"/>
                <a:gd name="connsiteX5" fmla="*/ 37218 w 40517"/>
                <a:gd name="connsiteY5" fmla="*/ 12703 h 29011"/>
                <a:gd name="connsiteX6" fmla="*/ 37010 w 40517"/>
                <a:gd name="connsiteY6" fmla="*/ 12821 h 29011"/>
                <a:gd name="connsiteX7" fmla="*/ 10387 w 40517"/>
                <a:gd name="connsiteY7" fmla="*/ 27985 h 29011"/>
                <a:gd name="connsiteX8" fmla="*/ 6929 w 40517"/>
                <a:gd name="connsiteY8" fmla="*/ 29011 h 2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517" h="29011">
                  <a:moveTo>
                    <a:pt x="6929" y="29011"/>
                  </a:moveTo>
                  <a:cubicBezTo>
                    <a:pt x="4426" y="29014"/>
                    <a:pt x="2124" y="27656"/>
                    <a:pt x="936" y="25477"/>
                  </a:cubicBezTo>
                  <a:cubicBezTo>
                    <a:pt x="-986" y="22169"/>
                    <a:pt x="145" y="17946"/>
                    <a:pt x="3472" y="16014"/>
                  </a:cubicBezTo>
                  <a:lnTo>
                    <a:pt x="30095" y="850"/>
                  </a:lnTo>
                  <a:cubicBezTo>
                    <a:pt x="33443" y="-956"/>
                    <a:pt x="37636" y="207"/>
                    <a:pt x="39546" y="3472"/>
                  </a:cubicBezTo>
                  <a:cubicBezTo>
                    <a:pt x="41480" y="6657"/>
                    <a:pt x="40438" y="10789"/>
                    <a:pt x="37218" y="12703"/>
                  </a:cubicBezTo>
                  <a:cubicBezTo>
                    <a:pt x="37150" y="12743"/>
                    <a:pt x="37080" y="12783"/>
                    <a:pt x="37010" y="12821"/>
                  </a:cubicBezTo>
                  <a:lnTo>
                    <a:pt x="10387" y="27985"/>
                  </a:lnTo>
                  <a:cubicBezTo>
                    <a:pt x="9365" y="28664"/>
                    <a:pt x="8160" y="29022"/>
                    <a:pt x="6929" y="2901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D9EFD8C2-339B-FE43-80A0-9EDFEA7D6B6B}"/>
                </a:ext>
              </a:extLst>
            </p:cNvPr>
            <p:cNvSpPr/>
            <p:nvPr/>
          </p:nvSpPr>
          <p:spPr>
            <a:xfrm>
              <a:off x="5236780" y="2227124"/>
              <a:ext cx="29039" cy="39942"/>
            </a:xfrm>
            <a:custGeom>
              <a:avLst/>
              <a:gdLst>
                <a:gd name="connsiteX0" fmla="*/ 6976 w 29039"/>
                <a:gd name="connsiteY0" fmla="*/ 39937 h 39942"/>
                <a:gd name="connsiteX1" fmla="*/ 3518 w 29039"/>
                <a:gd name="connsiteY1" fmla="*/ 39025 h 39942"/>
                <a:gd name="connsiteX2" fmla="*/ 867 w 29039"/>
                <a:gd name="connsiteY2" fmla="*/ 29562 h 39942"/>
                <a:gd name="connsiteX3" fmla="*/ 16196 w 29039"/>
                <a:gd name="connsiteY3" fmla="*/ 3339 h 39942"/>
                <a:gd name="connsiteX4" fmla="*/ 25531 w 29039"/>
                <a:gd name="connsiteY4" fmla="*/ 831 h 39942"/>
                <a:gd name="connsiteX5" fmla="*/ 28187 w 29039"/>
                <a:gd name="connsiteY5" fmla="*/ 9974 h 39942"/>
                <a:gd name="connsiteX6" fmla="*/ 28067 w 29039"/>
                <a:gd name="connsiteY6" fmla="*/ 10180 h 39942"/>
                <a:gd name="connsiteX7" fmla="*/ 12969 w 29039"/>
                <a:gd name="connsiteY7" fmla="*/ 36745 h 39942"/>
                <a:gd name="connsiteX8" fmla="*/ 6976 w 29039"/>
                <a:gd name="connsiteY8" fmla="*/ 39937 h 3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039" h="39942">
                  <a:moveTo>
                    <a:pt x="6976" y="39937"/>
                  </a:moveTo>
                  <a:cubicBezTo>
                    <a:pt x="5756" y="39989"/>
                    <a:pt x="4550" y="39671"/>
                    <a:pt x="3518" y="39025"/>
                  </a:cubicBezTo>
                  <a:cubicBezTo>
                    <a:pt x="203" y="37092"/>
                    <a:pt x="-969" y="32908"/>
                    <a:pt x="867" y="29562"/>
                  </a:cubicBezTo>
                  <a:lnTo>
                    <a:pt x="16196" y="3339"/>
                  </a:lnTo>
                  <a:cubicBezTo>
                    <a:pt x="18139" y="181"/>
                    <a:pt x="22240" y="-920"/>
                    <a:pt x="25531" y="831"/>
                  </a:cubicBezTo>
                  <a:cubicBezTo>
                    <a:pt x="28817" y="2630"/>
                    <a:pt x="30006" y="6724"/>
                    <a:pt x="28187" y="9974"/>
                  </a:cubicBezTo>
                  <a:cubicBezTo>
                    <a:pt x="28148" y="10043"/>
                    <a:pt x="28108" y="10112"/>
                    <a:pt x="28067" y="10180"/>
                  </a:cubicBezTo>
                  <a:lnTo>
                    <a:pt x="12969" y="36745"/>
                  </a:lnTo>
                  <a:cubicBezTo>
                    <a:pt x="11676" y="38775"/>
                    <a:pt x="9401" y="39987"/>
                    <a:pt x="6976" y="3993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CBAF40F-ADF0-A24C-B197-20F89F59310C}"/>
                </a:ext>
              </a:extLst>
            </p:cNvPr>
            <p:cNvSpPr/>
            <p:nvPr/>
          </p:nvSpPr>
          <p:spPr>
            <a:xfrm>
              <a:off x="5141012" y="2212535"/>
              <a:ext cx="16641" cy="23523"/>
            </a:xfrm>
            <a:custGeom>
              <a:avLst/>
              <a:gdLst>
                <a:gd name="connsiteX0" fmla="*/ 9620 w 16641"/>
                <a:gd name="connsiteY0" fmla="*/ 23515 h 23523"/>
                <a:gd name="connsiteX1" fmla="*/ 2935 w 16641"/>
                <a:gd name="connsiteY1" fmla="*/ 18498 h 23523"/>
                <a:gd name="connsiteX2" fmla="*/ 284 w 16641"/>
                <a:gd name="connsiteY2" fmla="*/ 8693 h 23523"/>
                <a:gd name="connsiteX3" fmla="*/ 4863 w 16641"/>
                <a:gd name="connsiteY3" fmla="*/ 328 h 23523"/>
                <a:gd name="connsiteX4" fmla="*/ 5125 w 16641"/>
                <a:gd name="connsiteY4" fmla="*/ 256 h 23523"/>
                <a:gd name="connsiteX5" fmla="*/ 13769 w 16641"/>
                <a:gd name="connsiteY5" fmla="*/ 5045 h 23523"/>
                <a:gd name="connsiteX6" fmla="*/ 16419 w 16641"/>
                <a:gd name="connsiteY6" fmla="*/ 14850 h 23523"/>
                <a:gd name="connsiteX7" fmla="*/ 11464 w 16641"/>
                <a:gd name="connsiteY7" fmla="*/ 23287 h 23523"/>
                <a:gd name="connsiteX8" fmla="*/ 9619 w 16641"/>
                <a:gd name="connsiteY8" fmla="*/ 23515 h 2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41" h="23523">
                  <a:moveTo>
                    <a:pt x="9620" y="23515"/>
                  </a:moveTo>
                  <a:cubicBezTo>
                    <a:pt x="6490" y="23564"/>
                    <a:pt x="3730" y="21493"/>
                    <a:pt x="2935" y="18498"/>
                  </a:cubicBezTo>
                  <a:lnTo>
                    <a:pt x="284" y="8693"/>
                  </a:lnTo>
                  <a:cubicBezTo>
                    <a:pt x="-787" y="5132"/>
                    <a:pt x="1263" y="1387"/>
                    <a:pt x="4863" y="328"/>
                  </a:cubicBezTo>
                  <a:cubicBezTo>
                    <a:pt x="4950" y="302"/>
                    <a:pt x="5037" y="278"/>
                    <a:pt x="5125" y="256"/>
                  </a:cubicBezTo>
                  <a:cubicBezTo>
                    <a:pt x="8847" y="-768"/>
                    <a:pt x="12707" y="1370"/>
                    <a:pt x="13769" y="5045"/>
                  </a:cubicBezTo>
                  <a:lnTo>
                    <a:pt x="16419" y="14850"/>
                  </a:lnTo>
                  <a:cubicBezTo>
                    <a:pt x="17374" y="18529"/>
                    <a:pt x="15167" y="22285"/>
                    <a:pt x="11464" y="23287"/>
                  </a:cubicBezTo>
                  <a:cubicBezTo>
                    <a:pt x="10868" y="23475"/>
                    <a:pt x="10243" y="23552"/>
                    <a:pt x="9619" y="2351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1A509E5-D7CE-0347-84B3-9161173E02F7}"/>
                </a:ext>
              </a:extLst>
            </p:cNvPr>
            <p:cNvSpPr/>
            <p:nvPr/>
          </p:nvSpPr>
          <p:spPr>
            <a:xfrm>
              <a:off x="5077145" y="2251715"/>
              <a:ext cx="19442" cy="19256"/>
            </a:xfrm>
            <a:custGeom>
              <a:avLst/>
              <a:gdLst>
                <a:gd name="connsiteX0" fmla="*/ 12288 w 19442"/>
                <a:gd name="connsiteY0" fmla="*/ 19223 h 19256"/>
                <a:gd name="connsiteX1" fmla="*/ 7332 w 19442"/>
                <a:gd name="connsiteY1" fmla="*/ 17171 h 19256"/>
                <a:gd name="connsiteX2" fmla="*/ 762 w 19442"/>
                <a:gd name="connsiteY2" fmla="*/ 10102 h 19256"/>
                <a:gd name="connsiteX3" fmla="*/ 3851 w 19442"/>
                <a:gd name="connsiteY3" fmla="*/ 753 h 19256"/>
                <a:gd name="connsiteX4" fmla="*/ 10213 w 19442"/>
                <a:gd name="connsiteY4" fmla="*/ 753 h 19256"/>
                <a:gd name="connsiteX5" fmla="*/ 17359 w 19442"/>
                <a:gd name="connsiteY5" fmla="*/ 7936 h 19256"/>
                <a:gd name="connsiteX6" fmla="*/ 17540 w 19442"/>
                <a:gd name="connsiteY6" fmla="*/ 17447 h 19256"/>
                <a:gd name="connsiteX7" fmla="*/ 17359 w 19442"/>
                <a:gd name="connsiteY7" fmla="*/ 17627 h 19256"/>
                <a:gd name="connsiteX8" fmla="*/ 12288 w 19442"/>
                <a:gd name="connsiteY8" fmla="*/ 19223 h 1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2" h="19256">
                  <a:moveTo>
                    <a:pt x="12288" y="19223"/>
                  </a:moveTo>
                  <a:cubicBezTo>
                    <a:pt x="10424" y="19228"/>
                    <a:pt x="8637" y="18488"/>
                    <a:pt x="7332" y="17171"/>
                  </a:cubicBezTo>
                  <a:lnTo>
                    <a:pt x="762" y="10102"/>
                  </a:lnTo>
                  <a:cubicBezTo>
                    <a:pt x="-995" y="6677"/>
                    <a:pt x="388" y="2491"/>
                    <a:pt x="3851" y="753"/>
                  </a:cubicBezTo>
                  <a:cubicBezTo>
                    <a:pt x="5850" y="-251"/>
                    <a:pt x="8214" y="-251"/>
                    <a:pt x="10213" y="753"/>
                  </a:cubicBezTo>
                  <a:lnTo>
                    <a:pt x="17359" y="7936"/>
                  </a:lnTo>
                  <a:cubicBezTo>
                    <a:pt x="20064" y="10512"/>
                    <a:pt x="20145" y="14771"/>
                    <a:pt x="17540" y="17447"/>
                  </a:cubicBezTo>
                  <a:cubicBezTo>
                    <a:pt x="17481" y="17508"/>
                    <a:pt x="17420" y="17568"/>
                    <a:pt x="17359" y="17627"/>
                  </a:cubicBezTo>
                  <a:cubicBezTo>
                    <a:pt x="15965" y="18830"/>
                    <a:pt x="14129" y="19408"/>
                    <a:pt x="12288" y="1922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FF302E9-F1E3-8F4A-B20B-FFC300C1A04E}"/>
                </a:ext>
              </a:extLst>
            </p:cNvPr>
            <p:cNvSpPr/>
            <p:nvPr/>
          </p:nvSpPr>
          <p:spPr>
            <a:xfrm>
              <a:off x="5038001" y="2315150"/>
              <a:ext cx="23060" cy="16214"/>
            </a:xfrm>
            <a:custGeom>
              <a:avLst/>
              <a:gdLst>
                <a:gd name="connsiteX0" fmla="*/ 16855 w 23060"/>
                <a:gd name="connsiteY0" fmla="*/ 16215 h 16214"/>
                <a:gd name="connsiteX1" fmla="*/ 15011 w 23060"/>
                <a:gd name="connsiteY1" fmla="*/ 16215 h 16214"/>
                <a:gd name="connsiteX2" fmla="*/ 5100 w 23060"/>
                <a:gd name="connsiteY2" fmla="*/ 13593 h 16214"/>
                <a:gd name="connsiteX3" fmla="*/ 259 w 23060"/>
                <a:gd name="connsiteY3" fmla="*/ 5042 h 16214"/>
                <a:gd name="connsiteX4" fmla="*/ 8751 w 23060"/>
                <a:gd name="connsiteY4" fmla="*/ 243 h 16214"/>
                <a:gd name="connsiteX5" fmla="*/ 8788 w 23060"/>
                <a:gd name="connsiteY5" fmla="*/ 253 h 16214"/>
                <a:gd name="connsiteX6" fmla="*/ 18699 w 23060"/>
                <a:gd name="connsiteY6" fmla="*/ 2875 h 16214"/>
                <a:gd name="connsiteX7" fmla="*/ 22531 w 23060"/>
                <a:gd name="connsiteY7" fmla="*/ 11951 h 16214"/>
                <a:gd name="connsiteX8" fmla="*/ 16855 w 23060"/>
                <a:gd name="connsiteY8" fmla="*/ 16215 h 1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060" h="16214">
                  <a:moveTo>
                    <a:pt x="16855" y="16215"/>
                  </a:moveTo>
                  <a:lnTo>
                    <a:pt x="15011" y="16215"/>
                  </a:lnTo>
                  <a:lnTo>
                    <a:pt x="5100" y="13593"/>
                  </a:lnTo>
                  <a:cubicBezTo>
                    <a:pt x="1385" y="12542"/>
                    <a:pt x="-776" y="8724"/>
                    <a:pt x="259" y="5042"/>
                  </a:cubicBezTo>
                  <a:cubicBezTo>
                    <a:pt x="1264" y="1397"/>
                    <a:pt x="5066" y="-752"/>
                    <a:pt x="8751" y="243"/>
                  </a:cubicBezTo>
                  <a:cubicBezTo>
                    <a:pt x="8763" y="246"/>
                    <a:pt x="8775" y="250"/>
                    <a:pt x="8788" y="253"/>
                  </a:cubicBezTo>
                  <a:lnTo>
                    <a:pt x="18699" y="2875"/>
                  </a:lnTo>
                  <a:cubicBezTo>
                    <a:pt x="22291" y="4335"/>
                    <a:pt x="24006" y="8398"/>
                    <a:pt x="22531" y="11951"/>
                  </a:cubicBezTo>
                  <a:cubicBezTo>
                    <a:pt x="21561" y="14286"/>
                    <a:pt x="19389" y="15918"/>
                    <a:pt x="16855" y="1621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CE5621C2-A098-174F-8829-9531F2A6FA2C}"/>
                </a:ext>
              </a:extLst>
            </p:cNvPr>
            <p:cNvSpPr/>
            <p:nvPr/>
          </p:nvSpPr>
          <p:spPr>
            <a:xfrm>
              <a:off x="5037765" y="2387239"/>
              <a:ext cx="23570" cy="16418"/>
            </a:xfrm>
            <a:custGeom>
              <a:avLst/>
              <a:gdLst>
                <a:gd name="connsiteX0" fmla="*/ 6718 w 23570"/>
                <a:gd name="connsiteY0" fmla="*/ 16410 h 16418"/>
                <a:gd name="connsiteX1" fmla="*/ 7 w 23570"/>
                <a:gd name="connsiteY1" fmla="*/ 9153 h 16418"/>
                <a:gd name="connsiteX2" fmla="*/ 4874 w 23570"/>
                <a:gd name="connsiteY2" fmla="*/ 2842 h 16418"/>
                <a:gd name="connsiteX3" fmla="*/ 14786 w 23570"/>
                <a:gd name="connsiteY3" fmla="*/ 220 h 16418"/>
                <a:gd name="connsiteX4" fmla="*/ 23315 w 23570"/>
                <a:gd name="connsiteY4" fmla="*/ 5122 h 16418"/>
                <a:gd name="connsiteX5" fmla="*/ 18511 w 23570"/>
                <a:gd name="connsiteY5" fmla="*/ 13549 h 16418"/>
                <a:gd name="connsiteX6" fmla="*/ 18474 w 23570"/>
                <a:gd name="connsiteY6" fmla="*/ 13559 h 16418"/>
                <a:gd name="connsiteX7" fmla="*/ 8562 w 23570"/>
                <a:gd name="connsiteY7" fmla="*/ 16182 h 16418"/>
                <a:gd name="connsiteX8" fmla="*/ 6718 w 23570"/>
                <a:gd name="connsiteY8" fmla="*/ 16410 h 16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70" h="16418">
                  <a:moveTo>
                    <a:pt x="6718" y="16410"/>
                  </a:moveTo>
                  <a:cubicBezTo>
                    <a:pt x="2839" y="16239"/>
                    <a:pt x="-165" y="12990"/>
                    <a:pt x="7" y="9153"/>
                  </a:cubicBezTo>
                  <a:cubicBezTo>
                    <a:pt x="137" y="6250"/>
                    <a:pt x="2079" y="3733"/>
                    <a:pt x="4874" y="2842"/>
                  </a:cubicBezTo>
                  <a:lnTo>
                    <a:pt x="14786" y="220"/>
                  </a:lnTo>
                  <a:cubicBezTo>
                    <a:pt x="18505" y="-724"/>
                    <a:pt x="22302" y="1458"/>
                    <a:pt x="23315" y="5122"/>
                  </a:cubicBezTo>
                  <a:cubicBezTo>
                    <a:pt x="24341" y="8762"/>
                    <a:pt x="22190" y="12534"/>
                    <a:pt x="18511" y="13549"/>
                  </a:cubicBezTo>
                  <a:cubicBezTo>
                    <a:pt x="18499" y="13553"/>
                    <a:pt x="18486" y="13556"/>
                    <a:pt x="18474" y="13559"/>
                  </a:cubicBezTo>
                  <a:lnTo>
                    <a:pt x="8562" y="16182"/>
                  </a:lnTo>
                  <a:cubicBezTo>
                    <a:pt x="7967" y="16369"/>
                    <a:pt x="7342" y="16447"/>
                    <a:pt x="6718" y="1641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C841BF4-E184-3246-AA0F-4CA7CB087260}"/>
                </a:ext>
              </a:extLst>
            </p:cNvPr>
            <p:cNvSpPr/>
            <p:nvPr/>
          </p:nvSpPr>
          <p:spPr>
            <a:xfrm>
              <a:off x="5075815" y="2447630"/>
              <a:ext cx="21242" cy="21462"/>
            </a:xfrm>
            <a:custGeom>
              <a:avLst/>
              <a:gdLst>
                <a:gd name="connsiteX0" fmla="*/ 6587 w 21242"/>
                <a:gd name="connsiteY0" fmla="*/ 21462 h 21462"/>
                <a:gd name="connsiteX1" fmla="*/ 2092 w 21242"/>
                <a:gd name="connsiteY1" fmla="*/ 18954 h 21462"/>
                <a:gd name="connsiteX2" fmla="*/ 1959 w 21242"/>
                <a:gd name="connsiteY2" fmla="*/ 9280 h 21462"/>
                <a:gd name="connsiteX3" fmla="*/ 2092 w 21242"/>
                <a:gd name="connsiteY3" fmla="*/ 9149 h 21462"/>
                <a:gd name="connsiteX4" fmla="*/ 9353 w 21242"/>
                <a:gd name="connsiteY4" fmla="*/ 1966 h 21462"/>
                <a:gd name="connsiteX5" fmla="*/ 19150 w 21242"/>
                <a:gd name="connsiteY5" fmla="*/ 1966 h 21462"/>
                <a:gd name="connsiteX6" fmla="*/ 19283 w 21242"/>
                <a:gd name="connsiteY6" fmla="*/ 11639 h 21462"/>
                <a:gd name="connsiteX7" fmla="*/ 19150 w 21242"/>
                <a:gd name="connsiteY7" fmla="*/ 11771 h 21462"/>
                <a:gd name="connsiteX8" fmla="*/ 12004 w 21242"/>
                <a:gd name="connsiteY8" fmla="*/ 18954 h 21462"/>
                <a:gd name="connsiteX9" fmla="*/ 6587 w 21242"/>
                <a:gd name="connsiteY9" fmla="*/ 21462 h 2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42" h="21462">
                  <a:moveTo>
                    <a:pt x="6587" y="21462"/>
                  </a:moveTo>
                  <a:cubicBezTo>
                    <a:pt x="4814" y="21243"/>
                    <a:pt x="3199" y="20342"/>
                    <a:pt x="2092" y="18954"/>
                  </a:cubicBezTo>
                  <a:cubicBezTo>
                    <a:pt x="-645" y="16319"/>
                    <a:pt x="-704" y="11988"/>
                    <a:pt x="1959" y="9280"/>
                  </a:cubicBezTo>
                  <a:cubicBezTo>
                    <a:pt x="2003" y="9236"/>
                    <a:pt x="2047" y="9192"/>
                    <a:pt x="2092" y="9149"/>
                  </a:cubicBezTo>
                  <a:lnTo>
                    <a:pt x="9353" y="1966"/>
                  </a:lnTo>
                  <a:cubicBezTo>
                    <a:pt x="12081" y="-655"/>
                    <a:pt x="16422" y="-655"/>
                    <a:pt x="19150" y="1966"/>
                  </a:cubicBezTo>
                  <a:cubicBezTo>
                    <a:pt x="21887" y="4601"/>
                    <a:pt x="21946" y="8932"/>
                    <a:pt x="19283" y="11639"/>
                  </a:cubicBezTo>
                  <a:cubicBezTo>
                    <a:pt x="19239" y="11684"/>
                    <a:pt x="19195" y="11728"/>
                    <a:pt x="19150" y="11771"/>
                  </a:cubicBezTo>
                  <a:lnTo>
                    <a:pt x="12004" y="18954"/>
                  </a:lnTo>
                  <a:cubicBezTo>
                    <a:pt x="10676" y="20559"/>
                    <a:pt x="8684" y="21482"/>
                    <a:pt x="6587" y="21462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AF534B74-90B6-F747-BF54-FA4BAFB75402}"/>
                </a:ext>
              </a:extLst>
            </p:cNvPr>
            <p:cNvSpPr/>
            <p:nvPr/>
          </p:nvSpPr>
          <p:spPr>
            <a:xfrm>
              <a:off x="5141040" y="2482668"/>
              <a:ext cx="16616" cy="23442"/>
            </a:xfrm>
            <a:custGeom>
              <a:avLst/>
              <a:gdLst>
                <a:gd name="connsiteX0" fmla="*/ 6941 w 16616"/>
                <a:gd name="connsiteY0" fmla="*/ 23364 h 23442"/>
                <a:gd name="connsiteX1" fmla="*/ 5096 w 16616"/>
                <a:gd name="connsiteY1" fmla="*/ 23364 h 23442"/>
                <a:gd name="connsiteX2" fmla="*/ 246 w 16616"/>
                <a:gd name="connsiteY2" fmla="*/ 14964 h 23442"/>
                <a:gd name="connsiteX3" fmla="*/ 256 w 16616"/>
                <a:gd name="connsiteY3" fmla="*/ 14927 h 23442"/>
                <a:gd name="connsiteX4" fmla="*/ 2907 w 16616"/>
                <a:gd name="connsiteY4" fmla="*/ 5122 h 23442"/>
                <a:gd name="connsiteX5" fmla="*/ 11435 w 16616"/>
                <a:gd name="connsiteY5" fmla="*/ 220 h 23442"/>
                <a:gd name="connsiteX6" fmla="*/ 16391 w 16616"/>
                <a:gd name="connsiteY6" fmla="*/ 8771 h 23442"/>
                <a:gd name="connsiteX7" fmla="*/ 13740 w 16616"/>
                <a:gd name="connsiteY7" fmla="*/ 18462 h 23442"/>
                <a:gd name="connsiteX8" fmla="*/ 6941 w 16616"/>
                <a:gd name="connsiteY8" fmla="*/ 23364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6" h="23442">
                  <a:moveTo>
                    <a:pt x="6941" y="23364"/>
                  </a:moveTo>
                  <a:cubicBezTo>
                    <a:pt x="6330" y="23469"/>
                    <a:pt x="5707" y="23469"/>
                    <a:pt x="5096" y="23364"/>
                  </a:cubicBezTo>
                  <a:cubicBezTo>
                    <a:pt x="1412" y="22370"/>
                    <a:pt x="-760" y="18609"/>
                    <a:pt x="246" y="14964"/>
                  </a:cubicBezTo>
                  <a:cubicBezTo>
                    <a:pt x="249" y="14952"/>
                    <a:pt x="252" y="14940"/>
                    <a:pt x="256" y="14927"/>
                  </a:cubicBezTo>
                  <a:lnTo>
                    <a:pt x="2907" y="5122"/>
                  </a:lnTo>
                  <a:cubicBezTo>
                    <a:pt x="3919" y="1458"/>
                    <a:pt x="7716" y="-724"/>
                    <a:pt x="11435" y="220"/>
                  </a:cubicBezTo>
                  <a:cubicBezTo>
                    <a:pt x="15155" y="1273"/>
                    <a:pt x="17352" y="5063"/>
                    <a:pt x="16391" y="8771"/>
                  </a:cubicBezTo>
                  <a:lnTo>
                    <a:pt x="13740" y="18462"/>
                  </a:lnTo>
                  <a:cubicBezTo>
                    <a:pt x="12790" y="21383"/>
                    <a:pt x="10043" y="23364"/>
                    <a:pt x="6941" y="23364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D1830711-423F-DF40-9FB0-2BC9AF7BB8F8}"/>
                </a:ext>
              </a:extLst>
            </p:cNvPr>
            <p:cNvSpPr/>
            <p:nvPr/>
          </p:nvSpPr>
          <p:spPr>
            <a:xfrm>
              <a:off x="5213711" y="2481326"/>
              <a:ext cx="16923" cy="24710"/>
            </a:xfrm>
            <a:custGeom>
              <a:avLst/>
              <a:gdLst>
                <a:gd name="connsiteX0" fmla="*/ 10106 w 16923"/>
                <a:gd name="connsiteY0" fmla="*/ 24707 h 24710"/>
                <a:gd name="connsiteX1" fmla="*/ 3306 w 16923"/>
                <a:gd name="connsiteY1" fmla="*/ 19576 h 24710"/>
                <a:gd name="connsiteX2" fmla="*/ 655 w 16923"/>
                <a:gd name="connsiteY2" fmla="*/ 9885 h 24710"/>
                <a:gd name="connsiteX3" fmla="*/ 4071 w 16923"/>
                <a:gd name="connsiteY3" fmla="*/ 648 h 24710"/>
                <a:gd name="connsiteX4" fmla="*/ 13409 w 16923"/>
                <a:gd name="connsiteY4" fmla="*/ 4028 h 24710"/>
                <a:gd name="connsiteX5" fmla="*/ 14025 w 16923"/>
                <a:gd name="connsiteY5" fmla="*/ 6237 h 24710"/>
                <a:gd name="connsiteX6" fmla="*/ 16676 w 16923"/>
                <a:gd name="connsiteY6" fmla="*/ 16042 h 24710"/>
                <a:gd name="connsiteX7" fmla="*/ 11836 w 16923"/>
                <a:gd name="connsiteY7" fmla="*/ 24448 h 24710"/>
                <a:gd name="connsiteX8" fmla="*/ 11720 w 16923"/>
                <a:gd name="connsiteY8" fmla="*/ 24479 h 24710"/>
                <a:gd name="connsiteX9" fmla="*/ 10106 w 16923"/>
                <a:gd name="connsiteY9" fmla="*/ 24707 h 2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23" h="24710">
                  <a:moveTo>
                    <a:pt x="10106" y="24707"/>
                  </a:moveTo>
                  <a:cubicBezTo>
                    <a:pt x="6928" y="24714"/>
                    <a:pt x="4140" y="22610"/>
                    <a:pt x="3306" y="19576"/>
                  </a:cubicBezTo>
                  <a:lnTo>
                    <a:pt x="655" y="9885"/>
                  </a:lnTo>
                  <a:cubicBezTo>
                    <a:pt x="-980" y="6401"/>
                    <a:pt x="550" y="2266"/>
                    <a:pt x="4071" y="648"/>
                  </a:cubicBezTo>
                  <a:cubicBezTo>
                    <a:pt x="7593" y="-969"/>
                    <a:pt x="11774" y="544"/>
                    <a:pt x="13409" y="4028"/>
                  </a:cubicBezTo>
                  <a:cubicBezTo>
                    <a:pt x="13736" y="4725"/>
                    <a:pt x="13944" y="5472"/>
                    <a:pt x="14025" y="6237"/>
                  </a:cubicBezTo>
                  <a:lnTo>
                    <a:pt x="16676" y="16042"/>
                  </a:lnTo>
                  <a:cubicBezTo>
                    <a:pt x="17686" y="19685"/>
                    <a:pt x="15519" y="23449"/>
                    <a:pt x="11836" y="24448"/>
                  </a:cubicBezTo>
                  <a:cubicBezTo>
                    <a:pt x="11797" y="24459"/>
                    <a:pt x="11758" y="24469"/>
                    <a:pt x="11720" y="24479"/>
                  </a:cubicBezTo>
                  <a:cubicBezTo>
                    <a:pt x="11200" y="24652"/>
                    <a:pt x="10654" y="24729"/>
                    <a:pt x="10106" y="2470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6C419C75-FA50-EB40-A0F3-ECB0D2E96B0A}"/>
                </a:ext>
              </a:extLst>
            </p:cNvPr>
            <p:cNvSpPr/>
            <p:nvPr/>
          </p:nvSpPr>
          <p:spPr>
            <a:xfrm>
              <a:off x="5275542" y="2250398"/>
              <a:ext cx="20806" cy="20557"/>
            </a:xfrm>
            <a:custGeom>
              <a:avLst/>
              <a:gdLst>
                <a:gd name="connsiteX0" fmla="*/ 6592 w 20806"/>
                <a:gd name="connsiteY0" fmla="*/ 20540 h 20557"/>
                <a:gd name="connsiteX1" fmla="*/ 14 w 20806"/>
                <a:gd name="connsiteY1" fmla="*/ 13165 h 20557"/>
                <a:gd name="connsiteX2" fmla="*/ 1636 w 20806"/>
                <a:gd name="connsiteY2" fmla="*/ 9139 h 20557"/>
                <a:gd name="connsiteX3" fmla="*/ 8897 w 20806"/>
                <a:gd name="connsiteY3" fmla="*/ 2070 h 20557"/>
                <a:gd name="connsiteX4" fmla="*/ 18676 w 20806"/>
                <a:gd name="connsiteY4" fmla="*/ 1938 h 20557"/>
                <a:gd name="connsiteX5" fmla="*/ 18809 w 20806"/>
                <a:gd name="connsiteY5" fmla="*/ 2070 h 20557"/>
                <a:gd name="connsiteX6" fmla="*/ 18809 w 20806"/>
                <a:gd name="connsiteY6" fmla="*/ 11875 h 20557"/>
                <a:gd name="connsiteX7" fmla="*/ 11548 w 20806"/>
                <a:gd name="connsiteY7" fmla="*/ 18944 h 20557"/>
                <a:gd name="connsiteX8" fmla="*/ 6592 w 20806"/>
                <a:gd name="connsiteY8" fmla="*/ 20540 h 2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06" h="20557">
                  <a:moveTo>
                    <a:pt x="6592" y="20540"/>
                  </a:moveTo>
                  <a:cubicBezTo>
                    <a:pt x="2717" y="20300"/>
                    <a:pt x="-228" y="16999"/>
                    <a:pt x="14" y="13165"/>
                  </a:cubicBezTo>
                  <a:cubicBezTo>
                    <a:pt x="107" y="11686"/>
                    <a:pt x="676" y="10276"/>
                    <a:pt x="1636" y="9139"/>
                  </a:cubicBezTo>
                  <a:lnTo>
                    <a:pt x="8897" y="2070"/>
                  </a:lnTo>
                  <a:cubicBezTo>
                    <a:pt x="11561" y="-638"/>
                    <a:pt x="15939" y="-697"/>
                    <a:pt x="18676" y="1938"/>
                  </a:cubicBezTo>
                  <a:cubicBezTo>
                    <a:pt x="18721" y="1982"/>
                    <a:pt x="18765" y="2025"/>
                    <a:pt x="18809" y="2070"/>
                  </a:cubicBezTo>
                  <a:cubicBezTo>
                    <a:pt x="21473" y="4807"/>
                    <a:pt x="21473" y="9138"/>
                    <a:pt x="18809" y="11875"/>
                  </a:cubicBezTo>
                  <a:lnTo>
                    <a:pt x="11548" y="18944"/>
                  </a:lnTo>
                  <a:cubicBezTo>
                    <a:pt x="10170" y="20095"/>
                    <a:pt x="8391" y="20668"/>
                    <a:pt x="6592" y="20540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11412FDC-3400-5D48-B10D-094699EDFC01}"/>
                </a:ext>
              </a:extLst>
            </p:cNvPr>
            <p:cNvSpPr/>
            <p:nvPr/>
          </p:nvSpPr>
          <p:spPr>
            <a:xfrm>
              <a:off x="5214118" y="2212766"/>
              <a:ext cx="16659" cy="23373"/>
            </a:xfrm>
            <a:custGeom>
              <a:avLst/>
              <a:gdLst>
                <a:gd name="connsiteX0" fmla="*/ 7048 w 16659"/>
                <a:gd name="connsiteY0" fmla="*/ 23284 h 23373"/>
                <a:gd name="connsiteX1" fmla="*/ 5204 w 16659"/>
                <a:gd name="connsiteY1" fmla="*/ 23284 h 23373"/>
                <a:gd name="connsiteX2" fmla="*/ 217 w 16659"/>
                <a:gd name="connsiteY2" fmla="*/ 14962 h 23373"/>
                <a:gd name="connsiteX3" fmla="*/ 248 w 16659"/>
                <a:gd name="connsiteY3" fmla="*/ 14847 h 23373"/>
                <a:gd name="connsiteX4" fmla="*/ 2899 w 16659"/>
                <a:gd name="connsiteY4" fmla="*/ 5042 h 23373"/>
                <a:gd name="connsiteX5" fmla="*/ 11390 w 16659"/>
                <a:gd name="connsiteY5" fmla="*/ 243 h 23373"/>
                <a:gd name="connsiteX6" fmla="*/ 11427 w 16659"/>
                <a:gd name="connsiteY6" fmla="*/ 253 h 23373"/>
                <a:gd name="connsiteX7" fmla="*/ 16474 w 16659"/>
                <a:gd name="connsiteY7" fmla="*/ 8351 h 23373"/>
                <a:gd name="connsiteX8" fmla="*/ 16383 w 16659"/>
                <a:gd name="connsiteY8" fmla="*/ 8690 h 23373"/>
                <a:gd name="connsiteX9" fmla="*/ 13617 w 16659"/>
                <a:gd name="connsiteY9" fmla="*/ 18267 h 23373"/>
                <a:gd name="connsiteX10" fmla="*/ 7048 w 16659"/>
                <a:gd name="connsiteY10" fmla="*/ 23284 h 2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659" h="23373">
                  <a:moveTo>
                    <a:pt x="7048" y="23284"/>
                  </a:moveTo>
                  <a:cubicBezTo>
                    <a:pt x="6439" y="23404"/>
                    <a:pt x="5813" y="23404"/>
                    <a:pt x="5204" y="23284"/>
                  </a:cubicBezTo>
                  <a:cubicBezTo>
                    <a:pt x="1504" y="22348"/>
                    <a:pt x="-729" y="18622"/>
                    <a:pt x="217" y="14962"/>
                  </a:cubicBezTo>
                  <a:cubicBezTo>
                    <a:pt x="227" y="14923"/>
                    <a:pt x="237" y="14885"/>
                    <a:pt x="248" y="14847"/>
                  </a:cubicBezTo>
                  <a:lnTo>
                    <a:pt x="2899" y="5042"/>
                  </a:lnTo>
                  <a:cubicBezTo>
                    <a:pt x="3904" y="1397"/>
                    <a:pt x="7706" y="-752"/>
                    <a:pt x="11390" y="243"/>
                  </a:cubicBezTo>
                  <a:cubicBezTo>
                    <a:pt x="11403" y="246"/>
                    <a:pt x="11415" y="250"/>
                    <a:pt x="11427" y="253"/>
                  </a:cubicBezTo>
                  <a:cubicBezTo>
                    <a:pt x="15082" y="1111"/>
                    <a:pt x="17341" y="4736"/>
                    <a:pt x="16474" y="8351"/>
                  </a:cubicBezTo>
                  <a:cubicBezTo>
                    <a:pt x="16447" y="8465"/>
                    <a:pt x="16417" y="8578"/>
                    <a:pt x="16383" y="8690"/>
                  </a:cubicBezTo>
                  <a:lnTo>
                    <a:pt x="13617" y="18267"/>
                  </a:lnTo>
                  <a:cubicBezTo>
                    <a:pt x="12798" y="21198"/>
                    <a:pt x="10121" y="23242"/>
                    <a:pt x="7048" y="23284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A978B5F-198E-3547-A428-C840C1DA8245}"/>
                </a:ext>
              </a:extLst>
            </p:cNvPr>
            <p:cNvSpPr/>
            <p:nvPr/>
          </p:nvSpPr>
          <p:spPr>
            <a:xfrm>
              <a:off x="5008755" y="2184059"/>
              <a:ext cx="351724" cy="350477"/>
            </a:xfrm>
            <a:custGeom>
              <a:avLst/>
              <a:gdLst>
                <a:gd name="connsiteX0" fmla="*/ 177143 w 351724"/>
                <a:gd name="connsiteY0" fmla="*/ 350477 h 350477"/>
                <a:gd name="connsiteX1" fmla="*/ 0 w 351724"/>
                <a:gd name="connsiteY1" fmla="*/ 175238 h 350477"/>
                <a:gd name="connsiteX2" fmla="*/ 177143 w 351724"/>
                <a:gd name="connsiteY2" fmla="*/ 0 h 350477"/>
                <a:gd name="connsiteX3" fmla="*/ 351635 w 351724"/>
                <a:gd name="connsiteY3" fmla="*/ 138868 h 350477"/>
                <a:gd name="connsiteX4" fmla="*/ 345806 w 351724"/>
                <a:gd name="connsiteY4" fmla="*/ 146836 h 350477"/>
                <a:gd name="connsiteX5" fmla="*/ 337920 w 351724"/>
                <a:gd name="connsiteY5" fmla="*/ 141832 h 350477"/>
                <a:gd name="connsiteX6" fmla="*/ 177143 w 351724"/>
                <a:gd name="connsiteY6" fmla="*/ 13796 h 350477"/>
                <a:gd name="connsiteX7" fmla="*/ 13946 w 351724"/>
                <a:gd name="connsiteY7" fmla="*/ 175238 h 350477"/>
                <a:gd name="connsiteX8" fmla="*/ 177143 w 351724"/>
                <a:gd name="connsiteY8" fmla="*/ 336681 h 350477"/>
                <a:gd name="connsiteX9" fmla="*/ 246986 w 351724"/>
                <a:gd name="connsiteY9" fmla="*/ 321061 h 350477"/>
                <a:gd name="connsiteX10" fmla="*/ 256322 w 351724"/>
                <a:gd name="connsiteY10" fmla="*/ 324368 h 350477"/>
                <a:gd name="connsiteX11" fmla="*/ 253155 w 351724"/>
                <a:gd name="connsiteY11" fmla="*/ 333521 h 350477"/>
                <a:gd name="connsiteX12" fmla="*/ 252979 w 351724"/>
                <a:gd name="connsiteY12" fmla="*/ 333603 h 350477"/>
                <a:gd name="connsiteX13" fmla="*/ 177143 w 351724"/>
                <a:gd name="connsiteY13" fmla="*/ 350477 h 35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1724" h="350477">
                  <a:moveTo>
                    <a:pt x="177143" y="350477"/>
                  </a:moveTo>
                  <a:cubicBezTo>
                    <a:pt x="79310" y="350477"/>
                    <a:pt x="0" y="272020"/>
                    <a:pt x="0" y="175238"/>
                  </a:cubicBezTo>
                  <a:cubicBezTo>
                    <a:pt x="0" y="78457"/>
                    <a:pt x="79310" y="0"/>
                    <a:pt x="177143" y="0"/>
                  </a:cubicBezTo>
                  <a:cubicBezTo>
                    <a:pt x="260906" y="428"/>
                    <a:pt x="333273" y="58020"/>
                    <a:pt x="351635" y="138868"/>
                  </a:cubicBezTo>
                  <a:cubicBezTo>
                    <a:pt x="352250" y="142661"/>
                    <a:pt x="349640" y="146228"/>
                    <a:pt x="345806" y="146836"/>
                  </a:cubicBezTo>
                  <a:cubicBezTo>
                    <a:pt x="342273" y="147396"/>
                    <a:pt x="338879" y="145242"/>
                    <a:pt x="337920" y="141832"/>
                  </a:cubicBezTo>
                  <a:cubicBezTo>
                    <a:pt x="321088" y="67273"/>
                    <a:pt x="254369" y="14140"/>
                    <a:pt x="177143" y="13796"/>
                  </a:cubicBezTo>
                  <a:cubicBezTo>
                    <a:pt x="87012" y="13796"/>
                    <a:pt x="13946" y="86076"/>
                    <a:pt x="13946" y="175238"/>
                  </a:cubicBezTo>
                  <a:cubicBezTo>
                    <a:pt x="13946" y="264401"/>
                    <a:pt x="87012" y="336681"/>
                    <a:pt x="177143" y="336681"/>
                  </a:cubicBezTo>
                  <a:cubicBezTo>
                    <a:pt x="201316" y="336746"/>
                    <a:pt x="225192" y="331407"/>
                    <a:pt x="246986" y="321061"/>
                  </a:cubicBezTo>
                  <a:cubicBezTo>
                    <a:pt x="250488" y="319435"/>
                    <a:pt x="254659" y="320913"/>
                    <a:pt x="256322" y="324368"/>
                  </a:cubicBezTo>
                  <a:cubicBezTo>
                    <a:pt x="258002" y="327760"/>
                    <a:pt x="256584" y="331858"/>
                    <a:pt x="253155" y="333521"/>
                  </a:cubicBezTo>
                  <a:cubicBezTo>
                    <a:pt x="253097" y="333549"/>
                    <a:pt x="253038" y="333576"/>
                    <a:pt x="252979" y="333603"/>
                  </a:cubicBezTo>
                  <a:cubicBezTo>
                    <a:pt x="229294" y="344767"/>
                    <a:pt x="203379" y="350533"/>
                    <a:pt x="177143" y="35047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AEA6174E-298B-FF43-819D-452B75DB37E3}"/>
                </a:ext>
              </a:extLst>
            </p:cNvPr>
            <p:cNvSpPr/>
            <p:nvPr/>
          </p:nvSpPr>
          <p:spPr>
            <a:xfrm>
              <a:off x="5178810" y="2280309"/>
              <a:ext cx="14061" cy="67132"/>
            </a:xfrm>
            <a:custGeom>
              <a:avLst/>
              <a:gdLst>
                <a:gd name="connsiteX0" fmla="*/ 7089 w 14061"/>
                <a:gd name="connsiteY0" fmla="*/ 67131 h 67132"/>
                <a:gd name="connsiteX1" fmla="*/ 59 w 14061"/>
                <a:gd name="connsiteY1" fmla="*/ 60405 h 67132"/>
                <a:gd name="connsiteX2" fmla="*/ 58 w 14061"/>
                <a:gd name="connsiteY2" fmla="*/ 60290 h 67132"/>
                <a:gd name="connsiteX3" fmla="*/ 58 w 14061"/>
                <a:gd name="connsiteY3" fmla="*/ 7844 h 67132"/>
                <a:gd name="connsiteX4" fmla="*/ 6133 w 14061"/>
                <a:gd name="connsiteY4" fmla="*/ 58 h 67132"/>
                <a:gd name="connsiteX5" fmla="*/ 14004 w 14061"/>
                <a:gd name="connsiteY5" fmla="*/ 6067 h 67132"/>
                <a:gd name="connsiteX6" fmla="*/ 14004 w 14061"/>
                <a:gd name="connsiteY6" fmla="*/ 7844 h 67132"/>
                <a:gd name="connsiteX7" fmla="*/ 14004 w 14061"/>
                <a:gd name="connsiteY7" fmla="*/ 60290 h 67132"/>
                <a:gd name="connsiteX8" fmla="*/ 7089 w 14061"/>
                <a:gd name="connsiteY8" fmla="*/ 67131 h 6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1" h="67132">
                  <a:moveTo>
                    <a:pt x="7089" y="67131"/>
                  </a:moveTo>
                  <a:cubicBezTo>
                    <a:pt x="3270" y="67194"/>
                    <a:pt x="123" y="64183"/>
                    <a:pt x="59" y="60405"/>
                  </a:cubicBezTo>
                  <a:cubicBezTo>
                    <a:pt x="59" y="60367"/>
                    <a:pt x="58" y="60329"/>
                    <a:pt x="58" y="60290"/>
                  </a:cubicBezTo>
                  <a:lnTo>
                    <a:pt x="58" y="7844"/>
                  </a:lnTo>
                  <a:cubicBezTo>
                    <a:pt x="-438" y="4035"/>
                    <a:pt x="2282" y="549"/>
                    <a:pt x="6133" y="58"/>
                  </a:cubicBezTo>
                  <a:cubicBezTo>
                    <a:pt x="9984" y="-433"/>
                    <a:pt x="13508" y="2257"/>
                    <a:pt x="14004" y="6067"/>
                  </a:cubicBezTo>
                  <a:cubicBezTo>
                    <a:pt x="14081" y="6657"/>
                    <a:pt x="14081" y="7254"/>
                    <a:pt x="14004" y="7844"/>
                  </a:cubicBezTo>
                  <a:lnTo>
                    <a:pt x="14004" y="60290"/>
                  </a:lnTo>
                  <a:cubicBezTo>
                    <a:pt x="14004" y="64068"/>
                    <a:pt x="10908" y="67131"/>
                    <a:pt x="7089" y="67131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5DC556EB-8B3E-2149-9885-BCB7D68B2C5C}"/>
                </a:ext>
              </a:extLst>
            </p:cNvPr>
            <p:cNvSpPr/>
            <p:nvPr/>
          </p:nvSpPr>
          <p:spPr>
            <a:xfrm>
              <a:off x="5120112" y="2352627"/>
              <a:ext cx="47783" cy="13911"/>
            </a:xfrm>
            <a:custGeom>
              <a:avLst/>
              <a:gdLst>
                <a:gd name="connsiteX0" fmla="*/ 39854 w 47783"/>
                <a:gd name="connsiteY0" fmla="*/ 13853 h 13911"/>
                <a:gd name="connsiteX1" fmla="*/ 7929 w 47783"/>
                <a:gd name="connsiteY1" fmla="*/ 13853 h 13911"/>
                <a:gd name="connsiteX2" fmla="*/ 58 w 47783"/>
                <a:gd name="connsiteY2" fmla="*/ 7844 h 13911"/>
                <a:gd name="connsiteX3" fmla="*/ 6133 w 47783"/>
                <a:gd name="connsiteY3" fmla="*/ 58 h 13911"/>
                <a:gd name="connsiteX4" fmla="*/ 7929 w 47783"/>
                <a:gd name="connsiteY4" fmla="*/ 58 h 13911"/>
                <a:gd name="connsiteX5" fmla="*/ 39854 w 47783"/>
                <a:gd name="connsiteY5" fmla="*/ 58 h 13911"/>
                <a:gd name="connsiteX6" fmla="*/ 47726 w 47783"/>
                <a:gd name="connsiteY6" fmla="*/ 6067 h 13911"/>
                <a:gd name="connsiteX7" fmla="*/ 41651 w 47783"/>
                <a:gd name="connsiteY7" fmla="*/ 13853 h 13911"/>
                <a:gd name="connsiteX8" fmla="*/ 39854 w 47783"/>
                <a:gd name="connsiteY8" fmla="*/ 13853 h 13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783" h="13911">
                  <a:moveTo>
                    <a:pt x="39854" y="13853"/>
                  </a:moveTo>
                  <a:lnTo>
                    <a:pt x="7929" y="13853"/>
                  </a:lnTo>
                  <a:cubicBezTo>
                    <a:pt x="4079" y="14344"/>
                    <a:pt x="555" y="11654"/>
                    <a:pt x="58" y="7844"/>
                  </a:cubicBezTo>
                  <a:cubicBezTo>
                    <a:pt x="-438" y="4035"/>
                    <a:pt x="2282" y="549"/>
                    <a:pt x="6133" y="58"/>
                  </a:cubicBezTo>
                  <a:cubicBezTo>
                    <a:pt x="6729" y="-18"/>
                    <a:pt x="7333" y="-18"/>
                    <a:pt x="7929" y="58"/>
                  </a:cubicBezTo>
                  <a:lnTo>
                    <a:pt x="39854" y="58"/>
                  </a:lnTo>
                  <a:cubicBezTo>
                    <a:pt x="43705" y="-433"/>
                    <a:pt x="47229" y="2257"/>
                    <a:pt x="47726" y="6067"/>
                  </a:cubicBezTo>
                  <a:cubicBezTo>
                    <a:pt x="48222" y="9876"/>
                    <a:pt x="45502" y="13363"/>
                    <a:pt x="41651" y="13853"/>
                  </a:cubicBezTo>
                  <a:cubicBezTo>
                    <a:pt x="41055" y="13929"/>
                    <a:pt x="40451" y="13929"/>
                    <a:pt x="39854" y="13853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2831DC10-3464-BE40-898B-C94746775447}"/>
                </a:ext>
              </a:extLst>
            </p:cNvPr>
            <p:cNvSpPr/>
            <p:nvPr/>
          </p:nvSpPr>
          <p:spPr>
            <a:xfrm>
              <a:off x="5294582" y="2313921"/>
              <a:ext cx="86669" cy="85737"/>
            </a:xfrm>
            <a:custGeom>
              <a:avLst/>
              <a:gdLst>
                <a:gd name="connsiteX0" fmla="*/ 43450 w 86669"/>
                <a:gd name="connsiteY0" fmla="*/ 85738 h 85737"/>
                <a:gd name="connsiteX1" fmla="*/ 0 w 86669"/>
                <a:gd name="connsiteY1" fmla="*/ 42983 h 85737"/>
                <a:gd name="connsiteX2" fmla="*/ 43220 w 86669"/>
                <a:gd name="connsiteY2" fmla="*/ 0 h 85737"/>
                <a:gd name="connsiteX3" fmla="*/ 86670 w 86669"/>
                <a:gd name="connsiteY3" fmla="*/ 42755 h 85737"/>
                <a:gd name="connsiteX4" fmla="*/ 86670 w 86669"/>
                <a:gd name="connsiteY4" fmla="*/ 42983 h 85737"/>
                <a:gd name="connsiteX5" fmla="*/ 43450 w 86669"/>
                <a:gd name="connsiteY5" fmla="*/ 85738 h 85737"/>
                <a:gd name="connsiteX6" fmla="*/ 43450 w 86669"/>
                <a:gd name="connsiteY6" fmla="*/ 13909 h 85737"/>
                <a:gd name="connsiteX7" fmla="*/ 13946 w 86669"/>
                <a:gd name="connsiteY7" fmla="*/ 42869 h 85737"/>
                <a:gd name="connsiteX8" fmla="*/ 43220 w 86669"/>
                <a:gd name="connsiteY8" fmla="*/ 72056 h 85737"/>
                <a:gd name="connsiteX9" fmla="*/ 72724 w 86669"/>
                <a:gd name="connsiteY9" fmla="*/ 43097 h 85737"/>
                <a:gd name="connsiteX10" fmla="*/ 72724 w 86669"/>
                <a:gd name="connsiteY10" fmla="*/ 42983 h 85737"/>
                <a:gd name="connsiteX11" fmla="*/ 43450 w 86669"/>
                <a:gd name="connsiteY11" fmla="*/ 13909 h 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669" h="85737">
                  <a:moveTo>
                    <a:pt x="43450" y="85738"/>
                  </a:moveTo>
                  <a:cubicBezTo>
                    <a:pt x="19517" y="85801"/>
                    <a:pt x="64" y="66659"/>
                    <a:pt x="0" y="42983"/>
                  </a:cubicBezTo>
                  <a:cubicBezTo>
                    <a:pt x="-63" y="19307"/>
                    <a:pt x="19287" y="63"/>
                    <a:pt x="43220" y="0"/>
                  </a:cubicBezTo>
                  <a:cubicBezTo>
                    <a:pt x="67153" y="-63"/>
                    <a:pt x="86606" y="19079"/>
                    <a:pt x="86670" y="42755"/>
                  </a:cubicBezTo>
                  <a:cubicBezTo>
                    <a:pt x="86670" y="42831"/>
                    <a:pt x="86670" y="42907"/>
                    <a:pt x="86670" y="42983"/>
                  </a:cubicBezTo>
                  <a:cubicBezTo>
                    <a:pt x="86606" y="66570"/>
                    <a:pt x="67293" y="85675"/>
                    <a:pt x="43450" y="85738"/>
                  </a:cubicBezTo>
                  <a:close/>
                  <a:moveTo>
                    <a:pt x="43450" y="13909"/>
                  </a:moveTo>
                  <a:cubicBezTo>
                    <a:pt x="27219" y="13847"/>
                    <a:pt x="14009" y="26812"/>
                    <a:pt x="13946" y="42869"/>
                  </a:cubicBezTo>
                  <a:cubicBezTo>
                    <a:pt x="13882" y="58925"/>
                    <a:pt x="26988" y="71993"/>
                    <a:pt x="43220" y="72056"/>
                  </a:cubicBezTo>
                  <a:cubicBezTo>
                    <a:pt x="59451" y="72119"/>
                    <a:pt x="72660" y="59153"/>
                    <a:pt x="72724" y="43097"/>
                  </a:cubicBezTo>
                  <a:cubicBezTo>
                    <a:pt x="72724" y="43059"/>
                    <a:pt x="72724" y="43021"/>
                    <a:pt x="72724" y="42983"/>
                  </a:cubicBezTo>
                  <a:cubicBezTo>
                    <a:pt x="72662" y="26996"/>
                    <a:pt x="59610" y="14034"/>
                    <a:pt x="43450" y="13909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C5FEC754-0114-BC48-8869-DEC5763F0D13}"/>
                </a:ext>
              </a:extLst>
            </p:cNvPr>
            <p:cNvSpPr/>
            <p:nvPr/>
          </p:nvSpPr>
          <p:spPr>
            <a:xfrm>
              <a:off x="5377794" y="2447544"/>
              <a:ext cx="14084" cy="78555"/>
            </a:xfrm>
            <a:custGeom>
              <a:avLst/>
              <a:gdLst>
                <a:gd name="connsiteX0" fmla="*/ 7030 w 14084"/>
                <a:gd name="connsiteY0" fmla="*/ 78555 h 78555"/>
                <a:gd name="connsiteX1" fmla="*/ 0 w 14084"/>
                <a:gd name="connsiteY1" fmla="*/ 71600 h 78555"/>
                <a:gd name="connsiteX2" fmla="*/ 0 w 14084"/>
                <a:gd name="connsiteY2" fmla="*/ 6955 h 78555"/>
                <a:gd name="connsiteX3" fmla="*/ 7030 w 14084"/>
                <a:gd name="connsiteY3" fmla="*/ 0 h 78555"/>
                <a:gd name="connsiteX4" fmla="*/ 14061 w 14084"/>
                <a:gd name="connsiteY4" fmla="*/ 6955 h 78555"/>
                <a:gd name="connsiteX5" fmla="*/ 14061 w 14084"/>
                <a:gd name="connsiteY5" fmla="*/ 71030 h 78555"/>
                <a:gd name="connsiteX6" fmla="*/ 7630 w 14084"/>
                <a:gd name="connsiteY6" fmla="*/ 78532 h 78555"/>
                <a:gd name="connsiteX7" fmla="*/ 7030 w 14084"/>
                <a:gd name="connsiteY7" fmla="*/ 78555 h 78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84" h="78555">
                  <a:moveTo>
                    <a:pt x="7030" y="78555"/>
                  </a:moveTo>
                  <a:cubicBezTo>
                    <a:pt x="3148" y="78555"/>
                    <a:pt x="0" y="75441"/>
                    <a:pt x="0" y="71600"/>
                  </a:cubicBezTo>
                  <a:lnTo>
                    <a:pt x="0" y="6955"/>
                  </a:lnTo>
                  <a:cubicBezTo>
                    <a:pt x="0" y="3114"/>
                    <a:pt x="3148" y="0"/>
                    <a:pt x="7030" y="0"/>
                  </a:cubicBezTo>
                  <a:cubicBezTo>
                    <a:pt x="10913" y="0"/>
                    <a:pt x="14061" y="3114"/>
                    <a:pt x="14061" y="6955"/>
                  </a:cubicBezTo>
                  <a:lnTo>
                    <a:pt x="14061" y="71030"/>
                  </a:lnTo>
                  <a:cubicBezTo>
                    <a:pt x="14379" y="74858"/>
                    <a:pt x="11500" y="78217"/>
                    <a:pt x="7630" y="78532"/>
                  </a:cubicBezTo>
                  <a:cubicBezTo>
                    <a:pt x="7431" y="78548"/>
                    <a:pt x="7231" y="78556"/>
                    <a:pt x="7030" y="78555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0A088E3-C6B9-1D45-957B-F4502D85A630}"/>
                </a:ext>
              </a:extLst>
            </p:cNvPr>
            <p:cNvSpPr/>
            <p:nvPr/>
          </p:nvSpPr>
          <p:spPr>
            <a:xfrm>
              <a:off x="5284209" y="2448432"/>
              <a:ext cx="13980" cy="77667"/>
            </a:xfrm>
            <a:custGeom>
              <a:avLst/>
              <a:gdLst>
                <a:gd name="connsiteX0" fmla="*/ 7030 w 13980"/>
                <a:gd name="connsiteY0" fmla="*/ 77667 h 77667"/>
                <a:gd name="connsiteX1" fmla="*/ 0 w 13980"/>
                <a:gd name="connsiteY1" fmla="*/ 70712 h 77667"/>
                <a:gd name="connsiteX2" fmla="*/ 0 w 13980"/>
                <a:gd name="connsiteY2" fmla="*/ 6067 h 77667"/>
                <a:gd name="connsiteX3" fmla="*/ 7871 w 13980"/>
                <a:gd name="connsiteY3" fmla="*/ 58 h 77667"/>
                <a:gd name="connsiteX4" fmla="*/ 13946 w 13980"/>
                <a:gd name="connsiteY4" fmla="*/ 6067 h 77667"/>
                <a:gd name="connsiteX5" fmla="*/ 13946 w 13980"/>
                <a:gd name="connsiteY5" fmla="*/ 70142 h 77667"/>
                <a:gd name="connsiteX6" fmla="*/ 7757 w 13980"/>
                <a:gd name="connsiteY6" fmla="*/ 77633 h 77667"/>
                <a:gd name="connsiteX7" fmla="*/ 7030 w 13980"/>
                <a:gd name="connsiteY7" fmla="*/ 77667 h 7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80" h="77667">
                  <a:moveTo>
                    <a:pt x="7030" y="77667"/>
                  </a:moveTo>
                  <a:cubicBezTo>
                    <a:pt x="3148" y="77667"/>
                    <a:pt x="0" y="74553"/>
                    <a:pt x="0" y="70712"/>
                  </a:cubicBezTo>
                  <a:lnTo>
                    <a:pt x="0" y="6067"/>
                  </a:lnTo>
                  <a:cubicBezTo>
                    <a:pt x="496" y="2257"/>
                    <a:pt x="4020" y="-433"/>
                    <a:pt x="7871" y="58"/>
                  </a:cubicBezTo>
                  <a:cubicBezTo>
                    <a:pt x="11041" y="462"/>
                    <a:pt x="13537" y="2931"/>
                    <a:pt x="13946" y="6067"/>
                  </a:cubicBezTo>
                  <a:lnTo>
                    <a:pt x="13946" y="70142"/>
                  </a:lnTo>
                  <a:cubicBezTo>
                    <a:pt x="14328" y="73902"/>
                    <a:pt x="11557" y="77255"/>
                    <a:pt x="7757" y="77633"/>
                  </a:cubicBezTo>
                  <a:cubicBezTo>
                    <a:pt x="7515" y="77657"/>
                    <a:pt x="7273" y="77668"/>
                    <a:pt x="7030" y="77667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CE50257-CF75-1948-8D29-8654D8ED8D1E}"/>
                </a:ext>
              </a:extLst>
            </p:cNvPr>
            <p:cNvSpPr/>
            <p:nvPr/>
          </p:nvSpPr>
          <p:spPr>
            <a:xfrm>
              <a:off x="5251996" y="2405245"/>
              <a:ext cx="171672" cy="123795"/>
            </a:xfrm>
            <a:custGeom>
              <a:avLst/>
              <a:gdLst>
                <a:gd name="connsiteX0" fmla="*/ 164984 w 171672"/>
                <a:gd name="connsiteY0" fmla="*/ 123134 h 123795"/>
                <a:gd name="connsiteX1" fmla="*/ 157954 w 171672"/>
                <a:gd name="connsiteY1" fmla="*/ 116179 h 123795"/>
                <a:gd name="connsiteX2" fmla="*/ 157954 w 171672"/>
                <a:gd name="connsiteY2" fmla="*/ 52446 h 123795"/>
                <a:gd name="connsiteX3" fmla="*/ 120727 w 171672"/>
                <a:gd name="connsiteY3" fmla="*/ 13910 h 123795"/>
                <a:gd name="connsiteX4" fmla="*/ 51576 w 171672"/>
                <a:gd name="connsiteY4" fmla="*/ 13910 h 123795"/>
                <a:gd name="connsiteX5" fmla="*/ 14003 w 171672"/>
                <a:gd name="connsiteY5" fmla="*/ 52446 h 123795"/>
                <a:gd name="connsiteX6" fmla="*/ 14003 w 171672"/>
                <a:gd name="connsiteY6" fmla="*/ 115951 h 123795"/>
                <a:gd name="connsiteX7" fmla="*/ 7929 w 171672"/>
                <a:gd name="connsiteY7" fmla="*/ 123738 h 123795"/>
                <a:gd name="connsiteX8" fmla="*/ 58 w 171672"/>
                <a:gd name="connsiteY8" fmla="*/ 117729 h 123795"/>
                <a:gd name="connsiteX9" fmla="*/ 58 w 171672"/>
                <a:gd name="connsiteY9" fmla="*/ 115951 h 123795"/>
                <a:gd name="connsiteX10" fmla="*/ 58 w 171672"/>
                <a:gd name="connsiteY10" fmla="*/ 52446 h 123795"/>
                <a:gd name="connsiteX11" fmla="*/ 53074 w 171672"/>
                <a:gd name="connsiteY11" fmla="*/ 0 h 123795"/>
                <a:gd name="connsiteX12" fmla="*/ 56531 w 171672"/>
                <a:gd name="connsiteY12" fmla="*/ 912 h 123795"/>
                <a:gd name="connsiteX13" fmla="*/ 115425 w 171672"/>
                <a:gd name="connsiteY13" fmla="*/ 912 h 123795"/>
                <a:gd name="connsiteX14" fmla="*/ 118998 w 171672"/>
                <a:gd name="connsiteY14" fmla="*/ 0 h 123795"/>
                <a:gd name="connsiteX15" fmla="*/ 171669 w 171672"/>
                <a:gd name="connsiteY15" fmla="*/ 52446 h 123795"/>
                <a:gd name="connsiteX16" fmla="*/ 171669 w 171672"/>
                <a:gd name="connsiteY16" fmla="*/ 115951 h 123795"/>
                <a:gd name="connsiteX17" fmla="*/ 164984 w 171672"/>
                <a:gd name="connsiteY17" fmla="*/ 123134 h 123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672" h="123795">
                  <a:moveTo>
                    <a:pt x="164984" y="123134"/>
                  </a:moveTo>
                  <a:cubicBezTo>
                    <a:pt x="161101" y="123134"/>
                    <a:pt x="157954" y="120021"/>
                    <a:pt x="157954" y="116179"/>
                  </a:cubicBezTo>
                  <a:lnTo>
                    <a:pt x="157954" y="52446"/>
                  </a:lnTo>
                  <a:cubicBezTo>
                    <a:pt x="157974" y="31813"/>
                    <a:pt x="141563" y="14825"/>
                    <a:pt x="120727" y="13910"/>
                  </a:cubicBezTo>
                  <a:cubicBezTo>
                    <a:pt x="99115" y="25301"/>
                    <a:pt x="73188" y="25301"/>
                    <a:pt x="51576" y="13910"/>
                  </a:cubicBezTo>
                  <a:cubicBezTo>
                    <a:pt x="30629" y="14705"/>
                    <a:pt x="14050" y="31710"/>
                    <a:pt x="14003" y="52446"/>
                  </a:cubicBezTo>
                  <a:lnTo>
                    <a:pt x="14003" y="115951"/>
                  </a:lnTo>
                  <a:cubicBezTo>
                    <a:pt x="14499" y="119761"/>
                    <a:pt x="11780" y="123247"/>
                    <a:pt x="7929" y="123738"/>
                  </a:cubicBezTo>
                  <a:cubicBezTo>
                    <a:pt x="4078" y="124229"/>
                    <a:pt x="554" y="121538"/>
                    <a:pt x="58" y="117729"/>
                  </a:cubicBezTo>
                  <a:cubicBezTo>
                    <a:pt x="-19" y="117139"/>
                    <a:pt x="-19" y="116541"/>
                    <a:pt x="58" y="115951"/>
                  </a:cubicBezTo>
                  <a:lnTo>
                    <a:pt x="58" y="52446"/>
                  </a:lnTo>
                  <a:cubicBezTo>
                    <a:pt x="58" y="23481"/>
                    <a:pt x="23794" y="0"/>
                    <a:pt x="53074" y="0"/>
                  </a:cubicBezTo>
                  <a:cubicBezTo>
                    <a:pt x="54287" y="4"/>
                    <a:pt x="55478" y="318"/>
                    <a:pt x="56531" y="912"/>
                  </a:cubicBezTo>
                  <a:cubicBezTo>
                    <a:pt x="74734" y="11390"/>
                    <a:pt x="97223" y="11390"/>
                    <a:pt x="115425" y="912"/>
                  </a:cubicBezTo>
                  <a:cubicBezTo>
                    <a:pt x="116526" y="331"/>
                    <a:pt x="117751" y="18"/>
                    <a:pt x="118998" y="0"/>
                  </a:cubicBezTo>
                  <a:cubicBezTo>
                    <a:pt x="148143" y="188"/>
                    <a:pt x="171669" y="23614"/>
                    <a:pt x="171669" y="52446"/>
                  </a:cubicBezTo>
                  <a:lnTo>
                    <a:pt x="171669" y="115951"/>
                  </a:lnTo>
                  <a:cubicBezTo>
                    <a:pt x="171799" y="119751"/>
                    <a:pt x="168822" y="122950"/>
                    <a:pt x="164984" y="123134"/>
                  </a:cubicBezTo>
                  <a:close/>
                </a:path>
              </a:pathLst>
            </a:custGeom>
            <a:grpFill/>
            <a:ln w="113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FAC476E9-AC93-164B-852C-1F2AA59DC2D5}"/>
              </a:ext>
            </a:extLst>
          </p:cNvPr>
          <p:cNvGrpSpPr/>
          <p:nvPr/>
        </p:nvGrpSpPr>
        <p:grpSpPr>
          <a:xfrm flipH="1">
            <a:off x="1627375" y="1958097"/>
            <a:ext cx="2783072" cy="723275"/>
            <a:chOff x="7825488" y="1404017"/>
            <a:chExt cx="3368029" cy="723275"/>
          </a:xfrm>
        </p:grpSpPr>
        <p:sp>
          <p:nvSpPr>
            <p:cNvPr id="137" name="Inhaltsplatzhalter 4">
              <a:extLst>
                <a:ext uri="{FF2B5EF4-FFF2-40B4-BE49-F238E27FC236}">
                  <a16:creationId xmlns:a16="http://schemas.microsoft.com/office/drawing/2014/main" id="{3A770F3D-1383-6D43-9A36-95EB295A0805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3FDBE5F4-1DE3-9D46-A565-F0B3D18FA5AD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E34CF3AD-BED7-DF4A-8292-6EB496527B8E}"/>
              </a:ext>
            </a:extLst>
          </p:cNvPr>
          <p:cNvGrpSpPr/>
          <p:nvPr/>
        </p:nvGrpSpPr>
        <p:grpSpPr>
          <a:xfrm>
            <a:off x="7754832" y="1958097"/>
            <a:ext cx="2783072" cy="723275"/>
            <a:chOff x="7825488" y="1404017"/>
            <a:chExt cx="3368029" cy="723275"/>
          </a:xfrm>
        </p:grpSpPr>
        <p:sp>
          <p:nvSpPr>
            <p:cNvPr id="140" name="Inhaltsplatzhalter 4">
              <a:extLst>
                <a:ext uri="{FF2B5EF4-FFF2-40B4-BE49-F238E27FC236}">
                  <a16:creationId xmlns:a16="http://schemas.microsoft.com/office/drawing/2014/main" id="{D4057AE2-6BBA-5546-9DCE-D0AA3B4CA0DA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1853ECB3-1A06-5547-8D28-DB91F30CD1D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CD24FC7-4AD7-4D4E-A03D-A51A57D4485B}"/>
              </a:ext>
            </a:extLst>
          </p:cNvPr>
          <p:cNvGrpSpPr/>
          <p:nvPr/>
        </p:nvGrpSpPr>
        <p:grpSpPr>
          <a:xfrm flipH="1">
            <a:off x="1636008" y="5091878"/>
            <a:ext cx="2783072" cy="723275"/>
            <a:chOff x="7825488" y="1404017"/>
            <a:chExt cx="3368029" cy="723275"/>
          </a:xfrm>
        </p:grpSpPr>
        <p:sp>
          <p:nvSpPr>
            <p:cNvPr id="143" name="Inhaltsplatzhalter 4">
              <a:extLst>
                <a:ext uri="{FF2B5EF4-FFF2-40B4-BE49-F238E27FC236}">
                  <a16:creationId xmlns:a16="http://schemas.microsoft.com/office/drawing/2014/main" id="{0719DEB9-C5F6-5148-9943-176FEC69853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F74C6CA3-8DB9-1A45-BB91-16576D01E2D2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73431517-0595-7947-BA84-6AE925E356AA}"/>
              </a:ext>
            </a:extLst>
          </p:cNvPr>
          <p:cNvGrpSpPr/>
          <p:nvPr/>
        </p:nvGrpSpPr>
        <p:grpSpPr>
          <a:xfrm>
            <a:off x="7793647" y="5091878"/>
            <a:ext cx="2783072" cy="723275"/>
            <a:chOff x="7825488" y="1404017"/>
            <a:chExt cx="3368029" cy="723275"/>
          </a:xfrm>
        </p:grpSpPr>
        <p:sp>
          <p:nvSpPr>
            <p:cNvPr id="146" name="Inhaltsplatzhalter 4">
              <a:extLst>
                <a:ext uri="{FF2B5EF4-FFF2-40B4-BE49-F238E27FC236}">
                  <a16:creationId xmlns:a16="http://schemas.microsoft.com/office/drawing/2014/main" id="{32A1732B-54B2-E34F-83EF-59C706ABD47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43114BBC-8C4A-0240-88B1-F65A53406FC4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D44A688-9947-4B4A-B186-8E1603ECFA54}"/>
              </a:ext>
            </a:extLst>
          </p:cNvPr>
          <p:cNvGrpSpPr/>
          <p:nvPr/>
        </p:nvGrpSpPr>
        <p:grpSpPr>
          <a:xfrm>
            <a:off x="8610194" y="3513459"/>
            <a:ext cx="2783072" cy="723275"/>
            <a:chOff x="7825488" y="1404017"/>
            <a:chExt cx="3368029" cy="723275"/>
          </a:xfrm>
        </p:grpSpPr>
        <p:sp>
          <p:nvSpPr>
            <p:cNvPr id="149" name="Inhaltsplatzhalter 4">
              <a:extLst>
                <a:ext uri="{FF2B5EF4-FFF2-40B4-BE49-F238E27FC236}">
                  <a16:creationId xmlns:a16="http://schemas.microsoft.com/office/drawing/2014/main" id="{9268B97A-D629-2B46-92F8-2C82FF2C461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71EA321C-4076-BF4D-BEF5-6F51A3F958F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9BEB7D0-9CE3-1D48-85DA-173DBFADF984}"/>
              </a:ext>
            </a:extLst>
          </p:cNvPr>
          <p:cNvGrpSpPr/>
          <p:nvPr/>
        </p:nvGrpSpPr>
        <p:grpSpPr>
          <a:xfrm flipH="1">
            <a:off x="783021" y="3513459"/>
            <a:ext cx="2783072" cy="723275"/>
            <a:chOff x="7825488" y="1404017"/>
            <a:chExt cx="3368029" cy="723275"/>
          </a:xfrm>
        </p:grpSpPr>
        <p:sp>
          <p:nvSpPr>
            <p:cNvPr id="152" name="Inhaltsplatzhalter 4">
              <a:extLst>
                <a:ext uri="{FF2B5EF4-FFF2-40B4-BE49-F238E27FC236}">
                  <a16:creationId xmlns:a16="http://schemas.microsoft.com/office/drawing/2014/main" id="{F8B17266-C9DE-034B-A1E4-B34C5AA2D9F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AAC8C887-D638-DA48-9442-0A8F5F4EAA6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B74BC857-EC4D-7B47-8E3B-0777CE570FBB}"/>
              </a:ext>
            </a:extLst>
          </p:cNvPr>
          <p:cNvGrpSpPr/>
          <p:nvPr/>
        </p:nvGrpSpPr>
        <p:grpSpPr>
          <a:xfrm>
            <a:off x="5423510" y="3281947"/>
            <a:ext cx="1338870" cy="1238019"/>
            <a:chOff x="5398240" y="3718434"/>
            <a:chExt cx="1338870" cy="1238019"/>
          </a:xfrm>
        </p:grpSpPr>
        <p:sp>
          <p:nvSpPr>
            <p:cNvPr id="155" name="Freeform 154">
              <a:extLst>
                <a:ext uri="{FF2B5EF4-FFF2-40B4-BE49-F238E27FC236}">
                  <a16:creationId xmlns:a16="http://schemas.microsoft.com/office/drawing/2014/main" id="{7AA3BE8C-C522-6C4A-81D0-D250471C1E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56" name="Title 1">
              <a:extLst>
                <a:ext uri="{FF2B5EF4-FFF2-40B4-BE49-F238E27FC236}">
                  <a16:creationId xmlns:a16="http://schemas.microsoft.com/office/drawing/2014/main" id="{4DFF295F-4B42-464D-B30C-BFB3E376530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27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B67AE2CD-5867-6A4D-B0AE-5755788BCE39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C6839AA-C112-E647-B37E-5A938F14CF4A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630720E-8B72-4C47-A293-894AF8F31E70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6" name="Rounded Rectangle 5">
                <a:extLst>
                  <a:ext uri="{FF2B5EF4-FFF2-40B4-BE49-F238E27FC236}">
                    <a16:creationId xmlns:a16="http://schemas.microsoft.com/office/drawing/2014/main" id="{286AA195-FECD-C04E-8837-8F53FA55380F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D136BB53-5B17-B54E-9F39-3EDB52D9856D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0562BE26-7757-6341-8DA7-D637306C6C63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56EA8F40-7919-704C-B30B-38D37166097F}"/>
              </a:ext>
            </a:extLst>
          </p:cNvPr>
          <p:cNvGrpSpPr>
            <a:grpSpLocks noChangeAspect="1"/>
          </p:cNvGrpSpPr>
          <p:nvPr/>
        </p:nvGrpSpPr>
        <p:grpSpPr>
          <a:xfrm>
            <a:off x="4191978" y="1891439"/>
            <a:ext cx="3808044" cy="4056671"/>
            <a:chOff x="4243992" y="1891439"/>
            <a:chExt cx="3808044" cy="4056671"/>
          </a:xfrm>
        </p:grpSpPr>
        <p:sp>
          <p:nvSpPr>
            <p:cNvPr id="11" name="Freeform 149">
              <a:extLst>
                <a:ext uri="{FF2B5EF4-FFF2-40B4-BE49-F238E27FC236}">
                  <a16:creationId xmlns:a16="http://schemas.microsoft.com/office/drawing/2014/main" id="{A4339BD2-4E29-794D-B388-BEE4D25232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78875" y="2028840"/>
              <a:ext cx="1648842" cy="1596496"/>
            </a:xfrm>
            <a:custGeom>
              <a:avLst/>
              <a:gdLst/>
              <a:ahLst/>
              <a:cxnLst>
                <a:cxn ang="0">
                  <a:pos x="350" y="0"/>
                </a:cxn>
                <a:cxn ang="0">
                  <a:pos x="25" y="207"/>
                </a:cxn>
                <a:cxn ang="0">
                  <a:pos x="0" y="194"/>
                </a:cxn>
                <a:cxn ang="0">
                  <a:pos x="11" y="235"/>
                </a:cxn>
                <a:cxn ang="0">
                  <a:pos x="39" y="339"/>
                </a:cxn>
                <a:cxn ang="0">
                  <a:pos x="135" y="308"/>
                </a:cxn>
                <a:cxn ang="0">
                  <a:pos x="183" y="292"/>
                </a:cxn>
                <a:cxn ang="0">
                  <a:pos x="150" y="275"/>
                </a:cxn>
                <a:cxn ang="0">
                  <a:pos x="344" y="144"/>
                </a:cxn>
                <a:cxn ang="0">
                  <a:pos x="272" y="74"/>
                </a:cxn>
                <a:cxn ang="0">
                  <a:pos x="350" y="0"/>
                </a:cxn>
              </a:cxnLst>
              <a:rect l="0" t="0" r="r" b="b"/>
              <a:pathLst>
                <a:path w="350" h="339">
                  <a:moveTo>
                    <a:pt x="350" y="0"/>
                  </a:moveTo>
                  <a:cubicBezTo>
                    <a:pt x="210" y="9"/>
                    <a:pt x="89" y="90"/>
                    <a:pt x="25" y="207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39" y="339"/>
                    <a:pt x="39" y="339"/>
                    <a:pt x="39" y="339"/>
                  </a:cubicBezTo>
                  <a:cubicBezTo>
                    <a:pt x="135" y="308"/>
                    <a:pt x="135" y="308"/>
                    <a:pt x="135" y="308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50" y="275"/>
                    <a:pt x="150" y="275"/>
                    <a:pt x="150" y="275"/>
                  </a:cubicBezTo>
                  <a:cubicBezTo>
                    <a:pt x="190" y="204"/>
                    <a:pt x="261" y="154"/>
                    <a:pt x="344" y="144"/>
                  </a:cubicBezTo>
                  <a:cubicBezTo>
                    <a:pt x="272" y="74"/>
                    <a:pt x="272" y="74"/>
                    <a:pt x="272" y="74"/>
                  </a:cubicBezTo>
                  <a:lnTo>
                    <a:pt x="350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47">
              <a:extLst>
                <a:ext uri="{FF2B5EF4-FFF2-40B4-BE49-F238E27FC236}">
                  <a16:creationId xmlns:a16="http://schemas.microsoft.com/office/drawing/2014/main" id="{1B41C8CD-342F-F44A-A26A-9D570F5E18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97316" y="1891439"/>
              <a:ext cx="2047968" cy="1262806"/>
            </a:xfrm>
            <a:custGeom>
              <a:avLst/>
              <a:gdLst/>
              <a:ahLst/>
              <a:cxnLst>
                <a:cxn ang="0">
                  <a:pos x="112" y="28"/>
                </a:cxn>
                <a:cxn ang="0">
                  <a:pos x="109" y="28"/>
                </a:cxn>
                <a:cxn ang="0">
                  <a:pos x="109" y="0"/>
                </a:cxn>
                <a:cxn ang="0">
                  <a:pos x="78" y="29"/>
                </a:cxn>
                <a:cxn ang="0">
                  <a:pos x="0" y="103"/>
                </a:cxn>
                <a:cxn ang="0">
                  <a:pos x="72" y="173"/>
                </a:cxn>
                <a:cxn ang="0">
                  <a:pos x="109" y="208"/>
                </a:cxn>
                <a:cxn ang="0">
                  <a:pos x="109" y="171"/>
                </a:cxn>
                <a:cxn ang="0">
                  <a:pos x="109" y="171"/>
                </a:cxn>
                <a:cxn ang="0">
                  <a:pos x="307" y="268"/>
                </a:cxn>
                <a:cxn ang="0">
                  <a:pos x="329" y="170"/>
                </a:cxn>
                <a:cxn ang="0">
                  <a:pos x="433" y="199"/>
                </a:cxn>
                <a:cxn ang="0">
                  <a:pos x="112" y="28"/>
                </a:cxn>
              </a:cxnLst>
              <a:rect l="0" t="0" r="r" b="b"/>
              <a:pathLst>
                <a:path w="433" h="268">
                  <a:moveTo>
                    <a:pt x="112" y="28"/>
                  </a:moveTo>
                  <a:cubicBezTo>
                    <a:pt x="111" y="28"/>
                    <a:pt x="110" y="28"/>
                    <a:pt x="109" y="28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72" y="173"/>
                    <a:pt x="72" y="173"/>
                    <a:pt x="72" y="173"/>
                  </a:cubicBezTo>
                  <a:cubicBezTo>
                    <a:pt x="109" y="208"/>
                    <a:pt x="109" y="208"/>
                    <a:pt x="109" y="208"/>
                  </a:cubicBezTo>
                  <a:cubicBezTo>
                    <a:pt x="109" y="171"/>
                    <a:pt x="109" y="171"/>
                    <a:pt x="109" y="171"/>
                  </a:cubicBezTo>
                  <a:cubicBezTo>
                    <a:pt x="109" y="171"/>
                    <a:pt x="109" y="171"/>
                    <a:pt x="109" y="171"/>
                  </a:cubicBezTo>
                  <a:cubicBezTo>
                    <a:pt x="190" y="172"/>
                    <a:pt x="261" y="210"/>
                    <a:pt x="307" y="268"/>
                  </a:cubicBezTo>
                  <a:cubicBezTo>
                    <a:pt x="329" y="170"/>
                    <a:pt x="329" y="170"/>
                    <a:pt x="329" y="170"/>
                  </a:cubicBezTo>
                  <a:cubicBezTo>
                    <a:pt x="433" y="199"/>
                    <a:pt x="433" y="199"/>
                    <a:pt x="433" y="199"/>
                  </a:cubicBezTo>
                  <a:cubicBezTo>
                    <a:pt x="362" y="98"/>
                    <a:pt x="245" y="30"/>
                    <a:pt x="112" y="28"/>
                  </a:cubicBez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6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127000" dist="38100" sx="101000" sy="101000" algn="l" rotWithShape="0">
                <a:prstClr val="black">
                  <a:alpha val="3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52">
              <a:extLst>
                <a:ext uri="{FF2B5EF4-FFF2-40B4-BE49-F238E27FC236}">
                  <a16:creationId xmlns:a16="http://schemas.microsoft.com/office/drawing/2014/main" id="{26CE01FE-2B6F-CB4F-B3EA-2132519EB28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43992" y="2689687"/>
              <a:ext cx="1001086" cy="2008708"/>
            </a:xfrm>
            <a:custGeom>
              <a:avLst/>
              <a:gdLst/>
              <a:ahLst/>
              <a:cxnLst>
                <a:cxn ang="0">
                  <a:pos x="154" y="55"/>
                </a:cxn>
                <a:cxn ang="0">
                  <a:pos x="179" y="40"/>
                </a:cxn>
                <a:cxn ang="0">
                  <a:pos x="137" y="29"/>
                </a:cxn>
                <a:cxn ang="0">
                  <a:pos x="33" y="0"/>
                </a:cxn>
                <a:cxn ang="0">
                  <a:pos x="11" y="98"/>
                </a:cxn>
                <a:cxn ang="0">
                  <a:pos x="0" y="148"/>
                </a:cxn>
                <a:cxn ang="0">
                  <a:pos x="32" y="129"/>
                </a:cxn>
                <a:cxn ang="0">
                  <a:pos x="67" y="264"/>
                </a:cxn>
                <a:cxn ang="0">
                  <a:pos x="51" y="352"/>
                </a:cxn>
                <a:cxn ang="0">
                  <a:pos x="146" y="321"/>
                </a:cxn>
                <a:cxn ang="0">
                  <a:pos x="175" y="425"/>
                </a:cxn>
                <a:cxn ang="0">
                  <a:pos x="210" y="267"/>
                </a:cxn>
                <a:cxn ang="0">
                  <a:pos x="154" y="55"/>
                </a:cxn>
              </a:cxnLst>
              <a:rect l="0" t="0" r="r" b="b"/>
              <a:pathLst>
                <a:path w="212" h="425">
                  <a:moveTo>
                    <a:pt x="154" y="55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55" y="168"/>
                    <a:pt x="68" y="215"/>
                    <a:pt x="67" y="264"/>
                  </a:cubicBezTo>
                  <a:cubicBezTo>
                    <a:pt x="67" y="295"/>
                    <a:pt x="61" y="325"/>
                    <a:pt x="51" y="352"/>
                  </a:cubicBezTo>
                  <a:cubicBezTo>
                    <a:pt x="146" y="321"/>
                    <a:pt x="146" y="321"/>
                    <a:pt x="146" y="321"/>
                  </a:cubicBezTo>
                  <a:cubicBezTo>
                    <a:pt x="175" y="425"/>
                    <a:pt x="175" y="425"/>
                    <a:pt x="175" y="425"/>
                  </a:cubicBezTo>
                  <a:cubicBezTo>
                    <a:pt x="197" y="377"/>
                    <a:pt x="209" y="323"/>
                    <a:pt x="210" y="267"/>
                  </a:cubicBezTo>
                  <a:cubicBezTo>
                    <a:pt x="212" y="189"/>
                    <a:pt x="191" y="117"/>
                    <a:pt x="154" y="55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127000" dist="38100" dir="18900000" sx="101000" sy="101000" algn="bl" rotWithShape="0">
                <a:prstClr val="black">
                  <a:alpha val="3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50">
              <a:extLst>
                <a:ext uri="{FF2B5EF4-FFF2-40B4-BE49-F238E27FC236}">
                  <a16:creationId xmlns:a16="http://schemas.microsoft.com/office/drawing/2014/main" id="{B19641A0-B519-C44E-8B87-31DF036A3E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68312" y="4207666"/>
              <a:ext cx="1655387" cy="1603040"/>
            </a:xfrm>
            <a:custGeom>
              <a:avLst/>
              <a:gdLst/>
              <a:ahLst/>
              <a:cxnLst>
                <a:cxn ang="0">
                  <a:pos x="340" y="104"/>
                </a:cxn>
                <a:cxn ang="0">
                  <a:pos x="311" y="0"/>
                </a:cxn>
                <a:cxn ang="0">
                  <a:pos x="216" y="31"/>
                </a:cxn>
                <a:cxn ang="0">
                  <a:pos x="168" y="47"/>
                </a:cxn>
                <a:cxn ang="0">
                  <a:pos x="200" y="64"/>
                </a:cxn>
                <a:cxn ang="0">
                  <a:pos x="6" y="195"/>
                </a:cxn>
                <a:cxn ang="0">
                  <a:pos x="79" y="265"/>
                </a:cxn>
                <a:cxn ang="0">
                  <a:pos x="0" y="339"/>
                </a:cxn>
                <a:cxn ang="0">
                  <a:pos x="326" y="132"/>
                </a:cxn>
                <a:cxn ang="0">
                  <a:pos x="351" y="145"/>
                </a:cxn>
                <a:cxn ang="0">
                  <a:pos x="340" y="104"/>
                </a:cxn>
              </a:cxnLst>
              <a:rect l="0" t="0" r="r" b="b"/>
              <a:pathLst>
                <a:path w="351" h="339">
                  <a:moveTo>
                    <a:pt x="340" y="104"/>
                  </a:moveTo>
                  <a:cubicBezTo>
                    <a:pt x="311" y="0"/>
                    <a:pt x="311" y="0"/>
                    <a:pt x="311" y="0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168" y="47"/>
                    <a:pt x="168" y="47"/>
                    <a:pt x="168" y="47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161" y="135"/>
                    <a:pt x="89" y="185"/>
                    <a:pt x="6" y="195"/>
                  </a:cubicBezTo>
                  <a:cubicBezTo>
                    <a:pt x="79" y="265"/>
                    <a:pt x="79" y="265"/>
                    <a:pt x="79" y="265"/>
                  </a:cubicBezTo>
                  <a:cubicBezTo>
                    <a:pt x="0" y="339"/>
                    <a:pt x="0" y="339"/>
                    <a:pt x="0" y="339"/>
                  </a:cubicBezTo>
                  <a:cubicBezTo>
                    <a:pt x="140" y="330"/>
                    <a:pt x="261" y="249"/>
                    <a:pt x="326" y="132"/>
                  </a:cubicBezTo>
                  <a:cubicBezTo>
                    <a:pt x="351" y="145"/>
                    <a:pt x="351" y="145"/>
                    <a:pt x="351" y="145"/>
                  </a:cubicBezTo>
                  <a:cubicBezTo>
                    <a:pt x="340" y="104"/>
                    <a:pt x="340" y="104"/>
                    <a:pt x="340" y="104"/>
                  </a:cubicBezTo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127000" dist="38100" dir="13500000" sx="101000" sy="101000" algn="br" rotWithShape="0">
                <a:prstClr val="black">
                  <a:alpha val="3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48">
              <a:extLst>
                <a:ext uri="{FF2B5EF4-FFF2-40B4-BE49-F238E27FC236}">
                  <a16:creationId xmlns:a16="http://schemas.microsoft.com/office/drawing/2014/main" id="{08B01939-3185-4448-9F46-F1A16FF71E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650746" y="4678765"/>
              <a:ext cx="2047968" cy="1269345"/>
            </a:xfrm>
            <a:custGeom>
              <a:avLst/>
              <a:gdLst/>
              <a:ahLst/>
              <a:cxnLst>
                <a:cxn ang="0">
                  <a:pos x="361" y="95"/>
                </a:cxn>
                <a:cxn ang="0">
                  <a:pos x="325" y="60"/>
                </a:cxn>
                <a:cxn ang="0">
                  <a:pos x="325" y="97"/>
                </a:cxn>
                <a:cxn ang="0">
                  <a:pos x="324" y="97"/>
                </a:cxn>
                <a:cxn ang="0">
                  <a:pos x="126" y="0"/>
                </a:cxn>
                <a:cxn ang="0">
                  <a:pos x="104" y="98"/>
                </a:cxn>
                <a:cxn ang="0">
                  <a:pos x="0" y="69"/>
                </a:cxn>
                <a:cxn ang="0">
                  <a:pos x="321" y="240"/>
                </a:cxn>
                <a:cxn ang="0">
                  <a:pos x="324" y="240"/>
                </a:cxn>
                <a:cxn ang="0">
                  <a:pos x="324" y="269"/>
                </a:cxn>
                <a:cxn ang="0">
                  <a:pos x="355" y="239"/>
                </a:cxn>
                <a:cxn ang="0">
                  <a:pos x="434" y="165"/>
                </a:cxn>
                <a:cxn ang="0">
                  <a:pos x="361" y="95"/>
                </a:cxn>
              </a:cxnLst>
              <a:rect l="0" t="0" r="r" b="b"/>
              <a:pathLst>
                <a:path w="434" h="269">
                  <a:moveTo>
                    <a:pt x="361" y="95"/>
                  </a:moveTo>
                  <a:cubicBezTo>
                    <a:pt x="325" y="60"/>
                    <a:pt x="325" y="60"/>
                    <a:pt x="325" y="60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4" y="97"/>
                    <a:pt x="324" y="97"/>
                    <a:pt x="324" y="97"/>
                  </a:cubicBezTo>
                  <a:cubicBezTo>
                    <a:pt x="244" y="96"/>
                    <a:pt x="173" y="58"/>
                    <a:pt x="126" y="0"/>
                  </a:cubicBezTo>
                  <a:cubicBezTo>
                    <a:pt x="104" y="98"/>
                    <a:pt x="104" y="98"/>
                    <a:pt x="104" y="9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71" y="171"/>
                    <a:pt x="188" y="238"/>
                    <a:pt x="321" y="240"/>
                  </a:cubicBezTo>
                  <a:cubicBezTo>
                    <a:pt x="322" y="240"/>
                    <a:pt x="323" y="240"/>
                    <a:pt x="324" y="24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55" y="239"/>
                    <a:pt x="355" y="239"/>
                    <a:pt x="355" y="239"/>
                  </a:cubicBezTo>
                  <a:cubicBezTo>
                    <a:pt x="434" y="165"/>
                    <a:pt x="434" y="165"/>
                    <a:pt x="434" y="165"/>
                  </a:cubicBezTo>
                  <a:lnTo>
                    <a:pt x="361" y="9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127000" dist="38100" dir="10800000" sx="101000" sy="101000" algn="r" rotWithShape="0">
                <a:prstClr val="black">
                  <a:alpha val="3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51">
              <a:extLst>
                <a:ext uri="{FF2B5EF4-FFF2-40B4-BE49-F238E27FC236}">
                  <a16:creationId xmlns:a16="http://schemas.microsoft.com/office/drawing/2014/main" id="{57B0FD37-B989-714C-BA6B-A703BC49CE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057497" y="3134613"/>
              <a:ext cx="994539" cy="2008708"/>
            </a:xfrm>
            <a:custGeom>
              <a:avLst/>
              <a:gdLst/>
              <a:ahLst/>
              <a:cxnLst>
                <a:cxn ang="0">
                  <a:pos x="179" y="297"/>
                </a:cxn>
                <a:cxn ang="0">
                  <a:pos x="144" y="161"/>
                </a:cxn>
                <a:cxn ang="0">
                  <a:pos x="161" y="73"/>
                </a:cxn>
                <a:cxn ang="0">
                  <a:pos x="65" y="104"/>
                </a:cxn>
                <a:cxn ang="0">
                  <a:pos x="37" y="0"/>
                </a:cxn>
                <a:cxn ang="0">
                  <a:pos x="1" y="158"/>
                </a:cxn>
                <a:cxn ang="0">
                  <a:pos x="57" y="370"/>
                </a:cxn>
                <a:cxn ang="0">
                  <a:pos x="33" y="385"/>
                </a:cxn>
                <a:cxn ang="0">
                  <a:pos x="74" y="396"/>
                </a:cxn>
                <a:cxn ang="0">
                  <a:pos x="178" y="425"/>
                </a:cxn>
                <a:cxn ang="0">
                  <a:pos x="200" y="327"/>
                </a:cxn>
                <a:cxn ang="0">
                  <a:pos x="211" y="277"/>
                </a:cxn>
                <a:cxn ang="0">
                  <a:pos x="179" y="297"/>
                </a:cxn>
              </a:cxnLst>
              <a:rect l="0" t="0" r="r" b="b"/>
              <a:pathLst>
                <a:path w="211" h="425">
                  <a:moveTo>
                    <a:pt x="179" y="297"/>
                  </a:moveTo>
                  <a:cubicBezTo>
                    <a:pt x="156" y="257"/>
                    <a:pt x="143" y="210"/>
                    <a:pt x="144" y="161"/>
                  </a:cubicBezTo>
                  <a:cubicBezTo>
                    <a:pt x="144" y="130"/>
                    <a:pt x="150" y="100"/>
                    <a:pt x="161" y="7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5" y="48"/>
                    <a:pt x="2" y="102"/>
                    <a:pt x="1" y="158"/>
                  </a:cubicBezTo>
                  <a:cubicBezTo>
                    <a:pt x="0" y="236"/>
                    <a:pt x="20" y="308"/>
                    <a:pt x="57" y="370"/>
                  </a:cubicBezTo>
                  <a:cubicBezTo>
                    <a:pt x="33" y="385"/>
                    <a:pt x="33" y="385"/>
                    <a:pt x="33" y="385"/>
                  </a:cubicBezTo>
                  <a:cubicBezTo>
                    <a:pt x="74" y="396"/>
                    <a:pt x="74" y="396"/>
                    <a:pt x="74" y="396"/>
                  </a:cubicBezTo>
                  <a:cubicBezTo>
                    <a:pt x="178" y="425"/>
                    <a:pt x="178" y="425"/>
                    <a:pt x="178" y="425"/>
                  </a:cubicBezTo>
                  <a:cubicBezTo>
                    <a:pt x="200" y="327"/>
                    <a:pt x="200" y="327"/>
                    <a:pt x="200" y="327"/>
                  </a:cubicBezTo>
                  <a:cubicBezTo>
                    <a:pt x="211" y="277"/>
                    <a:pt x="211" y="277"/>
                    <a:pt x="211" y="277"/>
                  </a:cubicBezTo>
                  <a:lnTo>
                    <a:pt x="179" y="297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127000" dist="38100" dir="8100000" sx="101000" sy="101000" algn="tr" rotWithShape="0">
                <a:prstClr val="black">
                  <a:alpha val="3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B96DF66-75DA-0640-ADDA-7370543E2A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496062" y="2312824"/>
              <a:ext cx="1431655" cy="1312513"/>
            </a:xfrm>
            <a:custGeom>
              <a:avLst/>
              <a:gdLst>
                <a:gd name="connsiteX0" fmla="*/ 771726 w 1431655"/>
                <a:gd name="connsiteY0" fmla="*/ 0 h 1312513"/>
                <a:gd name="connsiteX1" fmla="*/ 749045 w 1431655"/>
                <a:gd name="connsiteY1" fmla="*/ 12711 h 1312513"/>
                <a:gd name="connsiteX2" fmla="*/ 117774 w 1431655"/>
                <a:gd name="connsiteY2" fmla="*/ 690869 h 1312513"/>
                <a:gd name="connsiteX3" fmla="*/ 0 w 1431655"/>
                <a:gd name="connsiteY3" fmla="*/ 629646 h 1312513"/>
                <a:gd name="connsiteX4" fmla="*/ 51821 w 1431655"/>
                <a:gd name="connsiteY4" fmla="*/ 822733 h 1312513"/>
                <a:gd name="connsiteX5" fmla="*/ 183728 w 1431655"/>
                <a:gd name="connsiteY5" fmla="*/ 1312513 h 1312513"/>
                <a:gd name="connsiteX6" fmla="*/ 635982 w 1431655"/>
                <a:gd name="connsiteY6" fmla="*/ 1166521 h 1312513"/>
                <a:gd name="connsiteX7" fmla="*/ 862109 w 1431655"/>
                <a:gd name="connsiteY7" fmla="*/ 1091170 h 1312513"/>
                <a:gd name="connsiteX8" fmla="*/ 706647 w 1431655"/>
                <a:gd name="connsiteY8" fmla="*/ 1011110 h 1312513"/>
                <a:gd name="connsiteX9" fmla="*/ 1339316 w 1431655"/>
                <a:gd name="connsiteY9" fmla="*/ 463418 h 1312513"/>
                <a:gd name="connsiteX10" fmla="*/ 1378296 w 1431655"/>
                <a:gd name="connsiteY10" fmla="*/ 451245 h 1312513"/>
                <a:gd name="connsiteX11" fmla="*/ 1431655 w 1431655"/>
                <a:gd name="connsiteY11" fmla="*/ 350890 h 131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1655" h="1312513">
                  <a:moveTo>
                    <a:pt x="771726" y="0"/>
                  </a:moveTo>
                  <a:lnTo>
                    <a:pt x="749045" y="12711"/>
                  </a:lnTo>
                  <a:cubicBezTo>
                    <a:pt x="486408" y="182250"/>
                    <a:pt x="268526" y="415367"/>
                    <a:pt x="117774" y="690869"/>
                  </a:cubicBezTo>
                  <a:cubicBezTo>
                    <a:pt x="0" y="629646"/>
                    <a:pt x="0" y="629646"/>
                    <a:pt x="0" y="629646"/>
                  </a:cubicBezTo>
                  <a:cubicBezTo>
                    <a:pt x="51821" y="822733"/>
                    <a:pt x="51821" y="822733"/>
                    <a:pt x="51821" y="822733"/>
                  </a:cubicBezTo>
                  <a:cubicBezTo>
                    <a:pt x="183728" y="1312513"/>
                    <a:pt x="183728" y="1312513"/>
                    <a:pt x="183728" y="1312513"/>
                  </a:cubicBezTo>
                  <a:cubicBezTo>
                    <a:pt x="635982" y="1166521"/>
                    <a:pt x="635982" y="1166521"/>
                    <a:pt x="635982" y="1166521"/>
                  </a:cubicBezTo>
                  <a:cubicBezTo>
                    <a:pt x="862109" y="1091170"/>
                    <a:pt x="862109" y="1091170"/>
                    <a:pt x="862109" y="1091170"/>
                  </a:cubicBezTo>
                  <a:cubicBezTo>
                    <a:pt x="706647" y="1011110"/>
                    <a:pt x="706647" y="1011110"/>
                    <a:pt x="706647" y="1011110"/>
                  </a:cubicBezTo>
                  <a:cubicBezTo>
                    <a:pt x="847976" y="760333"/>
                    <a:pt x="1071453" y="565186"/>
                    <a:pt x="1339316" y="463418"/>
                  </a:cubicBezTo>
                  <a:lnTo>
                    <a:pt x="1378296" y="451245"/>
                  </a:lnTo>
                  <a:lnTo>
                    <a:pt x="1431655" y="35089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  <a:effectLst>
              <a:outerShdw blurRad="127000" dist="38100" dir="2700000" sx="101000" sy="101000" algn="tl" rotWithShape="0">
                <a:prstClr val="black">
                  <a:alpha val="3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33" name="Graphic 21">
              <a:extLst>
                <a:ext uri="{FF2B5EF4-FFF2-40B4-BE49-F238E27FC236}">
                  <a16:creationId xmlns:a16="http://schemas.microsoft.com/office/drawing/2014/main" id="{E1A85910-0504-8448-8D0E-FB9B4677D5F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09176" y="3938576"/>
              <a:ext cx="334467" cy="404679"/>
              <a:chOff x="5431570" y="2243694"/>
              <a:chExt cx="334467" cy="404679"/>
            </a:xfrm>
            <a:solidFill>
              <a:srgbClr val="FFFFFF"/>
            </a:solidFill>
          </p:grpSpPr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6D52C5D5-09AF-ED4E-94D2-A7D771074C51}"/>
                  </a:ext>
                </a:extLst>
              </p:cNvPr>
              <p:cNvSpPr/>
              <p:nvPr/>
            </p:nvSpPr>
            <p:spPr>
              <a:xfrm>
                <a:off x="5537614" y="2293008"/>
                <a:ext cx="59951" cy="60730"/>
              </a:xfrm>
              <a:custGeom>
                <a:avLst/>
                <a:gdLst>
                  <a:gd name="connsiteX0" fmla="*/ 29975 w 59951"/>
                  <a:gd name="connsiteY0" fmla="*/ 60730 h 60730"/>
                  <a:gd name="connsiteX1" fmla="*/ 0 w 59951"/>
                  <a:gd name="connsiteY1" fmla="*/ 30364 h 60730"/>
                  <a:gd name="connsiteX2" fmla="*/ 29977 w 59951"/>
                  <a:gd name="connsiteY2" fmla="*/ 0 h 60730"/>
                  <a:gd name="connsiteX3" fmla="*/ 59952 w 59951"/>
                  <a:gd name="connsiteY3" fmla="*/ 30366 h 60730"/>
                  <a:gd name="connsiteX4" fmla="*/ 59951 w 59951"/>
                  <a:gd name="connsiteY4" fmla="*/ 30594 h 60730"/>
                  <a:gd name="connsiteX5" fmla="*/ 29975 w 59951"/>
                  <a:gd name="connsiteY5" fmla="*/ 60730 h 60730"/>
                  <a:gd name="connsiteX6" fmla="*/ 29975 w 59951"/>
                  <a:gd name="connsiteY6" fmla="*/ 13813 h 60730"/>
                  <a:gd name="connsiteX7" fmla="*/ 13636 w 59951"/>
                  <a:gd name="connsiteY7" fmla="*/ 30367 h 60730"/>
                  <a:gd name="connsiteX8" fmla="*/ 29978 w 59951"/>
                  <a:gd name="connsiteY8" fmla="*/ 46918 h 60730"/>
                  <a:gd name="connsiteX9" fmla="*/ 46315 w 59951"/>
                  <a:gd name="connsiteY9" fmla="*/ 30594 h 60730"/>
                  <a:gd name="connsiteX10" fmla="*/ 29976 w 59951"/>
                  <a:gd name="connsiteY10" fmla="*/ 13813 h 60730"/>
                  <a:gd name="connsiteX11" fmla="*/ 29975 w 59951"/>
                  <a:gd name="connsiteY11" fmla="*/ 13813 h 60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9951" h="60730">
                    <a:moveTo>
                      <a:pt x="29975" y="60730"/>
                    </a:moveTo>
                    <a:cubicBezTo>
                      <a:pt x="13420" y="60730"/>
                      <a:pt x="0" y="47135"/>
                      <a:pt x="0" y="30364"/>
                    </a:cubicBezTo>
                    <a:cubicBezTo>
                      <a:pt x="0" y="13594"/>
                      <a:pt x="13422" y="0"/>
                      <a:pt x="29977" y="0"/>
                    </a:cubicBezTo>
                    <a:cubicBezTo>
                      <a:pt x="46532" y="0"/>
                      <a:pt x="59952" y="13596"/>
                      <a:pt x="59952" y="30366"/>
                    </a:cubicBezTo>
                    <a:cubicBezTo>
                      <a:pt x="59952" y="30442"/>
                      <a:pt x="59952" y="30518"/>
                      <a:pt x="59951" y="30594"/>
                    </a:cubicBezTo>
                    <a:cubicBezTo>
                      <a:pt x="59766" y="47249"/>
                      <a:pt x="46417" y="60669"/>
                      <a:pt x="29975" y="60730"/>
                    </a:cubicBezTo>
                    <a:close/>
                    <a:moveTo>
                      <a:pt x="29975" y="13813"/>
                    </a:moveTo>
                    <a:cubicBezTo>
                      <a:pt x="20951" y="13814"/>
                      <a:pt x="13636" y="21225"/>
                      <a:pt x="13636" y="30367"/>
                    </a:cubicBezTo>
                    <a:cubicBezTo>
                      <a:pt x="13637" y="39508"/>
                      <a:pt x="20954" y="46919"/>
                      <a:pt x="29978" y="46918"/>
                    </a:cubicBezTo>
                    <a:cubicBezTo>
                      <a:pt x="38914" y="46917"/>
                      <a:pt x="46192" y="39645"/>
                      <a:pt x="46315" y="30594"/>
                    </a:cubicBezTo>
                    <a:cubicBezTo>
                      <a:pt x="46378" y="21389"/>
                      <a:pt x="39062" y="13876"/>
                      <a:pt x="29976" y="13813"/>
                    </a:cubicBezTo>
                    <a:cubicBezTo>
                      <a:pt x="29976" y="13813"/>
                      <a:pt x="29975" y="13813"/>
                      <a:pt x="29975" y="13813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D63A64A9-7F8F-274E-8C48-2B68F0A66C16}"/>
                  </a:ext>
                </a:extLst>
              </p:cNvPr>
              <p:cNvSpPr/>
              <p:nvPr/>
            </p:nvSpPr>
            <p:spPr>
              <a:xfrm>
                <a:off x="5511131" y="2359789"/>
                <a:ext cx="112917" cy="66553"/>
              </a:xfrm>
              <a:custGeom>
                <a:avLst/>
                <a:gdLst>
                  <a:gd name="connsiteX0" fmla="*/ 106043 w 112917"/>
                  <a:gd name="connsiteY0" fmla="*/ 66552 h 66553"/>
                  <a:gd name="connsiteX1" fmla="*/ 99169 w 112917"/>
                  <a:gd name="connsiteY1" fmla="*/ 59818 h 66553"/>
                  <a:gd name="connsiteX2" fmla="*/ 99168 w 112917"/>
                  <a:gd name="connsiteY2" fmla="*/ 59703 h 66553"/>
                  <a:gd name="connsiteX3" fmla="*/ 99168 w 112917"/>
                  <a:gd name="connsiteY3" fmla="*/ 32306 h 66553"/>
                  <a:gd name="connsiteX4" fmla="*/ 80912 w 112917"/>
                  <a:gd name="connsiteY4" fmla="*/ 13813 h 66553"/>
                  <a:gd name="connsiteX5" fmla="*/ 31892 w 112917"/>
                  <a:gd name="connsiteY5" fmla="*/ 13813 h 66553"/>
                  <a:gd name="connsiteX6" fmla="*/ 13636 w 112917"/>
                  <a:gd name="connsiteY6" fmla="*/ 32306 h 66553"/>
                  <a:gd name="connsiteX7" fmla="*/ 13636 w 112917"/>
                  <a:gd name="connsiteY7" fmla="*/ 59475 h 66553"/>
                  <a:gd name="connsiteX8" fmla="*/ 5939 w 112917"/>
                  <a:gd name="connsiteY8" fmla="*/ 65491 h 66553"/>
                  <a:gd name="connsiteX9" fmla="*/ 0 w 112917"/>
                  <a:gd name="connsiteY9" fmla="*/ 59475 h 66553"/>
                  <a:gd name="connsiteX10" fmla="*/ 0 w 112917"/>
                  <a:gd name="connsiteY10" fmla="*/ 32306 h 66553"/>
                  <a:gd name="connsiteX11" fmla="*/ 31892 w 112917"/>
                  <a:gd name="connsiteY11" fmla="*/ 0 h 66553"/>
                  <a:gd name="connsiteX12" fmla="*/ 80912 w 112917"/>
                  <a:gd name="connsiteY12" fmla="*/ 0 h 66553"/>
                  <a:gd name="connsiteX13" fmla="*/ 112917 w 112917"/>
                  <a:gd name="connsiteY13" fmla="*/ 32306 h 66553"/>
                  <a:gd name="connsiteX14" fmla="*/ 112917 w 112917"/>
                  <a:gd name="connsiteY14" fmla="*/ 59475 h 66553"/>
                  <a:gd name="connsiteX15" fmla="*/ 106156 w 112917"/>
                  <a:gd name="connsiteY15" fmla="*/ 66551 h 66553"/>
                  <a:gd name="connsiteX16" fmla="*/ 106043 w 112917"/>
                  <a:gd name="connsiteY16" fmla="*/ 66552 h 6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2917" h="66553">
                    <a:moveTo>
                      <a:pt x="106043" y="66552"/>
                    </a:moveTo>
                    <a:cubicBezTo>
                      <a:pt x="102309" y="66615"/>
                      <a:pt x="99232" y="63600"/>
                      <a:pt x="99169" y="59818"/>
                    </a:cubicBezTo>
                    <a:cubicBezTo>
                      <a:pt x="99169" y="59780"/>
                      <a:pt x="99168" y="59741"/>
                      <a:pt x="99168" y="59703"/>
                    </a:cubicBezTo>
                    <a:lnTo>
                      <a:pt x="99168" y="32306"/>
                    </a:lnTo>
                    <a:cubicBezTo>
                      <a:pt x="99168" y="22092"/>
                      <a:pt x="90995" y="13813"/>
                      <a:pt x="80912" y="13813"/>
                    </a:cubicBezTo>
                    <a:lnTo>
                      <a:pt x="31892" y="13813"/>
                    </a:lnTo>
                    <a:cubicBezTo>
                      <a:pt x="21835" y="13875"/>
                      <a:pt x="13697" y="22118"/>
                      <a:pt x="13636" y="32306"/>
                    </a:cubicBezTo>
                    <a:lnTo>
                      <a:pt x="13636" y="59475"/>
                    </a:lnTo>
                    <a:cubicBezTo>
                      <a:pt x="13151" y="63289"/>
                      <a:pt x="9705" y="65983"/>
                      <a:pt x="5939" y="65491"/>
                    </a:cubicBezTo>
                    <a:cubicBezTo>
                      <a:pt x="2840" y="65087"/>
                      <a:pt x="399" y="62615"/>
                      <a:pt x="0" y="59475"/>
                    </a:cubicBezTo>
                    <a:lnTo>
                      <a:pt x="0" y="32306"/>
                    </a:lnTo>
                    <a:cubicBezTo>
                      <a:pt x="0" y="14464"/>
                      <a:pt x="14278" y="0"/>
                      <a:pt x="31892" y="0"/>
                    </a:cubicBezTo>
                    <a:lnTo>
                      <a:pt x="80912" y="0"/>
                    </a:lnTo>
                    <a:cubicBezTo>
                      <a:pt x="98544" y="0"/>
                      <a:pt x="112855" y="14445"/>
                      <a:pt x="112917" y="32306"/>
                    </a:cubicBezTo>
                    <a:lnTo>
                      <a:pt x="112917" y="59475"/>
                    </a:lnTo>
                    <a:cubicBezTo>
                      <a:pt x="112979" y="63320"/>
                      <a:pt x="109952" y="66488"/>
                      <a:pt x="106156" y="66551"/>
                    </a:cubicBezTo>
                    <a:cubicBezTo>
                      <a:pt x="106118" y="66552"/>
                      <a:pt x="106080" y="66552"/>
                      <a:pt x="106043" y="66552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589A5A57-D314-474E-9C87-E7041073676B}"/>
                  </a:ext>
                </a:extLst>
              </p:cNvPr>
              <p:cNvSpPr/>
              <p:nvPr/>
            </p:nvSpPr>
            <p:spPr>
              <a:xfrm>
                <a:off x="5539246" y="2401935"/>
                <a:ext cx="13749" cy="24407"/>
              </a:xfrm>
              <a:custGeom>
                <a:avLst/>
                <a:gdLst>
                  <a:gd name="connsiteX0" fmla="*/ 6931 w 13749"/>
                  <a:gd name="connsiteY0" fmla="*/ 24406 h 24407"/>
                  <a:gd name="connsiteX1" fmla="*/ 58 w 13749"/>
                  <a:gd name="connsiteY1" fmla="*/ 17672 h 24407"/>
                  <a:gd name="connsiteX2" fmla="*/ 57 w 13749"/>
                  <a:gd name="connsiteY2" fmla="*/ 17557 h 24407"/>
                  <a:gd name="connsiteX3" fmla="*/ 57 w 13749"/>
                  <a:gd name="connsiteY3" fmla="*/ 7854 h 24407"/>
                  <a:gd name="connsiteX4" fmla="*/ 5997 w 13749"/>
                  <a:gd name="connsiteY4" fmla="*/ 58 h 24407"/>
                  <a:gd name="connsiteX5" fmla="*/ 13693 w 13749"/>
                  <a:gd name="connsiteY5" fmla="*/ 6074 h 24407"/>
                  <a:gd name="connsiteX6" fmla="*/ 13693 w 13749"/>
                  <a:gd name="connsiteY6" fmla="*/ 7854 h 24407"/>
                  <a:gd name="connsiteX7" fmla="*/ 13693 w 13749"/>
                  <a:gd name="connsiteY7" fmla="*/ 17557 h 24407"/>
                  <a:gd name="connsiteX8" fmla="*/ 6931 w 13749"/>
                  <a:gd name="connsiteY8" fmla="*/ 24406 h 2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49" h="24407">
                    <a:moveTo>
                      <a:pt x="6931" y="24406"/>
                    </a:moveTo>
                    <a:cubicBezTo>
                      <a:pt x="3198" y="24469"/>
                      <a:pt x="120" y="21454"/>
                      <a:pt x="58" y="17672"/>
                    </a:cubicBezTo>
                    <a:cubicBezTo>
                      <a:pt x="57" y="17634"/>
                      <a:pt x="57" y="17595"/>
                      <a:pt x="57" y="17557"/>
                    </a:cubicBezTo>
                    <a:lnTo>
                      <a:pt x="57" y="7854"/>
                    </a:lnTo>
                    <a:cubicBezTo>
                      <a:pt x="-428" y="4040"/>
                      <a:pt x="2231" y="549"/>
                      <a:pt x="5997" y="58"/>
                    </a:cubicBezTo>
                    <a:cubicBezTo>
                      <a:pt x="9762" y="-434"/>
                      <a:pt x="13208" y="2260"/>
                      <a:pt x="13693" y="6074"/>
                    </a:cubicBezTo>
                    <a:cubicBezTo>
                      <a:pt x="13768" y="6665"/>
                      <a:pt x="13768" y="7263"/>
                      <a:pt x="13693" y="7854"/>
                    </a:cubicBezTo>
                    <a:lnTo>
                      <a:pt x="13693" y="17557"/>
                    </a:lnTo>
                    <a:cubicBezTo>
                      <a:pt x="13693" y="21340"/>
                      <a:pt x="10666" y="24406"/>
                      <a:pt x="6931" y="24406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408606EF-0E86-8F4B-BB3B-C99CD3B59273}"/>
                  </a:ext>
                </a:extLst>
              </p:cNvPr>
              <p:cNvSpPr/>
              <p:nvPr/>
            </p:nvSpPr>
            <p:spPr>
              <a:xfrm>
                <a:off x="5582520" y="2401935"/>
                <a:ext cx="13749" cy="24407"/>
              </a:xfrm>
              <a:custGeom>
                <a:avLst/>
                <a:gdLst>
                  <a:gd name="connsiteX0" fmla="*/ 6819 w 13749"/>
                  <a:gd name="connsiteY0" fmla="*/ 24406 h 24407"/>
                  <a:gd name="connsiteX1" fmla="*/ 57 w 13749"/>
                  <a:gd name="connsiteY1" fmla="*/ 17557 h 24407"/>
                  <a:gd name="connsiteX2" fmla="*/ 57 w 13749"/>
                  <a:gd name="connsiteY2" fmla="*/ 7854 h 24407"/>
                  <a:gd name="connsiteX3" fmla="*/ 5997 w 13749"/>
                  <a:gd name="connsiteY3" fmla="*/ 58 h 24407"/>
                  <a:gd name="connsiteX4" fmla="*/ 13693 w 13749"/>
                  <a:gd name="connsiteY4" fmla="*/ 6074 h 24407"/>
                  <a:gd name="connsiteX5" fmla="*/ 13693 w 13749"/>
                  <a:gd name="connsiteY5" fmla="*/ 7854 h 24407"/>
                  <a:gd name="connsiteX6" fmla="*/ 13693 w 13749"/>
                  <a:gd name="connsiteY6" fmla="*/ 17557 h 24407"/>
                  <a:gd name="connsiteX7" fmla="*/ 6932 w 13749"/>
                  <a:gd name="connsiteY7" fmla="*/ 24407 h 24407"/>
                  <a:gd name="connsiteX8" fmla="*/ 6819 w 13749"/>
                  <a:gd name="connsiteY8" fmla="*/ 24406 h 2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49" h="24407">
                    <a:moveTo>
                      <a:pt x="6819" y="24406"/>
                    </a:moveTo>
                    <a:cubicBezTo>
                      <a:pt x="3084" y="24406"/>
                      <a:pt x="57" y="21340"/>
                      <a:pt x="57" y="17557"/>
                    </a:cubicBezTo>
                    <a:lnTo>
                      <a:pt x="57" y="7854"/>
                    </a:lnTo>
                    <a:cubicBezTo>
                      <a:pt x="-428" y="4040"/>
                      <a:pt x="2231" y="549"/>
                      <a:pt x="5997" y="58"/>
                    </a:cubicBezTo>
                    <a:cubicBezTo>
                      <a:pt x="9762" y="-434"/>
                      <a:pt x="13208" y="2260"/>
                      <a:pt x="13693" y="6074"/>
                    </a:cubicBezTo>
                    <a:cubicBezTo>
                      <a:pt x="13768" y="6665"/>
                      <a:pt x="13768" y="7263"/>
                      <a:pt x="13693" y="7854"/>
                    </a:cubicBezTo>
                    <a:lnTo>
                      <a:pt x="13693" y="17557"/>
                    </a:lnTo>
                    <a:cubicBezTo>
                      <a:pt x="13693" y="21340"/>
                      <a:pt x="10666" y="24407"/>
                      <a:pt x="6932" y="24407"/>
                    </a:cubicBezTo>
                    <a:cubicBezTo>
                      <a:pt x="6894" y="24407"/>
                      <a:pt x="6856" y="24407"/>
                      <a:pt x="6819" y="24406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0B6B9D53-8531-AE46-A095-A815E531B671}"/>
                  </a:ext>
                </a:extLst>
              </p:cNvPr>
              <p:cNvSpPr/>
              <p:nvPr/>
            </p:nvSpPr>
            <p:spPr>
              <a:xfrm>
                <a:off x="5469660" y="2437699"/>
                <a:ext cx="196060" cy="14213"/>
              </a:xfrm>
              <a:custGeom>
                <a:avLst/>
                <a:gdLst>
                  <a:gd name="connsiteX0" fmla="*/ 188307 w 196060"/>
                  <a:gd name="connsiteY0" fmla="*/ 14213 h 14213"/>
                  <a:gd name="connsiteX1" fmla="*/ 6987 w 196060"/>
                  <a:gd name="connsiteY1" fmla="*/ 14213 h 14213"/>
                  <a:gd name="connsiteX2" fmla="*/ 0 w 196060"/>
                  <a:gd name="connsiteY2" fmla="*/ 7135 h 14213"/>
                  <a:gd name="connsiteX3" fmla="*/ 6987 w 196060"/>
                  <a:gd name="connsiteY3" fmla="*/ 58 h 14213"/>
                  <a:gd name="connsiteX4" fmla="*/ 188307 w 196060"/>
                  <a:gd name="connsiteY4" fmla="*/ 58 h 14213"/>
                  <a:gd name="connsiteX5" fmla="*/ 196003 w 196060"/>
                  <a:gd name="connsiteY5" fmla="*/ 6074 h 14213"/>
                  <a:gd name="connsiteX6" fmla="*/ 190064 w 196060"/>
                  <a:gd name="connsiteY6" fmla="*/ 13871 h 14213"/>
                  <a:gd name="connsiteX7" fmla="*/ 188307 w 196060"/>
                  <a:gd name="connsiteY7" fmla="*/ 13871 h 1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060" h="14213">
                    <a:moveTo>
                      <a:pt x="188307" y="14213"/>
                    </a:moveTo>
                    <a:lnTo>
                      <a:pt x="6987" y="14213"/>
                    </a:lnTo>
                    <a:cubicBezTo>
                      <a:pt x="3128" y="14213"/>
                      <a:pt x="0" y="11044"/>
                      <a:pt x="0" y="7135"/>
                    </a:cubicBezTo>
                    <a:cubicBezTo>
                      <a:pt x="0" y="3227"/>
                      <a:pt x="3128" y="58"/>
                      <a:pt x="6987" y="58"/>
                    </a:cubicBezTo>
                    <a:lnTo>
                      <a:pt x="188307" y="58"/>
                    </a:lnTo>
                    <a:cubicBezTo>
                      <a:pt x="192073" y="-434"/>
                      <a:pt x="195518" y="2260"/>
                      <a:pt x="196003" y="6074"/>
                    </a:cubicBezTo>
                    <a:cubicBezTo>
                      <a:pt x="196488" y="9889"/>
                      <a:pt x="193829" y="13379"/>
                      <a:pt x="190064" y="13871"/>
                    </a:cubicBezTo>
                    <a:cubicBezTo>
                      <a:pt x="189481" y="13947"/>
                      <a:pt x="188890" y="13947"/>
                      <a:pt x="188307" y="13871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EC18F637-9839-6041-81AC-4E22171B141D}"/>
                  </a:ext>
                </a:extLst>
              </p:cNvPr>
              <p:cNvSpPr/>
              <p:nvPr/>
            </p:nvSpPr>
            <p:spPr>
              <a:xfrm>
                <a:off x="5468894" y="2474343"/>
                <a:ext cx="196826" cy="13928"/>
              </a:xfrm>
              <a:custGeom>
                <a:avLst/>
                <a:gdLst>
                  <a:gd name="connsiteX0" fmla="*/ 189074 w 196826"/>
                  <a:gd name="connsiteY0" fmla="*/ 13871 h 13928"/>
                  <a:gd name="connsiteX1" fmla="*/ 7753 w 196826"/>
                  <a:gd name="connsiteY1" fmla="*/ 13871 h 13928"/>
                  <a:gd name="connsiteX2" fmla="*/ 57 w 196826"/>
                  <a:gd name="connsiteY2" fmla="*/ 7854 h 13928"/>
                  <a:gd name="connsiteX3" fmla="*/ 5997 w 196826"/>
                  <a:gd name="connsiteY3" fmla="*/ 58 h 13928"/>
                  <a:gd name="connsiteX4" fmla="*/ 7753 w 196826"/>
                  <a:gd name="connsiteY4" fmla="*/ 58 h 13928"/>
                  <a:gd name="connsiteX5" fmla="*/ 189074 w 196826"/>
                  <a:gd name="connsiteY5" fmla="*/ 58 h 13928"/>
                  <a:gd name="connsiteX6" fmla="*/ 196770 w 196826"/>
                  <a:gd name="connsiteY6" fmla="*/ 6074 h 13928"/>
                  <a:gd name="connsiteX7" fmla="*/ 190830 w 196826"/>
                  <a:gd name="connsiteY7" fmla="*/ 13871 h 13928"/>
                  <a:gd name="connsiteX8" fmla="*/ 189074 w 196826"/>
                  <a:gd name="connsiteY8" fmla="*/ 13871 h 1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826" h="13928">
                    <a:moveTo>
                      <a:pt x="189074" y="13871"/>
                    </a:moveTo>
                    <a:lnTo>
                      <a:pt x="7753" y="13871"/>
                    </a:lnTo>
                    <a:cubicBezTo>
                      <a:pt x="3988" y="14362"/>
                      <a:pt x="542" y="11668"/>
                      <a:pt x="57" y="7854"/>
                    </a:cubicBezTo>
                    <a:cubicBezTo>
                      <a:pt x="-428" y="4040"/>
                      <a:pt x="2231" y="549"/>
                      <a:pt x="5997" y="58"/>
                    </a:cubicBezTo>
                    <a:cubicBezTo>
                      <a:pt x="6580" y="-18"/>
                      <a:pt x="7170" y="-18"/>
                      <a:pt x="7753" y="58"/>
                    </a:cubicBezTo>
                    <a:lnTo>
                      <a:pt x="189074" y="58"/>
                    </a:lnTo>
                    <a:cubicBezTo>
                      <a:pt x="192839" y="-434"/>
                      <a:pt x="196285" y="2260"/>
                      <a:pt x="196770" y="6074"/>
                    </a:cubicBezTo>
                    <a:cubicBezTo>
                      <a:pt x="197255" y="9889"/>
                      <a:pt x="194596" y="13379"/>
                      <a:pt x="190830" y="13871"/>
                    </a:cubicBezTo>
                    <a:cubicBezTo>
                      <a:pt x="190247" y="13947"/>
                      <a:pt x="189657" y="13947"/>
                      <a:pt x="189074" y="13871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0076B650-F761-1E47-B589-A5CECE430751}"/>
                  </a:ext>
                </a:extLst>
              </p:cNvPr>
              <p:cNvSpPr/>
              <p:nvPr/>
            </p:nvSpPr>
            <p:spPr>
              <a:xfrm>
                <a:off x="5468894" y="2510644"/>
                <a:ext cx="216885" cy="13928"/>
              </a:xfrm>
              <a:custGeom>
                <a:avLst/>
                <a:gdLst>
                  <a:gd name="connsiteX0" fmla="*/ 209133 w 216885"/>
                  <a:gd name="connsiteY0" fmla="*/ 13871 h 13928"/>
                  <a:gd name="connsiteX1" fmla="*/ 7753 w 216885"/>
                  <a:gd name="connsiteY1" fmla="*/ 13871 h 13928"/>
                  <a:gd name="connsiteX2" fmla="*/ 57 w 216885"/>
                  <a:gd name="connsiteY2" fmla="*/ 7854 h 13928"/>
                  <a:gd name="connsiteX3" fmla="*/ 5997 w 216885"/>
                  <a:gd name="connsiteY3" fmla="*/ 58 h 13928"/>
                  <a:gd name="connsiteX4" fmla="*/ 7753 w 216885"/>
                  <a:gd name="connsiteY4" fmla="*/ 58 h 13928"/>
                  <a:gd name="connsiteX5" fmla="*/ 209133 w 216885"/>
                  <a:gd name="connsiteY5" fmla="*/ 58 h 13928"/>
                  <a:gd name="connsiteX6" fmla="*/ 216829 w 216885"/>
                  <a:gd name="connsiteY6" fmla="*/ 6074 h 13928"/>
                  <a:gd name="connsiteX7" fmla="*/ 210889 w 216885"/>
                  <a:gd name="connsiteY7" fmla="*/ 13871 h 13928"/>
                  <a:gd name="connsiteX8" fmla="*/ 209133 w 216885"/>
                  <a:gd name="connsiteY8" fmla="*/ 13871 h 1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885" h="13928">
                    <a:moveTo>
                      <a:pt x="209133" y="13871"/>
                    </a:moveTo>
                    <a:lnTo>
                      <a:pt x="7753" y="13871"/>
                    </a:lnTo>
                    <a:cubicBezTo>
                      <a:pt x="3988" y="14362"/>
                      <a:pt x="542" y="11668"/>
                      <a:pt x="57" y="7854"/>
                    </a:cubicBezTo>
                    <a:cubicBezTo>
                      <a:pt x="-428" y="4040"/>
                      <a:pt x="2231" y="549"/>
                      <a:pt x="5997" y="58"/>
                    </a:cubicBezTo>
                    <a:cubicBezTo>
                      <a:pt x="6580" y="-18"/>
                      <a:pt x="7170" y="-18"/>
                      <a:pt x="7753" y="58"/>
                    </a:cubicBezTo>
                    <a:lnTo>
                      <a:pt x="209133" y="58"/>
                    </a:lnTo>
                    <a:cubicBezTo>
                      <a:pt x="212898" y="-434"/>
                      <a:pt x="216344" y="2260"/>
                      <a:pt x="216829" y="6074"/>
                    </a:cubicBezTo>
                    <a:cubicBezTo>
                      <a:pt x="217314" y="9889"/>
                      <a:pt x="214655" y="13379"/>
                      <a:pt x="210889" y="13871"/>
                    </a:cubicBezTo>
                    <a:cubicBezTo>
                      <a:pt x="210306" y="13947"/>
                      <a:pt x="209716" y="13947"/>
                      <a:pt x="209133" y="13871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B0F8E12D-D93E-6A4B-9768-CB77BAFD2C4D}"/>
                  </a:ext>
                </a:extLst>
              </p:cNvPr>
              <p:cNvSpPr/>
              <p:nvPr/>
            </p:nvSpPr>
            <p:spPr>
              <a:xfrm>
                <a:off x="5468894" y="2546945"/>
                <a:ext cx="177669" cy="13928"/>
              </a:xfrm>
              <a:custGeom>
                <a:avLst/>
                <a:gdLst>
                  <a:gd name="connsiteX0" fmla="*/ 169916 w 177669"/>
                  <a:gd name="connsiteY0" fmla="*/ 13871 h 13928"/>
                  <a:gd name="connsiteX1" fmla="*/ 7753 w 177669"/>
                  <a:gd name="connsiteY1" fmla="*/ 13871 h 13928"/>
                  <a:gd name="connsiteX2" fmla="*/ 57 w 177669"/>
                  <a:gd name="connsiteY2" fmla="*/ 7854 h 13928"/>
                  <a:gd name="connsiteX3" fmla="*/ 5997 w 177669"/>
                  <a:gd name="connsiteY3" fmla="*/ 58 h 13928"/>
                  <a:gd name="connsiteX4" fmla="*/ 7753 w 177669"/>
                  <a:gd name="connsiteY4" fmla="*/ 58 h 13928"/>
                  <a:gd name="connsiteX5" fmla="*/ 169916 w 177669"/>
                  <a:gd name="connsiteY5" fmla="*/ 58 h 13928"/>
                  <a:gd name="connsiteX6" fmla="*/ 177612 w 177669"/>
                  <a:gd name="connsiteY6" fmla="*/ 6074 h 13928"/>
                  <a:gd name="connsiteX7" fmla="*/ 171673 w 177669"/>
                  <a:gd name="connsiteY7" fmla="*/ 13871 h 13928"/>
                  <a:gd name="connsiteX8" fmla="*/ 169916 w 177669"/>
                  <a:gd name="connsiteY8" fmla="*/ 13871 h 1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669" h="13928">
                    <a:moveTo>
                      <a:pt x="169916" y="13871"/>
                    </a:moveTo>
                    <a:lnTo>
                      <a:pt x="7753" y="13871"/>
                    </a:lnTo>
                    <a:cubicBezTo>
                      <a:pt x="3988" y="14362"/>
                      <a:pt x="542" y="11668"/>
                      <a:pt x="57" y="7854"/>
                    </a:cubicBezTo>
                    <a:cubicBezTo>
                      <a:pt x="-428" y="4040"/>
                      <a:pt x="2231" y="549"/>
                      <a:pt x="5997" y="58"/>
                    </a:cubicBezTo>
                    <a:cubicBezTo>
                      <a:pt x="6580" y="-18"/>
                      <a:pt x="7170" y="-18"/>
                      <a:pt x="7753" y="58"/>
                    </a:cubicBezTo>
                    <a:lnTo>
                      <a:pt x="169916" y="58"/>
                    </a:lnTo>
                    <a:cubicBezTo>
                      <a:pt x="173681" y="-434"/>
                      <a:pt x="177127" y="2260"/>
                      <a:pt x="177612" y="6074"/>
                    </a:cubicBezTo>
                    <a:cubicBezTo>
                      <a:pt x="178097" y="9889"/>
                      <a:pt x="175438" y="13379"/>
                      <a:pt x="171673" y="13871"/>
                    </a:cubicBezTo>
                    <a:cubicBezTo>
                      <a:pt x="171090" y="13947"/>
                      <a:pt x="170499" y="13947"/>
                      <a:pt x="169916" y="13871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127A85A-7D2C-3F44-965F-BD0FBFA0454B}"/>
                  </a:ext>
                </a:extLst>
              </p:cNvPr>
              <p:cNvSpPr/>
              <p:nvPr/>
            </p:nvSpPr>
            <p:spPr>
              <a:xfrm>
                <a:off x="5468894" y="2583703"/>
                <a:ext cx="173274" cy="13928"/>
              </a:xfrm>
              <a:custGeom>
                <a:avLst/>
                <a:gdLst>
                  <a:gd name="connsiteX0" fmla="*/ 166310 w 173274"/>
                  <a:gd name="connsiteY0" fmla="*/ 13871 h 13928"/>
                  <a:gd name="connsiteX1" fmla="*/ 7753 w 173274"/>
                  <a:gd name="connsiteY1" fmla="*/ 13871 h 13928"/>
                  <a:gd name="connsiteX2" fmla="*/ 57 w 173274"/>
                  <a:gd name="connsiteY2" fmla="*/ 7854 h 13928"/>
                  <a:gd name="connsiteX3" fmla="*/ 5997 w 173274"/>
                  <a:gd name="connsiteY3" fmla="*/ 58 h 13928"/>
                  <a:gd name="connsiteX4" fmla="*/ 7753 w 173274"/>
                  <a:gd name="connsiteY4" fmla="*/ 58 h 13928"/>
                  <a:gd name="connsiteX5" fmla="*/ 165521 w 173274"/>
                  <a:gd name="connsiteY5" fmla="*/ 58 h 13928"/>
                  <a:gd name="connsiteX6" fmla="*/ 173217 w 173274"/>
                  <a:gd name="connsiteY6" fmla="*/ 6074 h 13928"/>
                  <a:gd name="connsiteX7" fmla="*/ 167278 w 173274"/>
                  <a:gd name="connsiteY7" fmla="*/ 13871 h 13928"/>
                  <a:gd name="connsiteX8" fmla="*/ 165521 w 173274"/>
                  <a:gd name="connsiteY8" fmla="*/ 13871 h 1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3274" h="13928">
                    <a:moveTo>
                      <a:pt x="166310" y="13871"/>
                    </a:moveTo>
                    <a:lnTo>
                      <a:pt x="7753" y="13871"/>
                    </a:lnTo>
                    <a:cubicBezTo>
                      <a:pt x="3988" y="14362"/>
                      <a:pt x="542" y="11668"/>
                      <a:pt x="57" y="7854"/>
                    </a:cubicBezTo>
                    <a:cubicBezTo>
                      <a:pt x="-428" y="4040"/>
                      <a:pt x="2231" y="549"/>
                      <a:pt x="5997" y="58"/>
                    </a:cubicBezTo>
                    <a:cubicBezTo>
                      <a:pt x="6580" y="-18"/>
                      <a:pt x="7170" y="-18"/>
                      <a:pt x="7753" y="58"/>
                    </a:cubicBezTo>
                    <a:lnTo>
                      <a:pt x="165521" y="58"/>
                    </a:lnTo>
                    <a:cubicBezTo>
                      <a:pt x="169287" y="-434"/>
                      <a:pt x="172732" y="2260"/>
                      <a:pt x="173217" y="6074"/>
                    </a:cubicBezTo>
                    <a:cubicBezTo>
                      <a:pt x="173702" y="9889"/>
                      <a:pt x="171043" y="13379"/>
                      <a:pt x="167278" y="13871"/>
                    </a:cubicBezTo>
                    <a:cubicBezTo>
                      <a:pt x="166695" y="13947"/>
                      <a:pt x="166104" y="13947"/>
                      <a:pt x="165521" y="13871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557B5326-513C-DC4F-A8B2-CE165797D0CA}"/>
                  </a:ext>
                </a:extLst>
              </p:cNvPr>
              <p:cNvSpPr/>
              <p:nvPr/>
            </p:nvSpPr>
            <p:spPr>
              <a:xfrm>
                <a:off x="5431570" y="2269377"/>
                <a:ext cx="271925" cy="374544"/>
              </a:xfrm>
              <a:custGeom>
                <a:avLst/>
                <a:gdLst>
                  <a:gd name="connsiteX0" fmla="*/ 242174 w 271925"/>
                  <a:gd name="connsiteY0" fmla="*/ 374543 h 374544"/>
                  <a:gd name="connsiteX1" fmla="*/ 6874 w 271925"/>
                  <a:gd name="connsiteY1" fmla="*/ 374543 h 374544"/>
                  <a:gd name="connsiteX2" fmla="*/ 1 w 271925"/>
                  <a:gd name="connsiteY2" fmla="*/ 367809 h 374544"/>
                  <a:gd name="connsiteX3" fmla="*/ 0 w 271925"/>
                  <a:gd name="connsiteY3" fmla="*/ 367694 h 374544"/>
                  <a:gd name="connsiteX4" fmla="*/ 0 w 271925"/>
                  <a:gd name="connsiteY4" fmla="*/ 6850 h 374544"/>
                  <a:gd name="connsiteX5" fmla="*/ 6761 w 271925"/>
                  <a:gd name="connsiteY5" fmla="*/ 0 h 374544"/>
                  <a:gd name="connsiteX6" fmla="*/ 6874 w 271925"/>
                  <a:gd name="connsiteY6" fmla="*/ 1 h 374544"/>
                  <a:gd name="connsiteX7" fmla="*/ 265163 w 271925"/>
                  <a:gd name="connsiteY7" fmla="*/ 1 h 374544"/>
                  <a:gd name="connsiteX8" fmla="*/ 271924 w 271925"/>
                  <a:gd name="connsiteY8" fmla="*/ 6850 h 374544"/>
                  <a:gd name="connsiteX9" fmla="*/ 271924 w 271925"/>
                  <a:gd name="connsiteY9" fmla="*/ 245320 h 374544"/>
                  <a:gd name="connsiteX10" fmla="*/ 265276 w 271925"/>
                  <a:gd name="connsiteY10" fmla="*/ 252282 h 374544"/>
                  <a:gd name="connsiteX11" fmla="*/ 265163 w 271925"/>
                  <a:gd name="connsiteY11" fmla="*/ 252283 h 374544"/>
                  <a:gd name="connsiteX12" fmla="*/ 209278 w 271925"/>
                  <a:gd name="connsiteY12" fmla="*/ 308457 h 374544"/>
                  <a:gd name="connsiteX13" fmla="*/ 244653 w 271925"/>
                  <a:gd name="connsiteY13" fmla="*/ 361187 h 374544"/>
                  <a:gd name="connsiteX14" fmla="*/ 248822 w 271925"/>
                  <a:gd name="connsiteY14" fmla="*/ 368949 h 374544"/>
                  <a:gd name="connsiteX15" fmla="*/ 242174 w 271925"/>
                  <a:gd name="connsiteY15" fmla="*/ 374543 h 374544"/>
                  <a:gd name="connsiteX16" fmla="*/ 13636 w 271925"/>
                  <a:gd name="connsiteY16" fmla="*/ 360730 h 374544"/>
                  <a:gd name="connsiteX17" fmla="*/ 218396 w 271925"/>
                  <a:gd name="connsiteY17" fmla="*/ 360730 h 374544"/>
                  <a:gd name="connsiteX18" fmla="*/ 213905 w 271925"/>
                  <a:gd name="connsiteY18" fmla="*/ 261388 h 374544"/>
                  <a:gd name="connsiteX19" fmla="*/ 258289 w 271925"/>
                  <a:gd name="connsiteY19" fmla="*/ 238813 h 374544"/>
                  <a:gd name="connsiteX20" fmla="*/ 258289 w 271925"/>
                  <a:gd name="connsiteY20" fmla="*/ 13814 h 374544"/>
                  <a:gd name="connsiteX21" fmla="*/ 13636 w 271925"/>
                  <a:gd name="connsiteY21" fmla="*/ 13814 h 37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1925" h="374544">
                    <a:moveTo>
                      <a:pt x="242174" y="374543"/>
                    </a:moveTo>
                    <a:lnTo>
                      <a:pt x="6874" y="374543"/>
                    </a:lnTo>
                    <a:cubicBezTo>
                      <a:pt x="3140" y="374606"/>
                      <a:pt x="63" y="371591"/>
                      <a:pt x="1" y="367809"/>
                    </a:cubicBezTo>
                    <a:cubicBezTo>
                      <a:pt x="0" y="367771"/>
                      <a:pt x="0" y="367732"/>
                      <a:pt x="0" y="367694"/>
                    </a:cubicBezTo>
                    <a:lnTo>
                      <a:pt x="0" y="6850"/>
                    </a:lnTo>
                    <a:cubicBezTo>
                      <a:pt x="-1" y="3067"/>
                      <a:pt x="3026" y="1"/>
                      <a:pt x="6761" y="0"/>
                    </a:cubicBezTo>
                    <a:cubicBezTo>
                      <a:pt x="6798" y="0"/>
                      <a:pt x="6836" y="0"/>
                      <a:pt x="6874" y="1"/>
                    </a:cubicBezTo>
                    <a:lnTo>
                      <a:pt x="265163" y="1"/>
                    </a:lnTo>
                    <a:cubicBezTo>
                      <a:pt x="268897" y="1"/>
                      <a:pt x="271924" y="3067"/>
                      <a:pt x="271924" y="6850"/>
                    </a:cubicBezTo>
                    <a:lnTo>
                      <a:pt x="271924" y="245320"/>
                    </a:lnTo>
                    <a:cubicBezTo>
                      <a:pt x="271986" y="249102"/>
                      <a:pt x="269010" y="252219"/>
                      <a:pt x="265276" y="252282"/>
                    </a:cubicBezTo>
                    <a:cubicBezTo>
                      <a:pt x="265238" y="252283"/>
                      <a:pt x="265201" y="252283"/>
                      <a:pt x="265163" y="252283"/>
                    </a:cubicBezTo>
                    <a:cubicBezTo>
                      <a:pt x="234418" y="252163"/>
                      <a:pt x="209397" y="277313"/>
                      <a:pt x="209278" y="308457"/>
                    </a:cubicBezTo>
                    <a:cubicBezTo>
                      <a:pt x="209190" y="331747"/>
                      <a:pt x="223244" y="352696"/>
                      <a:pt x="244653" y="361187"/>
                    </a:cubicBezTo>
                    <a:cubicBezTo>
                      <a:pt x="247725" y="362399"/>
                      <a:pt x="249487" y="365678"/>
                      <a:pt x="248822" y="368949"/>
                    </a:cubicBezTo>
                    <a:cubicBezTo>
                      <a:pt x="248268" y="372218"/>
                      <a:pt x="245447" y="374591"/>
                      <a:pt x="242174" y="374543"/>
                    </a:cubicBezTo>
                    <a:close/>
                    <a:moveTo>
                      <a:pt x="13636" y="360730"/>
                    </a:moveTo>
                    <a:lnTo>
                      <a:pt x="218396" y="360730"/>
                    </a:lnTo>
                    <a:cubicBezTo>
                      <a:pt x="190075" y="334554"/>
                      <a:pt x="188064" y="290077"/>
                      <a:pt x="213905" y="261388"/>
                    </a:cubicBezTo>
                    <a:cubicBezTo>
                      <a:pt x="225445" y="248576"/>
                      <a:pt x="241252" y="240536"/>
                      <a:pt x="258289" y="238813"/>
                    </a:cubicBezTo>
                    <a:lnTo>
                      <a:pt x="258289" y="13814"/>
                    </a:lnTo>
                    <a:lnTo>
                      <a:pt x="13636" y="13814"/>
                    </a:ln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50F83108-3B6C-E64A-A2C4-7B38F1696503}"/>
                  </a:ext>
                </a:extLst>
              </p:cNvPr>
              <p:cNvSpPr/>
              <p:nvPr/>
            </p:nvSpPr>
            <p:spPr>
              <a:xfrm>
                <a:off x="5627203" y="2507734"/>
                <a:ext cx="138835" cy="140638"/>
              </a:xfrm>
              <a:custGeom>
                <a:avLst/>
                <a:gdLst>
                  <a:gd name="connsiteX0" fmla="*/ 69531 w 138835"/>
                  <a:gd name="connsiteY0" fmla="*/ 140639 h 140638"/>
                  <a:gd name="connsiteX1" fmla="*/ 0 w 138835"/>
                  <a:gd name="connsiteY1" fmla="*/ 70434 h 140638"/>
                  <a:gd name="connsiteX2" fmla="*/ 69305 w 138835"/>
                  <a:gd name="connsiteY2" fmla="*/ 0 h 140638"/>
                  <a:gd name="connsiteX3" fmla="*/ 138836 w 138835"/>
                  <a:gd name="connsiteY3" fmla="*/ 70205 h 140638"/>
                  <a:gd name="connsiteX4" fmla="*/ 138836 w 138835"/>
                  <a:gd name="connsiteY4" fmla="*/ 70319 h 140638"/>
                  <a:gd name="connsiteX5" fmla="*/ 69531 w 138835"/>
                  <a:gd name="connsiteY5" fmla="*/ 140639 h 140638"/>
                  <a:gd name="connsiteX6" fmla="*/ 69531 w 138835"/>
                  <a:gd name="connsiteY6" fmla="*/ 13927 h 140638"/>
                  <a:gd name="connsiteX7" fmla="*/ 13636 w 138835"/>
                  <a:gd name="connsiteY7" fmla="*/ 70319 h 140638"/>
                  <a:gd name="connsiteX8" fmla="*/ 69305 w 138835"/>
                  <a:gd name="connsiteY8" fmla="*/ 126940 h 140638"/>
                  <a:gd name="connsiteX9" fmla="*/ 125200 w 138835"/>
                  <a:gd name="connsiteY9" fmla="*/ 70547 h 140638"/>
                  <a:gd name="connsiteX10" fmla="*/ 125200 w 138835"/>
                  <a:gd name="connsiteY10" fmla="*/ 70319 h 140638"/>
                  <a:gd name="connsiteX11" fmla="*/ 69531 w 138835"/>
                  <a:gd name="connsiteY11" fmla="*/ 13927 h 14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8835" h="140638">
                    <a:moveTo>
                      <a:pt x="69531" y="140639"/>
                    </a:moveTo>
                    <a:cubicBezTo>
                      <a:pt x="31192" y="140702"/>
                      <a:pt x="62" y="109270"/>
                      <a:pt x="0" y="70434"/>
                    </a:cubicBezTo>
                    <a:cubicBezTo>
                      <a:pt x="-62" y="31597"/>
                      <a:pt x="30967" y="63"/>
                      <a:pt x="69305" y="0"/>
                    </a:cubicBezTo>
                    <a:cubicBezTo>
                      <a:pt x="107644" y="-63"/>
                      <a:pt x="138773" y="31369"/>
                      <a:pt x="138836" y="70205"/>
                    </a:cubicBezTo>
                    <a:cubicBezTo>
                      <a:pt x="138836" y="70243"/>
                      <a:pt x="138836" y="70281"/>
                      <a:pt x="138836" y="70319"/>
                    </a:cubicBezTo>
                    <a:cubicBezTo>
                      <a:pt x="138836" y="109111"/>
                      <a:pt x="107825" y="140576"/>
                      <a:pt x="69531" y="140639"/>
                    </a:cubicBezTo>
                    <a:close/>
                    <a:moveTo>
                      <a:pt x="69531" y="13927"/>
                    </a:moveTo>
                    <a:cubicBezTo>
                      <a:pt x="38723" y="13864"/>
                      <a:pt x="13698" y="39112"/>
                      <a:pt x="13636" y="70319"/>
                    </a:cubicBezTo>
                    <a:cubicBezTo>
                      <a:pt x="13574" y="101527"/>
                      <a:pt x="38498" y="126877"/>
                      <a:pt x="69305" y="126940"/>
                    </a:cubicBezTo>
                    <a:cubicBezTo>
                      <a:pt x="100113" y="127003"/>
                      <a:pt x="125138" y="101755"/>
                      <a:pt x="125200" y="70547"/>
                    </a:cubicBezTo>
                    <a:cubicBezTo>
                      <a:pt x="125200" y="70471"/>
                      <a:pt x="125200" y="70395"/>
                      <a:pt x="125200" y="70319"/>
                    </a:cubicBezTo>
                    <a:cubicBezTo>
                      <a:pt x="124835" y="39329"/>
                      <a:pt x="100124" y="14297"/>
                      <a:pt x="69531" y="13927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F74BB611-7FFC-BE4C-AEEF-567D2FF905DE}"/>
                  </a:ext>
                </a:extLst>
              </p:cNvPr>
              <p:cNvSpPr/>
              <p:nvPr/>
            </p:nvSpPr>
            <p:spPr>
              <a:xfrm>
                <a:off x="5659250" y="2551546"/>
                <a:ext cx="73341" cy="59843"/>
              </a:xfrm>
              <a:custGeom>
                <a:avLst/>
                <a:gdLst>
                  <a:gd name="connsiteX0" fmla="*/ 31510 w 73341"/>
                  <a:gd name="connsiteY0" fmla="*/ 59841 h 59843"/>
                  <a:gd name="connsiteX1" fmla="*/ 25988 w 73341"/>
                  <a:gd name="connsiteY1" fmla="*/ 56987 h 59843"/>
                  <a:gd name="connsiteX2" fmla="*/ 1309 w 73341"/>
                  <a:gd name="connsiteY2" fmla="*/ 23197 h 59843"/>
                  <a:gd name="connsiteX3" fmla="*/ 2887 w 73341"/>
                  <a:gd name="connsiteY3" fmla="*/ 13380 h 59843"/>
                  <a:gd name="connsiteX4" fmla="*/ 12578 w 73341"/>
                  <a:gd name="connsiteY4" fmla="*/ 14978 h 59843"/>
                  <a:gd name="connsiteX5" fmla="*/ 31510 w 73341"/>
                  <a:gd name="connsiteY5" fmla="*/ 41347 h 59843"/>
                  <a:gd name="connsiteX6" fmla="*/ 60697 w 73341"/>
                  <a:gd name="connsiteY6" fmla="*/ 2877 h 59843"/>
                  <a:gd name="connsiteX7" fmla="*/ 70502 w 73341"/>
                  <a:gd name="connsiteY7" fmla="*/ 1393 h 59843"/>
                  <a:gd name="connsiteX8" fmla="*/ 71967 w 73341"/>
                  <a:gd name="connsiteY8" fmla="*/ 11325 h 59843"/>
                  <a:gd name="connsiteX9" fmla="*/ 37258 w 73341"/>
                  <a:gd name="connsiteY9" fmla="*/ 56987 h 59843"/>
                  <a:gd name="connsiteX10" fmla="*/ 31510 w 73341"/>
                  <a:gd name="connsiteY10" fmla="*/ 59841 h 59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341" h="59843">
                    <a:moveTo>
                      <a:pt x="31510" y="59841"/>
                    </a:moveTo>
                    <a:cubicBezTo>
                      <a:pt x="29313" y="59890"/>
                      <a:pt x="27238" y="58818"/>
                      <a:pt x="25988" y="56987"/>
                    </a:cubicBezTo>
                    <a:lnTo>
                      <a:pt x="1309" y="23197"/>
                    </a:lnTo>
                    <a:cubicBezTo>
                      <a:pt x="-931" y="20045"/>
                      <a:pt x="-225" y="15649"/>
                      <a:pt x="2887" y="13380"/>
                    </a:cubicBezTo>
                    <a:cubicBezTo>
                      <a:pt x="5999" y="11110"/>
                      <a:pt x="10338" y="11825"/>
                      <a:pt x="12578" y="14978"/>
                    </a:cubicBezTo>
                    <a:lnTo>
                      <a:pt x="31510" y="41347"/>
                    </a:lnTo>
                    <a:lnTo>
                      <a:pt x="60697" y="2877"/>
                    </a:lnTo>
                    <a:cubicBezTo>
                      <a:pt x="63000" y="-275"/>
                      <a:pt x="67390" y="-939"/>
                      <a:pt x="70502" y="1393"/>
                    </a:cubicBezTo>
                    <a:cubicBezTo>
                      <a:pt x="73613" y="3726"/>
                      <a:pt x="74269" y="8172"/>
                      <a:pt x="71967" y="11325"/>
                    </a:cubicBezTo>
                    <a:lnTo>
                      <a:pt x="37258" y="56987"/>
                    </a:lnTo>
                    <a:cubicBezTo>
                      <a:pt x="35923" y="58839"/>
                      <a:pt x="33773" y="59906"/>
                      <a:pt x="31510" y="59841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D70A138C-6FAB-7A41-B4F1-52544E4765A1}"/>
                  </a:ext>
                </a:extLst>
              </p:cNvPr>
              <p:cNvSpPr/>
              <p:nvPr/>
            </p:nvSpPr>
            <p:spPr>
              <a:xfrm>
                <a:off x="5460080" y="2243694"/>
                <a:ext cx="271925" cy="285387"/>
              </a:xfrm>
              <a:custGeom>
                <a:avLst/>
                <a:gdLst>
                  <a:gd name="connsiteX0" fmla="*/ 265051 w 271925"/>
                  <a:gd name="connsiteY0" fmla="*/ 285387 h 285387"/>
                  <a:gd name="connsiteX1" fmla="*/ 262008 w 271925"/>
                  <a:gd name="connsiteY1" fmla="*/ 284588 h 285387"/>
                  <a:gd name="connsiteX2" fmla="*/ 236653 w 271925"/>
                  <a:gd name="connsiteY2" fmla="*/ 278424 h 285387"/>
                  <a:gd name="connsiteX3" fmla="*/ 229779 w 271925"/>
                  <a:gd name="connsiteY3" fmla="*/ 271460 h 285387"/>
                  <a:gd name="connsiteX4" fmla="*/ 229779 w 271925"/>
                  <a:gd name="connsiteY4" fmla="*/ 39498 h 285387"/>
                  <a:gd name="connsiteX5" fmla="*/ 6762 w 271925"/>
                  <a:gd name="connsiteY5" fmla="*/ 39498 h 285387"/>
                  <a:gd name="connsiteX6" fmla="*/ 0 w 271925"/>
                  <a:gd name="connsiteY6" fmla="*/ 32649 h 285387"/>
                  <a:gd name="connsiteX7" fmla="*/ 1 w 271925"/>
                  <a:gd name="connsiteY7" fmla="*/ 32534 h 285387"/>
                  <a:gd name="connsiteX8" fmla="*/ 1 w 271925"/>
                  <a:gd name="connsiteY8" fmla="*/ 6963 h 285387"/>
                  <a:gd name="connsiteX9" fmla="*/ 6649 w 271925"/>
                  <a:gd name="connsiteY9" fmla="*/ 1 h 285387"/>
                  <a:gd name="connsiteX10" fmla="*/ 6762 w 271925"/>
                  <a:gd name="connsiteY10" fmla="*/ 0 h 285387"/>
                  <a:gd name="connsiteX11" fmla="*/ 265051 w 271925"/>
                  <a:gd name="connsiteY11" fmla="*/ 0 h 285387"/>
                  <a:gd name="connsiteX12" fmla="*/ 271925 w 271925"/>
                  <a:gd name="connsiteY12" fmla="*/ 6963 h 285387"/>
                  <a:gd name="connsiteX13" fmla="*/ 271925 w 271925"/>
                  <a:gd name="connsiteY13" fmla="*/ 277967 h 285387"/>
                  <a:gd name="connsiteX14" fmla="*/ 268657 w 271925"/>
                  <a:gd name="connsiteY14" fmla="*/ 283903 h 285387"/>
                  <a:gd name="connsiteX15" fmla="*/ 265051 w 271925"/>
                  <a:gd name="connsiteY15" fmla="*/ 285387 h 285387"/>
                  <a:gd name="connsiteX16" fmla="*/ 243414 w 271925"/>
                  <a:gd name="connsiteY16" fmla="*/ 264953 h 285387"/>
                  <a:gd name="connsiteX17" fmla="*/ 258289 w 271925"/>
                  <a:gd name="connsiteY17" fmla="*/ 268036 h 285387"/>
                  <a:gd name="connsiteX18" fmla="*/ 258290 w 271925"/>
                  <a:gd name="connsiteY18" fmla="*/ 13813 h 285387"/>
                  <a:gd name="connsiteX19" fmla="*/ 13637 w 271925"/>
                  <a:gd name="connsiteY19" fmla="*/ 13813 h 285387"/>
                  <a:gd name="connsiteX20" fmla="*/ 13637 w 271925"/>
                  <a:gd name="connsiteY20" fmla="*/ 25228 h 285387"/>
                  <a:gd name="connsiteX21" fmla="*/ 236653 w 271925"/>
                  <a:gd name="connsiteY21" fmla="*/ 25228 h 285387"/>
                  <a:gd name="connsiteX22" fmla="*/ 243414 w 271925"/>
                  <a:gd name="connsiteY22" fmla="*/ 32078 h 28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1925" h="285387">
                    <a:moveTo>
                      <a:pt x="265051" y="285387"/>
                    </a:moveTo>
                    <a:cubicBezTo>
                      <a:pt x="263985" y="285395"/>
                      <a:pt x="262936" y="285120"/>
                      <a:pt x="262008" y="284588"/>
                    </a:cubicBezTo>
                    <a:cubicBezTo>
                      <a:pt x="254157" y="280529"/>
                      <a:pt x="245467" y="278416"/>
                      <a:pt x="236653" y="278424"/>
                    </a:cubicBezTo>
                    <a:cubicBezTo>
                      <a:pt x="232856" y="278424"/>
                      <a:pt x="229779" y="275306"/>
                      <a:pt x="229779" y="271460"/>
                    </a:cubicBezTo>
                    <a:lnTo>
                      <a:pt x="229779" y="39498"/>
                    </a:lnTo>
                    <a:lnTo>
                      <a:pt x="6762" y="39498"/>
                    </a:lnTo>
                    <a:cubicBezTo>
                      <a:pt x="3028" y="39498"/>
                      <a:pt x="1" y="36432"/>
                      <a:pt x="0" y="32649"/>
                    </a:cubicBezTo>
                    <a:cubicBezTo>
                      <a:pt x="0" y="32611"/>
                      <a:pt x="0" y="32573"/>
                      <a:pt x="1" y="32534"/>
                    </a:cubicBezTo>
                    <a:lnTo>
                      <a:pt x="1" y="6963"/>
                    </a:lnTo>
                    <a:cubicBezTo>
                      <a:pt x="-61" y="3181"/>
                      <a:pt x="2915" y="64"/>
                      <a:pt x="6649" y="1"/>
                    </a:cubicBezTo>
                    <a:cubicBezTo>
                      <a:pt x="6687" y="0"/>
                      <a:pt x="6725" y="0"/>
                      <a:pt x="6762" y="0"/>
                    </a:cubicBezTo>
                    <a:lnTo>
                      <a:pt x="265051" y="0"/>
                    </a:lnTo>
                    <a:cubicBezTo>
                      <a:pt x="268847" y="0"/>
                      <a:pt x="271925" y="3118"/>
                      <a:pt x="271925" y="6963"/>
                    </a:cubicBezTo>
                    <a:lnTo>
                      <a:pt x="271925" y="277967"/>
                    </a:lnTo>
                    <a:cubicBezTo>
                      <a:pt x="271950" y="280392"/>
                      <a:pt x="270707" y="282650"/>
                      <a:pt x="268657" y="283903"/>
                    </a:cubicBezTo>
                    <a:cubicBezTo>
                      <a:pt x="267618" y="284734"/>
                      <a:pt x="266368" y="285249"/>
                      <a:pt x="265051" y="285387"/>
                    </a:cubicBezTo>
                    <a:close/>
                    <a:moveTo>
                      <a:pt x="243414" y="264953"/>
                    </a:moveTo>
                    <a:cubicBezTo>
                      <a:pt x="248471" y="265412"/>
                      <a:pt x="253461" y="266446"/>
                      <a:pt x="258289" y="268036"/>
                    </a:cubicBezTo>
                    <a:lnTo>
                      <a:pt x="258290" y="13813"/>
                    </a:lnTo>
                    <a:lnTo>
                      <a:pt x="13637" y="13813"/>
                    </a:lnTo>
                    <a:lnTo>
                      <a:pt x="13637" y="25228"/>
                    </a:lnTo>
                    <a:lnTo>
                      <a:pt x="236653" y="25228"/>
                    </a:lnTo>
                    <a:cubicBezTo>
                      <a:pt x="240387" y="25228"/>
                      <a:pt x="243414" y="28295"/>
                      <a:pt x="243414" y="32078"/>
                    </a:cubicBezTo>
                    <a:close/>
                  </a:path>
                </a:pathLst>
              </a:custGeom>
              <a:grpFill/>
              <a:ln w="111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47" name="Graphic 23">
              <a:extLst>
                <a:ext uri="{FF2B5EF4-FFF2-40B4-BE49-F238E27FC236}">
                  <a16:creationId xmlns:a16="http://schemas.microsoft.com/office/drawing/2014/main" id="{6276068E-9D59-4742-B8CD-D3D9C6DA32D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411843" y="3511949"/>
              <a:ext cx="420441" cy="309617"/>
              <a:chOff x="5393153" y="2289795"/>
              <a:chExt cx="420441" cy="309617"/>
            </a:xfrm>
            <a:solidFill>
              <a:srgbClr val="FFFFFF"/>
            </a:solidFill>
          </p:grpSpPr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061AB741-536A-1344-A914-247BD53765DF}"/>
                  </a:ext>
                </a:extLst>
              </p:cNvPr>
              <p:cNvSpPr/>
              <p:nvPr/>
            </p:nvSpPr>
            <p:spPr>
              <a:xfrm>
                <a:off x="5393153" y="2542951"/>
                <a:ext cx="420441" cy="56461"/>
              </a:xfrm>
              <a:custGeom>
                <a:avLst/>
                <a:gdLst>
                  <a:gd name="connsiteX0" fmla="*/ 380333 w 420441"/>
                  <a:gd name="connsiteY0" fmla="*/ 56460 h 56461"/>
                  <a:gd name="connsiteX1" fmla="*/ 39762 w 420441"/>
                  <a:gd name="connsiteY1" fmla="*/ 56460 h 56461"/>
                  <a:gd name="connsiteX2" fmla="*/ 0 w 420441"/>
                  <a:gd name="connsiteY2" fmla="*/ 17075 h 56461"/>
                  <a:gd name="connsiteX3" fmla="*/ 0 w 420441"/>
                  <a:gd name="connsiteY3" fmla="*/ 6831 h 56461"/>
                  <a:gd name="connsiteX4" fmla="*/ 6914 w 420441"/>
                  <a:gd name="connsiteY4" fmla="*/ 0 h 56461"/>
                  <a:gd name="connsiteX5" fmla="*/ 7030 w 420441"/>
                  <a:gd name="connsiteY5" fmla="*/ 1 h 56461"/>
                  <a:gd name="connsiteX6" fmla="*/ 413411 w 420441"/>
                  <a:gd name="connsiteY6" fmla="*/ 1 h 56461"/>
                  <a:gd name="connsiteX7" fmla="*/ 420440 w 420441"/>
                  <a:gd name="connsiteY7" fmla="*/ 6716 h 56461"/>
                  <a:gd name="connsiteX8" fmla="*/ 420441 w 420441"/>
                  <a:gd name="connsiteY8" fmla="*/ 6831 h 56461"/>
                  <a:gd name="connsiteX9" fmla="*/ 420441 w 420441"/>
                  <a:gd name="connsiteY9" fmla="*/ 17075 h 56461"/>
                  <a:gd name="connsiteX10" fmla="*/ 380564 w 420441"/>
                  <a:gd name="connsiteY10" fmla="*/ 56461 h 56461"/>
                  <a:gd name="connsiteX11" fmla="*/ 380333 w 420441"/>
                  <a:gd name="connsiteY11" fmla="*/ 56460 h 56461"/>
                  <a:gd name="connsiteX12" fmla="*/ 13946 w 420441"/>
                  <a:gd name="connsiteY12" fmla="*/ 13774 h 56461"/>
                  <a:gd name="connsiteX13" fmla="*/ 13946 w 420441"/>
                  <a:gd name="connsiteY13" fmla="*/ 17075 h 56461"/>
                  <a:gd name="connsiteX14" fmla="*/ 39531 w 420441"/>
                  <a:gd name="connsiteY14" fmla="*/ 42800 h 56461"/>
                  <a:gd name="connsiteX15" fmla="*/ 39762 w 420441"/>
                  <a:gd name="connsiteY15" fmla="*/ 42801 h 56461"/>
                  <a:gd name="connsiteX16" fmla="*/ 380333 w 420441"/>
                  <a:gd name="connsiteY16" fmla="*/ 42801 h 56461"/>
                  <a:gd name="connsiteX17" fmla="*/ 406150 w 420441"/>
                  <a:gd name="connsiteY17" fmla="*/ 17303 h 56461"/>
                  <a:gd name="connsiteX18" fmla="*/ 406150 w 420441"/>
                  <a:gd name="connsiteY18" fmla="*/ 14002 h 5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20441" h="56461">
                    <a:moveTo>
                      <a:pt x="380333" y="56460"/>
                    </a:moveTo>
                    <a:lnTo>
                      <a:pt x="39762" y="56460"/>
                    </a:lnTo>
                    <a:cubicBezTo>
                      <a:pt x="17783" y="56398"/>
                      <a:pt x="0" y="38783"/>
                      <a:pt x="0" y="17075"/>
                    </a:cubicBezTo>
                    <a:lnTo>
                      <a:pt x="0" y="6831"/>
                    </a:lnTo>
                    <a:cubicBezTo>
                      <a:pt x="-1" y="3059"/>
                      <a:pt x="3095" y="1"/>
                      <a:pt x="6914" y="0"/>
                    </a:cubicBezTo>
                    <a:cubicBezTo>
                      <a:pt x="6953" y="0"/>
                      <a:pt x="6992" y="0"/>
                      <a:pt x="7030" y="1"/>
                    </a:cubicBezTo>
                    <a:lnTo>
                      <a:pt x="413411" y="1"/>
                    </a:lnTo>
                    <a:cubicBezTo>
                      <a:pt x="417229" y="-62"/>
                      <a:pt x="420377" y="2945"/>
                      <a:pt x="420440" y="6716"/>
                    </a:cubicBezTo>
                    <a:cubicBezTo>
                      <a:pt x="420441" y="6754"/>
                      <a:pt x="420441" y="6792"/>
                      <a:pt x="420441" y="6831"/>
                    </a:cubicBezTo>
                    <a:lnTo>
                      <a:pt x="420441" y="17075"/>
                    </a:lnTo>
                    <a:cubicBezTo>
                      <a:pt x="420441" y="38827"/>
                      <a:pt x="402588" y="56461"/>
                      <a:pt x="380564" y="56461"/>
                    </a:cubicBezTo>
                    <a:cubicBezTo>
                      <a:pt x="380487" y="56461"/>
                      <a:pt x="380410" y="56461"/>
                      <a:pt x="380333" y="56460"/>
                    </a:cubicBezTo>
                    <a:close/>
                    <a:moveTo>
                      <a:pt x="13946" y="13774"/>
                    </a:moveTo>
                    <a:lnTo>
                      <a:pt x="13946" y="17075"/>
                    </a:lnTo>
                    <a:cubicBezTo>
                      <a:pt x="13818" y="31157"/>
                      <a:pt x="25273" y="42674"/>
                      <a:pt x="39531" y="42800"/>
                    </a:cubicBezTo>
                    <a:cubicBezTo>
                      <a:pt x="39608" y="42801"/>
                      <a:pt x="39685" y="42801"/>
                      <a:pt x="39762" y="42801"/>
                    </a:cubicBezTo>
                    <a:lnTo>
                      <a:pt x="380333" y="42801"/>
                    </a:lnTo>
                    <a:cubicBezTo>
                      <a:pt x="394591" y="42801"/>
                      <a:pt x="406150" y="31385"/>
                      <a:pt x="406150" y="17303"/>
                    </a:cubicBezTo>
                    <a:lnTo>
                      <a:pt x="406150" y="14002"/>
                    </a:ln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8C48EB10-DD6C-A345-8DE0-E364911609C7}"/>
                  </a:ext>
                </a:extLst>
              </p:cNvPr>
              <p:cNvSpPr/>
              <p:nvPr/>
            </p:nvSpPr>
            <p:spPr>
              <a:xfrm>
                <a:off x="5403872" y="2289795"/>
                <a:ext cx="399004" cy="266930"/>
              </a:xfrm>
              <a:custGeom>
                <a:avLst/>
                <a:gdLst>
                  <a:gd name="connsiteX0" fmla="*/ 391974 w 399004"/>
                  <a:gd name="connsiteY0" fmla="*/ 266931 h 266930"/>
                  <a:gd name="connsiteX1" fmla="*/ 7030 w 399004"/>
                  <a:gd name="connsiteY1" fmla="*/ 266931 h 266930"/>
                  <a:gd name="connsiteX2" fmla="*/ 0 w 399004"/>
                  <a:gd name="connsiteY2" fmla="*/ 259987 h 266930"/>
                  <a:gd name="connsiteX3" fmla="*/ 0 w 399004"/>
                  <a:gd name="connsiteY3" fmla="*/ 13773 h 266930"/>
                  <a:gd name="connsiteX4" fmla="*/ 13946 w 399004"/>
                  <a:gd name="connsiteY4" fmla="*/ 0 h 266930"/>
                  <a:gd name="connsiteX5" fmla="*/ 385059 w 399004"/>
                  <a:gd name="connsiteY5" fmla="*/ 0 h 266930"/>
                  <a:gd name="connsiteX6" fmla="*/ 399004 w 399004"/>
                  <a:gd name="connsiteY6" fmla="*/ 13773 h 266930"/>
                  <a:gd name="connsiteX7" fmla="*/ 399004 w 399004"/>
                  <a:gd name="connsiteY7" fmla="*/ 259987 h 266930"/>
                  <a:gd name="connsiteX8" fmla="*/ 391974 w 399004"/>
                  <a:gd name="connsiteY8" fmla="*/ 266931 h 266930"/>
                  <a:gd name="connsiteX9" fmla="*/ 13946 w 399004"/>
                  <a:gd name="connsiteY9" fmla="*/ 253157 h 266930"/>
                  <a:gd name="connsiteX10" fmla="*/ 385059 w 399004"/>
                  <a:gd name="connsiteY10" fmla="*/ 253157 h 266930"/>
                  <a:gd name="connsiteX11" fmla="*/ 385059 w 399004"/>
                  <a:gd name="connsiteY11" fmla="*/ 14115 h 266930"/>
                  <a:gd name="connsiteX12" fmla="*/ 13946 w 399004"/>
                  <a:gd name="connsiteY12" fmla="*/ 14115 h 26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9004" h="266930">
                    <a:moveTo>
                      <a:pt x="391974" y="266931"/>
                    </a:moveTo>
                    <a:lnTo>
                      <a:pt x="7030" y="266931"/>
                    </a:lnTo>
                    <a:cubicBezTo>
                      <a:pt x="3148" y="266931"/>
                      <a:pt x="0" y="263822"/>
                      <a:pt x="0" y="259987"/>
                    </a:cubicBezTo>
                    <a:lnTo>
                      <a:pt x="0" y="13773"/>
                    </a:lnTo>
                    <a:cubicBezTo>
                      <a:pt x="0" y="6167"/>
                      <a:pt x="6244" y="0"/>
                      <a:pt x="13946" y="0"/>
                    </a:cubicBezTo>
                    <a:lnTo>
                      <a:pt x="385059" y="0"/>
                    </a:lnTo>
                    <a:cubicBezTo>
                      <a:pt x="392761" y="0"/>
                      <a:pt x="399004" y="6167"/>
                      <a:pt x="399004" y="13773"/>
                    </a:cubicBezTo>
                    <a:lnTo>
                      <a:pt x="399004" y="259987"/>
                    </a:lnTo>
                    <a:cubicBezTo>
                      <a:pt x="399004" y="263822"/>
                      <a:pt x="395857" y="266931"/>
                      <a:pt x="391974" y="266931"/>
                    </a:cubicBezTo>
                    <a:close/>
                    <a:moveTo>
                      <a:pt x="13946" y="253157"/>
                    </a:moveTo>
                    <a:lnTo>
                      <a:pt x="385059" y="253157"/>
                    </a:lnTo>
                    <a:lnTo>
                      <a:pt x="385059" y="14115"/>
                    </a:lnTo>
                    <a:lnTo>
                      <a:pt x="13946" y="14115"/>
                    </a:ln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F6F85DAE-FA1A-094C-9A26-8F425414E2F6}"/>
                  </a:ext>
                </a:extLst>
              </p:cNvPr>
              <p:cNvSpPr/>
              <p:nvPr/>
            </p:nvSpPr>
            <p:spPr>
              <a:xfrm>
                <a:off x="5432685" y="2318821"/>
                <a:ext cx="341377" cy="208763"/>
              </a:xfrm>
              <a:custGeom>
                <a:avLst/>
                <a:gdLst>
                  <a:gd name="connsiteX0" fmla="*/ 327432 w 341377"/>
                  <a:gd name="connsiteY0" fmla="*/ 208764 h 208763"/>
                  <a:gd name="connsiteX1" fmla="*/ 13946 w 341377"/>
                  <a:gd name="connsiteY1" fmla="*/ 208764 h 208763"/>
                  <a:gd name="connsiteX2" fmla="*/ 0 w 341377"/>
                  <a:gd name="connsiteY2" fmla="*/ 194990 h 208763"/>
                  <a:gd name="connsiteX3" fmla="*/ 0 w 341377"/>
                  <a:gd name="connsiteY3" fmla="*/ 13887 h 208763"/>
                  <a:gd name="connsiteX4" fmla="*/ 13946 w 341377"/>
                  <a:gd name="connsiteY4" fmla="*/ 0 h 208763"/>
                  <a:gd name="connsiteX5" fmla="*/ 327432 w 341377"/>
                  <a:gd name="connsiteY5" fmla="*/ 0 h 208763"/>
                  <a:gd name="connsiteX6" fmla="*/ 341378 w 341377"/>
                  <a:gd name="connsiteY6" fmla="*/ 13887 h 208763"/>
                  <a:gd name="connsiteX7" fmla="*/ 341378 w 341377"/>
                  <a:gd name="connsiteY7" fmla="*/ 194990 h 208763"/>
                  <a:gd name="connsiteX8" fmla="*/ 327432 w 341377"/>
                  <a:gd name="connsiteY8" fmla="*/ 208764 h 208763"/>
                  <a:gd name="connsiteX9" fmla="*/ 13946 w 341377"/>
                  <a:gd name="connsiteY9" fmla="*/ 13887 h 208763"/>
                  <a:gd name="connsiteX10" fmla="*/ 13946 w 341377"/>
                  <a:gd name="connsiteY10" fmla="*/ 194990 h 208763"/>
                  <a:gd name="connsiteX11" fmla="*/ 327432 w 341377"/>
                  <a:gd name="connsiteY11" fmla="*/ 194990 h 208763"/>
                  <a:gd name="connsiteX12" fmla="*/ 327432 w 341377"/>
                  <a:gd name="connsiteY12" fmla="*/ 13887 h 208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1377" h="208763">
                    <a:moveTo>
                      <a:pt x="327432" y="208764"/>
                    </a:moveTo>
                    <a:lnTo>
                      <a:pt x="13946" y="208764"/>
                    </a:lnTo>
                    <a:cubicBezTo>
                      <a:pt x="6244" y="208764"/>
                      <a:pt x="0" y="202597"/>
                      <a:pt x="0" y="194990"/>
                    </a:cubicBezTo>
                    <a:lnTo>
                      <a:pt x="0" y="13887"/>
                    </a:lnTo>
                    <a:cubicBezTo>
                      <a:pt x="0" y="6262"/>
                      <a:pt x="6225" y="63"/>
                      <a:pt x="13946" y="0"/>
                    </a:cubicBezTo>
                    <a:lnTo>
                      <a:pt x="327432" y="0"/>
                    </a:lnTo>
                    <a:cubicBezTo>
                      <a:pt x="335153" y="63"/>
                      <a:pt x="341378" y="6262"/>
                      <a:pt x="341378" y="13887"/>
                    </a:cubicBezTo>
                    <a:lnTo>
                      <a:pt x="341378" y="194990"/>
                    </a:lnTo>
                    <a:cubicBezTo>
                      <a:pt x="341378" y="202597"/>
                      <a:pt x="335134" y="208764"/>
                      <a:pt x="327432" y="208764"/>
                    </a:cubicBezTo>
                    <a:close/>
                    <a:moveTo>
                      <a:pt x="13946" y="13887"/>
                    </a:moveTo>
                    <a:lnTo>
                      <a:pt x="13946" y="194990"/>
                    </a:lnTo>
                    <a:lnTo>
                      <a:pt x="327432" y="194990"/>
                    </a:lnTo>
                    <a:lnTo>
                      <a:pt x="327432" y="13887"/>
                    </a:ln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1" name="Freeform 50">
                <a:extLst>
                  <a:ext uri="{FF2B5EF4-FFF2-40B4-BE49-F238E27FC236}">
                    <a16:creationId xmlns:a16="http://schemas.microsoft.com/office/drawing/2014/main" id="{6F02101E-2D22-0146-BB4B-37568C71E958}"/>
                  </a:ext>
                </a:extLst>
              </p:cNvPr>
              <p:cNvSpPr/>
              <p:nvPr/>
            </p:nvSpPr>
            <p:spPr>
              <a:xfrm>
                <a:off x="5495729" y="2353539"/>
                <a:ext cx="55782" cy="55093"/>
              </a:xfrm>
              <a:custGeom>
                <a:avLst/>
                <a:gdLst>
                  <a:gd name="connsiteX0" fmla="*/ 27890 w 55782"/>
                  <a:gd name="connsiteY0" fmla="*/ 55094 h 55093"/>
                  <a:gd name="connsiteX1" fmla="*/ 0 w 55782"/>
                  <a:gd name="connsiteY1" fmla="*/ 27546 h 55093"/>
                  <a:gd name="connsiteX2" fmla="*/ 27892 w 55782"/>
                  <a:gd name="connsiteY2" fmla="*/ 0 h 55093"/>
                  <a:gd name="connsiteX3" fmla="*/ 55781 w 55782"/>
                  <a:gd name="connsiteY3" fmla="*/ 27319 h 55093"/>
                  <a:gd name="connsiteX4" fmla="*/ 28122 w 55782"/>
                  <a:gd name="connsiteY4" fmla="*/ 55093 h 55093"/>
                  <a:gd name="connsiteX5" fmla="*/ 27890 w 55782"/>
                  <a:gd name="connsiteY5" fmla="*/ 55094 h 55093"/>
                  <a:gd name="connsiteX6" fmla="*/ 27890 w 55782"/>
                  <a:gd name="connsiteY6" fmla="*/ 13887 h 55093"/>
                  <a:gd name="connsiteX7" fmla="*/ 13834 w 55782"/>
                  <a:gd name="connsiteY7" fmla="*/ 27551 h 55093"/>
                  <a:gd name="connsiteX8" fmla="*/ 27668 w 55782"/>
                  <a:gd name="connsiteY8" fmla="*/ 41433 h 55093"/>
                  <a:gd name="connsiteX9" fmla="*/ 41724 w 55782"/>
                  <a:gd name="connsiteY9" fmla="*/ 27770 h 55093"/>
                  <a:gd name="connsiteX10" fmla="*/ 41720 w 55782"/>
                  <a:gd name="connsiteY10" fmla="*/ 27319 h 55093"/>
                  <a:gd name="connsiteX11" fmla="*/ 27890 w 55782"/>
                  <a:gd name="connsiteY11" fmla="*/ 13887 h 55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782" h="55093">
                    <a:moveTo>
                      <a:pt x="27890" y="55094"/>
                    </a:moveTo>
                    <a:cubicBezTo>
                      <a:pt x="12486" y="55093"/>
                      <a:pt x="-1" y="42760"/>
                      <a:pt x="0" y="27546"/>
                    </a:cubicBezTo>
                    <a:cubicBezTo>
                      <a:pt x="1" y="12332"/>
                      <a:pt x="12488" y="-1"/>
                      <a:pt x="27892" y="0"/>
                    </a:cubicBezTo>
                    <a:cubicBezTo>
                      <a:pt x="43206" y="1"/>
                      <a:pt x="55655" y="12195"/>
                      <a:pt x="55781" y="27319"/>
                    </a:cubicBezTo>
                    <a:cubicBezTo>
                      <a:pt x="55909" y="42532"/>
                      <a:pt x="43525" y="54967"/>
                      <a:pt x="28122" y="55093"/>
                    </a:cubicBezTo>
                    <a:cubicBezTo>
                      <a:pt x="28044" y="55093"/>
                      <a:pt x="27967" y="55094"/>
                      <a:pt x="27890" y="55094"/>
                    </a:cubicBezTo>
                    <a:close/>
                    <a:moveTo>
                      <a:pt x="27890" y="13887"/>
                    </a:moveTo>
                    <a:cubicBezTo>
                      <a:pt x="20188" y="13827"/>
                      <a:pt x="13895" y="19944"/>
                      <a:pt x="13834" y="27551"/>
                    </a:cubicBezTo>
                    <a:cubicBezTo>
                      <a:pt x="13773" y="35157"/>
                      <a:pt x="19967" y="41373"/>
                      <a:pt x="27668" y="41433"/>
                    </a:cubicBezTo>
                    <a:cubicBezTo>
                      <a:pt x="35370" y="41494"/>
                      <a:pt x="41663" y="35376"/>
                      <a:pt x="41724" y="27770"/>
                    </a:cubicBezTo>
                    <a:cubicBezTo>
                      <a:pt x="41725" y="27620"/>
                      <a:pt x="41724" y="27469"/>
                      <a:pt x="41720" y="27319"/>
                    </a:cubicBezTo>
                    <a:cubicBezTo>
                      <a:pt x="41534" y="19890"/>
                      <a:pt x="35414" y="13946"/>
                      <a:pt x="27890" y="13887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8EFFB5DB-BFD0-E04B-A4DF-8995B35A693D}"/>
                  </a:ext>
                </a:extLst>
              </p:cNvPr>
              <p:cNvSpPr/>
              <p:nvPr/>
            </p:nvSpPr>
            <p:spPr>
              <a:xfrm>
                <a:off x="5471294" y="2408363"/>
                <a:ext cx="105112" cy="84518"/>
              </a:xfrm>
              <a:custGeom>
                <a:avLst/>
                <a:gdLst>
                  <a:gd name="connsiteX0" fmla="*/ 97735 w 105112"/>
                  <a:gd name="connsiteY0" fmla="*/ 84504 h 84518"/>
                  <a:gd name="connsiteX1" fmla="*/ 6916 w 105112"/>
                  <a:gd name="connsiteY1" fmla="*/ 84504 h 84518"/>
                  <a:gd name="connsiteX2" fmla="*/ 0 w 105112"/>
                  <a:gd name="connsiteY2" fmla="*/ 77675 h 84518"/>
                  <a:gd name="connsiteX3" fmla="*/ 1 w 105112"/>
                  <a:gd name="connsiteY3" fmla="*/ 77560 h 84518"/>
                  <a:gd name="connsiteX4" fmla="*/ 1 w 105112"/>
                  <a:gd name="connsiteY4" fmla="*/ 20645 h 84518"/>
                  <a:gd name="connsiteX5" fmla="*/ 11526 w 105112"/>
                  <a:gd name="connsiteY5" fmla="*/ 4367 h 84518"/>
                  <a:gd name="connsiteX6" fmla="*/ 12448 w 105112"/>
                  <a:gd name="connsiteY6" fmla="*/ 4367 h 84518"/>
                  <a:gd name="connsiteX7" fmla="*/ 30658 w 105112"/>
                  <a:gd name="connsiteY7" fmla="*/ 156 h 84518"/>
                  <a:gd name="connsiteX8" fmla="*/ 38150 w 105112"/>
                  <a:gd name="connsiteY8" fmla="*/ 3115 h 84518"/>
                  <a:gd name="connsiteX9" fmla="*/ 52556 w 105112"/>
                  <a:gd name="connsiteY9" fmla="*/ 24401 h 84518"/>
                  <a:gd name="connsiteX10" fmla="*/ 66963 w 105112"/>
                  <a:gd name="connsiteY10" fmla="*/ 3115 h 84518"/>
                  <a:gd name="connsiteX11" fmla="*/ 74339 w 105112"/>
                  <a:gd name="connsiteY11" fmla="*/ 156 h 84518"/>
                  <a:gd name="connsiteX12" fmla="*/ 92664 w 105112"/>
                  <a:gd name="connsiteY12" fmla="*/ 4367 h 84518"/>
                  <a:gd name="connsiteX13" fmla="*/ 93586 w 105112"/>
                  <a:gd name="connsiteY13" fmla="*/ 4367 h 84518"/>
                  <a:gd name="connsiteX14" fmla="*/ 105111 w 105112"/>
                  <a:gd name="connsiteY14" fmla="*/ 20645 h 84518"/>
                  <a:gd name="connsiteX15" fmla="*/ 105111 w 105112"/>
                  <a:gd name="connsiteY15" fmla="*/ 77560 h 84518"/>
                  <a:gd name="connsiteX16" fmla="*/ 98328 w 105112"/>
                  <a:gd name="connsiteY16" fmla="*/ 84518 h 84518"/>
                  <a:gd name="connsiteX17" fmla="*/ 97735 w 105112"/>
                  <a:gd name="connsiteY17" fmla="*/ 84504 h 84518"/>
                  <a:gd name="connsiteX18" fmla="*/ 14062 w 105112"/>
                  <a:gd name="connsiteY18" fmla="*/ 70730 h 84518"/>
                  <a:gd name="connsiteX19" fmla="*/ 90820 w 105112"/>
                  <a:gd name="connsiteY19" fmla="*/ 70730 h 84518"/>
                  <a:gd name="connsiteX20" fmla="*/ 90820 w 105112"/>
                  <a:gd name="connsiteY20" fmla="*/ 20190 h 84518"/>
                  <a:gd name="connsiteX21" fmla="*/ 88745 w 105112"/>
                  <a:gd name="connsiteY21" fmla="*/ 16889 h 84518"/>
                  <a:gd name="connsiteX22" fmla="*/ 75837 w 105112"/>
                  <a:gd name="connsiteY22" fmla="*/ 13929 h 84518"/>
                  <a:gd name="connsiteX23" fmla="*/ 58203 w 105112"/>
                  <a:gd name="connsiteY23" fmla="*/ 39882 h 84518"/>
                  <a:gd name="connsiteX24" fmla="*/ 48024 w 105112"/>
                  <a:gd name="connsiteY24" fmla="*/ 41211 h 84518"/>
                  <a:gd name="connsiteX25" fmla="*/ 46678 w 105112"/>
                  <a:gd name="connsiteY25" fmla="*/ 39882 h 84518"/>
                  <a:gd name="connsiteX26" fmla="*/ 28929 w 105112"/>
                  <a:gd name="connsiteY26" fmla="*/ 13929 h 84518"/>
                  <a:gd name="connsiteX27" fmla="*/ 16021 w 105112"/>
                  <a:gd name="connsiteY27" fmla="*/ 16889 h 84518"/>
                  <a:gd name="connsiteX28" fmla="*/ 13947 w 105112"/>
                  <a:gd name="connsiteY28" fmla="*/ 20190 h 8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5112" h="84518">
                    <a:moveTo>
                      <a:pt x="97735" y="84504"/>
                    </a:moveTo>
                    <a:lnTo>
                      <a:pt x="6916" y="84504"/>
                    </a:lnTo>
                    <a:cubicBezTo>
                      <a:pt x="3097" y="84504"/>
                      <a:pt x="1" y="81447"/>
                      <a:pt x="0" y="77675"/>
                    </a:cubicBezTo>
                    <a:cubicBezTo>
                      <a:pt x="0" y="77636"/>
                      <a:pt x="0" y="77598"/>
                      <a:pt x="1" y="77560"/>
                    </a:cubicBezTo>
                    <a:lnTo>
                      <a:pt x="1" y="20645"/>
                    </a:lnTo>
                    <a:cubicBezTo>
                      <a:pt x="59" y="13386"/>
                      <a:pt x="4642" y="6913"/>
                      <a:pt x="11526" y="4367"/>
                    </a:cubicBezTo>
                    <a:lnTo>
                      <a:pt x="12448" y="4367"/>
                    </a:lnTo>
                    <a:lnTo>
                      <a:pt x="30658" y="156"/>
                    </a:lnTo>
                    <a:cubicBezTo>
                      <a:pt x="33531" y="-445"/>
                      <a:pt x="36488" y="723"/>
                      <a:pt x="38150" y="3115"/>
                    </a:cubicBezTo>
                    <a:lnTo>
                      <a:pt x="52556" y="24401"/>
                    </a:lnTo>
                    <a:lnTo>
                      <a:pt x="66963" y="3115"/>
                    </a:lnTo>
                    <a:cubicBezTo>
                      <a:pt x="68586" y="742"/>
                      <a:pt x="71500" y="-427"/>
                      <a:pt x="74339" y="156"/>
                    </a:cubicBezTo>
                    <a:lnTo>
                      <a:pt x="92664" y="4367"/>
                    </a:lnTo>
                    <a:lnTo>
                      <a:pt x="93586" y="4367"/>
                    </a:lnTo>
                    <a:cubicBezTo>
                      <a:pt x="100470" y="6913"/>
                      <a:pt x="105053" y="13386"/>
                      <a:pt x="105111" y="20645"/>
                    </a:cubicBezTo>
                    <a:lnTo>
                      <a:pt x="105111" y="77560"/>
                    </a:lnTo>
                    <a:cubicBezTo>
                      <a:pt x="105183" y="81331"/>
                      <a:pt x="102146" y="84446"/>
                      <a:pt x="98328" y="84518"/>
                    </a:cubicBezTo>
                    <a:cubicBezTo>
                      <a:pt x="98130" y="84521"/>
                      <a:pt x="97932" y="84517"/>
                      <a:pt x="97735" y="84504"/>
                    </a:cubicBezTo>
                    <a:close/>
                    <a:moveTo>
                      <a:pt x="14062" y="70730"/>
                    </a:moveTo>
                    <a:lnTo>
                      <a:pt x="90820" y="70730"/>
                    </a:lnTo>
                    <a:lnTo>
                      <a:pt x="90820" y="20190"/>
                    </a:lnTo>
                    <a:cubicBezTo>
                      <a:pt x="90803" y="18794"/>
                      <a:pt x="90004" y="17523"/>
                      <a:pt x="88745" y="16889"/>
                    </a:cubicBezTo>
                    <a:lnTo>
                      <a:pt x="75837" y="13929"/>
                    </a:lnTo>
                    <a:lnTo>
                      <a:pt x="58203" y="39882"/>
                    </a:lnTo>
                    <a:cubicBezTo>
                      <a:pt x="55764" y="43026"/>
                      <a:pt x="51206" y="43621"/>
                      <a:pt x="48024" y="41211"/>
                    </a:cubicBezTo>
                    <a:cubicBezTo>
                      <a:pt x="47518" y="40828"/>
                      <a:pt x="47066" y="40382"/>
                      <a:pt x="46678" y="39882"/>
                    </a:cubicBezTo>
                    <a:lnTo>
                      <a:pt x="28929" y="13929"/>
                    </a:lnTo>
                    <a:lnTo>
                      <a:pt x="16021" y="16889"/>
                    </a:lnTo>
                    <a:cubicBezTo>
                      <a:pt x="14744" y="17503"/>
                      <a:pt x="13937" y="18787"/>
                      <a:pt x="13947" y="20190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CFE27AC4-E12D-824E-99D3-0348581CB594}"/>
                  </a:ext>
                </a:extLst>
              </p:cNvPr>
              <p:cNvSpPr/>
              <p:nvPr/>
            </p:nvSpPr>
            <p:spPr>
              <a:xfrm>
                <a:off x="5516589" y="2438318"/>
                <a:ext cx="13946" cy="54548"/>
              </a:xfrm>
              <a:custGeom>
                <a:avLst/>
                <a:gdLst>
                  <a:gd name="connsiteX0" fmla="*/ 7030 w 13946"/>
                  <a:gd name="connsiteY0" fmla="*/ 54549 h 54548"/>
                  <a:gd name="connsiteX1" fmla="*/ 0 w 13946"/>
                  <a:gd name="connsiteY1" fmla="*/ 47605 h 54548"/>
                  <a:gd name="connsiteX2" fmla="*/ 0 w 13946"/>
                  <a:gd name="connsiteY2" fmla="*/ 6057 h 54548"/>
                  <a:gd name="connsiteX3" fmla="*/ 7871 w 13946"/>
                  <a:gd name="connsiteY3" fmla="*/ 58 h 54548"/>
                  <a:gd name="connsiteX4" fmla="*/ 13946 w 13946"/>
                  <a:gd name="connsiteY4" fmla="*/ 6057 h 54548"/>
                  <a:gd name="connsiteX5" fmla="*/ 13946 w 13946"/>
                  <a:gd name="connsiteY5" fmla="*/ 47605 h 54548"/>
                  <a:gd name="connsiteX6" fmla="*/ 7147 w 13946"/>
                  <a:gd name="connsiteY6" fmla="*/ 54548 h 54548"/>
                  <a:gd name="connsiteX7" fmla="*/ 7030 w 13946"/>
                  <a:gd name="connsiteY7" fmla="*/ 54549 h 5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946" h="54548">
                    <a:moveTo>
                      <a:pt x="7030" y="54549"/>
                    </a:moveTo>
                    <a:cubicBezTo>
                      <a:pt x="3148" y="54549"/>
                      <a:pt x="0" y="51440"/>
                      <a:pt x="0" y="47605"/>
                    </a:cubicBezTo>
                    <a:lnTo>
                      <a:pt x="0" y="6057"/>
                    </a:lnTo>
                    <a:cubicBezTo>
                      <a:pt x="496" y="2254"/>
                      <a:pt x="4020" y="-432"/>
                      <a:pt x="7871" y="58"/>
                    </a:cubicBezTo>
                    <a:cubicBezTo>
                      <a:pt x="11041" y="461"/>
                      <a:pt x="13537" y="2926"/>
                      <a:pt x="13946" y="6057"/>
                    </a:cubicBezTo>
                    <a:lnTo>
                      <a:pt x="13946" y="47605"/>
                    </a:lnTo>
                    <a:cubicBezTo>
                      <a:pt x="14009" y="51376"/>
                      <a:pt x="10965" y="54485"/>
                      <a:pt x="7147" y="54548"/>
                    </a:cubicBezTo>
                    <a:cubicBezTo>
                      <a:pt x="7108" y="54548"/>
                      <a:pt x="7069" y="54549"/>
                      <a:pt x="7030" y="54549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73C76F2A-C90E-C641-B575-52C8FD8F464E}"/>
                  </a:ext>
                </a:extLst>
              </p:cNvPr>
              <p:cNvSpPr/>
              <p:nvPr/>
            </p:nvSpPr>
            <p:spPr>
              <a:xfrm>
                <a:off x="5601184" y="2350921"/>
                <a:ext cx="142221" cy="110381"/>
              </a:xfrm>
              <a:custGeom>
                <a:avLst/>
                <a:gdLst>
                  <a:gd name="connsiteX0" fmla="*/ 6915 w 142221"/>
                  <a:gd name="connsiteY0" fmla="*/ 110301 h 110381"/>
                  <a:gd name="connsiteX1" fmla="*/ 4495 w 142221"/>
                  <a:gd name="connsiteY1" fmla="*/ 110301 h 110381"/>
                  <a:gd name="connsiteX2" fmla="*/ 0 w 142221"/>
                  <a:gd name="connsiteY2" fmla="*/ 103813 h 110381"/>
                  <a:gd name="connsiteX3" fmla="*/ 0 w 142221"/>
                  <a:gd name="connsiteY3" fmla="*/ 25156 h 110381"/>
                  <a:gd name="connsiteX4" fmla="*/ 25471 w 142221"/>
                  <a:gd name="connsiteY4" fmla="*/ 0 h 110381"/>
                  <a:gd name="connsiteX5" fmla="*/ 116751 w 142221"/>
                  <a:gd name="connsiteY5" fmla="*/ 0 h 110381"/>
                  <a:gd name="connsiteX6" fmla="*/ 142222 w 142221"/>
                  <a:gd name="connsiteY6" fmla="*/ 25156 h 110381"/>
                  <a:gd name="connsiteX7" fmla="*/ 142222 w 142221"/>
                  <a:gd name="connsiteY7" fmla="*/ 49174 h 110381"/>
                  <a:gd name="connsiteX8" fmla="*/ 116751 w 142221"/>
                  <a:gd name="connsiteY8" fmla="*/ 74331 h 110381"/>
                  <a:gd name="connsiteX9" fmla="*/ 50481 w 142221"/>
                  <a:gd name="connsiteY9" fmla="*/ 74331 h 110381"/>
                  <a:gd name="connsiteX10" fmla="*/ 34345 w 142221"/>
                  <a:gd name="connsiteY10" fmla="*/ 81844 h 110381"/>
                  <a:gd name="connsiteX11" fmla="*/ 12332 w 142221"/>
                  <a:gd name="connsiteY11" fmla="*/ 107797 h 110381"/>
                  <a:gd name="connsiteX12" fmla="*/ 6915 w 142221"/>
                  <a:gd name="connsiteY12" fmla="*/ 110301 h 110381"/>
                  <a:gd name="connsiteX13" fmla="*/ 25471 w 142221"/>
                  <a:gd name="connsiteY13" fmla="*/ 13773 h 110381"/>
                  <a:gd name="connsiteX14" fmla="*/ 13946 w 142221"/>
                  <a:gd name="connsiteY14" fmla="*/ 25156 h 110381"/>
                  <a:gd name="connsiteX15" fmla="*/ 13946 w 142221"/>
                  <a:gd name="connsiteY15" fmla="*/ 84348 h 110381"/>
                  <a:gd name="connsiteX16" fmla="*/ 23627 w 142221"/>
                  <a:gd name="connsiteY16" fmla="*/ 72965 h 110381"/>
                  <a:gd name="connsiteX17" fmla="*/ 50481 w 142221"/>
                  <a:gd name="connsiteY17" fmla="*/ 60557 h 110381"/>
                  <a:gd name="connsiteX18" fmla="*/ 116751 w 142221"/>
                  <a:gd name="connsiteY18" fmla="*/ 60557 h 110381"/>
                  <a:gd name="connsiteX19" fmla="*/ 128276 w 142221"/>
                  <a:gd name="connsiteY19" fmla="*/ 49174 h 110381"/>
                  <a:gd name="connsiteX20" fmla="*/ 128276 w 142221"/>
                  <a:gd name="connsiteY20" fmla="*/ 25156 h 110381"/>
                  <a:gd name="connsiteX21" fmla="*/ 116751 w 142221"/>
                  <a:gd name="connsiteY21" fmla="*/ 13773 h 110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2221" h="110381">
                    <a:moveTo>
                      <a:pt x="6915" y="110301"/>
                    </a:moveTo>
                    <a:cubicBezTo>
                      <a:pt x="6112" y="110409"/>
                      <a:pt x="5298" y="110409"/>
                      <a:pt x="4495" y="110301"/>
                    </a:cubicBezTo>
                    <a:cubicBezTo>
                      <a:pt x="1782" y="109265"/>
                      <a:pt x="-5" y="106686"/>
                      <a:pt x="0" y="103813"/>
                    </a:cubicBezTo>
                    <a:lnTo>
                      <a:pt x="0" y="25156"/>
                    </a:lnTo>
                    <a:cubicBezTo>
                      <a:pt x="0" y="11263"/>
                      <a:pt x="11404" y="0"/>
                      <a:pt x="25471" y="0"/>
                    </a:cubicBezTo>
                    <a:lnTo>
                      <a:pt x="116751" y="0"/>
                    </a:lnTo>
                    <a:cubicBezTo>
                      <a:pt x="130818" y="0"/>
                      <a:pt x="142222" y="11263"/>
                      <a:pt x="142222" y="25156"/>
                    </a:cubicBezTo>
                    <a:lnTo>
                      <a:pt x="142222" y="49174"/>
                    </a:lnTo>
                    <a:cubicBezTo>
                      <a:pt x="142222" y="63068"/>
                      <a:pt x="130818" y="74331"/>
                      <a:pt x="116751" y="74331"/>
                    </a:cubicBezTo>
                    <a:lnTo>
                      <a:pt x="50481" y="74331"/>
                    </a:lnTo>
                    <a:cubicBezTo>
                      <a:pt x="44238" y="74339"/>
                      <a:pt x="38324" y="77093"/>
                      <a:pt x="34345" y="81844"/>
                    </a:cubicBezTo>
                    <a:lnTo>
                      <a:pt x="12332" y="107797"/>
                    </a:lnTo>
                    <a:cubicBezTo>
                      <a:pt x="10984" y="109373"/>
                      <a:pt x="9005" y="110289"/>
                      <a:pt x="6915" y="110301"/>
                    </a:cubicBezTo>
                    <a:close/>
                    <a:moveTo>
                      <a:pt x="25471" y="13773"/>
                    </a:moveTo>
                    <a:cubicBezTo>
                      <a:pt x="19106" y="13773"/>
                      <a:pt x="13946" y="18870"/>
                      <a:pt x="13946" y="25156"/>
                    </a:cubicBezTo>
                    <a:lnTo>
                      <a:pt x="13946" y="84348"/>
                    </a:lnTo>
                    <a:lnTo>
                      <a:pt x="23627" y="72965"/>
                    </a:lnTo>
                    <a:cubicBezTo>
                      <a:pt x="30238" y="65056"/>
                      <a:pt x="40097" y="60501"/>
                      <a:pt x="50481" y="60557"/>
                    </a:cubicBezTo>
                    <a:lnTo>
                      <a:pt x="116751" y="60557"/>
                    </a:lnTo>
                    <a:cubicBezTo>
                      <a:pt x="123116" y="60557"/>
                      <a:pt x="128276" y="55461"/>
                      <a:pt x="128276" y="49174"/>
                    </a:cubicBezTo>
                    <a:lnTo>
                      <a:pt x="128276" y="25156"/>
                    </a:lnTo>
                    <a:cubicBezTo>
                      <a:pt x="128276" y="18870"/>
                      <a:pt x="123116" y="13773"/>
                      <a:pt x="116751" y="13773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CC5112C8-6C1C-5A4B-8A2B-F41ED2449FD9}"/>
                  </a:ext>
                </a:extLst>
              </p:cNvPr>
              <p:cNvSpPr/>
              <p:nvPr/>
            </p:nvSpPr>
            <p:spPr>
              <a:xfrm>
                <a:off x="5636106" y="2381085"/>
                <a:ext cx="16136" cy="15936"/>
              </a:xfrm>
              <a:custGeom>
                <a:avLst/>
                <a:gdLst>
                  <a:gd name="connsiteX0" fmla="*/ 16135 w 16136"/>
                  <a:gd name="connsiteY0" fmla="*/ 7969 h 15936"/>
                  <a:gd name="connsiteX1" fmla="*/ 8068 w 16136"/>
                  <a:gd name="connsiteY1" fmla="*/ 15937 h 15936"/>
                  <a:gd name="connsiteX2" fmla="*/ 0 w 16136"/>
                  <a:gd name="connsiteY2" fmla="*/ 7969 h 15936"/>
                  <a:gd name="connsiteX3" fmla="*/ 8068 w 16136"/>
                  <a:gd name="connsiteY3" fmla="*/ 1 h 15936"/>
                  <a:gd name="connsiteX4" fmla="*/ 16135 w 16136"/>
                  <a:gd name="connsiteY4" fmla="*/ 7740 h 15936"/>
                  <a:gd name="connsiteX5" fmla="*/ 16135 w 16136"/>
                  <a:gd name="connsiteY5" fmla="*/ 7969 h 15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136" h="15936">
                    <a:moveTo>
                      <a:pt x="16135" y="7969"/>
                    </a:moveTo>
                    <a:cubicBezTo>
                      <a:pt x="16135" y="12370"/>
                      <a:pt x="12523" y="15937"/>
                      <a:pt x="8068" y="15937"/>
                    </a:cubicBezTo>
                    <a:cubicBezTo>
                      <a:pt x="3612" y="15937"/>
                      <a:pt x="0" y="12370"/>
                      <a:pt x="0" y="7969"/>
                    </a:cubicBezTo>
                    <a:cubicBezTo>
                      <a:pt x="0" y="3568"/>
                      <a:pt x="3612" y="1"/>
                      <a:pt x="8068" y="1"/>
                    </a:cubicBezTo>
                    <a:cubicBezTo>
                      <a:pt x="12459" y="-62"/>
                      <a:pt x="16071" y="3402"/>
                      <a:pt x="16135" y="7740"/>
                    </a:cubicBezTo>
                    <a:cubicBezTo>
                      <a:pt x="16136" y="7816"/>
                      <a:pt x="16136" y="7892"/>
                      <a:pt x="16135" y="7969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9B088230-7D69-7D4F-93CA-21D708A86737}"/>
                  </a:ext>
                </a:extLst>
              </p:cNvPr>
              <p:cNvSpPr/>
              <p:nvPr/>
            </p:nvSpPr>
            <p:spPr>
              <a:xfrm>
                <a:off x="5664112" y="2381085"/>
                <a:ext cx="16136" cy="15936"/>
              </a:xfrm>
              <a:custGeom>
                <a:avLst/>
                <a:gdLst>
                  <a:gd name="connsiteX0" fmla="*/ 16135 w 16136"/>
                  <a:gd name="connsiteY0" fmla="*/ 7969 h 15936"/>
                  <a:gd name="connsiteX1" fmla="*/ 8067 w 16136"/>
                  <a:gd name="connsiteY1" fmla="*/ 15936 h 15936"/>
                  <a:gd name="connsiteX2" fmla="*/ 0 w 16136"/>
                  <a:gd name="connsiteY2" fmla="*/ 7967 h 15936"/>
                  <a:gd name="connsiteX3" fmla="*/ 8068 w 16136"/>
                  <a:gd name="connsiteY3" fmla="*/ 0 h 15936"/>
                  <a:gd name="connsiteX4" fmla="*/ 8183 w 16136"/>
                  <a:gd name="connsiteY4" fmla="*/ 1 h 15936"/>
                  <a:gd name="connsiteX5" fmla="*/ 16136 w 16136"/>
                  <a:gd name="connsiteY5" fmla="*/ 7854 h 15936"/>
                  <a:gd name="connsiteX6" fmla="*/ 16135 w 16136"/>
                  <a:gd name="connsiteY6" fmla="*/ 7969 h 15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36" h="15936">
                    <a:moveTo>
                      <a:pt x="16135" y="7969"/>
                    </a:moveTo>
                    <a:cubicBezTo>
                      <a:pt x="16135" y="12370"/>
                      <a:pt x="12522" y="15937"/>
                      <a:pt x="8067" y="15936"/>
                    </a:cubicBezTo>
                    <a:cubicBezTo>
                      <a:pt x="3611" y="15936"/>
                      <a:pt x="0" y="12368"/>
                      <a:pt x="0" y="7967"/>
                    </a:cubicBezTo>
                    <a:cubicBezTo>
                      <a:pt x="0" y="3567"/>
                      <a:pt x="3613" y="0"/>
                      <a:pt x="8068" y="0"/>
                    </a:cubicBezTo>
                    <a:cubicBezTo>
                      <a:pt x="8107" y="0"/>
                      <a:pt x="8145" y="0"/>
                      <a:pt x="8183" y="1"/>
                    </a:cubicBezTo>
                    <a:cubicBezTo>
                      <a:pt x="12575" y="0"/>
                      <a:pt x="16136" y="3516"/>
                      <a:pt x="16136" y="7854"/>
                    </a:cubicBezTo>
                    <a:cubicBezTo>
                      <a:pt x="16136" y="7892"/>
                      <a:pt x="16136" y="7931"/>
                      <a:pt x="16135" y="7969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F28A6204-0169-7749-A9AB-7E7D22B1861D}"/>
                  </a:ext>
                </a:extLst>
              </p:cNvPr>
              <p:cNvSpPr/>
              <p:nvPr/>
            </p:nvSpPr>
            <p:spPr>
              <a:xfrm>
                <a:off x="5693195" y="2381086"/>
                <a:ext cx="15173" cy="15822"/>
              </a:xfrm>
              <a:custGeom>
                <a:avLst/>
                <a:gdLst>
                  <a:gd name="connsiteX0" fmla="*/ 15174 w 15173"/>
                  <a:gd name="connsiteY0" fmla="*/ 7968 h 15822"/>
                  <a:gd name="connsiteX1" fmla="*/ 7106 w 15173"/>
                  <a:gd name="connsiteY1" fmla="*/ 15822 h 15822"/>
                  <a:gd name="connsiteX2" fmla="*/ 58 w 15173"/>
                  <a:gd name="connsiteY2" fmla="*/ 6960 h 15822"/>
                  <a:gd name="connsiteX3" fmla="*/ 7106 w 15173"/>
                  <a:gd name="connsiteY3" fmla="*/ 0 h 15822"/>
                  <a:gd name="connsiteX4" fmla="*/ 15174 w 15173"/>
                  <a:gd name="connsiteY4" fmla="*/ 7968 h 15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73" h="15822">
                    <a:moveTo>
                      <a:pt x="15174" y="7968"/>
                    </a:moveTo>
                    <a:cubicBezTo>
                      <a:pt x="15111" y="12324"/>
                      <a:pt x="11517" y="15823"/>
                      <a:pt x="7106" y="15822"/>
                    </a:cubicBezTo>
                    <a:cubicBezTo>
                      <a:pt x="2682" y="15297"/>
                      <a:pt x="-473" y="11330"/>
                      <a:pt x="58" y="6960"/>
                    </a:cubicBezTo>
                    <a:cubicBezTo>
                      <a:pt x="502" y="3313"/>
                      <a:pt x="3413" y="438"/>
                      <a:pt x="7106" y="0"/>
                    </a:cubicBezTo>
                    <a:cubicBezTo>
                      <a:pt x="11562" y="0"/>
                      <a:pt x="15174" y="3567"/>
                      <a:pt x="15174" y="7968"/>
                    </a:cubicBezTo>
                    <a:close/>
                  </a:path>
                </a:pathLst>
              </a:custGeom>
              <a:grpFill/>
              <a:ln w="113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58" name="Graphic 25">
              <a:extLst>
                <a:ext uri="{FF2B5EF4-FFF2-40B4-BE49-F238E27FC236}">
                  <a16:creationId xmlns:a16="http://schemas.microsoft.com/office/drawing/2014/main" id="{58EE4870-17D7-4249-98DA-3177E332B49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394646" y="2258314"/>
              <a:ext cx="322891" cy="410536"/>
              <a:chOff x="5439254" y="2236010"/>
              <a:chExt cx="322891" cy="410536"/>
            </a:xfrm>
            <a:solidFill>
              <a:srgbClr val="FFFFFF"/>
            </a:solidFill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48370523-561E-B84B-888E-9DB312947B6B}"/>
                  </a:ext>
                </a:extLst>
              </p:cNvPr>
              <p:cNvSpPr/>
              <p:nvPr/>
            </p:nvSpPr>
            <p:spPr>
              <a:xfrm>
                <a:off x="5439254" y="2236010"/>
                <a:ext cx="317464" cy="410536"/>
              </a:xfrm>
              <a:custGeom>
                <a:avLst/>
                <a:gdLst>
                  <a:gd name="connsiteX0" fmla="*/ 310491 w 317464"/>
                  <a:gd name="connsiteY0" fmla="*/ 410536 h 410536"/>
                  <a:gd name="connsiteX1" fmla="*/ 7031 w 317464"/>
                  <a:gd name="connsiteY1" fmla="*/ 410536 h 410536"/>
                  <a:gd name="connsiteX2" fmla="*/ 1 w 317464"/>
                  <a:gd name="connsiteY2" fmla="*/ 403921 h 410536"/>
                  <a:gd name="connsiteX3" fmla="*/ 1 w 317464"/>
                  <a:gd name="connsiteY3" fmla="*/ 403695 h 410536"/>
                  <a:gd name="connsiteX4" fmla="*/ 1 w 317464"/>
                  <a:gd name="connsiteY4" fmla="*/ 6840 h 410536"/>
                  <a:gd name="connsiteX5" fmla="*/ 7031 w 317464"/>
                  <a:gd name="connsiteY5" fmla="*/ 0 h 410536"/>
                  <a:gd name="connsiteX6" fmla="*/ 310491 w 317464"/>
                  <a:gd name="connsiteY6" fmla="*/ 0 h 410536"/>
                  <a:gd name="connsiteX7" fmla="*/ 317407 w 317464"/>
                  <a:gd name="connsiteY7" fmla="*/ 6727 h 410536"/>
                  <a:gd name="connsiteX8" fmla="*/ 317406 w 317464"/>
                  <a:gd name="connsiteY8" fmla="*/ 6840 h 410536"/>
                  <a:gd name="connsiteX9" fmla="*/ 317406 w 317464"/>
                  <a:gd name="connsiteY9" fmla="*/ 36781 h 410536"/>
                  <a:gd name="connsiteX10" fmla="*/ 311332 w 317464"/>
                  <a:gd name="connsiteY10" fmla="*/ 44439 h 410536"/>
                  <a:gd name="connsiteX11" fmla="*/ 303461 w 317464"/>
                  <a:gd name="connsiteY11" fmla="*/ 38529 h 410536"/>
                  <a:gd name="connsiteX12" fmla="*/ 303461 w 317464"/>
                  <a:gd name="connsiteY12" fmla="*/ 36781 h 410536"/>
                  <a:gd name="connsiteX13" fmla="*/ 303461 w 317464"/>
                  <a:gd name="connsiteY13" fmla="*/ 13569 h 410536"/>
                  <a:gd name="connsiteX14" fmla="*/ 13947 w 317464"/>
                  <a:gd name="connsiteY14" fmla="*/ 13569 h 410536"/>
                  <a:gd name="connsiteX15" fmla="*/ 13947 w 317464"/>
                  <a:gd name="connsiteY15" fmla="*/ 396967 h 410536"/>
                  <a:gd name="connsiteX16" fmla="*/ 303461 w 317464"/>
                  <a:gd name="connsiteY16" fmla="*/ 396967 h 410536"/>
                  <a:gd name="connsiteX17" fmla="*/ 303461 w 317464"/>
                  <a:gd name="connsiteY17" fmla="*/ 208800 h 410536"/>
                  <a:gd name="connsiteX18" fmla="*/ 311332 w 317464"/>
                  <a:gd name="connsiteY18" fmla="*/ 202890 h 410536"/>
                  <a:gd name="connsiteX19" fmla="*/ 317406 w 317464"/>
                  <a:gd name="connsiteY19" fmla="*/ 208800 h 410536"/>
                  <a:gd name="connsiteX20" fmla="*/ 317406 w 317464"/>
                  <a:gd name="connsiteY20" fmla="*/ 403695 h 410536"/>
                  <a:gd name="connsiteX21" fmla="*/ 310607 w 317464"/>
                  <a:gd name="connsiteY21" fmla="*/ 410535 h 410536"/>
                  <a:gd name="connsiteX22" fmla="*/ 310491 w 317464"/>
                  <a:gd name="connsiteY22" fmla="*/ 410536 h 410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17464" h="410536">
                    <a:moveTo>
                      <a:pt x="310491" y="410536"/>
                    </a:moveTo>
                    <a:lnTo>
                      <a:pt x="7031" y="410536"/>
                    </a:lnTo>
                    <a:cubicBezTo>
                      <a:pt x="3213" y="410598"/>
                      <a:pt x="65" y="407637"/>
                      <a:pt x="1" y="403921"/>
                    </a:cubicBezTo>
                    <a:cubicBezTo>
                      <a:pt x="0" y="403846"/>
                      <a:pt x="0" y="403771"/>
                      <a:pt x="1" y="403695"/>
                    </a:cubicBezTo>
                    <a:lnTo>
                      <a:pt x="1" y="6840"/>
                    </a:lnTo>
                    <a:cubicBezTo>
                      <a:pt x="1" y="3063"/>
                      <a:pt x="3149" y="0"/>
                      <a:pt x="7031" y="0"/>
                    </a:cubicBezTo>
                    <a:lnTo>
                      <a:pt x="310491" y="0"/>
                    </a:lnTo>
                    <a:cubicBezTo>
                      <a:pt x="314310" y="-1"/>
                      <a:pt x="317407" y="3011"/>
                      <a:pt x="317407" y="6727"/>
                    </a:cubicBezTo>
                    <a:cubicBezTo>
                      <a:pt x="317407" y="6765"/>
                      <a:pt x="317407" y="6803"/>
                      <a:pt x="317406" y="6840"/>
                    </a:cubicBezTo>
                    <a:lnTo>
                      <a:pt x="317406" y="36781"/>
                    </a:lnTo>
                    <a:cubicBezTo>
                      <a:pt x="317903" y="40528"/>
                      <a:pt x="315183" y="43957"/>
                      <a:pt x="311332" y="44439"/>
                    </a:cubicBezTo>
                    <a:cubicBezTo>
                      <a:pt x="307481" y="44922"/>
                      <a:pt x="303957" y="42276"/>
                      <a:pt x="303461" y="38529"/>
                    </a:cubicBezTo>
                    <a:cubicBezTo>
                      <a:pt x="303384" y="37949"/>
                      <a:pt x="303384" y="37361"/>
                      <a:pt x="303461" y="36781"/>
                    </a:cubicBezTo>
                    <a:lnTo>
                      <a:pt x="303461" y="13569"/>
                    </a:lnTo>
                    <a:lnTo>
                      <a:pt x="13947" y="13569"/>
                    </a:lnTo>
                    <a:lnTo>
                      <a:pt x="13947" y="396967"/>
                    </a:lnTo>
                    <a:lnTo>
                      <a:pt x="303461" y="396967"/>
                    </a:lnTo>
                    <a:lnTo>
                      <a:pt x="303461" y="208800"/>
                    </a:lnTo>
                    <a:cubicBezTo>
                      <a:pt x="303957" y="205053"/>
                      <a:pt x="307481" y="202407"/>
                      <a:pt x="311332" y="202890"/>
                    </a:cubicBezTo>
                    <a:cubicBezTo>
                      <a:pt x="314502" y="203287"/>
                      <a:pt x="316998" y="205716"/>
                      <a:pt x="317406" y="208800"/>
                    </a:cubicBezTo>
                    <a:lnTo>
                      <a:pt x="317406" y="403695"/>
                    </a:lnTo>
                    <a:cubicBezTo>
                      <a:pt x="317470" y="407411"/>
                      <a:pt x="314426" y="410473"/>
                      <a:pt x="310607" y="410535"/>
                    </a:cubicBezTo>
                    <a:cubicBezTo>
                      <a:pt x="310569" y="410535"/>
                      <a:pt x="310530" y="410536"/>
                      <a:pt x="310491" y="410536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8D00A55F-2E6B-8147-8264-DC9499B20C1B}"/>
                  </a:ext>
                </a:extLst>
              </p:cNvPr>
              <p:cNvSpPr/>
              <p:nvPr/>
            </p:nvSpPr>
            <p:spPr>
              <a:xfrm>
                <a:off x="5510226" y="2310470"/>
                <a:ext cx="150568" cy="13568"/>
              </a:xfrm>
              <a:custGeom>
                <a:avLst/>
                <a:gdLst>
                  <a:gd name="connsiteX0" fmla="*/ 144436 w 150568"/>
                  <a:gd name="connsiteY0" fmla="*/ 13569 h 13568"/>
                  <a:gd name="connsiteX1" fmla="*/ 6133 w 150568"/>
                  <a:gd name="connsiteY1" fmla="*/ 13569 h 13568"/>
                  <a:gd name="connsiteX2" fmla="*/ 58 w 150568"/>
                  <a:gd name="connsiteY2" fmla="*/ 5910 h 13568"/>
                  <a:gd name="connsiteX3" fmla="*/ 6133 w 150568"/>
                  <a:gd name="connsiteY3" fmla="*/ 0 h 13568"/>
                  <a:gd name="connsiteX4" fmla="*/ 144436 w 150568"/>
                  <a:gd name="connsiteY4" fmla="*/ 0 h 13568"/>
                  <a:gd name="connsiteX5" fmla="*/ 150510 w 150568"/>
                  <a:gd name="connsiteY5" fmla="*/ 7658 h 13568"/>
                  <a:gd name="connsiteX6" fmla="*/ 144436 w 150568"/>
                  <a:gd name="connsiteY6" fmla="*/ 13569 h 1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0568" h="13568">
                    <a:moveTo>
                      <a:pt x="144436" y="13569"/>
                    </a:moveTo>
                    <a:lnTo>
                      <a:pt x="6133" y="13569"/>
                    </a:lnTo>
                    <a:cubicBezTo>
                      <a:pt x="2282" y="13086"/>
                      <a:pt x="-438" y="9657"/>
                      <a:pt x="58" y="5910"/>
                    </a:cubicBezTo>
                    <a:cubicBezTo>
                      <a:pt x="467" y="2826"/>
                      <a:pt x="2963" y="397"/>
                      <a:pt x="6133" y="0"/>
                    </a:cubicBezTo>
                    <a:lnTo>
                      <a:pt x="144436" y="0"/>
                    </a:lnTo>
                    <a:cubicBezTo>
                      <a:pt x="148287" y="483"/>
                      <a:pt x="151006" y="3911"/>
                      <a:pt x="150510" y="7658"/>
                    </a:cubicBezTo>
                    <a:cubicBezTo>
                      <a:pt x="150102" y="10743"/>
                      <a:pt x="147606" y="13171"/>
                      <a:pt x="144436" y="13569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17337908-725A-E044-9CC4-F6067B51CA4E}"/>
                  </a:ext>
                </a:extLst>
              </p:cNvPr>
              <p:cNvSpPr/>
              <p:nvPr/>
            </p:nvSpPr>
            <p:spPr>
              <a:xfrm>
                <a:off x="5479223" y="2378593"/>
                <a:ext cx="176683" cy="13681"/>
              </a:xfrm>
              <a:custGeom>
                <a:avLst/>
                <a:gdLst>
                  <a:gd name="connsiteX0" fmla="*/ 168754 w 176683"/>
                  <a:gd name="connsiteY0" fmla="*/ 13625 h 13681"/>
                  <a:gd name="connsiteX1" fmla="*/ 6133 w 176683"/>
                  <a:gd name="connsiteY1" fmla="*/ 13625 h 13681"/>
                  <a:gd name="connsiteX2" fmla="*/ 58 w 176683"/>
                  <a:gd name="connsiteY2" fmla="*/ 5967 h 13681"/>
                  <a:gd name="connsiteX3" fmla="*/ 6133 w 176683"/>
                  <a:gd name="connsiteY3" fmla="*/ 57 h 13681"/>
                  <a:gd name="connsiteX4" fmla="*/ 168754 w 176683"/>
                  <a:gd name="connsiteY4" fmla="*/ 57 h 13681"/>
                  <a:gd name="connsiteX5" fmla="*/ 176625 w 176683"/>
                  <a:gd name="connsiteY5" fmla="*/ 5967 h 13681"/>
                  <a:gd name="connsiteX6" fmla="*/ 170551 w 176683"/>
                  <a:gd name="connsiteY6" fmla="*/ 13625 h 13681"/>
                  <a:gd name="connsiteX7" fmla="*/ 168754 w 176683"/>
                  <a:gd name="connsiteY7" fmla="*/ 13625 h 1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6683" h="13681">
                    <a:moveTo>
                      <a:pt x="168754" y="13625"/>
                    </a:moveTo>
                    <a:lnTo>
                      <a:pt x="6133" y="13625"/>
                    </a:lnTo>
                    <a:cubicBezTo>
                      <a:pt x="2282" y="13143"/>
                      <a:pt x="-438" y="9714"/>
                      <a:pt x="58" y="5967"/>
                    </a:cubicBezTo>
                    <a:cubicBezTo>
                      <a:pt x="467" y="2882"/>
                      <a:pt x="2963" y="454"/>
                      <a:pt x="6133" y="57"/>
                    </a:cubicBezTo>
                    <a:lnTo>
                      <a:pt x="168754" y="57"/>
                    </a:lnTo>
                    <a:cubicBezTo>
                      <a:pt x="172605" y="-426"/>
                      <a:pt x="176129" y="2220"/>
                      <a:pt x="176625" y="5967"/>
                    </a:cubicBezTo>
                    <a:cubicBezTo>
                      <a:pt x="177121" y="9714"/>
                      <a:pt x="174402" y="13143"/>
                      <a:pt x="170551" y="13625"/>
                    </a:cubicBezTo>
                    <a:cubicBezTo>
                      <a:pt x="169954" y="13700"/>
                      <a:pt x="169351" y="13700"/>
                      <a:pt x="168754" y="13625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91104BF0-F897-6943-8949-C9C8A14D527C}"/>
                  </a:ext>
                </a:extLst>
              </p:cNvPr>
              <p:cNvSpPr/>
              <p:nvPr/>
            </p:nvSpPr>
            <p:spPr>
              <a:xfrm>
                <a:off x="5479223" y="2424289"/>
                <a:ext cx="166934" cy="13568"/>
              </a:xfrm>
              <a:custGeom>
                <a:avLst/>
                <a:gdLst>
                  <a:gd name="connsiteX0" fmla="*/ 160802 w 166934"/>
                  <a:gd name="connsiteY0" fmla="*/ 13569 h 13568"/>
                  <a:gd name="connsiteX1" fmla="*/ 6133 w 166934"/>
                  <a:gd name="connsiteY1" fmla="*/ 13569 h 13568"/>
                  <a:gd name="connsiteX2" fmla="*/ 58 w 166934"/>
                  <a:gd name="connsiteY2" fmla="*/ 5910 h 13568"/>
                  <a:gd name="connsiteX3" fmla="*/ 6133 w 166934"/>
                  <a:gd name="connsiteY3" fmla="*/ 0 h 13568"/>
                  <a:gd name="connsiteX4" fmla="*/ 160802 w 166934"/>
                  <a:gd name="connsiteY4" fmla="*/ 0 h 13568"/>
                  <a:gd name="connsiteX5" fmla="*/ 166876 w 166934"/>
                  <a:gd name="connsiteY5" fmla="*/ 7658 h 13568"/>
                  <a:gd name="connsiteX6" fmla="*/ 160802 w 166934"/>
                  <a:gd name="connsiteY6" fmla="*/ 13569 h 1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6934" h="13568">
                    <a:moveTo>
                      <a:pt x="160802" y="13569"/>
                    </a:moveTo>
                    <a:lnTo>
                      <a:pt x="6133" y="13569"/>
                    </a:lnTo>
                    <a:cubicBezTo>
                      <a:pt x="2282" y="13086"/>
                      <a:pt x="-438" y="9657"/>
                      <a:pt x="58" y="5910"/>
                    </a:cubicBezTo>
                    <a:cubicBezTo>
                      <a:pt x="467" y="2826"/>
                      <a:pt x="2963" y="397"/>
                      <a:pt x="6133" y="0"/>
                    </a:cubicBezTo>
                    <a:lnTo>
                      <a:pt x="160802" y="0"/>
                    </a:lnTo>
                    <a:cubicBezTo>
                      <a:pt x="164653" y="483"/>
                      <a:pt x="167372" y="3911"/>
                      <a:pt x="166876" y="7658"/>
                    </a:cubicBezTo>
                    <a:cubicBezTo>
                      <a:pt x="166468" y="10743"/>
                      <a:pt x="163972" y="13171"/>
                      <a:pt x="160802" y="13569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CF6A0FFB-6564-EF40-A947-D54C54E1C781}"/>
                  </a:ext>
                </a:extLst>
              </p:cNvPr>
              <p:cNvSpPr/>
              <p:nvPr/>
            </p:nvSpPr>
            <p:spPr>
              <a:xfrm>
                <a:off x="5478439" y="2470714"/>
                <a:ext cx="160547" cy="13680"/>
              </a:xfrm>
              <a:custGeom>
                <a:avLst/>
                <a:gdLst>
                  <a:gd name="connsiteX0" fmla="*/ 153517 w 160547"/>
                  <a:gd name="connsiteY0" fmla="*/ 13681 h 13680"/>
                  <a:gd name="connsiteX1" fmla="*/ 6916 w 160547"/>
                  <a:gd name="connsiteY1" fmla="*/ 13681 h 13680"/>
                  <a:gd name="connsiteX2" fmla="*/ 0 w 160547"/>
                  <a:gd name="connsiteY2" fmla="*/ 6953 h 13680"/>
                  <a:gd name="connsiteX3" fmla="*/ 1 w 160547"/>
                  <a:gd name="connsiteY3" fmla="*/ 6840 h 13680"/>
                  <a:gd name="connsiteX4" fmla="*/ 6916 w 160547"/>
                  <a:gd name="connsiteY4" fmla="*/ 0 h 13680"/>
                  <a:gd name="connsiteX5" fmla="*/ 153517 w 160547"/>
                  <a:gd name="connsiteY5" fmla="*/ 0 h 13680"/>
                  <a:gd name="connsiteX6" fmla="*/ 160548 w 160547"/>
                  <a:gd name="connsiteY6" fmla="*/ 6840 h 13680"/>
                  <a:gd name="connsiteX7" fmla="*/ 153517 w 160547"/>
                  <a:gd name="connsiteY7" fmla="*/ 13681 h 1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547" h="13680">
                    <a:moveTo>
                      <a:pt x="153517" y="13681"/>
                    </a:moveTo>
                    <a:lnTo>
                      <a:pt x="6916" y="13681"/>
                    </a:lnTo>
                    <a:cubicBezTo>
                      <a:pt x="3097" y="13681"/>
                      <a:pt x="1" y="10669"/>
                      <a:pt x="0" y="6953"/>
                    </a:cubicBezTo>
                    <a:cubicBezTo>
                      <a:pt x="0" y="6916"/>
                      <a:pt x="0" y="6878"/>
                      <a:pt x="1" y="6840"/>
                    </a:cubicBezTo>
                    <a:cubicBezTo>
                      <a:pt x="0" y="3106"/>
                      <a:pt x="3078" y="61"/>
                      <a:pt x="6916" y="0"/>
                    </a:cubicBezTo>
                    <a:lnTo>
                      <a:pt x="153517" y="0"/>
                    </a:lnTo>
                    <a:cubicBezTo>
                      <a:pt x="157400" y="0"/>
                      <a:pt x="160548" y="3063"/>
                      <a:pt x="160548" y="6840"/>
                    </a:cubicBezTo>
                    <a:cubicBezTo>
                      <a:pt x="160548" y="10618"/>
                      <a:pt x="157400" y="13681"/>
                      <a:pt x="153517" y="13681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BE2F03CD-F20A-E74B-B4E7-FCEB56A81E1B}"/>
                  </a:ext>
                </a:extLst>
              </p:cNvPr>
              <p:cNvSpPr/>
              <p:nvPr/>
            </p:nvSpPr>
            <p:spPr>
              <a:xfrm>
                <a:off x="5478095" y="2516354"/>
                <a:ext cx="152594" cy="14129"/>
              </a:xfrm>
              <a:custGeom>
                <a:avLst/>
                <a:gdLst>
                  <a:gd name="connsiteX0" fmla="*/ 145564 w 152594"/>
                  <a:gd name="connsiteY0" fmla="*/ 14129 h 14129"/>
                  <a:gd name="connsiteX1" fmla="*/ 7261 w 152594"/>
                  <a:gd name="connsiteY1" fmla="*/ 14129 h 14129"/>
                  <a:gd name="connsiteX2" fmla="*/ 0 w 152594"/>
                  <a:gd name="connsiteY2" fmla="*/ 7065 h 14129"/>
                  <a:gd name="connsiteX3" fmla="*/ 7261 w 152594"/>
                  <a:gd name="connsiteY3" fmla="*/ 0 h 14129"/>
                  <a:gd name="connsiteX4" fmla="*/ 145564 w 152594"/>
                  <a:gd name="connsiteY4" fmla="*/ 0 h 14129"/>
                  <a:gd name="connsiteX5" fmla="*/ 152594 w 152594"/>
                  <a:gd name="connsiteY5" fmla="*/ 6840 h 14129"/>
                  <a:gd name="connsiteX6" fmla="*/ 145564 w 152594"/>
                  <a:gd name="connsiteY6" fmla="*/ 13681 h 1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594" h="14129">
                    <a:moveTo>
                      <a:pt x="145564" y="14129"/>
                    </a:moveTo>
                    <a:lnTo>
                      <a:pt x="7261" y="14129"/>
                    </a:lnTo>
                    <a:cubicBezTo>
                      <a:pt x="3251" y="14129"/>
                      <a:pt x="0" y="10966"/>
                      <a:pt x="0" y="7065"/>
                    </a:cubicBezTo>
                    <a:cubicBezTo>
                      <a:pt x="0" y="3163"/>
                      <a:pt x="3251" y="0"/>
                      <a:pt x="7261" y="0"/>
                    </a:cubicBezTo>
                    <a:lnTo>
                      <a:pt x="145564" y="0"/>
                    </a:lnTo>
                    <a:cubicBezTo>
                      <a:pt x="149447" y="0"/>
                      <a:pt x="152594" y="3063"/>
                      <a:pt x="152594" y="6840"/>
                    </a:cubicBezTo>
                    <a:cubicBezTo>
                      <a:pt x="152594" y="10618"/>
                      <a:pt x="149447" y="13681"/>
                      <a:pt x="145564" y="13681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78F87116-CF1C-0A44-9D54-A0303506DF78}"/>
                  </a:ext>
                </a:extLst>
              </p:cNvPr>
              <p:cNvSpPr/>
              <p:nvPr/>
            </p:nvSpPr>
            <p:spPr>
              <a:xfrm>
                <a:off x="5591411" y="2585262"/>
                <a:ext cx="112786" cy="13682"/>
              </a:xfrm>
              <a:custGeom>
                <a:avLst/>
                <a:gdLst>
                  <a:gd name="connsiteX0" fmla="*/ 104857 w 112786"/>
                  <a:gd name="connsiteY0" fmla="*/ 13625 h 13682"/>
                  <a:gd name="connsiteX1" fmla="*/ 7929 w 112786"/>
                  <a:gd name="connsiteY1" fmla="*/ 13625 h 13682"/>
                  <a:gd name="connsiteX2" fmla="*/ 58 w 112786"/>
                  <a:gd name="connsiteY2" fmla="*/ 7715 h 13682"/>
                  <a:gd name="connsiteX3" fmla="*/ 6133 w 112786"/>
                  <a:gd name="connsiteY3" fmla="*/ 57 h 13682"/>
                  <a:gd name="connsiteX4" fmla="*/ 7929 w 112786"/>
                  <a:gd name="connsiteY4" fmla="*/ 57 h 13682"/>
                  <a:gd name="connsiteX5" fmla="*/ 104857 w 112786"/>
                  <a:gd name="connsiteY5" fmla="*/ 57 h 13682"/>
                  <a:gd name="connsiteX6" fmla="*/ 112728 w 112786"/>
                  <a:gd name="connsiteY6" fmla="*/ 5967 h 13682"/>
                  <a:gd name="connsiteX7" fmla="*/ 106653 w 112786"/>
                  <a:gd name="connsiteY7" fmla="*/ 13625 h 13682"/>
                  <a:gd name="connsiteX8" fmla="*/ 104857 w 112786"/>
                  <a:gd name="connsiteY8" fmla="*/ 13625 h 1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786" h="13682">
                    <a:moveTo>
                      <a:pt x="104857" y="13625"/>
                    </a:moveTo>
                    <a:lnTo>
                      <a:pt x="7929" y="13625"/>
                    </a:lnTo>
                    <a:cubicBezTo>
                      <a:pt x="4079" y="14108"/>
                      <a:pt x="555" y="11462"/>
                      <a:pt x="58" y="7715"/>
                    </a:cubicBezTo>
                    <a:cubicBezTo>
                      <a:pt x="-438" y="3968"/>
                      <a:pt x="2282" y="540"/>
                      <a:pt x="6133" y="57"/>
                    </a:cubicBezTo>
                    <a:cubicBezTo>
                      <a:pt x="6729" y="-18"/>
                      <a:pt x="7333" y="-18"/>
                      <a:pt x="7929" y="57"/>
                    </a:cubicBezTo>
                    <a:lnTo>
                      <a:pt x="104857" y="57"/>
                    </a:lnTo>
                    <a:cubicBezTo>
                      <a:pt x="108708" y="-426"/>
                      <a:pt x="112232" y="2220"/>
                      <a:pt x="112728" y="5967"/>
                    </a:cubicBezTo>
                    <a:cubicBezTo>
                      <a:pt x="113224" y="9714"/>
                      <a:pt x="110504" y="13143"/>
                      <a:pt x="106653" y="13625"/>
                    </a:cubicBezTo>
                    <a:cubicBezTo>
                      <a:pt x="106057" y="13700"/>
                      <a:pt x="105453" y="13700"/>
                      <a:pt x="104857" y="13625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426481EB-267A-F24E-A45C-37274FB0E62B}"/>
                  </a:ext>
                </a:extLst>
              </p:cNvPr>
              <p:cNvSpPr/>
              <p:nvPr/>
            </p:nvSpPr>
            <p:spPr>
              <a:xfrm>
                <a:off x="5651695" y="2293500"/>
                <a:ext cx="95569" cy="264569"/>
              </a:xfrm>
              <a:custGeom>
                <a:avLst/>
                <a:gdLst>
                  <a:gd name="connsiteX0" fmla="*/ 46647 w 95569"/>
                  <a:gd name="connsiteY0" fmla="*/ 264570 h 264569"/>
                  <a:gd name="connsiteX1" fmla="*/ 45494 w 95569"/>
                  <a:gd name="connsiteY1" fmla="*/ 264570 h 264569"/>
                  <a:gd name="connsiteX2" fmla="*/ 5847 w 95569"/>
                  <a:gd name="connsiteY2" fmla="*/ 258066 h 264569"/>
                  <a:gd name="connsiteX3" fmla="*/ 1352 w 95569"/>
                  <a:gd name="connsiteY3" fmla="*/ 255262 h 264569"/>
                  <a:gd name="connsiteX4" fmla="*/ 85 w 95569"/>
                  <a:gd name="connsiteY4" fmla="*/ 250216 h 264569"/>
                  <a:gd name="connsiteX5" fmla="*/ 41921 w 95569"/>
                  <a:gd name="connsiteY5" fmla="*/ 9793 h 264569"/>
                  <a:gd name="connsiteX6" fmla="*/ 55867 w 95569"/>
                  <a:gd name="connsiteY6" fmla="*/ 149 h 264569"/>
                  <a:gd name="connsiteX7" fmla="*/ 85487 w 95569"/>
                  <a:gd name="connsiteY7" fmla="*/ 5083 h 264569"/>
                  <a:gd name="connsiteX8" fmla="*/ 95398 w 95569"/>
                  <a:gd name="connsiteY8" fmla="*/ 18652 h 264569"/>
                  <a:gd name="connsiteX9" fmla="*/ 53562 w 95569"/>
                  <a:gd name="connsiteY9" fmla="*/ 258851 h 264569"/>
                  <a:gd name="connsiteX10" fmla="*/ 46647 w 95569"/>
                  <a:gd name="connsiteY10" fmla="*/ 264570 h 264569"/>
                  <a:gd name="connsiteX11" fmla="*/ 15067 w 95569"/>
                  <a:gd name="connsiteY11" fmla="*/ 245282 h 264569"/>
                  <a:gd name="connsiteX12" fmla="*/ 40884 w 95569"/>
                  <a:gd name="connsiteY12" fmla="*/ 249543 h 264569"/>
                  <a:gd name="connsiteX13" fmla="*/ 81222 w 95569"/>
                  <a:gd name="connsiteY13" fmla="*/ 17755 h 264569"/>
                  <a:gd name="connsiteX14" fmla="*/ 55406 w 95569"/>
                  <a:gd name="connsiteY14" fmla="*/ 13494 h 264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5569" h="264569">
                    <a:moveTo>
                      <a:pt x="46647" y="264570"/>
                    </a:moveTo>
                    <a:lnTo>
                      <a:pt x="45494" y="264570"/>
                    </a:lnTo>
                    <a:lnTo>
                      <a:pt x="5847" y="258066"/>
                    </a:lnTo>
                    <a:cubicBezTo>
                      <a:pt x="4028" y="257743"/>
                      <a:pt x="2414" y="256736"/>
                      <a:pt x="1352" y="255262"/>
                    </a:cubicBezTo>
                    <a:cubicBezTo>
                      <a:pt x="253" y="253813"/>
                      <a:pt x="-204" y="251996"/>
                      <a:pt x="85" y="250216"/>
                    </a:cubicBezTo>
                    <a:lnTo>
                      <a:pt x="41921" y="9793"/>
                    </a:lnTo>
                    <a:cubicBezTo>
                      <a:pt x="43094" y="3419"/>
                      <a:pt x="49295" y="-868"/>
                      <a:pt x="55867" y="149"/>
                    </a:cubicBezTo>
                    <a:lnTo>
                      <a:pt x="85487" y="5083"/>
                    </a:lnTo>
                    <a:cubicBezTo>
                      <a:pt x="92074" y="6169"/>
                      <a:pt x="96510" y="12243"/>
                      <a:pt x="95398" y="18652"/>
                    </a:cubicBezTo>
                    <a:lnTo>
                      <a:pt x="53562" y="258851"/>
                    </a:lnTo>
                    <a:cubicBezTo>
                      <a:pt x="52999" y="262143"/>
                      <a:pt x="50077" y="264560"/>
                      <a:pt x="46647" y="264570"/>
                    </a:cubicBezTo>
                    <a:close/>
                    <a:moveTo>
                      <a:pt x="15067" y="245282"/>
                    </a:moveTo>
                    <a:lnTo>
                      <a:pt x="40884" y="249543"/>
                    </a:lnTo>
                    <a:lnTo>
                      <a:pt x="81222" y="17755"/>
                    </a:lnTo>
                    <a:lnTo>
                      <a:pt x="55406" y="13494"/>
                    </a:ln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C7C8404A-9E1B-B44B-8290-24E5417C8C26}"/>
                  </a:ext>
                </a:extLst>
              </p:cNvPr>
              <p:cNvSpPr/>
              <p:nvPr/>
            </p:nvSpPr>
            <p:spPr>
              <a:xfrm>
                <a:off x="5651830" y="2537912"/>
                <a:ext cx="53638" cy="60976"/>
              </a:xfrm>
              <a:custGeom>
                <a:avLst/>
                <a:gdLst>
                  <a:gd name="connsiteX0" fmla="*/ 18966 w 53638"/>
                  <a:gd name="connsiteY0" fmla="*/ 60976 h 60976"/>
                  <a:gd name="connsiteX1" fmla="*/ 17929 w 53638"/>
                  <a:gd name="connsiteY1" fmla="*/ 60976 h 60976"/>
                  <a:gd name="connsiteX2" fmla="*/ 12397 w 53638"/>
                  <a:gd name="connsiteY2" fmla="*/ 55817 h 60976"/>
                  <a:gd name="connsiteX3" fmla="*/ 180 w 53638"/>
                  <a:gd name="connsiteY3" fmla="*/ 8383 h 60976"/>
                  <a:gd name="connsiteX4" fmla="*/ 1909 w 53638"/>
                  <a:gd name="connsiteY4" fmla="*/ 2216 h 60976"/>
                  <a:gd name="connsiteX5" fmla="*/ 8133 w 53638"/>
                  <a:gd name="connsiteY5" fmla="*/ 85 h 60976"/>
                  <a:gd name="connsiteX6" fmla="*/ 47780 w 53638"/>
                  <a:gd name="connsiteY6" fmla="*/ 6589 h 60976"/>
                  <a:gd name="connsiteX7" fmla="*/ 53081 w 53638"/>
                  <a:gd name="connsiteY7" fmla="*/ 10626 h 60976"/>
                  <a:gd name="connsiteX8" fmla="*/ 52505 w 53638"/>
                  <a:gd name="connsiteY8" fmla="*/ 17018 h 60976"/>
                  <a:gd name="connsiteX9" fmla="*/ 24844 w 53638"/>
                  <a:gd name="connsiteY9" fmla="*/ 57948 h 60976"/>
                  <a:gd name="connsiteX10" fmla="*/ 18966 w 53638"/>
                  <a:gd name="connsiteY10" fmla="*/ 60976 h 60976"/>
                  <a:gd name="connsiteX11" fmla="*/ 16200 w 53638"/>
                  <a:gd name="connsiteY11" fmla="*/ 15224 h 60976"/>
                  <a:gd name="connsiteX12" fmla="*/ 21963 w 53638"/>
                  <a:gd name="connsiteY12" fmla="*/ 37651 h 60976"/>
                  <a:gd name="connsiteX13" fmla="*/ 34871 w 53638"/>
                  <a:gd name="connsiteY13" fmla="*/ 18363 h 60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638" h="60976">
                    <a:moveTo>
                      <a:pt x="18966" y="60976"/>
                    </a:moveTo>
                    <a:lnTo>
                      <a:pt x="17929" y="60976"/>
                    </a:lnTo>
                    <a:cubicBezTo>
                      <a:pt x="15170" y="60527"/>
                      <a:pt x="12975" y="58480"/>
                      <a:pt x="12397" y="55817"/>
                    </a:cubicBezTo>
                    <a:lnTo>
                      <a:pt x="180" y="8383"/>
                    </a:lnTo>
                    <a:cubicBezTo>
                      <a:pt x="-348" y="6175"/>
                      <a:pt x="302" y="3857"/>
                      <a:pt x="1909" y="2216"/>
                    </a:cubicBezTo>
                    <a:cubicBezTo>
                      <a:pt x="3479" y="526"/>
                      <a:pt x="5821" y="-276"/>
                      <a:pt x="8133" y="85"/>
                    </a:cubicBezTo>
                    <a:lnTo>
                      <a:pt x="47780" y="6589"/>
                    </a:lnTo>
                    <a:cubicBezTo>
                      <a:pt x="50104" y="7043"/>
                      <a:pt x="52070" y="8540"/>
                      <a:pt x="53081" y="10626"/>
                    </a:cubicBezTo>
                    <a:cubicBezTo>
                      <a:pt x="53992" y="12717"/>
                      <a:pt x="53776" y="15112"/>
                      <a:pt x="52505" y="17018"/>
                    </a:cubicBezTo>
                    <a:lnTo>
                      <a:pt x="24844" y="57948"/>
                    </a:lnTo>
                    <a:cubicBezTo>
                      <a:pt x="23545" y="59868"/>
                      <a:pt x="21329" y="61010"/>
                      <a:pt x="18966" y="60976"/>
                    </a:cubicBezTo>
                    <a:close/>
                    <a:moveTo>
                      <a:pt x="16200" y="15224"/>
                    </a:moveTo>
                    <a:lnTo>
                      <a:pt x="21963" y="37651"/>
                    </a:lnTo>
                    <a:lnTo>
                      <a:pt x="34871" y="18363"/>
                    </a:ln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58A72BDD-D3A0-734E-A0C4-6424F5BEA4F5}"/>
                  </a:ext>
                </a:extLst>
              </p:cNvPr>
              <p:cNvSpPr/>
              <p:nvPr/>
            </p:nvSpPr>
            <p:spPr>
              <a:xfrm>
                <a:off x="5699302" y="2270818"/>
                <a:ext cx="44169" cy="40887"/>
              </a:xfrm>
              <a:custGeom>
                <a:avLst/>
                <a:gdLst>
                  <a:gd name="connsiteX0" fmla="*/ 34884 w 44169"/>
                  <a:gd name="connsiteY0" fmla="*/ 40885 h 40887"/>
                  <a:gd name="connsiteX1" fmla="*/ 33731 w 44169"/>
                  <a:gd name="connsiteY1" fmla="*/ 40885 h 40887"/>
                  <a:gd name="connsiteX2" fmla="*/ 5840 w 44169"/>
                  <a:gd name="connsiteY2" fmla="*/ 36288 h 40887"/>
                  <a:gd name="connsiteX3" fmla="*/ 77 w 44169"/>
                  <a:gd name="connsiteY3" fmla="*/ 28438 h 40887"/>
                  <a:gd name="connsiteX4" fmla="*/ 2152 w 44169"/>
                  <a:gd name="connsiteY4" fmla="*/ 17224 h 40887"/>
                  <a:gd name="connsiteX5" fmla="*/ 10796 w 44169"/>
                  <a:gd name="connsiteY5" fmla="*/ 3880 h 40887"/>
                  <a:gd name="connsiteX6" fmla="*/ 26585 w 44169"/>
                  <a:gd name="connsiteY6" fmla="*/ 292 h 40887"/>
                  <a:gd name="connsiteX7" fmla="*/ 40300 w 44169"/>
                  <a:gd name="connsiteY7" fmla="*/ 8702 h 40887"/>
                  <a:gd name="connsiteX8" fmla="*/ 43873 w 44169"/>
                  <a:gd name="connsiteY8" fmla="*/ 24065 h 40887"/>
                  <a:gd name="connsiteX9" fmla="*/ 41799 w 44169"/>
                  <a:gd name="connsiteY9" fmla="*/ 35279 h 40887"/>
                  <a:gd name="connsiteX10" fmla="*/ 39033 w 44169"/>
                  <a:gd name="connsiteY10" fmla="*/ 39652 h 40887"/>
                  <a:gd name="connsiteX11" fmla="*/ 34884 w 44169"/>
                  <a:gd name="connsiteY11" fmla="*/ 40885 h 40887"/>
                  <a:gd name="connsiteX12" fmla="*/ 15060 w 44169"/>
                  <a:gd name="connsiteY12" fmla="*/ 23841 h 40887"/>
                  <a:gd name="connsiteX13" fmla="*/ 29236 w 44169"/>
                  <a:gd name="connsiteY13" fmla="*/ 26195 h 40887"/>
                  <a:gd name="connsiteX14" fmla="*/ 30158 w 44169"/>
                  <a:gd name="connsiteY14" fmla="*/ 21261 h 40887"/>
                  <a:gd name="connsiteX15" fmla="*/ 28890 w 44169"/>
                  <a:gd name="connsiteY15" fmla="*/ 15991 h 40887"/>
                  <a:gd name="connsiteX16" fmla="*/ 24280 w 44169"/>
                  <a:gd name="connsiteY16" fmla="*/ 13187 h 40887"/>
                  <a:gd name="connsiteX17" fmla="*/ 15982 w 44169"/>
                  <a:gd name="connsiteY17" fmla="*/ 18906 h 40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4169" h="40887">
                    <a:moveTo>
                      <a:pt x="34884" y="40885"/>
                    </a:moveTo>
                    <a:lnTo>
                      <a:pt x="33731" y="40885"/>
                    </a:lnTo>
                    <a:lnTo>
                      <a:pt x="5840" y="36288"/>
                    </a:lnTo>
                    <a:cubicBezTo>
                      <a:pt x="2062" y="35604"/>
                      <a:pt x="-483" y="32137"/>
                      <a:pt x="77" y="28438"/>
                    </a:cubicBezTo>
                    <a:lnTo>
                      <a:pt x="2152" y="17224"/>
                    </a:lnTo>
                    <a:cubicBezTo>
                      <a:pt x="3054" y="11820"/>
                      <a:pt x="6174" y="7003"/>
                      <a:pt x="10796" y="3880"/>
                    </a:cubicBezTo>
                    <a:cubicBezTo>
                      <a:pt x="15346" y="661"/>
                      <a:pt x="21040" y="-633"/>
                      <a:pt x="26585" y="292"/>
                    </a:cubicBezTo>
                    <a:cubicBezTo>
                      <a:pt x="32103" y="1263"/>
                      <a:pt x="37020" y="4277"/>
                      <a:pt x="40300" y="8702"/>
                    </a:cubicBezTo>
                    <a:cubicBezTo>
                      <a:pt x="43521" y="13167"/>
                      <a:pt x="44804" y="18686"/>
                      <a:pt x="43873" y="24065"/>
                    </a:cubicBezTo>
                    <a:lnTo>
                      <a:pt x="41799" y="35279"/>
                    </a:lnTo>
                    <a:cubicBezTo>
                      <a:pt x="41559" y="37053"/>
                      <a:pt x="40553" y="38644"/>
                      <a:pt x="39033" y="39652"/>
                    </a:cubicBezTo>
                    <a:cubicBezTo>
                      <a:pt x="37821" y="40485"/>
                      <a:pt x="36367" y="40918"/>
                      <a:pt x="34884" y="40885"/>
                    </a:cubicBezTo>
                    <a:close/>
                    <a:moveTo>
                      <a:pt x="15060" y="23841"/>
                    </a:moveTo>
                    <a:lnTo>
                      <a:pt x="29236" y="26195"/>
                    </a:lnTo>
                    <a:lnTo>
                      <a:pt x="30158" y="21261"/>
                    </a:lnTo>
                    <a:cubicBezTo>
                      <a:pt x="30447" y="19411"/>
                      <a:pt x="29993" y="17524"/>
                      <a:pt x="28890" y="15991"/>
                    </a:cubicBezTo>
                    <a:cubicBezTo>
                      <a:pt x="27761" y="14536"/>
                      <a:pt x="26119" y="13537"/>
                      <a:pt x="24280" y="13187"/>
                    </a:cubicBezTo>
                    <a:cubicBezTo>
                      <a:pt x="20375" y="12576"/>
                      <a:pt x="16685" y="15119"/>
                      <a:pt x="15982" y="18906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79B9041-C5DC-C444-A7DA-8B23579D2EEB}"/>
                  </a:ext>
                </a:extLst>
              </p:cNvPr>
              <p:cNvSpPr/>
              <p:nvPr/>
            </p:nvSpPr>
            <p:spPr>
              <a:xfrm>
                <a:off x="5689320" y="2323429"/>
                <a:ext cx="72825" cy="106579"/>
              </a:xfrm>
              <a:custGeom>
                <a:avLst/>
                <a:gdLst>
                  <a:gd name="connsiteX0" fmla="*/ 53279 w 72825"/>
                  <a:gd name="connsiteY0" fmla="*/ 106580 h 106579"/>
                  <a:gd name="connsiteX1" fmla="*/ 52127 w 72825"/>
                  <a:gd name="connsiteY1" fmla="*/ 106580 h 106579"/>
                  <a:gd name="connsiteX2" fmla="*/ 46447 w 72825"/>
                  <a:gd name="connsiteY2" fmla="*/ 99030 h 106579"/>
                  <a:gd name="connsiteX3" fmla="*/ 46479 w 72825"/>
                  <a:gd name="connsiteY3" fmla="*/ 98842 h 106579"/>
                  <a:gd name="connsiteX4" fmla="*/ 58696 w 72825"/>
                  <a:gd name="connsiteY4" fmla="*/ 28196 h 106579"/>
                  <a:gd name="connsiteX5" fmla="*/ 53971 w 72825"/>
                  <a:gd name="connsiteY5" fmla="*/ 21804 h 106579"/>
                  <a:gd name="connsiteX6" fmla="*/ 5450 w 72825"/>
                  <a:gd name="connsiteY6" fmla="*/ 13506 h 106579"/>
                  <a:gd name="connsiteX7" fmla="*/ 182 w 72825"/>
                  <a:gd name="connsiteY7" fmla="*/ 5301 h 106579"/>
                  <a:gd name="connsiteX8" fmla="*/ 7870 w 72825"/>
                  <a:gd name="connsiteY8" fmla="*/ 49 h 106579"/>
                  <a:gd name="connsiteX9" fmla="*/ 56391 w 72825"/>
                  <a:gd name="connsiteY9" fmla="*/ 8011 h 106579"/>
                  <a:gd name="connsiteX10" fmla="*/ 72527 w 72825"/>
                  <a:gd name="connsiteY10" fmla="*/ 30439 h 106579"/>
                  <a:gd name="connsiteX11" fmla="*/ 60195 w 72825"/>
                  <a:gd name="connsiteY11" fmla="*/ 101085 h 106579"/>
                  <a:gd name="connsiteX12" fmla="*/ 53279 w 72825"/>
                  <a:gd name="connsiteY12" fmla="*/ 106580 h 106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825" h="106579">
                    <a:moveTo>
                      <a:pt x="53279" y="106580"/>
                    </a:moveTo>
                    <a:lnTo>
                      <a:pt x="52127" y="106580"/>
                    </a:lnTo>
                    <a:cubicBezTo>
                      <a:pt x="48416" y="106021"/>
                      <a:pt x="45873" y="102641"/>
                      <a:pt x="46447" y="99030"/>
                    </a:cubicBezTo>
                    <a:cubicBezTo>
                      <a:pt x="46457" y="98967"/>
                      <a:pt x="46468" y="98905"/>
                      <a:pt x="46479" y="98842"/>
                    </a:cubicBezTo>
                    <a:lnTo>
                      <a:pt x="58696" y="28196"/>
                    </a:lnTo>
                    <a:cubicBezTo>
                      <a:pt x="59182" y="25166"/>
                      <a:pt x="57077" y="22319"/>
                      <a:pt x="53971" y="21804"/>
                    </a:cubicBezTo>
                    <a:lnTo>
                      <a:pt x="5450" y="13506"/>
                    </a:lnTo>
                    <a:cubicBezTo>
                      <a:pt x="1666" y="12655"/>
                      <a:pt x="-692" y="8982"/>
                      <a:pt x="182" y="5301"/>
                    </a:cubicBezTo>
                    <a:cubicBezTo>
                      <a:pt x="990" y="1897"/>
                      <a:pt x="4305" y="-367"/>
                      <a:pt x="7870" y="49"/>
                    </a:cubicBezTo>
                    <a:lnTo>
                      <a:pt x="56391" y="8011"/>
                    </a:lnTo>
                    <a:cubicBezTo>
                      <a:pt x="67198" y="9890"/>
                      <a:pt x="74411" y="19916"/>
                      <a:pt x="72527" y="30439"/>
                    </a:cubicBezTo>
                    <a:lnTo>
                      <a:pt x="60195" y="101085"/>
                    </a:lnTo>
                    <a:cubicBezTo>
                      <a:pt x="59534" y="104289"/>
                      <a:pt x="56637" y="106590"/>
                      <a:pt x="53279" y="106580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82897ACC-8967-014B-84B9-850C8088797E}"/>
                  </a:ext>
                </a:extLst>
              </p:cNvPr>
              <p:cNvSpPr/>
              <p:nvPr/>
            </p:nvSpPr>
            <p:spPr>
              <a:xfrm>
                <a:off x="5685607" y="2345877"/>
                <a:ext cx="53079" cy="20100"/>
              </a:xfrm>
              <a:custGeom>
                <a:avLst/>
                <a:gdLst>
                  <a:gd name="connsiteX0" fmla="*/ 46158 w 53079"/>
                  <a:gd name="connsiteY0" fmla="*/ 19988 h 20100"/>
                  <a:gd name="connsiteX1" fmla="*/ 45005 w 53079"/>
                  <a:gd name="connsiteY1" fmla="*/ 19988 h 20100"/>
                  <a:gd name="connsiteX2" fmla="*/ 5359 w 53079"/>
                  <a:gd name="connsiteY2" fmla="*/ 13484 h 20100"/>
                  <a:gd name="connsiteX3" fmla="*/ 204 w 53079"/>
                  <a:gd name="connsiteY3" fmla="*/ 5212 h 20100"/>
                  <a:gd name="connsiteX4" fmla="*/ 7664 w 53079"/>
                  <a:gd name="connsiteY4" fmla="*/ 28 h 20100"/>
                  <a:gd name="connsiteX5" fmla="*/ 47310 w 53079"/>
                  <a:gd name="connsiteY5" fmla="*/ 6532 h 20100"/>
                  <a:gd name="connsiteX6" fmla="*/ 52963 w 53079"/>
                  <a:gd name="connsiteY6" fmla="*/ 14490 h 20100"/>
                  <a:gd name="connsiteX7" fmla="*/ 46158 w 53079"/>
                  <a:gd name="connsiteY7" fmla="*/ 20101 h 2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079" h="20100">
                    <a:moveTo>
                      <a:pt x="46158" y="19988"/>
                    </a:moveTo>
                    <a:lnTo>
                      <a:pt x="45005" y="19988"/>
                    </a:lnTo>
                    <a:lnTo>
                      <a:pt x="5359" y="13484"/>
                    </a:lnTo>
                    <a:cubicBezTo>
                      <a:pt x="1587" y="12585"/>
                      <a:pt x="-721" y="8882"/>
                      <a:pt x="204" y="5212"/>
                    </a:cubicBezTo>
                    <a:cubicBezTo>
                      <a:pt x="1031" y="1928"/>
                      <a:pt x="4202" y="-276"/>
                      <a:pt x="7664" y="28"/>
                    </a:cubicBezTo>
                    <a:lnTo>
                      <a:pt x="47310" y="6532"/>
                    </a:lnTo>
                    <a:cubicBezTo>
                      <a:pt x="51130" y="7211"/>
                      <a:pt x="53661" y="10774"/>
                      <a:pt x="52963" y="14490"/>
                    </a:cubicBezTo>
                    <a:cubicBezTo>
                      <a:pt x="52361" y="17700"/>
                      <a:pt x="49512" y="20049"/>
                      <a:pt x="46158" y="20101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71" name="Graphic 27">
              <a:extLst>
                <a:ext uri="{FF2B5EF4-FFF2-40B4-BE49-F238E27FC236}">
                  <a16:creationId xmlns:a16="http://schemas.microsoft.com/office/drawing/2014/main" id="{5C4ED5C7-CDB7-B743-95FE-33945C92752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995687" y="4888918"/>
              <a:ext cx="327201" cy="417696"/>
              <a:chOff x="5439255" y="2235989"/>
              <a:chExt cx="327201" cy="417696"/>
            </a:xfrm>
            <a:solidFill>
              <a:srgbClr val="FFFFFF"/>
            </a:solidFill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8FF8FC8-33FB-FB42-9CB2-AB7434702AB0}"/>
                  </a:ext>
                </a:extLst>
              </p:cNvPr>
              <p:cNvSpPr/>
              <p:nvPr/>
            </p:nvSpPr>
            <p:spPr>
              <a:xfrm>
                <a:off x="5681076" y="2531078"/>
                <a:ext cx="85380" cy="85265"/>
              </a:xfrm>
              <a:custGeom>
                <a:avLst/>
                <a:gdLst>
                  <a:gd name="connsiteX0" fmla="*/ 63598 w 85380"/>
                  <a:gd name="connsiteY0" fmla="*/ 85265 h 85265"/>
                  <a:gd name="connsiteX1" fmla="*/ 48154 w 85380"/>
                  <a:gd name="connsiteY1" fmla="*/ 78926 h 85265"/>
                  <a:gd name="connsiteX2" fmla="*/ 2053 w 85380"/>
                  <a:gd name="connsiteY2" fmla="*/ 32825 h 85265"/>
                  <a:gd name="connsiteX3" fmla="*/ 94 w 85380"/>
                  <a:gd name="connsiteY3" fmla="*/ 26832 h 85265"/>
                  <a:gd name="connsiteX4" fmla="*/ 3782 w 85380"/>
                  <a:gd name="connsiteY4" fmla="*/ 21761 h 85265"/>
                  <a:gd name="connsiteX5" fmla="*/ 21761 w 85380"/>
                  <a:gd name="connsiteY5" fmla="*/ 3782 h 85265"/>
                  <a:gd name="connsiteX6" fmla="*/ 26832 w 85380"/>
                  <a:gd name="connsiteY6" fmla="*/ 94 h 85265"/>
                  <a:gd name="connsiteX7" fmla="*/ 32825 w 85380"/>
                  <a:gd name="connsiteY7" fmla="*/ 2053 h 85265"/>
                  <a:gd name="connsiteX8" fmla="*/ 78926 w 85380"/>
                  <a:gd name="connsiteY8" fmla="*/ 48154 h 85265"/>
                  <a:gd name="connsiteX9" fmla="*/ 85381 w 85380"/>
                  <a:gd name="connsiteY9" fmla="*/ 63483 h 85265"/>
                  <a:gd name="connsiteX10" fmla="*/ 78926 w 85380"/>
                  <a:gd name="connsiteY10" fmla="*/ 78926 h 85265"/>
                  <a:gd name="connsiteX11" fmla="*/ 63598 w 85380"/>
                  <a:gd name="connsiteY11" fmla="*/ 85265 h 85265"/>
                  <a:gd name="connsiteX12" fmla="*/ 17497 w 85380"/>
                  <a:gd name="connsiteY12" fmla="*/ 29137 h 85265"/>
                  <a:gd name="connsiteX13" fmla="*/ 57835 w 85380"/>
                  <a:gd name="connsiteY13" fmla="*/ 69245 h 85265"/>
                  <a:gd name="connsiteX14" fmla="*/ 69360 w 85380"/>
                  <a:gd name="connsiteY14" fmla="*/ 69245 h 85265"/>
                  <a:gd name="connsiteX15" fmla="*/ 69360 w 85380"/>
                  <a:gd name="connsiteY15" fmla="*/ 57720 h 85265"/>
                  <a:gd name="connsiteX16" fmla="*/ 29368 w 85380"/>
                  <a:gd name="connsiteY16" fmla="*/ 17843 h 85265"/>
                  <a:gd name="connsiteX17" fmla="*/ 24181 w 85380"/>
                  <a:gd name="connsiteY17" fmla="*/ 23720 h 85265"/>
                  <a:gd name="connsiteX18" fmla="*/ 17958 w 85380"/>
                  <a:gd name="connsiteY18" fmla="*/ 29368 h 85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380" h="85265">
                    <a:moveTo>
                      <a:pt x="63598" y="85265"/>
                    </a:moveTo>
                    <a:cubicBezTo>
                      <a:pt x="57810" y="85300"/>
                      <a:pt x="52249" y="83017"/>
                      <a:pt x="48154" y="78926"/>
                    </a:cubicBezTo>
                    <a:lnTo>
                      <a:pt x="2053" y="32825"/>
                    </a:lnTo>
                    <a:cubicBezTo>
                      <a:pt x="457" y="31270"/>
                      <a:pt x="-275" y="29030"/>
                      <a:pt x="94" y="26832"/>
                    </a:cubicBezTo>
                    <a:cubicBezTo>
                      <a:pt x="459" y="24657"/>
                      <a:pt x="1825" y="22779"/>
                      <a:pt x="3782" y="21761"/>
                    </a:cubicBezTo>
                    <a:cubicBezTo>
                      <a:pt x="11477" y="17754"/>
                      <a:pt x="17754" y="11477"/>
                      <a:pt x="21761" y="3782"/>
                    </a:cubicBezTo>
                    <a:cubicBezTo>
                      <a:pt x="22779" y="1825"/>
                      <a:pt x="24657" y="459"/>
                      <a:pt x="26832" y="94"/>
                    </a:cubicBezTo>
                    <a:cubicBezTo>
                      <a:pt x="29030" y="-275"/>
                      <a:pt x="31270" y="457"/>
                      <a:pt x="32825" y="2053"/>
                    </a:cubicBezTo>
                    <a:lnTo>
                      <a:pt x="78926" y="48154"/>
                    </a:lnTo>
                    <a:cubicBezTo>
                      <a:pt x="83064" y="52179"/>
                      <a:pt x="85393" y="57710"/>
                      <a:pt x="85381" y="63483"/>
                    </a:cubicBezTo>
                    <a:cubicBezTo>
                      <a:pt x="85385" y="69287"/>
                      <a:pt x="83060" y="74851"/>
                      <a:pt x="78926" y="78926"/>
                    </a:cubicBezTo>
                    <a:cubicBezTo>
                      <a:pt x="74882" y="83022"/>
                      <a:pt x="69354" y="85308"/>
                      <a:pt x="63598" y="85265"/>
                    </a:cubicBezTo>
                    <a:close/>
                    <a:moveTo>
                      <a:pt x="17497" y="29137"/>
                    </a:moveTo>
                    <a:lnTo>
                      <a:pt x="57835" y="69245"/>
                    </a:lnTo>
                    <a:cubicBezTo>
                      <a:pt x="61018" y="72428"/>
                      <a:pt x="66178" y="72428"/>
                      <a:pt x="69360" y="69245"/>
                    </a:cubicBezTo>
                    <a:cubicBezTo>
                      <a:pt x="72543" y="66063"/>
                      <a:pt x="72543" y="60903"/>
                      <a:pt x="69360" y="57720"/>
                    </a:cubicBezTo>
                    <a:lnTo>
                      <a:pt x="29368" y="17843"/>
                    </a:lnTo>
                    <a:cubicBezTo>
                      <a:pt x="27763" y="19908"/>
                      <a:pt x="26031" y="21871"/>
                      <a:pt x="24181" y="23720"/>
                    </a:cubicBezTo>
                    <a:cubicBezTo>
                      <a:pt x="22262" y="25767"/>
                      <a:pt x="20180" y="27655"/>
                      <a:pt x="17958" y="29368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21687E25-BCE4-0849-B27D-3590D54E794E}"/>
                  </a:ext>
                </a:extLst>
              </p:cNvPr>
              <p:cNvSpPr/>
              <p:nvPr/>
            </p:nvSpPr>
            <p:spPr>
              <a:xfrm>
                <a:off x="5504718" y="2235989"/>
                <a:ext cx="172994" cy="114236"/>
              </a:xfrm>
              <a:custGeom>
                <a:avLst/>
                <a:gdLst>
                  <a:gd name="connsiteX0" fmla="*/ 166079 w 172994"/>
                  <a:gd name="connsiteY0" fmla="*/ 114237 h 114236"/>
                  <a:gd name="connsiteX1" fmla="*/ 7030 w 172994"/>
                  <a:gd name="connsiteY1" fmla="*/ 114237 h 114236"/>
                  <a:gd name="connsiteX2" fmla="*/ 0 w 172994"/>
                  <a:gd name="connsiteY2" fmla="*/ 107207 h 114236"/>
                  <a:gd name="connsiteX3" fmla="*/ 0 w 172994"/>
                  <a:gd name="connsiteY3" fmla="*/ 47045 h 114236"/>
                  <a:gd name="connsiteX4" fmla="*/ 18325 w 172994"/>
                  <a:gd name="connsiteY4" fmla="*/ 28835 h 114236"/>
                  <a:gd name="connsiteX5" fmla="*/ 45179 w 172994"/>
                  <a:gd name="connsiteY5" fmla="*/ 28835 h 114236"/>
                  <a:gd name="connsiteX6" fmla="*/ 101701 w 172994"/>
                  <a:gd name="connsiteY6" fmla="*/ 2720 h 114236"/>
                  <a:gd name="connsiteX7" fmla="*/ 127815 w 172994"/>
                  <a:gd name="connsiteY7" fmla="*/ 28835 h 114236"/>
                  <a:gd name="connsiteX8" fmla="*/ 154784 w 172994"/>
                  <a:gd name="connsiteY8" fmla="*/ 28835 h 114236"/>
                  <a:gd name="connsiteX9" fmla="*/ 172994 w 172994"/>
                  <a:gd name="connsiteY9" fmla="*/ 47045 h 114236"/>
                  <a:gd name="connsiteX10" fmla="*/ 172994 w 172994"/>
                  <a:gd name="connsiteY10" fmla="*/ 107207 h 114236"/>
                  <a:gd name="connsiteX11" fmla="*/ 166195 w 172994"/>
                  <a:gd name="connsiteY11" fmla="*/ 114236 h 114236"/>
                  <a:gd name="connsiteX12" fmla="*/ 166079 w 172994"/>
                  <a:gd name="connsiteY12" fmla="*/ 114237 h 114236"/>
                  <a:gd name="connsiteX13" fmla="*/ 14061 w 172994"/>
                  <a:gd name="connsiteY13" fmla="*/ 100291 h 114236"/>
                  <a:gd name="connsiteX14" fmla="*/ 159048 w 172994"/>
                  <a:gd name="connsiteY14" fmla="*/ 100291 h 114236"/>
                  <a:gd name="connsiteX15" fmla="*/ 159048 w 172994"/>
                  <a:gd name="connsiteY15" fmla="*/ 47045 h 114236"/>
                  <a:gd name="connsiteX16" fmla="*/ 154784 w 172994"/>
                  <a:gd name="connsiteY16" fmla="*/ 42780 h 114236"/>
                  <a:gd name="connsiteX17" fmla="*/ 122629 w 172994"/>
                  <a:gd name="connsiteY17" fmla="*/ 42780 h 114236"/>
                  <a:gd name="connsiteX18" fmla="*/ 115829 w 172994"/>
                  <a:gd name="connsiteY18" fmla="*/ 37363 h 114236"/>
                  <a:gd name="connsiteX19" fmla="*/ 80154 w 172994"/>
                  <a:gd name="connsiteY19" fmla="*/ 14490 h 114236"/>
                  <a:gd name="connsiteX20" fmla="*/ 57280 w 172994"/>
                  <a:gd name="connsiteY20" fmla="*/ 37363 h 114236"/>
                  <a:gd name="connsiteX21" fmla="*/ 50481 w 172994"/>
                  <a:gd name="connsiteY21" fmla="*/ 42780 h 114236"/>
                  <a:gd name="connsiteX22" fmla="*/ 18325 w 172994"/>
                  <a:gd name="connsiteY22" fmla="*/ 42780 h 114236"/>
                  <a:gd name="connsiteX23" fmla="*/ 14061 w 172994"/>
                  <a:gd name="connsiteY23" fmla="*/ 47045 h 114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2994" h="114236">
                    <a:moveTo>
                      <a:pt x="166079" y="114237"/>
                    </a:moveTo>
                    <a:lnTo>
                      <a:pt x="7030" y="114237"/>
                    </a:lnTo>
                    <a:cubicBezTo>
                      <a:pt x="3148" y="114237"/>
                      <a:pt x="0" y="111089"/>
                      <a:pt x="0" y="107207"/>
                    </a:cubicBezTo>
                    <a:lnTo>
                      <a:pt x="0" y="47045"/>
                    </a:lnTo>
                    <a:cubicBezTo>
                      <a:pt x="63" y="36969"/>
                      <a:pt x="8249" y="28835"/>
                      <a:pt x="18325" y="28835"/>
                    </a:cubicBezTo>
                    <a:lnTo>
                      <a:pt x="45179" y="28835"/>
                    </a:lnTo>
                    <a:cubicBezTo>
                      <a:pt x="53576" y="6015"/>
                      <a:pt x="78881" y="-5676"/>
                      <a:pt x="101701" y="2720"/>
                    </a:cubicBezTo>
                    <a:cubicBezTo>
                      <a:pt x="113812" y="7177"/>
                      <a:pt x="123358" y="16723"/>
                      <a:pt x="127815" y="28835"/>
                    </a:cubicBezTo>
                    <a:lnTo>
                      <a:pt x="154784" y="28835"/>
                    </a:lnTo>
                    <a:cubicBezTo>
                      <a:pt x="164841" y="28835"/>
                      <a:pt x="172994" y="36988"/>
                      <a:pt x="172994" y="47045"/>
                    </a:cubicBezTo>
                    <a:lnTo>
                      <a:pt x="172994" y="107207"/>
                    </a:lnTo>
                    <a:cubicBezTo>
                      <a:pt x="173058" y="111025"/>
                      <a:pt x="170014" y="114172"/>
                      <a:pt x="166195" y="114236"/>
                    </a:cubicBezTo>
                    <a:cubicBezTo>
                      <a:pt x="166156" y="114237"/>
                      <a:pt x="166118" y="114237"/>
                      <a:pt x="166079" y="114237"/>
                    </a:cubicBezTo>
                    <a:close/>
                    <a:moveTo>
                      <a:pt x="14061" y="100291"/>
                    </a:moveTo>
                    <a:lnTo>
                      <a:pt x="159048" y="100291"/>
                    </a:lnTo>
                    <a:lnTo>
                      <a:pt x="159048" y="47045"/>
                    </a:lnTo>
                    <a:cubicBezTo>
                      <a:pt x="159048" y="44690"/>
                      <a:pt x="157139" y="42780"/>
                      <a:pt x="154784" y="42780"/>
                    </a:cubicBezTo>
                    <a:lnTo>
                      <a:pt x="122629" y="42780"/>
                    </a:lnTo>
                    <a:cubicBezTo>
                      <a:pt x="119383" y="42761"/>
                      <a:pt x="116574" y="40522"/>
                      <a:pt x="115829" y="37363"/>
                    </a:cubicBezTo>
                    <a:cubicBezTo>
                      <a:pt x="112294" y="21196"/>
                      <a:pt x="96322" y="10955"/>
                      <a:pt x="80154" y="14490"/>
                    </a:cubicBezTo>
                    <a:cubicBezTo>
                      <a:pt x="68716" y="16991"/>
                      <a:pt x="59781" y="25925"/>
                      <a:pt x="57280" y="37363"/>
                    </a:cubicBezTo>
                    <a:cubicBezTo>
                      <a:pt x="56536" y="40522"/>
                      <a:pt x="53726" y="42761"/>
                      <a:pt x="50481" y="42780"/>
                    </a:cubicBezTo>
                    <a:lnTo>
                      <a:pt x="18325" y="42780"/>
                    </a:lnTo>
                    <a:cubicBezTo>
                      <a:pt x="15970" y="42780"/>
                      <a:pt x="14061" y="44690"/>
                      <a:pt x="14061" y="47045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49D6C997-DDC8-9D4D-BAC1-B98A6E52781E}"/>
                  </a:ext>
                </a:extLst>
              </p:cNvPr>
              <p:cNvSpPr/>
              <p:nvPr/>
            </p:nvSpPr>
            <p:spPr>
              <a:xfrm>
                <a:off x="5503819" y="2305104"/>
                <a:ext cx="173110" cy="14061"/>
              </a:xfrm>
              <a:custGeom>
                <a:avLst/>
                <a:gdLst>
                  <a:gd name="connsiteX0" fmla="*/ 166978 w 173110"/>
                  <a:gd name="connsiteY0" fmla="*/ 14003 h 14061"/>
                  <a:gd name="connsiteX1" fmla="*/ 7929 w 173110"/>
                  <a:gd name="connsiteY1" fmla="*/ 14003 h 14061"/>
                  <a:gd name="connsiteX2" fmla="*/ 58 w 173110"/>
                  <a:gd name="connsiteY2" fmla="*/ 7929 h 14061"/>
                  <a:gd name="connsiteX3" fmla="*/ 6133 w 173110"/>
                  <a:gd name="connsiteY3" fmla="*/ 58 h 14061"/>
                  <a:gd name="connsiteX4" fmla="*/ 7929 w 173110"/>
                  <a:gd name="connsiteY4" fmla="*/ 58 h 14061"/>
                  <a:gd name="connsiteX5" fmla="*/ 166978 w 173110"/>
                  <a:gd name="connsiteY5" fmla="*/ 58 h 14061"/>
                  <a:gd name="connsiteX6" fmla="*/ 173052 w 173110"/>
                  <a:gd name="connsiteY6" fmla="*/ 7929 h 14061"/>
                  <a:gd name="connsiteX7" fmla="*/ 166978 w 173110"/>
                  <a:gd name="connsiteY7" fmla="*/ 14003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3110" h="14061">
                    <a:moveTo>
                      <a:pt x="166978" y="14003"/>
                    </a:moveTo>
                    <a:lnTo>
                      <a:pt x="7929" y="14003"/>
                    </a:lnTo>
                    <a:cubicBezTo>
                      <a:pt x="4079" y="14499"/>
                      <a:pt x="555" y="11780"/>
                      <a:pt x="58" y="7929"/>
                    </a:cubicBezTo>
                    <a:cubicBezTo>
                      <a:pt x="-438" y="4078"/>
                      <a:pt x="2282" y="554"/>
                      <a:pt x="6133" y="58"/>
                    </a:cubicBezTo>
                    <a:cubicBezTo>
                      <a:pt x="6729" y="-19"/>
                      <a:pt x="7333" y="-19"/>
                      <a:pt x="7929" y="58"/>
                    </a:cubicBezTo>
                    <a:lnTo>
                      <a:pt x="166978" y="58"/>
                    </a:lnTo>
                    <a:cubicBezTo>
                      <a:pt x="170829" y="554"/>
                      <a:pt x="173549" y="4078"/>
                      <a:pt x="173052" y="7929"/>
                    </a:cubicBezTo>
                    <a:cubicBezTo>
                      <a:pt x="172644" y="11099"/>
                      <a:pt x="170148" y="13595"/>
                      <a:pt x="166978" y="14003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149EBF5E-AB4E-B242-ACAF-DBB3CA233B95}"/>
                  </a:ext>
                </a:extLst>
              </p:cNvPr>
              <p:cNvSpPr/>
              <p:nvPr/>
            </p:nvSpPr>
            <p:spPr>
              <a:xfrm>
                <a:off x="5514883" y="2399841"/>
                <a:ext cx="152778" cy="14062"/>
              </a:xfrm>
              <a:custGeom>
                <a:avLst/>
                <a:gdLst>
                  <a:gd name="connsiteX0" fmla="*/ 144849 w 152778"/>
                  <a:gd name="connsiteY0" fmla="*/ 14004 h 14062"/>
                  <a:gd name="connsiteX1" fmla="*/ 7929 w 152778"/>
                  <a:gd name="connsiteY1" fmla="*/ 14004 h 14062"/>
                  <a:gd name="connsiteX2" fmla="*/ 58 w 152778"/>
                  <a:gd name="connsiteY2" fmla="*/ 7929 h 14062"/>
                  <a:gd name="connsiteX3" fmla="*/ 6133 w 152778"/>
                  <a:gd name="connsiteY3" fmla="*/ 58 h 14062"/>
                  <a:gd name="connsiteX4" fmla="*/ 7929 w 152778"/>
                  <a:gd name="connsiteY4" fmla="*/ 58 h 14062"/>
                  <a:gd name="connsiteX5" fmla="*/ 144849 w 152778"/>
                  <a:gd name="connsiteY5" fmla="*/ 58 h 14062"/>
                  <a:gd name="connsiteX6" fmla="*/ 152721 w 152778"/>
                  <a:gd name="connsiteY6" fmla="*/ 6133 h 14062"/>
                  <a:gd name="connsiteX7" fmla="*/ 146646 w 152778"/>
                  <a:gd name="connsiteY7" fmla="*/ 14004 h 14062"/>
                  <a:gd name="connsiteX8" fmla="*/ 144849 w 152778"/>
                  <a:gd name="connsiteY8" fmla="*/ 14004 h 14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778" h="14062">
                    <a:moveTo>
                      <a:pt x="144849" y="14004"/>
                    </a:moveTo>
                    <a:lnTo>
                      <a:pt x="7929" y="14004"/>
                    </a:lnTo>
                    <a:cubicBezTo>
                      <a:pt x="4079" y="14500"/>
                      <a:pt x="555" y="11780"/>
                      <a:pt x="58" y="7929"/>
                    </a:cubicBezTo>
                    <a:cubicBezTo>
                      <a:pt x="-438" y="4079"/>
                      <a:pt x="2282" y="555"/>
                      <a:pt x="6133" y="58"/>
                    </a:cubicBezTo>
                    <a:cubicBezTo>
                      <a:pt x="6729" y="-18"/>
                      <a:pt x="7333" y="-18"/>
                      <a:pt x="7929" y="58"/>
                    </a:cubicBezTo>
                    <a:lnTo>
                      <a:pt x="144849" y="58"/>
                    </a:lnTo>
                    <a:cubicBezTo>
                      <a:pt x="148700" y="-438"/>
                      <a:pt x="152224" y="2282"/>
                      <a:pt x="152721" y="6133"/>
                    </a:cubicBezTo>
                    <a:cubicBezTo>
                      <a:pt x="153217" y="9984"/>
                      <a:pt x="150497" y="13508"/>
                      <a:pt x="146646" y="14004"/>
                    </a:cubicBezTo>
                    <a:cubicBezTo>
                      <a:pt x="146050" y="14081"/>
                      <a:pt x="145446" y="14081"/>
                      <a:pt x="144849" y="14004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97E95B0E-64D5-B847-8BE5-5344C10EAF20}"/>
                  </a:ext>
                </a:extLst>
              </p:cNvPr>
              <p:cNvSpPr/>
              <p:nvPr/>
            </p:nvSpPr>
            <p:spPr>
              <a:xfrm>
                <a:off x="5515782" y="2435513"/>
                <a:ext cx="150980" cy="14060"/>
              </a:xfrm>
              <a:custGeom>
                <a:avLst/>
                <a:gdLst>
                  <a:gd name="connsiteX0" fmla="*/ 143950 w 150980"/>
                  <a:gd name="connsiteY0" fmla="*/ 14061 h 14060"/>
                  <a:gd name="connsiteX1" fmla="*/ 7030 w 150980"/>
                  <a:gd name="connsiteY1" fmla="*/ 14061 h 14060"/>
                  <a:gd name="connsiteX2" fmla="*/ 0 w 150980"/>
                  <a:gd name="connsiteY2" fmla="*/ 7030 h 14060"/>
                  <a:gd name="connsiteX3" fmla="*/ 7030 w 150980"/>
                  <a:gd name="connsiteY3" fmla="*/ 0 h 14060"/>
                  <a:gd name="connsiteX4" fmla="*/ 143950 w 150980"/>
                  <a:gd name="connsiteY4" fmla="*/ 0 h 14060"/>
                  <a:gd name="connsiteX5" fmla="*/ 150981 w 150980"/>
                  <a:gd name="connsiteY5" fmla="*/ 7030 h 14060"/>
                  <a:gd name="connsiteX6" fmla="*/ 143950 w 150980"/>
                  <a:gd name="connsiteY6" fmla="*/ 14061 h 1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0980" h="14060">
                    <a:moveTo>
                      <a:pt x="143950" y="14061"/>
                    </a:moveTo>
                    <a:lnTo>
                      <a:pt x="7030" y="14061"/>
                    </a:lnTo>
                    <a:cubicBezTo>
                      <a:pt x="3148" y="14061"/>
                      <a:pt x="0" y="10913"/>
                      <a:pt x="0" y="7030"/>
                    </a:cubicBezTo>
                    <a:cubicBezTo>
                      <a:pt x="0" y="3148"/>
                      <a:pt x="3148" y="0"/>
                      <a:pt x="7030" y="0"/>
                    </a:cubicBezTo>
                    <a:lnTo>
                      <a:pt x="143950" y="0"/>
                    </a:lnTo>
                    <a:cubicBezTo>
                      <a:pt x="147807" y="62"/>
                      <a:pt x="150919" y="3173"/>
                      <a:pt x="150981" y="7030"/>
                    </a:cubicBezTo>
                    <a:cubicBezTo>
                      <a:pt x="150981" y="10913"/>
                      <a:pt x="147833" y="14061"/>
                      <a:pt x="143950" y="14061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9DE611CE-C37B-814D-B449-F331DB9B7F5E}"/>
                  </a:ext>
                </a:extLst>
              </p:cNvPr>
              <p:cNvSpPr/>
              <p:nvPr/>
            </p:nvSpPr>
            <p:spPr>
              <a:xfrm>
                <a:off x="5514883" y="2471183"/>
                <a:ext cx="126433" cy="14061"/>
              </a:xfrm>
              <a:custGeom>
                <a:avLst/>
                <a:gdLst>
                  <a:gd name="connsiteX0" fmla="*/ 120301 w 126433"/>
                  <a:gd name="connsiteY0" fmla="*/ 14003 h 14061"/>
                  <a:gd name="connsiteX1" fmla="*/ 7929 w 126433"/>
                  <a:gd name="connsiteY1" fmla="*/ 14003 h 14061"/>
                  <a:gd name="connsiteX2" fmla="*/ 58 w 126433"/>
                  <a:gd name="connsiteY2" fmla="*/ 7929 h 14061"/>
                  <a:gd name="connsiteX3" fmla="*/ 6133 w 126433"/>
                  <a:gd name="connsiteY3" fmla="*/ 58 h 14061"/>
                  <a:gd name="connsiteX4" fmla="*/ 7929 w 126433"/>
                  <a:gd name="connsiteY4" fmla="*/ 58 h 14061"/>
                  <a:gd name="connsiteX5" fmla="*/ 120301 w 126433"/>
                  <a:gd name="connsiteY5" fmla="*/ 58 h 14061"/>
                  <a:gd name="connsiteX6" fmla="*/ 126375 w 126433"/>
                  <a:gd name="connsiteY6" fmla="*/ 7929 h 14061"/>
                  <a:gd name="connsiteX7" fmla="*/ 120301 w 126433"/>
                  <a:gd name="connsiteY7" fmla="*/ 14003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6433" h="14061">
                    <a:moveTo>
                      <a:pt x="120301" y="14003"/>
                    </a:moveTo>
                    <a:lnTo>
                      <a:pt x="7929" y="14003"/>
                    </a:lnTo>
                    <a:cubicBezTo>
                      <a:pt x="4079" y="14499"/>
                      <a:pt x="555" y="11780"/>
                      <a:pt x="58" y="7929"/>
                    </a:cubicBezTo>
                    <a:cubicBezTo>
                      <a:pt x="-438" y="4078"/>
                      <a:pt x="2282" y="554"/>
                      <a:pt x="6133" y="58"/>
                    </a:cubicBezTo>
                    <a:cubicBezTo>
                      <a:pt x="6729" y="-19"/>
                      <a:pt x="7333" y="-19"/>
                      <a:pt x="7929" y="58"/>
                    </a:cubicBezTo>
                    <a:lnTo>
                      <a:pt x="120301" y="58"/>
                    </a:lnTo>
                    <a:cubicBezTo>
                      <a:pt x="124152" y="554"/>
                      <a:pt x="126871" y="4078"/>
                      <a:pt x="126375" y="7929"/>
                    </a:cubicBezTo>
                    <a:cubicBezTo>
                      <a:pt x="125967" y="11099"/>
                      <a:pt x="123471" y="13595"/>
                      <a:pt x="120301" y="14003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2757ECD-6747-8546-BF52-81C2421CC656}"/>
                  </a:ext>
                </a:extLst>
              </p:cNvPr>
              <p:cNvSpPr/>
              <p:nvPr/>
            </p:nvSpPr>
            <p:spPr>
              <a:xfrm>
                <a:off x="5514883" y="2506912"/>
                <a:ext cx="109260" cy="14061"/>
              </a:xfrm>
              <a:custGeom>
                <a:avLst/>
                <a:gdLst>
                  <a:gd name="connsiteX0" fmla="*/ 103128 w 109260"/>
                  <a:gd name="connsiteY0" fmla="*/ 14003 h 14061"/>
                  <a:gd name="connsiteX1" fmla="*/ 7929 w 109260"/>
                  <a:gd name="connsiteY1" fmla="*/ 14003 h 14061"/>
                  <a:gd name="connsiteX2" fmla="*/ 58 w 109260"/>
                  <a:gd name="connsiteY2" fmla="*/ 7929 h 14061"/>
                  <a:gd name="connsiteX3" fmla="*/ 6133 w 109260"/>
                  <a:gd name="connsiteY3" fmla="*/ 58 h 14061"/>
                  <a:gd name="connsiteX4" fmla="*/ 7929 w 109260"/>
                  <a:gd name="connsiteY4" fmla="*/ 58 h 14061"/>
                  <a:gd name="connsiteX5" fmla="*/ 103128 w 109260"/>
                  <a:gd name="connsiteY5" fmla="*/ 58 h 14061"/>
                  <a:gd name="connsiteX6" fmla="*/ 109203 w 109260"/>
                  <a:gd name="connsiteY6" fmla="*/ 7929 h 14061"/>
                  <a:gd name="connsiteX7" fmla="*/ 103128 w 109260"/>
                  <a:gd name="connsiteY7" fmla="*/ 14003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9260" h="14061">
                    <a:moveTo>
                      <a:pt x="103128" y="14003"/>
                    </a:moveTo>
                    <a:lnTo>
                      <a:pt x="7929" y="14003"/>
                    </a:lnTo>
                    <a:cubicBezTo>
                      <a:pt x="4079" y="14499"/>
                      <a:pt x="555" y="11780"/>
                      <a:pt x="58" y="7929"/>
                    </a:cubicBezTo>
                    <a:cubicBezTo>
                      <a:pt x="-438" y="4078"/>
                      <a:pt x="2282" y="554"/>
                      <a:pt x="6133" y="58"/>
                    </a:cubicBezTo>
                    <a:cubicBezTo>
                      <a:pt x="6729" y="-19"/>
                      <a:pt x="7333" y="-19"/>
                      <a:pt x="7929" y="58"/>
                    </a:cubicBezTo>
                    <a:lnTo>
                      <a:pt x="103128" y="58"/>
                    </a:lnTo>
                    <a:cubicBezTo>
                      <a:pt x="106979" y="554"/>
                      <a:pt x="109699" y="4078"/>
                      <a:pt x="109203" y="7929"/>
                    </a:cubicBezTo>
                    <a:cubicBezTo>
                      <a:pt x="108794" y="11099"/>
                      <a:pt x="106298" y="13595"/>
                      <a:pt x="103128" y="14003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82376BFE-5209-1349-9CF1-3C45126C509B}"/>
                  </a:ext>
                </a:extLst>
              </p:cNvPr>
              <p:cNvSpPr/>
              <p:nvPr/>
            </p:nvSpPr>
            <p:spPr>
              <a:xfrm>
                <a:off x="5514883" y="2542640"/>
                <a:ext cx="120901" cy="14061"/>
              </a:xfrm>
              <a:custGeom>
                <a:avLst/>
                <a:gdLst>
                  <a:gd name="connsiteX0" fmla="*/ 114769 w 120901"/>
                  <a:gd name="connsiteY0" fmla="*/ 14003 h 14061"/>
                  <a:gd name="connsiteX1" fmla="*/ 7929 w 120901"/>
                  <a:gd name="connsiteY1" fmla="*/ 14003 h 14061"/>
                  <a:gd name="connsiteX2" fmla="*/ 58 w 120901"/>
                  <a:gd name="connsiteY2" fmla="*/ 7929 h 14061"/>
                  <a:gd name="connsiteX3" fmla="*/ 6133 w 120901"/>
                  <a:gd name="connsiteY3" fmla="*/ 58 h 14061"/>
                  <a:gd name="connsiteX4" fmla="*/ 7929 w 120901"/>
                  <a:gd name="connsiteY4" fmla="*/ 58 h 14061"/>
                  <a:gd name="connsiteX5" fmla="*/ 114769 w 120901"/>
                  <a:gd name="connsiteY5" fmla="*/ 58 h 14061"/>
                  <a:gd name="connsiteX6" fmla="*/ 120843 w 120901"/>
                  <a:gd name="connsiteY6" fmla="*/ 7929 h 14061"/>
                  <a:gd name="connsiteX7" fmla="*/ 114769 w 120901"/>
                  <a:gd name="connsiteY7" fmla="*/ 14003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901" h="14061">
                    <a:moveTo>
                      <a:pt x="114769" y="14003"/>
                    </a:moveTo>
                    <a:lnTo>
                      <a:pt x="7929" y="14003"/>
                    </a:lnTo>
                    <a:cubicBezTo>
                      <a:pt x="4079" y="14499"/>
                      <a:pt x="555" y="11780"/>
                      <a:pt x="58" y="7929"/>
                    </a:cubicBezTo>
                    <a:cubicBezTo>
                      <a:pt x="-438" y="4078"/>
                      <a:pt x="2282" y="554"/>
                      <a:pt x="6133" y="58"/>
                    </a:cubicBezTo>
                    <a:cubicBezTo>
                      <a:pt x="6729" y="-19"/>
                      <a:pt x="7333" y="-19"/>
                      <a:pt x="7929" y="58"/>
                    </a:cubicBezTo>
                    <a:lnTo>
                      <a:pt x="114769" y="58"/>
                    </a:lnTo>
                    <a:cubicBezTo>
                      <a:pt x="118620" y="554"/>
                      <a:pt x="121339" y="4078"/>
                      <a:pt x="120843" y="7929"/>
                    </a:cubicBezTo>
                    <a:cubicBezTo>
                      <a:pt x="120435" y="11099"/>
                      <a:pt x="117939" y="13595"/>
                      <a:pt x="114769" y="14003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05C33DF4-E8CF-0B42-BC40-EDC9F2D183ED}"/>
                  </a:ext>
                </a:extLst>
              </p:cNvPr>
              <p:cNvSpPr/>
              <p:nvPr/>
            </p:nvSpPr>
            <p:spPr>
              <a:xfrm>
                <a:off x="5693479" y="2543811"/>
                <a:ext cx="13184" cy="13523"/>
              </a:xfrm>
              <a:custGeom>
                <a:avLst/>
                <a:gdLst>
                  <a:gd name="connsiteX0" fmla="*/ 6592 w 13184"/>
                  <a:gd name="connsiteY0" fmla="*/ 13523 h 13523"/>
                  <a:gd name="connsiteX1" fmla="*/ 14 w 13184"/>
                  <a:gd name="connsiteY1" fmla="*/ 6068 h 13523"/>
                  <a:gd name="connsiteX2" fmla="*/ 1636 w 13184"/>
                  <a:gd name="connsiteY2" fmla="*/ 1998 h 13523"/>
                  <a:gd name="connsiteX3" fmla="*/ 11548 w 13184"/>
                  <a:gd name="connsiteY3" fmla="*/ 1998 h 13523"/>
                  <a:gd name="connsiteX4" fmla="*/ 10662 w 13184"/>
                  <a:gd name="connsiteY4" fmla="*/ 11901 h 13523"/>
                  <a:gd name="connsiteX5" fmla="*/ 6592 w 13184"/>
                  <a:gd name="connsiteY5" fmla="*/ 13523 h 1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184" h="13523">
                    <a:moveTo>
                      <a:pt x="6592" y="13523"/>
                    </a:moveTo>
                    <a:cubicBezTo>
                      <a:pt x="2717" y="13281"/>
                      <a:pt x="-228" y="9943"/>
                      <a:pt x="14" y="6068"/>
                    </a:cubicBezTo>
                    <a:cubicBezTo>
                      <a:pt x="107" y="4573"/>
                      <a:pt x="676" y="3147"/>
                      <a:pt x="1636" y="1998"/>
                    </a:cubicBezTo>
                    <a:cubicBezTo>
                      <a:pt x="4403" y="-666"/>
                      <a:pt x="8781" y="-666"/>
                      <a:pt x="11548" y="1998"/>
                    </a:cubicBezTo>
                    <a:cubicBezTo>
                      <a:pt x="14038" y="4977"/>
                      <a:pt x="13641" y="9411"/>
                      <a:pt x="10662" y="11901"/>
                    </a:cubicBezTo>
                    <a:cubicBezTo>
                      <a:pt x="9513" y="12861"/>
                      <a:pt x="8087" y="13430"/>
                      <a:pt x="6592" y="13523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0341C10-8A84-7A4D-A5BE-AB175C09B243}"/>
                  </a:ext>
                </a:extLst>
              </p:cNvPr>
              <p:cNvSpPr/>
              <p:nvPr/>
            </p:nvSpPr>
            <p:spPr>
              <a:xfrm>
                <a:off x="5470373" y="2322564"/>
                <a:ext cx="242030" cy="300579"/>
              </a:xfrm>
              <a:custGeom>
                <a:avLst/>
                <a:gdLst>
                  <a:gd name="connsiteX0" fmla="*/ 234769 w 242030"/>
                  <a:gd name="connsiteY0" fmla="*/ 300580 h 300579"/>
                  <a:gd name="connsiteX1" fmla="*/ 7030 w 242030"/>
                  <a:gd name="connsiteY1" fmla="*/ 300580 h 300579"/>
                  <a:gd name="connsiteX2" fmla="*/ 0 w 242030"/>
                  <a:gd name="connsiteY2" fmla="*/ 293780 h 300579"/>
                  <a:gd name="connsiteX3" fmla="*/ 0 w 242030"/>
                  <a:gd name="connsiteY3" fmla="*/ 6916 h 300579"/>
                  <a:gd name="connsiteX4" fmla="*/ 6914 w 242030"/>
                  <a:gd name="connsiteY4" fmla="*/ 0 h 300579"/>
                  <a:gd name="connsiteX5" fmla="*/ 7030 w 242030"/>
                  <a:gd name="connsiteY5" fmla="*/ 1 h 300579"/>
                  <a:gd name="connsiteX6" fmla="*/ 41606 w 242030"/>
                  <a:gd name="connsiteY6" fmla="*/ 1 h 300579"/>
                  <a:gd name="connsiteX7" fmla="*/ 48636 w 242030"/>
                  <a:gd name="connsiteY7" fmla="*/ 6800 h 300579"/>
                  <a:gd name="connsiteX8" fmla="*/ 48637 w 242030"/>
                  <a:gd name="connsiteY8" fmla="*/ 6916 h 300579"/>
                  <a:gd name="connsiteX9" fmla="*/ 48637 w 242030"/>
                  <a:gd name="connsiteY9" fmla="*/ 13716 h 300579"/>
                  <a:gd name="connsiteX10" fmla="*/ 193394 w 242030"/>
                  <a:gd name="connsiteY10" fmla="*/ 13716 h 300579"/>
                  <a:gd name="connsiteX11" fmla="*/ 193394 w 242030"/>
                  <a:gd name="connsiteY11" fmla="*/ 6916 h 300579"/>
                  <a:gd name="connsiteX12" fmla="*/ 200308 w 242030"/>
                  <a:gd name="connsiteY12" fmla="*/ 0 h 300579"/>
                  <a:gd name="connsiteX13" fmla="*/ 200424 w 242030"/>
                  <a:gd name="connsiteY13" fmla="*/ 1 h 300579"/>
                  <a:gd name="connsiteX14" fmla="*/ 235000 w 242030"/>
                  <a:gd name="connsiteY14" fmla="*/ 1 h 300579"/>
                  <a:gd name="connsiteX15" fmla="*/ 242030 w 242030"/>
                  <a:gd name="connsiteY15" fmla="*/ 6916 h 300579"/>
                  <a:gd name="connsiteX16" fmla="*/ 242030 w 242030"/>
                  <a:gd name="connsiteY16" fmla="*/ 165619 h 300579"/>
                  <a:gd name="connsiteX17" fmla="*/ 237190 w 242030"/>
                  <a:gd name="connsiteY17" fmla="*/ 172303 h 300579"/>
                  <a:gd name="connsiteX18" fmla="*/ 229352 w 242030"/>
                  <a:gd name="connsiteY18" fmla="*/ 169653 h 300579"/>
                  <a:gd name="connsiteX19" fmla="*/ 224973 w 242030"/>
                  <a:gd name="connsiteY19" fmla="*/ 164582 h 300579"/>
                  <a:gd name="connsiteX20" fmla="*/ 166785 w 242030"/>
                  <a:gd name="connsiteY20" fmla="*/ 164451 h 300579"/>
                  <a:gd name="connsiteX21" fmla="*/ 154669 w 242030"/>
                  <a:gd name="connsiteY21" fmla="*/ 193740 h 300579"/>
                  <a:gd name="connsiteX22" fmla="*/ 195770 w 242030"/>
                  <a:gd name="connsiteY22" fmla="*/ 234930 h 300579"/>
                  <a:gd name="connsiteX23" fmla="*/ 214600 w 242030"/>
                  <a:gd name="connsiteY23" fmla="*/ 230391 h 300579"/>
                  <a:gd name="connsiteX24" fmla="*/ 222783 w 242030"/>
                  <a:gd name="connsiteY24" fmla="*/ 231658 h 300579"/>
                  <a:gd name="connsiteX25" fmla="*/ 239725 w 242030"/>
                  <a:gd name="connsiteY25" fmla="*/ 248831 h 300579"/>
                  <a:gd name="connsiteX26" fmla="*/ 241800 w 242030"/>
                  <a:gd name="connsiteY26" fmla="*/ 253787 h 300579"/>
                  <a:gd name="connsiteX27" fmla="*/ 241800 w 242030"/>
                  <a:gd name="connsiteY27" fmla="*/ 293780 h 300579"/>
                  <a:gd name="connsiteX28" fmla="*/ 234769 w 242030"/>
                  <a:gd name="connsiteY28" fmla="*/ 300580 h 300579"/>
                  <a:gd name="connsiteX29" fmla="*/ 13946 w 242030"/>
                  <a:gd name="connsiteY29" fmla="*/ 286634 h 300579"/>
                  <a:gd name="connsiteX30" fmla="*/ 227739 w 242030"/>
                  <a:gd name="connsiteY30" fmla="*/ 286634 h 300579"/>
                  <a:gd name="connsiteX31" fmla="*/ 227739 w 242030"/>
                  <a:gd name="connsiteY31" fmla="*/ 256668 h 300579"/>
                  <a:gd name="connsiteX32" fmla="*/ 216214 w 242030"/>
                  <a:gd name="connsiteY32" fmla="*/ 245143 h 300579"/>
                  <a:gd name="connsiteX33" fmla="*/ 156743 w 242030"/>
                  <a:gd name="connsiteY33" fmla="*/ 232926 h 300579"/>
                  <a:gd name="connsiteX34" fmla="*/ 156743 w 242030"/>
                  <a:gd name="connsiteY34" fmla="*/ 155016 h 300579"/>
                  <a:gd name="connsiteX35" fmla="*/ 156743 w 242030"/>
                  <a:gd name="connsiteY35" fmla="*/ 155016 h 300579"/>
                  <a:gd name="connsiteX36" fmla="*/ 227854 w 242030"/>
                  <a:gd name="connsiteY36" fmla="*/ 149138 h 300579"/>
                  <a:gd name="connsiteX37" fmla="*/ 227854 w 242030"/>
                  <a:gd name="connsiteY37" fmla="*/ 13947 h 300579"/>
                  <a:gd name="connsiteX38" fmla="*/ 207339 w 242030"/>
                  <a:gd name="connsiteY38" fmla="*/ 13947 h 300579"/>
                  <a:gd name="connsiteX39" fmla="*/ 207339 w 242030"/>
                  <a:gd name="connsiteY39" fmla="*/ 20631 h 300579"/>
                  <a:gd name="connsiteX40" fmla="*/ 200540 w 242030"/>
                  <a:gd name="connsiteY40" fmla="*/ 27661 h 300579"/>
                  <a:gd name="connsiteX41" fmla="*/ 200424 w 242030"/>
                  <a:gd name="connsiteY41" fmla="*/ 27662 h 300579"/>
                  <a:gd name="connsiteX42" fmla="*/ 41376 w 242030"/>
                  <a:gd name="connsiteY42" fmla="*/ 27662 h 300579"/>
                  <a:gd name="connsiteX43" fmla="*/ 34345 w 242030"/>
                  <a:gd name="connsiteY43" fmla="*/ 20631 h 300579"/>
                  <a:gd name="connsiteX44" fmla="*/ 34345 w 242030"/>
                  <a:gd name="connsiteY44" fmla="*/ 13947 h 300579"/>
                  <a:gd name="connsiteX45" fmla="*/ 13946 w 242030"/>
                  <a:gd name="connsiteY45" fmla="*/ 13947 h 300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42030" h="300579">
                    <a:moveTo>
                      <a:pt x="234769" y="300580"/>
                    </a:moveTo>
                    <a:lnTo>
                      <a:pt x="7030" y="300580"/>
                    </a:lnTo>
                    <a:cubicBezTo>
                      <a:pt x="3236" y="300582"/>
                      <a:pt x="124" y="297572"/>
                      <a:pt x="0" y="293780"/>
                    </a:cubicBezTo>
                    <a:lnTo>
                      <a:pt x="0" y="6916"/>
                    </a:lnTo>
                    <a:cubicBezTo>
                      <a:pt x="-1" y="3097"/>
                      <a:pt x="3095" y="1"/>
                      <a:pt x="6914" y="0"/>
                    </a:cubicBezTo>
                    <a:cubicBezTo>
                      <a:pt x="6953" y="0"/>
                      <a:pt x="6992" y="0"/>
                      <a:pt x="7030" y="1"/>
                    </a:cubicBezTo>
                    <a:lnTo>
                      <a:pt x="41606" y="1"/>
                    </a:lnTo>
                    <a:cubicBezTo>
                      <a:pt x="45425" y="-63"/>
                      <a:pt x="48572" y="2981"/>
                      <a:pt x="48636" y="6800"/>
                    </a:cubicBezTo>
                    <a:cubicBezTo>
                      <a:pt x="48636" y="6839"/>
                      <a:pt x="48637" y="6877"/>
                      <a:pt x="48637" y="6916"/>
                    </a:cubicBezTo>
                    <a:lnTo>
                      <a:pt x="48637" y="13716"/>
                    </a:lnTo>
                    <a:lnTo>
                      <a:pt x="193394" y="13716"/>
                    </a:lnTo>
                    <a:lnTo>
                      <a:pt x="193394" y="6916"/>
                    </a:lnTo>
                    <a:cubicBezTo>
                      <a:pt x="193393" y="3097"/>
                      <a:pt x="196489" y="1"/>
                      <a:pt x="200308" y="0"/>
                    </a:cubicBezTo>
                    <a:cubicBezTo>
                      <a:pt x="200347" y="0"/>
                      <a:pt x="200385" y="0"/>
                      <a:pt x="200424" y="1"/>
                    </a:cubicBezTo>
                    <a:lnTo>
                      <a:pt x="235000" y="1"/>
                    </a:lnTo>
                    <a:cubicBezTo>
                      <a:pt x="238838" y="0"/>
                      <a:pt x="241967" y="3078"/>
                      <a:pt x="242030" y="6916"/>
                    </a:cubicBezTo>
                    <a:lnTo>
                      <a:pt x="242030" y="165619"/>
                    </a:lnTo>
                    <a:cubicBezTo>
                      <a:pt x="242032" y="168659"/>
                      <a:pt x="240079" y="171356"/>
                      <a:pt x="237190" y="172303"/>
                    </a:cubicBezTo>
                    <a:cubicBezTo>
                      <a:pt x="234278" y="173252"/>
                      <a:pt x="231090" y="172174"/>
                      <a:pt x="229352" y="169653"/>
                    </a:cubicBezTo>
                    <a:cubicBezTo>
                      <a:pt x="227988" y="167882"/>
                      <a:pt x="226526" y="166189"/>
                      <a:pt x="224973" y="164582"/>
                    </a:cubicBezTo>
                    <a:cubicBezTo>
                      <a:pt x="208941" y="148477"/>
                      <a:pt x="182889" y="148419"/>
                      <a:pt x="166785" y="164451"/>
                    </a:cubicBezTo>
                    <a:cubicBezTo>
                      <a:pt x="158997" y="172204"/>
                      <a:pt x="154634" y="182751"/>
                      <a:pt x="154669" y="193740"/>
                    </a:cubicBezTo>
                    <a:cubicBezTo>
                      <a:pt x="154644" y="216464"/>
                      <a:pt x="173046" y="234905"/>
                      <a:pt x="195770" y="234930"/>
                    </a:cubicBezTo>
                    <a:cubicBezTo>
                      <a:pt x="202318" y="234937"/>
                      <a:pt x="208774" y="233381"/>
                      <a:pt x="214600" y="230391"/>
                    </a:cubicBezTo>
                    <a:cubicBezTo>
                      <a:pt x="217314" y="228992"/>
                      <a:pt x="220620" y="229504"/>
                      <a:pt x="222783" y="231658"/>
                    </a:cubicBezTo>
                    <a:lnTo>
                      <a:pt x="239725" y="248831"/>
                    </a:lnTo>
                    <a:cubicBezTo>
                      <a:pt x="241056" y="250136"/>
                      <a:pt x="241804" y="251923"/>
                      <a:pt x="241800" y="253787"/>
                    </a:cubicBezTo>
                    <a:lnTo>
                      <a:pt x="241800" y="293780"/>
                    </a:lnTo>
                    <a:cubicBezTo>
                      <a:pt x="241675" y="297572"/>
                      <a:pt x="238564" y="300582"/>
                      <a:pt x="234769" y="300580"/>
                    </a:cubicBezTo>
                    <a:close/>
                    <a:moveTo>
                      <a:pt x="13946" y="286634"/>
                    </a:moveTo>
                    <a:lnTo>
                      <a:pt x="227739" y="286634"/>
                    </a:lnTo>
                    <a:lnTo>
                      <a:pt x="227739" y="256668"/>
                    </a:lnTo>
                    <a:lnTo>
                      <a:pt x="216214" y="245143"/>
                    </a:lnTo>
                    <a:cubicBezTo>
                      <a:pt x="195738" y="253411"/>
                      <a:pt x="172302" y="248596"/>
                      <a:pt x="156743" y="232926"/>
                    </a:cubicBezTo>
                    <a:cubicBezTo>
                      <a:pt x="135229" y="211412"/>
                      <a:pt x="135229" y="176531"/>
                      <a:pt x="156743" y="155016"/>
                    </a:cubicBezTo>
                    <a:cubicBezTo>
                      <a:pt x="156743" y="155016"/>
                      <a:pt x="156743" y="155016"/>
                      <a:pt x="156743" y="155016"/>
                    </a:cubicBezTo>
                    <a:cubicBezTo>
                      <a:pt x="175826" y="135943"/>
                      <a:pt x="205899" y="133457"/>
                      <a:pt x="227854" y="149138"/>
                    </a:cubicBezTo>
                    <a:lnTo>
                      <a:pt x="227854" y="13947"/>
                    </a:lnTo>
                    <a:lnTo>
                      <a:pt x="207339" y="13947"/>
                    </a:lnTo>
                    <a:lnTo>
                      <a:pt x="207339" y="20631"/>
                    </a:lnTo>
                    <a:cubicBezTo>
                      <a:pt x="207403" y="24450"/>
                      <a:pt x="204359" y="27597"/>
                      <a:pt x="200540" y="27661"/>
                    </a:cubicBezTo>
                    <a:cubicBezTo>
                      <a:pt x="200502" y="27661"/>
                      <a:pt x="200463" y="27662"/>
                      <a:pt x="200424" y="27662"/>
                    </a:cubicBezTo>
                    <a:lnTo>
                      <a:pt x="41376" y="27662"/>
                    </a:lnTo>
                    <a:cubicBezTo>
                      <a:pt x="37493" y="27662"/>
                      <a:pt x="34345" y="24514"/>
                      <a:pt x="34345" y="20631"/>
                    </a:cubicBezTo>
                    <a:lnTo>
                      <a:pt x="34345" y="13947"/>
                    </a:lnTo>
                    <a:lnTo>
                      <a:pt x="13946" y="13947"/>
                    </a:ln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5421C09E-690A-9547-9414-ACEF2E618D87}"/>
                  </a:ext>
                </a:extLst>
              </p:cNvPr>
              <p:cNvSpPr/>
              <p:nvPr/>
            </p:nvSpPr>
            <p:spPr>
              <a:xfrm>
                <a:off x="5439255" y="2286606"/>
                <a:ext cx="304554" cy="367079"/>
              </a:xfrm>
              <a:custGeom>
                <a:avLst/>
                <a:gdLst>
                  <a:gd name="connsiteX0" fmla="*/ 297006 w 304554"/>
                  <a:gd name="connsiteY0" fmla="*/ 367079 h 367079"/>
                  <a:gd name="connsiteX1" fmla="*/ 7030 w 304554"/>
                  <a:gd name="connsiteY1" fmla="*/ 367079 h 367079"/>
                  <a:gd name="connsiteX2" fmla="*/ 0 w 304554"/>
                  <a:gd name="connsiteY2" fmla="*/ 360049 h 367079"/>
                  <a:gd name="connsiteX3" fmla="*/ 0 w 304554"/>
                  <a:gd name="connsiteY3" fmla="*/ 7030 h 367079"/>
                  <a:gd name="connsiteX4" fmla="*/ 7030 w 304554"/>
                  <a:gd name="connsiteY4" fmla="*/ 0 h 367079"/>
                  <a:gd name="connsiteX5" fmla="*/ 72494 w 304554"/>
                  <a:gd name="connsiteY5" fmla="*/ 0 h 367079"/>
                  <a:gd name="connsiteX6" fmla="*/ 79524 w 304554"/>
                  <a:gd name="connsiteY6" fmla="*/ 7030 h 367079"/>
                  <a:gd name="connsiteX7" fmla="*/ 79524 w 304554"/>
                  <a:gd name="connsiteY7" fmla="*/ 49674 h 367079"/>
                  <a:gd name="connsiteX8" fmla="*/ 224512 w 304554"/>
                  <a:gd name="connsiteY8" fmla="*/ 49674 h 367079"/>
                  <a:gd name="connsiteX9" fmla="*/ 224512 w 304554"/>
                  <a:gd name="connsiteY9" fmla="*/ 7030 h 367079"/>
                  <a:gd name="connsiteX10" fmla="*/ 231542 w 304554"/>
                  <a:gd name="connsiteY10" fmla="*/ 0 h 367079"/>
                  <a:gd name="connsiteX11" fmla="*/ 297006 w 304554"/>
                  <a:gd name="connsiteY11" fmla="*/ 0 h 367079"/>
                  <a:gd name="connsiteX12" fmla="*/ 304036 w 304554"/>
                  <a:gd name="connsiteY12" fmla="*/ 7030 h 367079"/>
                  <a:gd name="connsiteX13" fmla="*/ 304036 w 304554"/>
                  <a:gd name="connsiteY13" fmla="*/ 69497 h 367079"/>
                  <a:gd name="connsiteX14" fmla="*/ 297962 w 304554"/>
                  <a:gd name="connsiteY14" fmla="*/ 77368 h 367079"/>
                  <a:gd name="connsiteX15" fmla="*/ 290091 w 304554"/>
                  <a:gd name="connsiteY15" fmla="*/ 71294 h 367079"/>
                  <a:gd name="connsiteX16" fmla="*/ 290091 w 304554"/>
                  <a:gd name="connsiteY16" fmla="*/ 69497 h 367079"/>
                  <a:gd name="connsiteX17" fmla="*/ 290091 w 304554"/>
                  <a:gd name="connsiteY17" fmla="*/ 14291 h 367079"/>
                  <a:gd name="connsiteX18" fmla="*/ 238457 w 304554"/>
                  <a:gd name="connsiteY18" fmla="*/ 14291 h 367079"/>
                  <a:gd name="connsiteX19" fmla="*/ 238457 w 304554"/>
                  <a:gd name="connsiteY19" fmla="*/ 56589 h 367079"/>
                  <a:gd name="connsiteX20" fmla="*/ 231659 w 304554"/>
                  <a:gd name="connsiteY20" fmla="*/ 63618 h 367079"/>
                  <a:gd name="connsiteX21" fmla="*/ 231542 w 304554"/>
                  <a:gd name="connsiteY21" fmla="*/ 63619 h 367079"/>
                  <a:gd name="connsiteX22" fmla="*/ 72494 w 304554"/>
                  <a:gd name="connsiteY22" fmla="*/ 63619 h 367079"/>
                  <a:gd name="connsiteX23" fmla="*/ 65463 w 304554"/>
                  <a:gd name="connsiteY23" fmla="*/ 56589 h 367079"/>
                  <a:gd name="connsiteX24" fmla="*/ 65463 w 304554"/>
                  <a:gd name="connsiteY24" fmla="*/ 14291 h 367079"/>
                  <a:gd name="connsiteX25" fmla="*/ 13946 w 304554"/>
                  <a:gd name="connsiteY25" fmla="*/ 14291 h 367079"/>
                  <a:gd name="connsiteX26" fmla="*/ 13946 w 304554"/>
                  <a:gd name="connsiteY26" fmla="*/ 352788 h 367079"/>
                  <a:gd name="connsiteX27" fmla="*/ 290552 w 304554"/>
                  <a:gd name="connsiteY27" fmla="*/ 352788 h 367079"/>
                  <a:gd name="connsiteX28" fmla="*/ 290552 w 304554"/>
                  <a:gd name="connsiteY28" fmla="*/ 323744 h 367079"/>
                  <a:gd name="connsiteX29" fmla="*/ 247678 w 304554"/>
                  <a:gd name="connsiteY29" fmla="*/ 280870 h 367079"/>
                  <a:gd name="connsiteX30" fmla="*/ 188207 w 304554"/>
                  <a:gd name="connsiteY30" fmla="*/ 268654 h 367079"/>
                  <a:gd name="connsiteX31" fmla="*/ 188207 w 304554"/>
                  <a:gd name="connsiteY31" fmla="*/ 190744 h 367079"/>
                  <a:gd name="connsiteX32" fmla="*/ 188207 w 304554"/>
                  <a:gd name="connsiteY32" fmla="*/ 190743 h 367079"/>
                  <a:gd name="connsiteX33" fmla="*/ 266116 w 304554"/>
                  <a:gd name="connsiteY33" fmla="*/ 190363 h 367079"/>
                  <a:gd name="connsiteX34" fmla="*/ 278450 w 304554"/>
                  <a:gd name="connsiteY34" fmla="*/ 250098 h 367079"/>
                  <a:gd name="connsiteX35" fmla="*/ 290552 w 304554"/>
                  <a:gd name="connsiteY35" fmla="*/ 261623 h 367079"/>
                  <a:gd name="connsiteX36" fmla="*/ 290552 w 304554"/>
                  <a:gd name="connsiteY36" fmla="*/ 186248 h 367079"/>
                  <a:gd name="connsiteX37" fmla="*/ 296626 w 304554"/>
                  <a:gd name="connsiteY37" fmla="*/ 178377 h 367079"/>
                  <a:gd name="connsiteX38" fmla="*/ 304497 w 304554"/>
                  <a:gd name="connsiteY38" fmla="*/ 184451 h 367079"/>
                  <a:gd name="connsiteX39" fmla="*/ 304497 w 304554"/>
                  <a:gd name="connsiteY39" fmla="*/ 186248 h 367079"/>
                  <a:gd name="connsiteX40" fmla="*/ 304497 w 304554"/>
                  <a:gd name="connsiteY40" fmla="*/ 278450 h 367079"/>
                  <a:gd name="connsiteX41" fmla="*/ 300118 w 304554"/>
                  <a:gd name="connsiteY41" fmla="*/ 284904 h 367079"/>
                  <a:gd name="connsiteX42" fmla="*/ 292511 w 304554"/>
                  <a:gd name="connsiteY42" fmla="*/ 283406 h 367079"/>
                  <a:gd name="connsiteX43" fmla="*/ 265081 w 304554"/>
                  <a:gd name="connsiteY43" fmla="*/ 256552 h 367079"/>
                  <a:gd name="connsiteX44" fmla="*/ 263813 w 304554"/>
                  <a:gd name="connsiteY44" fmla="*/ 248369 h 367079"/>
                  <a:gd name="connsiteX45" fmla="*/ 246189 w 304554"/>
                  <a:gd name="connsiteY45" fmla="*/ 192743 h 367079"/>
                  <a:gd name="connsiteX46" fmla="*/ 190563 w 304554"/>
                  <a:gd name="connsiteY46" fmla="*/ 210367 h 367079"/>
                  <a:gd name="connsiteX47" fmla="*/ 208187 w 304554"/>
                  <a:gd name="connsiteY47" fmla="*/ 265993 h 367079"/>
                  <a:gd name="connsiteX48" fmla="*/ 245488 w 304554"/>
                  <a:gd name="connsiteY48" fmla="*/ 266349 h 367079"/>
                  <a:gd name="connsiteX49" fmla="*/ 253671 w 304554"/>
                  <a:gd name="connsiteY49" fmla="*/ 267616 h 367079"/>
                  <a:gd name="connsiteX50" fmla="*/ 299772 w 304554"/>
                  <a:gd name="connsiteY50" fmla="*/ 313717 h 367079"/>
                  <a:gd name="connsiteX51" fmla="*/ 300809 w 304554"/>
                  <a:gd name="connsiteY51" fmla="*/ 314639 h 367079"/>
                  <a:gd name="connsiteX52" fmla="*/ 303921 w 304554"/>
                  <a:gd name="connsiteY52" fmla="*/ 320402 h 367079"/>
                  <a:gd name="connsiteX53" fmla="*/ 303921 w 304554"/>
                  <a:gd name="connsiteY53" fmla="*/ 360049 h 367079"/>
                  <a:gd name="connsiteX54" fmla="*/ 297006 w 304554"/>
                  <a:gd name="connsiteY54" fmla="*/ 367079 h 36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04554" h="367079">
                    <a:moveTo>
                      <a:pt x="297006" y="367079"/>
                    </a:moveTo>
                    <a:lnTo>
                      <a:pt x="7030" y="367079"/>
                    </a:lnTo>
                    <a:cubicBezTo>
                      <a:pt x="3148" y="367079"/>
                      <a:pt x="0" y="363932"/>
                      <a:pt x="0" y="360049"/>
                    </a:cubicBezTo>
                    <a:lnTo>
                      <a:pt x="0" y="7030"/>
                    </a:lnTo>
                    <a:cubicBezTo>
                      <a:pt x="0" y="3148"/>
                      <a:pt x="3148" y="0"/>
                      <a:pt x="7030" y="0"/>
                    </a:cubicBezTo>
                    <a:lnTo>
                      <a:pt x="72494" y="0"/>
                    </a:lnTo>
                    <a:cubicBezTo>
                      <a:pt x="76377" y="0"/>
                      <a:pt x="79524" y="3148"/>
                      <a:pt x="79524" y="7030"/>
                    </a:cubicBezTo>
                    <a:lnTo>
                      <a:pt x="79524" y="49674"/>
                    </a:lnTo>
                    <a:lnTo>
                      <a:pt x="224512" y="49674"/>
                    </a:lnTo>
                    <a:lnTo>
                      <a:pt x="224512" y="7030"/>
                    </a:lnTo>
                    <a:cubicBezTo>
                      <a:pt x="224512" y="3148"/>
                      <a:pt x="227659" y="0"/>
                      <a:pt x="231542" y="0"/>
                    </a:cubicBezTo>
                    <a:lnTo>
                      <a:pt x="297006" y="0"/>
                    </a:lnTo>
                    <a:cubicBezTo>
                      <a:pt x="300888" y="0"/>
                      <a:pt x="304036" y="3148"/>
                      <a:pt x="304036" y="7030"/>
                    </a:cubicBezTo>
                    <a:lnTo>
                      <a:pt x="304036" y="69497"/>
                    </a:lnTo>
                    <a:cubicBezTo>
                      <a:pt x="304532" y="73348"/>
                      <a:pt x="301813" y="76872"/>
                      <a:pt x="297962" y="77368"/>
                    </a:cubicBezTo>
                    <a:cubicBezTo>
                      <a:pt x="294111" y="77864"/>
                      <a:pt x="290587" y="75145"/>
                      <a:pt x="290091" y="71294"/>
                    </a:cubicBezTo>
                    <a:cubicBezTo>
                      <a:pt x="290014" y="70697"/>
                      <a:pt x="290014" y="70094"/>
                      <a:pt x="290091" y="69497"/>
                    </a:cubicBezTo>
                    <a:lnTo>
                      <a:pt x="290091" y="14291"/>
                    </a:lnTo>
                    <a:lnTo>
                      <a:pt x="238457" y="14291"/>
                    </a:lnTo>
                    <a:lnTo>
                      <a:pt x="238457" y="56589"/>
                    </a:lnTo>
                    <a:cubicBezTo>
                      <a:pt x="238521" y="60408"/>
                      <a:pt x="235477" y="63555"/>
                      <a:pt x="231659" y="63618"/>
                    </a:cubicBezTo>
                    <a:cubicBezTo>
                      <a:pt x="231620" y="63619"/>
                      <a:pt x="231581" y="63619"/>
                      <a:pt x="231542" y="63619"/>
                    </a:cubicBezTo>
                    <a:lnTo>
                      <a:pt x="72494" y="63619"/>
                    </a:lnTo>
                    <a:cubicBezTo>
                      <a:pt x="68611" y="63619"/>
                      <a:pt x="65463" y="60472"/>
                      <a:pt x="65463" y="56589"/>
                    </a:cubicBezTo>
                    <a:lnTo>
                      <a:pt x="65463" y="14291"/>
                    </a:lnTo>
                    <a:lnTo>
                      <a:pt x="13946" y="14291"/>
                    </a:lnTo>
                    <a:lnTo>
                      <a:pt x="13946" y="352788"/>
                    </a:lnTo>
                    <a:lnTo>
                      <a:pt x="290552" y="352788"/>
                    </a:lnTo>
                    <a:lnTo>
                      <a:pt x="290552" y="323744"/>
                    </a:lnTo>
                    <a:lnTo>
                      <a:pt x="247678" y="280870"/>
                    </a:lnTo>
                    <a:cubicBezTo>
                      <a:pt x="227202" y="289138"/>
                      <a:pt x="203766" y="284323"/>
                      <a:pt x="188207" y="268654"/>
                    </a:cubicBezTo>
                    <a:cubicBezTo>
                      <a:pt x="166693" y="247140"/>
                      <a:pt x="166693" y="212258"/>
                      <a:pt x="188207" y="190744"/>
                    </a:cubicBezTo>
                    <a:cubicBezTo>
                      <a:pt x="188207" y="190743"/>
                      <a:pt x="188207" y="190743"/>
                      <a:pt x="188207" y="190743"/>
                    </a:cubicBezTo>
                    <a:cubicBezTo>
                      <a:pt x="209616" y="169124"/>
                      <a:pt x="244497" y="168954"/>
                      <a:pt x="266116" y="190363"/>
                    </a:cubicBezTo>
                    <a:cubicBezTo>
                      <a:pt x="281881" y="205974"/>
                      <a:pt x="286743" y="229519"/>
                      <a:pt x="278450" y="250098"/>
                    </a:cubicBezTo>
                    <a:lnTo>
                      <a:pt x="290552" y="261623"/>
                    </a:lnTo>
                    <a:lnTo>
                      <a:pt x="290552" y="186248"/>
                    </a:lnTo>
                    <a:cubicBezTo>
                      <a:pt x="290055" y="182397"/>
                      <a:pt x="292775" y="178873"/>
                      <a:pt x="296626" y="178377"/>
                    </a:cubicBezTo>
                    <a:cubicBezTo>
                      <a:pt x="300477" y="177881"/>
                      <a:pt x="304001" y="180600"/>
                      <a:pt x="304497" y="184451"/>
                    </a:cubicBezTo>
                    <a:cubicBezTo>
                      <a:pt x="304574" y="185048"/>
                      <a:pt x="304574" y="185652"/>
                      <a:pt x="304497" y="186248"/>
                    </a:cubicBezTo>
                    <a:lnTo>
                      <a:pt x="304497" y="278450"/>
                    </a:lnTo>
                    <a:cubicBezTo>
                      <a:pt x="304506" y="281298"/>
                      <a:pt x="302767" y="283860"/>
                      <a:pt x="300118" y="284904"/>
                    </a:cubicBezTo>
                    <a:cubicBezTo>
                      <a:pt x="297518" y="286041"/>
                      <a:pt x="294486" y="285443"/>
                      <a:pt x="292511" y="283406"/>
                    </a:cubicBezTo>
                    <a:lnTo>
                      <a:pt x="265081" y="256552"/>
                    </a:lnTo>
                    <a:cubicBezTo>
                      <a:pt x="262926" y="254389"/>
                      <a:pt x="262414" y="251083"/>
                      <a:pt x="263813" y="248369"/>
                    </a:cubicBezTo>
                    <a:cubicBezTo>
                      <a:pt x="274307" y="228142"/>
                      <a:pt x="266416" y="203237"/>
                      <a:pt x="246189" y="192743"/>
                    </a:cubicBezTo>
                    <a:cubicBezTo>
                      <a:pt x="225961" y="182249"/>
                      <a:pt x="201057" y="190140"/>
                      <a:pt x="190563" y="210367"/>
                    </a:cubicBezTo>
                    <a:cubicBezTo>
                      <a:pt x="180069" y="230595"/>
                      <a:pt x="187960" y="255499"/>
                      <a:pt x="208187" y="265993"/>
                    </a:cubicBezTo>
                    <a:cubicBezTo>
                      <a:pt x="219854" y="272046"/>
                      <a:pt x="233707" y="272178"/>
                      <a:pt x="245488" y="266349"/>
                    </a:cubicBezTo>
                    <a:cubicBezTo>
                      <a:pt x="248201" y="264950"/>
                      <a:pt x="251508" y="265462"/>
                      <a:pt x="253671" y="267616"/>
                    </a:cubicBezTo>
                    <a:lnTo>
                      <a:pt x="299772" y="313717"/>
                    </a:lnTo>
                    <a:cubicBezTo>
                      <a:pt x="300060" y="314084"/>
                      <a:pt x="300411" y="314396"/>
                      <a:pt x="300809" y="314639"/>
                    </a:cubicBezTo>
                    <a:cubicBezTo>
                      <a:pt x="302732" y="315930"/>
                      <a:pt x="303896" y="318086"/>
                      <a:pt x="303921" y="320402"/>
                    </a:cubicBezTo>
                    <a:lnTo>
                      <a:pt x="303921" y="360049"/>
                    </a:lnTo>
                    <a:cubicBezTo>
                      <a:pt x="303921" y="363887"/>
                      <a:pt x="300843" y="367016"/>
                      <a:pt x="297006" y="367079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9C034302-7055-1E45-823E-5162BD0622C6}"/>
                  </a:ext>
                </a:extLst>
              </p:cNvPr>
              <p:cNvSpPr/>
              <p:nvPr/>
            </p:nvSpPr>
            <p:spPr>
              <a:xfrm>
                <a:off x="5729287" y="2443949"/>
                <a:ext cx="14061" cy="35821"/>
              </a:xfrm>
              <a:custGeom>
                <a:avLst/>
                <a:gdLst>
                  <a:gd name="connsiteX0" fmla="*/ 6974 w 14061"/>
                  <a:gd name="connsiteY0" fmla="*/ 35821 h 35821"/>
                  <a:gd name="connsiteX1" fmla="*/ 58 w 14061"/>
                  <a:gd name="connsiteY1" fmla="*/ 28905 h 35821"/>
                  <a:gd name="connsiteX2" fmla="*/ 58 w 14061"/>
                  <a:gd name="connsiteY2" fmla="*/ 7929 h 35821"/>
                  <a:gd name="connsiteX3" fmla="*/ 6133 w 14061"/>
                  <a:gd name="connsiteY3" fmla="*/ 58 h 35821"/>
                  <a:gd name="connsiteX4" fmla="*/ 14004 w 14061"/>
                  <a:gd name="connsiteY4" fmla="*/ 6133 h 35821"/>
                  <a:gd name="connsiteX5" fmla="*/ 14004 w 14061"/>
                  <a:gd name="connsiteY5" fmla="*/ 7929 h 35821"/>
                  <a:gd name="connsiteX6" fmla="*/ 14004 w 14061"/>
                  <a:gd name="connsiteY6" fmla="*/ 28905 h 35821"/>
                  <a:gd name="connsiteX7" fmla="*/ 7090 w 14061"/>
                  <a:gd name="connsiteY7" fmla="*/ 35822 h 35821"/>
                  <a:gd name="connsiteX8" fmla="*/ 6974 w 14061"/>
                  <a:gd name="connsiteY8" fmla="*/ 35821 h 35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061" h="35821">
                    <a:moveTo>
                      <a:pt x="6974" y="35821"/>
                    </a:moveTo>
                    <a:cubicBezTo>
                      <a:pt x="3154" y="35821"/>
                      <a:pt x="58" y="32725"/>
                      <a:pt x="58" y="28905"/>
                    </a:cubicBezTo>
                    <a:lnTo>
                      <a:pt x="58" y="7929"/>
                    </a:lnTo>
                    <a:cubicBezTo>
                      <a:pt x="-438" y="4079"/>
                      <a:pt x="2282" y="555"/>
                      <a:pt x="6133" y="58"/>
                    </a:cubicBezTo>
                    <a:cubicBezTo>
                      <a:pt x="9984" y="-438"/>
                      <a:pt x="13508" y="2282"/>
                      <a:pt x="14004" y="6133"/>
                    </a:cubicBezTo>
                    <a:cubicBezTo>
                      <a:pt x="14081" y="6729"/>
                      <a:pt x="14081" y="7333"/>
                      <a:pt x="14004" y="7929"/>
                    </a:cubicBezTo>
                    <a:lnTo>
                      <a:pt x="14004" y="28905"/>
                    </a:lnTo>
                    <a:cubicBezTo>
                      <a:pt x="14004" y="32725"/>
                      <a:pt x="10909" y="35821"/>
                      <a:pt x="7090" y="35822"/>
                    </a:cubicBezTo>
                    <a:cubicBezTo>
                      <a:pt x="7051" y="35822"/>
                      <a:pt x="7012" y="35821"/>
                      <a:pt x="6974" y="35821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DA4F88A6-CA2E-284A-A0C1-5A3EE6866457}"/>
                  </a:ext>
                </a:extLst>
              </p:cNvPr>
              <p:cNvSpPr/>
              <p:nvPr/>
            </p:nvSpPr>
            <p:spPr>
              <a:xfrm>
                <a:off x="5729345" y="2396072"/>
                <a:ext cx="13945" cy="37943"/>
              </a:xfrm>
              <a:custGeom>
                <a:avLst/>
                <a:gdLst>
                  <a:gd name="connsiteX0" fmla="*/ 6915 w 13945"/>
                  <a:gd name="connsiteY0" fmla="*/ 37943 h 37943"/>
                  <a:gd name="connsiteX1" fmla="*/ 0 w 13945"/>
                  <a:gd name="connsiteY1" fmla="*/ 31027 h 37943"/>
                  <a:gd name="connsiteX2" fmla="*/ 0 w 13945"/>
                  <a:gd name="connsiteY2" fmla="*/ 6133 h 37943"/>
                  <a:gd name="connsiteX3" fmla="*/ 7871 w 13945"/>
                  <a:gd name="connsiteY3" fmla="*/ 58 h 37943"/>
                  <a:gd name="connsiteX4" fmla="*/ 13946 w 13945"/>
                  <a:gd name="connsiteY4" fmla="*/ 6133 h 37943"/>
                  <a:gd name="connsiteX5" fmla="*/ 13946 w 13945"/>
                  <a:gd name="connsiteY5" fmla="*/ 31027 h 37943"/>
                  <a:gd name="connsiteX6" fmla="*/ 7031 w 13945"/>
                  <a:gd name="connsiteY6" fmla="*/ 37944 h 37943"/>
                  <a:gd name="connsiteX7" fmla="*/ 6915 w 13945"/>
                  <a:gd name="connsiteY7" fmla="*/ 37943 h 37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945" h="37943">
                    <a:moveTo>
                      <a:pt x="6915" y="37943"/>
                    </a:moveTo>
                    <a:cubicBezTo>
                      <a:pt x="3096" y="37943"/>
                      <a:pt x="0" y="34847"/>
                      <a:pt x="0" y="31027"/>
                    </a:cubicBezTo>
                    <a:lnTo>
                      <a:pt x="0" y="6133"/>
                    </a:lnTo>
                    <a:cubicBezTo>
                      <a:pt x="496" y="2282"/>
                      <a:pt x="4020" y="-438"/>
                      <a:pt x="7871" y="58"/>
                    </a:cubicBezTo>
                    <a:cubicBezTo>
                      <a:pt x="11041" y="467"/>
                      <a:pt x="13537" y="2963"/>
                      <a:pt x="13946" y="6133"/>
                    </a:cubicBezTo>
                    <a:lnTo>
                      <a:pt x="13946" y="31027"/>
                    </a:lnTo>
                    <a:cubicBezTo>
                      <a:pt x="13946" y="34847"/>
                      <a:pt x="10850" y="37943"/>
                      <a:pt x="7031" y="37944"/>
                    </a:cubicBezTo>
                    <a:cubicBezTo>
                      <a:pt x="6993" y="37944"/>
                      <a:pt x="6954" y="37943"/>
                      <a:pt x="6915" y="37943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E2C8C8-980E-0F49-A6DA-821C87DA2DE5}"/>
                  </a:ext>
                </a:extLst>
              </p:cNvPr>
              <p:cNvSpPr/>
              <p:nvPr/>
            </p:nvSpPr>
            <p:spPr>
              <a:xfrm>
                <a:off x="5729344" y="2350316"/>
                <a:ext cx="13946" cy="34139"/>
              </a:xfrm>
              <a:custGeom>
                <a:avLst/>
                <a:gdLst>
                  <a:gd name="connsiteX0" fmla="*/ 6916 w 13946"/>
                  <a:gd name="connsiteY0" fmla="*/ 34139 h 34139"/>
                  <a:gd name="connsiteX1" fmla="*/ 0 w 13946"/>
                  <a:gd name="connsiteY1" fmla="*/ 27225 h 34139"/>
                  <a:gd name="connsiteX2" fmla="*/ 1 w 13946"/>
                  <a:gd name="connsiteY2" fmla="*/ 27109 h 34139"/>
                  <a:gd name="connsiteX3" fmla="*/ 1 w 13946"/>
                  <a:gd name="connsiteY3" fmla="*/ 6133 h 34139"/>
                  <a:gd name="connsiteX4" fmla="*/ 7872 w 13946"/>
                  <a:gd name="connsiteY4" fmla="*/ 58 h 34139"/>
                  <a:gd name="connsiteX5" fmla="*/ 13946 w 13946"/>
                  <a:gd name="connsiteY5" fmla="*/ 6133 h 34139"/>
                  <a:gd name="connsiteX6" fmla="*/ 13946 w 13946"/>
                  <a:gd name="connsiteY6" fmla="*/ 27109 h 34139"/>
                  <a:gd name="connsiteX7" fmla="*/ 6916 w 13946"/>
                  <a:gd name="connsiteY7" fmla="*/ 34139 h 34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946" h="34139">
                    <a:moveTo>
                      <a:pt x="6916" y="34139"/>
                    </a:moveTo>
                    <a:cubicBezTo>
                      <a:pt x="3097" y="34140"/>
                      <a:pt x="1" y="31044"/>
                      <a:pt x="0" y="27225"/>
                    </a:cubicBezTo>
                    <a:cubicBezTo>
                      <a:pt x="0" y="27186"/>
                      <a:pt x="0" y="27148"/>
                      <a:pt x="1" y="27109"/>
                    </a:cubicBezTo>
                    <a:lnTo>
                      <a:pt x="1" y="6133"/>
                    </a:lnTo>
                    <a:cubicBezTo>
                      <a:pt x="497" y="2282"/>
                      <a:pt x="4021" y="-438"/>
                      <a:pt x="7872" y="58"/>
                    </a:cubicBezTo>
                    <a:cubicBezTo>
                      <a:pt x="11042" y="467"/>
                      <a:pt x="13538" y="2963"/>
                      <a:pt x="13946" y="6133"/>
                    </a:cubicBezTo>
                    <a:lnTo>
                      <a:pt x="13946" y="27109"/>
                    </a:lnTo>
                    <a:cubicBezTo>
                      <a:pt x="13946" y="30992"/>
                      <a:pt x="10799" y="34139"/>
                      <a:pt x="6916" y="34139"/>
                    </a:cubicBezTo>
                    <a:close/>
                  </a:path>
                </a:pathLst>
              </a:custGeom>
              <a:grpFill/>
              <a:ln w="112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86" name="Graphic 29">
              <a:extLst>
                <a:ext uri="{FF2B5EF4-FFF2-40B4-BE49-F238E27FC236}">
                  <a16:creationId xmlns:a16="http://schemas.microsoft.com/office/drawing/2014/main" id="{31E9562A-D329-4548-9461-E90F780A6CA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575930" y="5153370"/>
              <a:ext cx="366963" cy="417905"/>
              <a:chOff x="5416203" y="2236010"/>
              <a:chExt cx="366963" cy="417905"/>
            </a:xfrm>
            <a:solidFill>
              <a:srgbClr val="FFFFFF"/>
            </a:solidFill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1DEA3038-F3C7-3248-BB10-4B42E0CEC581}"/>
                  </a:ext>
                </a:extLst>
              </p:cNvPr>
              <p:cNvSpPr/>
              <p:nvPr/>
            </p:nvSpPr>
            <p:spPr>
              <a:xfrm>
                <a:off x="5451010" y="2325562"/>
                <a:ext cx="87591" cy="87591"/>
              </a:xfrm>
              <a:custGeom>
                <a:avLst/>
                <a:gdLst>
                  <a:gd name="connsiteX0" fmla="*/ 43911 w 87591"/>
                  <a:gd name="connsiteY0" fmla="*/ 87592 h 87591"/>
                  <a:gd name="connsiteX1" fmla="*/ 0 w 87591"/>
                  <a:gd name="connsiteY1" fmla="*/ 43911 h 87591"/>
                  <a:gd name="connsiteX2" fmla="*/ 43681 w 87591"/>
                  <a:gd name="connsiteY2" fmla="*/ 0 h 87591"/>
                  <a:gd name="connsiteX3" fmla="*/ 87592 w 87591"/>
                  <a:gd name="connsiteY3" fmla="*/ 43681 h 87591"/>
                  <a:gd name="connsiteX4" fmla="*/ 87592 w 87591"/>
                  <a:gd name="connsiteY4" fmla="*/ 43796 h 87591"/>
                  <a:gd name="connsiteX5" fmla="*/ 43911 w 87591"/>
                  <a:gd name="connsiteY5" fmla="*/ 87592 h 87591"/>
                  <a:gd name="connsiteX6" fmla="*/ 43911 w 87591"/>
                  <a:gd name="connsiteY6" fmla="*/ 14176 h 87591"/>
                  <a:gd name="connsiteX7" fmla="*/ 13946 w 87591"/>
                  <a:gd name="connsiteY7" fmla="*/ 43911 h 87591"/>
                  <a:gd name="connsiteX8" fmla="*/ 43681 w 87591"/>
                  <a:gd name="connsiteY8" fmla="*/ 73876 h 87591"/>
                  <a:gd name="connsiteX9" fmla="*/ 73646 w 87591"/>
                  <a:gd name="connsiteY9" fmla="*/ 44141 h 87591"/>
                  <a:gd name="connsiteX10" fmla="*/ 73646 w 87591"/>
                  <a:gd name="connsiteY10" fmla="*/ 43911 h 87591"/>
                  <a:gd name="connsiteX11" fmla="*/ 43911 w 87591"/>
                  <a:gd name="connsiteY11" fmla="*/ 14176 h 8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591" h="87591">
                    <a:moveTo>
                      <a:pt x="43911" y="87592"/>
                    </a:moveTo>
                    <a:cubicBezTo>
                      <a:pt x="19723" y="87655"/>
                      <a:pt x="64" y="68099"/>
                      <a:pt x="0" y="43911"/>
                    </a:cubicBezTo>
                    <a:cubicBezTo>
                      <a:pt x="-63" y="19723"/>
                      <a:pt x="19493" y="64"/>
                      <a:pt x="43681" y="0"/>
                    </a:cubicBezTo>
                    <a:cubicBezTo>
                      <a:pt x="67868" y="-63"/>
                      <a:pt x="87528" y="19493"/>
                      <a:pt x="87592" y="43681"/>
                    </a:cubicBezTo>
                    <a:cubicBezTo>
                      <a:pt x="87592" y="43719"/>
                      <a:pt x="87592" y="43757"/>
                      <a:pt x="87592" y="43796"/>
                    </a:cubicBezTo>
                    <a:cubicBezTo>
                      <a:pt x="87592" y="67939"/>
                      <a:pt x="68054" y="87528"/>
                      <a:pt x="43911" y="87592"/>
                    </a:cubicBezTo>
                    <a:close/>
                    <a:moveTo>
                      <a:pt x="43911" y="14176"/>
                    </a:moveTo>
                    <a:cubicBezTo>
                      <a:pt x="27425" y="14112"/>
                      <a:pt x="14010" y="27425"/>
                      <a:pt x="13946" y="43911"/>
                    </a:cubicBezTo>
                    <a:cubicBezTo>
                      <a:pt x="13882" y="60397"/>
                      <a:pt x="27195" y="73813"/>
                      <a:pt x="43681" y="73876"/>
                    </a:cubicBezTo>
                    <a:cubicBezTo>
                      <a:pt x="60167" y="73940"/>
                      <a:pt x="73583" y="60627"/>
                      <a:pt x="73646" y="44141"/>
                    </a:cubicBezTo>
                    <a:cubicBezTo>
                      <a:pt x="73647" y="44064"/>
                      <a:pt x="73647" y="43988"/>
                      <a:pt x="73646" y="43911"/>
                    </a:cubicBezTo>
                    <a:cubicBezTo>
                      <a:pt x="73583" y="27515"/>
                      <a:pt x="60307" y="14239"/>
                      <a:pt x="43911" y="14176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2634755E-120A-CE4C-90CE-8BBBDF8B51EC}"/>
                  </a:ext>
                </a:extLst>
              </p:cNvPr>
              <p:cNvSpPr/>
              <p:nvPr/>
            </p:nvSpPr>
            <p:spPr>
              <a:xfrm>
                <a:off x="5564739" y="2399150"/>
                <a:ext cx="78949" cy="14061"/>
              </a:xfrm>
              <a:custGeom>
                <a:avLst/>
                <a:gdLst>
                  <a:gd name="connsiteX0" fmla="*/ 71020 w 78949"/>
                  <a:gd name="connsiteY0" fmla="*/ 14004 h 14061"/>
                  <a:gd name="connsiteX1" fmla="*/ 6133 w 78949"/>
                  <a:gd name="connsiteY1" fmla="*/ 14004 h 14061"/>
                  <a:gd name="connsiteX2" fmla="*/ 58 w 78949"/>
                  <a:gd name="connsiteY2" fmla="*/ 6133 h 14061"/>
                  <a:gd name="connsiteX3" fmla="*/ 6133 w 78949"/>
                  <a:gd name="connsiteY3" fmla="*/ 58 h 14061"/>
                  <a:gd name="connsiteX4" fmla="*/ 71020 w 78949"/>
                  <a:gd name="connsiteY4" fmla="*/ 58 h 14061"/>
                  <a:gd name="connsiteX5" fmla="*/ 78891 w 78949"/>
                  <a:gd name="connsiteY5" fmla="*/ 6133 h 14061"/>
                  <a:gd name="connsiteX6" fmla="*/ 72817 w 78949"/>
                  <a:gd name="connsiteY6" fmla="*/ 14004 h 14061"/>
                  <a:gd name="connsiteX7" fmla="*/ 71020 w 78949"/>
                  <a:gd name="connsiteY7" fmla="*/ 14004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949" h="14061">
                    <a:moveTo>
                      <a:pt x="71020" y="14004"/>
                    </a:moveTo>
                    <a:lnTo>
                      <a:pt x="6133" y="14004"/>
                    </a:lnTo>
                    <a:cubicBezTo>
                      <a:pt x="2282" y="13508"/>
                      <a:pt x="-438" y="9984"/>
                      <a:pt x="58" y="6133"/>
                    </a:cubicBezTo>
                    <a:cubicBezTo>
                      <a:pt x="467" y="2963"/>
                      <a:pt x="2963" y="467"/>
                      <a:pt x="6133" y="58"/>
                    </a:cubicBezTo>
                    <a:lnTo>
                      <a:pt x="71020" y="58"/>
                    </a:lnTo>
                    <a:cubicBezTo>
                      <a:pt x="74871" y="-438"/>
                      <a:pt x="78395" y="2282"/>
                      <a:pt x="78891" y="6133"/>
                    </a:cubicBezTo>
                    <a:cubicBezTo>
                      <a:pt x="79387" y="9984"/>
                      <a:pt x="76668" y="13508"/>
                      <a:pt x="72817" y="14004"/>
                    </a:cubicBezTo>
                    <a:cubicBezTo>
                      <a:pt x="72220" y="14081"/>
                      <a:pt x="71616" y="14081"/>
                      <a:pt x="71020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1E21757-8814-0140-B70A-DE0CC9F04EB2}"/>
                  </a:ext>
                </a:extLst>
              </p:cNvPr>
              <p:cNvSpPr/>
              <p:nvPr/>
            </p:nvSpPr>
            <p:spPr>
              <a:xfrm>
                <a:off x="5453338" y="2443407"/>
                <a:ext cx="160385" cy="14062"/>
              </a:xfrm>
              <a:custGeom>
                <a:avLst/>
                <a:gdLst>
                  <a:gd name="connsiteX0" fmla="*/ 152456 w 160385"/>
                  <a:gd name="connsiteY0" fmla="*/ 14004 h 14062"/>
                  <a:gd name="connsiteX1" fmla="*/ 7929 w 160385"/>
                  <a:gd name="connsiteY1" fmla="*/ 14004 h 14062"/>
                  <a:gd name="connsiteX2" fmla="*/ 58 w 160385"/>
                  <a:gd name="connsiteY2" fmla="*/ 7929 h 14062"/>
                  <a:gd name="connsiteX3" fmla="*/ 6133 w 160385"/>
                  <a:gd name="connsiteY3" fmla="*/ 58 h 14062"/>
                  <a:gd name="connsiteX4" fmla="*/ 7929 w 160385"/>
                  <a:gd name="connsiteY4" fmla="*/ 58 h 14062"/>
                  <a:gd name="connsiteX5" fmla="*/ 152456 w 160385"/>
                  <a:gd name="connsiteY5" fmla="*/ 58 h 14062"/>
                  <a:gd name="connsiteX6" fmla="*/ 160327 w 160385"/>
                  <a:gd name="connsiteY6" fmla="*/ 6133 h 14062"/>
                  <a:gd name="connsiteX7" fmla="*/ 154253 w 160385"/>
                  <a:gd name="connsiteY7" fmla="*/ 14004 h 14062"/>
                  <a:gd name="connsiteX8" fmla="*/ 152456 w 160385"/>
                  <a:gd name="connsiteY8" fmla="*/ 14004 h 14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385" h="14062">
                    <a:moveTo>
                      <a:pt x="152456" y="14004"/>
                    </a:moveTo>
                    <a:lnTo>
                      <a:pt x="7929" y="14004"/>
                    </a:lnTo>
                    <a:cubicBezTo>
                      <a:pt x="4079" y="14500"/>
                      <a:pt x="555" y="11780"/>
                      <a:pt x="58" y="7929"/>
                    </a:cubicBezTo>
                    <a:cubicBezTo>
                      <a:pt x="-438" y="4079"/>
                      <a:pt x="2282" y="555"/>
                      <a:pt x="6133" y="58"/>
                    </a:cubicBezTo>
                    <a:cubicBezTo>
                      <a:pt x="6729" y="-18"/>
                      <a:pt x="7333" y="-18"/>
                      <a:pt x="7929" y="58"/>
                    </a:cubicBezTo>
                    <a:lnTo>
                      <a:pt x="152456" y="58"/>
                    </a:lnTo>
                    <a:cubicBezTo>
                      <a:pt x="156307" y="-438"/>
                      <a:pt x="159831" y="2282"/>
                      <a:pt x="160327" y="6133"/>
                    </a:cubicBezTo>
                    <a:cubicBezTo>
                      <a:pt x="160823" y="9984"/>
                      <a:pt x="158104" y="13508"/>
                      <a:pt x="154253" y="14004"/>
                    </a:cubicBezTo>
                    <a:cubicBezTo>
                      <a:pt x="153656" y="14081"/>
                      <a:pt x="153053" y="14081"/>
                      <a:pt x="152456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5CA54DFB-B9F3-A64C-8640-9EA71F5F27FB}"/>
                  </a:ext>
                </a:extLst>
              </p:cNvPr>
              <p:cNvSpPr/>
              <p:nvPr/>
            </p:nvSpPr>
            <p:spPr>
              <a:xfrm>
                <a:off x="5453338" y="2485128"/>
                <a:ext cx="121776" cy="14062"/>
              </a:xfrm>
              <a:custGeom>
                <a:avLst/>
                <a:gdLst>
                  <a:gd name="connsiteX0" fmla="*/ 113847 w 121776"/>
                  <a:gd name="connsiteY0" fmla="*/ 14004 h 14062"/>
                  <a:gd name="connsiteX1" fmla="*/ 7929 w 121776"/>
                  <a:gd name="connsiteY1" fmla="*/ 14004 h 14062"/>
                  <a:gd name="connsiteX2" fmla="*/ 58 w 121776"/>
                  <a:gd name="connsiteY2" fmla="*/ 7929 h 14062"/>
                  <a:gd name="connsiteX3" fmla="*/ 6133 w 121776"/>
                  <a:gd name="connsiteY3" fmla="*/ 58 h 14062"/>
                  <a:gd name="connsiteX4" fmla="*/ 7929 w 121776"/>
                  <a:gd name="connsiteY4" fmla="*/ 58 h 14062"/>
                  <a:gd name="connsiteX5" fmla="*/ 113847 w 121776"/>
                  <a:gd name="connsiteY5" fmla="*/ 58 h 14062"/>
                  <a:gd name="connsiteX6" fmla="*/ 121718 w 121776"/>
                  <a:gd name="connsiteY6" fmla="*/ 6133 h 14062"/>
                  <a:gd name="connsiteX7" fmla="*/ 115643 w 121776"/>
                  <a:gd name="connsiteY7" fmla="*/ 14004 h 14062"/>
                  <a:gd name="connsiteX8" fmla="*/ 113847 w 121776"/>
                  <a:gd name="connsiteY8" fmla="*/ 14004 h 14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776" h="14062">
                    <a:moveTo>
                      <a:pt x="113847" y="14004"/>
                    </a:moveTo>
                    <a:lnTo>
                      <a:pt x="7929" y="14004"/>
                    </a:lnTo>
                    <a:cubicBezTo>
                      <a:pt x="4079" y="14500"/>
                      <a:pt x="555" y="11780"/>
                      <a:pt x="58" y="7929"/>
                    </a:cubicBezTo>
                    <a:cubicBezTo>
                      <a:pt x="-438" y="4079"/>
                      <a:pt x="2282" y="555"/>
                      <a:pt x="6133" y="58"/>
                    </a:cubicBezTo>
                    <a:cubicBezTo>
                      <a:pt x="6729" y="-18"/>
                      <a:pt x="7333" y="-18"/>
                      <a:pt x="7929" y="58"/>
                    </a:cubicBezTo>
                    <a:lnTo>
                      <a:pt x="113847" y="58"/>
                    </a:lnTo>
                    <a:cubicBezTo>
                      <a:pt x="117697" y="-438"/>
                      <a:pt x="121222" y="2282"/>
                      <a:pt x="121718" y="6133"/>
                    </a:cubicBezTo>
                    <a:cubicBezTo>
                      <a:pt x="122214" y="9984"/>
                      <a:pt x="119494" y="13508"/>
                      <a:pt x="115643" y="14004"/>
                    </a:cubicBezTo>
                    <a:cubicBezTo>
                      <a:pt x="115047" y="14081"/>
                      <a:pt x="114443" y="14081"/>
                      <a:pt x="113847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6C44FB4B-23BC-9E42-8ECA-206FE57DEC0A}"/>
                  </a:ext>
                </a:extLst>
              </p:cNvPr>
              <p:cNvSpPr/>
              <p:nvPr/>
            </p:nvSpPr>
            <p:spPr>
              <a:xfrm>
                <a:off x="5453338" y="2526965"/>
                <a:ext cx="108060" cy="14062"/>
              </a:xfrm>
              <a:custGeom>
                <a:avLst/>
                <a:gdLst>
                  <a:gd name="connsiteX0" fmla="*/ 100131 w 108060"/>
                  <a:gd name="connsiteY0" fmla="*/ 14004 h 14062"/>
                  <a:gd name="connsiteX1" fmla="*/ 7929 w 108060"/>
                  <a:gd name="connsiteY1" fmla="*/ 14004 h 14062"/>
                  <a:gd name="connsiteX2" fmla="*/ 58 w 108060"/>
                  <a:gd name="connsiteY2" fmla="*/ 7929 h 14062"/>
                  <a:gd name="connsiteX3" fmla="*/ 6133 w 108060"/>
                  <a:gd name="connsiteY3" fmla="*/ 58 h 14062"/>
                  <a:gd name="connsiteX4" fmla="*/ 7929 w 108060"/>
                  <a:gd name="connsiteY4" fmla="*/ 58 h 14062"/>
                  <a:gd name="connsiteX5" fmla="*/ 100131 w 108060"/>
                  <a:gd name="connsiteY5" fmla="*/ 58 h 14062"/>
                  <a:gd name="connsiteX6" fmla="*/ 108003 w 108060"/>
                  <a:gd name="connsiteY6" fmla="*/ 6133 h 14062"/>
                  <a:gd name="connsiteX7" fmla="*/ 101928 w 108060"/>
                  <a:gd name="connsiteY7" fmla="*/ 14004 h 14062"/>
                  <a:gd name="connsiteX8" fmla="*/ 100131 w 108060"/>
                  <a:gd name="connsiteY8" fmla="*/ 14004 h 14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060" h="14062">
                    <a:moveTo>
                      <a:pt x="100131" y="14004"/>
                    </a:moveTo>
                    <a:lnTo>
                      <a:pt x="7929" y="14004"/>
                    </a:lnTo>
                    <a:cubicBezTo>
                      <a:pt x="4079" y="14500"/>
                      <a:pt x="555" y="11780"/>
                      <a:pt x="58" y="7929"/>
                    </a:cubicBezTo>
                    <a:cubicBezTo>
                      <a:pt x="-438" y="4079"/>
                      <a:pt x="2282" y="555"/>
                      <a:pt x="6133" y="58"/>
                    </a:cubicBezTo>
                    <a:cubicBezTo>
                      <a:pt x="6729" y="-18"/>
                      <a:pt x="7333" y="-18"/>
                      <a:pt x="7929" y="58"/>
                    </a:cubicBezTo>
                    <a:lnTo>
                      <a:pt x="100131" y="58"/>
                    </a:lnTo>
                    <a:cubicBezTo>
                      <a:pt x="103982" y="-438"/>
                      <a:pt x="107506" y="2282"/>
                      <a:pt x="108003" y="6133"/>
                    </a:cubicBezTo>
                    <a:cubicBezTo>
                      <a:pt x="108499" y="9984"/>
                      <a:pt x="105779" y="13508"/>
                      <a:pt x="101928" y="14004"/>
                    </a:cubicBezTo>
                    <a:cubicBezTo>
                      <a:pt x="101332" y="14081"/>
                      <a:pt x="100728" y="14081"/>
                      <a:pt x="100131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FD425EAE-C2B4-C147-A052-B99D683F304E}"/>
                  </a:ext>
                </a:extLst>
              </p:cNvPr>
              <p:cNvSpPr/>
              <p:nvPr/>
            </p:nvSpPr>
            <p:spPr>
              <a:xfrm>
                <a:off x="5453338" y="2568686"/>
                <a:ext cx="108060" cy="14062"/>
              </a:xfrm>
              <a:custGeom>
                <a:avLst/>
                <a:gdLst>
                  <a:gd name="connsiteX0" fmla="*/ 100131 w 108060"/>
                  <a:gd name="connsiteY0" fmla="*/ 14004 h 14062"/>
                  <a:gd name="connsiteX1" fmla="*/ 7929 w 108060"/>
                  <a:gd name="connsiteY1" fmla="*/ 14004 h 14062"/>
                  <a:gd name="connsiteX2" fmla="*/ 58 w 108060"/>
                  <a:gd name="connsiteY2" fmla="*/ 7929 h 14062"/>
                  <a:gd name="connsiteX3" fmla="*/ 6133 w 108060"/>
                  <a:gd name="connsiteY3" fmla="*/ 58 h 14062"/>
                  <a:gd name="connsiteX4" fmla="*/ 7929 w 108060"/>
                  <a:gd name="connsiteY4" fmla="*/ 58 h 14062"/>
                  <a:gd name="connsiteX5" fmla="*/ 100131 w 108060"/>
                  <a:gd name="connsiteY5" fmla="*/ 58 h 14062"/>
                  <a:gd name="connsiteX6" fmla="*/ 108003 w 108060"/>
                  <a:gd name="connsiteY6" fmla="*/ 6133 h 14062"/>
                  <a:gd name="connsiteX7" fmla="*/ 101928 w 108060"/>
                  <a:gd name="connsiteY7" fmla="*/ 14004 h 14062"/>
                  <a:gd name="connsiteX8" fmla="*/ 100131 w 108060"/>
                  <a:gd name="connsiteY8" fmla="*/ 14004 h 14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060" h="14062">
                    <a:moveTo>
                      <a:pt x="100131" y="14004"/>
                    </a:moveTo>
                    <a:lnTo>
                      <a:pt x="7929" y="14004"/>
                    </a:lnTo>
                    <a:cubicBezTo>
                      <a:pt x="4079" y="14500"/>
                      <a:pt x="555" y="11780"/>
                      <a:pt x="58" y="7929"/>
                    </a:cubicBezTo>
                    <a:cubicBezTo>
                      <a:pt x="-438" y="4079"/>
                      <a:pt x="2282" y="555"/>
                      <a:pt x="6133" y="58"/>
                    </a:cubicBezTo>
                    <a:cubicBezTo>
                      <a:pt x="6729" y="-18"/>
                      <a:pt x="7333" y="-18"/>
                      <a:pt x="7929" y="58"/>
                    </a:cubicBezTo>
                    <a:lnTo>
                      <a:pt x="100131" y="58"/>
                    </a:lnTo>
                    <a:cubicBezTo>
                      <a:pt x="103982" y="-438"/>
                      <a:pt x="107506" y="2282"/>
                      <a:pt x="108003" y="6133"/>
                    </a:cubicBezTo>
                    <a:cubicBezTo>
                      <a:pt x="108499" y="9984"/>
                      <a:pt x="105779" y="13508"/>
                      <a:pt x="101928" y="14004"/>
                    </a:cubicBezTo>
                    <a:cubicBezTo>
                      <a:pt x="101332" y="14081"/>
                      <a:pt x="100728" y="14081"/>
                      <a:pt x="100131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8260099-A7C9-984D-8B15-F7855ACB46F2}"/>
                  </a:ext>
                </a:extLst>
              </p:cNvPr>
              <p:cNvSpPr/>
              <p:nvPr/>
            </p:nvSpPr>
            <p:spPr>
              <a:xfrm>
                <a:off x="5564739" y="2365496"/>
                <a:ext cx="78949" cy="14061"/>
              </a:xfrm>
              <a:custGeom>
                <a:avLst/>
                <a:gdLst>
                  <a:gd name="connsiteX0" fmla="*/ 71020 w 78949"/>
                  <a:gd name="connsiteY0" fmla="*/ 14004 h 14061"/>
                  <a:gd name="connsiteX1" fmla="*/ 6133 w 78949"/>
                  <a:gd name="connsiteY1" fmla="*/ 14004 h 14061"/>
                  <a:gd name="connsiteX2" fmla="*/ 58 w 78949"/>
                  <a:gd name="connsiteY2" fmla="*/ 6133 h 14061"/>
                  <a:gd name="connsiteX3" fmla="*/ 6133 w 78949"/>
                  <a:gd name="connsiteY3" fmla="*/ 58 h 14061"/>
                  <a:gd name="connsiteX4" fmla="*/ 71020 w 78949"/>
                  <a:gd name="connsiteY4" fmla="*/ 58 h 14061"/>
                  <a:gd name="connsiteX5" fmla="*/ 78891 w 78949"/>
                  <a:gd name="connsiteY5" fmla="*/ 6133 h 14061"/>
                  <a:gd name="connsiteX6" fmla="*/ 72817 w 78949"/>
                  <a:gd name="connsiteY6" fmla="*/ 14004 h 14061"/>
                  <a:gd name="connsiteX7" fmla="*/ 71020 w 78949"/>
                  <a:gd name="connsiteY7" fmla="*/ 14004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949" h="14061">
                    <a:moveTo>
                      <a:pt x="71020" y="14004"/>
                    </a:moveTo>
                    <a:lnTo>
                      <a:pt x="6133" y="14004"/>
                    </a:lnTo>
                    <a:cubicBezTo>
                      <a:pt x="2282" y="13508"/>
                      <a:pt x="-438" y="9984"/>
                      <a:pt x="58" y="6133"/>
                    </a:cubicBezTo>
                    <a:cubicBezTo>
                      <a:pt x="467" y="2963"/>
                      <a:pt x="2963" y="467"/>
                      <a:pt x="6133" y="58"/>
                    </a:cubicBezTo>
                    <a:lnTo>
                      <a:pt x="71020" y="58"/>
                    </a:lnTo>
                    <a:cubicBezTo>
                      <a:pt x="74871" y="-438"/>
                      <a:pt x="78395" y="2282"/>
                      <a:pt x="78891" y="6133"/>
                    </a:cubicBezTo>
                    <a:cubicBezTo>
                      <a:pt x="79387" y="9984"/>
                      <a:pt x="76668" y="13508"/>
                      <a:pt x="72817" y="14004"/>
                    </a:cubicBezTo>
                    <a:cubicBezTo>
                      <a:pt x="72220" y="14081"/>
                      <a:pt x="71616" y="14081"/>
                      <a:pt x="71020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EAFDE49-78B5-9C4A-9778-813D6944EA1F}"/>
                  </a:ext>
                </a:extLst>
              </p:cNvPr>
              <p:cNvSpPr/>
              <p:nvPr/>
            </p:nvSpPr>
            <p:spPr>
              <a:xfrm>
                <a:off x="5564739" y="2331842"/>
                <a:ext cx="78949" cy="14061"/>
              </a:xfrm>
              <a:custGeom>
                <a:avLst/>
                <a:gdLst>
                  <a:gd name="connsiteX0" fmla="*/ 71020 w 78949"/>
                  <a:gd name="connsiteY0" fmla="*/ 14004 h 14061"/>
                  <a:gd name="connsiteX1" fmla="*/ 6133 w 78949"/>
                  <a:gd name="connsiteY1" fmla="*/ 14004 h 14061"/>
                  <a:gd name="connsiteX2" fmla="*/ 58 w 78949"/>
                  <a:gd name="connsiteY2" fmla="*/ 6133 h 14061"/>
                  <a:gd name="connsiteX3" fmla="*/ 6133 w 78949"/>
                  <a:gd name="connsiteY3" fmla="*/ 58 h 14061"/>
                  <a:gd name="connsiteX4" fmla="*/ 71020 w 78949"/>
                  <a:gd name="connsiteY4" fmla="*/ 58 h 14061"/>
                  <a:gd name="connsiteX5" fmla="*/ 78891 w 78949"/>
                  <a:gd name="connsiteY5" fmla="*/ 6133 h 14061"/>
                  <a:gd name="connsiteX6" fmla="*/ 72817 w 78949"/>
                  <a:gd name="connsiteY6" fmla="*/ 14004 h 14061"/>
                  <a:gd name="connsiteX7" fmla="*/ 71020 w 78949"/>
                  <a:gd name="connsiteY7" fmla="*/ 14004 h 1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949" h="14061">
                    <a:moveTo>
                      <a:pt x="71020" y="14004"/>
                    </a:moveTo>
                    <a:lnTo>
                      <a:pt x="6133" y="14004"/>
                    </a:lnTo>
                    <a:cubicBezTo>
                      <a:pt x="2282" y="13508"/>
                      <a:pt x="-438" y="9984"/>
                      <a:pt x="58" y="6133"/>
                    </a:cubicBezTo>
                    <a:cubicBezTo>
                      <a:pt x="467" y="2963"/>
                      <a:pt x="2963" y="467"/>
                      <a:pt x="6133" y="58"/>
                    </a:cubicBezTo>
                    <a:lnTo>
                      <a:pt x="71020" y="58"/>
                    </a:lnTo>
                    <a:cubicBezTo>
                      <a:pt x="74871" y="-438"/>
                      <a:pt x="78395" y="2282"/>
                      <a:pt x="78891" y="6133"/>
                    </a:cubicBezTo>
                    <a:cubicBezTo>
                      <a:pt x="79387" y="9984"/>
                      <a:pt x="76668" y="13508"/>
                      <a:pt x="72817" y="14004"/>
                    </a:cubicBezTo>
                    <a:cubicBezTo>
                      <a:pt x="72220" y="14081"/>
                      <a:pt x="71616" y="14081"/>
                      <a:pt x="71020" y="14004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BE53CEE-39DB-014D-8E66-603190B880AF}"/>
                  </a:ext>
                </a:extLst>
              </p:cNvPr>
              <p:cNvSpPr/>
              <p:nvPr/>
            </p:nvSpPr>
            <p:spPr>
              <a:xfrm>
                <a:off x="5574676" y="2443465"/>
                <a:ext cx="208491" cy="208491"/>
              </a:xfrm>
              <a:custGeom>
                <a:avLst/>
                <a:gdLst>
                  <a:gd name="connsiteX0" fmla="*/ 126432 w 208491"/>
                  <a:gd name="connsiteY0" fmla="*/ 208492 h 208491"/>
                  <a:gd name="connsiteX1" fmla="*/ 82060 w 208491"/>
                  <a:gd name="connsiteY1" fmla="*/ 208492 h 208491"/>
                  <a:gd name="connsiteX2" fmla="*/ 75029 w 208491"/>
                  <a:gd name="connsiteY2" fmla="*/ 201461 h 208491"/>
                  <a:gd name="connsiteX3" fmla="*/ 75029 w 208491"/>
                  <a:gd name="connsiteY3" fmla="*/ 180601 h 208491"/>
                  <a:gd name="connsiteX4" fmla="*/ 70880 w 208491"/>
                  <a:gd name="connsiteY4" fmla="*/ 178757 h 208491"/>
                  <a:gd name="connsiteX5" fmla="*/ 56128 w 208491"/>
                  <a:gd name="connsiteY5" fmla="*/ 193624 h 208491"/>
                  <a:gd name="connsiteX6" fmla="*/ 46216 w 208491"/>
                  <a:gd name="connsiteY6" fmla="*/ 193624 h 208491"/>
                  <a:gd name="connsiteX7" fmla="*/ 14407 w 208491"/>
                  <a:gd name="connsiteY7" fmla="*/ 162276 h 208491"/>
                  <a:gd name="connsiteX8" fmla="*/ 12332 w 208491"/>
                  <a:gd name="connsiteY8" fmla="*/ 157320 h 208491"/>
                  <a:gd name="connsiteX9" fmla="*/ 14407 w 208491"/>
                  <a:gd name="connsiteY9" fmla="*/ 152364 h 208491"/>
                  <a:gd name="connsiteX10" fmla="*/ 29159 w 208491"/>
                  <a:gd name="connsiteY10" fmla="*/ 137611 h 208491"/>
                  <a:gd name="connsiteX11" fmla="*/ 27430 w 208491"/>
                  <a:gd name="connsiteY11" fmla="*/ 133347 h 208491"/>
                  <a:gd name="connsiteX12" fmla="*/ 7030 w 208491"/>
                  <a:gd name="connsiteY12" fmla="*/ 133347 h 208491"/>
                  <a:gd name="connsiteX13" fmla="*/ 1 w 208491"/>
                  <a:gd name="connsiteY13" fmla="*/ 126548 h 208491"/>
                  <a:gd name="connsiteX14" fmla="*/ 0 w 208491"/>
                  <a:gd name="connsiteY14" fmla="*/ 126432 h 208491"/>
                  <a:gd name="connsiteX15" fmla="*/ 0 w 208491"/>
                  <a:gd name="connsiteY15" fmla="*/ 82060 h 208491"/>
                  <a:gd name="connsiteX16" fmla="*/ 7030 w 208491"/>
                  <a:gd name="connsiteY16" fmla="*/ 75029 h 208491"/>
                  <a:gd name="connsiteX17" fmla="*/ 27891 w 208491"/>
                  <a:gd name="connsiteY17" fmla="*/ 75029 h 208491"/>
                  <a:gd name="connsiteX18" fmla="*/ 29620 w 208491"/>
                  <a:gd name="connsiteY18" fmla="*/ 70880 h 208491"/>
                  <a:gd name="connsiteX19" fmla="*/ 14407 w 208491"/>
                  <a:gd name="connsiteY19" fmla="*/ 56013 h 208491"/>
                  <a:gd name="connsiteX20" fmla="*/ 14107 w 208491"/>
                  <a:gd name="connsiteY20" fmla="*/ 46401 h 208491"/>
                  <a:gd name="connsiteX21" fmla="*/ 14407 w 208491"/>
                  <a:gd name="connsiteY21" fmla="*/ 46101 h 208491"/>
                  <a:gd name="connsiteX22" fmla="*/ 45755 w 208491"/>
                  <a:gd name="connsiteY22" fmla="*/ 14752 h 208491"/>
                  <a:gd name="connsiteX23" fmla="*/ 50711 w 208491"/>
                  <a:gd name="connsiteY23" fmla="*/ 12678 h 208491"/>
                  <a:gd name="connsiteX24" fmla="*/ 55667 w 208491"/>
                  <a:gd name="connsiteY24" fmla="*/ 14752 h 208491"/>
                  <a:gd name="connsiteX25" fmla="*/ 70419 w 208491"/>
                  <a:gd name="connsiteY25" fmla="*/ 29505 h 208491"/>
                  <a:gd name="connsiteX26" fmla="*/ 74568 w 208491"/>
                  <a:gd name="connsiteY26" fmla="*/ 27776 h 208491"/>
                  <a:gd name="connsiteX27" fmla="*/ 74568 w 208491"/>
                  <a:gd name="connsiteY27" fmla="*/ 6915 h 208491"/>
                  <a:gd name="connsiteX28" fmla="*/ 81599 w 208491"/>
                  <a:gd name="connsiteY28" fmla="*/ 0 h 208491"/>
                  <a:gd name="connsiteX29" fmla="*/ 125971 w 208491"/>
                  <a:gd name="connsiteY29" fmla="*/ 0 h 208491"/>
                  <a:gd name="connsiteX30" fmla="*/ 132886 w 208491"/>
                  <a:gd name="connsiteY30" fmla="*/ 6915 h 208491"/>
                  <a:gd name="connsiteX31" fmla="*/ 132886 w 208491"/>
                  <a:gd name="connsiteY31" fmla="*/ 27891 h 208491"/>
                  <a:gd name="connsiteX32" fmla="*/ 137151 w 208491"/>
                  <a:gd name="connsiteY32" fmla="*/ 29620 h 208491"/>
                  <a:gd name="connsiteX33" fmla="*/ 152710 w 208491"/>
                  <a:gd name="connsiteY33" fmla="*/ 14868 h 208491"/>
                  <a:gd name="connsiteX34" fmla="*/ 162488 w 208491"/>
                  <a:gd name="connsiteY34" fmla="*/ 14734 h 208491"/>
                  <a:gd name="connsiteX35" fmla="*/ 162621 w 208491"/>
                  <a:gd name="connsiteY35" fmla="*/ 14868 h 208491"/>
                  <a:gd name="connsiteX36" fmla="*/ 193624 w 208491"/>
                  <a:gd name="connsiteY36" fmla="*/ 46101 h 208491"/>
                  <a:gd name="connsiteX37" fmla="*/ 193806 w 208491"/>
                  <a:gd name="connsiteY37" fmla="*/ 55716 h 208491"/>
                  <a:gd name="connsiteX38" fmla="*/ 193624 w 208491"/>
                  <a:gd name="connsiteY38" fmla="*/ 55897 h 208491"/>
                  <a:gd name="connsiteX39" fmla="*/ 178872 w 208491"/>
                  <a:gd name="connsiteY39" fmla="*/ 70765 h 208491"/>
                  <a:gd name="connsiteX40" fmla="*/ 180601 w 208491"/>
                  <a:gd name="connsiteY40" fmla="*/ 74914 h 208491"/>
                  <a:gd name="connsiteX41" fmla="*/ 201461 w 208491"/>
                  <a:gd name="connsiteY41" fmla="*/ 74914 h 208491"/>
                  <a:gd name="connsiteX42" fmla="*/ 208492 w 208491"/>
                  <a:gd name="connsiteY42" fmla="*/ 81945 h 208491"/>
                  <a:gd name="connsiteX43" fmla="*/ 208492 w 208491"/>
                  <a:gd name="connsiteY43" fmla="*/ 126778 h 208491"/>
                  <a:gd name="connsiteX44" fmla="*/ 201578 w 208491"/>
                  <a:gd name="connsiteY44" fmla="*/ 133694 h 208491"/>
                  <a:gd name="connsiteX45" fmla="*/ 201461 w 208491"/>
                  <a:gd name="connsiteY45" fmla="*/ 133693 h 208491"/>
                  <a:gd name="connsiteX46" fmla="*/ 180601 w 208491"/>
                  <a:gd name="connsiteY46" fmla="*/ 133693 h 208491"/>
                  <a:gd name="connsiteX47" fmla="*/ 178872 w 208491"/>
                  <a:gd name="connsiteY47" fmla="*/ 137957 h 208491"/>
                  <a:gd name="connsiteX48" fmla="*/ 193624 w 208491"/>
                  <a:gd name="connsiteY48" fmla="*/ 152710 h 208491"/>
                  <a:gd name="connsiteX49" fmla="*/ 193757 w 208491"/>
                  <a:gd name="connsiteY49" fmla="*/ 162488 h 208491"/>
                  <a:gd name="connsiteX50" fmla="*/ 193624 w 208491"/>
                  <a:gd name="connsiteY50" fmla="*/ 162621 h 208491"/>
                  <a:gd name="connsiteX51" fmla="*/ 162276 w 208491"/>
                  <a:gd name="connsiteY51" fmla="*/ 193624 h 208491"/>
                  <a:gd name="connsiteX52" fmla="*/ 152364 w 208491"/>
                  <a:gd name="connsiteY52" fmla="*/ 193624 h 208491"/>
                  <a:gd name="connsiteX53" fmla="*/ 137611 w 208491"/>
                  <a:gd name="connsiteY53" fmla="*/ 178757 h 208491"/>
                  <a:gd name="connsiteX54" fmla="*/ 133347 w 208491"/>
                  <a:gd name="connsiteY54" fmla="*/ 180601 h 208491"/>
                  <a:gd name="connsiteX55" fmla="*/ 133347 w 208491"/>
                  <a:gd name="connsiteY55" fmla="*/ 201461 h 208491"/>
                  <a:gd name="connsiteX56" fmla="*/ 126432 w 208491"/>
                  <a:gd name="connsiteY56" fmla="*/ 208492 h 208491"/>
                  <a:gd name="connsiteX57" fmla="*/ 89090 w 208491"/>
                  <a:gd name="connsiteY57" fmla="*/ 194431 h 208491"/>
                  <a:gd name="connsiteX58" fmla="*/ 119402 w 208491"/>
                  <a:gd name="connsiteY58" fmla="*/ 194431 h 208491"/>
                  <a:gd name="connsiteX59" fmla="*/ 119402 w 208491"/>
                  <a:gd name="connsiteY59" fmla="*/ 175645 h 208491"/>
                  <a:gd name="connsiteX60" fmla="*/ 124357 w 208491"/>
                  <a:gd name="connsiteY60" fmla="*/ 168960 h 208491"/>
                  <a:gd name="connsiteX61" fmla="*/ 135883 w 208491"/>
                  <a:gd name="connsiteY61" fmla="*/ 164120 h 208491"/>
                  <a:gd name="connsiteX62" fmla="*/ 144066 w 208491"/>
                  <a:gd name="connsiteY62" fmla="*/ 165387 h 208491"/>
                  <a:gd name="connsiteX63" fmla="*/ 157435 w 208491"/>
                  <a:gd name="connsiteY63" fmla="*/ 178757 h 208491"/>
                  <a:gd name="connsiteX64" fmla="*/ 178872 w 208491"/>
                  <a:gd name="connsiteY64" fmla="*/ 157320 h 208491"/>
                  <a:gd name="connsiteX65" fmla="*/ 165387 w 208491"/>
                  <a:gd name="connsiteY65" fmla="*/ 143950 h 208491"/>
                  <a:gd name="connsiteX66" fmla="*/ 164235 w 208491"/>
                  <a:gd name="connsiteY66" fmla="*/ 135767 h 208491"/>
                  <a:gd name="connsiteX67" fmla="*/ 168960 w 208491"/>
                  <a:gd name="connsiteY67" fmla="*/ 124242 h 208491"/>
                  <a:gd name="connsiteX68" fmla="*/ 175645 w 208491"/>
                  <a:gd name="connsiteY68" fmla="*/ 119286 h 208491"/>
                  <a:gd name="connsiteX69" fmla="*/ 194546 w 208491"/>
                  <a:gd name="connsiteY69" fmla="*/ 119286 h 208491"/>
                  <a:gd name="connsiteX70" fmla="*/ 194546 w 208491"/>
                  <a:gd name="connsiteY70" fmla="*/ 88975 h 208491"/>
                  <a:gd name="connsiteX71" fmla="*/ 175760 w 208491"/>
                  <a:gd name="connsiteY71" fmla="*/ 88975 h 208491"/>
                  <a:gd name="connsiteX72" fmla="*/ 169075 w 208491"/>
                  <a:gd name="connsiteY72" fmla="*/ 84134 h 208491"/>
                  <a:gd name="connsiteX73" fmla="*/ 164350 w 208491"/>
                  <a:gd name="connsiteY73" fmla="*/ 72609 h 208491"/>
                  <a:gd name="connsiteX74" fmla="*/ 165503 w 208491"/>
                  <a:gd name="connsiteY74" fmla="*/ 64426 h 208491"/>
                  <a:gd name="connsiteX75" fmla="*/ 178872 w 208491"/>
                  <a:gd name="connsiteY75" fmla="*/ 51057 h 208491"/>
                  <a:gd name="connsiteX76" fmla="*/ 157320 w 208491"/>
                  <a:gd name="connsiteY76" fmla="*/ 29620 h 208491"/>
                  <a:gd name="connsiteX77" fmla="*/ 143950 w 208491"/>
                  <a:gd name="connsiteY77" fmla="*/ 42989 h 208491"/>
                  <a:gd name="connsiteX78" fmla="*/ 135767 w 208491"/>
                  <a:gd name="connsiteY78" fmla="*/ 44257 h 208491"/>
                  <a:gd name="connsiteX79" fmla="*/ 124242 w 208491"/>
                  <a:gd name="connsiteY79" fmla="*/ 39532 h 208491"/>
                  <a:gd name="connsiteX80" fmla="*/ 119286 w 208491"/>
                  <a:gd name="connsiteY80" fmla="*/ 32847 h 208491"/>
                  <a:gd name="connsiteX81" fmla="*/ 119286 w 208491"/>
                  <a:gd name="connsiteY81" fmla="*/ 13946 h 208491"/>
                  <a:gd name="connsiteX82" fmla="*/ 89090 w 208491"/>
                  <a:gd name="connsiteY82" fmla="*/ 13946 h 208491"/>
                  <a:gd name="connsiteX83" fmla="*/ 89090 w 208491"/>
                  <a:gd name="connsiteY83" fmla="*/ 32847 h 208491"/>
                  <a:gd name="connsiteX84" fmla="*/ 84134 w 208491"/>
                  <a:gd name="connsiteY84" fmla="*/ 39532 h 208491"/>
                  <a:gd name="connsiteX85" fmla="*/ 72609 w 208491"/>
                  <a:gd name="connsiteY85" fmla="*/ 44257 h 208491"/>
                  <a:gd name="connsiteX86" fmla="*/ 64426 w 208491"/>
                  <a:gd name="connsiteY86" fmla="*/ 42989 h 208491"/>
                  <a:gd name="connsiteX87" fmla="*/ 51057 w 208491"/>
                  <a:gd name="connsiteY87" fmla="*/ 29620 h 208491"/>
                  <a:gd name="connsiteX88" fmla="*/ 29505 w 208491"/>
                  <a:gd name="connsiteY88" fmla="*/ 51172 h 208491"/>
                  <a:gd name="connsiteX89" fmla="*/ 42874 w 208491"/>
                  <a:gd name="connsiteY89" fmla="*/ 64541 h 208491"/>
                  <a:gd name="connsiteX90" fmla="*/ 44142 w 208491"/>
                  <a:gd name="connsiteY90" fmla="*/ 72724 h 208491"/>
                  <a:gd name="connsiteX91" fmla="*/ 39416 w 208491"/>
                  <a:gd name="connsiteY91" fmla="*/ 84250 h 208491"/>
                  <a:gd name="connsiteX92" fmla="*/ 32732 w 208491"/>
                  <a:gd name="connsiteY92" fmla="*/ 89090 h 208491"/>
                  <a:gd name="connsiteX93" fmla="*/ 14407 w 208491"/>
                  <a:gd name="connsiteY93" fmla="*/ 89090 h 208491"/>
                  <a:gd name="connsiteX94" fmla="*/ 14407 w 208491"/>
                  <a:gd name="connsiteY94" fmla="*/ 119517 h 208491"/>
                  <a:gd name="connsiteX95" fmla="*/ 32847 w 208491"/>
                  <a:gd name="connsiteY95" fmla="*/ 119517 h 208491"/>
                  <a:gd name="connsiteX96" fmla="*/ 39532 w 208491"/>
                  <a:gd name="connsiteY96" fmla="*/ 124473 h 208491"/>
                  <a:gd name="connsiteX97" fmla="*/ 44257 w 208491"/>
                  <a:gd name="connsiteY97" fmla="*/ 135998 h 208491"/>
                  <a:gd name="connsiteX98" fmla="*/ 42989 w 208491"/>
                  <a:gd name="connsiteY98" fmla="*/ 144181 h 208491"/>
                  <a:gd name="connsiteX99" fmla="*/ 29620 w 208491"/>
                  <a:gd name="connsiteY99" fmla="*/ 157550 h 208491"/>
                  <a:gd name="connsiteX100" fmla="*/ 51172 w 208491"/>
                  <a:gd name="connsiteY100" fmla="*/ 178987 h 208491"/>
                  <a:gd name="connsiteX101" fmla="*/ 64541 w 208491"/>
                  <a:gd name="connsiteY101" fmla="*/ 165618 h 208491"/>
                  <a:gd name="connsiteX102" fmla="*/ 72724 w 208491"/>
                  <a:gd name="connsiteY102" fmla="*/ 164350 h 208491"/>
                  <a:gd name="connsiteX103" fmla="*/ 84250 w 208491"/>
                  <a:gd name="connsiteY103" fmla="*/ 169191 h 208491"/>
                  <a:gd name="connsiteX104" fmla="*/ 89205 w 208491"/>
                  <a:gd name="connsiteY104" fmla="*/ 175875 h 208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208491" h="208491">
                    <a:moveTo>
                      <a:pt x="126432" y="208492"/>
                    </a:moveTo>
                    <a:lnTo>
                      <a:pt x="82060" y="208492"/>
                    </a:lnTo>
                    <a:cubicBezTo>
                      <a:pt x="78203" y="208430"/>
                      <a:pt x="75091" y="205318"/>
                      <a:pt x="75029" y="201461"/>
                    </a:cubicBezTo>
                    <a:lnTo>
                      <a:pt x="75029" y="180601"/>
                    </a:lnTo>
                    <a:lnTo>
                      <a:pt x="70880" y="178757"/>
                    </a:lnTo>
                    <a:lnTo>
                      <a:pt x="56128" y="193624"/>
                    </a:lnTo>
                    <a:cubicBezTo>
                      <a:pt x="53361" y="196288"/>
                      <a:pt x="48983" y="196288"/>
                      <a:pt x="46216" y="193624"/>
                    </a:cubicBezTo>
                    <a:lnTo>
                      <a:pt x="14407" y="162276"/>
                    </a:lnTo>
                    <a:cubicBezTo>
                      <a:pt x="13117" y="160943"/>
                      <a:pt x="12376" y="159174"/>
                      <a:pt x="12332" y="157320"/>
                    </a:cubicBezTo>
                    <a:cubicBezTo>
                      <a:pt x="12353" y="155461"/>
                      <a:pt x="13097" y="153683"/>
                      <a:pt x="14407" y="152364"/>
                    </a:cubicBezTo>
                    <a:lnTo>
                      <a:pt x="29159" y="137611"/>
                    </a:lnTo>
                    <a:lnTo>
                      <a:pt x="27430" y="133347"/>
                    </a:lnTo>
                    <a:lnTo>
                      <a:pt x="7030" y="133347"/>
                    </a:lnTo>
                    <a:cubicBezTo>
                      <a:pt x="3212" y="133411"/>
                      <a:pt x="65" y="130367"/>
                      <a:pt x="1" y="126548"/>
                    </a:cubicBezTo>
                    <a:cubicBezTo>
                      <a:pt x="0" y="126509"/>
                      <a:pt x="0" y="126471"/>
                      <a:pt x="0" y="126432"/>
                    </a:cubicBezTo>
                    <a:lnTo>
                      <a:pt x="0" y="82060"/>
                    </a:lnTo>
                    <a:cubicBezTo>
                      <a:pt x="0" y="78177"/>
                      <a:pt x="3148" y="75029"/>
                      <a:pt x="7030" y="75029"/>
                    </a:cubicBezTo>
                    <a:lnTo>
                      <a:pt x="27891" y="75029"/>
                    </a:lnTo>
                    <a:lnTo>
                      <a:pt x="29620" y="70880"/>
                    </a:lnTo>
                    <a:lnTo>
                      <a:pt x="14407" y="56013"/>
                    </a:lnTo>
                    <a:cubicBezTo>
                      <a:pt x="11670" y="53441"/>
                      <a:pt x="11535" y="49138"/>
                      <a:pt x="14107" y="46401"/>
                    </a:cubicBezTo>
                    <a:cubicBezTo>
                      <a:pt x="14203" y="46298"/>
                      <a:pt x="14304" y="46198"/>
                      <a:pt x="14407" y="46101"/>
                    </a:cubicBezTo>
                    <a:lnTo>
                      <a:pt x="45755" y="14752"/>
                    </a:lnTo>
                    <a:cubicBezTo>
                      <a:pt x="47044" y="13398"/>
                      <a:pt x="48842" y="12646"/>
                      <a:pt x="50711" y="12678"/>
                    </a:cubicBezTo>
                    <a:cubicBezTo>
                      <a:pt x="52575" y="12673"/>
                      <a:pt x="54362" y="13421"/>
                      <a:pt x="55667" y="14752"/>
                    </a:cubicBezTo>
                    <a:lnTo>
                      <a:pt x="70419" y="29505"/>
                    </a:lnTo>
                    <a:cubicBezTo>
                      <a:pt x="71760" y="28831"/>
                      <a:pt x="73146" y="28253"/>
                      <a:pt x="74568" y="27776"/>
                    </a:cubicBezTo>
                    <a:lnTo>
                      <a:pt x="74568" y="6915"/>
                    </a:lnTo>
                    <a:cubicBezTo>
                      <a:pt x="74631" y="3077"/>
                      <a:pt x="77761" y="-1"/>
                      <a:pt x="81599" y="0"/>
                    </a:cubicBezTo>
                    <a:lnTo>
                      <a:pt x="125971" y="0"/>
                    </a:lnTo>
                    <a:cubicBezTo>
                      <a:pt x="129790" y="0"/>
                      <a:pt x="132886" y="3096"/>
                      <a:pt x="132886" y="6915"/>
                    </a:cubicBezTo>
                    <a:lnTo>
                      <a:pt x="132886" y="27891"/>
                    </a:lnTo>
                    <a:cubicBezTo>
                      <a:pt x="134353" y="28347"/>
                      <a:pt x="135780" y="28926"/>
                      <a:pt x="137151" y="29620"/>
                    </a:cubicBezTo>
                    <a:lnTo>
                      <a:pt x="152710" y="14868"/>
                    </a:lnTo>
                    <a:cubicBezTo>
                      <a:pt x="155373" y="12131"/>
                      <a:pt x="159751" y="12071"/>
                      <a:pt x="162488" y="14734"/>
                    </a:cubicBezTo>
                    <a:cubicBezTo>
                      <a:pt x="162533" y="14778"/>
                      <a:pt x="162578" y="14823"/>
                      <a:pt x="162621" y="14868"/>
                    </a:cubicBezTo>
                    <a:lnTo>
                      <a:pt x="193624" y="46101"/>
                    </a:lnTo>
                    <a:cubicBezTo>
                      <a:pt x="196329" y="48706"/>
                      <a:pt x="196411" y="53011"/>
                      <a:pt x="193806" y="55716"/>
                    </a:cubicBezTo>
                    <a:cubicBezTo>
                      <a:pt x="193746" y="55777"/>
                      <a:pt x="193686" y="55838"/>
                      <a:pt x="193624" y="55897"/>
                    </a:cubicBezTo>
                    <a:lnTo>
                      <a:pt x="178872" y="70765"/>
                    </a:lnTo>
                    <a:lnTo>
                      <a:pt x="180601" y="74914"/>
                    </a:lnTo>
                    <a:lnTo>
                      <a:pt x="201461" y="74914"/>
                    </a:lnTo>
                    <a:cubicBezTo>
                      <a:pt x="205344" y="74914"/>
                      <a:pt x="208492" y="78062"/>
                      <a:pt x="208492" y="81945"/>
                    </a:cubicBezTo>
                    <a:lnTo>
                      <a:pt x="208492" y="126778"/>
                    </a:lnTo>
                    <a:cubicBezTo>
                      <a:pt x="208492" y="130597"/>
                      <a:pt x="205397" y="133693"/>
                      <a:pt x="201578" y="133694"/>
                    </a:cubicBezTo>
                    <a:cubicBezTo>
                      <a:pt x="201539" y="133694"/>
                      <a:pt x="201500" y="133694"/>
                      <a:pt x="201461" y="133693"/>
                    </a:cubicBezTo>
                    <a:lnTo>
                      <a:pt x="180601" y="133693"/>
                    </a:lnTo>
                    <a:lnTo>
                      <a:pt x="178872" y="137957"/>
                    </a:lnTo>
                    <a:lnTo>
                      <a:pt x="193624" y="152710"/>
                    </a:lnTo>
                    <a:cubicBezTo>
                      <a:pt x="196361" y="155373"/>
                      <a:pt x="196421" y="159751"/>
                      <a:pt x="193757" y="162488"/>
                    </a:cubicBezTo>
                    <a:cubicBezTo>
                      <a:pt x="193714" y="162533"/>
                      <a:pt x="193669" y="162578"/>
                      <a:pt x="193624" y="162621"/>
                    </a:cubicBezTo>
                    <a:lnTo>
                      <a:pt x="162276" y="193624"/>
                    </a:lnTo>
                    <a:cubicBezTo>
                      <a:pt x="159509" y="196288"/>
                      <a:pt x="155131" y="196288"/>
                      <a:pt x="152364" y="193624"/>
                    </a:cubicBezTo>
                    <a:lnTo>
                      <a:pt x="137611" y="178757"/>
                    </a:lnTo>
                    <a:lnTo>
                      <a:pt x="133347" y="180601"/>
                    </a:lnTo>
                    <a:lnTo>
                      <a:pt x="133347" y="201461"/>
                    </a:lnTo>
                    <a:cubicBezTo>
                      <a:pt x="133348" y="205300"/>
                      <a:pt x="130270" y="208429"/>
                      <a:pt x="126432" y="208492"/>
                    </a:cubicBezTo>
                    <a:close/>
                    <a:moveTo>
                      <a:pt x="89090" y="194431"/>
                    </a:moveTo>
                    <a:lnTo>
                      <a:pt x="119402" y="194431"/>
                    </a:lnTo>
                    <a:lnTo>
                      <a:pt x="119402" y="175645"/>
                    </a:lnTo>
                    <a:cubicBezTo>
                      <a:pt x="119378" y="172561"/>
                      <a:pt x="121400" y="169834"/>
                      <a:pt x="124357" y="168960"/>
                    </a:cubicBezTo>
                    <a:cubicBezTo>
                      <a:pt x="128356" y="167749"/>
                      <a:pt x="132218" y="166127"/>
                      <a:pt x="135883" y="164120"/>
                    </a:cubicBezTo>
                    <a:cubicBezTo>
                      <a:pt x="138596" y="162721"/>
                      <a:pt x="141903" y="163233"/>
                      <a:pt x="144066" y="165387"/>
                    </a:cubicBezTo>
                    <a:lnTo>
                      <a:pt x="157435" y="178757"/>
                    </a:lnTo>
                    <a:lnTo>
                      <a:pt x="178872" y="157320"/>
                    </a:lnTo>
                    <a:lnTo>
                      <a:pt x="165387" y="143950"/>
                    </a:lnTo>
                    <a:cubicBezTo>
                      <a:pt x="163271" y="141760"/>
                      <a:pt x="162806" y="138457"/>
                      <a:pt x="164235" y="135767"/>
                    </a:cubicBezTo>
                    <a:cubicBezTo>
                      <a:pt x="166157" y="132078"/>
                      <a:pt x="167739" y="128220"/>
                      <a:pt x="168960" y="124242"/>
                    </a:cubicBezTo>
                    <a:cubicBezTo>
                      <a:pt x="169834" y="121284"/>
                      <a:pt x="172561" y="119263"/>
                      <a:pt x="175645" y="119286"/>
                    </a:cubicBezTo>
                    <a:lnTo>
                      <a:pt x="194546" y="119286"/>
                    </a:lnTo>
                    <a:lnTo>
                      <a:pt x="194546" y="88975"/>
                    </a:lnTo>
                    <a:lnTo>
                      <a:pt x="175760" y="88975"/>
                    </a:lnTo>
                    <a:cubicBezTo>
                      <a:pt x="172708" y="89014"/>
                      <a:pt x="169991" y="87046"/>
                      <a:pt x="169075" y="84134"/>
                    </a:cubicBezTo>
                    <a:cubicBezTo>
                      <a:pt x="167876" y="80149"/>
                      <a:pt x="166293" y="76289"/>
                      <a:pt x="164350" y="72609"/>
                    </a:cubicBezTo>
                    <a:cubicBezTo>
                      <a:pt x="162883" y="69927"/>
                      <a:pt x="163352" y="66599"/>
                      <a:pt x="165503" y="64426"/>
                    </a:cubicBezTo>
                    <a:lnTo>
                      <a:pt x="178872" y="51057"/>
                    </a:lnTo>
                    <a:lnTo>
                      <a:pt x="157320" y="29620"/>
                    </a:lnTo>
                    <a:lnTo>
                      <a:pt x="143950" y="42989"/>
                    </a:lnTo>
                    <a:cubicBezTo>
                      <a:pt x="141787" y="45144"/>
                      <a:pt x="138481" y="45656"/>
                      <a:pt x="135767" y="44257"/>
                    </a:cubicBezTo>
                    <a:cubicBezTo>
                      <a:pt x="132078" y="42334"/>
                      <a:pt x="128220" y="40753"/>
                      <a:pt x="124242" y="39532"/>
                    </a:cubicBezTo>
                    <a:cubicBezTo>
                      <a:pt x="121307" y="38625"/>
                      <a:pt x="119301" y="35919"/>
                      <a:pt x="119286" y="32847"/>
                    </a:cubicBezTo>
                    <a:lnTo>
                      <a:pt x="119286" y="13946"/>
                    </a:lnTo>
                    <a:lnTo>
                      <a:pt x="89090" y="13946"/>
                    </a:lnTo>
                    <a:lnTo>
                      <a:pt x="89090" y="32847"/>
                    </a:lnTo>
                    <a:cubicBezTo>
                      <a:pt x="89040" y="35906"/>
                      <a:pt x="87047" y="38594"/>
                      <a:pt x="84134" y="39532"/>
                    </a:cubicBezTo>
                    <a:cubicBezTo>
                      <a:pt x="80157" y="40753"/>
                      <a:pt x="76299" y="42334"/>
                      <a:pt x="72609" y="44257"/>
                    </a:cubicBezTo>
                    <a:cubicBezTo>
                      <a:pt x="69895" y="45656"/>
                      <a:pt x="66589" y="45144"/>
                      <a:pt x="64426" y="42989"/>
                    </a:cubicBezTo>
                    <a:lnTo>
                      <a:pt x="51057" y="29620"/>
                    </a:lnTo>
                    <a:lnTo>
                      <a:pt x="29505" y="51172"/>
                    </a:lnTo>
                    <a:lnTo>
                      <a:pt x="42874" y="64541"/>
                    </a:lnTo>
                    <a:cubicBezTo>
                      <a:pt x="45100" y="66668"/>
                      <a:pt x="45620" y="70024"/>
                      <a:pt x="44142" y="72724"/>
                    </a:cubicBezTo>
                    <a:cubicBezTo>
                      <a:pt x="42199" y="76405"/>
                      <a:pt x="40616" y="80264"/>
                      <a:pt x="39416" y="84250"/>
                    </a:cubicBezTo>
                    <a:cubicBezTo>
                      <a:pt x="38469" y="87139"/>
                      <a:pt x="35772" y="89092"/>
                      <a:pt x="32732" y="89090"/>
                    </a:cubicBezTo>
                    <a:lnTo>
                      <a:pt x="14407" y="89090"/>
                    </a:lnTo>
                    <a:lnTo>
                      <a:pt x="14407" y="119517"/>
                    </a:lnTo>
                    <a:lnTo>
                      <a:pt x="32847" y="119517"/>
                    </a:lnTo>
                    <a:cubicBezTo>
                      <a:pt x="35919" y="119531"/>
                      <a:pt x="38625" y="121538"/>
                      <a:pt x="39532" y="124473"/>
                    </a:cubicBezTo>
                    <a:cubicBezTo>
                      <a:pt x="40753" y="128450"/>
                      <a:pt x="42334" y="132308"/>
                      <a:pt x="44257" y="135998"/>
                    </a:cubicBezTo>
                    <a:cubicBezTo>
                      <a:pt x="45735" y="138698"/>
                      <a:pt x="45215" y="142055"/>
                      <a:pt x="42989" y="144181"/>
                    </a:cubicBezTo>
                    <a:lnTo>
                      <a:pt x="29620" y="157550"/>
                    </a:lnTo>
                    <a:lnTo>
                      <a:pt x="51172" y="178987"/>
                    </a:lnTo>
                    <a:lnTo>
                      <a:pt x="64541" y="165618"/>
                    </a:lnTo>
                    <a:cubicBezTo>
                      <a:pt x="66704" y="163463"/>
                      <a:pt x="70011" y="162951"/>
                      <a:pt x="72724" y="164350"/>
                    </a:cubicBezTo>
                    <a:cubicBezTo>
                      <a:pt x="76389" y="166357"/>
                      <a:pt x="80251" y="167979"/>
                      <a:pt x="84250" y="169191"/>
                    </a:cubicBezTo>
                    <a:cubicBezTo>
                      <a:pt x="87184" y="170097"/>
                      <a:pt x="89191" y="172804"/>
                      <a:pt x="89205" y="175875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ED9DDB94-780A-224D-B81A-951E894FB11F}"/>
                  </a:ext>
                </a:extLst>
              </p:cNvPr>
              <p:cNvSpPr/>
              <p:nvPr/>
            </p:nvSpPr>
            <p:spPr>
              <a:xfrm>
                <a:off x="5623084" y="2491756"/>
                <a:ext cx="111794" cy="111794"/>
              </a:xfrm>
              <a:custGeom>
                <a:avLst/>
                <a:gdLst>
                  <a:gd name="connsiteX0" fmla="*/ 55780 w 111794"/>
                  <a:gd name="connsiteY0" fmla="*/ 111795 h 111794"/>
                  <a:gd name="connsiteX1" fmla="*/ 0 w 111794"/>
                  <a:gd name="connsiteY1" fmla="*/ 55780 h 111794"/>
                  <a:gd name="connsiteX2" fmla="*/ 56015 w 111794"/>
                  <a:gd name="connsiteY2" fmla="*/ 0 h 111794"/>
                  <a:gd name="connsiteX3" fmla="*/ 111793 w 111794"/>
                  <a:gd name="connsiteY3" fmla="*/ 55436 h 111794"/>
                  <a:gd name="connsiteX4" fmla="*/ 56359 w 111794"/>
                  <a:gd name="connsiteY4" fmla="*/ 111793 h 111794"/>
                  <a:gd name="connsiteX5" fmla="*/ 55780 w 111794"/>
                  <a:gd name="connsiteY5" fmla="*/ 111795 h 111794"/>
                  <a:gd name="connsiteX6" fmla="*/ 55780 w 111794"/>
                  <a:gd name="connsiteY6" fmla="*/ 13945 h 111794"/>
                  <a:gd name="connsiteX7" fmla="*/ 13831 w 111794"/>
                  <a:gd name="connsiteY7" fmla="*/ 55900 h 111794"/>
                  <a:gd name="connsiteX8" fmla="*/ 55785 w 111794"/>
                  <a:gd name="connsiteY8" fmla="*/ 97849 h 111794"/>
                  <a:gd name="connsiteX9" fmla="*/ 97735 w 111794"/>
                  <a:gd name="connsiteY9" fmla="*/ 55895 h 111794"/>
                  <a:gd name="connsiteX10" fmla="*/ 97732 w 111794"/>
                  <a:gd name="connsiteY10" fmla="*/ 55436 h 111794"/>
                  <a:gd name="connsiteX11" fmla="*/ 55780 w 111794"/>
                  <a:gd name="connsiteY11" fmla="*/ 13945 h 1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1794" h="111794">
                    <a:moveTo>
                      <a:pt x="55780" y="111795"/>
                    </a:moveTo>
                    <a:cubicBezTo>
                      <a:pt x="24909" y="111730"/>
                      <a:pt x="-65" y="86652"/>
                      <a:pt x="0" y="55780"/>
                    </a:cubicBezTo>
                    <a:cubicBezTo>
                      <a:pt x="65" y="24909"/>
                      <a:pt x="25143" y="-65"/>
                      <a:pt x="56015" y="0"/>
                    </a:cubicBezTo>
                    <a:cubicBezTo>
                      <a:pt x="86660" y="64"/>
                      <a:pt x="111540" y="24792"/>
                      <a:pt x="111793" y="55436"/>
                    </a:cubicBezTo>
                    <a:cubicBezTo>
                      <a:pt x="112048" y="86307"/>
                      <a:pt x="87229" y="111538"/>
                      <a:pt x="56359" y="111793"/>
                    </a:cubicBezTo>
                    <a:cubicBezTo>
                      <a:pt x="56166" y="111795"/>
                      <a:pt x="55973" y="111795"/>
                      <a:pt x="55780" y="111795"/>
                    </a:cubicBezTo>
                    <a:close/>
                    <a:moveTo>
                      <a:pt x="55780" y="13945"/>
                    </a:moveTo>
                    <a:cubicBezTo>
                      <a:pt x="32611" y="13947"/>
                      <a:pt x="13830" y="32730"/>
                      <a:pt x="13831" y="55900"/>
                    </a:cubicBezTo>
                    <a:cubicBezTo>
                      <a:pt x="13832" y="79069"/>
                      <a:pt x="32616" y="97851"/>
                      <a:pt x="55785" y="97849"/>
                    </a:cubicBezTo>
                    <a:cubicBezTo>
                      <a:pt x="78955" y="97848"/>
                      <a:pt x="97736" y="79064"/>
                      <a:pt x="97735" y="55895"/>
                    </a:cubicBezTo>
                    <a:cubicBezTo>
                      <a:pt x="97735" y="55742"/>
                      <a:pt x="97734" y="55589"/>
                      <a:pt x="97732" y="55436"/>
                    </a:cubicBezTo>
                    <a:cubicBezTo>
                      <a:pt x="97418" y="32473"/>
                      <a:pt x="78745" y="14006"/>
                      <a:pt x="55780" y="13945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979F4EE2-ADA7-B540-B86B-CF18E79C7A5E}"/>
                  </a:ext>
                </a:extLst>
              </p:cNvPr>
              <p:cNvSpPr/>
              <p:nvPr/>
            </p:nvSpPr>
            <p:spPr>
              <a:xfrm>
                <a:off x="5470486" y="2236010"/>
                <a:ext cx="264506" cy="203882"/>
              </a:xfrm>
              <a:custGeom>
                <a:avLst/>
                <a:gdLst>
                  <a:gd name="connsiteX0" fmla="*/ 257590 w 264506"/>
                  <a:gd name="connsiteY0" fmla="*/ 203882 h 203882"/>
                  <a:gd name="connsiteX1" fmla="*/ 250561 w 264506"/>
                  <a:gd name="connsiteY1" fmla="*/ 197083 h 203882"/>
                  <a:gd name="connsiteX2" fmla="*/ 250560 w 264506"/>
                  <a:gd name="connsiteY2" fmla="*/ 196967 h 203882"/>
                  <a:gd name="connsiteX3" fmla="*/ 250560 w 264506"/>
                  <a:gd name="connsiteY3" fmla="*/ 13946 h 203882"/>
                  <a:gd name="connsiteX4" fmla="*/ 13947 w 264506"/>
                  <a:gd name="connsiteY4" fmla="*/ 13946 h 203882"/>
                  <a:gd name="connsiteX5" fmla="*/ 13947 w 264506"/>
                  <a:gd name="connsiteY5" fmla="*/ 27084 h 203882"/>
                  <a:gd name="connsiteX6" fmla="*/ 230391 w 264506"/>
                  <a:gd name="connsiteY6" fmla="*/ 27084 h 203882"/>
                  <a:gd name="connsiteX7" fmla="*/ 237421 w 264506"/>
                  <a:gd name="connsiteY7" fmla="*/ 34115 h 203882"/>
                  <a:gd name="connsiteX8" fmla="*/ 237421 w 264506"/>
                  <a:gd name="connsiteY8" fmla="*/ 184404 h 203882"/>
                  <a:gd name="connsiteX9" fmla="*/ 229550 w 264506"/>
                  <a:gd name="connsiteY9" fmla="*/ 190478 h 203882"/>
                  <a:gd name="connsiteX10" fmla="*/ 223476 w 264506"/>
                  <a:gd name="connsiteY10" fmla="*/ 184404 h 203882"/>
                  <a:gd name="connsiteX11" fmla="*/ 223476 w 264506"/>
                  <a:gd name="connsiteY11" fmla="*/ 41030 h 203882"/>
                  <a:gd name="connsiteX12" fmla="*/ 6916 w 264506"/>
                  <a:gd name="connsiteY12" fmla="*/ 41030 h 203882"/>
                  <a:gd name="connsiteX13" fmla="*/ 1 w 264506"/>
                  <a:gd name="connsiteY13" fmla="*/ 34115 h 203882"/>
                  <a:gd name="connsiteX14" fmla="*/ 1 w 264506"/>
                  <a:gd name="connsiteY14" fmla="*/ 7030 h 203882"/>
                  <a:gd name="connsiteX15" fmla="*/ 6800 w 264506"/>
                  <a:gd name="connsiteY15" fmla="*/ 1 h 203882"/>
                  <a:gd name="connsiteX16" fmla="*/ 6916 w 264506"/>
                  <a:gd name="connsiteY16" fmla="*/ 0 h 203882"/>
                  <a:gd name="connsiteX17" fmla="*/ 257590 w 264506"/>
                  <a:gd name="connsiteY17" fmla="*/ 0 h 203882"/>
                  <a:gd name="connsiteX18" fmla="*/ 264506 w 264506"/>
                  <a:gd name="connsiteY18" fmla="*/ 6914 h 203882"/>
                  <a:gd name="connsiteX19" fmla="*/ 264505 w 264506"/>
                  <a:gd name="connsiteY19" fmla="*/ 7030 h 203882"/>
                  <a:gd name="connsiteX20" fmla="*/ 264505 w 264506"/>
                  <a:gd name="connsiteY20" fmla="*/ 196967 h 203882"/>
                  <a:gd name="connsiteX21" fmla="*/ 257590 w 264506"/>
                  <a:gd name="connsiteY21" fmla="*/ 203882 h 20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4506" h="203882">
                    <a:moveTo>
                      <a:pt x="257590" y="203882"/>
                    </a:moveTo>
                    <a:cubicBezTo>
                      <a:pt x="253772" y="203945"/>
                      <a:pt x="250625" y="200901"/>
                      <a:pt x="250561" y="197083"/>
                    </a:cubicBezTo>
                    <a:cubicBezTo>
                      <a:pt x="250560" y="197044"/>
                      <a:pt x="250560" y="197005"/>
                      <a:pt x="250560" y="196967"/>
                    </a:cubicBezTo>
                    <a:lnTo>
                      <a:pt x="250560" y="13946"/>
                    </a:lnTo>
                    <a:lnTo>
                      <a:pt x="13947" y="13946"/>
                    </a:lnTo>
                    <a:lnTo>
                      <a:pt x="13947" y="27084"/>
                    </a:lnTo>
                    <a:lnTo>
                      <a:pt x="230391" y="27084"/>
                    </a:lnTo>
                    <a:cubicBezTo>
                      <a:pt x="234274" y="27084"/>
                      <a:pt x="237421" y="30232"/>
                      <a:pt x="237421" y="34115"/>
                    </a:cubicBezTo>
                    <a:lnTo>
                      <a:pt x="237421" y="184404"/>
                    </a:lnTo>
                    <a:cubicBezTo>
                      <a:pt x="236925" y="188255"/>
                      <a:pt x="233401" y="190975"/>
                      <a:pt x="229550" y="190478"/>
                    </a:cubicBezTo>
                    <a:cubicBezTo>
                      <a:pt x="226380" y="190070"/>
                      <a:pt x="223884" y="187574"/>
                      <a:pt x="223476" y="184404"/>
                    </a:cubicBezTo>
                    <a:lnTo>
                      <a:pt x="223476" y="41030"/>
                    </a:lnTo>
                    <a:lnTo>
                      <a:pt x="6916" y="41030"/>
                    </a:lnTo>
                    <a:cubicBezTo>
                      <a:pt x="3097" y="41030"/>
                      <a:pt x="1" y="37934"/>
                      <a:pt x="1" y="34115"/>
                    </a:cubicBezTo>
                    <a:lnTo>
                      <a:pt x="1" y="7030"/>
                    </a:lnTo>
                    <a:cubicBezTo>
                      <a:pt x="-63" y="3212"/>
                      <a:pt x="2981" y="65"/>
                      <a:pt x="6800" y="1"/>
                    </a:cubicBezTo>
                    <a:cubicBezTo>
                      <a:pt x="6839" y="0"/>
                      <a:pt x="6877" y="0"/>
                      <a:pt x="6916" y="0"/>
                    </a:cubicBezTo>
                    <a:lnTo>
                      <a:pt x="257590" y="0"/>
                    </a:lnTo>
                    <a:cubicBezTo>
                      <a:pt x="261409" y="-1"/>
                      <a:pt x="264506" y="3095"/>
                      <a:pt x="264506" y="6914"/>
                    </a:cubicBezTo>
                    <a:cubicBezTo>
                      <a:pt x="264506" y="6953"/>
                      <a:pt x="264506" y="6992"/>
                      <a:pt x="264505" y="7030"/>
                    </a:cubicBezTo>
                    <a:lnTo>
                      <a:pt x="264505" y="196967"/>
                    </a:lnTo>
                    <a:cubicBezTo>
                      <a:pt x="264505" y="200786"/>
                      <a:pt x="261409" y="203882"/>
                      <a:pt x="257590" y="203882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A4C06E1C-54CB-6841-9101-85515358DAAA}"/>
                  </a:ext>
                </a:extLst>
              </p:cNvPr>
              <p:cNvSpPr/>
              <p:nvPr/>
            </p:nvSpPr>
            <p:spPr>
              <a:xfrm>
                <a:off x="5443733" y="2263095"/>
                <a:ext cx="264174" cy="164351"/>
              </a:xfrm>
              <a:custGeom>
                <a:avLst/>
                <a:gdLst>
                  <a:gd name="connsiteX0" fmla="*/ 230059 w 264174"/>
                  <a:gd name="connsiteY0" fmla="*/ 164350 h 164351"/>
                  <a:gd name="connsiteX1" fmla="*/ 223030 w 264174"/>
                  <a:gd name="connsiteY1" fmla="*/ 157551 h 164351"/>
                  <a:gd name="connsiteX2" fmla="*/ 223029 w 264174"/>
                  <a:gd name="connsiteY2" fmla="*/ 157435 h 164351"/>
                  <a:gd name="connsiteX3" fmla="*/ 223029 w 264174"/>
                  <a:gd name="connsiteY3" fmla="*/ 41145 h 164351"/>
                  <a:gd name="connsiteX4" fmla="*/ 7046 w 264174"/>
                  <a:gd name="connsiteY4" fmla="*/ 41145 h 164351"/>
                  <a:gd name="connsiteX5" fmla="*/ 15 w 264174"/>
                  <a:gd name="connsiteY5" fmla="*/ 34115 h 164351"/>
                  <a:gd name="connsiteX6" fmla="*/ 15 w 264174"/>
                  <a:gd name="connsiteY6" fmla="*/ 7491 h 164351"/>
                  <a:gd name="connsiteX7" fmla="*/ 6570 w 264174"/>
                  <a:gd name="connsiteY7" fmla="*/ 15 h 164351"/>
                  <a:gd name="connsiteX8" fmla="*/ 7046 w 264174"/>
                  <a:gd name="connsiteY8" fmla="*/ 0 h 164351"/>
                  <a:gd name="connsiteX9" fmla="*/ 257144 w 264174"/>
                  <a:gd name="connsiteY9" fmla="*/ 0 h 164351"/>
                  <a:gd name="connsiteX10" fmla="*/ 264174 w 264174"/>
                  <a:gd name="connsiteY10" fmla="*/ 7030 h 164351"/>
                  <a:gd name="connsiteX11" fmla="*/ 264174 w 264174"/>
                  <a:gd name="connsiteY11" fmla="*/ 153055 h 164351"/>
                  <a:gd name="connsiteX12" fmla="*/ 256303 w 264174"/>
                  <a:gd name="connsiteY12" fmla="*/ 159130 h 164351"/>
                  <a:gd name="connsiteX13" fmla="*/ 250229 w 264174"/>
                  <a:gd name="connsiteY13" fmla="*/ 153055 h 164351"/>
                  <a:gd name="connsiteX14" fmla="*/ 250229 w 264174"/>
                  <a:gd name="connsiteY14" fmla="*/ 13946 h 164351"/>
                  <a:gd name="connsiteX15" fmla="*/ 13500 w 264174"/>
                  <a:gd name="connsiteY15" fmla="*/ 13946 h 164351"/>
                  <a:gd name="connsiteX16" fmla="*/ 13500 w 264174"/>
                  <a:gd name="connsiteY16" fmla="*/ 27200 h 164351"/>
                  <a:gd name="connsiteX17" fmla="*/ 230059 w 264174"/>
                  <a:gd name="connsiteY17" fmla="*/ 27200 h 164351"/>
                  <a:gd name="connsiteX18" fmla="*/ 237090 w 264174"/>
                  <a:gd name="connsiteY18" fmla="*/ 34115 h 164351"/>
                  <a:gd name="connsiteX19" fmla="*/ 237090 w 264174"/>
                  <a:gd name="connsiteY19" fmla="*/ 157320 h 164351"/>
                  <a:gd name="connsiteX20" fmla="*/ 230059 w 264174"/>
                  <a:gd name="connsiteY20" fmla="*/ 164350 h 164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4174" h="164351">
                    <a:moveTo>
                      <a:pt x="230059" y="164350"/>
                    </a:moveTo>
                    <a:cubicBezTo>
                      <a:pt x="226241" y="164414"/>
                      <a:pt x="223094" y="161370"/>
                      <a:pt x="223030" y="157551"/>
                    </a:cubicBezTo>
                    <a:cubicBezTo>
                      <a:pt x="223029" y="157512"/>
                      <a:pt x="223029" y="157474"/>
                      <a:pt x="223029" y="157435"/>
                    </a:cubicBezTo>
                    <a:lnTo>
                      <a:pt x="223029" y="41145"/>
                    </a:lnTo>
                    <a:lnTo>
                      <a:pt x="7046" y="41145"/>
                    </a:lnTo>
                    <a:cubicBezTo>
                      <a:pt x="3163" y="41145"/>
                      <a:pt x="15" y="37998"/>
                      <a:pt x="15" y="34115"/>
                    </a:cubicBezTo>
                    <a:lnTo>
                      <a:pt x="15" y="7491"/>
                    </a:lnTo>
                    <a:cubicBezTo>
                      <a:pt x="-239" y="3617"/>
                      <a:pt x="2695" y="270"/>
                      <a:pt x="6570" y="15"/>
                    </a:cubicBezTo>
                    <a:cubicBezTo>
                      <a:pt x="6728" y="5"/>
                      <a:pt x="6887" y="0"/>
                      <a:pt x="7046" y="0"/>
                    </a:cubicBezTo>
                    <a:lnTo>
                      <a:pt x="257144" y="0"/>
                    </a:lnTo>
                    <a:cubicBezTo>
                      <a:pt x="261027" y="0"/>
                      <a:pt x="264174" y="3148"/>
                      <a:pt x="264174" y="7030"/>
                    </a:cubicBezTo>
                    <a:lnTo>
                      <a:pt x="264174" y="153055"/>
                    </a:lnTo>
                    <a:cubicBezTo>
                      <a:pt x="263678" y="156906"/>
                      <a:pt x="260154" y="159626"/>
                      <a:pt x="256303" y="159130"/>
                    </a:cubicBezTo>
                    <a:cubicBezTo>
                      <a:pt x="253133" y="158721"/>
                      <a:pt x="250637" y="156226"/>
                      <a:pt x="250229" y="153055"/>
                    </a:cubicBezTo>
                    <a:lnTo>
                      <a:pt x="250229" y="13946"/>
                    </a:lnTo>
                    <a:lnTo>
                      <a:pt x="13500" y="13946"/>
                    </a:lnTo>
                    <a:lnTo>
                      <a:pt x="13500" y="27200"/>
                    </a:lnTo>
                    <a:lnTo>
                      <a:pt x="230059" y="27200"/>
                    </a:lnTo>
                    <a:cubicBezTo>
                      <a:pt x="233898" y="27199"/>
                      <a:pt x="237027" y="30277"/>
                      <a:pt x="237090" y="34115"/>
                    </a:cubicBezTo>
                    <a:lnTo>
                      <a:pt x="237090" y="157320"/>
                    </a:lnTo>
                    <a:cubicBezTo>
                      <a:pt x="237090" y="161202"/>
                      <a:pt x="233942" y="164350"/>
                      <a:pt x="230059" y="164350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2777E02E-03D8-CB45-AE3E-F494B90A0D24}"/>
                  </a:ext>
                </a:extLst>
              </p:cNvPr>
              <p:cNvSpPr/>
              <p:nvPr/>
            </p:nvSpPr>
            <p:spPr>
              <a:xfrm>
                <a:off x="5416203" y="2290293"/>
                <a:ext cx="264619" cy="363622"/>
              </a:xfrm>
              <a:custGeom>
                <a:avLst/>
                <a:gdLst>
                  <a:gd name="connsiteX0" fmla="*/ 194661 w 264619"/>
                  <a:gd name="connsiteY0" fmla="*/ 363623 h 363622"/>
                  <a:gd name="connsiteX1" fmla="*/ 7030 w 264619"/>
                  <a:gd name="connsiteY1" fmla="*/ 363623 h 363622"/>
                  <a:gd name="connsiteX2" fmla="*/ 0 w 264619"/>
                  <a:gd name="connsiteY2" fmla="*/ 356592 h 363622"/>
                  <a:gd name="connsiteX3" fmla="*/ 0 w 264619"/>
                  <a:gd name="connsiteY3" fmla="*/ 6916 h 363622"/>
                  <a:gd name="connsiteX4" fmla="*/ 6914 w 264619"/>
                  <a:gd name="connsiteY4" fmla="*/ 0 h 363622"/>
                  <a:gd name="connsiteX5" fmla="*/ 7030 w 264619"/>
                  <a:gd name="connsiteY5" fmla="*/ 1 h 363622"/>
                  <a:gd name="connsiteX6" fmla="*/ 257589 w 264619"/>
                  <a:gd name="connsiteY6" fmla="*/ 1 h 363622"/>
                  <a:gd name="connsiteX7" fmla="*/ 264620 w 264619"/>
                  <a:gd name="connsiteY7" fmla="*/ 6916 h 363622"/>
                  <a:gd name="connsiteX8" fmla="*/ 264620 w 264619"/>
                  <a:gd name="connsiteY8" fmla="*/ 130121 h 363622"/>
                  <a:gd name="connsiteX9" fmla="*/ 257589 w 264619"/>
                  <a:gd name="connsiteY9" fmla="*/ 137036 h 363622"/>
                  <a:gd name="connsiteX10" fmla="*/ 250560 w 264619"/>
                  <a:gd name="connsiteY10" fmla="*/ 130237 h 363622"/>
                  <a:gd name="connsiteX11" fmla="*/ 250559 w 264619"/>
                  <a:gd name="connsiteY11" fmla="*/ 130121 h 363622"/>
                  <a:gd name="connsiteX12" fmla="*/ 250559 w 264619"/>
                  <a:gd name="connsiteY12" fmla="*/ 13947 h 363622"/>
                  <a:gd name="connsiteX13" fmla="*/ 13946 w 264619"/>
                  <a:gd name="connsiteY13" fmla="*/ 13947 h 363622"/>
                  <a:gd name="connsiteX14" fmla="*/ 13946 w 264619"/>
                  <a:gd name="connsiteY14" fmla="*/ 349677 h 363622"/>
                  <a:gd name="connsiteX15" fmla="*/ 194661 w 264619"/>
                  <a:gd name="connsiteY15" fmla="*/ 349677 h 363622"/>
                  <a:gd name="connsiteX16" fmla="*/ 200736 w 264619"/>
                  <a:gd name="connsiteY16" fmla="*/ 357548 h 363622"/>
                  <a:gd name="connsiteX17" fmla="*/ 194661 w 264619"/>
                  <a:gd name="connsiteY17" fmla="*/ 363623 h 363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64619" h="363622">
                    <a:moveTo>
                      <a:pt x="194661" y="363623"/>
                    </a:moveTo>
                    <a:lnTo>
                      <a:pt x="7030" y="363623"/>
                    </a:lnTo>
                    <a:cubicBezTo>
                      <a:pt x="3148" y="363623"/>
                      <a:pt x="0" y="360475"/>
                      <a:pt x="0" y="356592"/>
                    </a:cubicBezTo>
                    <a:lnTo>
                      <a:pt x="0" y="6916"/>
                    </a:lnTo>
                    <a:cubicBezTo>
                      <a:pt x="-1" y="3097"/>
                      <a:pt x="3095" y="1"/>
                      <a:pt x="6914" y="0"/>
                    </a:cubicBezTo>
                    <a:cubicBezTo>
                      <a:pt x="6953" y="0"/>
                      <a:pt x="6992" y="0"/>
                      <a:pt x="7030" y="1"/>
                    </a:cubicBezTo>
                    <a:lnTo>
                      <a:pt x="257589" y="1"/>
                    </a:lnTo>
                    <a:cubicBezTo>
                      <a:pt x="261428" y="0"/>
                      <a:pt x="264557" y="3078"/>
                      <a:pt x="264620" y="6916"/>
                    </a:cubicBezTo>
                    <a:lnTo>
                      <a:pt x="264620" y="130121"/>
                    </a:lnTo>
                    <a:cubicBezTo>
                      <a:pt x="264557" y="133959"/>
                      <a:pt x="261428" y="137037"/>
                      <a:pt x="257589" y="137036"/>
                    </a:cubicBezTo>
                    <a:cubicBezTo>
                      <a:pt x="253771" y="137100"/>
                      <a:pt x="250624" y="134056"/>
                      <a:pt x="250560" y="130237"/>
                    </a:cubicBezTo>
                    <a:cubicBezTo>
                      <a:pt x="250559" y="130199"/>
                      <a:pt x="250559" y="130160"/>
                      <a:pt x="250559" y="130121"/>
                    </a:cubicBezTo>
                    <a:lnTo>
                      <a:pt x="250559" y="13947"/>
                    </a:lnTo>
                    <a:lnTo>
                      <a:pt x="13946" y="13947"/>
                    </a:lnTo>
                    <a:lnTo>
                      <a:pt x="13946" y="349677"/>
                    </a:lnTo>
                    <a:lnTo>
                      <a:pt x="194661" y="349677"/>
                    </a:lnTo>
                    <a:cubicBezTo>
                      <a:pt x="198512" y="350173"/>
                      <a:pt x="201232" y="353697"/>
                      <a:pt x="200736" y="357548"/>
                    </a:cubicBezTo>
                    <a:cubicBezTo>
                      <a:pt x="200328" y="360718"/>
                      <a:pt x="197832" y="363214"/>
                      <a:pt x="194661" y="363623"/>
                    </a:cubicBezTo>
                    <a:close/>
                  </a:path>
                </a:pathLst>
              </a:custGeom>
              <a:grpFill/>
              <a:ln w="113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grpSp>
          <p:nvGrpSpPr>
            <p:cNvPr id="100" name="Graphic 31">
              <a:extLst>
                <a:ext uri="{FF2B5EF4-FFF2-40B4-BE49-F238E27FC236}">
                  <a16:creationId xmlns:a16="http://schemas.microsoft.com/office/drawing/2014/main" id="{A554C632-C899-B64C-9E32-60D116575F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80383" y="2523376"/>
              <a:ext cx="374116" cy="364794"/>
              <a:chOff x="5416204" y="2257312"/>
              <a:chExt cx="374116" cy="364794"/>
            </a:xfrm>
            <a:solidFill>
              <a:srgbClr val="FFFFFF"/>
            </a:solidFill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E2C4417B-E136-5A45-A452-6D5F868DC54E}"/>
                  </a:ext>
                </a:extLst>
              </p:cNvPr>
              <p:cNvSpPr/>
              <p:nvPr/>
            </p:nvSpPr>
            <p:spPr>
              <a:xfrm>
                <a:off x="5565682" y="2420104"/>
                <a:ext cx="75104" cy="132735"/>
              </a:xfrm>
              <a:custGeom>
                <a:avLst/>
                <a:gdLst>
                  <a:gd name="connsiteX0" fmla="*/ 37608 w 75104"/>
                  <a:gd name="connsiteY0" fmla="*/ 131813 h 132735"/>
                  <a:gd name="connsiteX1" fmla="*/ 57 w 75104"/>
                  <a:gd name="connsiteY1" fmla="*/ 95278 h 132735"/>
                  <a:gd name="connsiteX2" fmla="*/ 5947 w 75104"/>
                  <a:gd name="connsiteY2" fmla="*/ 87407 h 132735"/>
                  <a:gd name="connsiteX3" fmla="*/ 13579 w 75104"/>
                  <a:gd name="connsiteY3" fmla="*/ 93481 h 132735"/>
                  <a:gd name="connsiteX4" fmla="*/ 13579 w 75104"/>
                  <a:gd name="connsiteY4" fmla="*/ 95278 h 132735"/>
                  <a:gd name="connsiteX5" fmla="*/ 37466 w 75104"/>
                  <a:gd name="connsiteY5" fmla="*/ 118334 h 132735"/>
                  <a:gd name="connsiteX6" fmla="*/ 37608 w 75104"/>
                  <a:gd name="connsiteY6" fmla="*/ 118328 h 132735"/>
                  <a:gd name="connsiteX7" fmla="*/ 63961 w 75104"/>
                  <a:gd name="connsiteY7" fmla="*/ 100326 h 132735"/>
                  <a:gd name="connsiteX8" fmla="*/ 46504 w 75104"/>
                  <a:gd name="connsiteY8" fmla="*/ 73149 h 132735"/>
                  <a:gd name="connsiteX9" fmla="*/ 37608 w 75104"/>
                  <a:gd name="connsiteY9" fmla="*/ 73149 h 132735"/>
                  <a:gd name="connsiteX10" fmla="*/ 57 w 75104"/>
                  <a:gd name="connsiteY10" fmla="*/ 36614 h 132735"/>
                  <a:gd name="connsiteX11" fmla="*/ 39599 w 75104"/>
                  <a:gd name="connsiteY11" fmla="*/ 59 h 132735"/>
                  <a:gd name="connsiteX12" fmla="*/ 75047 w 75104"/>
                  <a:gd name="connsiteY12" fmla="*/ 36614 h 132735"/>
                  <a:gd name="connsiteX13" fmla="*/ 69157 w 75104"/>
                  <a:gd name="connsiteY13" fmla="*/ 44485 h 132735"/>
                  <a:gd name="connsiteX14" fmla="*/ 61525 w 75104"/>
                  <a:gd name="connsiteY14" fmla="*/ 38411 h 132735"/>
                  <a:gd name="connsiteX15" fmla="*/ 61525 w 75104"/>
                  <a:gd name="connsiteY15" fmla="*/ 36614 h 132735"/>
                  <a:gd name="connsiteX16" fmla="*/ 37608 w 75104"/>
                  <a:gd name="connsiteY16" fmla="*/ 14140 h 132735"/>
                  <a:gd name="connsiteX17" fmla="*/ 13579 w 75104"/>
                  <a:gd name="connsiteY17" fmla="*/ 36614 h 132735"/>
                  <a:gd name="connsiteX18" fmla="*/ 37466 w 75104"/>
                  <a:gd name="connsiteY18" fmla="*/ 59671 h 132735"/>
                  <a:gd name="connsiteX19" fmla="*/ 37608 w 75104"/>
                  <a:gd name="connsiteY19" fmla="*/ 59665 h 132735"/>
                  <a:gd name="connsiteX20" fmla="*/ 73036 w 75104"/>
                  <a:gd name="connsiteY20" fmla="*/ 96200 h 132735"/>
                  <a:gd name="connsiteX21" fmla="*/ 37608 w 75104"/>
                  <a:gd name="connsiteY21" fmla="*/ 132735 h 132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5104" h="132735">
                    <a:moveTo>
                      <a:pt x="37608" y="131813"/>
                    </a:moveTo>
                    <a:cubicBezTo>
                      <a:pt x="17464" y="132394"/>
                      <a:pt x="664" y="116050"/>
                      <a:pt x="57" y="95278"/>
                    </a:cubicBezTo>
                    <a:cubicBezTo>
                      <a:pt x="-424" y="91427"/>
                      <a:pt x="2212" y="87903"/>
                      <a:pt x="5947" y="87407"/>
                    </a:cubicBezTo>
                    <a:cubicBezTo>
                      <a:pt x="9681" y="86911"/>
                      <a:pt x="13099" y="89631"/>
                      <a:pt x="13579" y="93481"/>
                    </a:cubicBezTo>
                    <a:cubicBezTo>
                      <a:pt x="13654" y="94078"/>
                      <a:pt x="13654" y="94682"/>
                      <a:pt x="13579" y="95278"/>
                    </a:cubicBezTo>
                    <a:cubicBezTo>
                      <a:pt x="14002" y="108447"/>
                      <a:pt x="24696" y="118769"/>
                      <a:pt x="37466" y="118334"/>
                    </a:cubicBezTo>
                    <a:cubicBezTo>
                      <a:pt x="37513" y="118332"/>
                      <a:pt x="37561" y="118331"/>
                      <a:pt x="37608" y="118328"/>
                    </a:cubicBezTo>
                    <a:cubicBezTo>
                      <a:pt x="49706" y="120862"/>
                      <a:pt x="61504" y="112802"/>
                      <a:pt x="63961" y="100326"/>
                    </a:cubicBezTo>
                    <a:cubicBezTo>
                      <a:pt x="66417" y="87850"/>
                      <a:pt x="58602" y="75683"/>
                      <a:pt x="46504" y="73149"/>
                    </a:cubicBezTo>
                    <a:cubicBezTo>
                      <a:pt x="43568" y="72535"/>
                      <a:pt x="40544" y="72535"/>
                      <a:pt x="37608" y="73149"/>
                    </a:cubicBezTo>
                    <a:cubicBezTo>
                      <a:pt x="17464" y="73732"/>
                      <a:pt x="664" y="57386"/>
                      <a:pt x="57" y="36614"/>
                    </a:cubicBezTo>
                    <a:cubicBezTo>
                      <a:pt x="1188" y="15259"/>
                      <a:pt x="18891" y="-1108"/>
                      <a:pt x="39599" y="59"/>
                    </a:cubicBezTo>
                    <a:cubicBezTo>
                      <a:pt x="58727" y="1136"/>
                      <a:pt x="74003" y="16889"/>
                      <a:pt x="75047" y="36614"/>
                    </a:cubicBezTo>
                    <a:cubicBezTo>
                      <a:pt x="75528" y="40465"/>
                      <a:pt x="72892" y="43989"/>
                      <a:pt x="69157" y="44485"/>
                    </a:cubicBezTo>
                    <a:cubicBezTo>
                      <a:pt x="65423" y="44982"/>
                      <a:pt x="62005" y="42262"/>
                      <a:pt x="61525" y="38411"/>
                    </a:cubicBezTo>
                    <a:cubicBezTo>
                      <a:pt x="61450" y="37814"/>
                      <a:pt x="61450" y="37210"/>
                      <a:pt x="61525" y="36614"/>
                    </a:cubicBezTo>
                    <a:cubicBezTo>
                      <a:pt x="60921" y="23606"/>
                      <a:pt x="50224" y="13554"/>
                      <a:pt x="37608" y="14140"/>
                    </a:cubicBezTo>
                    <a:cubicBezTo>
                      <a:pt x="24971" y="13552"/>
                      <a:pt x="14242" y="23587"/>
                      <a:pt x="13579" y="36614"/>
                    </a:cubicBezTo>
                    <a:cubicBezTo>
                      <a:pt x="14002" y="49783"/>
                      <a:pt x="24696" y="60105"/>
                      <a:pt x="37466" y="59671"/>
                    </a:cubicBezTo>
                    <a:cubicBezTo>
                      <a:pt x="37513" y="59668"/>
                      <a:pt x="37561" y="59667"/>
                      <a:pt x="37608" y="59665"/>
                    </a:cubicBezTo>
                    <a:cubicBezTo>
                      <a:pt x="57174" y="59665"/>
                      <a:pt x="73036" y="76023"/>
                      <a:pt x="73036" y="96200"/>
                    </a:cubicBezTo>
                    <a:cubicBezTo>
                      <a:pt x="73036" y="116377"/>
                      <a:pt x="57174" y="132735"/>
                      <a:pt x="37608" y="132735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78E3D7AC-FD8B-D54D-ABFB-120BB246F82D}"/>
                  </a:ext>
                </a:extLst>
              </p:cNvPr>
              <p:cNvSpPr/>
              <p:nvPr/>
            </p:nvSpPr>
            <p:spPr>
              <a:xfrm>
                <a:off x="5596472" y="2408633"/>
                <a:ext cx="13522" cy="155269"/>
              </a:xfrm>
              <a:custGeom>
                <a:avLst/>
                <a:gdLst>
                  <a:gd name="connsiteX0" fmla="*/ 6817 w 13522"/>
                  <a:gd name="connsiteY0" fmla="*/ 155270 h 155269"/>
                  <a:gd name="connsiteX1" fmla="*/ 0 w 13522"/>
                  <a:gd name="connsiteY1" fmla="*/ 148240 h 155269"/>
                  <a:gd name="connsiteX2" fmla="*/ 0 w 13522"/>
                  <a:gd name="connsiteY2" fmla="*/ 6133 h 155269"/>
                  <a:gd name="connsiteX3" fmla="*/ 7632 w 13522"/>
                  <a:gd name="connsiteY3" fmla="*/ 58 h 155269"/>
                  <a:gd name="connsiteX4" fmla="*/ 13523 w 13522"/>
                  <a:gd name="connsiteY4" fmla="*/ 6133 h 155269"/>
                  <a:gd name="connsiteX5" fmla="*/ 13523 w 13522"/>
                  <a:gd name="connsiteY5" fmla="*/ 148240 h 155269"/>
                  <a:gd name="connsiteX6" fmla="*/ 6817 w 13522"/>
                  <a:gd name="connsiteY6" fmla="*/ 155270 h 155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522" h="155269">
                    <a:moveTo>
                      <a:pt x="6817" y="155270"/>
                    </a:moveTo>
                    <a:cubicBezTo>
                      <a:pt x="3052" y="155270"/>
                      <a:pt x="0" y="152122"/>
                      <a:pt x="0" y="148240"/>
                    </a:cubicBezTo>
                    <a:lnTo>
                      <a:pt x="0" y="6133"/>
                    </a:lnTo>
                    <a:cubicBezTo>
                      <a:pt x="481" y="2283"/>
                      <a:pt x="3898" y="-437"/>
                      <a:pt x="7632" y="58"/>
                    </a:cubicBezTo>
                    <a:cubicBezTo>
                      <a:pt x="10707" y="467"/>
                      <a:pt x="13127" y="2963"/>
                      <a:pt x="13523" y="6133"/>
                    </a:cubicBezTo>
                    <a:lnTo>
                      <a:pt x="13523" y="148240"/>
                    </a:lnTo>
                    <a:cubicBezTo>
                      <a:pt x="13523" y="152077"/>
                      <a:pt x="10539" y="155207"/>
                      <a:pt x="6817" y="155270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44166CCB-BD82-1540-AEA3-6696296C23C8}"/>
                  </a:ext>
                </a:extLst>
              </p:cNvPr>
              <p:cNvSpPr/>
              <p:nvPr/>
            </p:nvSpPr>
            <p:spPr>
              <a:xfrm>
                <a:off x="5776685" y="2403034"/>
                <a:ext cx="13635" cy="32362"/>
              </a:xfrm>
              <a:custGeom>
                <a:avLst/>
                <a:gdLst>
                  <a:gd name="connsiteX0" fmla="*/ 6874 w 13635"/>
                  <a:gd name="connsiteY0" fmla="*/ 32363 h 32362"/>
                  <a:gd name="connsiteX1" fmla="*/ 57 w 13635"/>
                  <a:gd name="connsiteY1" fmla="*/ 25332 h 32362"/>
                  <a:gd name="connsiteX2" fmla="*/ 57 w 13635"/>
                  <a:gd name="connsiteY2" fmla="*/ 7929 h 32362"/>
                  <a:gd name="connsiteX3" fmla="*/ 5947 w 13635"/>
                  <a:gd name="connsiteY3" fmla="*/ 59 h 32362"/>
                  <a:gd name="connsiteX4" fmla="*/ 13580 w 13635"/>
                  <a:gd name="connsiteY4" fmla="*/ 6132 h 32362"/>
                  <a:gd name="connsiteX5" fmla="*/ 13580 w 13635"/>
                  <a:gd name="connsiteY5" fmla="*/ 7929 h 32362"/>
                  <a:gd name="connsiteX6" fmla="*/ 13580 w 13635"/>
                  <a:gd name="connsiteY6" fmla="*/ 25332 h 32362"/>
                  <a:gd name="connsiteX7" fmla="*/ 6987 w 13635"/>
                  <a:gd name="connsiteY7" fmla="*/ 32362 h 32362"/>
                  <a:gd name="connsiteX8" fmla="*/ 6874 w 13635"/>
                  <a:gd name="connsiteY8" fmla="*/ 32363 h 32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32362">
                    <a:moveTo>
                      <a:pt x="6874" y="32363"/>
                    </a:moveTo>
                    <a:cubicBezTo>
                      <a:pt x="3109" y="32363"/>
                      <a:pt x="57" y="29215"/>
                      <a:pt x="57" y="25332"/>
                    </a:cubicBezTo>
                    <a:lnTo>
                      <a:pt x="57" y="7929"/>
                    </a:lnTo>
                    <a:cubicBezTo>
                      <a:pt x="-424" y="4079"/>
                      <a:pt x="2212" y="554"/>
                      <a:pt x="5947" y="59"/>
                    </a:cubicBezTo>
                    <a:cubicBezTo>
                      <a:pt x="9681" y="-438"/>
                      <a:pt x="13099" y="2282"/>
                      <a:pt x="13580" y="6132"/>
                    </a:cubicBezTo>
                    <a:cubicBezTo>
                      <a:pt x="13654" y="6729"/>
                      <a:pt x="13654" y="7333"/>
                      <a:pt x="13580" y="7929"/>
                    </a:cubicBezTo>
                    <a:lnTo>
                      <a:pt x="13580" y="25332"/>
                    </a:lnTo>
                    <a:cubicBezTo>
                      <a:pt x="13641" y="29151"/>
                      <a:pt x="10689" y="32298"/>
                      <a:pt x="6987" y="32362"/>
                    </a:cubicBezTo>
                    <a:cubicBezTo>
                      <a:pt x="6949" y="32363"/>
                      <a:pt x="6912" y="32363"/>
                      <a:pt x="6874" y="32363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034D7F13-19D1-0740-93D5-D07E3DC9EB0F}"/>
                  </a:ext>
                </a:extLst>
              </p:cNvPr>
              <p:cNvSpPr/>
              <p:nvPr/>
            </p:nvSpPr>
            <p:spPr>
              <a:xfrm>
                <a:off x="5776741" y="2459229"/>
                <a:ext cx="13523" cy="50159"/>
              </a:xfrm>
              <a:custGeom>
                <a:avLst/>
                <a:gdLst>
                  <a:gd name="connsiteX0" fmla="*/ 6817 w 13523"/>
                  <a:gd name="connsiteY0" fmla="*/ 50160 h 50159"/>
                  <a:gd name="connsiteX1" fmla="*/ 0 w 13523"/>
                  <a:gd name="connsiteY1" fmla="*/ 43129 h 50159"/>
                  <a:gd name="connsiteX2" fmla="*/ 0 w 13523"/>
                  <a:gd name="connsiteY2" fmla="*/ 6133 h 50159"/>
                  <a:gd name="connsiteX3" fmla="*/ 7632 w 13523"/>
                  <a:gd name="connsiteY3" fmla="*/ 58 h 50159"/>
                  <a:gd name="connsiteX4" fmla="*/ 13523 w 13523"/>
                  <a:gd name="connsiteY4" fmla="*/ 6133 h 50159"/>
                  <a:gd name="connsiteX5" fmla="*/ 13523 w 13523"/>
                  <a:gd name="connsiteY5" fmla="*/ 43129 h 50159"/>
                  <a:gd name="connsiteX6" fmla="*/ 6930 w 13523"/>
                  <a:gd name="connsiteY6" fmla="*/ 50159 h 50159"/>
                  <a:gd name="connsiteX7" fmla="*/ 6817 w 13523"/>
                  <a:gd name="connsiteY7" fmla="*/ 50160 h 5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23" h="50159">
                    <a:moveTo>
                      <a:pt x="6817" y="50160"/>
                    </a:moveTo>
                    <a:cubicBezTo>
                      <a:pt x="3052" y="50160"/>
                      <a:pt x="0" y="47012"/>
                      <a:pt x="0" y="43129"/>
                    </a:cubicBezTo>
                    <a:lnTo>
                      <a:pt x="0" y="6133"/>
                    </a:lnTo>
                    <a:cubicBezTo>
                      <a:pt x="481" y="2283"/>
                      <a:pt x="3898" y="-437"/>
                      <a:pt x="7632" y="58"/>
                    </a:cubicBezTo>
                    <a:cubicBezTo>
                      <a:pt x="10707" y="467"/>
                      <a:pt x="13127" y="2963"/>
                      <a:pt x="13523" y="6133"/>
                    </a:cubicBezTo>
                    <a:lnTo>
                      <a:pt x="13523" y="43129"/>
                    </a:lnTo>
                    <a:cubicBezTo>
                      <a:pt x="13584" y="46948"/>
                      <a:pt x="10633" y="50095"/>
                      <a:pt x="6930" y="50159"/>
                    </a:cubicBezTo>
                    <a:cubicBezTo>
                      <a:pt x="6892" y="50160"/>
                      <a:pt x="6855" y="50160"/>
                      <a:pt x="6817" y="50160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8BD7D7AB-7B8C-1B4E-B02C-0AC35FFDF6BE}"/>
                  </a:ext>
                </a:extLst>
              </p:cNvPr>
              <p:cNvSpPr/>
              <p:nvPr/>
            </p:nvSpPr>
            <p:spPr>
              <a:xfrm>
                <a:off x="5776741" y="2533221"/>
                <a:ext cx="13522" cy="30567"/>
              </a:xfrm>
              <a:custGeom>
                <a:avLst/>
                <a:gdLst>
                  <a:gd name="connsiteX0" fmla="*/ 6817 w 13522"/>
                  <a:gd name="connsiteY0" fmla="*/ 30567 h 30567"/>
                  <a:gd name="connsiteX1" fmla="*/ 1 w 13522"/>
                  <a:gd name="connsiteY1" fmla="*/ 23768 h 30567"/>
                  <a:gd name="connsiteX2" fmla="*/ 0 w 13522"/>
                  <a:gd name="connsiteY2" fmla="*/ 23652 h 30567"/>
                  <a:gd name="connsiteX3" fmla="*/ 0 w 13522"/>
                  <a:gd name="connsiteY3" fmla="*/ 6133 h 30567"/>
                  <a:gd name="connsiteX4" fmla="*/ 7632 w 13522"/>
                  <a:gd name="connsiteY4" fmla="*/ 58 h 30567"/>
                  <a:gd name="connsiteX5" fmla="*/ 13523 w 13522"/>
                  <a:gd name="connsiteY5" fmla="*/ 6133 h 30567"/>
                  <a:gd name="connsiteX6" fmla="*/ 13523 w 13522"/>
                  <a:gd name="connsiteY6" fmla="*/ 23652 h 30567"/>
                  <a:gd name="connsiteX7" fmla="*/ 6817 w 13522"/>
                  <a:gd name="connsiteY7" fmla="*/ 30567 h 30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22" h="30567">
                    <a:moveTo>
                      <a:pt x="6817" y="30567"/>
                    </a:moveTo>
                    <a:cubicBezTo>
                      <a:pt x="3115" y="30630"/>
                      <a:pt x="63" y="27586"/>
                      <a:pt x="1" y="23768"/>
                    </a:cubicBezTo>
                    <a:cubicBezTo>
                      <a:pt x="0" y="23729"/>
                      <a:pt x="0" y="23691"/>
                      <a:pt x="0" y="23652"/>
                    </a:cubicBezTo>
                    <a:lnTo>
                      <a:pt x="0" y="6133"/>
                    </a:lnTo>
                    <a:cubicBezTo>
                      <a:pt x="481" y="2283"/>
                      <a:pt x="3898" y="-437"/>
                      <a:pt x="7632" y="58"/>
                    </a:cubicBezTo>
                    <a:cubicBezTo>
                      <a:pt x="10707" y="467"/>
                      <a:pt x="13127" y="2963"/>
                      <a:pt x="13523" y="6133"/>
                    </a:cubicBezTo>
                    <a:lnTo>
                      <a:pt x="13523" y="23652"/>
                    </a:lnTo>
                    <a:cubicBezTo>
                      <a:pt x="13523" y="27471"/>
                      <a:pt x="10521" y="30567"/>
                      <a:pt x="6817" y="30567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1164FC36-ECB7-7D4D-8C70-0B843D1A4877}"/>
                  </a:ext>
                </a:extLst>
              </p:cNvPr>
              <p:cNvSpPr/>
              <p:nvPr/>
            </p:nvSpPr>
            <p:spPr>
              <a:xfrm>
                <a:off x="5416204" y="2292829"/>
                <a:ext cx="373616" cy="329276"/>
              </a:xfrm>
              <a:custGeom>
                <a:avLst/>
                <a:gdLst>
                  <a:gd name="connsiteX0" fmla="*/ 351373 w 373616"/>
                  <a:gd name="connsiteY0" fmla="*/ 329276 h 329276"/>
                  <a:gd name="connsiteX1" fmla="*/ 22352 w 373616"/>
                  <a:gd name="connsiteY1" fmla="*/ 329276 h 329276"/>
                  <a:gd name="connsiteX2" fmla="*/ 0 w 373616"/>
                  <a:gd name="connsiteY2" fmla="*/ 306226 h 329276"/>
                  <a:gd name="connsiteX3" fmla="*/ 0 w 373616"/>
                  <a:gd name="connsiteY3" fmla="*/ 23050 h 329276"/>
                  <a:gd name="connsiteX4" fmla="*/ 22352 w 373616"/>
                  <a:gd name="connsiteY4" fmla="*/ 0 h 329276"/>
                  <a:gd name="connsiteX5" fmla="*/ 350926 w 373616"/>
                  <a:gd name="connsiteY5" fmla="*/ 0 h 329276"/>
                  <a:gd name="connsiteX6" fmla="*/ 373278 w 373616"/>
                  <a:gd name="connsiteY6" fmla="*/ 23050 h 329276"/>
                  <a:gd name="connsiteX7" fmla="*/ 373278 w 373616"/>
                  <a:gd name="connsiteY7" fmla="*/ 118134 h 329276"/>
                  <a:gd name="connsiteX8" fmla="*/ 360538 w 373616"/>
                  <a:gd name="connsiteY8" fmla="*/ 118134 h 329276"/>
                  <a:gd name="connsiteX9" fmla="*/ 360538 w 373616"/>
                  <a:gd name="connsiteY9" fmla="*/ 23050 h 329276"/>
                  <a:gd name="connsiteX10" fmla="*/ 351373 w 373616"/>
                  <a:gd name="connsiteY10" fmla="*/ 13600 h 329276"/>
                  <a:gd name="connsiteX11" fmla="*/ 22352 w 373616"/>
                  <a:gd name="connsiteY11" fmla="*/ 13600 h 329276"/>
                  <a:gd name="connsiteX12" fmla="*/ 13076 w 373616"/>
                  <a:gd name="connsiteY12" fmla="*/ 23050 h 329276"/>
                  <a:gd name="connsiteX13" fmla="*/ 13076 w 373616"/>
                  <a:gd name="connsiteY13" fmla="*/ 305880 h 329276"/>
                  <a:gd name="connsiteX14" fmla="*/ 22352 w 373616"/>
                  <a:gd name="connsiteY14" fmla="*/ 315331 h 329276"/>
                  <a:gd name="connsiteX15" fmla="*/ 350926 w 373616"/>
                  <a:gd name="connsiteY15" fmla="*/ 315331 h 329276"/>
                  <a:gd name="connsiteX16" fmla="*/ 360091 w 373616"/>
                  <a:gd name="connsiteY16" fmla="*/ 305880 h 329276"/>
                  <a:gd name="connsiteX17" fmla="*/ 360091 w 373616"/>
                  <a:gd name="connsiteY17" fmla="*/ 264043 h 329276"/>
                  <a:gd name="connsiteX18" fmla="*/ 373614 w 373616"/>
                  <a:gd name="connsiteY18" fmla="*/ 264043 h 329276"/>
                  <a:gd name="connsiteX19" fmla="*/ 373614 w 373616"/>
                  <a:gd name="connsiteY19" fmla="*/ 305880 h 329276"/>
                  <a:gd name="connsiteX20" fmla="*/ 351599 w 373616"/>
                  <a:gd name="connsiteY20" fmla="*/ 329274 h 329276"/>
                  <a:gd name="connsiteX21" fmla="*/ 351373 w 373616"/>
                  <a:gd name="connsiteY21" fmla="*/ 329276 h 329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73616" h="329276">
                    <a:moveTo>
                      <a:pt x="351373" y="329276"/>
                    </a:moveTo>
                    <a:lnTo>
                      <a:pt x="22352" y="329276"/>
                    </a:lnTo>
                    <a:cubicBezTo>
                      <a:pt x="10007" y="329276"/>
                      <a:pt x="0" y="318957"/>
                      <a:pt x="0" y="306226"/>
                    </a:cubicBezTo>
                    <a:lnTo>
                      <a:pt x="0" y="23050"/>
                    </a:lnTo>
                    <a:cubicBezTo>
                      <a:pt x="0" y="10320"/>
                      <a:pt x="10007" y="0"/>
                      <a:pt x="22352" y="0"/>
                    </a:cubicBezTo>
                    <a:lnTo>
                      <a:pt x="350926" y="0"/>
                    </a:lnTo>
                    <a:cubicBezTo>
                      <a:pt x="363271" y="0"/>
                      <a:pt x="373278" y="10320"/>
                      <a:pt x="373278" y="23050"/>
                    </a:cubicBezTo>
                    <a:lnTo>
                      <a:pt x="373278" y="118134"/>
                    </a:lnTo>
                    <a:lnTo>
                      <a:pt x="360538" y="118134"/>
                    </a:lnTo>
                    <a:lnTo>
                      <a:pt x="360538" y="23050"/>
                    </a:lnTo>
                    <a:cubicBezTo>
                      <a:pt x="360538" y="17831"/>
                      <a:pt x="356435" y="13600"/>
                      <a:pt x="351373" y="13600"/>
                    </a:cubicBezTo>
                    <a:lnTo>
                      <a:pt x="22352" y="13600"/>
                    </a:lnTo>
                    <a:cubicBezTo>
                      <a:pt x="17272" y="13599"/>
                      <a:pt x="13137" y="17812"/>
                      <a:pt x="13076" y="23050"/>
                    </a:cubicBezTo>
                    <a:lnTo>
                      <a:pt x="13076" y="305880"/>
                    </a:lnTo>
                    <a:cubicBezTo>
                      <a:pt x="13137" y="311118"/>
                      <a:pt x="17272" y="315331"/>
                      <a:pt x="22352" y="315331"/>
                    </a:cubicBezTo>
                    <a:lnTo>
                      <a:pt x="350926" y="315331"/>
                    </a:lnTo>
                    <a:cubicBezTo>
                      <a:pt x="355988" y="315331"/>
                      <a:pt x="360091" y="311100"/>
                      <a:pt x="360091" y="305880"/>
                    </a:cubicBezTo>
                    <a:lnTo>
                      <a:pt x="360091" y="264043"/>
                    </a:lnTo>
                    <a:lnTo>
                      <a:pt x="373614" y="264043"/>
                    </a:lnTo>
                    <a:lnTo>
                      <a:pt x="373614" y="305880"/>
                    </a:lnTo>
                    <a:cubicBezTo>
                      <a:pt x="373799" y="318609"/>
                      <a:pt x="363943" y="329083"/>
                      <a:pt x="351599" y="329274"/>
                    </a:cubicBezTo>
                    <a:cubicBezTo>
                      <a:pt x="351524" y="329275"/>
                      <a:pt x="351449" y="329276"/>
                      <a:pt x="351373" y="329276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C1C8AAEC-5935-2F44-A517-8AC0EEEAB29D}"/>
                  </a:ext>
                </a:extLst>
              </p:cNvPr>
              <p:cNvSpPr/>
              <p:nvPr/>
            </p:nvSpPr>
            <p:spPr>
              <a:xfrm>
                <a:off x="5423021" y="2351608"/>
                <a:ext cx="360537" cy="13945"/>
              </a:xfrm>
              <a:custGeom>
                <a:avLst/>
                <a:gdLst>
                  <a:gd name="connsiteX0" fmla="*/ 0 w 360537"/>
                  <a:gd name="connsiteY0" fmla="*/ 0 h 13945"/>
                  <a:gd name="connsiteX1" fmla="*/ 360538 w 360537"/>
                  <a:gd name="connsiteY1" fmla="*/ 0 h 13945"/>
                  <a:gd name="connsiteX2" fmla="*/ 360538 w 360537"/>
                  <a:gd name="connsiteY2" fmla="*/ 13946 h 13945"/>
                  <a:gd name="connsiteX3" fmla="*/ 0 w 360537"/>
                  <a:gd name="connsiteY3" fmla="*/ 13946 h 1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0537" h="13945">
                    <a:moveTo>
                      <a:pt x="0" y="0"/>
                    </a:moveTo>
                    <a:lnTo>
                      <a:pt x="360538" y="0"/>
                    </a:lnTo>
                    <a:lnTo>
                      <a:pt x="360538" y="13946"/>
                    </a:lnTo>
                    <a:lnTo>
                      <a:pt x="0" y="13946"/>
                    </a:ln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3F33D929-BB89-1E42-BF09-61B2B1E89C01}"/>
                  </a:ext>
                </a:extLst>
              </p:cNvPr>
              <p:cNvSpPr/>
              <p:nvPr/>
            </p:nvSpPr>
            <p:spPr>
              <a:xfrm>
                <a:off x="5481013" y="2257312"/>
                <a:ext cx="13636" cy="73897"/>
              </a:xfrm>
              <a:custGeom>
                <a:avLst/>
                <a:gdLst>
                  <a:gd name="connsiteX0" fmla="*/ 7164 w 13636"/>
                  <a:gd name="connsiteY0" fmla="*/ 73897 h 73897"/>
                  <a:gd name="connsiteX1" fmla="*/ 347 w 13636"/>
                  <a:gd name="connsiteY1" fmla="*/ 66867 h 73897"/>
                  <a:gd name="connsiteX2" fmla="*/ 347 w 13636"/>
                  <a:gd name="connsiteY2" fmla="*/ 9240 h 73897"/>
                  <a:gd name="connsiteX3" fmla="*/ 4678 w 13636"/>
                  <a:gd name="connsiteY3" fmla="*/ 358 h 73897"/>
                  <a:gd name="connsiteX4" fmla="*/ 13292 w 13636"/>
                  <a:gd name="connsiteY4" fmla="*/ 4824 h 73897"/>
                  <a:gd name="connsiteX5" fmla="*/ 13423 w 13636"/>
                  <a:gd name="connsiteY5" fmla="*/ 8779 h 73897"/>
                  <a:gd name="connsiteX6" fmla="*/ 13423 w 13636"/>
                  <a:gd name="connsiteY6" fmla="*/ 66406 h 73897"/>
                  <a:gd name="connsiteX7" fmla="*/ 7314 w 13636"/>
                  <a:gd name="connsiteY7" fmla="*/ 73886 h 73897"/>
                  <a:gd name="connsiteX8" fmla="*/ 7164 w 13636"/>
                  <a:gd name="connsiteY8" fmla="*/ 73897 h 73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6" h="73897">
                    <a:moveTo>
                      <a:pt x="7164" y="73897"/>
                    </a:moveTo>
                    <a:cubicBezTo>
                      <a:pt x="3399" y="73897"/>
                      <a:pt x="347" y="70749"/>
                      <a:pt x="347" y="66867"/>
                    </a:cubicBezTo>
                    <a:lnTo>
                      <a:pt x="347" y="9240"/>
                    </a:lnTo>
                    <a:cubicBezTo>
                      <a:pt x="-836" y="5554"/>
                      <a:pt x="1103" y="1577"/>
                      <a:pt x="4678" y="358"/>
                    </a:cubicBezTo>
                    <a:cubicBezTo>
                      <a:pt x="8253" y="-862"/>
                      <a:pt x="12109" y="1138"/>
                      <a:pt x="13292" y="4824"/>
                    </a:cubicBezTo>
                    <a:cubicBezTo>
                      <a:pt x="13702" y="6102"/>
                      <a:pt x="13747" y="7475"/>
                      <a:pt x="13423" y="8779"/>
                    </a:cubicBezTo>
                    <a:lnTo>
                      <a:pt x="13423" y="66406"/>
                    </a:lnTo>
                    <a:cubicBezTo>
                      <a:pt x="13739" y="70211"/>
                      <a:pt x="11004" y="73560"/>
                      <a:pt x="7314" y="73886"/>
                    </a:cubicBezTo>
                    <a:cubicBezTo>
                      <a:pt x="7264" y="73890"/>
                      <a:pt x="7214" y="73894"/>
                      <a:pt x="7164" y="73897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CDFC0C45-52F4-AC48-932B-89BEF1D9BFEF}"/>
                  </a:ext>
                </a:extLst>
              </p:cNvPr>
              <p:cNvSpPr/>
              <p:nvPr/>
            </p:nvSpPr>
            <p:spPr>
              <a:xfrm>
                <a:off x="5539083" y="2258622"/>
                <a:ext cx="13635" cy="72590"/>
              </a:xfrm>
              <a:custGeom>
                <a:avLst/>
                <a:gdLst>
                  <a:gd name="connsiteX0" fmla="*/ 6650 w 13635"/>
                  <a:gd name="connsiteY0" fmla="*/ 72586 h 72590"/>
                  <a:gd name="connsiteX1" fmla="*/ 57 w 13635"/>
                  <a:gd name="connsiteY1" fmla="*/ 65556 h 72590"/>
                  <a:gd name="connsiteX2" fmla="*/ 57 w 13635"/>
                  <a:gd name="connsiteY2" fmla="*/ 7929 h 72590"/>
                  <a:gd name="connsiteX3" fmla="*/ 5947 w 13635"/>
                  <a:gd name="connsiteY3" fmla="*/ 58 h 72590"/>
                  <a:gd name="connsiteX4" fmla="*/ 13579 w 13635"/>
                  <a:gd name="connsiteY4" fmla="*/ 6133 h 72590"/>
                  <a:gd name="connsiteX5" fmla="*/ 13579 w 13635"/>
                  <a:gd name="connsiteY5" fmla="*/ 7929 h 72590"/>
                  <a:gd name="connsiteX6" fmla="*/ 13579 w 13635"/>
                  <a:gd name="connsiteY6" fmla="*/ 65556 h 72590"/>
                  <a:gd name="connsiteX7" fmla="*/ 6990 w 13635"/>
                  <a:gd name="connsiteY7" fmla="*/ 72589 h 72590"/>
                  <a:gd name="connsiteX8" fmla="*/ 6650 w 13635"/>
                  <a:gd name="connsiteY8" fmla="*/ 72586 h 72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72590">
                    <a:moveTo>
                      <a:pt x="6650" y="72586"/>
                    </a:moveTo>
                    <a:cubicBezTo>
                      <a:pt x="2972" y="72462"/>
                      <a:pt x="54" y="69350"/>
                      <a:pt x="57" y="65556"/>
                    </a:cubicBezTo>
                    <a:lnTo>
                      <a:pt x="57" y="7929"/>
                    </a:lnTo>
                    <a:cubicBezTo>
                      <a:pt x="-424" y="4079"/>
                      <a:pt x="2212" y="555"/>
                      <a:pt x="5947" y="58"/>
                    </a:cubicBezTo>
                    <a:cubicBezTo>
                      <a:pt x="9681" y="-438"/>
                      <a:pt x="13099" y="2282"/>
                      <a:pt x="13579" y="6133"/>
                    </a:cubicBezTo>
                    <a:cubicBezTo>
                      <a:pt x="13654" y="6729"/>
                      <a:pt x="13654" y="7333"/>
                      <a:pt x="13579" y="7929"/>
                    </a:cubicBezTo>
                    <a:lnTo>
                      <a:pt x="13579" y="65556"/>
                    </a:lnTo>
                    <a:cubicBezTo>
                      <a:pt x="13643" y="69374"/>
                      <a:pt x="10693" y="72523"/>
                      <a:pt x="6990" y="72589"/>
                    </a:cubicBezTo>
                    <a:cubicBezTo>
                      <a:pt x="6877" y="72591"/>
                      <a:pt x="6763" y="72590"/>
                      <a:pt x="6650" y="72586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854F78C4-2E8D-4745-9694-5D748CF42398}"/>
                  </a:ext>
                </a:extLst>
              </p:cNvPr>
              <p:cNvSpPr/>
              <p:nvPr/>
            </p:nvSpPr>
            <p:spPr>
              <a:xfrm>
                <a:off x="5596416" y="2258622"/>
                <a:ext cx="13635" cy="72586"/>
              </a:xfrm>
              <a:custGeom>
                <a:avLst/>
                <a:gdLst>
                  <a:gd name="connsiteX0" fmla="*/ 6874 w 13635"/>
                  <a:gd name="connsiteY0" fmla="*/ 72586 h 72586"/>
                  <a:gd name="connsiteX1" fmla="*/ 57 w 13635"/>
                  <a:gd name="connsiteY1" fmla="*/ 65556 h 72586"/>
                  <a:gd name="connsiteX2" fmla="*/ 57 w 13635"/>
                  <a:gd name="connsiteY2" fmla="*/ 7929 h 72586"/>
                  <a:gd name="connsiteX3" fmla="*/ 5947 w 13635"/>
                  <a:gd name="connsiteY3" fmla="*/ 58 h 72586"/>
                  <a:gd name="connsiteX4" fmla="*/ 13580 w 13635"/>
                  <a:gd name="connsiteY4" fmla="*/ 6133 h 72586"/>
                  <a:gd name="connsiteX5" fmla="*/ 13580 w 13635"/>
                  <a:gd name="connsiteY5" fmla="*/ 7929 h 72586"/>
                  <a:gd name="connsiteX6" fmla="*/ 13580 w 13635"/>
                  <a:gd name="connsiteY6" fmla="*/ 65556 h 72586"/>
                  <a:gd name="connsiteX7" fmla="*/ 6987 w 13635"/>
                  <a:gd name="connsiteY7" fmla="*/ 72585 h 72586"/>
                  <a:gd name="connsiteX8" fmla="*/ 6874 w 13635"/>
                  <a:gd name="connsiteY8" fmla="*/ 72586 h 7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72586">
                    <a:moveTo>
                      <a:pt x="6874" y="72586"/>
                    </a:moveTo>
                    <a:cubicBezTo>
                      <a:pt x="3109" y="72586"/>
                      <a:pt x="57" y="69438"/>
                      <a:pt x="57" y="65556"/>
                    </a:cubicBezTo>
                    <a:lnTo>
                      <a:pt x="57" y="7929"/>
                    </a:lnTo>
                    <a:cubicBezTo>
                      <a:pt x="-424" y="4079"/>
                      <a:pt x="2212" y="555"/>
                      <a:pt x="5947" y="58"/>
                    </a:cubicBezTo>
                    <a:cubicBezTo>
                      <a:pt x="9681" y="-438"/>
                      <a:pt x="13099" y="2282"/>
                      <a:pt x="13580" y="6133"/>
                    </a:cubicBezTo>
                    <a:cubicBezTo>
                      <a:pt x="13654" y="6729"/>
                      <a:pt x="13654" y="7333"/>
                      <a:pt x="13580" y="7929"/>
                    </a:cubicBezTo>
                    <a:lnTo>
                      <a:pt x="13580" y="65556"/>
                    </a:lnTo>
                    <a:cubicBezTo>
                      <a:pt x="13641" y="69374"/>
                      <a:pt x="10689" y="72521"/>
                      <a:pt x="6987" y="72585"/>
                    </a:cubicBezTo>
                    <a:cubicBezTo>
                      <a:pt x="6949" y="72586"/>
                      <a:pt x="6912" y="72586"/>
                      <a:pt x="6874" y="72586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1A5F74FB-3641-7141-9DFB-05AC87A2FDBF}"/>
                  </a:ext>
                </a:extLst>
              </p:cNvPr>
              <p:cNvSpPr/>
              <p:nvPr/>
            </p:nvSpPr>
            <p:spPr>
              <a:xfrm>
                <a:off x="5653972" y="2258622"/>
                <a:ext cx="13635" cy="72586"/>
              </a:xfrm>
              <a:custGeom>
                <a:avLst/>
                <a:gdLst>
                  <a:gd name="connsiteX0" fmla="*/ 6874 w 13635"/>
                  <a:gd name="connsiteY0" fmla="*/ 72586 h 72586"/>
                  <a:gd name="connsiteX1" fmla="*/ 57 w 13635"/>
                  <a:gd name="connsiteY1" fmla="*/ 65556 h 72586"/>
                  <a:gd name="connsiteX2" fmla="*/ 57 w 13635"/>
                  <a:gd name="connsiteY2" fmla="*/ 7929 h 72586"/>
                  <a:gd name="connsiteX3" fmla="*/ 5947 w 13635"/>
                  <a:gd name="connsiteY3" fmla="*/ 58 h 72586"/>
                  <a:gd name="connsiteX4" fmla="*/ 13579 w 13635"/>
                  <a:gd name="connsiteY4" fmla="*/ 6133 h 72586"/>
                  <a:gd name="connsiteX5" fmla="*/ 13579 w 13635"/>
                  <a:gd name="connsiteY5" fmla="*/ 7929 h 72586"/>
                  <a:gd name="connsiteX6" fmla="*/ 13579 w 13635"/>
                  <a:gd name="connsiteY6" fmla="*/ 65556 h 72586"/>
                  <a:gd name="connsiteX7" fmla="*/ 6987 w 13635"/>
                  <a:gd name="connsiteY7" fmla="*/ 72585 h 72586"/>
                  <a:gd name="connsiteX8" fmla="*/ 6874 w 13635"/>
                  <a:gd name="connsiteY8" fmla="*/ 72586 h 7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72586">
                    <a:moveTo>
                      <a:pt x="6874" y="72586"/>
                    </a:moveTo>
                    <a:cubicBezTo>
                      <a:pt x="3109" y="72586"/>
                      <a:pt x="57" y="69438"/>
                      <a:pt x="57" y="65556"/>
                    </a:cubicBezTo>
                    <a:lnTo>
                      <a:pt x="57" y="7929"/>
                    </a:lnTo>
                    <a:cubicBezTo>
                      <a:pt x="-424" y="4079"/>
                      <a:pt x="2212" y="555"/>
                      <a:pt x="5947" y="58"/>
                    </a:cubicBezTo>
                    <a:cubicBezTo>
                      <a:pt x="9681" y="-438"/>
                      <a:pt x="13099" y="2282"/>
                      <a:pt x="13579" y="6133"/>
                    </a:cubicBezTo>
                    <a:cubicBezTo>
                      <a:pt x="13654" y="6729"/>
                      <a:pt x="13654" y="7333"/>
                      <a:pt x="13579" y="7929"/>
                    </a:cubicBezTo>
                    <a:lnTo>
                      <a:pt x="13579" y="65556"/>
                    </a:lnTo>
                    <a:cubicBezTo>
                      <a:pt x="13641" y="69374"/>
                      <a:pt x="10689" y="72521"/>
                      <a:pt x="6987" y="72585"/>
                    </a:cubicBezTo>
                    <a:cubicBezTo>
                      <a:pt x="6949" y="72586"/>
                      <a:pt x="6912" y="72586"/>
                      <a:pt x="6874" y="72586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CCB2C214-5120-634A-BB26-4F44B1142349}"/>
                  </a:ext>
                </a:extLst>
              </p:cNvPr>
              <p:cNvSpPr/>
              <p:nvPr/>
            </p:nvSpPr>
            <p:spPr>
              <a:xfrm>
                <a:off x="5711193" y="2258622"/>
                <a:ext cx="13635" cy="72586"/>
              </a:xfrm>
              <a:custGeom>
                <a:avLst/>
                <a:gdLst>
                  <a:gd name="connsiteX0" fmla="*/ 6762 w 13635"/>
                  <a:gd name="connsiteY0" fmla="*/ 72586 h 72586"/>
                  <a:gd name="connsiteX1" fmla="*/ 55 w 13635"/>
                  <a:gd name="connsiteY1" fmla="*/ 65672 h 72586"/>
                  <a:gd name="connsiteX2" fmla="*/ 57 w 13635"/>
                  <a:gd name="connsiteY2" fmla="*/ 65556 h 72586"/>
                  <a:gd name="connsiteX3" fmla="*/ 57 w 13635"/>
                  <a:gd name="connsiteY3" fmla="*/ 7929 h 72586"/>
                  <a:gd name="connsiteX4" fmla="*/ 5947 w 13635"/>
                  <a:gd name="connsiteY4" fmla="*/ 58 h 72586"/>
                  <a:gd name="connsiteX5" fmla="*/ 13580 w 13635"/>
                  <a:gd name="connsiteY5" fmla="*/ 6133 h 72586"/>
                  <a:gd name="connsiteX6" fmla="*/ 13580 w 13635"/>
                  <a:gd name="connsiteY6" fmla="*/ 7929 h 72586"/>
                  <a:gd name="connsiteX7" fmla="*/ 13580 w 13635"/>
                  <a:gd name="connsiteY7" fmla="*/ 65556 h 72586"/>
                  <a:gd name="connsiteX8" fmla="*/ 6762 w 13635"/>
                  <a:gd name="connsiteY8" fmla="*/ 72586 h 7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35" h="72586">
                    <a:moveTo>
                      <a:pt x="6762" y="72586"/>
                    </a:moveTo>
                    <a:cubicBezTo>
                      <a:pt x="3058" y="72587"/>
                      <a:pt x="57" y="69491"/>
                      <a:pt x="55" y="65672"/>
                    </a:cubicBezTo>
                    <a:cubicBezTo>
                      <a:pt x="55" y="65633"/>
                      <a:pt x="55" y="65594"/>
                      <a:pt x="57" y="65556"/>
                    </a:cubicBezTo>
                    <a:lnTo>
                      <a:pt x="57" y="7929"/>
                    </a:lnTo>
                    <a:cubicBezTo>
                      <a:pt x="-424" y="4079"/>
                      <a:pt x="2212" y="555"/>
                      <a:pt x="5947" y="58"/>
                    </a:cubicBezTo>
                    <a:cubicBezTo>
                      <a:pt x="9681" y="-438"/>
                      <a:pt x="13099" y="2282"/>
                      <a:pt x="13580" y="6133"/>
                    </a:cubicBezTo>
                    <a:cubicBezTo>
                      <a:pt x="13654" y="6729"/>
                      <a:pt x="13654" y="7333"/>
                      <a:pt x="13580" y="7929"/>
                    </a:cubicBezTo>
                    <a:lnTo>
                      <a:pt x="13580" y="65556"/>
                    </a:lnTo>
                    <a:cubicBezTo>
                      <a:pt x="13580" y="69438"/>
                      <a:pt x="10527" y="72586"/>
                      <a:pt x="6762" y="72586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48A6A485-2E17-FD40-A61E-924FA8496B94}"/>
                  </a:ext>
                </a:extLst>
              </p:cNvPr>
              <p:cNvSpPr/>
              <p:nvPr/>
            </p:nvSpPr>
            <p:spPr>
              <a:xfrm>
                <a:off x="5508629" y="2388258"/>
                <a:ext cx="189097" cy="195007"/>
              </a:xfrm>
              <a:custGeom>
                <a:avLst/>
                <a:gdLst>
                  <a:gd name="connsiteX0" fmla="*/ 94661 w 189097"/>
                  <a:gd name="connsiteY0" fmla="*/ 195007 h 195007"/>
                  <a:gd name="connsiteX1" fmla="*/ 0 w 189097"/>
                  <a:gd name="connsiteY1" fmla="*/ 97619 h 195007"/>
                  <a:gd name="connsiteX2" fmla="*/ 94437 w 189097"/>
                  <a:gd name="connsiteY2" fmla="*/ 0 h 195007"/>
                  <a:gd name="connsiteX3" fmla="*/ 189098 w 189097"/>
                  <a:gd name="connsiteY3" fmla="*/ 97388 h 195007"/>
                  <a:gd name="connsiteX4" fmla="*/ 189098 w 189097"/>
                  <a:gd name="connsiteY4" fmla="*/ 97619 h 195007"/>
                  <a:gd name="connsiteX5" fmla="*/ 94661 w 189097"/>
                  <a:gd name="connsiteY5" fmla="*/ 195007 h 195007"/>
                  <a:gd name="connsiteX6" fmla="*/ 94661 w 189097"/>
                  <a:gd name="connsiteY6" fmla="*/ 14061 h 195007"/>
                  <a:gd name="connsiteX7" fmla="*/ 13747 w 189097"/>
                  <a:gd name="connsiteY7" fmla="*/ 97734 h 195007"/>
                  <a:gd name="connsiteX8" fmla="*/ 94884 w 189097"/>
                  <a:gd name="connsiteY8" fmla="*/ 181177 h 195007"/>
                  <a:gd name="connsiteX9" fmla="*/ 175798 w 189097"/>
                  <a:gd name="connsiteY9" fmla="*/ 97619 h 195007"/>
                  <a:gd name="connsiteX10" fmla="*/ 94661 w 189097"/>
                  <a:gd name="connsiteY10" fmla="*/ 14061 h 195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9097" h="195007">
                    <a:moveTo>
                      <a:pt x="94661" y="195007"/>
                    </a:moveTo>
                    <a:cubicBezTo>
                      <a:pt x="42443" y="195071"/>
                      <a:pt x="62" y="151468"/>
                      <a:pt x="0" y="97619"/>
                    </a:cubicBezTo>
                    <a:cubicBezTo>
                      <a:pt x="-62" y="43770"/>
                      <a:pt x="42220" y="63"/>
                      <a:pt x="94437" y="0"/>
                    </a:cubicBezTo>
                    <a:cubicBezTo>
                      <a:pt x="146655" y="-63"/>
                      <a:pt x="189036" y="43539"/>
                      <a:pt x="189098" y="97388"/>
                    </a:cubicBezTo>
                    <a:cubicBezTo>
                      <a:pt x="189098" y="97466"/>
                      <a:pt x="189098" y="97542"/>
                      <a:pt x="189098" y="97619"/>
                    </a:cubicBezTo>
                    <a:cubicBezTo>
                      <a:pt x="189036" y="151378"/>
                      <a:pt x="146791" y="194944"/>
                      <a:pt x="94661" y="195007"/>
                    </a:cubicBezTo>
                    <a:close/>
                    <a:moveTo>
                      <a:pt x="94661" y="14061"/>
                    </a:moveTo>
                    <a:cubicBezTo>
                      <a:pt x="49911" y="14124"/>
                      <a:pt x="13685" y="51586"/>
                      <a:pt x="13747" y="97734"/>
                    </a:cubicBezTo>
                    <a:cubicBezTo>
                      <a:pt x="13808" y="143882"/>
                      <a:pt x="50134" y="181240"/>
                      <a:pt x="94884" y="181177"/>
                    </a:cubicBezTo>
                    <a:cubicBezTo>
                      <a:pt x="139590" y="181114"/>
                      <a:pt x="175798" y="143722"/>
                      <a:pt x="175798" y="97619"/>
                    </a:cubicBezTo>
                    <a:cubicBezTo>
                      <a:pt x="175737" y="51452"/>
                      <a:pt x="139428" y="14061"/>
                      <a:pt x="94661" y="14061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C4C2ED36-B590-BA42-B610-AEB54E45BA1B}"/>
                  </a:ext>
                </a:extLst>
              </p:cNvPr>
              <p:cNvSpPr/>
              <p:nvPr/>
            </p:nvSpPr>
            <p:spPr>
              <a:xfrm>
                <a:off x="5472978" y="2351493"/>
                <a:ext cx="260400" cy="268538"/>
              </a:xfrm>
              <a:custGeom>
                <a:avLst/>
                <a:gdLst>
                  <a:gd name="connsiteX0" fmla="*/ 130312 w 260400"/>
                  <a:gd name="connsiteY0" fmla="*/ 268538 h 268538"/>
                  <a:gd name="connsiteX1" fmla="*/ 0 w 260400"/>
                  <a:gd name="connsiteY1" fmla="*/ 134384 h 268538"/>
                  <a:gd name="connsiteX2" fmla="*/ 130089 w 260400"/>
                  <a:gd name="connsiteY2" fmla="*/ 0 h 268538"/>
                  <a:gd name="connsiteX3" fmla="*/ 260401 w 260400"/>
                  <a:gd name="connsiteY3" fmla="*/ 134154 h 268538"/>
                  <a:gd name="connsiteX4" fmla="*/ 260401 w 260400"/>
                  <a:gd name="connsiteY4" fmla="*/ 134384 h 268538"/>
                  <a:gd name="connsiteX5" fmla="*/ 130312 w 260400"/>
                  <a:gd name="connsiteY5" fmla="*/ 268538 h 268538"/>
                  <a:gd name="connsiteX6" fmla="*/ 130312 w 260400"/>
                  <a:gd name="connsiteY6" fmla="*/ 14061 h 268538"/>
                  <a:gd name="connsiteX7" fmla="*/ 13523 w 260400"/>
                  <a:gd name="connsiteY7" fmla="*/ 134269 h 268538"/>
                  <a:gd name="connsiteX8" fmla="*/ 130089 w 260400"/>
                  <a:gd name="connsiteY8" fmla="*/ 254708 h 268538"/>
                  <a:gd name="connsiteX9" fmla="*/ 246878 w 260400"/>
                  <a:gd name="connsiteY9" fmla="*/ 134500 h 268538"/>
                  <a:gd name="connsiteX10" fmla="*/ 246878 w 260400"/>
                  <a:gd name="connsiteY10" fmla="*/ 134384 h 268538"/>
                  <a:gd name="connsiteX11" fmla="*/ 130312 w 260400"/>
                  <a:gd name="connsiteY11" fmla="*/ 14061 h 26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0400" h="268538">
                    <a:moveTo>
                      <a:pt x="130312" y="268538"/>
                    </a:moveTo>
                    <a:cubicBezTo>
                      <a:pt x="58405" y="268602"/>
                      <a:pt x="62" y="208539"/>
                      <a:pt x="0" y="134384"/>
                    </a:cubicBezTo>
                    <a:cubicBezTo>
                      <a:pt x="-62" y="60230"/>
                      <a:pt x="58181" y="64"/>
                      <a:pt x="130089" y="0"/>
                    </a:cubicBezTo>
                    <a:cubicBezTo>
                      <a:pt x="201996" y="-64"/>
                      <a:pt x="260339" y="59999"/>
                      <a:pt x="260401" y="134154"/>
                    </a:cubicBezTo>
                    <a:cubicBezTo>
                      <a:pt x="260401" y="134231"/>
                      <a:pt x="260401" y="134307"/>
                      <a:pt x="260401" y="134384"/>
                    </a:cubicBezTo>
                    <a:cubicBezTo>
                      <a:pt x="260339" y="208449"/>
                      <a:pt x="202132" y="268475"/>
                      <a:pt x="130312" y="268538"/>
                    </a:cubicBezTo>
                    <a:close/>
                    <a:moveTo>
                      <a:pt x="130312" y="14061"/>
                    </a:moveTo>
                    <a:cubicBezTo>
                      <a:pt x="65872" y="13997"/>
                      <a:pt x="13585" y="67816"/>
                      <a:pt x="13523" y="134269"/>
                    </a:cubicBezTo>
                    <a:cubicBezTo>
                      <a:pt x="13461" y="200721"/>
                      <a:pt x="65650" y="254645"/>
                      <a:pt x="130089" y="254708"/>
                    </a:cubicBezTo>
                    <a:cubicBezTo>
                      <a:pt x="194527" y="254771"/>
                      <a:pt x="246816" y="200952"/>
                      <a:pt x="246878" y="134500"/>
                    </a:cubicBezTo>
                    <a:cubicBezTo>
                      <a:pt x="246878" y="134462"/>
                      <a:pt x="246878" y="134422"/>
                      <a:pt x="246878" y="134384"/>
                    </a:cubicBezTo>
                    <a:cubicBezTo>
                      <a:pt x="246816" y="68002"/>
                      <a:pt x="194683" y="14188"/>
                      <a:pt x="130312" y="14061"/>
                    </a:cubicBezTo>
                    <a:close/>
                  </a:path>
                </a:pathLst>
              </a:custGeom>
              <a:grpFill/>
              <a:ln w="109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EG"/>
              </a:p>
            </p:txBody>
          </p:sp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E950B54-9D97-A247-ABDF-F8501C1B3A3A}"/>
                </a:ext>
              </a:extLst>
            </p:cNvPr>
            <p:cNvSpPr txBox="1"/>
            <p:nvPr/>
          </p:nvSpPr>
          <p:spPr>
            <a:xfrm>
              <a:off x="6131522" y="2260477"/>
              <a:ext cx="234038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FFFF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44BE20CF-1C6F-B24E-A4D6-CB4CCA0AD674}"/>
                </a:ext>
              </a:extLst>
            </p:cNvPr>
            <p:cNvSpPr txBox="1"/>
            <p:nvPr/>
          </p:nvSpPr>
          <p:spPr>
            <a:xfrm>
              <a:off x="7464676" y="3168917"/>
              <a:ext cx="234038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FFFF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01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0EBE70E4-56A4-7343-82C6-006F3339F441}"/>
                </a:ext>
              </a:extLst>
            </p:cNvPr>
            <p:cNvSpPr txBox="1"/>
            <p:nvPr/>
          </p:nvSpPr>
          <p:spPr>
            <a:xfrm>
              <a:off x="7297557" y="4664885"/>
              <a:ext cx="234038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FFFF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02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673A8EAE-E32A-9E42-BB3C-A640BD1D53B7}"/>
                </a:ext>
              </a:extLst>
            </p:cNvPr>
            <p:cNvSpPr txBox="1"/>
            <p:nvPr/>
          </p:nvSpPr>
          <p:spPr>
            <a:xfrm>
              <a:off x="5940230" y="5321214"/>
              <a:ext cx="234038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FFFF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03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219409F-862A-8442-ABF8-585B506B5A47}"/>
                </a:ext>
              </a:extLst>
            </p:cNvPr>
            <p:cNvSpPr txBox="1"/>
            <p:nvPr/>
          </p:nvSpPr>
          <p:spPr>
            <a:xfrm>
              <a:off x="4624797" y="4440698"/>
              <a:ext cx="234038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FFFF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04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4657732D-C034-8441-B384-9DD65CD26171}"/>
                </a:ext>
              </a:extLst>
            </p:cNvPr>
            <p:cNvSpPr txBox="1"/>
            <p:nvPr/>
          </p:nvSpPr>
          <p:spPr>
            <a:xfrm>
              <a:off x="4727058" y="2938760"/>
              <a:ext cx="234038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FFFF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05</a:t>
              </a:r>
            </a:p>
          </p:txBody>
        </p:sp>
      </p:grpSp>
      <p:sp>
        <p:nvSpPr>
          <p:cNvPr id="122" name="Oval 121">
            <a:extLst>
              <a:ext uri="{FF2B5EF4-FFF2-40B4-BE49-F238E27FC236}">
                <a16:creationId xmlns:a16="http://schemas.microsoft.com/office/drawing/2014/main" id="{88D57A08-3AFA-E24A-8A4A-17728221484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42926" y="2950937"/>
            <a:ext cx="1900038" cy="1900038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6D511E8C-1947-5848-A357-FE391D6AA9C8}"/>
              </a:ext>
            </a:extLst>
          </p:cNvPr>
          <p:cNvGrpSpPr/>
          <p:nvPr/>
        </p:nvGrpSpPr>
        <p:grpSpPr>
          <a:xfrm flipH="1">
            <a:off x="1627375" y="1958097"/>
            <a:ext cx="2783072" cy="723275"/>
            <a:chOff x="7825488" y="1404017"/>
            <a:chExt cx="3368029" cy="723275"/>
          </a:xfrm>
        </p:grpSpPr>
        <p:sp>
          <p:nvSpPr>
            <p:cNvPr id="127" name="Inhaltsplatzhalter 4">
              <a:extLst>
                <a:ext uri="{FF2B5EF4-FFF2-40B4-BE49-F238E27FC236}">
                  <a16:creationId xmlns:a16="http://schemas.microsoft.com/office/drawing/2014/main" id="{E50EBE9D-03B9-C84D-B001-979DCC268F1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CE749E15-AB30-9543-970E-6805AC3F4B4C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B8D1CE24-536F-FA41-B132-4582E40D6374}"/>
              </a:ext>
            </a:extLst>
          </p:cNvPr>
          <p:cNvGrpSpPr/>
          <p:nvPr/>
        </p:nvGrpSpPr>
        <p:grpSpPr>
          <a:xfrm>
            <a:off x="7754832" y="1958097"/>
            <a:ext cx="2783072" cy="723275"/>
            <a:chOff x="7825488" y="1404017"/>
            <a:chExt cx="3368029" cy="723275"/>
          </a:xfrm>
        </p:grpSpPr>
        <p:sp>
          <p:nvSpPr>
            <p:cNvPr id="130" name="Inhaltsplatzhalter 4">
              <a:extLst>
                <a:ext uri="{FF2B5EF4-FFF2-40B4-BE49-F238E27FC236}">
                  <a16:creationId xmlns:a16="http://schemas.microsoft.com/office/drawing/2014/main" id="{C420AF77-E083-ED46-B205-B958389C43D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1F034C1A-9785-C446-A9C1-804BAEDF493B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4778C076-DBBF-EB40-BFA3-2E07E37CBBA7}"/>
              </a:ext>
            </a:extLst>
          </p:cNvPr>
          <p:cNvGrpSpPr/>
          <p:nvPr/>
        </p:nvGrpSpPr>
        <p:grpSpPr>
          <a:xfrm flipH="1">
            <a:off x="1636008" y="5091878"/>
            <a:ext cx="2783072" cy="723275"/>
            <a:chOff x="7825488" y="1404017"/>
            <a:chExt cx="3368029" cy="723275"/>
          </a:xfrm>
        </p:grpSpPr>
        <p:sp>
          <p:nvSpPr>
            <p:cNvPr id="133" name="Inhaltsplatzhalter 4">
              <a:extLst>
                <a:ext uri="{FF2B5EF4-FFF2-40B4-BE49-F238E27FC236}">
                  <a16:creationId xmlns:a16="http://schemas.microsoft.com/office/drawing/2014/main" id="{44CE9C96-2E0E-6648-9ED4-A0D040F1682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BAA191B2-EC52-3A44-B10A-6B61EF49FB45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DCC09F4F-140A-3D4A-891B-FAD75CFB56FB}"/>
              </a:ext>
            </a:extLst>
          </p:cNvPr>
          <p:cNvGrpSpPr/>
          <p:nvPr/>
        </p:nvGrpSpPr>
        <p:grpSpPr>
          <a:xfrm>
            <a:off x="7793647" y="5091878"/>
            <a:ext cx="2783072" cy="723275"/>
            <a:chOff x="7825488" y="1404017"/>
            <a:chExt cx="3368029" cy="723275"/>
          </a:xfrm>
        </p:grpSpPr>
        <p:sp>
          <p:nvSpPr>
            <p:cNvPr id="136" name="Inhaltsplatzhalter 4">
              <a:extLst>
                <a:ext uri="{FF2B5EF4-FFF2-40B4-BE49-F238E27FC236}">
                  <a16:creationId xmlns:a16="http://schemas.microsoft.com/office/drawing/2014/main" id="{87734047-ACE7-2944-8FEB-798FF4E9AC73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17306EC1-2F22-F141-A0C0-B465B3EEC896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9F50772F-884E-A947-BF4D-355CC5F44B6D}"/>
              </a:ext>
            </a:extLst>
          </p:cNvPr>
          <p:cNvGrpSpPr/>
          <p:nvPr/>
        </p:nvGrpSpPr>
        <p:grpSpPr>
          <a:xfrm>
            <a:off x="8412235" y="3513459"/>
            <a:ext cx="2783072" cy="723275"/>
            <a:chOff x="7825488" y="1404017"/>
            <a:chExt cx="3368029" cy="723275"/>
          </a:xfrm>
        </p:grpSpPr>
        <p:sp>
          <p:nvSpPr>
            <p:cNvPr id="139" name="Inhaltsplatzhalter 4">
              <a:extLst>
                <a:ext uri="{FF2B5EF4-FFF2-40B4-BE49-F238E27FC236}">
                  <a16:creationId xmlns:a16="http://schemas.microsoft.com/office/drawing/2014/main" id="{70364B09-6B96-144C-BB66-4118B5B52EE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7F534E5E-8233-B84D-8448-E920D4B453A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FC81F946-93F4-2242-B76C-A66E8DF518E1}"/>
              </a:ext>
            </a:extLst>
          </p:cNvPr>
          <p:cNvGrpSpPr/>
          <p:nvPr/>
        </p:nvGrpSpPr>
        <p:grpSpPr>
          <a:xfrm flipH="1">
            <a:off x="998775" y="3513459"/>
            <a:ext cx="2783072" cy="723275"/>
            <a:chOff x="7825488" y="1404017"/>
            <a:chExt cx="3368029" cy="723275"/>
          </a:xfrm>
        </p:grpSpPr>
        <p:sp>
          <p:nvSpPr>
            <p:cNvPr id="142" name="Inhaltsplatzhalter 4">
              <a:extLst>
                <a:ext uri="{FF2B5EF4-FFF2-40B4-BE49-F238E27FC236}">
                  <a16:creationId xmlns:a16="http://schemas.microsoft.com/office/drawing/2014/main" id="{77A240FC-60BA-6B4F-8EF1-228F778FB17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23273453-12B3-FF44-B19E-CB59039C5A3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481E5011-E608-0E4C-BE36-7AC772E5FE82}"/>
              </a:ext>
            </a:extLst>
          </p:cNvPr>
          <p:cNvGrpSpPr/>
          <p:nvPr/>
        </p:nvGrpSpPr>
        <p:grpSpPr>
          <a:xfrm>
            <a:off x="5423510" y="3281947"/>
            <a:ext cx="1338870" cy="1238019"/>
            <a:chOff x="5398240" y="3718434"/>
            <a:chExt cx="1338870" cy="1238019"/>
          </a:xfrm>
        </p:grpSpPr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D578F49D-95CC-3D48-9086-6F0460AC76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46" name="Title 1">
              <a:extLst>
                <a:ext uri="{FF2B5EF4-FFF2-40B4-BE49-F238E27FC236}">
                  <a16:creationId xmlns:a16="http://schemas.microsoft.com/office/drawing/2014/main" id="{9D8C3342-2A1B-C04B-99AE-5DC68C32F1D9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2418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FCD2F910-8D24-774D-AE29-A6C065A1F2BE}"/>
              </a:ext>
            </a:extLst>
          </p:cNvPr>
          <p:cNvGrpSpPr/>
          <p:nvPr/>
        </p:nvGrpSpPr>
        <p:grpSpPr>
          <a:xfrm>
            <a:off x="3554964" y="587531"/>
            <a:ext cx="5082074" cy="595059"/>
            <a:chOff x="3554964" y="587531"/>
            <a:chExt cx="5082074" cy="595059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18204AA-4CE4-2343-B565-57705D97278A}"/>
                </a:ext>
              </a:extLst>
            </p:cNvPr>
            <p:cNvSpPr txBox="1"/>
            <p:nvPr/>
          </p:nvSpPr>
          <p:spPr>
            <a:xfrm>
              <a:off x="3554964" y="587531"/>
              <a:ext cx="5082074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RING </a:t>
              </a:r>
              <a:r>
                <a:rPr lang="en-US" sz="3200" b="1" dirty="0">
                  <a:solidFill>
                    <a:schemeClr val="tx2"/>
                  </a:solidFill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INFOGRAPHICS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7A2B537-4DE8-6542-98DB-18B38588D887}"/>
                </a:ext>
              </a:extLst>
            </p:cNvPr>
            <p:cNvGrpSpPr/>
            <p:nvPr/>
          </p:nvGrpSpPr>
          <p:grpSpPr>
            <a:xfrm>
              <a:off x="5664520" y="1132546"/>
              <a:ext cx="862961" cy="50044"/>
              <a:chOff x="5012716" y="1129776"/>
              <a:chExt cx="3148718" cy="103072"/>
            </a:xfr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</p:grpSpPr>
          <p:sp>
            <p:nvSpPr>
              <p:cNvPr id="7" name="Rounded Rectangle 6">
                <a:extLst>
                  <a:ext uri="{FF2B5EF4-FFF2-40B4-BE49-F238E27FC236}">
                    <a16:creationId xmlns:a16="http://schemas.microsoft.com/office/drawing/2014/main" id="{1798028E-66F0-204B-8A78-B0A619C2A1BC}"/>
                  </a:ext>
                </a:extLst>
              </p:cNvPr>
              <p:cNvSpPr/>
              <p:nvPr/>
            </p:nvSpPr>
            <p:spPr>
              <a:xfrm>
                <a:off x="5012716" y="1129776"/>
                <a:ext cx="1623093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1B7F7595-32AA-E44C-879C-D439F4CD3B4E}"/>
                  </a:ext>
                </a:extLst>
              </p:cNvPr>
              <p:cNvSpPr/>
              <p:nvPr/>
            </p:nvSpPr>
            <p:spPr>
              <a:xfrm>
                <a:off x="6910165" y="1129776"/>
                <a:ext cx="660462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" name="Rounded Rectangle 8">
                <a:extLst>
                  <a:ext uri="{FF2B5EF4-FFF2-40B4-BE49-F238E27FC236}">
                    <a16:creationId xmlns:a16="http://schemas.microsoft.com/office/drawing/2014/main" id="{F1562E44-AD50-9B4B-90B2-0EE955AB8701}"/>
                  </a:ext>
                </a:extLst>
              </p:cNvPr>
              <p:cNvSpPr/>
              <p:nvPr/>
            </p:nvSpPr>
            <p:spPr>
              <a:xfrm>
                <a:off x="7831205" y="1129776"/>
                <a:ext cx="330229" cy="103072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0EE8F84-997B-F54B-966D-972910522DCF}"/>
              </a:ext>
            </a:extLst>
          </p:cNvPr>
          <p:cNvGrpSpPr/>
          <p:nvPr/>
        </p:nvGrpSpPr>
        <p:grpSpPr>
          <a:xfrm>
            <a:off x="4059604" y="1621025"/>
            <a:ext cx="4072792" cy="3984528"/>
            <a:chOff x="4329164" y="1845143"/>
            <a:chExt cx="4072792" cy="3984528"/>
          </a:xfrm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9604C19-2114-CB4F-871F-96911369E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170" y="2679518"/>
              <a:ext cx="1744547" cy="1620826"/>
            </a:xfrm>
            <a:custGeom>
              <a:avLst/>
              <a:gdLst>
                <a:gd name="T0" fmla="*/ 2687 w 3532"/>
                <a:gd name="T1" fmla="*/ 719 h 3282"/>
                <a:gd name="T2" fmla="*/ 2687 w 3532"/>
                <a:gd name="T3" fmla="*/ 719 h 3282"/>
                <a:gd name="T4" fmla="*/ 2687 w 3532"/>
                <a:gd name="T5" fmla="*/ 594 h 3282"/>
                <a:gd name="T6" fmla="*/ 2218 w 3532"/>
                <a:gd name="T7" fmla="*/ 94 h 3282"/>
                <a:gd name="T8" fmla="*/ 1750 w 3532"/>
                <a:gd name="T9" fmla="*/ 375 h 3282"/>
                <a:gd name="T10" fmla="*/ 781 w 3532"/>
                <a:gd name="T11" fmla="*/ 0 h 3282"/>
                <a:gd name="T12" fmla="*/ 750 w 3532"/>
                <a:gd name="T13" fmla="*/ 0 h 3282"/>
                <a:gd name="T14" fmla="*/ 0 w 3532"/>
                <a:gd name="T15" fmla="*/ 3281 h 3282"/>
                <a:gd name="T16" fmla="*/ 593 w 3532"/>
                <a:gd name="T17" fmla="*/ 2906 h 3282"/>
                <a:gd name="T18" fmla="*/ 750 w 3532"/>
                <a:gd name="T19" fmla="*/ 2343 h 3282"/>
                <a:gd name="T20" fmla="*/ 1750 w 3532"/>
                <a:gd name="T21" fmla="*/ 2219 h 3282"/>
                <a:gd name="T22" fmla="*/ 2031 w 3532"/>
                <a:gd name="T23" fmla="*/ 2062 h 3282"/>
                <a:gd name="T24" fmla="*/ 2718 w 3532"/>
                <a:gd name="T25" fmla="*/ 1625 h 3282"/>
                <a:gd name="T26" fmla="*/ 3531 w 3532"/>
                <a:gd name="T27" fmla="*/ 1000 h 3282"/>
                <a:gd name="T28" fmla="*/ 2687 w 3532"/>
                <a:gd name="T29" fmla="*/ 719 h 3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32" h="3282">
                  <a:moveTo>
                    <a:pt x="2687" y="719"/>
                  </a:moveTo>
                  <a:lnTo>
                    <a:pt x="2687" y="719"/>
                  </a:lnTo>
                  <a:cubicBezTo>
                    <a:pt x="2687" y="656"/>
                    <a:pt x="2687" y="625"/>
                    <a:pt x="2687" y="594"/>
                  </a:cubicBezTo>
                  <a:cubicBezTo>
                    <a:pt x="2687" y="312"/>
                    <a:pt x="2468" y="94"/>
                    <a:pt x="2218" y="94"/>
                  </a:cubicBezTo>
                  <a:cubicBezTo>
                    <a:pt x="2000" y="94"/>
                    <a:pt x="1843" y="187"/>
                    <a:pt x="1750" y="375"/>
                  </a:cubicBezTo>
                  <a:cubicBezTo>
                    <a:pt x="781" y="0"/>
                    <a:pt x="781" y="0"/>
                    <a:pt x="781" y="0"/>
                  </a:cubicBezTo>
                  <a:cubicBezTo>
                    <a:pt x="750" y="0"/>
                    <a:pt x="750" y="0"/>
                    <a:pt x="750" y="0"/>
                  </a:cubicBezTo>
                  <a:cubicBezTo>
                    <a:pt x="0" y="3281"/>
                    <a:pt x="0" y="3281"/>
                    <a:pt x="0" y="3281"/>
                  </a:cubicBezTo>
                  <a:cubicBezTo>
                    <a:pt x="593" y="2906"/>
                    <a:pt x="593" y="2906"/>
                    <a:pt x="593" y="2906"/>
                  </a:cubicBezTo>
                  <a:cubicBezTo>
                    <a:pt x="562" y="2719"/>
                    <a:pt x="625" y="2531"/>
                    <a:pt x="750" y="2343"/>
                  </a:cubicBezTo>
                  <a:cubicBezTo>
                    <a:pt x="1000" y="2031"/>
                    <a:pt x="1437" y="2000"/>
                    <a:pt x="1750" y="2219"/>
                  </a:cubicBezTo>
                  <a:cubicBezTo>
                    <a:pt x="2031" y="2062"/>
                    <a:pt x="2031" y="2062"/>
                    <a:pt x="2031" y="2062"/>
                  </a:cubicBezTo>
                  <a:cubicBezTo>
                    <a:pt x="2718" y="1625"/>
                    <a:pt x="2718" y="1625"/>
                    <a:pt x="2718" y="1625"/>
                  </a:cubicBezTo>
                  <a:cubicBezTo>
                    <a:pt x="2937" y="1343"/>
                    <a:pt x="3218" y="1125"/>
                    <a:pt x="3531" y="1000"/>
                  </a:cubicBezTo>
                  <a:lnTo>
                    <a:pt x="2687" y="719"/>
                  </a:lnTo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6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2A68D2A-0705-B94B-AD46-6ED244932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164" y="3696893"/>
              <a:ext cx="1234905" cy="2023852"/>
            </a:xfrm>
            <a:custGeom>
              <a:avLst/>
              <a:gdLst>
                <a:gd name="T0" fmla="*/ 2500 w 2501"/>
                <a:gd name="T1" fmla="*/ 0 h 4095"/>
                <a:gd name="T2" fmla="*/ 2500 w 2501"/>
                <a:gd name="T3" fmla="*/ 0 h 4095"/>
                <a:gd name="T4" fmla="*/ 1718 w 2501"/>
                <a:gd name="T5" fmla="*/ 469 h 4095"/>
                <a:gd name="T6" fmla="*/ 1656 w 2501"/>
                <a:gd name="T7" fmla="*/ 375 h 4095"/>
                <a:gd name="T8" fmla="*/ 937 w 2501"/>
                <a:gd name="T9" fmla="*/ 438 h 4095"/>
                <a:gd name="T10" fmla="*/ 875 w 2501"/>
                <a:gd name="T11" fmla="*/ 969 h 4095"/>
                <a:gd name="T12" fmla="*/ 0 w 2501"/>
                <a:gd name="T13" fmla="*/ 1500 h 4095"/>
                <a:gd name="T14" fmla="*/ 2093 w 2501"/>
                <a:gd name="T15" fmla="*/ 4094 h 4095"/>
                <a:gd name="T16" fmla="*/ 2156 w 2501"/>
                <a:gd name="T17" fmla="*/ 3469 h 4095"/>
                <a:gd name="T18" fmla="*/ 1812 w 2501"/>
                <a:gd name="T19" fmla="*/ 3000 h 4095"/>
                <a:gd name="T20" fmla="*/ 2343 w 2501"/>
                <a:gd name="T21" fmla="*/ 2125 h 4095"/>
                <a:gd name="T22" fmla="*/ 2406 w 2501"/>
                <a:gd name="T23" fmla="*/ 1625 h 4095"/>
                <a:gd name="T24" fmla="*/ 2468 w 2501"/>
                <a:gd name="T25" fmla="*/ 1000 h 4095"/>
                <a:gd name="T26" fmla="*/ 2406 w 2501"/>
                <a:gd name="T27" fmla="*/ 532 h 4095"/>
                <a:gd name="T28" fmla="*/ 2500 w 2501"/>
                <a:gd name="T29" fmla="*/ 0 h 4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01" h="4095">
                  <a:moveTo>
                    <a:pt x="2500" y="0"/>
                  </a:moveTo>
                  <a:lnTo>
                    <a:pt x="2500" y="0"/>
                  </a:lnTo>
                  <a:cubicBezTo>
                    <a:pt x="1718" y="469"/>
                    <a:pt x="1718" y="469"/>
                    <a:pt x="1718" y="469"/>
                  </a:cubicBezTo>
                  <a:cubicBezTo>
                    <a:pt x="1718" y="438"/>
                    <a:pt x="1687" y="407"/>
                    <a:pt x="1656" y="375"/>
                  </a:cubicBezTo>
                  <a:cubicBezTo>
                    <a:pt x="1437" y="219"/>
                    <a:pt x="1125" y="250"/>
                    <a:pt x="937" y="438"/>
                  </a:cubicBezTo>
                  <a:cubicBezTo>
                    <a:pt x="812" y="594"/>
                    <a:pt x="812" y="813"/>
                    <a:pt x="875" y="969"/>
                  </a:cubicBezTo>
                  <a:cubicBezTo>
                    <a:pt x="0" y="1500"/>
                    <a:pt x="0" y="1500"/>
                    <a:pt x="0" y="1500"/>
                  </a:cubicBezTo>
                  <a:cubicBezTo>
                    <a:pt x="2093" y="4094"/>
                    <a:pt x="2093" y="4094"/>
                    <a:pt x="2093" y="4094"/>
                  </a:cubicBezTo>
                  <a:cubicBezTo>
                    <a:pt x="2156" y="3469"/>
                    <a:pt x="2156" y="3469"/>
                    <a:pt x="2156" y="3469"/>
                  </a:cubicBezTo>
                  <a:cubicBezTo>
                    <a:pt x="2000" y="3375"/>
                    <a:pt x="1875" y="3219"/>
                    <a:pt x="1812" y="3000"/>
                  </a:cubicBezTo>
                  <a:cubicBezTo>
                    <a:pt x="1718" y="2625"/>
                    <a:pt x="1968" y="2250"/>
                    <a:pt x="2343" y="2125"/>
                  </a:cubicBezTo>
                  <a:cubicBezTo>
                    <a:pt x="2406" y="1625"/>
                    <a:pt x="2406" y="1625"/>
                    <a:pt x="2406" y="1625"/>
                  </a:cubicBezTo>
                  <a:cubicBezTo>
                    <a:pt x="2468" y="1000"/>
                    <a:pt x="2468" y="1000"/>
                    <a:pt x="2468" y="1000"/>
                  </a:cubicBezTo>
                  <a:cubicBezTo>
                    <a:pt x="2437" y="844"/>
                    <a:pt x="2406" y="688"/>
                    <a:pt x="2406" y="532"/>
                  </a:cubicBezTo>
                  <a:cubicBezTo>
                    <a:pt x="2406" y="344"/>
                    <a:pt x="2437" y="157"/>
                    <a:pt x="2500" y="0"/>
                  </a:cubicBezTo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5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/>
            </a:p>
          </p:txBody>
        </p:sp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6328DEB9-2DEB-B44C-8778-C07E3DF1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7960" y="4409271"/>
              <a:ext cx="1775039" cy="1420400"/>
            </a:xfrm>
            <a:custGeom>
              <a:avLst/>
              <a:gdLst>
                <a:gd name="T0" fmla="*/ 3592 w 3593"/>
                <a:gd name="T1" fmla="*/ 2875 h 2876"/>
                <a:gd name="T2" fmla="*/ 3592 w 3593"/>
                <a:gd name="T3" fmla="*/ 2875 h 2876"/>
                <a:gd name="T4" fmla="*/ 3186 w 3593"/>
                <a:gd name="T5" fmla="*/ 2469 h 2876"/>
                <a:gd name="T6" fmla="*/ 2592 w 3593"/>
                <a:gd name="T7" fmla="*/ 2437 h 2876"/>
                <a:gd name="T8" fmla="*/ 2217 w 3593"/>
                <a:gd name="T9" fmla="*/ 1469 h 2876"/>
                <a:gd name="T10" fmla="*/ 1437 w 3593"/>
                <a:gd name="T11" fmla="*/ 656 h 2876"/>
                <a:gd name="T12" fmla="*/ 687 w 3593"/>
                <a:gd name="T13" fmla="*/ 0 h 2876"/>
                <a:gd name="T14" fmla="*/ 562 w 3593"/>
                <a:gd name="T15" fmla="*/ 906 h 2876"/>
                <a:gd name="T16" fmla="*/ 437 w 3593"/>
                <a:gd name="T17" fmla="*/ 937 h 2876"/>
                <a:gd name="T18" fmla="*/ 62 w 3593"/>
                <a:gd name="T19" fmla="*/ 1500 h 2876"/>
                <a:gd name="T20" fmla="*/ 437 w 3593"/>
                <a:gd name="T21" fmla="*/ 1875 h 2876"/>
                <a:gd name="T22" fmla="*/ 312 w 3593"/>
                <a:gd name="T23" fmla="*/ 2875 h 2876"/>
                <a:gd name="T24" fmla="*/ 3592 w 3593"/>
                <a:gd name="T25" fmla="*/ 2875 h 2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93" h="2876">
                  <a:moveTo>
                    <a:pt x="3592" y="2875"/>
                  </a:moveTo>
                  <a:lnTo>
                    <a:pt x="3592" y="2875"/>
                  </a:lnTo>
                  <a:cubicBezTo>
                    <a:pt x="3186" y="2469"/>
                    <a:pt x="3186" y="2469"/>
                    <a:pt x="3186" y="2469"/>
                  </a:cubicBezTo>
                  <a:cubicBezTo>
                    <a:pt x="2999" y="2531"/>
                    <a:pt x="2780" y="2531"/>
                    <a:pt x="2592" y="2437"/>
                  </a:cubicBezTo>
                  <a:cubicBezTo>
                    <a:pt x="2249" y="2250"/>
                    <a:pt x="2093" y="1844"/>
                    <a:pt x="2217" y="1469"/>
                  </a:cubicBezTo>
                  <a:cubicBezTo>
                    <a:pt x="1437" y="656"/>
                    <a:pt x="1437" y="656"/>
                    <a:pt x="1437" y="656"/>
                  </a:cubicBezTo>
                  <a:cubicBezTo>
                    <a:pt x="1125" y="531"/>
                    <a:pt x="843" y="312"/>
                    <a:pt x="687" y="0"/>
                  </a:cubicBezTo>
                  <a:cubicBezTo>
                    <a:pt x="562" y="906"/>
                    <a:pt x="562" y="906"/>
                    <a:pt x="562" y="906"/>
                  </a:cubicBezTo>
                  <a:cubicBezTo>
                    <a:pt x="531" y="906"/>
                    <a:pt x="468" y="906"/>
                    <a:pt x="437" y="937"/>
                  </a:cubicBezTo>
                  <a:cubicBezTo>
                    <a:pt x="156" y="969"/>
                    <a:pt x="0" y="1250"/>
                    <a:pt x="62" y="1500"/>
                  </a:cubicBezTo>
                  <a:cubicBezTo>
                    <a:pt x="93" y="1719"/>
                    <a:pt x="250" y="1844"/>
                    <a:pt x="437" y="1875"/>
                  </a:cubicBezTo>
                  <a:cubicBezTo>
                    <a:pt x="312" y="2875"/>
                    <a:pt x="312" y="2875"/>
                    <a:pt x="312" y="2875"/>
                  </a:cubicBezTo>
                  <a:lnTo>
                    <a:pt x="3592" y="2875"/>
                  </a:lnTo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A0F28342-1A21-0F43-81A5-326695257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8844" y="4546520"/>
              <a:ext cx="2036395" cy="1280975"/>
            </a:xfrm>
            <a:custGeom>
              <a:avLst/>
              <a:gdLst>
                <a:gd name="T0" fmla="*/ 4124 w 4125"/>
                <a:gd name="T1" fmla="*/ 0 h 2595"/>
                <a:gd name="T2" fmla="*/ 4124 w 4125"/>
                <a:gd name="T3" fmla="*/ 0 h 2595"/>
                <a:gd name="T4" fmla="*/ 3499 w 4125"/>
                <a:gd name="T5" fmla="*/ 63 h 2595"/>
                <a:gd name="T6" fmla="*/ 3093 w 4125"/>
                <a:gd name="T7" fmla="*/ 500 h 2595"/>
                <a:gd name="T8" fmla="*/ 2124 w 4125"/>
                <a:gd name="T9" fmla="*/ 188 h 2595"/>
                <a:gd name="T10" fmla="*/ 999 w 4125"/>
                <a:gd name="T11" fmla="*/ 313 h 2595"/>
                <a:gd name="T12" fmla="*/ 187 w 4125"/>
                <a:gd name="T13" fmla="*/ 531 h 2595"/>
                <a:gd name="T14" fmla="*/ 0 w 4125"/>
                <a:gd name="T15" fmla="*/ 500 h 2595"/>
                <a:gd name="T16" fmla="*/ 655 w 4125"/>
                <a:gd name="T17" fmla="*/ 1156 h 2595"/>
                <a:gd name="T18" fmla="*/ 561 w 4125"/>
                <a:gd name="T19" fmla="*/ 1250 h 2595"/>
                <a:gd name="T20" fmla="*/ 811 w 4125"/>
                <a:gd name="T21" fmla="*/ 1938 h 2595"/>
                <a:gd name="T22" fmla="*/ 1311 w 4125"/>
                <a:gd name="T23" fmla="*/ 1875 h 2595"/>
                <a:gd name="T24" fmla="*/ 2030 w 4125"/>
                <a:gd name="T25" fmla="*/ 2594 h 2595"/>
                <a:gd name="T26" fmla="*/ 4124 w 4125"/>
                <a:gd name="T27" fmla="*/ 0 h 2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25" h="2595">
                  <a:moveTo>
                    <a:pt x="4124" y="0"/>
                  </a:moveTo>
                  <a:lnTo>
                    <a:pt x="4124" y="0"/>
                  </a:lnTo>
                  <a:cubicBezTo>
                    <a:pt x="3499" y="63"/>
                    <a:pt x="3499" y="63"/>
                    <a:pt x="3499" y="63"/>
                  </a:cubicBezTo>
                  <a:cubicBezTo>
                    <a:pt x="3436" y="250"/>
                    <a:pt x="3280" y="406"/>
                    <a:pt x="3093" y="500"/>
                  </a:cubicBezTo>
                  <a:cubicBezTo>
                    <a:pt x="2749" y="688"/>
                    <a:pt x="2311" y="531"/>
                    <a:pt x="2124" y="188"/>
                  </a:cubicBezTo>
                  <a:cubicBezTo>
                    <a:pt x="999" y="313"/>
                    <a:pt x="999" y="313"/>
                    <a:pt x="999" y="313"/>
                  </a:cubicBezTo>
                  <a:cubicBezTo>
                    <a:pt x="749" y="438"/>
                    <a:pt x="468" y="531"/>
                    <a:pt x="187" y="531"/>
                  </a:cubicBezTo>
                  <a:cubicBezTo>
                    <a:pt x="125" y="531"/>
                    <a:pt x="62" y="500"/>
                    <a:pt x="0" y="500"/>
                  </a:cubicBezTo>
                  <a:cubicBezTo>
                    <a:pt x="655" y="1156"/>
                    <a:pt x="655" y="1156"/>
                    <a:pt x="655" y="1156"/>
                  </a:cubicBezTo>
                  <a:cubicBezTo>
                    <a:pt x="624" y="1188"/>
                    <a:pt x="593" y="1219"/>
                    <a:pt x="561" y="1250"/>
                  </a:cubicBezTo>
                  <a:cubicBezTo>
                    <a:pt x="468" y="1500"/>
                    <a:pt x="561" y="1813"/>
                    <a:pt x="811" y="1938"/>
                  </a:cubicBezTo>
                  <a:cubicBezTo>
                    <a:pt x="968" y="2000"/>
                    <a:pt x="1186" y="1969"/>
                    <a:pt x="1311" y="1875"/>
                  </a:cubicBezTo>
                  <a:cubicBezTo>
                    <a:pt x="2030" y="2594"/>
                    <a:pt x="2030" y="2594"/>
                    <a:pt x="2030" y="2594"/>
                  </a:cubicBezTo>
                  <a:lnTo>
                    <a:pt x="4124" y="0"/>
                  </a:lnTo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/>
            </a:p>
          </p:txBody>
        </p:sp>
        <p:sp>
          <p:nvSpPr>
            <p:cNvPr id="15" name="Freeform 8">
              <a:extLst>
                <a:ext uri="{FF2B5EF4-FFF2-40B4-BE49-F238E27FC236}">
                  <a16:creationId xmlns:a16="http://schemas.microsoft.com/office/drawing/2014/main" id="{AD5004C1-D05A-F248-8490-34AB3B23C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1434" y="2788447"/>
              <a:ext cx="1450522" cy="1960674"/>
            </a:xfrm>
            <a:custGeom>
              <a:avLst/>
              <a:gdLst>
                <a:gd name="T0" fmla="*/ 2938 w 2939"/>
                <a:gd name="T1" fmla="*/ 3281 h 3969"/>
                <a:gd name="T2" fmla="*/ 2938 w 2939"/>
                <a:gd name="T3" fmla="*/ 3281 h 3969"/>
                <a:gd name="T4" fmla="*/ 2188 w 2939"/>
                <a:gd name="T5" fmla="*/ 0 h 3969"/>
                <a:gd name="T6" fmla="*/ 1813 w 2939"/>
                <a:gd name="T7" fmla="*/ 593 h 3969"/>
                <a:gd name="T8" fmla="*/ 1906 w 2939"/>
                <a:gd name="T9" fmla="*/ 1156 h 3969"/>
                <a:gd name="T10" fmla="*/ 1063 w 2939"/>
                <a:gd name="T11" fmla="*/ 1750 h 3969"/>
                <a:gd name="T12" fmla="*/ 469 w 2939"/>
                <a:gd name="T13" fmla="*/ 2687 h 3969"/>
                <a:gd name="T14" fmla="*/ 0 w 2939"/>
                <a:gd name="T15" fmla="*/ 3593 h 3969"/>
                <a:gd name="T16" fmla="*/ 875 w 2939"/>
                <a:gd name="T17" fmla="*/ 3499 h 3969"/>
                <a:gd name="T18" fmla="*/ 938 w 2939"/>
                <a:gd name="T19" fmla="*/ 3625 h 3969"/>
                <a:gd name="T20" fmla="*/ 1594 w 2939"/>
                <a:gd name="T21" fmla="*/ 3843 h 3969"/>
                <a:gd name="T22" fmla="*/ 1875 w 2939"/>
                <a:gd name="T23" fmla="*/ 3406 h 3969"/>
                <a:gd name="T24" fmla="*/ 2938 w 2939"/>
                <a:gd name="T25" fmla="*/ 3312 h 3969"/>
                <a:gd name="T26" fmla="*/ 2938 w 2939"/>
                <a:gd name="T27" fmla="*/ 3281 h 3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9" h="3969">
                  <a:moveTo>
                    <a:pt x="2938" y="3281"/>
                  </a:moveTo>
                  <a:lnTo>
                    <a:pt x="2938" y="3281"/>
                  </a:lnTo>
                  <a:cubicBezTo>
                    <a:pt x="2188" y="0"/>
                    <a:pt x="2188" y="0"/>
                    <a:pt x="2188" y="0"/>
                  </a:cubicBezTo>
                  <a:cubicBezTo>
                    <a:pt x="1813" y="593"/>
                    <a:pt x="1813" y="593"/>
                    <a:pt x="1813" y="593"/>
                  </a:cubicBezTo>
                  <a:cubicBezTo>
                    <a:pt x="1938" y="750"/>
                    <a:pt x="1969" y="968"/>
                    <a:pt x="1906" y="1156"/>
                  </a:cubicBezTo>
                  <a:cubicBezTo>
                    <a:pt x="1844" y="1562"/>
                    <a:pt x="1469" y="1812"/>
                    <a:pt x="1063" y="1750"/>
                  </a:cubicBezTo>
                  <a:cubicBezTo>
                    <a:pt x="469" y="2687"/>
                    <a:pt x="469" y="2687"/>
                    <a:pt x="469" y="2687"/>
                  </a:cubicBezTo>
                  <a:cubicBezTo>
                    <a:pt x="406" y="3031"/>
                    <a:pt x="219" y="3343"/>
                    <a:pt x="0" y="3593"/>
                  </a:cubicBezTo>
                  <a:cubicBezTo>
                    <a:pt x="875" y="3499"/>
                    <a:pt x="875" y="3499"/>
                    <a:pt x="875" y="3499"/>
                  </a:cubicBezTo>
                  <a:cubicBezTo>
                    <a:pt x="906" y="3531"/>
                    <a:pt x="906" y="3562"/>
                    <a:pt x="938" y="3625"/>
                  </a:cubicBezTo>
                  <a:cubicBezTo>
                    <a:pt x="1031" y="3843"/>
                    <a:pt x="1344" y="3968"/>
                    <a:pt x="1594" y="3843"/>
                  </a:cubicBezTo>
                  <a:cubicBezTo>
                    <a:pt x="1781" y="3750"/>
                    <a:pt x="1875" y="3593"/>
                    <a:pt x="1875" y="3406"/>
                  </a:cubicBezTo>
                  <a:cubicBezTo>
                    <a:pt x="2938" y="3312"/>
                    <a:pt x="2938" y="3312"/>
                    <a:pt x="2938" y="3312"/>
                  </a:cubicBezTo>
                  <a:lnTo>
                    <a:pt x="2938" y="3281"/>
                  </a:lnTo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1E414CAC-A30C-7146-AD90-A005FB6E9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4463" y="1890897"/>
              <a:ext cx="1528929" cy="1975925"/>
            </a:xfrm>
            <a:custGeom>
              <a:avLst/>
              <a:gdLst>
                <a:gd name="T0" fmla="*/ 2469 w 3095"/>
                <a:gd name="T1" fmla="*/ 2438 h 4001"/>
                <a:gd name="T2" fmla="*/ 2469 w 3095"/>
                <a:gd name="T3" fmla="*/ 2438 h 4001"/>
                <a:gd name="T4" fmla="*/ 3094 w 3095"/>
                <a:gd name="T5" fmla="*/ 1469 h 4001"/>
                <a:gd name="T6" fmla="*/ 0 w 3095"/>
                <a:gd name="T7" fmla="*/ 0 h 4001"/>
                <a:gd name="T8" fmla="*/ 250 w 3095"/>
                <a:gd name="T9" fmla="*/ 719 h 4001"/>
                <a:gd name="T10" fmla="*/ 750 w 3095"/>
                <a:gd name="T11" fmla="*/ 1000 h 4001"/>
                <a:gd name="T12" fmla="*/ 657 w 3095"/>
                <a:gd name="T13" fmla="*/ 2000 h 4001"/>
                <a:gd name="T14" fmla="*/ 1032 w 3095"/>
                <a:gd name="T15" fmla="*/ 3094 h 4001"/>
                <a:gd name="T16" fmla="*/ 1438 w 3095"/>
                <a:gd name="T17" fmla="*/ 4000 h 4001"/>
                <a:gd name="T18" fmla="*/ 1938 w 3095"/>
                <a:gd name="T19" fmla="*/ 3250 h 4001"/>
                <a:gd name="T20" fmla="*/ 2063 w 3095"/>
                <a:gd name="T21" fmla="*/ 3281 h 4001"/>
                <a:gd name="T22" fmla="*/ 2657 w 3095"/>
                <a:gd name="T23" fmla="*/ 2906 h 4001"/>
                <a:gd name="T24" fmla="*/ 2469 w 3095"/>
                <a:gd name="T25" fmla="*/ 2438 h 4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95" h="4001">
                  <a:moveTo>
                    <a:pt x="2469" y="2438"/>
                  </a:moveTo>
                  <a:lnTo>
                    <a:pt x="2469" y="2438"/>
                  </a:lnTo>
                  <a:cubicBezTo>
                    <a:pt x="3094" y="1469"/>
                    <a:pt x="3094" y="1469"/>
                    <a:pt x="3094" y="146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0" y="719"/>
                    <a:pt x="250" y="719"/>
                    <a:pt x="250" y="719"/>
                  </a:cubicBezTo>
                  <a:cubicBezTo>
                    <a:pt x="438" y="719"/>
                    <a:pt x="625" y="813"/>
                    <a:pt x="750" y="1000"/>
                  </a:cubicBezTo>
                  <a:cubicBezTo>
                    <a:pt x="1000" y="1313"/>
                    <a:pt x="969" y="1750"/>
                    <a:pt x="657" y="2000"/>
                  </a:cubicBezTo>
                  <a:cubicBezTo>
                    <a:pt x="1032" y="3094"/>
                    <a:pt x="1032" y="3094"/>
                    <a:pt x="1032" y="3094"/>
                  </a:cubicBezTo>
                  <a:cubicBezTo>
                    <a:pt x="1250" y="3344"/>
                    <a:pt x="1407" y="3656"/>
                    <a:pt x="1438" y="4000"/>
                  </a:cubicBezTo>
                  <a:cubicBezTo>
                    <a:pt x="1938" y="3250"/>
                    <a:pt x="1938" y="3250"/>
                    <a:pt x="1938" y="3250"/>
                  </a:cubicBezTo>
                  <a:cubicBezTo>
                    <a:pt x="1969" y="3281"/>
                    <a:pt x="2000" y="3281"/>
                    <a:pt x="2063" y="3281"/>
                  </a:cubicBezTo>
                  <a:cubicBezTo>
                    <a:pt x="2313" y="3344"/>
                    <a:pt x="2594" y="3188"/>
                    <a:pt x="2657" y="2906"/>
                  </a:cubicBezTo>
                  <a:cubicBezTo>
                    <a:pt x="2688" y="2719"/>
                    <a:pt x="2625" y="2531"/>
                    <a:pt x="2469" y="2438"/>
                  </a:cubicBezTo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>
                <a:solidFill>
                  <a:schemeClr val="accent2"/>
                </a:solidFill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36E17971-EB06-6C42-A0B0-C533B1F46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317" y="1845143"/>
              <a:ext cx="2021148" cy="1420400"/>
            </a:xfrm>
            <a:custGeom>
              <a:avLst/>
              <a:gdLst>
                <a:gd name="T0" fmla="*/ 3843 w 4094"/>
                <a:gd name="T1" fmla="*/ 1938 h 2876"/>
                <a:gd name="T2" fmla="*/ 3843 w 4094"/>
                <a:gd name="T3" fmla="*/ 1938 h 2876"/>
                <a:gd name="T4" fmla="*/ 3937 w 4094"/>
                <a:gd name="T5" fmla="*/ 1250 h 2876"/>
                <a:gd name="T6" fmla="*/ 3437 w 4094"/>
                <a:gd name="T7" fmla="*/ 1063 h 2876"/>
                <a:gd name="T8" fmla="*/ 3094 w 4094"/>
                <a:gd name="T9" fmla="*/ 0 h 2876"/>
                <a:gd name="T10" fmla="*/ 0 w 4094"/>
                <a:gd name="T11" fmla="*/ 1500 h 2876"/>
                <a:gd name="T12" fmla="*/ 688 w 4094"/>
                <a:gd name="T13" fmla="*/ 1750 h 2876"/>
                <a:gd name="T14" fmla="*/ 1250 w 4094"/>
                <a:gd name="T15" fmla="*/ 1532 h 2876"/>
                <a:gd name="T16" fmla="*/ 1969 w 4094"/>
                <a:gd name="T17" fmla="*/ 2219 h 2876"/>
                <a:gd name="T18" fmla="*/ 3063 w 4094"/>
                <a:gd name="T19" fmla="*/ 2594 h 2876"/>
                <a:gd name="T20" fmla="*/ 3125 w 4094"/>
                <a:gd name="T21" fmla="*/ 2594 h 2876"/>
                <a:gd name="T22" fmla="*/ 4031 w 4094"/>
                <a:gd name="T23" fmla="*/ 2875 h 2876"/>
                <a:gd name="T24" fmla="*/ 3749 w 4094"/>
                <a:gd name="T25" fmla="*/ 2000 h 2876"/>
                <a:gd name="T26" fmla="*/ 3843 w 4094"/>
                <a:gd name="T27" fmla="*/ 1938 h 2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94" h="2876">
                  <a:moveTo>
                    <a:pt x="3843" y="1938"/>
                  </a:moveTo>
                  <a:lnTo>
                    <a:pt x="3843" y="1938"/>
                  </a:lnTo>
                  <a:cubicBezTo>
                    <a:pt x="4062" y="1782"/>
                    <a:pt x="4093" y="1469"/>
                    <a:pt x="3937" y="1250"/>
                  </a:cubicBezTo>
                  <a:cubicBezTo>
                    <a:pt x="3812" y="1094"/>
                    <a:pt x="3624" y="1032"/>
                    <a:pt x="3437" y="1063"/>
                  </a:cubicBezTo>
                  <a:cubicBezTo>
                    <a:pt x="3094" y="0"/>
                    <a:pt x="3094" y="0"/>
                    <a:pt x="3094" y="0"/>
                  </a:cubicBezTo>
                  <a:cubicBezTo>
                    <a:pt x="0" y="1500"/>
                    <a:pt x="0" y="1500"/>
                    <a:pt x="0" y="1500"/>
                  </a:cubicBezTo>
                  <a:cubicBezTo>
                    <a:pt x="688" y="1750"/>
                    <a:pt x="688" y="1750"/>
                    <a:pt x="688" y="1750"/>
                  </a:cubicBezTo>
                  <a:cubicBezTo>
                    <a:pt x="844" y="1594"/>
                    <a:pt x="1032" y="1532"/>
                    <a:pt x="1250" y="1532"/>
                  </a:cubicBezTo>
                  <a:cubicBezTo>
                    <a:pt x="1625" y="1532"/>
                    <a:pt x="1969" y="1813"/>
                    <a:pt x="1969" y="2219"/>
                  </a:cubicBezTo>
                  <a:cubicBezTo>
                    <a:pt x="3063" y="2594"/>
                    <a:pt x="3063" y="2594"/>
                    <a:pt x="3063" y="2594"/>
                  </a:cubicBezTo>
                  <a:cubicBezTo>
                    <a:pt x="3094" y="2594"/>
                    <a:pt x="3094" y="2594"/>
                    <a:pt x="3125" y="2594"/>
                  </a:cubicBezTo>
                  <a:cubicBezTo>
                    <a:pt x="3437" y="2594"/>
                    <a:pt x="3749" y="2688"/>
                    <a:pt x="4031" y="2875"/>
                  </a:cubicBezTo>
                  <a:cubicBezTo>
                    <a:pt x="3749" y="2000"/>
                    <a:pt x="3749" y="2000"/>
                    <a:pt x="3749" y="2000"/>
                  </a:cubicBezTo>
                  <a:cubicBezTo>
                    <a:pt x="3781" y="2000"/>
                    <a:pt x="3812" y="1969"/>
                    <a:pt x="3843" y="1938"/>
                  </a:cubicBezTo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1400000" scaled="0"/>
            </a:gra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endParaRPr lang="en-US" dirty="0"/>
            </a:p>
          </p:txBody>
        </p:sp>
        <p:sp>
          <p:nvSpPr>
            <p:cNvPr id="18" name="Inhaltsplatzhalter 4">
              <a:extLst>
                <a:ext uri="{FF2B5EF4-FFF2-40B4-BE49-F238E27FC236}">
                  <a16:creationId xmlns:a16="http://schemas.microsoft.com/office/drawing/2014/main" id="{980E497D-C782-664D-94DD-5E6A2EB3EF9C}"/>
                </a:ext>
              </a:extLst>
            </p:cNvPr>
            <p:cNvSpPr txBox="1">
              <a:spLocks/>
            </p:cNvSpPr>
            <p:nvPr/>
          </p:nvSpPr>
          <p:spPr>
            <a:xfrm rot="20040000">
              <a:off x="5336800" y="2136874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  <p:sp>
          <p:nvSpPr>
            <p:cNvPr id="19" name="Inhaltsplatzhalter 4">
              <a:extLst>
                <a:ext uri="{FF2B5EF4-FFF2-40B4-BE49-F238E27FC236}">
                  <a16:creationId xmlns:a16="http://schemas.microsoft.com/office/drawing/2014/main" id="{0962FE40-8484-7944-BCC0-A707D0959937}"/>
                </a:ext>
              </a:extLst>
            </p:cNvPr>
            <p:cNvSpPr txBox="1">
              <a:spLocks/>
            </p:cNvSpPr>
            <p:nvPr/>
          </p:nvSpPr>
          <p:spPr>
            <a:xfrm rot="1502927">
              <a:off x="6879360" y="2402145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  <p:sp>
          <p:nvSpPr>
            <p:cNvPr id="20" name="Inhaltsplatzhalter 4">
              <a:extLst>
                <a:ext uri="{FF2B5EF4-FFF2-40B4-BE49-F238E27FC236}">
                  <a16:creationId xmlns:a16="http://schemas.microsoft.com/office/drawing/2014/main" id="{CB971CC0-E6EA-4C48-9F11-478749AEB046}"/>
                </a:ext>
              </a:extLst>
            </p:cNvPr>
            <p:cNvSpPr txBox="1">
              <a:spLocks/>
            </p:cNvSpPr>
            <p:nvPr/>
          </p:nvSpPr>
          <p:spPr>
            <a:xfrm rot="4620000">
              <a:off x="7622665" y="3792494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  <p:sp>
          <p:nvSpPr>
            <p:cNvPr id="21" name="Inhaltsplatzhalter 4">
              <a:extLst>
                <a:ext uri="{FF2B5EF4-FFF2-40B4-BE49-F238E27FC236}">
                  <a16:creationId xmlns:a16="http://schemas.microsoft.com/office/drawing/2014/main" id="{424839C3-64CC-EA43-97E2-5B6D29362CE0}"/>
                </a:ext>
              </a:extLst>
            </p:cNvPr>
            <p:cNvSpPr txBox="1">
              <a:spLocks/>
            </p:cNvSpPr>
            <p:nvPr/>
          </p:nvSpPr>
          <p:spPr>
            <a:xfrm rot="18579650">
              <a:off x="6969873" y="5183774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  <p:sp>
          <p:nvSpPr>
            <p:cNvPr id="22" name="Inhaltsplatzhalter 4">
              <a:extLst>
                <a:ext uri="{FF2B5EF4-FFF2-40B4-BE49-F238E27FC236}">
                  <a16:creationId xmlns:a16="http://schemas.microsoft.com/office/drawing/2014/main" id="{5A1112A3-0227-4740-B85D-1ED604D4D967}"/>
                </a:ext>
              </a:extLst>
            </p:cNvPr>
            <p:cNvSpPr txBox="1">
              <a:spLocks/>
            </p:cNvSpPr>
            <p:nvPr/>
          </p:nvSpPr>
          <p:spPr>
            <a:xfrm rot="3060000">
              <a:off x="4288022" y="4707931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  <p:sp>
          <p:nvSpPr>
            <p:cNvPr id="23" name="Inhaltsplatzhalter 4">
              <a:extLst>
                <a:ext uri="{FF2B5EF4-FFF2-40B4-BE49-F238E27FC236}">
                  <a16:creationId xmlns:a16="http://schemas.microsoft.com/office/drawing/2014/main" id="{5D2CCF35-0A58-6340-8618-105949F17F04}"/>
                </a:ext>
              </a:extLst>
            </p:cNvPr>
            <p:cNvSpPr txBox="1">
              <a:spLocks/>
            </p:cNvSpPr>
            <p:nvPr/>
          </p:nvSpPr>
          <p:spPr>
            <a:xfrm rot="16967394">
              <a:off x="4209859" y="3157178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  <p:sp>
          <p:nvSpPr>
            <p:cNvPr id="24" name="Inhaltsplatzhalter 4">
              <a:extLst>
                <a:ext uri="{FF2B5EF4-FFF2-40B4-BE49-F238E27FC236}">
                  <a16:creationId xmlns:a16="http://schemas.microsoft.com/office/drawing/2014/main" id="{C5588E34-6115-184C-B330-63580BCEDF78}"/>
                </a:ext>
              </a:extLst>
            </p:cNvPr>
            <p:cNvSpPr txBox="1">
              <a:spLocks/>
            </p:cNvSpPr>
            <p:nvPr/>
          </p:nvSpPr>
          <p:spPr>
            <a:xfrm>
              <a:off x="5542286" y="5588110"/>
              <a:ext cx="1029042" cy="20518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latin typeface="Open Sans SemiBold" panose="020B0606030504020204" pitchFamily="34" charset="0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title here</a:t>
              </a:r>
              <a:endParaRPr lang="en-US" sz="1050" b="1" dirty="0"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endParaRPr>
            </a:p>
          </p:txBody>
        </p:sp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0E64E14F-0CF9-5540-AD6F-0F2CEFBC67F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77192" y="3033144"/>
            <a:ext cx="1427526" cy="1427526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4" name="Graphic 30">
            <a:extLst>
              <a:ext uri="{FF2B5EF4-FFF2-40B4-BE49-F238E27FC236}">
                <a16:creationId xmlns:a16="http://schemas.microsoft.com/office/drawing/2014/main" id="{C5AF7CB1-2E42-5848-A2E8-FD8257CE4E2B}"/>
              </a:ext>
            </a:extLst>
          </p:cNvPr>
          <p:cNvGrpSpPr/>
          <p:nvPr/>
        </p:nvGrpSpPr>
        <p:grpSpPr>
          <a:xfrm>
            <a:off x="4709453" y="3998970"/>
            <a:ext cx="350133" cy="263439"/>
            <a:chOff x="5763647" y="2294940"/>
            <a:chExt cx="350133" cy="263439"/>
          </a:xfrm>
          <a:solidFill>
            <a:srgbClr val="FFFFFF"/>
          </a:solidFill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CD84FDE6-2066-E145-812B-9B468857A88A}"/>
                </a:ext>
              </a:extLst>
            </p:cNvPr>
            <p:cNvSpPr/>
            <p:nvPr/>
          </p:nvSpPr>
          <p:spPr>
            <a:xfrm>
              <a:off x="5763647" y="2545923"/>
              <a:ext cx="350133" cy="12456"/>
            </a:xfrm>
            <a:custGeom>
              <a:avLst/>
              <a:gdLst>
                <a:gd name="connsiteX0" fmla="*/ 343066 w 350133"/>
                <a:gd name="connsiteY0" fmla="*/ 12404 h 12456"/>
                <a:gd name="connsiteX1" fmla="*/ 7067 w 350133"/>
                <a:gd name="connsiteY1" fmla="*/ 12404 h 12456"/>
                <a:gd name="connsiteX2" fmla="*/ 52 w 350133"/>
                <a:gd name="connsiteY2" fmla="*/ 7024 h 12456"/>
                <a:gd name="connsiteX3" fmla="*/ 5466 w 350133"/>
                <a:gd name="connsiteY3" fmla="*/ 52 h 12456"/>
                <a:gd name="connsiteX4" fmla="*/ 7067 w 350133"/>
                <a:gd name="connsiteY4" fmla="*/ 52 h 12456"/>
                <a:gd name="connsiteX5" fmla="*/ 343066 w 350133"/>
                <a:gd name="connsiteY5" fmla="*/ 52 h 12456"/>
                <a:gd name="connsiteX6" fmla="*/ 350082 w 350133"/>
                <a:gd name="connsiteY6" fmla="*/ 5432 h 12456"/>
                <a:gd name="connsiteX7" fmla="*/ 344668 w 350133"/>
                <a:gd name="connsiteY7" fmla="*/ 12404 h 12456"/>
                <a:gd name="connsiteX8" fmla="*/ 343066 w 350133"/>
                <a:gd name="connsiteY8" fmla="*/ 12404 h 1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0133" h="12456">
                  <a:moveTo>
                    <a:pt x="343066" y="12404"/>
                  </a:moveTo>
                  <a:lnTo>
                    <a:pt x="7067" y="12404"/>
                  </a:lnTo>
                  <a:cubicBezTo>
                    <a:pt x="3635" y="12844"/>
                    <a:pt x="494" y="10435"/>
                    <a:pt x="52" y="7024"/>
                  </a:cubicBezTo>
                  <a:cubicBezTo>
                    <a:pt x="-390" y="3613"/>
                    <a:pt x="2034" y="491"/>
                    <a:pt x="5466" y="52"/>
                  </a:cubicBezTo>
                  <a:cubicBezTo>
                    <a:pt x="5998" y="-16"/>
                    <a:pt x="6536" y="-16"/>
                    <a:pt x="7067" y="52"/>
                  </a:cubicBezTo>
                  <a:lnTo>
                    <a:pt x="343066" y="52"/>
                  </a:lnTo>
                  <a:cubicBezTo>
                    <a:pt x="346499" y="-388"/>
                    <a:pt x="349639" y="2021"/>
                    <a:pt x="350082" y="5432"/>
                  </a:cubicBezTo>
                  <a:cubicBezTo>
                    <a:pt x="350524" y="8843"/>
                    <a:pt x="348100" y="11965"/>
                    <a:pt x="344668" y="12404"/>
                  </a:cubicBezTo>
                  <a:cubicBezTo>
                    <a:pt x="344136" y="12472"/>
                    <a:pt x="343598" y="12472"/>
                    <a:pt x="343066" y="12404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E80AC82B-C75D-3A4C-B1F9-E1E1D7AEC247}"/>
                </a:ext>
              </a:extLst>
            </p:cNvPr>
            <p:cNvSpPr/>
            <p:nvPr/>
          </p:nvSpPr>
          <p:spPr>
            <a:xfrm>
              <a:off x="5797062" y="2344452"/>
              <a:ext cx="71647" cy="179554"/>
            </a:xfrm>
            <a:custGeom>
              <a:avLst/>
              <a:gdLst>
                <a:gd name="connsiteX0" fmla="*/ 65382 w 71647"/>
                <a:gd name="connsiteY0" fmla="*/ 178758 h 179554"/>
                <a:gd name="connsiteX1" fmla="*/ 59218 w 71647"/>
                <a:gd name="connsiteY1" fmla="*/ 172633 h 179554"/>
                <a:gd name="connsiteX2" fmla="*/ 59218 w 71647"/>
                <a:gd name="connsiteY2" fmla="*/ 172530 h 179554"/>
                <a:gd name="connsiteX3" fmla="*/ 59218 w 71647"/>
                <a:gd name="connsiteY3" fmla="*/ 12354 h 179554"/>
                <a:gd name="connsiteX4" fmla="*/ 12481 w 71647"/>
                <a:gd name="connsiteY4" fmla="*/ 12354 h 179554"/>
                <a:gd name="connsiteX5" fmla="*/ 12481 w 71647"/>
                <a:gd name="connsiteY5" fmla="*/ 172530 h 179554"/>
                <a:gd name="connsiteX6" fmla="*/ 7067 w 71647"/>
                <a:gd name="connsiteY6" fmla="*/ 179502 h 179554"/>
                <a:gd name="connsiteX7" fmla="*/ 51 w 71647"/>
                <a:gd name="connsiteY7" fmla="*/ 174122 h 179554"/>
                <a:gd name="connsiteX8" fmla="*/ 51 w 71647"/>
                <a:gd name="connsiteY8" fmla="*/ 172530 h 179554"/>
                <a:gd name="connsiteX9" fmla="*/ 51 w 71647"/>
                <a:gd name="connsiteY9" fmla="*/ 6126 h 179554"/>
                <a:gd name="connsiteX10" fmla="*/ 6214 w 71647"/>
                <a:gd name="connsiteY10" fmla="*/ 0 h 179554"/>
                <a:gd name="connsiteX11" fmla="*/ 6317 w 71647"/>
                <a:gd name="connsiteY11" fmla="*/ 1 h 179554"/>
                <a:gd name="connsiteX12" fmla="*/ 65382 w 71647"/>
                <a:gd name="connsiteY12" fmla="*/ 1 h 179554"/>
                <a:gd name="connsiteX13" fmla="*/ 71647 w 71647"/>
                <a:gd name="connsiteY13" fmla="*/ 6023 h 179554"/>
                <a:gd name="connsiteX14" fmla="*/ 71648 w 71647"/>
                <a:gd name="connsiteY14" fmla="*/ 6126 h 179554"/>
                <a:gd name="connsiteX15" fmla="*/ 71648 w 71647"/>
                <a:gd name="connsiteY15" fmla="*/ 172530 h 179554"/>
                <a:gd name="connsiteX16" fmla="*/ 65382 w 71647"/>
                <a:gd name="connsiteY16" fmla="*/ 178758 h 17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47" h="179554">
                  <a:moveTo>
                    <a:pt x="65382" y="178758"/>
                  </a:moveTo>
                  <a:cubicBezTo>
                    <a:pt x="61978" y="178758"/>
                    <a:pt x="59218" y="176016"/>
                    <a:pt x="59218" y="172633"/>
                  </a:cubicBezTo>
                  <a:cubicBezTo>
                    <a:pt x="59218" y="172599"/>
                    <a:pt x="59218" y="172565"/>
                    <a:pt x="59218" y="172530"/>
                  </a:cubicBezTo>
                  <a:lnTo>
                    <a:pt x="59218" y="12354"/>
                  </a:lnTo>
                  <a:lnTo>
                    <a:pt x="12481" y="12354"/>
                  </a:lnTo>
                  <a:lnTo>
                    <a:pt x="12481" y="172530"/>
                  </a:lnTo>
                  <a:cubicBezTo>
                    <a:pt x="12923" y="175941"/>
                    <a:pt x="10499" y="179063"/>
                    <a:pt x="7067" y="179502"/>
                  </a:cubicBezTo>
                  <a:cubicBezTo>
                    <a:pt x="3634" y="179942"/>
                    <a:pt x="494" y="177533"/>
                    <a:pt x="51" y="174122"/>
                  </a:cubicBezTo>
                  <a:cubicBezTo>
                    <a:pt x="-17" y="173593"/>
                    <a:pt x="-17" y="173059"/>
                    <a:pt x="51" y="172530"/>
                  </a:cubicBezTo>
                  <a:lnTo>
                    <a:pt x="51" y="6126"/>
                  </a:lnTo>
                  <a:cubicBezTo>
                    <a:pt x="51" y="2743"/>
                    <a:pt x="2810" y="0"/>
                    <a:pt x="6214" y="0"/>
                  </a:cubicBezTo>
                  <a:cubicBezTo>
                    <a:pt x="6248" y="0"/>
                    <a:pt x="6283" y="0"/>
                    <a:pt x="6317" y="1"/>
                  </a:cubicBezTo>
                  <a:lnTo>
                    <a:pt x="65382" y="1"/>
                  </a:lnTo>
                  <a:cubicBezTo>
                    <a:pt x="68785" y="-56"/>
                    <a:pt x="71590" y="2641"/>
                    <a:pt x="71647" y="6023"/>
                  </a:cubicBezTo>
                  <a:cubicBezTo>
                    <a:pt x="71647" y="6058"/>
                    <a:pt x="71648" y="6092"/>
                    <a:pt x="71648" y="6126"/>
                  </a:cubicBezTo>
                  <a:lnTo>
                    <a:pt x="71648" y="172530"/>
                  </a:lnTo>
                  <a:cubicBezTo>
                    <a:pt x="71648" y="175970"/>
                    <a:pt x="68842" y="178758"/>
                    <a:pt x="65382" y="178758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96E20054-B6EC-5148-9833-35294FAA62C2}"/>
                </a:ext>
              </a:extLst>
            </p:cNvPr>
            <p:cNvSpPr/>
            <p:nvPr/>
          </p:nvSpPr>
          <p:spPr>
            <a:xfrm>
              <a:off x="5902864" y="2319339"/>
              <a:ext cx="71647" cy="204667"/>
            </a:xfrm>
            <a:custGeom>
              <a:avLst/>
              <a:gdLst>
                <a:gd name="connsiteX0" fmla="*/ 65382 w 71647"/>
                <a:gd name="connsiteY0" fmla="*/ 203871 h 204667"/>
                <a:gd name="connsiteX1" fmla="*/ 59218 w 71647"/>
                <a:gd name="connsiteY1" fmla="*/ 197746 h 204667"/>
                <a:gd name="connsiteX2" fmla="*/ 59218 w 71647"/>
                <a:gd name="connsiteY2" fmla="*/ 197643 h 204667"/>
                <a:gd name="connsiteX3" fmla="*/ 59218 w 71647"/>
                <a:gd name="connsiteY3" fmla="*/ 12659 h 204667"/>
                <a:gd name="connsiteX4" fmla="*/ 12481 w 71647"/>
                <a:gd name="connsiteY4" fmla="*/ 12659 h 204667"/>
                <a:gd name="connsiteX5" fmla="*/ 12481 w 71647"/>
                <a:gd name="connsiteY5" fmla="*/ 197643 h 204667"/>
                <a:gd name="connsiteX6" fmla="*/ 7067 w 71647"/>
                <a:gd name="connsiteY6" fmla="*/ 204615 h 204667"/>
                <a:gd name="connsiteX7" fmla="*/ 51 w 71647"/>
                <a:gd name="connsiteY7" fmla="*/ 199235 h 204667"/>
                <a:gd name="connsiteX8" fmla="*/ 51 w 71647"/>
                <a:gd name="connsiteY8" fmla="*/ 197643 h 204667"/>
                <a:gd name="connsiteX9" fmla="*/ 51 w 71647"/>
                <a:gd name="connsiteY9" fmla="*/ 6227 h 204667"/>
                <a:gd name="connsiteX10" fmla="*/ 6317 w 71647"/>
                <a:gd name="connsiteY10" fmla="*/ 0 h 204667"/>
                <a:gd name="connsiteX11" fmla="*/ 65382 w 71647"/>
                <a:gd name="connsiteY11" fmla="*/ 0 h 204667"/>
                <a:gd name="connsiteX12" fmla="*/ 71648 w 71647"/>
                <a:gd name="connsiteY12" fmla="*/ 6227 h 204667"/>
                <a:gd name="connsiteX13" fmla="*/ 71648 w 71647"/>
                <a:gd name="connsiteY13" fmla="*/ 197643 h 204667"/>
                <a:gd name="connsiteX14" fmla="*/ 65382 w 71647"/>
                <a:gd name="connsiteY14" fmla="*/ 203871 h 204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647" h="204667">
                  <a:moveTo>
                    <a:pt x="65382" y="203871"/>
                  </a:moveTo>
                  <a:cubicBezTo>
                    <a:pt x="61978" y="203871"/>
                    <a:pt x="59218" y="201129"/>
                    <a:pt x="59218" y="197746"/>
                  </a:cubicBezTo>
                  <a:cubicBezTo>
                    <a:pt x="59218" y="197712"/>
                    <a:pt x="59218" y="197678"/>
                    <a:pt x="59218" y="197643"/>
                  </a:cubicBezTo>
                  <a:lnTo>
                    <a:pt x="59218" y="12659"/>
                  </a:lnTo>
                  <a:lnTo>
                    <a:pt x="12481" y="12659"/>
                  </a:lnTo>
                  <a:lnTo>
                    <a:pt x="12481" y="197643"/>
                  </a:lnTo>
                  <a:cubicBezTo>
                    <a:pt x="12923" y="201054"/>
                    <a:pt x="10499" y="204176"/>
                    <a:pt x="7067" y="204615"/>
                  </a:cubicBezTo>
                  <a:cubicBezTo>
                    <a:pt x="3634" y="205055"/>
                    <a:pt x="494" y="202646"/>
                    <a:pt x="51" y="199235"/>
                  </a:cubicBezTo>
                  <a:cubicBezTo>
                    <a:pt x="-17" y="198706"/>
                    <a:pt x="-17" y="198172"/>
                    <a:pt x="51" y="197643"/>
                  </a:cubicBezTo>
                  <a:lnTo>
                    <a:pt x="51" y="6227"/>
                  </a:lnTo>
                  <a:cubicBezTo>
                    <a:pt x="51" y="2788"/>
                    <a:pt x="2857" y="0"/>
                    <a:pt x="6317" y="0"/>
                  </a:cubicBezTo>
                  <a:lnTo>
                    <a:pt x="65382" y="0"/>
                  </a:lnTo>
                  <a:cubicBezTo>
                    <a:pt x="68842" y="0"/>
                    <a:pt x="71648" y="2788"/>
                    <a:pt x="71648" y="6227"/>
                  </a:cubicBezTo>
                  <a:lnTo>
                    <a:pt x="71648" y="197643"/>
                  </a:lnTo>
                  <a:cubicBezTo>
                    <a:pt x="71648" y="201083"/>
                    <a:pt x="68842" y="203871"/>
                    <a:pt x="65382" y="203871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3B8182B4-DF6A-134E-B2A0-85CCF6C8E80A}"/>
                </a:ext>
              </a:extLst>
            </p:cNvPr>
            <p:cNvSpPr/>
            <p:nvPr/>
          </p:nvSpPr>
          <p:spPr>
            <a:xfrm>
              <a:off x="6008717" y="2294940"/>
              <a:ext cx="71597" cy="228270"/>
            </a:xfrm>
            <a:custGeom>
              <a:avLst/>
              <a:gdLst>
                <a:gd name="connsiteX0" fmla="*/ 6164 w 71597"/>
                <a:gd name="connsiteY0" fmla="*/ 228270 h 228270"/>
                <a:gd name="connsiteX1" fmla="*/ 0 w 71597"/>
                <a:gd name="connsiteY1" fmla="*/ 222145 h 228270"/>
                <a:gd name="connsiteX2" fmla="*/ 1 w 71597"/>
                <a:gd name="connsiteY2" fmla="*/ 222042 h 228270"/>
                <a:gd name="connsiteX3" fmla="*/ 1 w 71597"/>
                <a:gd name="connsiteY3" fmla="*/ 6227 h 228270"/>
                <a:gd name="connsiteX4" fmla="*/ 6061 w 71597"/>
                <a:gd name="connsiteY4" fmla="*/ 1 h 228270"/>
                <a:gd name="connsiteX5" fmla="*/ 6164 w 71597"/>
                <a:gd name="connsiteY5" fmla="*/ 0 h 228270"/>
                <a:gd name="connsiteX6" fmla="*/ 65331 w 71597"/>
                <a:gd name="connsiteY6" fmla="*/ 0 h 228270"/>
                <a:gd name="connsiteX7" fmla="*/ 71597 w 71597"/>
                <a:gd name="connsiteY7" fmla="*/ 6227 h 228270"/>
                <a:gd name="connsiteX8" fmla="*/ 71597 w 71597"/>
                <a:gd name="connsiteY8" fmla="*/ 50023 h 228270"/>
                <a:gd name="connsiteX9" fmla="*/ 65331 w 71597"/>
                <a:gd name="connsiteY9" fmla="*/ 56251 h 228270"/>
                <a:gd name="connsiteX10" fmla="*/ 59065 w 71597"/>
                <a:gd name="connsiteY10" fmla="*/ 50023 h 228270"/>
                <a:gd name="connsiteX11" fmla="*/ 59065 w 71597"/>
                <a:gd name="connsiteY11" fmla="*/ 12353 h 228270"/>
                <a:gd name="connsiteX12" fmla="*/ 12533 w 71597"/>
                <a:gd name="connsiteY12" fmla="*/ 12353 h 228270"/>
                <a:gd name="connsiteX13" fmla="*/ 12533 w 71597"/>
                <a:gd name="connsiteY13" fmla="*/ 222042 h 228270"/>
                <a:gd name="connsiteX14" fmla="*/ 6268 w 71597"/>
                <a:gd name="connsiteY14" fmla="*/ 228271 h 228270"/>
                <a:gd name="connsiteX15" fmla="*/ 6164 w 71597"/>
                <a:gd name="connsiteY15" fmla="*/ 228270 h 22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597" h="228270">
                  <a:moveTo>
                    <a:pt x="6164" y="228270"/>
                  </a:moveTo>
                  <a:cubicBezTo>
                    <a:pt x="2760" y="228270"/>
                    <a:pt x="0" y="225528"/>
                    <a:pt x="0" y="222145"/>
                  </a:cubicBezTo>
                  <a:cubicBezTo>
                    <a:pt x="0" y="222111"/>
                    <a:pt x="0" y="222077"/>
                    <a:pt x="1" y="222042"/>
                  </a:cubicBezTo>
                  <a:lnTo>
                    <a:pt x="1" y="6227"/>
                  </a:lnTo>
                  <a:cubicBezTo>
                    <a:pt x="-56" y="2845"/>
                    <a:pt x="2657" y="57"/>
                    <a:pt x="6061" y="1"/>
                  </a:cubicBezTo>
                  <a:cubicBezTo>
                    <a:pt x="6095" y="0"/>
                    <a:pt x="6130" y="0"/>
                    <a:pt x="6164" y="0"/>
                  </a:cubicBezTo>
                  <a:lnTo>
                    <a:pt x="65331" y="0"/>
                  </a:lnTo>
                  <a:cubicBezTo>
                    <a:pt x="68792" y="0"/>
                    <a:pt x="71597" y="2788"/>
                    <a:pt x="71597" y="6227"/>
                  </a:cubicBezTo>
                  <a:lnTo>
                    <a:pt x="71597" y="50023"/>
                  </a:lnTo>
                  <a:cubicBezTo>
                    <a:pt x="71597" y="53463"/>
                    <a:pt x="68792" y="56251"/>
                    <a:pt x="65331" y="56251"/>
                  </a:cubicBezTo>
                  <a:cubicBezTo>
                    <a:pt x="61871" y="56251"/>
                    <a:pt x="59065" y="53463"/>
                    <a:pt x="59065" y="50023"/>
                  </a:cubicBezTo>
                  <a:lnTo>
                    <a:pt x="59065" y="12353"/>
                  </a:lnTo>
                  <a:lnTo>
                    <a:pt x="12533" y="12353"/>
                  </a:lnTo>
                  <a:lnTo>
                    <a:pt x="12533" y="222042"/>
                  </a:lnTo>
                  <a:cubicBezTo>
                    <a:pt x="12533" y="225482"/>
                    <a:pt x="9728" y="228270"/>
                    <a:pt x="6268" y="228271"/>
                  </a:cubicBezTo>
                  <a:cubicBezTo>
                    <a:pt x="6233" y="228271"/>
                    <a:pt x="6199" y="228270"/>
                    <a:pt x="6164" y="228270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9447286-64C9-EF4D-8BE5-AF4CC028636C}"/>
                </a:ext>
              </a:extLst>
            </p:cNvPr>
            <p:cNvSpPr/>
            <p:nvPr/>
          </p:nvSpPr>
          <p:spPr>
            <a:xfrm>
              <a:off x="6067782" y="2450829"/>
              <a:ext cx="12531" cy="30932"/>
            </a:xfrm>
            <a:custGeom>
              <a:avLst/>
              <a:gdLst>
                <a:gd name="connsiteX0" fmla="*/ 6266 w 12531"/>
                <a:gd name="connsiteY0" fmla="*/ 30933 h 30932"/>
                <a:gd name="connsiteX1" fmla="*/ 0 w 12531"/>
                <a:gd name="connsiteY1" fmla="*/ 24807 h 30932"/>
                <a:gd name="connsiteX2" fmla="*/ 0 w 12531"/>
                <a:gd name="connsiteY2" fmla="*/ 6227 h 30932"/>
                <a:gd name="connsiteX3" fmla="*/ 6266 w 12531"/>
                <a:gd name="connsiteY3" fmla="*/ 0 h 30932"/>
                <a:gd name="connsiteX4" fmla="*/ 12532 w 12531"/>
                <a:gd name="connsiteY4" fmla="*/ 6227 h 30932"/>
                <a:gd name="connsiteX5" fmla="*/ 12532 w 12531"/>
                <a:gd name="connsiteY5" fmla="*/ 24808 h 30932"/>
                <a:gd name="connsiteX6" fmla="*/ 6266 w 12531"/>
                <a:gd name="connsiteY6" fmla="*/ 30933 h 3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31" h="30932">
                  <a:moveTo>
                    <a:pt x="6266" y="30933"/>
                  </a:moveTo>
                  <a:cubicBezTo>
                    <a:pt x="2845" y="30933"/>
                    <a:pt x="56" y="28207"/>
                    <a:pt x="0" y="24807"/>
                  </a:cubicBezTo>
                  <a:lnTo>
                    <a:pt x="0" y="6227"/>
                  </a:lnTo>
                  <a:cubicBezTo>
                    <a:pt x="0" y="2788"/>
                    <a:pt x="2805" y="0"/>
                    <a:pt x="6266" y="0"/>
                  </a:cubicBezTo>
                  <a:cubicBezTo>
                    <a:pt x="9727" y="0"/>
                    <a:pt x="12532" y="2788"/>
                    <a:pt x="12532" y="6227"/>
                  </a:cubicBezTo>
                  <a:lnTo>
                    <a:pt x="12532" y="24808"/>
                  </a:lnTo>
                  <a:cubicBezTo>
                    <a:pt x="12476" y="28207"/>
                    <a:pt x="9687" y="30933"/>
                    <a:pt x="6266" y="30933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751B68D-F419-1A46-A7A7-A7979C68AA07}"/>
                </a:ext>
              </a:extLst>
            </p:cNvPr>
            <p:cNvSpPr/>
            <p:nvPr/>
          </p:nvSpPr>
          <p:spPr>
            <a:xfrm>
              <a:off x="6067782" y="2388453"/>
              <a:ext cx="12531" cy="43591"/>
            </a:xfrm>
            <a:custGeom>
              <a:avLst/>
              <a:gdLst>
                <a:gd name="connsiteX0" fmla="*/ 6266 w 12531"/>
                <a:gd name="connsiteY0" fmla="*/ 43592 h 43591"/>
                <a:gd name="connsiteX1" fmla="*/ 0 w 12531"/>
                <a:gd name="connsiteY1" fmla="*/ 37364 h 43591"/>
                <a:gd name="connsiteX2" fmla="*/ 0 w 12531"/>
                <a:gd name="connsiteY2" fmla="*/ 6227 h 43591"/>
                <a:gd name="connsiteX3" fmla="*/ 6266 w 12531"/>
                <a:gd name="connsiteY3" fmla="*/ 0 h 43591"/>
                <a:gd name="connsiteX4" fmla="*/ 12532 w 12531"/>
                <a:gd name="connsiteY4" fmla="*/ 6227 h 43591"/>
                <a:gd name="connsiteX5" fmla="*/ 12532 w 12531"/>
                <a:gd name="connsiteY5" fmla="*/ 37364 h 43591"/>
                <a:gd name="connsiteX6" fmla="*/ 6266 w 12531"/>
                <a:gd name="connsiteY6" fmla="*/ 43592 h 4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31" h="43591">
                  <a:moveTo>
                    <a:pt x="6266" y="43592"/>
                  </a:moveTo>
                  <a:cubicBezTo>
                    <a:pt x="2805" y="43592"/>
                    <a:pt x="0" y="40804"/>
                    <a:pt x="0" y="37364"/>
                  </a:cubicBezTo>
                  <a:lnTo>
                    <a:pt x="0" y="6227"/>
                  </a:lnTo>
                  <a:cubicBezTo>
                    <a:pt x="0" y="2788"/>
                    <a:pt x="2805" y="0"/>
                    <a:pt x="6266" y="0"/>
                  </a:cubicBezTo>
                  <a:cubicBezTo>
                    <a:pt x="9727" y="0"/>
                    <a:pt x="12532" y="2788"/>
                    <a:pt x="12532" y="6227"/>
                  </a:cubicBezTo>
                  <a:lnTo>
                    <a:pt x="12532" y="37364"/>
                  </a:lnTo>
                  <a:cubicBezTo>
                    <a:pt x="12532" y="40804"/>
                    <a:pt x="9727" y="43592"/>
                    <a:pt x="6266" y="43592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DB7FCABB-1288-0C44-BD60-66A324E24FB0}"/>
                </a:ext>
              </a:extLst>
            </p:cNvPr>
            <p:cNvSpPr/>
            <p:nvPr/>
          </p:nvSpPr>
          <p:spPr>
            <a:xfrm>
              <a:off x="6067782" y="2338735"/>
              <a:ext cx="12531" cy="30932"/>
            </a:xfrm>
            <a:custGeom>
              <a:avLst/>
              <a:gdLst>
                <a:gd name="connsiteX0" fmla="*/ 6266 w 12531"/>
                <a:gd name="connsiteY0" fmla="*/ 30933 h 30932"/>
                <a:gd name="connsiteX1" fmla="*/ 0 w 12531"/>
                <a:gd name="connsiteY1" fmla="*/ 24705 h 30932"/>
                <a:gd name="connsiteX2" fmla="*/ 0 w 12531"/>
                <a:gd name="connsiteY2" fmla="*/ 6227 h 30932"/>
                <a:gd name="connsiteX3" fmla="*/ 6266 w 12531"/>
                <a:gd name="connsiteY3" fmla="*/ 0 h 30932"/>
                <a:gd name="connsiteX4" fmla="*/ 12532 w 12531"/>
                <a:gd name="connsiteY4" fmla="*/ 6227 h 30932"/>
                <a:gd name="connsiteX5" fmla="*/ 12532 w 12531"/>
                <a:gd name="connsiteY5" fmla="*/ 24705 h 30932"/>
                <a:gd name="connsiteX6" fmla="*/ 6266 w 12531"/>
                <a:gd name="connsiteY6" fmla="*/ 30933 h 3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31" h="30932">
                  <a:moveTo>
                    <a:pt x="6266" y="30933"/>
                  </a:moveTo>
                  <a:cubicBezTo>
                    <a:pt x="2805" y="30933"/>
                    <a:pt x="0" y="28145"/>
                    <a:pt x="0" y="24705"/>
                  </a:cubicBezTo>
                  <a:lnTo>
                    <a:pt x="0" y="6227"/>
                  </a:lnTo>
                  <a:cubicBezTo>
                    <a:pt x="0" y="2788"/>
                    <a:pt x="2805" y="0"/>
                    <a:pt x="6266" y="0"/>
                  </a:cubicBezTo>
                  <a:cubicBezTo>
                    <a:pt x="9727" y="0"/>
                    <a:pt x="12532" y="2788"/>
                    <a:pt x="12532" y="6227"/>
                  </a:cubicBezTo>
                  <a:lnTo>
                    <a:pt x="12532" y="24705"/>
                  </a:lnTo>
                  <a:cubicBezTo>
                    <a:pt x="12532" y="28145"/>
                    <a:pt x="9727" y="30933"/>
                    <a:pt x="6266" y="30933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2EFE85D-A689-C545-9458-E9289370B8A1}"/>
                </a:ext>
              </a:extLst>
            </p:cNvPr>
            <p:cNvSpPr/>
            <p:nvPr/>
          </p:nvSpPr>
          <p:spPr>
            <a:xfrm>
              <a:off x="6067782" y="2469409"/>
              <a:ext cx="12531" cy="53800"/>
            </a:xfrm>
            <a:custGeom>
              <a:avLst/>
              <a:gdLst>
                <a:gd name="connsiteX0" fmla="*/ 6266 w 12531"/>
                <a:gd name="connsiteY0" fmla="*/ 53801 h 53800"/>
                <a:gd name="connsiteX1" fmla="*/ 0 w 12531"/>
                <a:gd name="connsiteY1" fmla="*/ 47573 h 53800"/>
                <a:gd name="connsiteX2" fmla="*/ 0 w 12531"/>
                <a:gd name="connsiteY2" fmla="*/ 6227 h 53800"/>
                <a:gd name="connsiteX3" fmla="*/ 6266 w 12531"/>
                <a:gd name="connsiteY3" fmla="*/ 0 h 53800"/>
                <a:gd name="connsiteX4" fmla="*/ 12532 w 12531"/>
                <a:gd name="connsiteY4" fmla="*/ 6227 h 53800"/>
                <a:gd name="connsiteX5" fmla="*/ 12532 w 12531"/>
                <a:gd name="connsiteY5" fmla="*/ 47573 h 53800"/>
                <a:gd name="connsiteX6" fmla="*/ 6266 w 12531"/>
                <a:gd name="connsiteY6" fmla="*/ 53801 h 5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31" h="53800">
                  <a:moveTo>
                    <a:pt x="6266" y="53801"/>
                  </a:moveTo>
                  <a:cubicBezTo>
                    <a:pt x="2805" y="53801"/>
                    <a:pt x="0" y="51013"/>
                    <a:pt x="0" y="47573"/>
                  </a:cubicBezTo>
                  <a:lnTo>
                    <a:pt x="0" y="6227"/>
                  </a:lnTo>
                  <a:cubicBezTo>
                    <a:pt x="0" y="2788"/>
                    <a:pt x="2805" y="0"/>
                    <a:pt x="6266" y="0"/>
                  </a:cubicBezTo>
                  <a:cubicBezTo>
                    <a:pt x="9727" y="0"/>
                    <a:pt x="12532" y="2788"/>
                    <a:pt x="12532" y="6227"/>
                  </a:cubicBezTo>
                  <a:lnTo>
                    <a:pt x="12532" y="47573"/>
                  </a:lnTo>
                  <a:cubicBezTo>
                    <a:pt x="12532" y="51013"/>
                    <a:pt x="9727" y="53801"/>
                    <a:pt x="6266" y="53801"/>
                  </a:cubicBezTo>
                  <a:close/>
                </a:path>
              </a:pathLst>
            </a:custGeom>
            <a:grpFill/>
            <a:ln w="10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53" name="Graphic 32">
            <a:extLst>
              <a:ext uri="{FF2B5EF4-FFF2-40B4-BE49-F238E27FC236}">
                <a16:creationId xmlns:a16="http://schemas.microsoft.com/office/drawing/2014/main" id="{98FE21A2-8853-5C47-90A0-908DB531F57F}"/>
              </a:ext>
            </a:extLst>
          </p:cNvPr>
          <p:cNvGrpSpPr/>
          <p:nvPr/>
        </p:nvGrpSpPr>
        <p:grpSpPr>
          <a:xfrm>
            <a:off x="5690876" y="2331157"/>
            <a:ext cx="374744" cy="284735"/>
            <a:chOff x="5749683" y="2287742"/>
            <a:chExt cx="374744" cy="284735"/>
          </a:xfrm>
          <a:solidFill>
            <a:srgbClr val="FFFFFF"/>
          </a:solidFill>
        </p:grpSpPr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E6DB386C-C6D5-234E-AD90-ACC13E537302}"/>
                </a:ext>
              </a:extLst>
            </p:cNvPr>
            <p:cNvSpPr/>
            <p:nvPr/>
          </p:nvSpPr>
          <p:spPr>
            <a:xfrm>
              <a:off x="5761233" y="2300683"/>
              <a:ext cx="94655" cy="271743"/>
            </a:xfrm>
            <a:custGeom>
              <a:avLst/>
              <a:gdLst>
                <a:gd name="connsiteX0" fmla="*/ 88538 w 94655"/>
                <a:gd name="connsiteY0" fmla="*/ 271742 h 271743"/>
                <a:gd name="connsiteX1" fmla="*/ 6270 w 94655"/>
                <a:gd name="connsiteY1" fmla="*/ 271742 h 271743"/>
                <a:gd name="connsiteX2" fmla="*/ 53 w 94655"/>
                <a:gd name="connsiteY2" fmla="*/ 265638 h 271743"/>
                <a:gd name="connsiteX3" fmla="*/ 52 w 94655"/>
                <a:gd name="connsiteY3" fmla="*/ 265533 h 271743"/>
                <a:gd name="connsiteX4" fmla="*/ 52 w 94655"/>
                <a:gd name="connsiteY4" fmla="*/ 186784 h 271743"/>
                <a:gd name="connsiteX5" fmla="*/ 5425 w 94655"/>
                <a:gd name="connsiteY5" fmla="*/ 179717 h 271743"/>
                <a:gd name="connsiteX6" fmla="*/ 12387 w 94655"/>
                <a:gd name="connsiteY6" fmla="*/ 185171 h 271743"/>
                <a:gd name="connsiteX7" fmla="*/ 12387 w 94655"/>
                <a:gd name="connsiteY7" fmla="*/ 186784 h 271743"/>
                <a:gd name="connsiteX8" fmla="*/ 12387 w 94655"/>
                <a:gd name="connsiteY8" fmla="*/ 259221 h 271743"/>
                <a:gd name="connsiteX9" fmla="*/ 82320 w 94655"/>
                <a:gd name="connsiteY9" fmla="*/ 259221 h 271743"/>
                <a:gd name="connsiteX10" fmla="*/ 82320 w 94655"/>
                <a:gd name="connsiteY10" fmla="*/ 12625 h 271743"/>
                <a:gd name="connsiteX11" fmla="*/ 12387 w 94655"/>
                <a:gd name="connsiteY11" fmla="*/ 12625 h 271743"/>
                <a:gd name="connsiteX12" fmla="*/ 12387 w 94655"/>
                <a:gd name="connsiteY12" fmla="*/ 65607 h 271743"/>
                <a:gd name="connsiteX13" fmla="*/ 5425 w 94655"/>
                <a:gd name="connsiteY13" fmla="*/ 71061 h 271743"/>
                <a:gd name="connsiteX14" fmla="*/ 52 w 94655"/>
                <a:gd name="connsiteY14" fmla="*/ 65607 h 271743"/>
                <a:gd name="connsiteX15" fmla="*/ 52 w 94655"/>
                <a:gd name="connsiteY15" fmla="*/ 6312 h 271743"/>
                <a:gd name="connsiteX16" fmla="*/ 6270 w 94655"/>
                <a:gd name="connsiteY16" fmla="*/ 0 h 271743"/>
                <a:gd name="connsiteX17" fmla="*/ 88538 w 94655"/>
                <a:gd name="connsiteY17" fmla="*/ 0 h 271743"/>
                <a:gd name="connsiteX18" fmla="*/ 94656 w 94655"/>
                <a:gd name="connsiteY18" fmla="*/ 6208 h 271743"/>
                <a:gd name="connsiteX19" fmla="*/ 94655 w 94655"/>
                <a:gd name="connsiteY19" fmla="*/ 6312 h 271743"/>
                <a:gd name="connsiteX20" fmla="*/ 94655 w 94655"/>
                <a:gd name="connsiteY20" fmla="*/ 265533 h 271743"/>
                <a:gd name="connsiteX21" fmla="*/ 88538 w 94655"/>
                <a:gd name="connsiteY21" fmla="*/ 271742 h 27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655" h="271743">
                  <a:moveTo>
                    <a:pt x="88538" y="271742"/>
                  </a:moveTo>
                  <a:lnTo>
                    <a:pt x="6270" y="271742"/>
                  </a:lnTo>
                  <a:cubicBezTo>
                    <a:pt x="2893" y="271800"/>
                    <a:pt x="109" y="269066"/>
                    <a:pt x="53" y="265638"/>
                  </a:cubicBezTo>
                  <a:cubicBezTo>
                    <a:pt x="52" y="265603"/>
                    <a:pt x="52" y="265568"/>
                    <a:pt x="52" y="265533"/>
                  </a:cubicBezTo>
                  <a:lnTo>
                    <a:pt x="52" y="186784"/>
                  </a:lnTo>
                  <a:cubicBezTo>
                    <a:pt x="-387" y="183326"/>
                    <a:pt x="2018" y="180162"/>
                    <a:pt x="5425" y="179717"/>
                  </a:cubicBezTo>
                  <a:cubicBezTo>
                    <a:pt x="8831" y="179271"/>
                    <a:pt x="11948" y="181713"/>
                    <a:pt x="12387" y="185171"/>
                  </a:cubicBezTo>
                  <a:cubicBezTo>
                    <a:pt x="12455" y="185706"/>
                    <a:pt x="12455" y="186249"/>
                    <a:pt x="12387" y="186784"/>
                  </a:cubicBezTo>
                  <a:lnTo>
                    <a:pt x="12387" y="259221"/>
                  </a:lnTo>
                  <a:lnTo>
                    <a:pt x="82320" y="259221"/>
                  </a:lnTo>
                  <a:lnTo>
                    <a:pt x="82320" y="12625"/>
                  </a:lnTo>
                  <a:lnTo>
                    <a:pt x="12387" y="12625"/>
                  </a:lnTo>
                  <a:lnTo>
                    <a:pt x="12387" y="65607"/>
                  </a:lnTo>
                  <a:cubicBezTo>
                    <a:pt x="11948" y="69065"/>
                    <a:pt x="8831" y="71507"/>
                    <a:pt x="5425" y="71061"/>
                  </a:cubicBezTo>
                  <a:cubicBezTo>
                    <a:pt x="2620" y="70695"/>
                    <a:pt x="413" y="68454"/>
                    <a:pt x="52" y="65607"/>
                  </a:cubicBezTo>
                  <a:lnTo>
                    <a:pt x="52" y="6312"/>
                  </a:lnTo>
                  <a:cubicBezTo>
                    <a:pt x="52" y="2826"/>
                    <a:pt x="2836" y="0"/>
                    <a:pt x="6270" y="0"/>
                  </a:cubicBezTo>
                  <a:lnTo>
                    <a:pt x="88538" y="0"/>
                  </a:lnTo>
                  <a:cubicBezTo>
                    <a:pt x="91916" y="0"/>
                    <a:pt x="94655" y="2779"/>
                    <a:pt x="94656" y="6208"/>
                  </a:cubicBezTo>
                  <a:cubicBezTo>
                    <a:pt x="94656" y="6243"/>
                    <a:pt x="94656" y="6278"/>
                    <a:pt x="94655" y="6312"/>
                  </a:cubicBezTo>
                  <a:lnTo>
                    <a:pt x="94655" y="265533"/>
                  </a:lnTo>
                  <a:cubicBezTo>
                    <a:pt x="94655" y="268963"/>
                    <a:pt x="91916" y="271742"/>
                    <a:pt x="88538" y="27174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3B8DF73-7E7D-4245-8CFA-B716622C20D9}"/>
                </a:ext>
              </a:extLst>
            </p:cNvPr>
            <p:cNvSpPr/>
            <p:nvPr/>
          </p:nvSpPr>
          <p:spPr>
            <a:xfrm>
              <a:off x="5761284" y="2463127"/>
              <a:ext cx="12335" cy="30652"/>
            </a:xfrm>
            <a:custGeom>
              <a:avLst/>
              <a:gdLst>
                <a:gd name="connsiteX0" fmla="*/ 6219 w 12335"/>
                <a:gd name="connsiteY0" fmla="*/ 30653 h 30652"/>
                <a:gd name="connsiteX1" fmla="*/ 0 w 12335"/>
                <a:gd name="connsiteY1" fmla="*/ 24340 h 30652"/>
                <a:gd name="connsiteX2" fmla="*/ 0 w 12335"/>
                <a:gd name="connsiteY2" fmla="*/ 5507 h 30652"/>
                <a:gd name="connsiteX3" fmla="*/ 6962 w 12335"/>
                <a:gd name="connsiteY3" fmla="*/ 52 h 30652"/>
                <a:gd name="connsiteX4" fmla="*/ 12335 w 12335"/>
                <a:gd name="connsiteY4" fmla="*/ 5507 h 30652"/>
                <a:gd name="connsiteX5" fmla="*/ 12335 w 12335"/>
                <a:gd name="connsiteY5" fmla="*/ 24340 h 30652"/>
                <a:gd name="connsiteX6" fmla="*/ 6219 w 12335"/>
                <a:gd name="connsiteY6" fmla="*/ 30653 h 3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5" h="30652">
                  <a:moveTo>
                    <a:pt x="6219" y="30653"/>
                  </a:moveTo>
                  <a:cubicBezTo>
                    <a:pt x="2784" y="30653"/>
                    <a:pt x="0" y="27826"/>
                    <a:pt x="0" y="24340"/>
                  </a:cubicBezTo>
                  <a:lnTo>
                    <a:pt x="0" y="5507"/>
                  </a:lnTo>
                  <a:cubicBezTo>
                    <a:pt x="439" y="2049"/>
                    <a:pt x="3556" y="-393"/>
                    <a:pt x="6962" y="52"/>
                  </a:cubicBezTo>
                  <a:cubicBezTo>
                    <a:pt x="9766" y="419"/>
                    <a:pt x="11974" y="2660"/>
                    <a:pt x="12335" y="5507"/>
                  </a:cubicBezTo>
                  <a:lnTo>
                    <a:pt x="12335" y="24340"/>
                  </a:lnTo>
                  <a:cubicBezTo>
                    <a:pt x="12336" y="27786"/>
                    <a:pt x="9613" y="30596"/>
                    <a:pt x="6219" y="3065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F15E6C9A-FEA1-4249-A8FB-4D92E602FFC4}"/>
                </a:ext>
              </a:extLst>
            </p:cNvPr>
            <p:cNvSpPr/>
            <p:nvPr/>
          </p:nvSpPr>
          <p:spPr>
            <a:xfrm>
              <a:off x="5761233" y="2405841"/>
              <a:ext cx="12437" cy="41268"/>
            </a:xfrm>
            <a:custGeom>
              <a:avLst/>
              <a:gdLst>
                <a:gd name="connsiteX0" fmla="*/ 6270 w 12437"/>
                <a:gd name="connsiteY0" fmla="*/ 41269 h 41268"/>
                <a:gd name="connsiteX1" fmla="*/ 52 w 12437"/>
                <a:gd name="connsiteY1" fmla="*/ 34956 h 41268"/>
                <a:gd name="connsiteX2" fmla="*/ 52 w 12437"/>
                <a:gd name="connsiteY2" fmla="*/ 7120 h 41268"/>
                <a:gd name="connsiteX3" fmla="*/ 5425 w 12437"/>
                <a:gd name="connsiteY3" fmla="*/ 52 h 41268"/>
                <a:gd name="connsiteX4" fmla="*/ 12387 w 12437"/>
                <a:gd name="connsiteY4" fmla="*/ 5507 h 41268"/>
                <a:gd name="connsiteX5" fmla="*/ 12387 w 12437"/>
                <a:gd name="connsiteY5" fmla="*/ 7120 h 41268"/>
                <a:gd name="connsiteX6" fmla="*/ 12387 w 12437"/>
                <a:gd name="connsiteY6" fmla="*/ 34956 h 41268"/>
                <a:gd name="connsiteX7" fmla="*/ 6270 w 12437"/>
                <a:gd name="connsiteY7" fmla="*/ 41269 h 41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37" h="41268">
                  <a:moveTo>
                    <a:pt x="6270" y="41269"/>
                  </a:moveTo>
                  <a:cubicBezTo>
                    <a:pt x="2836" y="41269"/>
                    <a:pt x="52" y="38442"/>
                    <a:pt x="52" y="34956"/>
                  </a:cubicBezTo>
                  <a:lnTo>
                    <a:pt x="52" y="7120"/>
                  </a:lnTo>
                  <a:cubicBezTo>
                    <a:pt x="-387" y="3662"/>
                    <a:pt x="2018" y="498"/>
                    <a:pt x="5425" y="52"/>
                  </a:cubicBezTo>
                  <a:cubicBezTo>
                    <a:pt x="8831" y="-393"/>
                    <a:pt x="11948" y="2049"/>
                    <a:pt x="12387" y="5507"/>
                  </a:cubicBezTo>
                  <a:cubicBezTo>
                    <a:pt x="12455" y="6042"/>
                    <a:pt x="12455" y="6584"/>
                    <a:pt x="12387" y="7120"/>
                  </a:cubicBezTo>
                  <a:lnTo>
                    <a:pt x="12387" y="34956"/>
                  </a:lnTo>
                  <a:cubicBezTo>
                    <a:pt x="12387" y="38402"/>
                    <a:pt x="9665" y="41212"/>
                    <a:pt x="6270" y="4126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6D6C585-5E06-1447-A572-F2F461D17ABE}"/>
                </a:ext>
              </a:extLst>
            </p:cNvPr>
            <p:cNvSpPr/>
            <p:nvPr/>
          </p:nvSpPr>
          <p:spPr>
            <a:xfrm>
              <a:off x="5761233" y="2359170"/>
              <a:ext cx="12437" cy="32265"/>
            </a:xfrm>
            <a:custGeom>
              <a:avLst/>
              <a:gdLst>
                <a:gd name="connsiteX0" fmla="*/ 6270 w 12437"/>
                <a:gd name="connsiteY0" fmla="*/ 32266 h 32265"/>
                <a:gd name="connsiteX1" fmla="*/ 52 w 12437"/>
                <a:gd name="connsiteY1" fmla="*/ 25953 h 32265"/>
                <a:gd name="connsiteX2" fmla="*/ 52 w 12437"/>
                <a:gd name="connsiteY2" fmla="*/ 7120 h 32265"/>
                <a:gd name="connsiteX3" fmla="*/ 5425 w 12437"/>
                <a:gd name="connsiteY3" fmla="*/ 52 h 32265"/>
                <a:gd name="connsiteX4" fmla="*/ 12387 w 12437"/>
                <a:gd name="connsiteY4" fmla="*/ 5507 h 32265"/>
                <a:gd name="connsiteX5" fmla="*/ 12387 w 12437"/>
                <a:gd name="connsiteY5" fmla="*/ 7120 h 32265"/>
                <a:gd name="connsiteX6" fmla="*/ 12387 w 12437"/>
                <a:gd name="connsiteY6" fmla="*/ 25850 h 32265"/>
                <a:gd name="connsiteX7" fmla="*/ 6477 w 12437"/>
                <a:gd name="connsiteY7" fmla="*/ 32262 h 32265"/>
                <a:gd name="connsiteX8" fmla="*/ 6270 w 12437"/>
                <a:gd name="connsiteY8" fmla="*/ 32266 h 3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7" h="32265">
                  <a:moveTo>
                    <a:pt x="6270" y="32266"/>
                  </a:moveTo>
                  <a:cubicBezTo>
                    <a:pt x="2836" y="32266"/>
                    <a:pt x="52" y="29439"/>
                    <a:pt x="52" y="25953"/>
                  </a:cubicBezTo>
                  <a:lnTo>
                    <a:pt x="52" y="7120"/>
                  </a:lnTo>
                  <a:cubicBezTo>
                    <a:pt x="-387" y="3662"/>
                    <a:pt x="2018" y="498"/>
                    <a:pt x="5425" y="52"/>
                  </a:cubicBezTo>
                  <a:cubicBezTo>
                    <a:pt x="8831" y="-393"/>
                    <a:pt x="11948" y="2049"/>
                    <a:pt x="12387" y="5507"/>
                  </a:cubicBezTo>
                  <a:cubicBezTo>
                    <a:pt x="12455" y="6042"/>
                    <a:pt x="12455" y="6584"/>
                    <a:pt x="12387" y="7120"/>
                  </a:cubicBezTo>
                  <a:lnTo>
                    <a:pt x="12387" y="25850"/>
                  </a:lnTo>
                  <a:cubicBezTo>
                    <a:pt x="12499" y="29277"/>
                    <a:pt x="9854" y="32148"/>
                    <a:pt x="6477" y="32262"/>
                  </a:cubicBezTo>
                  <a:cubicBezTo>
                    <a:pt x="6408" y="32265"/>
                    <a:pt x="6339" y="32266"/>
                    <a:pt x="6270" y="32266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54EB9123-79B8-7B42-8447-988D68333A7D}"/>
                </a:ext>
              </a:extLst>
            </p:cNvPr>
            <p:cNvSpPr/>
            <p:nvPr/>
          </p:nvSpPr>
          <p:spPr>
            <a:xfrm>
              <a:off x="5779940" y="2324690"/>
              <a:ext cx="57292" cy="58156"/>
            </a:xfrm>
            <a:custGeom>
              <a:avLst/>
              <a:gdLst>
                <a:gd name="connsiteX0" fmla="*/ 28646 w 57292"/>
                <a:gd name="connsiteY0" fmla="*/ 58157 h 58156"/>
                <a:gd name="connsiteX1" fmla="*/ 0 w 57292"/>
                <a:gd name="connsiteY1" fmla="*/ 29078 h 58156"/>
                <a:gd name="connsiteX2" fmla="*/ 28646 w 57292"/>
                <a:gd name="connsiteY2" fmla="*/ 0 h 58156"/>
                <a:gd name="connsiteX3" fmla="*/ 57292 w 57292"/>
                <a:gd name="connsiteY3" fmla="*/ 29078 h 58156"/>
                <a:gd name="connsiteX4" fmla="*/ 28646 w 57292"/>
                <a:gd name="connsiteY4" fmla="*/ 58157 h 58156"/>
                <a:gd name="connsiteX5" fmla="*/ 28646 w 57292"/>
                <a:gd name="connsiteY5" fmla="*/ 12521 h 58156"/>
                <a:gd name="connsiteX6" fmla="*/ 12335 w 57292"/>
                <a:gd name="connsiteY6" fmla="*/ 29078 h 58156"/>
                <a:gd name="connsiteX7" fmla="*/ 28646 w 57292"/>
                <a:gd name="connsiteY7" fmla="*/ 45635 h 58156"/>
                <a:gd name="connsiteX8" fmla="*/ 44957 w 57292"/>
                <a:gd name="connsiteY8" fmla="*/ 29078 h 58156"/>
                <a:gd name="connsiteX9" fmla="*/ 28646 w 57292"/>
                <a:gd name="connsiteY9" fmla="*/ 12521 h 58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292" h="58156">
                  <a:moveTo>
                    <a:pt x="28646" y="58157"/>
                  </a:moveTo>
                  <a:cubicBezTo>
                    <a:pt x="12825" y="58157"/>
                    <a:pt x="0" y="45138"/>
                    <a:pt x="0" y="29078"/>
                  </a:cubicBezTo>
                  <a:cubicBezTo>
                    <a:pt x="0" y="13019"/>
                    <a:pt x="12825" y="0"/>
                    <a:pt x="28646" y="0"/>
                  </a:cubicBezTo>
                  <a:cubicBezTo>
                    <a:pt x="44467" y="0"/>
                    <a:pt x="57292" y="13019"/>
                    <a:pt x="57292" y="29078"/>
                  </a:cubicBezTo>
                  <a:cubicBezTo>
                    <a:pt x="57292" y="45138"/>
                    <a:pt x="44467" y="58157"/>
                    <a:pt x="28646" y="58157"/>
                  </a:cubicBezTo>
                  <a:close/>
                  <a:moveTo>
                    <a:pt x="28646" y="12521"/>
                  </a:moveTo>
                  <a:cubicBezTo>
                    <a:pt x="19638" y="12521"/>
                    <a:pt x="12335" y="19934"/>
                    <a:pt x="12335" y="29078"/>
                  </a:cubicBezTo>
                  <a:cubicBezTo>
                    <a:pt x="12335" y="38222"/>
                    <a:pt x="19638" y="45635"/>
                    <a:pt x="28646" y="45635"/>
                  </a:cubicBezTo>
                  <a:cubicBezTo>
                    <a:pt x="37654" y="45635"/>
                    <a:pt x="44957" y="38222"/>
                    <a:pt x="44957" y="29078"/>
                  </a:cubicBezTo>
                  <a:cubicBezTo>
                    <a:pt x="44957" y="19934"/>
                    <a:pt x="37654" y="12521"/>
                    <a:pt x="28646" y="1252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5BE59BC6-FBA6-7340-9DAB-B4FEB50D02C1}"/>
                </a:ext>
              </a:extLst>
            </p:cNvPr>
            <p:cNvSpPr/>
            <p:nvPr/>
          </p:nvSpPr>
          <p:spPr>
            <a:xfrm>
              <a:off x="5780245" y="2397541"/>
              <a:ext cx="56783" cy="12624"/>
            </a:xfrm>
            <a:custGeom>
              <a:avLst/>
              <a:gdLst>
                <a:gd name="connsiteX0" fmla="*/ 50565 w 56783"/>
                <a:gd name="connsiteY0" fmla="*/ 12625 h 12624"/>
                <a:gd name="connsiteX1" fmla="*/ 6117 w 56783"/>
                <a:gd name="connsiteY1" fmla="*/ 12625 h 12624"/>
                <a:gd name="connsiteX2" fmla="*/ 0 w 56783"/>
                <a:gd name="connsiteY2" fmla="*/ 6417 h 12624"/>
                <a:gd name="connsiteX3" fmla="*/ 1 w 56783"/>
                <a:gd name="connsiteY3" fmla="*/ 6312 h 12624"/>
                <a:gd name="connsiteX4" fmla="*/ 6117 w 56783"/>
                <a:gd name="connsiteY4" fmla="*/ 0 h 12624"/>
                <a:gd name="connsiteX5" fmla="*/ 50565 w 56783"/>
                <a:gd name="connsiteY5" fmla="*/ 0 h 12624"/>
                <a:gd name="connsiteX6" fmla="*/ 56783 w 56783"/>
                <a:gd name="connsiteY6" fmla="*/ 6312 h 12624"/>
                <a:gd name="connsiteX7" fmla="*/ 50565 w 56783"/>
                <a:gd name="connsiteY7" fmla="*/ 12625 h 12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83" h="12624">
                  <a:moveTo>
                    <a:pt x="50565" y="12625"/>
                  </a:moveTo>
                  <a:lnTo>
                    <a:pt x="6117" y="12625"/>
                  </a:lnTo>
                  <a:cubicBezTo>
                    <a:pt x="2739" y="12625"/>
                    <a:pt x="0" y="9846"/>
                    <a:pt x="0" y="6417"/>
                  </a:cubicBezTo>
                  <a:cubicBezTo>
                    <a:pt x="0" y="6382"/>
                    <a:pt x="0" y="6347"/>
                    <a:pt x="1" y="6312"/>
                  </a:cubicBezTo>
                  <a:cubicBezTo>
                    <a:pt x="0" y="2866"/>
                    <a:pt x="2723" y="56"/>
                    <a:pt x="6117" y="0"/>
                  </a:cubicBezTo>
                  <a:lnTo>
                    <a:pt x="50565" y="0"/>
                  </a:lnTo>
                  <a:cubicBezTo>
                    <a:pt x="53999" y="0"/>
                    <a:pt x="56783" y="2826"/>
                    <a:pt x="56783" y="6312"/>
                  </a:cubicBezTo>
                  <a:cubicBezTo>
                    <a:pt x="56783" y="9799"/>
                    <a:pt x="53999" y="12625"/>
                    <a:pt x="50565" y="12625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E332FE7-0D6E-4D45-B548-37CC73197B23}"/>
                </a:ext>
              </a:extLst>
            </p:cNvPr>
            <p:cNvSpPr/>
            <p:nvPr/>
          </p:nvSpPr>
          <p:spPr>
            <a:xfrm>
              <a:off x="5780938" y="2420255"/>
              <a:ext cx="56885" cy="12625"/>
            </a:xfrm>
            <a:custGeom>
              <a:avLst/>
              <a:gdLst>
                <a:gd name="connsiteX0" fmla="*/ 49872 w 56885"/>
                <a:gd name="connsiteY0" fmla="*/ 12574 h 12625"/>
                <a:gd name="connsiteX1" fmla="*/ 5425 w 56885"/>
                <a:gd name="connsiteY1" fmla="*/ 12574 h 12625"/>
                <a:gd name="connsiteX2" fmla="*/ 52 w 56885"/>
                <a:gd name="connsiteY2" fmla="*/ 5507 h 12625"/>
                <a:gd name="connsiteX3" fmla="*/ 5425 w 56885"/>
                <a:gd name="connsiteY3" fmla="*/ 52 h 12625"/>
                <a:gd name="connsiteX4" fmla="*/ 49872 w 56885"/>
                <a:gd name="connsiteY4" fmla="*/ 52 h 12625"/>
                <a:gd name="connsiteX5" fmla="*/ 56834 w 56885"/>
                <a:gd name="connsiteY5" fmla="*/ 5507 h 12625"/>
                <a:gd name="connsiteX6" fmla="*/ 51461 w 56885"/>
                <a:gd name="connsiteY6" fmla="*/ 12574 h 12625"/>
                <a:gd name="connsiteX7" fmla="*/ 49872 w 56885"/>
                <a:gd name="connsiteY7" fmla="*/ 12574 h 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85" h="12625">
                  <a:moveTo>
                    <a:pt x="49872" y="12574"/>
                  </a:moveTo>
                  <a:lnTo>
                    <a:pt x="5425" y="12574"/>
                  </a:lnTo>
                  <a:cubicBezTo>
                    <a:pt x="2018" y="12128"/>
                    <a:pt x="-387" y="8964"/>
                    <a:pt x="52" y="5507"/>
                  </a:cubicBezTo>
                  <a:cubicBezTo>
                    <a:pt x="413" y="2660"/>
                    <a:pt x="2620" y="419"/>
                    <a:pt x="5425" y="52"/>
                  </a:cubicBezTo>
                  <a:lnTo>
                    <a:pt x="49872" y="52"/>
                  </a:lnTo>
                  <a:cubicBezTo>
                    <a:pt x="53278" y="-393"/>
                    <a:pt x="56395" y="2049"/>
                    <a:pt x="56834" y="5507"/>
                  </a:cubicBezTo>
                  <a:cubicBezTo>
                    <a:pt x="57273" y="8964"/>
                    <a:pt x="54867" y="12128"/>
                    <a:pt x="51461" y="12574"/>
                  </a:cubicBezTo>
                  <a:cubicBezTo>
                    <a:pt x="50934" y="12643"/>
                    <a:pt x="50399" y="12643"/>
                    <a:pt x="49872" y="125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1629D5E-FAF6-054B-8590-75AA21123E55}"/>
                </a:ext>
              </a:extLst>
            </p:cNvPr>
            <p:cNvSpPr/>
            <p:nvPr/>
          </p:nvSpPr>
          <p:spPr>
            <a:xfrm>
              <a:off x="5780938" y="2443331"/>
              <a:ext cx="56885" cy="12625"/>
            </a:xfrm>
            <a:custGeom>
              <a:avLst/>
              <a:gdLst>
                <a:gd name="connsiteX0" fmla="*/ 49872 w 56885"/>
                <a:gd name="connsiteY0" fmla="*/ 12574 h 12625"/>
                <a:gd name="connsiteX1" fmla="*/ 5425 w 56885"/>
                <a:gd name="connsiteY1" fmla="*/ 12574 h 12625"/>
                <a:gd name="connsiteX2" fmla="*/ 52 w 56885"/>
                <a:gd name="connsiteY2" fmla="*/ 5506 h 12625"/>
                <a:gd name="connsiteX3" fmla="*/ 5425 w 56885"/>
                <a:gd name="connsiteY3" fmla="*/ 52 h 12625"/>
                <a:gd name="connsiteX4" fmla="*/ 49872 w 56885"/>
                <a:gd name="connsiteY4" fmla="*/ 52 h 12625"/>
                <a:gd name="connsiteX5" fmla="*/ 56834 w 56885"/>
                <a:gd name="connsiteY5" fmla="*/ 5507 h 12625"/>
                <a:gd name="connsiteX6" fmla="*/ 51461 w 56885"/>
                <a:gd name="connsiteY6" fmla="*/ 12574 h 12625"/>
                <a:gd name="connsiteX7" fmla="*/ 49872 w 56885"/>
                <a:gd name="connsiteY7" fmla="*/ 12574 h 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85" h="12625">
                  <a:moveTo>
                    <a:pt x="49872" y="12574"/>
                  </a:moveTo>
                  <a:lnTo>
                    <a:pt x="5425" y="12574"/>
                  </a:lnTo>
                  <a:cubicBezTo>
                    <a:pt x="2018" y="12128"/>
                    <a:pt x="-387" y="8964"/>
                    <a:pt x="52" y="5506"/>
                  </a:cubicBezTo>
                  <a:cubicBezTo>
                    <a:pt x="413" y="2660"/>
                    <a:pt x="2620" y="419"/>
                    <a:pt x="5425" y="52"/>
                  </a:cubicBezTo>
                  <a:lnTo>
                    <a:pt x="49872" y="52"/>
                  </a:lnTo>
                  <a:cubicBezTo>
                    <a:pt x="53278" y="-393"/>
                    <a:pt x="56395" y="2049"/>
                    <a:pt x="56834" y="5507"/>
                  </a:cubicBezTo>
                  <a:cubicBezTo>
                    <a:pt x="57273" y="8964"/>
                    <a:pt x="54867" y="12128"/>
                    <a:pt x="51461" y="12574"/>
                  </a:cubicBezTo>
                  <a:cubicBezTo>
                    <a:pt x="50934" y="12643"/>
                    <a:pt x="50399" y="12643"/>
                    <a:pt x="49872" y="125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A601CB99-61D7-0C4F-A185-DDDBF5862A25}"/>
                </a:ext>
              </a:extLst>
            </p:cNvPr>
            <p:cNvSpPr/>
            <p:nvPr/>
          </p:nvSpPr>
          <p:spPr>
            <a:xfrm>
              <a:off x="5780938" y="2466201"/>
              <a:ext cx="56885" cy="12625"/>
            </a:xfrm>
            <a:custGeom>
              <a:avLst/>
              <a:gdLst>
                <a:gd name="connsiteX0" fmla="*/ 49872 w 56885"/>
                <a:gd name="connsiteY0" fmla="*/ 12574 h 12625"/>
                <a:gd name="connsiteX1" fmla="*/ 5425 w 56885"/>
                <a:gd name="connsiteY1" fmla="*/ 12574 h 12625"/>
                <a:gd name="connsiteX2" fmla="*/ 52 w 56885"/>
                <a:gd name="connsiteY2" fmla="*/ 5507 h 12625"/>
                <a:gd name="connsiteX3" fmla="*/ 5425 w 56885"/>
                <a:gd name="connsiteY3" fmla="*/ 52 h 12625"/>
                <a:gd name="connsiteX4" fmla="*/ 49872 w 56885"/>
                <a:gd name="connsiteY4" fmla="*/ 52 h 12625"/>
                <a:gd name="connsiteX5" fmla="*/ 56834 w 56885"/>
                <a:gd name="connsiteY5" fmla="*/ 5507 h 12625"/>
                <a:gd name="connsiteX6" fmla="*/ 51461 w 56885"/>
                <a:gd name="connsiteY6" fmla="*/ 12574 h 12625"/>
                <a:gd name="connsiteX7" fmla="*/ 49872 w 56885"/>
                <a:gd name="connsiteY7" fmla="*/ 12574 h 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85" h="12625">
                  <a:moveTo>
                    <a:pt x="49872" y="12574"/>
                  </a:moveTo>
                  <a:lnTo>
                    <a:pt x="5425" y="12574"/>
                  </a:lnTo>
                  <a:cubicBezTo>
                    <a:pt x="2018" y="12128"/>
                    <a:pt x="-387" y="8964"/>
                    <a:pt x="52" y="5507"/>
                  </a:cubicBezTo>
                  <a:cubicBezTo>
                    <a:pt x="413" y="2660"/>
                    <a:pt x="2620" y="419"/>
                    <a:pt x="5425" y="52"/>
                  </a:cubicBezTo>
                  <a:lnTo>
                    <a:pt x="49872" y="52"/>
                  </a:lnTo>
                  <a:cubicBezTo>
                    <a:pt x="53278" y="-393"/>
                    <a:pt x="56395" y="2049"/>
                    <a:pt x="56834" y="5507"/>
                  </a:cubicBezTo>
                  <a:cubicBezTo>
                    <a:pt x="57273" y="8964"/>
                    <a:pt x="54867" y="12128"/>
                    <a:pt x="51461" y="12574"/>
                  </a:cubicBezTo>
                  <a:cubicBezTo>
                    <a:pt x="50934" y="12643"/>
                    <a:pt x="50399" y="12643"/>
                    <a:pt x="49872" y="125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01D4AE7-6967-314B-955D-F18ADA595461}"/>
                </a:ext>
              </a:extLst>
            </p:cNvPr>
            <p:cNvSpPr/>
            <p:nvPr/>
          </p:nvSpPr>
          <p:spPr>
            <a:xfrm>
              <a:off x="5761284" y="2521616"/>
              <a:ext cx="94604" cy="12624"/>
            </a:xfrm>
            <a:custGeom>
              <a:avLst/>
              <a:gdLst>
                <a:gd name="connsiteX0" fmla="*/ 88487 w 94604"/>
                <a:gd name="connsiteY0" fmla="*/ 12625 h 12624"/>
                <a:gd name="connsiteX1" fmla="*/ 6219 w 94604"/>
                <a:gd name="connsiteY1" fmla="*/ 12625 h 12624"/>
                <a:gd name="connsiteX2" fmla="*/ 0 w 94604"/>
                <a:gd name="connsiteY2" fmla="*/ 6312 h 12624"/>
                <a:gd name="connsiteX3" fmla="*/ 6219 w 94604"/>
                <a:gd name="connsiteY3" fmla="*/ 0 h 12624"/>
                <a:gd name="connsiteX4" fmla="*/ 88487 w 94604"/>
                <a:gd name="connsiteY4" fmla="*/ 0 h 12624"/>
                <a:gd name="connsiteX5" fmla="*/ 94603 w 94604"/>
                <a:gd name="connsiteY5" fmla="*/ 6312 h 12624"/>
                <a:gd name="connsiteX6" fmla="*/ 88590 w 94604"/>
                <a:gd name="connsiteY6" fmla="*/ 12624 h 12624"/>
                <a:gd name="connsiteX7" fmla="*/ 88487 w 94604"/>
                <a:gd name="connsiteY7" fmla="*/ 12625 h 12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04" h="12624">
                  <a:moveTo>
                    <a:pt x="88487" y="12625"/>
                  </a:moveTo>
                  <a:lnTo>
                    <a:pt x="6219" y="12625"/>
                  </a:lnTo>
                  <a:cubicBezTo>
                    <a:pt x="2784" y="12625"/>
                    <a:pt x="0" y="9799"/>
                    <a:pt x="0" y="6312"/>
                  </a:cubicBezTo>
                  <a:cubicBezTo>
                    <a:pt x="0" y="2826"/>
                    <a:pt x="2784" y="0"/>
                    <a:pt x="6219" y="0"/>
                  </a:cubicBezTo>
                  <a:lnTo>
                    <a:pt x="88487" y="0"/>
                  </a:lnTo>
                  <a:cubicBezTo>
                    <a:pt x="91881" y="57"/>
                    <a:pt x="94604" y="2866"/>
                    <a:pt x="94603" y="6312"/>
                  </a:cubicBezTo>
                  <a:cubicBezTo>
                    <a:pt x="94660" y="9741"/>
                    <a:pt x="91967" y="12567"/>
                    <a:pt x="88590" y="12624"/>
                  </a:cubicBezTo>
                  <a:cubicBezTo>
                    <a:pt x="88555" y="12624"/>
                    <a:pt x="88521" y="12625"/>
                    <a:pt x="88487" y="12625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68ED49B-BD0B-B042-B17E-5BCB64E5D486}"/>
                </a:ext>
              </a:extLst>
            </p:cNvPr>
            <p:cNvSpPr/>
            <p:nvPr/>
          </p:nvSpPr>
          <p:spPr>
            <a:xfrm>
              <a:off x="5867815" y="2301200"/>
              <a:ext cx="94604" cy="271224"/>
            </a:xfrm>
            <a:custGeom>
              <a:avLst/>
              <a:gdLst>
                <a:gd name="connsiteX0" fmla="*/ 88487 w 94604"/>
                <a:gd name="connsiteY0" fmla="*/ 271225 h 271224"/>
                <a:gd name="connsiteX1" fmla="*/ 6219 w 94604"/>
                <a:gd name="connsiteY1" fmla="*/ 271225 h 271224"/>
                <a:gd name="connsiteX2" fmla="*/ 0 w 94604"/>
                <a:gd name="connsiteY2" fmla="*/ 265016 h 271224"/>
                <a:gd name="connsiteX3" fmla="*/ 0 w 94604"/>
                <a:gd name="connsiteY3" fmla="*/ 6312 h 271224"/>
                <a:gd name="connsiteX4" fmla="*/ 6219 w 94604"/>
                <a:gd name="connsiteY4" fmla="*/ 0 h 271224"/>
                <a:gd name="connsiteX5" fmla="*/ 88487 w 94604"/>
                <a:gd name="connsiteY5" fmla="*/ 0 h 271224"/>
                <a:gd name="connsiteX6" fmla="*/ 94604 w 94604"/>
                <a:gd name="connsiteY6" fmla="*/ 6208 h 271224"/>
                <a:gd name="connsiteX7" fmla="*/ 94603 w 94604"/>
                <a:gd name="connsiteY7" fmla="*/ 6312 h 271224"/>
                <a:gd name="connsiteX8" fmla="*/ 94603 w 94604"/>
                <a:gd name="connsiteY8" fmla="*/ 265016 h 271224"/>
                <a:gd name="connsiteX9" fmla="*/ 88487 w 94604"/>
                <a:gd name="connsiteY9" fmla="*/ 271225 h 271224"/>
                <a:gd name="connsiteX10" fmla="*/ 12437 w 94604"/>
                <a:gd name="connsiteY10" fmla="*/ 258704 h 271224"/>
                <a:gd name="connsiteX11" fmla="*/ 82268 w 94604"/>
                <a:gd name="connsiteY11" fmla="*/ 258704 h 271224"/>
                <a:gd name="connsiteX12" fmla="*/ 82268 w 94604"/>
                <a:gd name="connsiteY12" fmla="*/ 12107 h 271224"/>
                <a:gd name="connsiteX13" fmla="*/ 12437 w 94604"/>
                <a:gd name="connsiteY13" fmla="*/ 12107 h 27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604" h="271224">
                  <a:moveTo>
                    <a:pt x="88487" y="271225"/>
                  </a:moveTo>
                  <a:lnTo>
                    <a:pt x="6219" y="271225"/>
                  </a:lnTo>
                  <a:cubicBezTo>
                    <a:pt x="2824" y="271225"/>
                    <a:pt x="56" y="268462"/>
                    <a:pt x="0" y="265016"/>
                  </a:cubicBezTo>
                  <a:lnTo>
                    <a:pt x="0" y="6312"/>
                  </a:lnTo>
                  <a:cubicBezTo>
                    <a:pt x="0" y="2826"/>
                    <a:pt x="2784" y="0"/>
                    <a:pt x="6219" y="0"/>
                  </a:cubicBezTo>
                  <a:lnTo>
                    <a:pt x="88487" y="0"/>
                  </a:lnTo>
                  <a:cubicBezTo>
                    <a:pt x="91865" y="0"/>
                    <a:pt x="94604" y="2779"/>
                    <a:pt x="94604" y="6208"/>
                  </a:cubicBezTo>
                  <a:cubicBezTo>
                    <a:pt x="94604" y="6243"/>
                    <a:pt x="94604" y="6278"/>
                    <a:pt x="94603" y="6312"/>
                  </a:cubicBezTo>
                  <a:lnTo>
                    <a:pt x="94603" y="265016"/>
                  </a:lnTo>
                  <a:cubicBezTo>
                    <a:pt x="94603" y="268445"/>
                    <a:pt x="91865" y="271225"/>
                    <a:pt x="88487" y="271225"/>
                  </a:cubicBezTo>
                  <a:close/>
                  <a:moveTo>
                    <a:pt x="12437" y="258704"/>
                  </a:moveTo>
                  <a:lnTo>
                    <a:pt x="82268" y="258704"/>
                  </a:lnTo>
                  <a:lnTo>
                    <a:pt x="82268" y="12107"/>
                  </a:lnTo>
                  <a:lnTo>
                    <a:pt x="12437" y="12107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DE6597DA-D11F-554E-BE15-DEFB5B66E973}"/>
                </a:ext>
              </a:extLst>
            </p:cNvPr>
            <p:cNvSpPr/>
            <p:nvPr/>
          </p:nvSpPr>
          <p:spPr>
            <a:xfrm>
              <a:off x="5886878" y="2324693"/>
              <a:ext cx="57292" cy="58156"/>
            </a:xfrm>
            <a:custGeom>
              <a:avLst/>
              <a:gdLst>
                <a:gd name="connsiteX0" fmla="*/ 28238 w 57292"/>
                <a:gd name="connsiteY0" fmla="*/ 58154 h 58156"/>
                <a:gd name="connsiteX1" fmla="*/ 3 w 57292"/>
                <a:gd name="connsiteY1" fmla="*/ 28664 h 58156"/>
                <a:gd name="connsiteX2" fmla="*/ 29054 w 57292"/>
                <a:gd name="connsiteY2" fmla="*/ 3 h 58156"/>
                <a:gd name="connsiteX3" fmla="*/ 57292 w 57292"/>
                <a:gd name="connsiteY3" fmla="*/ 29075 h 58156"/>
                <a:gd name="connsiteX4" fmla="*/ 28649 w 57292"/>
                <a:gd name="connsiteY4" fmla="*/ 58157 h 58156"/>
                <a:gd name="connsiteX5" fmla="*/ 28238 w 57292"/>
                <a:gd name="connsiteY5" fmla="*/ 58154 h 58156"/>
                <a:gd name="connsiteX6" fmla="*/ 28238 w 57292"/>
                <a:gd name="connsiteY6" fmla="*/ 12518 h 58156"/>
                <a:gd name="connsiteX7" fmla="*/ 11927 w 57292"/>
                <a:gd name="connsiteY7" fmla="*/ 29075 h 58156"/>
                <a:gd name="connsiteX8" fmla="*/ 28238 w 57292"/>
                <a:gd name="connsiteY8" fmla="*/ 45632 h 58156"/>
                <a:gd name="connsiteX9" fmla="*/ 44549 w 57292"/>
                <a:gd name="connsiteY9" fmla="*/ 29075 h 58156"/>
                <a:gd name="connsiteX10" fmla="*/ 28238 w 57292"/>
                <a:gd name="connsiteY10" fmla="*/ 12518 h 58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292" h="58156">
                  <a:moveTo>
                    <a:pt x="28238" y="58154"/>
                  </a:moveTo>
                  <a:cubicBezTo>
                    <a:pt x="12419" y="57925"/>
                    <a:pt x="-222" y="44722"/>
                    <a:pt x="3" y="28664"/>
                  </a:cubicBezTo>
                  <a:cubicBezTo>
                    <a:pt x="228" y="12607"/>
                    <a:pt x="13235" y="-226"/>
                    <a:pt x="29054" y="3"/>
                  </a:cubicBezTo>
                  <a:cubicBezTo>
                    <a:pt x="44713" y="229"/>
                    <a:pt x="57291" y="13178"/>
                    <a:pt x="57292" y="29075"/>
                  </a:cubicBezTo>
                  <a:cubicBezTo>
                    <a:pt x="57294" y="45135"/>
                    <a:pt x="44470" y="58155"/>
                    <a:pt x="28649" y="58157"/>
                  </a:cubicBezTo>
                  <a:cubicBezTo>
                    <a:pt x="28512" y="58157"/>
                    <a:pt x="28375" y="58156"/>
                    <a:pt x="28238" y="58154"/>
                  </a:cubicBezTo>
                  <a:close/>
                  <a:moveTo>
                    <a:pt x="28238" y="12518"/>
                  </a:moveTo>
                  <a:cubicBezTo>
                    <a:pt x="19230" y="12518"/>
                    <a:pt x="11927" y="19931"/>
                    <a:pt x="11927" y="29075"/>
                  </a:cubicBezTo>
                  <a:cubicBezTo>
                    <a:pt x="11927" y="38220"/>
                    <a:pt x="19230" y="45632"/>
                    <a:pt x="28238" y="45632"/>
                  </a:cubicBezTo>
                  <a:cubicBezTo>
                    <a:pt x="37247" y="45632"/>
                    <a:pt x="44549" y="38220"/>
                    <a:pt x="44549" y="29075"/>
                  </a:cubicBezTo>
                  <a:cubicBezTo>
                    <a:pt x="44549" y="19931"/>
                    <a:pt x="37247" y="12518"/>
                    <a:pt x="28238" y="1251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2EE2527-59F4-DE49-8152-1CF87962D412}"/>
                </a:ext>
              </a:extLst>
            </p:cNvPr>
            <p:cNvSpPr/>
            <p:nvPr/>
          </p:nvSpPr>
          <p:spPr>
            <a:xfrm>
              <a:off x="5887082" y="2397541"/>
              <a:ext cx="56783" cy="12632"/>
            </a:xfrm>
            <a:custGeom>
              <a:avLst/>
              <a:gdLst>
                <a:gd name="connsiteX0" fmla="*/ 50259 w 56783"/>
                <a:gd name="connsiteY0" fmla="*/ 12625 h 12632"/>
                <a:gd name="connsiteX1" fmla="*/ 6117 w 56783"/>
                <a:gd name="connsiteY1" fmla="*/ 12625 h 12632"/>
                <a:gd name="connsiteX2" fmla="*/ 0 w 56783"/>
                <a:gd name="connsiteY2" fmla="*/ 6417 h 12632"/>
                <a:gd name="connsiteX3" fmla="*/ 1 w 56783"/>
                <a:gd name="connsiteY3" fmla="*/ 6312 h 12632"/>
                <a:gd name="connsiteX4" fmla="*/ 6117 w 56783"/>
                <a:gd name="connsiteY4" fmla="*/ 0 h 12632"/>
                <a:gd name="connsiteX5" fmla="*/ 50565 w 56783"/>
                <a:gd name="connsiteY5" fmla="*/ 0 h 12632"/>
                <a:gd name="connsiteX6" fmla="*/ 56783 w 56783"/>
                <a:gd name="connsiteY6" fmla="*/ 6312 h 12632"/>
                <a:gd name="connsiteX7" fmla="*/ 50572 w 56783"/>
                <a:gd name="connsiteY7" fmla="*/ 12632 h 12632"/>
                <a:gd name="connsiteX8" fmla="*/ 50259 w 56783"/>
                <a:gd name="connsiteY8" fmla="*/ 12625 h 1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783" h="12632">
                  <a:moveTo>
                    <a:pt x="50259" y="12625"/>
                  </a:moveTo>
                  <a:lnTo>
                    <a:pt x="6117" y="12625"/>
                  </a:lnTo>
                  <a:cubicBezTo>
                    <a:pt x="2739" y="12625"/>
                    <a:pt x="0" y="9846"/>
                    <a:pt x="0" y="6417"/>
                  </a:cubicBezTo>
                  <a:cubicBezTo>
                    <a:pt x="0" y="6382"/>
                    <a:pt x="0" y="6347"/>
                    <a:pt x="1" y="6312"/>
                  </a:cubicBezTo>
                  <a:cubicBezTo>
                    <a:pt x="0" y="2866"/>
                    <a:pt x="2723" y="56"/>
                    <a:pt x="6117" y="0"/>
                  </a:cubicBezTo>
                  <a:lnTo>
                    <a:pt x="50565" y="0"/>
                  </a:lnTo>
                  <a:cubicBezTo>
                    <a:pt x="53999" y="0"/>
                    <a:pt x="56783" y="2826"/>
                    <a:pt x="56783" y="6312"/>
                  </a:cubicBezTo>
                  <a:cubicBezTo>
                    <a:pt x="56787" y="9799"/>
                    <a:pt x="54007" y="12628"/>
                    <a:pt x="50572" y="12632"/>
                  </a:cubicBezTo>
                  <a:cubicBezTo>
                    <a:pt x="50468" y="12633"/>
                    <a:pt x="50363" y="12630"/>
                    <a:pt x="50259" y="12625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DDE3913C-13A0-F141-A04F-9CD0919B789B}"/>
                </a:ext>
              </a:extLst>
            </p:cNvPr>
            <p:cNvSpPr/>
            <p:nvPr/>
          </p:nvSpPr>
          <p:spPr>
            <a:xfrm>
              <a:off x="5887774" y="2420255"/>
              <a:ext cx="56885" cy="12625"/>
            </a:xfrm>
            <a:custGeom>
              <a:avLst/>
              <a:gdLst>
                <a:gd name="connsiteX0" fmla="*/ 49566 w 56885"/>
                <a:gd name="connsiteY0" fmla="*/ 12574 h 12625"/>
                <a:gd name="connsiteX1" fmla="*/ 5425 w 56885"/>
                <a:gd name="connsiteY1" fmla="*/ 12574 h 12625"/>
                <a:gd name="connsiteX2" fmla="*/ 52 w 56885"/>
                <a:gd name="connsiteY2" fmla="*/ 5507 h 12625"/>
                <a:gd name="connsiteX3" fmla="*/ 5425 w 56885"/>
                <a:gd name="connsiteY3" fmla="*/ 52 h 12625"/>
                <a:gd name="connsiteX4" fmla="*/ 49872 w 56885"/>
                <a:gd name="connsiteY4" fmla="*/ 52 h 12625"/>
                <a:gd name="connsiteX5" fmla="*/ 56834 w 56885"/>
                <a:gd name="connsiteY5" fmla="*/ 5507 h 12625"/>
                <a:gd name="connsiteX6" fmla="*/ 51461 w 56885"/>
                <a:gd name="connsiteY6" fmla="*/ 12574 h 12625"/>
                <a:gd name="connsiteX7" fmla="*/ 49872 w 56885"/>
                <a:gd name="connsiteY7" fmla="*/ 12574 h 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85" h="12625">
                  <a:moveTo>
                    <a:pt x="49566" y="12574"/>
                  </a:moveTo>
                  <a:lnTo>
                    <a:pt x="5425" y="12574"/>
                  </a:lnTo>
                  <a:cubicBezTo>
                    <a:pt x="2018" y="12128"/>
                    <a:pt x="-387" y="8964"/>
                    <a:pt x="52" y="5507"/>
                  </a:cubicBezTo>
                  <a:cubicBezTo>
                    <a:pt x="413" y="2660"/>
                    <a:pt x="2620" y="419"/>
                    <a:pt x="5425" y="52"/>
                  </a:cubicBezTo>
                  <a:lnTo>
                    <a:pt x="49872" y="52"/>
                  </a:lnTo>
                  <a:cubicBezTo>
                    <a:pt x="53278" y="-393"/>
                    <a:pt x="56395" y="2049"/>
                    <a:pt x="56834" y="5507"/>
                  </a:cubicBezTo>
                  <a:cubicBezTo>
                    <a:pt x="57273" y="8964"/>
                    <a:pt x="54867" y="12128"/>
                    <a:pt x="51461" y="12574"/>
                  </a:cubicBezTo>
                  <a:cubicBezTo>
                    <a:pt x="50934" y="12643"/>
                    <a:pt x="50399" y="12643"/>
                    <a:pt x="49872" y="125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E0203861-2213-E142-B1D1-64B63AB1C599}"/>
                </a:ext>
              </a:extLst>
            </p:cNvPr>
            <p:cNvSpPr/>
            <p:nvPr/>
          </p:nvSpPr>
          <p:spPr>
            <a:xfrm>
              <a:off x="5886930" y="2443124"/>
              <a:ext cx="57730" cy="12780"/>
            </a:xfrm>
            <a:custGeom>
              <a:avLst/>
              <a:gdLst>
                <a:gd name="connsiteX0" fmla="*/ 50411 w 57730"/>
                <a:gd name="connsiteY0" fmla="*/ 12781 h 12780"/>
                <a:gd name="connsiteX1" fmla="*/ 6270 w 57730"/>
                <a:gd name="connsiteY1" fmla="*/ 12781 h 12780"/>
                <a:gd name="connsiteX2" fmla="*/ 0 w 57730"/>
                <a:gd name="connsiteY2" fmla="*/ 6417 h 12780"/>
                <a:gd name="connsiteX3" fmla="*/ 6270 w 57730"/>
                <a:gd name="connsiteY3" fmla="*/ 52 h 12780"/>
                <a:gd name="connsiteX4" fmla="*/ 50717 w 57730"/>
                <a:gd name="connsiteY4" fmla="*/ 52 h 12780"/>
                <a:gd name="connsiteX5" fmla="*/ 57679 w 57730"/>
                <a:gd name="connsiteY5" fmla="*/ 5507 h 12780"/>
                <a:gd name="connsiteX6" fmla="*/ 52306 w 57730"/>
                <a:gd name="connsiteY6" fmla="*/ 12574 h 12780"/>
                <a:gd name="connsiteX7" fmla="*/ 50717 w 57730"/>
                <a:gd name="connsiteY7" fmla="*/ 12574 h 1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30" h="12780">
                  <a:moveTo>
                    <a:pt x="50411" y="12781"/>
                  </a:moveTo>
                  <a:lnTo>
                    <a:pt x="6270" y="12781"/>
                  </a:lnTo>
                  <a:cubicBezTo>
                    <a:pt x="2807" y="12781"/>
                    <a:pt x="0" y="9931"/>
                    <a:pt x="0" y="6417"/>
                  </a:cubicBezTo>
                  <a:cubicBezTo>
                    <a:pt x="0" y="2902"/>
                    <a:pt x="2807" y="52"/>
                    <a:pt x="6270" y="52"/>
                  </a:cubicBezTo>
                  <a:lnTo>
                    <a:pt x="50717" y="52"/>
                  </a:lnTo>
                  <a:cubicBezTo>
                    <a:pt x="54123" y="-393"/>
                    <a:pt x="57240" y="2049"/>
                    <a:pt x="57679" y="5507"/>
                  </a:cubicBezTo>
                  <a:cubicBezTo>
                    <a:pt x="58118" y="8964"/>
                    <a:pt x="55712" y="12128"/>
                    <a:pt x="52306" y="12574"/>
                  </a:cubicBezTo>
                  <a:cubicBezTo>
                    <a:pt x="51778" y="12643"/>
                    <a:pt x="51244" y="12643"/>
                    <a:pt x="50717" y="125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130BF9AB-1819-5243-8D9C-100E3A9EB25C}"/>
                </a:ext>
              </a:extLst>
            </p:cNvPr>
            <p:cNvSpPr/>
            <p:nvPr/>
          </p:nvSpPr>
          <p:spPr>
            <a:xfrm>
              <a:off x="5887774" y="2466201"/>
              <a:ext cx="56885" cy="12625"/>
            </a:xfrm>
            <a:custGeom>
              <a:avLst/>
              <a:gdLst>
                <a:gd name="connsiteX0" fmla="*/ 49566 w 56885"/>
                <a:gd name="connsiteY0" fmla="*/ 12574 h 12625"/>
                <a:gd name="connsiteX1" fmla="*/ 5425 w 56885"/>
                <a:gd name="connsiteY1" fmla="*/ 12574 h 12625"/>
                <a:gd name="connsiteX2" fmla="*/ 52 w 56885"/>
                <a:gd name="connsiteY2" fmla="*/ 5507 h 12625"/>
                <a:gd name="connsiteX3" fmla="*/ 5425 w 56885"/>
                <a:gd name="connsiteY3" fmla="*/ 52 h 12625"/>
                <a:gd name="connsiteX4" fmla="*/ 49872 w 56885"/>
                <a:gd name="connsiteY4" fmla="*/ 52 h 12625"/>
                <a:gd name="connsiteX5" fmla="*/ 56834 w 56885"/>
                <a:gd name="connsiteY5" fmla="*/ 5507 h 12625"/>
                <a:gd name="connsiteX6" fmla="*/ 51461 w 56885"/>
                <a:gd name="connsiteY6" fmla="*/ 12574 h 12625"/>
                <a:gd name="connsiteX7" fmla="*/ 49872 w 56885"/>
                <a:gd name="connsiteY7" fmla="*/ 12574 h 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85" h="12625">
                  <a:moveTo>
                    <a:pt x="49566" y="12574"/>
                  </a:moveTo>
                  <a:lnTo>
                    <a:pt x="5425" y="12574"/>
                  </a:lnTo>
                  <a:cubicBezTo>
                    <a:pt x="2018" y="12128"/>
                    <a:pt x="-387" y="8964"/>
                    <a:pt x="52" y="5507"/>
                  </a:cubicBezTo>
                  <a:cubicBezTo>
                    <a:pt x="413" y="2660"/>
                    <a:pt x="2620" y="419"/>
                    <a:pt x="5425" y="52"/>
                  </a:cubicBezTo>
                  <a:lnTo>
                    <a:pt x="49872" y="52"/>
                  </a:lnTo>
                  <a:cubicBezTo>
                    <a:pt x="53278" y="-393"/>
                    <a:pt x="56395" y="2049"/>
                    <a:pt x="56834" y="5507"/>
                  </a:cubicBezTo>
                  <a:cubicBezTo>
                    <a:pt x="57273" y="8964"/>
                    <a:pt x="54867" y="12128"/>
                    <a:pt x="51461" y="12574"/>
                  </a:cubicBezTo>
                  <a:cubicBezTo>
                    <a:pt x="50934" y="12643"/>
                    <a:pt x="50399" y="12643"/>
                    <a:pt x="49872" y="125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45BB6DBB-0E35-D843-BDFF-BCFAFD317D60}"/>
                </a:ext>
              </a:extLst>
            </p:cNvPr>
            <p:cNvSpPr/>
            <p:nvPr/>
          </p:nvSpPr>
          <p:spPr>
            <a:xfrm>
              <a:off x="5867815" y="2521616"/>
              <a:ext cx="94604" cy="12624"/>
            </a:xfrm>
            <a:custGeom>
              <a:avLst/>
              <a:gdLst>
                <a:gd name="connsiteX0" fmla="*/ 88487 w 94604"/>
                <a:gd name="connsiteY0" fmla="*/ 12625 h 12624"/>
                <a:gd name="connsiteX1" fmla="*/ 6219 w 94604"/>
                <a:gd name="connsiteY1" fmla="*/ 12625 h 12624"/>
                <a:gd name="connsiteX2" fmla="*/ 0 w 94604"/>
                <a:gd name="connsiteY2" fmla="*/ 6312 h 12624"/>
                <a:gd name="connsiteX3" fmla="*/ 6219 w 94604"/>
                <a:gd name="connsiteY3" fmla="*/ 0 h 12624"/>
                <a:gd name="connsiteX4" fmla="*/ 88487 w 94604"/>
                <a:gd name="connsiteY4" fmla="*/ 0 h 12624"/>
                <a:gd name="connsiteX5" fmla="*/ 94603 w 94604"/>
                <a:gd name="connsiteY5" fmla="*/ 6312 h 12624"/>
                <a:gd name="connsiteX6" fmla="*/ 88590 w 94604"/>
                <a:gd name="connsiteY6" fmla="*/ 12624 h 12624"/>
                <a:gd name="connsiteX7" fmla="*/ 88487 w 94604"/>
                <a:gd name="connsiteY7" fmla="*/ 12625 h 12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04" h="12624">
                  <a:moveTo>
                    <a:pt x="88487" y="12625"/>
                  </a:moveTo>
                  <a:lnTo>
                    <a:pt x="6219" y="12625"/>
                  </a:lnTo>
                  <a:cubicBezTo>
                    <a:pt x="2784" y="12625"/>
                    <a:pt x="0" y="9799"/>
                    <a:pt x="0" y="6312"/>
                  </a:cubicBezTo>
                  <a:cubicBezTo>
                    <a:pt x="55" y="2849"/>
                    <a:pt x="2807" y="55"/>
                    <a:pt x="6219" y="0"/>
                  </a:cubicBezTo>
                  <a:lnTo>
                    <a:pt x="88487" y="0"/>
                  </a:lnTo>
                  <a:cubicBezTo>
                    <a:pt x="91881" y="57"/>
                    <a:pt x="94604" y="2866"/>
                    <a:pt x="94603" y="6312"/>
                  </a:cubicBezTo>
                  <a:cubicBezTo>
                    <a:pt x="94660" y="9741"/>
                    <a:pt x="91967" y="12567"/>
                    <a:pt x="88590" y="12624"/>
                  </a:cubicBezTo>
                  <a:cubicBezTo>
                    <a:pt x="88555" y="12624"/>
                    <a:pt x="88521" y="12625"/>
                    <a:pt x="88487" y="12625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9755A852-26E4-4B40-8FBD-D4601554D69D}"/>
                </a:ext>
              </a:extLst>
            </p:cNvPr>
            <p:cNvSpPr/>
            <p:nvPr/>
          </p:nvSpPr>
          <p:spPr>
            <a:xfrm>
              <a:off x="5950493" y="2287742"/>
              <a:ext cx="157643" cy="284685"/>
            </a:xfrm>
            <a:custGeom>
              <a:avLst/>
              <a:gdLst>
                <a:gd name="connsiteX0" fmla="*/ 72072 w 157643"/>
                <a:gd name="connsiteY0" fmla="*/ 284683 h 284685"/>
                <a:gd name="connsiteX1" fmla="*/ 68912 w 157643"/>
                <a:gd name="connsiteY1" fmla="*/ 283856 h 284685"/>
                <a:gd name="connsiteX2" fmla="*/ 66058 w 157643"/>
                <a:gd name="connsiteY2" fmla="*/ 279613 h 284685"/>
                <a:gd name="connsiteX3" fmla="*/ 202 w 157643"/>
                <a:gd name="connsiteY3" fmla="*/ 29601 h 284685"/>
                <a:gd name="connsiteX4" fmla="*/ 814 w 157643"/>
                <a:gd name="connsiteY4" fmla="*/ 24841 h 284685"/>
                <a:gd name="connsiteX5" fmla="*/ 4586 w 157643"/>
                <a:gd name="connsiteY5" fmla="*/ 21944 h 284685"/>
                <a:gd name="connsiteX6" fmla="*/ 84000 w 157643"/>
                <a:gd name="connsiteY6" fmla="*/ 213 h 284685"/>
                <a:gd name="connsiteX7" fmla="*/ 88689 w 157643"/>
                <a:gd name="connsiteY7" fmla="*/ 834 h 284685"/>
                <a:gd name="connsiteX8" fmla="*/ 91544 w 157643"/>
                <a:gd name="connsiteY8" fmla="*/ 4662 h 284685"/>
                <a:gd name="connsiteX9" fmla="*/ 157399 w 157643"/>
                <a:gd name="connsiteY9" fmla="*/ 255088 h 284685"/>
                <a:gd name="connsiteX10" fmla="*/ 153319 w 157643"/>
                <a:gd name="connsiteY10" fmla="*/ 262664 h 284685"/>
                <a:gd name="connsiteX11" fmla="*/ 153015 w 157643"/>
                <a:gd name="connsiteY11" fmla="*/ 262745 h 284685"/>
                <a:gd name="connsiteX12" fmla="*/ 73602 w 157643"/>
                <a:gd name="connsiteY12" fmla="*/ 284269 h 284685"/>
                <a:gd name="connsiteX13" fmla="*/ 72072 w 157643"/>
                <a:gd name="connsiteY13" fmla="*/ 284683 h 284685"/>
                <a:gd name="connsiteX14" fmla="*/ 14067 w 157643"/>
                <a:gd name="connsiteY14" fmla="*/ 32499 h 284685"/>
                <a:gd name="connsiteX15" fmla="*/ 76660 w 157643"/>
                <a:gd name="connsiteY15" fmla="*/ 270506 h 284685"/>
                <a:gd name="connsiteX16" fmla="*/ 144248 w 157643"/>
                <a:gd name="connsiteY16" fmla="*/ 252190 h 284685"/>
                <a:gd name="connsiteX17" fmla="*/ 81553 w 157643"/>
                <a:gd name="connsiteY17" fmla="*/ 14183 h 28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643" h="284685">
                  <a:moveTo>
                    <a:pt x="72072" y="284683"/>
                  </a:moveTo>
                  <a:cubicBezTo>
                    <a:pt x="70963" y="284714"/>
                    <a:pt x="69868" y="284427"/>
                    <a:pt x="68912" y="283856"/>
                  </a:cubicBezTo>
                  <a:cubicBezTo>
                    <a:pt x="67382" y="282947"/>
                    <a:pt x="66335" y="281390"/>
                    <a:pt x="66058" y="279613"/>
                  </a:cubicBezTo>
                  <a:lnTo>
                    <a:pt x="202" y="29601"/>
                  </a:lnTo>
                  <a:cubicBezTo>
                    <a:pt x="-208" y="27994"/>
                    <a:pt x="11" y="26288"/>
                    <a:pt x="814" y="24841"/>
                  </a:cubicBezTo>
                  <a:cubicBezTo>
                    <a:pt x="1619" y="23385"/>
                    <a:pt x="2986" y="22335"/>
                    <a:pt x="4586" y="21944"/>
                  </a:cubicBezTo>
                  <a:lnTo>
                    <a:pt x="84000" y="213"/>
                  </a:lnTo>
                  <a:cubicBezTo>
                    <a:pt x="85582" y="-215"/>
                    <a:pt x="87268" y="8"/>
                    <a:pt x="88689" y="834"/>
                  </a:cubicBezTo>
                  <a:cubicBezTo>
                    <a:pt x="90124" y="1651"/>
                    <a:pt x="91158" y="3039"/>
                    <a:pt x="91544" y="4662"/>
                  </a:cubicBezTo>
                  <a:lnTo>
                    <a:pt x="157399" y="255088"/>
                  </a:lnTo>
                  <a:cubicBezTo>
                    <a:pt x="158333" y="258323"/>
                    <a:pt x="156506" y="261715"/>
                    <a:pt x="153319" y="262664"/>
                  </a:cubicBezTo>
                  <a:cubicBezTo>
                    <a:pt x="153218" y="262694"/>
                    <a:pt x="153117" y="262721"/>
                    <a:pt x="153015" y="262745"/>
                  </a:cubicBezTo>
                  <a:lnTo>
                    <a:pt x="73602" y="284269"/>
                  </a:lnTo>
                  <a:cubicBezTo>
                    <a:pt x="73124" y="284510"/>
                    <a:pt x="72604" y="284651"/>
                    <a:pt x="72072" y="284683"/>
                  </a:cubicBezTo>
                  <a:close/>
                  <a:moveTo>
                    <a:pt x="14067" y="32499"/>
                  </a:moveTo>
                  <a:lnTo>
                    <a:pt x="76660" y="270506"/>
                  </a:lnTo>
                  <a:lnTo>
                    <a:pt x="144248" y="252190"/>
                  </a:lnTo>
                  <a:lnTo>
                    <a:pt x="81553" y="14183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923B4788-5AB4-A840-9134-03D4DFE1D267}"/>
                </a:ext>
              </a:extLst>
            </p:cNvPr>
            <p:cNvSpPr/>
            <p:nvPr/>
          </p:nvSpPr>
          <p:spPr>
            <a:xfrm>
              <a:off x="5979639" y="2321095"/>
              <a:ext cx="57352" cy="58233"/>
            </a:xfrm>
            <a:custGeom>
              <a:avLst/>
              <a:gdLst>
                <a:gd name="connsiteX0" fmla="*/ 28654 w 57352"/>
                <a:gd name="connsiteY0" fmla="*/ 58234 h 58233"/>
                <a:gd name="connsiteX1" fmla="*/ 925 w 57352"/>
                <a:gd name="connsiteY1" fmla="*/ 36606 h 58233"/>
                <a:gd name="connsiteX2" fmla="*/ 21314 w 57352"/>
                <a:gd name="connsiteY2" fmla="*/ 1009 h 58233"/>
                <a:gd name="connsiteX3" fmla="*/ 56311 w 57352"/>
                <a:gd name="connsiteY3" fmla="*/ 21430 h 58233"/>
                <a:gd name="connsiteX4" fmla="*/ 56382 w 57352"/>
                <a:gd name="connsiteY4" fmla="*/ 21705 h 58233"/>
                <a:gd name="connsiteX5" fmla="*/ 36066 w 57352"/>
                <a:gd name="connsiteY5" fmla="*/ 57283 h 58233"/>
                <a:gd name="connsiteX6" fmla="*/ 35994 w 57352"/>
                <a:gd name="connsiteY6" fmla="*/ 57303 h 58233"/>
                <a:gd name="connsiteX7" fmla="*/ 28654 w 57352"/>
                <a:gd name="connsiteY7" fmla="*/ 58234 h 58233"/>
                <a:gd name="connsiteX8" fmla="*/ 28654 w 57352"/>
                <a:gd name="connsiteY8" fmla="*/ 12495 h 58233"/>
                <a:gd name="connsiteX9" fmla="*/ 24474 w 57352"/>
                <a:gd name="connsiteY9" fmla="*/ 13116 h 58233"/>
                <a:gd name="connsiteX10" fmla="*/ 14280 w 57352"/>
                <a:gd name="connsiteY10" fmla="*/ 20774 h 58233"/>
                <a:gd name="connsiteX11" fmla="*/ 20163 w 57352"/>
                <a:gd name="connsiteY11" fmla="*/ 43415 h 58233"/>
                <a:gd name="connsiteX12" fmla="*/ 32630 w 57352"/>
                <a:gd name="connsiteY12" fmla="*/ 45092 h 58233"/>
                <a:gd name="connsiteX13" fmla="*/ 44182 w 57352"/>
                <a:gd name="connsiteY13" fmla="*/ 24825 h 58233"/>
                <a:gd name="connsiteX14" fmla="*/ 36605 w 57352"/>
                <a:gd name="connsiteY14" fmla="*/ 14772 h 58233"/>
                <a:gd name="connsiteX15" fmla="*/ 28654 w 57352"/>
                <a:gd name="connsiteY15" fmla="*/ 12495 h 5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352" h="58233">
                  <a:moveTo>
                    <a:pt x="28654" y="58234"/>
                  </a:moveTo>
                  <a:cubicBezTo>
                    <a:pt x="15681" y="58145"/>
                    <a:pt x="4351" y="49307"/>
                    <a:pt x="925" y="36606"/>
                  </a:cubicBezTo>
                  <a:cubicBezTo>
                    <a:pt x="-3031" y="21075"/>
                    <a:pt x="6060" y="5203"/>
                    <a:pt x="21314" y="1009"/>
                  </a:cubicBezTo>
                  <a:cubicBezTo>
                    <a:pt x="36534" y="-3162"/>
                    <a:pt x="52202" y="5981"/>
                    <a:pt x="56311" y="21430"/>
                  </a:cubicBezTo>
                  <a:cubicBezTo>
                    <a:pt x="56335" y="21522"/>
                    <a:pt x="56359" y="21613"/>
                    <a:pt x="56382" y="21705"/>
                  </a:cubicBezTo>
                  <a:cubicBezTo>
                    <a:pt x="60451" y="37224"/>
                    <a:pt x="51355" y="53153"/>
                    <a:pt x="36066" y="57283"/>
                  </a:cubicBezTo>
                  <a:cubicBezTo>
                    <a:pt x="36042" y="57290"/>
                    <a:pt x="36018" y="57296"/>
                    <a:pt x="35994" y="57303"/>
                  </a:cubicBezTo>
                  <a:cubicBezTo>
                    <a:pt x="33593" y="57913"/>
                    <a:pt x="31129" y="58226"/>
                    <a:pt x="28654" y="58234"/>
                  </a:cubicBezTo>
                  <a:close/>
                  <a:moveTo>
                    <a:pt x="28654" y="12495"/>
                  </a:moveTo>
                  <a:cubicBezTo>
                    <a:pt x="27238" y="12490"/>
                    <a:pt x="25829" y="12700"/>
                    <a:pt x="24474" y="13116"/>
                  </a:cubicBezTo>
                  <a:cubicBezTo>
                    <a:pt x="20193" y="14157"/>
                    <a:pt x="16512" y="16922"/>
                    <a:pt x="14280" y="20774"/>
                  </a:cubicBezTo>
                  <a:cubicBezTo>
                    <a:pt x="9745" y="28675"/>
                    <a:pt x="12379" y="38811"/>
                    <a:pt x="20163" y="43415"/>
                  </a:cubicBezTo>
                  <a:cubicBezTo>
                    <a:pt x="23930" y="45643"/>
                    <a:pt x="28420" y="46247"/>
                    <a:pt x="32630" y="45092"/>
                  </a:cubicBezTo>
                  <a:cubicBezTo>
                    <a:pt x="41333" y="42733"/>
                    <a:pt x="46506" y="33660"/>
                    <a:pt x="44182" y="24825"/>
                  </a:cubicBezTo>
                  <a:cubicBezTo>
                    <a:pt x="43068" y="20587"/>
                    <a:pt x="40343" y="16972"/>
                    <a:pt x="36605" y="14772"/>
                  </a:cubicBezTo>
                  <a:cubicBezTo>
                    <a:pt x="34186" y="13345"/>
                    <a:pt x="31451" y="12562"/>
                    <a:pt x="28654" y="12495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D6FB46F2-9B80-7242-B717-8755DC86D0DB}"/>
                </a:ext>
              </a:extLst>
            </p:cNvPr>
            <p:cNvSpPr/>
            <p:nvPr/>
          </p:nvSpPr>
          <p:spPr>
            <a:xfrm>
              <a:off x="5993583" y="2386498"/>
              <a:ext cx="55071" cy="24185"/>
            </a:xfrm>
            <a:custGeom>
              <a:avLst/>
              <a:gdLst>
                <a:gd name="connsiteX0" fmla="*/ 5943 w 55071"/>
                <a:gd name="connsiteY0" fmla="*/ 24186 h 24185"/>
                <a:gd name="connsiteX1" fmla="*/ 6 w 55071"/>
                <a:gd name="connsiteY1" fmla="*/ 17599 h 24185"/>
                <a:gd name="connsiteX2" fmla="*/ 4311 w 55071"/>
                <a:gd name="connsiteY2" fmla="*/ 11872 h 24185"/>
                <a:gd name="connsiteX3" fmla="*/ 47331 w 55071"/>
                <a:gd name="connsiteY3" fmla="*/ 178 h 24185"/>
                <a:gd name="connsiteX4" fmla="*/ 54875 w 55071"/>
                <a:gd name="connsiteY4" fmla="*/ 4628 h 24185"/>
                <a:gd name="connsiteX5" fmla="*/ 50492 w 55071"/>
                <a:gd name="connsiteY5" fmla="*/ 12286 h 24185"/>
                <a:gd name="connsiteX6" fmla="*/ 7574 w 55071"/>
                <a:gd name="connsiteY6" fmla="*/ 23979 h 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71" h="24185">
                  <a:moveTo>
                    <a:pt x="5943" y="24186"/>
                  </a:moveTo>
                  <a:cubicBezTo>
                    <a:pt x="2512" y="24031"/>
                    <a:pt x="-146" y="21082"/>
                    <a:pt x="6" y="17599"/>
                  </a:cubicBezTo>
                  <a:cubicBezTo>
                    <a:pt x="122" y="14965"/>
                    <a:pt x="1838" y="12680"/>
                    <a:pt x="4311" y="11872"/>
                  </a:cubicBezTo>
                  <a:lnTo>
                    <a:pt x="47331" y="178"/>
                  </a:lnTo>
                  <a:cubicBezTo>
                    <a:pt x="50613" y="-621"/>
                    <a:pt x="53934" y="1338"/>
                    <a:pt x="54875" y="4628"/>
                  </a:cubicBezTo>
                  <a:cubicBezTo>
                    <a:pt x="55719" y="7967"/>
                    <a:pt x="53768" y="11376"/>
                    <a:pt x="50492" y="12286"/>
                  </a:cubicBezTo>
                  <a:lnTo>
                    <a:pt x="7574" y="23979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5EB51AAA-332B-2746-8572-2BB7350F8AEE}"/>
                </a:ext>
              </a:extLst>
            </p:cNvPr>
            <p:cNvSpPr/>
            <p:nvPr/>
          </p:nvSpPr>
          <p:spPr>
            <a:xfrm>
              <a:off x="5999394" y="2408764"/>
              <a:ext cx="54376" cy="24064"/>
            </a:xfrm>
            <a:custGeom>
              <a:avLst/>
              <a:gdLst>
                <a:gd name="connsiteX0" fmla="*/ 5943 w 54376"/>
                <a:gd name="connsiteY0" fmla="*/ 24064 h 24064"/>
                <a:gd name="connsiteX1" fmla="*/ 6 w 54376"/>
                <a:gd name="connsiteY1" fmla="*/ 17478 h 24064"/>
                <a:gd name="connsiteX2" fmla="*/ 4311 w 54376"/>
                <a:gd name="connsiteY2" fmla="*/ 11750 h 24064"/>
                <a:gd name="connsiteX3" fmla="*/ 47331 w 54376"/>
                <a:gd name="connsiteY3" fmla="*/ 57 h 24064"/>
                <a:gd name="connsiteX4" fmla="*/ 54321 w 54376"/>
                <a:gd name="connsiteY4" fmla="*/ 5474 h 24064"/>
                <a:gd name="connsiteX5" fmla="*/ 50492 w 54376"/>
                <a:gd name="connsiteY5" fmla="*/ 12164 h 24064"/>
                <a:gd name="connsiteX6" fmla="*/ 7574 w 54376"/>
                <a:gd name="connsiteY6" fmla="*/ 24064 h 2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376" h="24064">
                  <a:moveTo>
                    <a:pt x="5943" y="24064"/>
                  </a:moveTo>
                  <a:cubicBezTo>
                    <a:pt x="2512" y="23910"/>
                    <a:pt x="-146" y="20961"/>
                    <a:pt x="6" y="17478"/>
                  </a:cubicBezTo>
                  <a:cubicBezTo>
                    <a:pt x="122" y="14843"/>
                    <a:pt x="1838" y="12559"/>
                    <a:pt x="4311" y="11750"/>
                  </a:cubicBezTo>
                  <a:lnTo>
                    <a:pt x="47331" y="57"/>
                  </a:lnTo>
                  <a:cubicBezTo>
                    <a:pt x="50735" y="-407"/>
                    <a:pt x="53865" y="2019"/>
                    <a:pt x="54321" y="5474"/>
                  </a:cubicBezTo>
                  <a:cubicBezTo>
                    <a:pt x="54699" y="8330"/>
                    <a:pt x="53123" y="11083"/>
                    <a:pt x="50492" y="12164"/>
                  </a:cubicBezTo>
                  <a:lnTo>
                    <a:pt x="7574" y="24064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4AB002E5-3B58-2342-8599-2D104E18478E}"/>
                </a:ext>
              </a:extLst>
            </p:cNvPr>
            <p:cNvSpPr/>
            <p:nvPr/>
          </p:nvSpPr>
          <p:spPr>
            <a:xfrm>
              <a:off x="6005293" y="2430743"/>
              <a:ext cx="54983" cy="24135"/>
            </a:xfrm>
            <a:custGeom>
              <a:avLst/>
              <a:gdLst>
                <a:gd name="connsiteX0" fmla="*/ 5855 w 54983"/>
                <a:gd name="connsiteY0" fmla="*/ 24127 h 24135"/>
                <a:gd name="connsiteX1" fmla="*/ 11 w 54983"/>
                <a:gd name="connsiteY1" fmla="*/ 17456 h 24135"/>
                <a:gd name="connsiteX2" fmla="*/ 4326 w 54983"/>
                <a:gd name="connsiteY2" fmla="*/ 11813 h 24135"/>
                <a:gd name="connsiteX3" fmla="*/ 47244 w 54983"/>
                <a:gd name="connsiteY3" fmla="*/ 223 h 24135"/>
                <a:gd name="connsiteX4" fmla="*/ 54760 w 54983"/>
                <a:gd name="connsiteY4" fmla="*/ 4568 h 24135"/>
                <a:gd name="connsiteX5" fmla="*/ 54787 w 54983"/>
                <a:gd name="connsiteY5" fmla="*/ 4672 h 24135"/>
                <a:gd name="connsiteX6" fmla="*/ 50404 w 54983"/>
                <a:gd name="connsiteY6" fmla="*/ 12330 h 24135"/>
                <a:gd name="connsiteX7" fmla="*/ 7486 w 54983"/>
                <a:gd name="connsiteY7" fmla="*/ 23920 h 24135"/>
                <a:gd name="connsiteX8" fmla="*/ 5855 w 54983"/>
                <a:gd name="connsiteY8" fmla="*/ 24127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983" h="24135">
                  <a:moveTo>
                    <a:pt x="5855" y="24127"/>
                  </a:moveTo>
                  <a:cubicBezTo>
                    <a:pt x="2426" y="23923"/>
                    <a:pt x="-190" y="20936"/>
                    <a:pt x="11" y="17456"/>
                  </a:cubicBezTo>
                  <a:cubicBezTo>
                    <a:pt x="161" y="14850"/>
                    <a:pt x="1876" y="12607"/>
                    <a:pt x="4326" y="11813"/>
                  </a:cubicBezTo>
                  <a:lnTo>
                    <a:pt x="47244" y="223"/>
                  </a:lnTo>
                  <a:cubicBezTo>
                    <a:pt x="50501" y="-684"/>
                    <a:pt x="53867" y="1261"/>
                    <a:pt x="54760" y="4568"/>
                  </a:cubicBezTo>
                  <a:cubicBezTo>
                    <a:pt x="54770" y="4603"/>
                    <a:pt x="54779" y="4638"/>
                    <a:pt x="54787" y="4672"/>
                  </a:cubicBezTo>
                  <a:cubicBezTo>
                    <a:pt x="55632" y="8012"/>
                    <a:pt x="53680" y="11421"/>
                    <a:pt x="50404" y="12330"/>
                  </a:cubicBezTo>
                  <a:lnTo>
                    <a:pt x="7486" y="23920"/>
                  </a:lnTo>
                  <a:cubicBezTo>
                    <a:pt x="6959" y="24090"/>
                    <a:pt x="6406" y="24161"/>
                    <a:pt x="5855" y="24127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C005FCC7-AFE7-7740-A0D1-D74F8B383C26}"/>
                </a:ext>
              </a:extLst>
            </p:cNvPr>
            <p:cNvSpPr/>
            <p:nvPr/>
          </p:nvSpPr>
          <p:spPr>
            <a:xfrm>
              <a:off x="6011188" y="2453295"/>
              <a:ext cx="54924" cy="23720"/>
            </a:xfrm>
            <a:custGeom>
              <a:avLst/>
              <a:gdLst>
                <a:gd name="connsiteX0" fmla="*/ 5770 w 54924"/>
                <a:gd name="connsiteY0" fmla="*/ 23720 h 23720"/>
                <a:gd name="connsiteX1" fmla="*/ 16 w 54924"/>
                <a:gd name="connsiteY1" fmla="*/ 16969 h 23720"/>
                <a:gd name="connsiteX2" fmla="*/ 4343 w 54924"/>
                <a:gd name="connsiteY2" fmla="*/ 11406 h 23720"/>
                <a:gd name="connsiteX3" fmla="*/ 47159 w 54924"/>
                <a:gd name="connsiteY3" fmla="*/ 230 h 23720"/>
                <a:gd name="connsiteX4" fmla="*/ 54694 w 54924"/>
                <a:gd name="connsiteY4" fmla="*/ 4543 h 23720"/>
                <a:gd name="connsiteX5" fmla="*/ 54703 w 54924"/>
                <a:gd name="connsiteY5" fmla="*/ 4576 h 23720"/>
                <a:gd name="connsiteX6" fmla="*/ 50345 w 54924"/>
                <a:gd name="connsiteY6" fmla="*/ 12330 h 23720"/>
                <a:gd name="connsiteX7" fmla="*/ 50320 w 54924"/>
                <a:gd name="connsiteY7" fmla="*/ 12337 h 23720"/>
                <a:gd name="connsiteX8" fmla="*/ 7401 w 54924"/>
                <a:gd name="connsiteY8" fmla="*/ 23513 h 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924" h="23720">
                  <a:moveTo>
                    <a:pt x="5770" y="23720"/>
                  </a:moveTo>
                  <a:cubicBezTo>
                    <a:pt x="2345" y="23469"/>
                    <a:pt x="-231" y="20446"/>
                    <a:pt x="16" y="16969"/>
                  </a:cubicBezTo>
                  <a:cubicBezTo>
                    <a:pt x="200" y="14390"/>
                    <a:pt x="1915" y="12186"/>
                    <a:pt x="4343" y="11406"/>
                  </a:cubicBezTo>
                  <a:lnTo>
                    <a:pt x="47159" y="230"/>
                  </a:lnTo>
                  <a:cubicBezTo>
                    <a:pt x="50413" y="-691"/>
                    <a:pt x="53787" y="1240"/>
                    <a:pt x="54694" y="4543"/>
                  </a:cubicBezTo>
                  <a:cubicBezTo>
                    <a:pt x="54697" y="4554"/>
                    <a:pt x="54700" y="4565"/>
                    <a:pt x="54703" y="4576"/>
                  </a:cubicBezTo>
                  <a:cubicBezTo>
                    <a:pt x="55609" y="7939"/>
                    <a:pt x="53658" y="11410"/>
                    <a:pt x="50345" y="12330"/>
                  </a:cubicBezTo>
                  <a:cubicBezTo>
                    <a:pt x="50337" y="12332"/>
                    <a:pt x="50328" y="12335"/>
                    <a:pt x="50320" y="12337"/>
                  </a:cubicBezTo>
                  <a:lnTo>
                    <a:pt x="7401" y="23513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4BAAA152-FAB3-1A41-8242-1B29E21B6B83}"/>
                </a:ext>
              </a:extLst>
            </p:cNvPr>
            <p:cNvSpPr/>
            <p:nvPr/>
          </p:nvSpPr>
          <p:spPr>
            <a:xfrm>
              <a:off x="6006924" y="2501587"/>
              <a:ext cx="90784" cy="33895"/>
            </a:xfrm>
            <a:custGeom>
              <a:avLst/>
              <a:gdLst>
                <a:gd name="connsiteX0" fmla="*/ 5855 w 90784"/>
                <a:gd name="connsiteY0" fmla="*/ 33895 h 33895"/>
                <a:gd name="connsiteX1" fmla="*/ 11 w 90784"/>
                <a:gd name="connsiteY1" fmla="*/ 27224 h 33895"/>
                <a:gd name="connsiteX2" fmla="*/ 4326 w 90784"/>
                <a:gd name="connsiteY2" fmla="*/ 21581 h 33895"/>
                <a:gd name="connsiteX3" fmla="*/ 83739 w 90784"/>
                <a:gd name="connsiteY3" fmla="*/ 57 h 33895"/>
                <a:gd name="connsiteX4" fmla="*/ 90729 w 90784"/>
                <a:gd name="connsiteY4" fmla="*/ 5474 h 33895"/>
                <a:gd name="connsiteX5" fmla="*/ 86900 w 90784"/>
                <a:gd name="connsiteY5" fmla="*/ 12164 h 33895"/>
                <a:gd name="connsiteX6" fmla="*/ 7486 w 90784"/>
                <a:gd name="connsiteY6" fmla="*/ 33688 h 3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84" h="33895">
                  <a:moveTo>
                    <a:pt x="5855" y="33895"/>
                  </a:moveTo>
                  <a:cubicBezTo>
                    <a:pt x="2426" y="33691"/>
                    <a:pt x="-190" y="30704"/>
                    <a:pt x="11" y="27224"/>
                  </a:cubicBezTo>
                  <a:cubicBezTo>
                    <a:pt x="161" y="24618"/>
                    <a:pt x="1876" y="22376"/>
                    <a:pt x="4326" y="21581"/>
                  </a:cubicBezTo>
                  <a:lnTo>
                    <a:pt x="83739" y="57"/>
                  </a:lnTo>
                  <a:cubicBezTo>
                    <a:pt x="87143" y="-407"/>
                    <a:pt x="90273" y="2019"/>
                    <a:pt x="90729" y="5474"/>
                  </a:cubicBezTo>
                  <a:cubicBezTo>
                    <a:pt x="91106" y="8330"/>
                    <a:pt x="89531" y="11083"/>
                    <a:pt x="86900" y="12164"/>
                  </a:cubicBezTo>
                  <a:lnTo>
                    <a:pt x="7486" y="33688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1E3750CF-276A-3743-9165-079FB9D4BF57}"/>
                </a:ext>
              </a:extLst>
            </p:cNvPr>
            <p:cNvSpPr/>
            <p:nvPr/>
          </p:nvSpPr>
          <p:spPr>
            <a:xfrm>
              <a:off x="5749683" y="2559852"/>
              <a:ext cx="374744" cy="12625"/>
            </a:xfrm>
            <a:custGeom>
              <a:avLst/>
              <a:gdLst>
                <a:gd name="connsiteX0" fmla="*/ 369320 w 374744"/>
                <a:gd name="connsiteY0" fmla="*/ 12573 h 12625"/>
                <a:gd name="connsiteX1" fmla="*/ 7014 w 374744"/>
                <a:gd name="connsiteY1" fmla="*/ 12573 h 12625"/>
                <a:gd name="connsiteX2" fmla="*/ 52 w 374744"/>
                <a:gd name="connsiteY2" fmla="*/ 7119 h 12625"/>
                <a:gd name="connsiteX3" fmla="*/ 5425 w 374744"/>
                <a:gd name="connsiteY3" fmla="*/ 52 h 12625"/>
                <a:gd name="connsiteX4" fmla="*/ 7014 w 374744"/>
                <a:gd name="connsiteY4" fmla="*/ 52 h 12625"/>
                <a:gd name="connsiteX5" fmla="*/ 369320 w 374744"/>
                <a:gd name="connsiteY5" fmla="*/ 52 h 12625"/>
                <a:gd name="connsiteX6" fmla="*/ 374693 w 374744"/>
                <a:gd name="connsiteY6" fmla="*/ 7119 h 12625"/>
                <a:gd name="connsiteX7" fmla="*/ 369320 w 374744"/>
                <a:gd name="connsiteY7" fmla="*/ 12573 h 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4744" h="12625">
                  <a:moveTo>
                    <a:pt x="369320" y="12573"/>
                  </a:moveTo>
                  <a:lnTo>
                    <a:pt x="7014" y="12573"/>
                  </a:lnTo>
                  <a:cubicBezTo>
                    <a:pt x="3608" y="13018"/>
                    <a:pt x="490" y="10577"/>
                    <a:pt x="52" y="7119"/>
                  </a:cubicBezTo>
                  <a:cubicBezTo>
                    <a:pt x="-387" y="3661"/>
                    <a:pt x="2018" y="497"/>
                    <a:pt x="5425" y="52"/>
                  </a:cubicBezTo>
                  <a:cubicBezTo>
                    <a:pt x="5952" y="-17"/>
                    <a:pt x="6486" y="-17"/>
                    <a:pt x="7014" y="52"/>
                  </a:cubicBezTo>
                  <a:lnTo>
                    <a:pt x="369320" y="52"/>
                  </a:lnTo>
                  <a:cubicBezTo>
                    <a:pt x="372726" y="497"/>
                    <a:pt x="375132" y="3661"/>
                    <a:pt x="374693" y="7119"/>
                  </a:cubicBezTo>
                  <a:cubicBezTo>
                    <a:pt x="374332" y="9965"/>
                    <a:pt x="372124" y="12206"/>
                    <a:pt x="369320" y="125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79" name="Graphic 34">
            <a:extLst>
              <a:ext uri="{FF2B5EF4-FFF2-40B4-BE49-F238E27FC236}">
                <a16:creationId xmlns:a16="http://schemas.microsoft.com/office/drawing/2014/main" id="{FAA9CDE7-56A8-8846-B434-20F3FD806906}"/>
              </a:ext>
            </a:extLst>
          </p:cNvPr>
          <p:cNvGrpSpPr/>
          <p:nvPr/>
        </p:nvGrpSpPr>
        <p:grpSpPr>
          <a:xfrm>
            <a:off x="4716176" y="2825611"/>
            <a:ext cx="293198" cy="380248"/>
            <a:chOff x="5792560" y="2238958"/>
            <a:chExt cx="293198" cy="380248"/>
          </a:xfrm>
          <a:solidFill>
            <a:srgbClr val="FFFFFF"/>
          </a:solidFill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2D22CE2-945C-E340-AF4D-C7F7B8AE5FB1}"/>
                </a:ext>
              </a:extLst>
            </p:cNvPr>
            <p:cNvSpPr/>
            <p:nvPr/>
          </p:nvSpPr>
          <p:spPr>
            <a:xfrm>
              <a:off x="5866034" y="2257313"/>
              <a:ext cx="47748" cy="48117"/>
            </a:xfrm>
            <a:custGeom>
              <a:avLst/>
              <a:gdLst>
                <a:gd name="connsiteX0" fmla="*/ 24380 w 47748"/>
                <a:gd name="connsiteY0" fmla="*/ 48112 h 48117"/>
                <a:gd name="connsiteX1" fmla="*/ 5 w 47748"/>
                <a:gd name="connsiteY1" fmla="*/ 24568 h 48117"/>
                <a:gd name="connsiteX2" fmla="*/ 23369 w 47748"/>
                <a:gd name="connsiteY2" fmla="*/ 6 h 48117"/>
                <a:gd name="connsiteX3" fmla="*/ 47743 w 47748"/>
                <a:gd name="connsiteY3" fmla="*/ 23549 h 48117"/>
                <a:gd name="connsiteX4" fmla="*/ 47749 w 47748"/>
                <a:gd name="connsiteY4" fmla="*/ 24053 h 48117"/>
                <a:gd name="connsiteX5" fmla="*/ 24380 w 47748"/>
                <a:gd name="connsiteY5" fmla="*/ 48112 h 48117"/>
                <a:gd name="connsiteX6" fmla="*/ 24380 w 47748"/>
                <a:gd name="connsiteY6" fmla="*/ 12432 h 48117"/>
                <a:gd name="connsiteX7" fmla="*/ 12646 w 47748"/>
                <a:gd name="connsiteY7" fmla="*/ 24053 h 48117"/>
                <a:gd name="connsiteX8" fmla="*/ 24179 w 47748"/>
                <a:gd name="connsiteY8" fmla="*/ 35878 h 48117"/>
                <a:gd name="connsiteX9" fmla="*/ 35913 w 47748"/>
                <a:gd name="connsiteY9" fmla="*/ 24256 h 48117"/>
                <a:gd name="connsiteX10" fmla="*/ 35913 w 47748"/>
                <a:gd name="connsiteY10" fmla="*/ 24053 h 48117"/>
                <a:gd name="connsiteX11" fmla="*/ 24482 w 47748"/>
                <a:gd name="connsiteY11" fmla="*/ 12330 h 48117"/>
                <a:gd name="connsiteX12" fmla="*/ 24380 w 47748"/>
                <a:gd name="connsiteY12" fmla="*/ 12330 h 4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748" h="48117">
                  <a:moveTo>
                    <a:pt x="24380" y="48112"/>
                  </a:moveTo>
                  <a:cubicBezTo>
                    <a:pt x="11198" y="48393"/>
                    <a:pt x="285" y="37853"/>
                    <a:pt x="5" y="24568"/>
                  </a:cubicBezTo>
                  <a:cubicBezTo>
                    <a:pt x="-274" y="11284"/>
                    <a:pt x="10186" y="287"/>
                    <a:pt x="23369" y="6"/>
                  </a:cubicBezTo>
                  <a:cubicBezTo>
                    <a:pt x="36551" y="-276"/>
                    <a:pt x="47464" y="10265"/>
                    <a:pt x="47743" y="23549"/>
                  </a:cubicBezTo>
                  <a:cubicBezTo>
                    <a:pt x="47747" y="23717"/>
                    <a:pt x="47749" y="23885"/>
                    <a:pt x="47749" y="24053"/>
                  </a:cubicBezTo>
                  <a:cubicBezTo>
                    <a:pt x="47752" y="37144"/>
                    <a:pt x="37368" y="47835"/>
                    <a:pt x="24380" y="48112"/>
                  </a:cubicBezTo>
                  <a:close/>
                  <a:moveTo>
                    <a:pt x="24380" y="12432"/>
                  </a:moveTo>
                  <a:cubicBezTo>
                    <a:pt x="17955" y="12376"/>
                    <a:pt x="12702" y="17579"/>
                    <a:pt x="12646" y="24053"/>
                  </a:cubicBezTo>
                  <a:cubicBezTo>
                    <a:pt x="12591" y="30528"/>
                    <a:pt x="17754" y="35822"/>
                    <a:pt x="24179" y="35878"/>
                  </a:cubicBezTo>
                  <a:cubicBezTo>
                    <a:pt x="30604" y="35934"/>
                    <a:pt x="35857" y="30731"/>
                    <a:pt x="35913" y="24256"/>
                  </a:cubicBezTo>
                  <a:cubicBezTo>
                    <a:pt x="35913" y="24189"/>
                    <a:pt x="35913" y="24121"/>
                    <a:pt x="35913" y="24053"/>
                  </a:cubicBezTo>
                  <a:cubicBezTo>
                    <a:pt x="35969" y="17635"/>
                    <a:pt x="30851" y="12387"/>
                    <a:pt x="24482" y="12330"/>
                  </a:cubicBezTo>
                  <a:cubicBezTo>
                    <a:pt x="24448" y="12330"/>
                    <a:pt x="24414" y="12330"/>
                    <a:pt x="24380" y="1233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1280FFD7-5BC5-9845-AA78-916BABFEC293}"/>
                </a:ext>
              </a:extLst>
            </p:cNvPr>
            <p:cNvSpPr/>
            <p:nvPr/>
          </p:nvSpPr>
          <p:spPr>
            <a:xfrm>
              <a:off x="5846409" y="2305323"/>
              <a:ext cx="87610" cy="57699"/>
            </a:xfrm>
            <a:custGeom>
              <a:avLst/>
              <a:gdLst>
                <a:gd name="connsiteX0" fmla="*/ 81840 w 87610"/>
                <a:gd name="connsiteY0" fmla="*/ 57700 h 57699"/>
                <a:gd name="connsiteX1" fmla="*/ 75770 w 87610"/>
                <a:gd name="connsiteY1" fmla="*/ 51583 h 57699"/>
                <a:gd name="connsiteX2" fmla="*/ 75770 w 87610"/>
                <a:gd name="connsiteY2" fmla="*/ 25486 h 57699"/>
                <a:gd name="connsiteX3" fmla="*/ 62720 w 87610"/>
                <a:gd name="connsiteY3" fmla="*/ 12335 h 57699"/>
                <a:gd name="connsiteX4" fmla="*/ 25291 w 87610"/>
                <a:gd name="connsiteY4" fmla="*/ 12335 h 57699"/>
                <a:gd name="connsiteX5" fmla="*/ 12241 w 87610"/>
                <a:gd name="connsiteY5" fmla="*/ 25486 h 57699"/>
                <a:gd name="connsiteX6" fmla="*/ 12241 w 87610"/>
                <a:gd name="connsiteY6" fmla="*/ 51379 h 57699"/>
                <a:gd name="connsiteX7" fmla="*/ 5332 w 87610"/>
                <a:gd name="connsiteY7" fmla="*/ 56752 h 57699"/>
                <a:gd name="connsiteX8" fmla="*/ 0 w 87610"/>
                <a:gd name="connsiteY8" fmla="*/ 51379 h 57699"/>
                <a:gd name="connsiteX9" fmla="*/ 0 w 87610"/>
                <a:gd name="connsiteY9" fmla="*/ 25486 h 57699"/>
                <a:gd name="connsiteX10" fmla="*/ 25291 w 87610"/>
                <a:gd name="connsiteY10" fmla="*/ 0 h 57699"/>
                <a:gd name="connsiteX11" fmla="*/ 62720 w 87610"/>
                <a:gd name="connsiteY11" fmla="*/ 0 h 57699"/>
                <a:gd name="connsiteX12" fmla="*/ 87606 w 87610"/>
                <a:gd name="connsiteY12" fmla="*/ 25486 h 57699"/>
                <a:gd name="connsiteX13" fmla="*/ 87606 w 87610"/>
                <a:gd name="connsiteY13" fmla="*/ 51379 h 57699"/>
                <a:gd name="connsiteX14" fmla="*/ 81840 w 87610"/>
                <a:gd name="connsiteY14" fmla="*/ 57700 h 57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610" h="57699">
                  <a:moveTo>
                    <a:pt x="81840" y="57700"/>
                  </a:moveTo>
                  <a:cubicBezTo>
                    <a:pt x="78488" y="57700"/>
                    <a:pt x="75770" y="54961"/>
                    <a:pt x="75770" y="51583"/>
                  </a:cubicBezTo>
                  <a:lnTo>
                    <a:pt x="75770" y="25486"/>
                  </a:lnTo>
                  <a:cubicBezTo>
                    <a:pt x="75770" y="18223"/>
                    <a:pt x="69928" y="12335"/>
                    <a:pt x="62720" y="12335"/>
                  </a:cubicBezTo>
                  <a:lnTo>
                    <a:pt x="25291" y="12335"/>
                  </a:lnTo>
                  <a:cubicBezTo>
                    <a:pt x="18083" y="12335"/>
                    <a:pt x="12241" y="18223"/>
                    <a:pt x="12241" y="25486"/>
                  </a:cubicBezTo>
                  <a:lnTo>
                    <a:pt x="12241" y="51379"/>
                  </a:lnTo>
                  <a:cubicBezTo>
                    <a:pt x="11805" y="54786"/>
                    <a:pt x="8712" y="57191"/>
                    <a:pt x="5332" y="56752"/>
                  </a:cubicBezTo>
                  <a:cubicBezTo>
                    <a:pt x="2549" y="56391"/>
                    <a:pt x="358" y="54184"/>
                    <a:pt x="0" y="51379"/>
                  </a:cubicBezTo>
                  <a:lnTo>
                    <a:pt x="0" y="25486"/>
                  </a:lnTo>
                  <a:cubicBezTo>
                    <a:pt x="0" y="11410"/>
                    <a:pt x="11323" y="0"/>
                    <a:pt x="25291" y="0"/>
                  </a:cubicBezTo>
                  <a:lnTo>
                    <a:pt x="62720" y="0"/>
                  </a:lnTo>
                  <a:cubicBezTo>
                    <a:pt x="76530" y="223"/>
                    <a:pt x="87608" y="11568"/>
                    <a:pt x="87606" y="25486"/>
                  </a:cubicBezTo>
                  <a:lnTo>
                    <a:pt x="87606" y="51379"/>
                  </a:lnTo>
                  <a:cubicBezTo>
                    <a:pt x="87721" y="54720"/>
                    <a:pt x="85153" y="57535"/>
                    <a:pt x="81840" y="5770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81945E29-EA59-F340-829B-D62FB3490C61}"/>
                </a:ext>
              </a:extLst>
            </p:cNvPr>
            <p:cNvSpPr/>
            <p:nvPr/>
          </p:nvSpPr>
          <p:spPr>
            <a:xfrm>
              <a:off x="5814138" y="2238958"/>
              <a:ext cx="152350" cy="153526"/>
            </a:xfrm>
            <a:custGeom>
              <a:avLst/>
              <a:gdLst>
                <a:gd name="connsiteX0" fmla="*/ 76276 w 152350"/>
                <a:gd name="connsiteY0" fmla="*/ 153526 h 153526"/>
                <a:gd name="connsiteX1" fmla="*/ 0 w 152350"/>
                <a:gd name="connsiteY1" fmla="*/ 76865 h 153526"/>
                <a:gd name="connsiteX2" fmla="*/ 76074 w 152350"/>
                <a:gd name="connsiteY2" fmla="*/ 0 h 153526"/>
                <a:gd name="connsiteX3" fmla="*/ 152350 w 152350"/>
                <a:gd name="connsiteY3" fmla="*/ 76661 h 153526"/>
                <a:gd name="connsiteX4" fmla="*/ 152350 w 152350"/>
                <a:gd name="connsiteY4" fmla="*/ 76763 h 153526"/>
                <a:gd name="connsiteX5" fmla="*/ 76276 w 152350"/>
                <a:gd name="connsiteY5" fmla="*/ 153526 h 153526"/>
                <a:gd name="connsiteX6" fmla="*/ 76276 w 152350"/>
                <a:gd name="connsiteY6" fmla="*/ 12437 h 153526"/>
                <a:gd name="connsiteX7" fmla="*/ 12443 w 152350"/>
                <a:gd name="connsiteY7" fmla="*/ 76763 h 153526"/>
                <a:gd name="connsiteX8" fmla="*/ 76276 w 152350"/>
                <a:gd name="connsiteY8" fmla="*/ 141089 h 153526"/>
                <a:gd name="connsiteX9" fmla="*/ 140109 w 152350"/>
                <a:gd name="connsiteY9" fmla="*/ 76763 h 153526"/>
                <a:gd name="connsiteX10" fmla="*/ 76276 w 152350"/>
                <a:gd name="connsiteY10" fmla="*/ 12437 h 153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350" h="153526">
                  <a:moveTo>
                    <a:pt x="76276" y="153526"/>
                  </a:moveTo>
                  <a:cubicBezTo>
                    <a:pt x="34206" y="153583"/>
                    <a:pt x="56" y="119260"/>
                    <a:pt x="0" y="76865"/>
                  </a:cubicBezTo>
                  <a:cubicBezTo>
                    <a:pt x="-56" y="34470"/>
                    <a:pt x="34004" y="56"/>
                    <a:pt x="76074" y="0"/>
                  </a:cubicBezTo>
                  <a:cubicBezTo>
                    <a:pt x="118144" y="-56"/>
                    <a:pt x="152294" y="34266"/>
                    <a:pt x="152350" y="76661"/>
                  </a:cubicBezTo>
                  <a:cubicBezTo>
                    <a:pt x="152350" y="76695"/>
                    <a:pt x="152350" y="76729"/>
                    <a:pt x="152350" y="76763"/>
                  </a:cubicBezTo>
                  <a:cubicBezTo>
                    <a:pt x="152350" y="119119"/>
                    <a:pt x="118307" y="153470"/>
                    <a:pt x="76276" y="153526"/>
                  </a:cubicBezTo>
                  <a:close/>
                  <a:moveTo>
                    <a:pt x="76276" y="12437"/>
                  </a:moveTo>
                  <a:cubicBezTo>
                    <a:pt x="41022" y="12437"/>
                    <a:pt x="12443" y="41237"/>
                    <a:pt x="12443" y="76763"/>
                  </a:cubicBezTo>
                  <a:cubicBezTo>
                    <a:pt x="12443" y="112290"/>
                    <a:pt x="41022" y="141089"/>
                    <a:pt x="76276" y="141089"/>
                  </a:cubicBezTo>
                  <a:cubicBezTo>
                    <a:pt x="111530" y="141089"/>
                    <a:pt x="140109" y="112290"/>
                    <a:pt x="140109" y="76763"/>
                  </a:cubicBezTo>
                  <a:cubicBezTo>
                    <a:pt x="140054" y="41260"/>
                    <a:pt x="111507" y="12493"/>
                    <a:pt x="76276" y="12437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5334080-3575-D34F-9D9C-4F056BD86EEA}"/>
                </a:ext>
              </a:extLst>
            </p:cNvPr>
            <p:cNvSpPr/>
            <p:nvPr/>
          </p:nvSpPr>
          <p:spPr>
            <a:xfrm>
              <a:off x="5985608" y="2484131"/>
              <a:ext cx="47748" cy="48117"/>
            </a:xfrm>
            <a:custGeom>
              <a:avLst/>
              <a:gdLst>
                <a:gd name="connsiteX0" fmla="*/ 23874 w 47748"/>
                <a:gd name="connsiteY0" fmla="*/ 48117 h 48117"/>
                <a:gd name="connsiteX1" fmla="*/ 0 w 47748"/>
                <a:gd name="connsiteY1" fmla="*/ 24059 h 48117"/>
                <a:gd name="connsiteX2" fmla="*/ 23874 w 47748"/>
                <a:gd name="connsiteY2" fmla="*/ 0 h 48117"/>
                <a:gd name="connsiteX3" fmla="*/ 47749 w 47748"/>
                <a:gd name="connsiteY3" fmla="*/ 24059 h 48117"/>
                <a:gd name="connsiteX4" fmla="*/ 23874 w 47748"/>
                <a:gd name="connsiteY4" fmla="*/ 48117 h 48117"/>
                <a:gd name="connsiteX5" fmla="*/ 23874 w 47748"/>
                <a:gd name="connsiteY5" fmla="*/ 12437 h 48117"/>
                <a:gd name="connsiteX6" fmla="*/ 12241 w 47748"/>
                <a:gd name="connsiteY6" fmla="*/ 24161 h 48117"/>
                <a:gd name="connsiteX7" fmla="*/ 23875 w 47748"/>
                <a:gd name="connsiteY7" fmla="*/ 35884 h 48117"/>
                <a:gd name="connsiteX8" fmla="*/ 35508 w 47748"/>
                <a:gd name="connsiteY8" fmla="*/ 24160 h 48117"/>
                <a:gd name="connsiteX9" fmla="*/ 35508 w 47748"/>
                <a:gd name="connsiteY9" fmla="*/ 24059 h 48117"/>
                <a:gd name="connsiteX10" fmla="*/ 23976 w 47748"/>
                <a:gd name="connsiteY10" fmla="*/ 12437 h 48117"/>
                <a:gd name="connsiteX11" fmla="*/ 23874 w 47748"/>
                <a:gd name="connsiteY11" fmla="*/ 12437 h 4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748" h="48117">
                  <a:moveTo>
                    <a:pt x="23874" y="48117"/>
                  </a:moveTo>
                  <a:cubicBezTo>
                    <a:pt x="10689" y="48117"/>
                    <a:pt x="0" y="37346"/>
                    <a:pt x="0" y="24059"/>
                  </a:cubicBezTo>
                  <a:cubicBezTo>
                    <a:pt x="0" y="10771"/>
                    <a:pt x="10689" y="0"/>
                    <a:pt x="23874" y="0"/>
                  </a:cubicBezTo>
                  <a:cubicBezTo>
                    <a:pt x="37060" y="0"/>
                    <a:pt x="47749" y="10771"/>
                    <a:pt x="47749" y="24059"/>
                  </a:cubicBezTo>
                  <a:cubicBezTo>
                    <a:pt x="47749" y="37346"/>
                    <a:pt x="37060" y="48117"/>
                    <a:pt x="23874" y="48117"/>
                  </a:cubicBezTo>
                  <a:close/>
                  <a:moveTo>
                    <a:pt x="23874" y="12437"/>
                  </a:moveTo>
                  <a:cubicBezTo>
                    <a:pt x="17449" y="12437"/>
                    <a:pt x="12241" y="17686"/>
                    <a:pt x="12241" y="24161"/>
                  </a:cubicBezTo>
                  <a:cubicBezTo>
                    <a:pt x="12241" y="30636"/>
                    <a:pt x="17450" y="35884"/>
                    <a:pt x="23875" y="35884"/>
                  </a:cubicBezTo>
                  <a:cubicBezTo>
                    <a:pt x="30300" y="35884"/>
                    <a:pt x="35509" y="30635"/>
                    <a:pt x="35508" y="24160"/>
                  </a:cubicBezTo>
                  <a:cubicBezTo>
                    <a:pt x="35508" y="24126"/>
                    <a:pt x="35508" y="24092"/>
                    <a:pt x="35508" y="24059"/>
                  </a:cubicBezTo>
                  <a:cubicBezTo>
                    <a:pt x="35508" y="17640"/>
                    <a:pt x="30345" y="12437"/>
                    <a:pt x="23976" y="12437"/>
                  </a:cubicBezTo>
                  <a:cubicBezTo>
                    <a:pt x="23942" y="12437"/>
                    <a:pt x="23908" y="12437"/>
                    <a:pt x="23874" y="12437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F03D685-E046-DC43-BCFE-98806DFB5D77}"/>
                </a:ext>
              </a:extLst>
            </p:cNvPr>
            <p:cNvSpPr/>
            <p:nvPr/>
          </p:nvSpPr>
          <p:spPr>
            <a:xfrm>
              <a:off x="5965578" y="2532350"/>
              <a:ext cx="87909" cy="57496"/>
            </a:xfrm>
            <a:custGeom>
              <a:avLst/>
              <a:gdLst>
                <a:gd name="connsiteX0" fmla="*/ 81840 w 87909"/>
                <a:gd name="connsiteY0" fmla="*/ 57496 h 57496"/>
                <a:gd name="connsiteX1" fmla="*/ 75670 w 87909"/>
                <a:gd name="connsiteY1" fmla="*/ 51482 h 57496"/>
                <a:gd name="connsiteX2" fmla="*/ 75669 w 87909"/>
                <a:gd name="connsiteY2" fmla="*/ 51379 h 57496"/>
                <a:gd name="connsiteX3" fmla="*/ 75669 w 87909"/>
                <a:gd name="connsiteY3" fmla="*/ 25486 h 57496"/>
                <a:gd name="connsiteX4" fmla="*/ 62619 w 87909"/>
                <a:gd name="connsiteY4" fmla="*/ 12539 h 57496"/>
                <a:gd name="connsiteX5" fmla="*/ 25291 w 87909"/>
                <a:gd name="connsiteY5" fmla="*/ 12539 h 57496"/>
                <a:gd name="connsiteX6" fmla="*/ 12241 w 87909"/>
                <a:gd name="connsiteY6" fmla="*/ 25690 h 57496"/>
                <a:gd name="connsiteX7" fmla="*/ 12241 w 87909"/>
                <a:gd name="connsiteY7" fmla="*/ 51583 h 57496"/>
                <a:gd name="connsiteX8" fmla="*/ 5332 w 87909"/>
                <a:gd name="connsiteY8" fmla="*/ 56956 h 57496"/>
                <a:gd name="connsiteX9" fmla="*/ 0 w 87909"/>
                <a:gd name="connsiteY9" fmla="*/ 51583 h 57496"/>
                <a:gd name="connsiteX10" fmla="*/ 0 w 87909"/>
                <a:gd name="connsiteY10" fmla="*/ 25486 h 57496"/>
                <a:gd name="connsiteX11" fmla="*/ 25291 w 87909"/>
                <a:gd name="connsiteY11" fmla="*/ 0 h 57496"/>
                <a:gd name="connsiteX12" fmla="*/ 62619 w 87909"/>
                <a:gd name="connsiteY12" fmla="*/ 0 h 57496"/>
                <a:gd name="connsiteX13" fmla="*/ 87910 w 87909"/>
                <a:gd name="connsiteY13" fmla="*/ 25486 h 57496"/>
                <a:gd name="connsiteX14" fmla="*/ 87910 w 87909"/>
                <a:gd name="connsiteY14" fmla="*/ 51379 h 57496"/>
                <a:gd name="connsiteX15" fmla="*/ 81840 w 87909"/>
                <a:gd name="connsiteY15" fmla="*/ 57496 h 5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909" h="57496">
                  <a:moveTo>
                    <a:pt x="81840" y="57496"/>
                  </a:moveTo>
                  <a:cubicBezTo>
                    <a:pt x="78488" y="57552"/>
                    <a:pt x="75726" y="54860"/>
                    <a:pt x="75670" y="51482"/>
                  </a:cubicBezTo>
                  <a:cubicBezTo>
                    <a:pt x="75669" y="51448"/>
                    <a:pt x="75669" y="51414"/>
                    <a:pt x="75669" y="51379"/>
                  </a:cubicBezTo>
                  <a:lnTo>
                    <a:pt x="75669" y="25486"/>
                  </a:lnTo>
                  <a:cubicBezTo>
                    <a:pt x="75559" y="18303"/>
                    <a:pt x="69748" y="12538"/>
                    <a:pt x="62619" y="12539"/>
                  </a:cubicBezTo>
                  <a:lnTo>
                    <a:pt x="25291" y="12539"/>
                  </a:lnTo>
                  <a:cubicBezTo>
                    <a:pt x="18083" y="12539"/>
                    <a:pt x="12241" y="18427"/>
                    <a:pt x="12241" y="25690"/>
                  </a:cubicBezTo>
                  <a:lnTo>
                    <a:pt x="12241" y="51583"/>
                  </a:lnTo>
                  <a:cubicBezTo>
                    <a:pt x="11805" y="54990"/>
                    <a:pt x="8712" y="57395"/>
                    <a:pt x="5332" y="56956"/>
                  </a:cubicBezTo>
                  <a:cubicBezTo>
                    <a:pt x="2549" y="56595"/>
                    <a:pt x="359" y="54387"/>
                    <a:pt x="0" y="51583"/>
                  </a:cubicBezTo>
                  <a:lnTo>
                    <a:pt x="0" y="25486"/>
                  </a:lnTo>
                  <a:cubicBezTo>
                    <a:pt x="0" y="11410"/>
                    <a:pt x="11323" y="0"/>
                    <a:pt x="25291" y="0"/>
                  </a:cubicBezTo>
                  <a:lnTo>
                    <a:pt x="62619" y="0"/>
                  </a:lnTo>
                  <a:cubicBezTo>
                    <a:pt x="76587" y="0"/>
                    <a:pt x="87910" y="11410"/>
                    <a:pt x="87910" y="25486"/>
                  </a:cubicBezTo>
                  <a:lnTo>
                    <a:pt x="87910" y="51379"/>
                  </a:lnTo>
                  <a:cubicBezTo>
                    <a:pt x="87910" y="54758"/>
                    <a:pt x="85192" y="57496"/>
                    <a:pt x="81840" y="57496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5A57E9EF-0E14-854E-95A6-57DFCF34B4CA}"/>
                </a:ext>
              </a:extLst>
            </p:cNvPr>
            <p:cNvSpPr/>
            <p:nvPr/>
          </p:nvSpPr>
          <p:spPr>
            <a:xfrm>
              <a:off x="5933611" y="2465883"/>
              <a:ext cx="152147" cy="153322"/>
            </a:xfrm>
            <a:custGeom>
              <a:avLst/>
              <a:gdLst>
                <a:gd name="connsiteX0" fmla="*/ 75872 w 152147"/>
                <a:gd name="connsiteY0" fmla="*/ 153322 h 153322"/>
                <a:gd name="connsiteX1" fmla="*/ 0 w 152147"/>
                <a:gd name="connsiteY1" fmla="*/ 76457 h 153322"/>
                <a:gd name="connsiteX2" fmla="*/ 76276 w 152147"/>
                <a:gd name="connsiteY2" fmla="*/ 0 h 153322"/>
                <a:gd name="connsiteX3" fmla="*/ 152148 w 152147"/>
                <a:gd name="connsiteY3" fmla="*/ 76661 h 153322"/>
                <a:gd name="connsiteX4" fmla="*/ 75872 w 152147"/>
                <a:gd name="connsiteY4" fmla="*/ 153322 h 153322"/>
                <a:gd name="connsiteX5" fmla="*/ 75872 w 152147"/>
                <a:gd name="connsiteY5" fmla="*/ 12335 h 153322"/>
                <a:gd name="connsiteX6" fmla="*/ 12140 w 152147"/>
                <a:gd name="connsiteY6" fmla="*/ 76763 h 153322"/>
                <a:gd name="connsiteX7" fmla="*/ 76074 w 152147"/>
                <a:gd name="connsiteY7" fmla="*/ 140987 h 153322"/>
                <a:gd name="connsiteX8" fmla="*/ 139806 w 152147"/>
                <a:gd name="connsiteY8" fmla="*/ 76661 h 153322"/>
                <a:gd name="connsiteX9" fmla="*/ 75872 w 152147"/>
                <a:gd name="connsiteY9" fmla="*/ 12335 h 15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147" h="153322">
                  <a:moveTo>
                    <a:pt x="75872" y="153322"/>
                  </a:moveTo>
                  <a:cubicBezTo>
                    <a:pt x="33857" y="153210"/>
                    <a:pt x="-111" y="118796"/>
                    <a:pt x="0" y="76457"/>
                  </a:cubicBezTo>
                  <a:cubicBezTo>
                    <a:pt x="112" y="34119"/>
                    <a:pt x="34262" y="-112"/>
                    <a:pt x="76276" y="0"/>
                  </a:cubicBezTo>
                  <a:cubicBezTo>
                    <a:pt x="118211" y="113"/>
                    <a:pt x="152148" y="34402"/>
                    <a:pt x="152148" y="76661"/>
                  </a:cubicBezTo>
                  <a:cubicBezTo>
                    <a:pt x="152092" y="119056"/>
                    <a:pt x="117942" y="153379"/>
                    <a:pt x="75872" y="153322"/>
                  </a:cubicBezTo>
                  <a:close/>
                  <a:moveTo>
                    <a:pt x="75872" y="12335"/>
                  </a:moveTo>
                  <a:cubicBezTo>
                    <a:pt x="40617" y="12391"/>
                    <a:pt x="12084" y="41237"/>
                    <a:pt x="12140" y="76763"/>
                  </a:cubicBezTo>
                  <a:cubicBezTo>
                    <a:pt x="12195" y="112289"/>
                    <a:pt x="40820" y="141043"/>
                    <a:pt x="76074" y="140987"/>
                  </a:cubicBezTo>
                  <a:cubicBezTo>
                    <a:pt x="111288" y="140931"/>
                    <a:pt x="139806" y="112148"/>
                    <a:pt x="139806" y="76661"/>
                  </a:cubicBezTo>
                  <a:cubicBezTo>
                    <a:pt x="139750" y="41118"/>
                    <a:pt x="111142" y="12335"/>
                    <a:pt x="75872" y="12335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C980300-6903-EE4B-9C5F-FE9517F2A0D0}"/>
                </a:ext>
              </a:extLst>
            </p:cNvPr>
            <p:cNvSpPr/>
            <p:nvPr/>
          </p:nvSpPr>
          <p:spPr>
            <a:xfrm>
              <a:off x="5792560" y="2295680"/>
              <a:ext cx="280288" cy="279791"/>
            </a:xfrm>
            <a:custGeom>
              <a:avLst/>
              <a:gdLst>
                <a:gd name="connsiteX0" fmla="*/ 140039 w 280288"/>
                <a:gd name="connsiteY0" fmla="*/ 279792 h 279791"/>
                <a:gd name="connsiteX1" fmla="*/ 0 w 280288"/>
                <a:gd name="connsiteY1" fmla="*/ 138326 h 279791"/>
                <a:gd name="connsiteX2" fmla="*/ 31391 w 280288"/>
                <a:gd name="connsiteY2" fmla="*/ 49400 h 279791"/>
                <a:gd name="connsiteX3" fmla="*/ 36753 w 280288"/>
                <a:gd name="connsiteY3" fmla="*/ 47157 h 279791"/>
                <a:gd name="connsiteX4" fmla="*/ 41507 w 280288"/>
                <a:gd name="connsiteY4" fmla="*/ 50420 h 279791"/>
                <a:gd name="connsiteX5" fmla="*/ 128150 w 280288"/>
                <a:gd name="connsiteY5" fmla="*/ 76470 h 279791"/>
                <a:gd name="connsiteX6" fmla="*/ 161688 w 280288"/>
                <a:gd name="connsiteY6" fmla="*/ 20041 h 279791"/>
                <a:gd name="connsiteX7" fmla="*/ 160474 w 280288"/>
                <a:gd name="connsiteY7" fmla="*/ 7400 h 279791"/>
                <a:gd name="connsiteX8" fmla="*/ 164908 w 280288"/>
                <a:gd name="connsiteY8" fmla="*/ 162 h 279791"/>
                <a:gd name="connsiteX9" fmla="*/ 167656 w 280288"/>
                <a:gd name="connsiteY9" fmla="*/ 162 h 279791"/>
                <a:gd name="connsiteX10" fmla="*/ 277517 w 280288"/>
                <a:gd name="connsiteY10" fmla="*/ 166508 h 279791"/>
                <a:gd name="connsiteX11" fmla="*/ 268212 w 280288"/>
                <a:gd name="connsiteY11" fmla="*/ 195995 h 279791"/>
                <a:gd name="connsiteX12" fmla="*/ 263963 w 280288"/>
                <a:gd name="connsiteY12" fmla="*/ 199563 h 279791"/>
                <a:gd name="connsiteX13" fmla="*/ 258601 w 280288"/>
                <a:gd name="connsiteY13" fmla="*/ 198135 h 279791"/>
                <a:gd name="connsiteX14" fmla="*/ 168517 w 280288"/>
                <a:gd name="connsiteY14" fmla="*/ 204023 h 279791"/>
                <a:gd name="connsiteX15" fmla="*/ 157439 w 280288"/>
                <a:gd name="connsiteY15" fmla="*/ 270923 h 279791"/>
                <a:gd name="connsiteX16" fmla="*/ 157439 w 280288"/>
                <a:gd name="connsiteY16" fmla="*/ 276428 h 279791"/>
                <a:gd name="connsiteX17" fmla="*/ 152786 w 280288"/>
                <a:gd name="connsiteY17" fmla="*/ 279384 h 279791"/>
                <a:gd name="connsiteX18" fmla="*/ 140039 w 280288"/>
                <a:gd name="connsiteY18" fmla="*/ 279792 h 279791"/>
                <a:gd name="connsiteX19" fmla="*/ 35640 w 280288"/>
                <a:gd name="connsiteY19" fmla="*/ 64182 h 279791"/>
                <a:gd name="connsiteX20" fmla="*/ 65438 w 280288"/>
                <a:gd name="connsiteY20" fmla="*/ 244067 h 279791"/>
                <a:gd name="connsiteX21" fmla="*/ 140039 w 280288"/>
                <a:gd name="connsiteY21" fmla="*/ 268068 h 279791"/>
                <a:gd name="connsiteX22" fmla="*/ 143681 w 280288"/>
                <a:gd name="connsiteY22" fmla="*/ 268068 h 279791"/>
                <a:gd name="connsiteX23" fmla="*/ 140849 w 280288"/>
                <a:gd name="connsiteY23" fmla="*/ 247680 h 279791"/>
                <a:gd name="connsiteX24" fmla="*/ 216922 w 280288"/>
                <a:gd name="connsiteY24" fmla="*/ 171018 h 279791"/>
                <a:gd name="connsiteX25" fmla="*/ 259916 w 280288"/>
                <a:gd name="connsiteY25" fmla="*/ 184475 h 279791"/>
                <a:gd name="connsiteX26" fmla="*/ 268009 w 280288"/>
                <a:gd name="connsiteY26" fmla="*/ 139518 h 279791"/>
                <a:gd name="connsiteX27" fmla="*/ 173726 w 280288"/>
                <a:gd name="connsiteY27" fmla="*/ 14739 h 279791"/>
                <a:gd name="connsiteX28" fmla="*/ 173726 w 280288"/>
                <a:gd name="connsiteY28" fmla="*/ 20550 h 279791"/>
                <a:gd name="connsiteX29" fmla="*/ 96894 w 280288"/>
                <a:gd name="connsiteY29" fmla="*/ 96440 h 279791"/>
                <a:gd name="connsiteX30" fmla="*/ 35640 w 280288"/>
                <a:gd name="connsiteY30" fmla="*/ 64182 h 279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80288" h="279791">
                  <a:moveTo>
                    <a:pt x="140039" y="279792"/>
                  </a:moveTo>
                  <a:cubicBezTo>
                    <a:pt x="62603" y="279697"/>
                    <a:pt x="-95" y="216360"/>
                    <a:pt x="0" y="138326"/>
                  </a:cubicBezTo>
                  <a:cubicBezTo>
                    <a:pt x="39" y="105934"/>
                    <a:pt x="11122" y="74540"/>
                    <a:pt x="31391" y="49400"/>
                  </a:cubicBezTo>
                  <a:cubicBezTo>
                    <a:pt x="32685" y="47784"/>
                    <a:pt x="34704" y="46940"/>
                    <a:pt x="36753" y="47157"/>
                  </a:cubicBezTo>
                  <a:cubicBezTo>
                    <a:pt x="38787" y="47353"/>
                    <a:pt x="40581" y="48584"/>
                    <a:pt x="41507" y="50420"/>
                  </a:cubicBezTo>
                  <a:cubicBezTo>
                    <a:pt x="58295" y="81724"/>
                    <a:pt x="97086" y="93387"/>
                    <a:pt x="128150" y="76470"/>
                  </a:cubicBezTo>
                  <a:cubicBezTo>
                    <a:pt x="148733" y="65261"/>
                    <a:pt x="161596" y="43617"/>
                    <a:pt x="161688" y="20041"/>
                  </a:cubicBezTo>
                  <a:cubicBezTo>
                    <a:pt x="161685" y="15797"/>
                    <a:pt x="161279" y="11564"/>
                    <a:pt x="160474" y="7400"/>
                  </a:cubicBezTo>
                  <a:cubicBezTo>
                    <a:pt x="159715" y="4167"/>
                    <a:pt x="161700" y="927"/>
                    <a:pt x="164908" y="162"/>
                  </a:cubicBezTo>
                  <a:cubicBezTo>
                    <a:pt x="165812" y="-54"/>
                    <a:pt x="166753" y="-54"/>
                    <a:pt x="167656" y="162"/>
                  </a:cubicBezTo>
                  <a:cubicBezTo>
                    <a:pt x="243577" y="15526"/>
                    <a:pt x="292763" y="90002"/>
                    <a:pt x="277517" y="166508"/>
                  </a:cubicBezTo>
                  <a:cubicBezTo>
                    <a:pt x="275495" y="176651"/>
                    <a:pt x="272375" y="186539"/>
                    <a:pt x="268212" y="195995"/>
                  </a:cubicBezTo>
                  <a:cubicBezTo>
                    <a:pt x="267396" y="197764"/>
                    <a:pt x="265837" y="199073"/>
                    <a:pt x="263963" y="199563"/>
                  </a:cubicBezTo>
                  <a:cubicBezTo>
                    <a:pt x="262052" y="199985"/>
                    <a:pt x="260056" y="199454"/>
                    <a:pt x="258601" y="198135"/>
                  </a:cubicBezTo>
                  <a:cubicBezTo>
                    <a:pt x="232112" y="174693"/>
                    <a:pt x="191779" y="177329"/>
                    <a:pt x="168517" y="204023"/>
                  </a:cubicBezTo>
                  <a:cubicBezTo>
                    <a:pt x="152510" y="222390"/>
                    <a:pt x="148218" y="248313"/>
                    <a:pt x="157439" y="270923"/>
                  </a:cubicBezTo>
                  <a:cubicBezTo>
                    <a:pt x="158356" y="272641"/>
                    <a:pt x="158356" y="274709"/>
                    <a:pt x="157439" y="276428"/>
                  </a:cubicBezTo>
                  <a:cubicBezTo>
                    <a:pt x="156446" y="278106"/>
                    <a:pt x="154716" y="279204"/>
                    <a:pt x="152786" y="279384"/>
                  </a:cubicBezTo>
                  <a:cubicBezTo>
                    <a:pt x="148233" y="279792"/>
                    <a:pt x="144086" y="279792"/>
                    <a:pt x="140039" y="279792"/>
                  </a:cubicBezTo>
                  <a:close/>
                  <a:moveTo>
                    <a:pt x="35640" y="64182"/>
                  </a:moveTo>
                  <a:cubicBezTo>
                    <a:pt x="-5425" y="122148"/>
                    <a:pt x="7916" y="202685"/>
                    <a:pt x="65438" y="244067"/>
                  </a:cubicBezTo>
                  <a:cubicBezTo>
                    <a:pt x="87205" y="259727"/>
                    <a:pt x="113294" y="268120"/>
                    <a:pt x="140039" y="268068"/>
                  </a:cubicBezTo>
                  <a:lnTo>
                    <a:pt x="143681" y="268068"/>
                  </a:lnTo>
                  <a:cubicBezTo>
                    <a:pt x="141854" y="261427"/>
                    <a:pt x="140902" y="254572"/>
                    <a:pt x="140849" y="247680"/>
                  </a:cubicBezTo>
                  <a:cubicBezTo>
                    <a:pt x="140904" y="205364"/>
                    <a:pt x="174931" y="171075"/>
                    <a:pt x="216922" y="171018"/>
                  </a:cubicBezTo>
                  <a:cubicBezTo>
                    <a:pt x="232280" y="170985"/>
                    <a:pt x="247280" y="175680"/>
                    <a:pt x="259916" y="184475"/>
                  </a:cubicBezTo>
                  <a:cubicBezTo>
                    <a:pt x="265284" y="170104"/>
                    <a:pt x="268026" y="154873"/>
                    <a:pt x="268009" y="139518"/>
                  </a:cubicBezTo>
                  <a:cubicBezTo>
                    <a:pt x="268035" y="81281"/>
                    <a:pt x="229442" y="30205"/>
                    <a:pt x="173726" y="14739"/>
                  </a:cubicBezTo>
                  <a:cubicBezTo>
                    <a:pt x="173827" y="16675"/>
                    <a:pt x="173827" y="18615"/>
                    <a:pt x="173726" y="20550"/>
                  </a:cubicBezTo>
                  <a:cubicBezTo>
                    <a:pt x="173305" y="62887"/>
                    <a:pt x="138906" y="96864"/>
                    <a:pt x="96894" y="96440"/>
                  </a:cubicBezTo>
                  <a:cubicBezTo>
                    <a:pt x="72528" y="96194"/>
                    <a:pt x="49753" y="84200"/>
                    <a:pt x="35640" y="6418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D2D13B30-635B-6546-8213-C9BA5C2C7BE1}"/>
                </a:ext>
              </a:extLst>
            </p:cNvPr>
            <p:cNvSpPr/>
            <p:nvPr/>
          </p:nvSpPr>
          <p:spPr>
            <a:xfrm>
              <a:off x="5992372" y="2305738"/>
              <a:ext cx="38852" cy="43522"/>
            </a:xfrm>
            <a:custGeom>
              <a:avLst/>
              <a:gdLst>
                <a:gd name="connsiteX0" fmla="*/ 11344 w 38852"/>
                <a:gd name="connsiteY0" fmla="*/ 43523 h 43522"/>
                <a:gd name="connsiteX1" fmla="*/ 5375 w 38852"/>
                <a:gd name="connsiteY1" fmla="*/ 38527 h 43522"/>
                <a:gd name="connsiteX2" fmla="*/ 115 w 38852"/>
                <a:gd name="connsiteY2" fmla="*/ 12124 h 43522"/>
                <a:gd name="connsiteX3" fmla="*/ 1126 w 38852"/>
                <a:gd name="connsiteY3" fmla="*/ 7435 h 43522"/>
                <a:gd name="connsiteX4" fmla="*/ 5072 w 38852"/>
                <a:gd name="connsiteY4" fmla="*/ 4682 h 43522"/>
                <a:gd name="connsiteX5" fmla="*/ 31677 w 38852"/>
                <a:gd name="connsiteY5" fmla="*/ 95 h 43522"/>
                <a:gd name="connsiteX6" fmla="*/ 38759 w 38852"/>
                <a:gd name="connsiteY6" fmla="*/ 5090 h 43522"/>
                <a:gd name="connsiteX7" fmla="*/ 33802 w 38852"/>
                <a:gd name="connsiteY7" fmla="*/ 12226 h 43522"/>
                <a:gd name="connsiteX8" fmla="*/ 13569 w 38852"/>
                <a:gd name="connsiteY8" fmla="*/ 15794 h 43522"/>
                <a:gd name="connsiteX9" fmla="*/ 17616 w 38852"/>
                <a:gd name="connsiteY9" fmla="*/ 36183 h 43522"/>
                <a:gd name="connsiteX10" fmla="*/ 12760 w 38852"/>
                <a:gd name="connsiteY10" fmla="*/ 43421 h 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852" h="43522">
                  <a:moveTo>
                    <a:pt x="11344" y="43523"/>
                  </a:moveTo>
                  <a:cubicBezTo>
                    <a:pt x="8434" y="43484"/>
                    <a:pt x="5947" y="41402"/>
                    <a:pt x="5375" y="38527"/>
                  </a:cubicBezTo>
                  <a:lnTo>
                    <a:pt x="115" y="12124"/>
                  </a:lnTo>
                  <a:cubicBezTo>
                    <a:pt x="-208" y="10487"/>
                    <a:pt x="158" y="8789"/>
                    <a:pt x="1126" y="7435"/>
                  </a:cubicBezTo>
                  <a:cubicBezTo>
                    <a:pt x="2019" y="6018"/>
                    <a:pt x="3442" y="5026"/>
                    <a:pt x="5072" y="4682"/>
                  </a:cubicBezTo>
                  <a:lnTo>
                    <a:pt x="31677" y="95"/>
                  </a:lnTo>
                  <a:cubicBezTo>
                    <a:pt x="35001" y="-496"/>
                    <a:pt x="38172" y="1740"/>
                    <a:pt x="38759" y="5090"/>
                  </a:cubicBezTo>
                  <a:cubicBezTo>
                    <a:pt x="39345" y="8440"/>
                    <a:pt x="37126" y="11635"/>
                    <a:pt x="33802" y="12226"/>
                  </a:cubicBezTo>
                  <a:lnTo>
                    <a:pt x="13569" y="15794"/>
                  </a:lnTo>
                  <a:lnTo>
                    <a:pt x="17616" y="36183"/>
                  </a:lnTo>
                  <a:cubicBezTo>
                    <a:pt x="18235" y="39528"/>
                    <a:pt x="16071" y="42753"/>
                    <a:pt x="12760" y="43421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A201957A-E676-094E-9DCA-127603B7D911}"/>
                </a:ext>
              </a:extLst>
            </p:cNvPr>
            <p:cNvSpPr/>
            <p:nvPr/>
          </p:nvSpPr>
          <p:spPr>
            <a:xfrm>
              <a:off x="5833439" y="2521726"/>
              <a:ext cx="39191" cy="43573"/>
            </a:xfrm>
            <a:custGeom>
              <a:avLst/>
              <a:gdLst>
                <a:gd name="connsiteX0" fmla="*/ 6597 w 39191"/>
                <a:gd name="connsiteY0" fmla="*/ 43552 h 43573"/>
                <a:gd name="connsiteX1" fmla="*/ 21 w 39191"/>
                <a:gd name="connsiteY1" fmla="*/ 37945 h 43573"/>
                <a:gd name="connsiteX2" fmla="*/ 5585 w 39191"/>
                <a:gd name="connsiteY2" fmla="*/ 31319 h 43573"/>
                <a:gd name="connsiteX3" fmla="*/ 25818 w 39191"/>
                <a:gd name="connsiteY3" fmla="*/ 27751 h 43573"/>
                <a:gd name="connsiteX4" fmla="*/ 21771 w 39191"/>
                <a:gd name="connsiteY4" fmla="*/ 7362 h 43573"/>
                <a:gd name="connsiteX5" fmla="*/ 26627 w 39191"/>
                <a:gd name="connsiteY5" fmla="*/ 124 h 43573"/>
                <a:gd name="connsiteX6" fmla="*/ 33786 w 39191"/>
                <a:gd name="connsiteY6" fmla="*/ 4897 h 43573"/>
                <a:gd name="connsiteX7" fmla="*/ 33810 w 39191"/>
                <a:gd name="connsiteY7" fmla="*/ 5018 h 43573"/>
                <a:gd name="connsiteX8" fmla="*/ 39070 w 39191"/>
                <a:gd name="connsiteY8" fmla="*/ 31319 h 43573"/>
                <a:gd name="connsiteX9" fmla="*/ 38058 w 39191"/>
                <a:gd name="connsiteY9" fmla="*/ 36008 h 43573"/>
                <a:gd name="connsiteX10" fmla="*/ 34113 w 39191"/>
                <a:gd name="connsiteY10" fmla="*/ 38659 h 43573"/>
                <a:gd name="connsiteX11" fmla="*/ 7710 w 39191"/>
                <a:gd name="connsiteY11" fmla="*/ 43552 h 43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191" h="43573">
                  <a:moveTo>
                    <a:pt x="6597" y="43552"/>
                  </a:moveTo>
                  <a:cubicBezTo>
                    <a:pt x="3245" y="43834"/>
                    <a:pt x="301" y="41323"/>
                    <a:pt x="21" y="37945"/>
                  </a:cubicBezTo>
                  <a:cubicBezTo>
                    <a:pt x="-258" y="34567"/>
                    <a:pt x="2233" y="31600"/>
                    <a:pt x="5585" y="31319"/>
                  </a:cubicBezTo>
                  <a:lnTo>
                    <a:pt x="25818" y="27751"/>
                  </a:lnTo>
                  <a:lnTo>
                    <a:pt x="21771" y="7362"/>
                  </a:lnTo>
                  <a:cubicBezTo>
                    <a:pt x="21152" y="4017"/>
                    <a:pt x="23316" y="792"/>
                    <a:pt x="26627" y="124"/>
                  </a:cubicBezTo>
                  <a:cubicBezTo>
                    <a:pt x="29912" y="-550"/>
                    <a:pt x="33117" y="1587"/>
                    <a:pt x="33786" y="4897"/>
                  </a:cubicBezTo>
                  <a:cubicBezTo>
                    <a:pt x="33794" y="4937"/>
                    <a:pt x="33802" y="4977"/>
                    <a:pt x="33810" y="5018"/>
                  </a:cubicBezTo>
                  <a:lnTo>
                    <a:pt x="39070" y="31319"/>
                  </a:lnTo>
                  <a:cubicBezTo>
                    <a:pt x="39406" y="32956"/>
                    <a:pt x="39038" y="34660"/>
                    <a:pt x="38058" y="36008"/>
                  </a:cubicBezTo>
                  <a:cubicBezTo>
                    <a:pt x="37163" y="37403"/>
                    <a:pt x="35735" y="38362"/>
                    <a:pt x="34113" y="38659"/>
                  </a:cubicBezTo>
                  <a:lnTo>
                    <a:pt x="7710" y="43552"/>
                  </a:ln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89" name="Graphic 36">
            <a:extLst>
              <a:ext uri="{FF2B5EF4-FFF2-40B4-BE49-F238E27FC236}">
                <a16:creationId xmlns:a16="http://schemas.microsoft.com/office/drawing/2014/main" id="{4C1FB9B2-49AE-7D43-A532-CEF021C671B4}"/>
              </a:ext>
            </a:extLst>
          </p:cNvPr>
          <p:cNvGrpSpPr/>
          <p:nvPr/>
        </p:nvGrpSpPr>
        <p:grpSpPr>
          <a:xfrm>
            <a:off x="5542969" y="4817566"/>
            <a:ext cx="339598" cy="339568"/>
            <a:chOff x="5771433" y="2260014"/>
            <a:chExt cx="339598" cy="339568"/>
          </a:xfrm>
          <a:solidFill>
            <a:srgbClr val="FFFFFF"/>
          </a:solidFill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32EE70B-F52B-E645-8B4F-E0C1DF60DF49}"/>
                </a:ext>
              </a:extLst>
            </p:cNvPr>
            <p:cNvSpPr/>
            <p:nvPr/>
          </p:nvSpPr>
          <p:spPr>
            <a:xfrm>
              <a:off x="5935008" y="2260015"/>
              <a:ext cx="175972" cy="175971"/>
            </a:xfrm>
            <a:custGeom>
              <a:avLst/>
              <a:gdLst>
                <a:gd name="connsiteX0" fmla="*/ 48261 w 175972"/>
                <a:gd name="connsiteY0" fmla="*/ 175971 h 175971"/>
                <a:gd name="connsiteX1" fmla="*/ 6199 w 175972"/>
                <a:gd name="connsiteY1" fmla="*/ 175971 h 175971"/>
                <a:gd name="connsiteX2" fmla="*/ 1 w 175972"/>
                <a:gd name="connsiteY2" fmla="*/ 169774 h 175971"/>
                <a:gd name="connsiteX3" fmla="*/ 1 w 175972"/>
                <a:gd name="connsiteY3" fmla="*/ 111760 h 175971"/>
                <a:gd name="connsiteX4" fmla="*/ 5894 w 175972"/>
                <a:gd name="connsiteY4" fmla="*/ 101600 h 175971"/>
                <a:gd name="connsiteX5" fmla="*/ 18289 w 175972"/>
                <a:gd name="connsiteY5" fmla="*/ 100990 h 175971"/>
                <a:gd name="connsiteX6" fmla="*/ 52217 w 175972"/>
                <a:gd name="connsiteY6" fmla="*/ 89190 h 175971"/>
                <a:gd name="connsiteX7" fmla="*/ 54154 w 175972"/>
                <a:gd name="connsiteY7" fmla="*/ 72644 h 175971"/>
                <a:gd name="connsiteX8" fmla="*/ 24120 w 175972"/>
                <a:gd name="connsiteY8" fmla="*/ 53203 h 175971"/>
                <a:gd name="connsiteX9" fmla="*/ 18188 w 175972"/>
                <a:gd name="connsiteY9" fmla="*/ 55270 h 175971"/>
                <a:gd name="connsiteX10" fmla="*/ 1308 w 175972"/>
                <a:gd name="connsiteY10" fmla="*/ 49569 h 175971"/>
                <a:gd name="connsiteX11" fmla="*/ 1 w 175972"/>
                <a:gd name="connsiteY11" fmla="*/ 43790 h 175971"/>
                <a:gd name="connsiteX12" fmla="*/ 1 w 175972"/>
                <a:gd name="connsiteY12" fmla="*/ 6198 h 175971"/>
                <a:gd name="connsiteX13" fmla="*/ 6199 w 175972"/>
                <a:gd name="connsiteY13" fmla="*/ 0 h 175971"/>
                <a:gd name="connsiteX14" fmla="*/ 150471 w 175972"/>
                <a:gd name="connsiteY14" fmla="*/ 0 h 175971"/>
                <a:gd name="connsiteX15" fmla="*/ 175973 w 175972"/>
                <a:gd name="connsiteY15" fmla="*/ 25502 h 175971"/>
                <a:gd name="connsiteX16" fmla="*/ 175973 w 175972"/>
                <a:gd name="connsiteY16" fmla="*/ 46431 h 175971"/>
                <a:gd name="connsiteX17" fmla="*/ 169034 w 175972"/>
                <a:gd name="connsiteY17" fmla="*/ 51786 h 175971"/>
                <a:gd name="connsiteX18" fmla="*/ 163679 w 175972"/>
                <a:gd name="connsiteY18" fmla="*/ 46431 h 175971"/>
                <a:gd name="connsiteX19" fmla="*/ 163679 w 175972"/>
                <a:gd name="connsiteY19" fmla="*/ 25502 h 175971"/>
                <a:gd name="connsiteX20" fmla="*/ 150471 w 175972"/>
                <a:gd name="connsiteY20" fmla="*/ 12294 h 175971"/>
                <a:gd name="connsiteX21" fmla="*/ 12397 w 175972"/>
                <a:gd name="connsiteY21" fmla="*/ 12294 h 175971"/>
                <a:gd name="connsiteX22" fmla="*/ 12397 w 175972"/>
                <a:gd name="connsiteY22" fmla="*/ 43790 h 175971"/>
                <a:gd name="connsiteX23" fmla="*/ 37390 w 175972"/>
                <a:gd name="connsiteY23" fmla="*/ 40640 h 175971"/>
                <a:gd name="connsiteX24" fmla="*/ 66245 w 175972"/>
                <a:gd name="connsiteY24" fmla="*/ 69494 h 175971"/>
                <a:gd name="connsiteX25" fmla="*/ 58625 w 175972"/>
                <a:gd name="connsiteY25" fmla="*/ 101600 h 175971"/>
                <a:gd name="connsiteX26" fmla="*/ 29465 w 175972"/>
                <a:gd name="connsiteY26" fmla="*/ 115621 h 175971"/>
                <a:gd name="connsiteX27" fmla="*/ 12905 w 175972"/>
                <a:gd name="connsiteY27" fmla="*/ 111760 h 175971"/>
                <a:gd name="connsiteX28" fmla="*/ 12397 w 175972"/>
                <a:gd name="connsiteY28" fmla="*/ 163474 h 175971"/>
                <a:gd name="connsiteX29" fmla="*/ 48261 w 175972"/>
                <a:gd name="connsiteY29" fmla="*/ 163474 h 175971"/>
                <a:gd name="connsiteX30" fmla="*/ 54459 w 175972"/>
                <a:gd name="connsiteY30" fmla="*/ 169672 h 175971"/>
                <a:gd name="connsiteX31" fmla="*/ 48261 w 175972"/>
                <a:gd name="connsiteY31" fmla="*/ 175870 h 17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75972" h="175971">
                  <a:moveTo>
                    <a:pt x="48261" y="175971"/>
                  </a:moveTo>
                  <a:lnTo>
                    <a:pt x="6199" y="175971"/>
                  </a:lnTo>
                  <a:cubicBezTo>
                    <a:pt x="2776" y="175971"/>
                    <a:pt x="1" y="173196"/>
                    <a:pt x="1" y="169774"/>
                  </a:cubicBezTo>
                  <a:lnTo>
                    <a:pt x="1" y="111760"/>
                  </a:lnTo>
                  <a:cubicBezTo>
                    <a:pt x="170" y="107609"/>
                    <a:pt x="2375" y="103808"/>
                    <a:pt x="5894" y="101600"/>
                  </a:cubicBezTo>
                  <a:cubicBezTo>
                    <a:pt x="9645" y="99274"/>
                    <a:pt x="14329" y="99043"/>
                    <a:pt x="18289" y="100990"/>
                  </a:cubicBezTo>
                  <a:cubicBezTo>
                    <a:pt x="30917" y="107101"/>
                    <a:pt x="46107" y="101817"/>
                    <a:pt x="52217" y="89190"/>
                  </a:cubicBezTo>
                  <a:cubicBezTo>
                    <a:pt x="54704" y="84049"/>
                    <a:pt x="55387" y="78220"/>
                    <a:pt x="54154" y="72644"/>
                  </a:cubicBezTo>
                  <a:cubicBezTo>
                    <a:pt x="51229" y="58982"/>
                    <a:pt x="37782" y="50277"/>
                    <a:pt x="24120" y="53203"/>
                  </a:cubicBezTo>
                  <a:cubicBezTo>
                    <a:pt x="22064" y="53643"/>
                    <a:pt x="20072" y="54337"/>
                    <a:pt x="18188" y="55270"/>
                  </a:cubicBezTo>
                  <a:cubicBezTo>
                    <a:pt x="11952" y="58357"/>
                    <a:pt x="4395" y="55805"/>
                    <a:pt x="1308" y="49569"/>
                  </a:cubicBezTo>
                  <a:cubicBezTo>
                    <a:pt x="419" y="47774"/>
                    <a:pt x="-29" y="45793"/>
                    <a:pt x="1" y="43790"/>
                  </a:cubicBezTo>
                  <a:lnTo>
                    <a:pt x="1" y="6198"/>
                  </a:lnTo>
                  <a:cubicBezTo>
                    <a:pt x="1" y="2775"/>
                    <a:pt x="2776" y="0"/>
                    <a:pt x="6199" y="0"/>
                  </a:cubicBezTo>
                  <a:lnTo>
                    <a:pt x="150471" y="0"/>
                  </a:lnTo>
                  <a:cubicBezTo>
                    <a:pt x="164532" y="56"/>
                    <a:pt x="175917" y="11441"/>
                    <a:pt x="175973" y="25502"/>
                  </a:cubicBezTo>
                  <a:lnTo>
                    <a:pt x="175973" y="46431"/>
                  </a:lnTo>
                  <a:cubicBezTo>
                    <a:pt x="175535" y="49826"/>
                    <a:pt x="172429" y="52223"/>
                    <a:pt x="169034" y="51786"/>
                  </a:cubicBezTo>
                  <a:cubicBezTo>
                    <a:pt x="166239" y="51426"/>
                    <a:pt x="164039" y="49226"/>
                    <a:pt x="163679" y="46431"/>
                  </a:cubicBezTo>
                  <a:lnTo>
                    <a:pt x="163679" y="25502"/>
                  </a:lnTo>
                  <a:cubicBezTo>
                    <a:pt x="163624" y="18230"/>
                    <a:pt x="157743" y="12349"/>
                    <a:pt x="150471" y="12294"/>
                  </a:cubicBezTo>
                  <a:lnTo>
                    <a:pt x="12397" y="12294"/>
                  </a:lnTo>
                  <a:lnTo>
                    <a:pt x="12397" y="43790"/>
                  </a:lnTo>
                  <a:cubicBezTo>
                    <a:pt x="20172" y="40077"/>
                    <a:pt x="28937" y="38973"/>
                    <a:pt x="37390" y="40640"/>
                  </a:cubicBezTo>
                  <a:cubicBezTo>
                    <a:pt x="51833" y="43770"/>
                    <a:pt x="63114" y="55052"/>
                    <a:pt x="66245" y="69494"/>
                  </a:cubicBezTo>
                  <a:cubicBezTo>
                    <a:pt x="68681" y="80798"/>
                    <a:pt x="65880" y="92597"/>
                    <a:pt x="58625" y="101600"/>
                  </a:cubicBezTo>
                  <a:cubicBezTo>
                    <a:pt x="51489" y="110396"/>
                    <a:pt x="40792" y="115540"/>
                    <a:pt x="29465" y="115621"/>
                  </a:cubicBezTo>
                  <a:cubicBezTo>
                    <a:pt x="23718" y="115657"/>
                    <a:pt x="18044" y="114334"/>
                    <a:pt x="12905" y="111760"/>
                  </a:cubicBezTo>
                  <a:lnTo>
                    <a:pt x="12397" y="163474"/>
                  </a:lnTo>
                  <a:lnTo>
                    <a:pt x="48261" y="163474"/>
                  </a:lnTo>
                  <a:cubicBezTo>
                    <a:pt x="51684" y="163474"/>
                    <a:pt x="54459" y="166249"/>
                    <a:pt x="54459" y="169672"/>
                  </a:cubicBezTo>
                  <a:cubicBezTo>
                    <a:pt x="54459" y="173095"/>
                    <a:pt x="51684" y="175870"/>
                    <a:pt x="48261" y="175870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CE874AA4-54FF-404D-9711-1B31AA67688B}"/>
                </a:ext>
              </a:extLst>
            </p:cNvPr>
            <p:cNvSpPr/>
            <p:nvPr/>
          </p:nvSpPr>
          <p:spPr>
            <a:xfrm>
              <a:off x="6098636" y="2376367"/>
              <a:ext cx="12395" cy="34726"/>
            </a:xfrm>
            <a:custGeom>
              <a:avLst/>
              <a:gdLst>
                <a:gd name="connsiteX0" fmla="*/ 6148 w 12395"/>
                <a:gd name="connsiteY0" fmla="*/ 34727 h 34726"/>
                <a:gd name="connsiteX1" fmla="*/ 51 w 12395"/>
                <a:gd name="connsiteY1" fmla="*/ 28632 h 34726"/>
                <a:gd name="connsiteX2" fmla="*/ 52 w 12395"/>
                <a:gd name="connsiteY2" fmla="*/ 28529 h 34726"/>
                <a:gd name="connsiteX3" fmla="*/ 51 w 12395"/>
                <a:gd name="connsiteY3" fmla="*/ 6990 h 34726"/>
                <a:gd name="connsiteX4" fmla="*/ 5406 w 12395"/>
                <a:gd name="connsiteY4" fmla="*/ 51 h 34726"/>
                <a:gd name="connsiteX5" fmla="*/ 12345 w 12395"/>
                <a:gd name="connsiteY5" fmla="*/ 5406 h 34726"/>
                <a:gd name="connsiteX6" fmla="*/ 12345 w 12395"/>
                <a:gd name="connsiteY6" fmla="*/ 6990 h 34726"/>
                <a:gd name="connsiteX7" fmla="*/ 12345 w 12395"/>
                <a:gd name="connsiteY7" fmla="*/ 28529 h 34726"/>
                <a:gd name="connsiteX8" fmla="*/ 6147 w 12395"/>
                <a:gd name="connsiteY8" fmla="*/ 34727 h 3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5" h="34726">
                  <a:moveTo>
                    <a:pt x="6148" y="34727"/>
                  </a:moveTo>
                  <a:cubicBezTo>
                    <a:pt x="2781" y="34727"/>
                    <a:pt x="51" y="31999"/>
                    <a:pt x="51" y="28632"/>
                  </a:cubicBezTo>
                  <a:cubicBezTo>
                    <a:pt x="51" y="28598"/>
                    <a:pt x="51" y="28564"/>
                    <a:pt x="52" y="28529"/>
                  </a:cubicBezTo>
                  <a:lnTo>
                    <a:pt x="51" y="6990"/>
                  </a:lnTo>
                  <a:cubicBezTo>
                    <a:pt x="-386" y="3595"/>
                    <a:pt x="2012" y="489"/>
                    <a:pt x="5406" y="51"/>
                  </a:cubicBezTo>
                  <a:cubicBezTo>
                    <a:pt x="8801" y="-386"/>
                    <a:pt x="11908" y="2012"/>
                    <a:pt x="12345" y="5406"/>
                  </a:cubicBezTo>
                  <a:cubicBezTo>
                    <a:pt x="12413" y="5932"/>
                    <a:pt x="12413" y="6464"/>
                    <a:pt x="12345" y="6990"/>
                  </a:cubicBezTo>
                  <a:lnTo>
                    <a:pt x="12345" y="28529"/>
                  </a:lnTo>
                  <a:cubicBezTo>
                    <a:pt x="12345" y="31952"/>
                    <a:pt x="9570" y="34727"/>
                    <a:pt x="6147" y="34727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90474A61-B99D-5947-9FC4-5989D1E89EAA}"/>
                </a:ext>
              </a:extLst>
            </p:cNvPr>
            <p:cNvSpPr/>
            <p:nvPr/>
          </p:nvSpPr>
          <p:spPr>
            <a:xfrm>
              <a:off x="6098636" y="2299456"/>
              <a:ext cx="12395" cy="34626"/>
            </a:xfrm>
            <a:custGeom>
              <a:avLst/>
              <a:gdLst>
                <a:gd name="connsiteX0" fmla="*/ 6148 w 12395"/>
                <a:gd name="connsiteY0" fmla="*/ 34625 h 34626"/>
                <a:gd name="connsiteX1" fmla="*/ 52 w 12395"/>
                <a:gd name="connsiteY1" fmla="*/ 28529 h 34626"/>
                <a:gd name="connsiteX2" fmla="*/ 51 w 12395"/>
                <a:gd name="connsiteY2" fmla="*/ 6990 h 34626"/>
                <a:gd name="connsiteX3" fmla="*/ 5406 w 12395"/>
                <a:gd name="connsiteY3" fmla="*/ 51 h 34626"/>
                <a:gd name="connsiteX4" fmla="*/ 12345 w 12395"/>
                <a:gd name="connsiteY4" fmla="*/ 5406 h 34626"/>
                <a:gd name="connsiteX5" fmla="*/ 12345 w 12395"/>
                <a:gd name="connsiteY5" fmla="*/ 6990 h 34626"/>
                <a:gd name="connsiteX6" fmla="*/ 12345 w 12395"/>
                <a:gd name="connsiteY6" fmla="*/ 28529 h 34626"/>
                <a:gd name="connsiteX7" fmla="*/ 6250 w 12395"/>
                <a:gd name="connsiteY7" fmla="*/ 34626 h 34626"/>
                <a:gd name="connsiteX8" fmla="*/ 6147 w 12395"/>
                <a:gd name="connsiteY8" fmla="*/ 34625 h 3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95" h="34626">
                  <a:moveTo>
                    <a:pt x="6148" y="34625"/>
                  </a:moveTo>
                  <a:cubicBezTo>
                    <a:pt x="2781" y="34625"/>
                    <a:pt x="52" y="31896"/>
                    <a:pt x="52" y="28529"/>
                  </a:cubicBezTo>
                  <a:lnTo>
                    <a:pt x="51" y="6990"/>
                  </a:lnTo>
                  <a:cubicBezTo>
                    <a:pt x="-386" y="3595"/>
                    <a:pt x="2012" y="489"/>
                    <a:pt x="5406" y="51"/>
                  </a:cubicBezTo>
                  <a:cubicBezTo>
                    <a:pt x="8801" y="-386"/>
                    <a:pt x="11908" y="2012"/>
                    <a:pt x="12345" y="5406"/>
                  </a:cubicBezTo>
                  <a:cubicBezTo>
                    <a:pt x="12413" y="5932"/>
                    <a:pt x="12413" y="6464"/>
                    <a:pt x="12345" y="6990"/>
                  </a:cubicBezTo>
                  <a:lnTo>
                    <a:pt x="12345" y="28529"/>
                  </a:lnTo>
                  <a:cubicBezTo>
                    <a:pt x="12346" y="31896"/>
                    <a:pt x="9617" y="34626"/>
                    <a:pt x="6250" y="34626"/>
                  </a:cubicBezTo>
                  <a:cubicBezTo>
                    <a:pt x="6216" y="34626"/>
                    <a:pt x="6182" y="34626"/>
                    <a:pt x="6147" y="34625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CAF51E8-BCFC-1144-A743-282EC5C2F24A}"/>
                </a:ext>
              </a:extLst>
            </p:cNvPr>
            <p:cNvSpPr/>
            <p:nvPr/>
          </p:nvSpPr>
          <p:spPr>
            <a:xfrm>
              <a:off x="6064245" y="2399490"/>
              <a:ext cx="46735" cy="36495"/>
            </a:xfrm>
            <a:custGeom>
              <a:avLst/>
              <a:gdLst>
                <a:gd name="connsiteX0" fmla="*/ 40538 w 46735"/>
                <a:gd name="connsiteY0" fmla="*/ 36496 h 36495"/>
                <a:gd name="connsiteX1" fmla="*/ 6198 w 46735"/>
                <a:gd name="connsiteY1" fmla="*/ 36496 h 36495"/>
                <a:gd name="connsiteX2" fmla="*/ 0 w 46735"/>
                <a:gd name="connsiteY2" fmla="*/ 30298 h 36495"/>
                <a:gd name="connsiteX3" fmla="*/ 6198 w 46735"/>
                <a:gd name="connsiteY3" fmla="*/ 24101 h 36495"/>
                <a:gd name="connsiteX4" fmla="*/ 34442 w 46735"/>
                <a:gd name="connsiteY4" fmla="*/ 24101 h 36495"/>
                <a:gd name="connsiteX5" fmla="*/ 34442 w 46735"/>
                <a:gd name="connsiteY5" fmla="*/ 5406 h 36495"/>
                <a:gd name="connsiteX6" fmla="*/ 41381 w 46735"/>
                <a:gd name="connsiteY6" fmla="*/ 51 h 36495"/>
                <a:gd name="connsiteX7" fmla="*/ 46736 w 46735"/>
                <a:gd name="connsiteY7" fmla="*/ 5406 h 36495"/>
                <a:gd name="connsiteX8" fmla="*/ 46736 w 46735"/>
                <a:gd name="connsiteY8" fmla="*/ 30298 h 36495"/>
                <a:gd name="connsiteX9" fmla="*/ 40538 w 46735"/>
                <a:gd name="connsiteY9" fmla="*/ 36496 h 3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735" h="36495">
                  <a:moveTo>
                    <a:pt x="40538" y="36496"/>
                  </a:moveTo>
                  <a:lnTo>
                    <a:pt x="6198" y="36496"/>
                  </a:lnTo>
                  <a:cubicBezTo>
                    <a:pt x="2775" y="36496"/>
                    <a:pt x="0" y="33721"/>
                    <a:pt x="0" y="30298"/>
                  </a:cubicBezTo>
                  <a:cubicBezTo>
                    <a:pt x="0" y="26876"/>
                    <a:pt x="2775" y="24101"/>
                    <a:pt x="6198" y="24101"/>
                  </a:cubicBezTo>
                  <a:lnTo>
                    <a:pt x="34442" y="24101"/>
                  </a:lnTo>
                  <a:lnTo>
                    <a:pt x="34442" y="5406"/>
                  </a:lnTo>
                  <a:cubicBezTo>
                    <a:pt x="34880" y="2012"/>
                    <a:pt x="37986" y="-386"/>
                    <a:pt x="41381" y="51"/>
                  </a:cubicBezTo>
                  <a:cubicBezTo>
                    <a:pt x="44176" y="412"/>
                    <a:pt x="46376" y="2612"/>
                    <a:pt x="46736" y="5406"/>
                  </a:cubicBezTo>
                  <a:lnTo>
                    <a:pt x="46736" y="30298"/>
                  </a:lnTo>
                  <a:cubicBezTo>
                    <a:pt x="46736" y="33721"/>
                    <a:pt x="43961" y="36496"/>
                    <a:pt x="40538" y="3649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A4925007-52B1-674C-A604-B27AFE55DAD1}"/>
                </a:ext>
              </a:extLst>
            </p:cNvPr>
            <p:cNvSpPr/>
            <p:nvPr/>
          </p:nvSpPr>
          <p:spPr>
            <a:xfrm>
              <a:off x="5935009" y="2423386"/>
              <a:ext cx="175869" cy="176175"/>
            </a:xfrm>
            <a:custGeom>
              <a:avLst/>
              <a:gdLst>
                <a:gd name="connsiteX0" fmla="*/ 150470 w 175869"/>
                <a:gd name="connsiteY0" fmla="*/ 176176 h 176175"/>
                <a:gd name="connsiteX1" fmla="*/ 6198 w 175869"/>
                <a:gd name="connsiteY1" fmla="*/ 176176 h 176175"/>
                <a:gd name="connsiteX2" fmla="*/ 0 w 175869"/>
                <a:gd name="connsiteY2" fmla="*/ 169978 h 176175"/>
                <a:gd name="connsiteX3" fmla="*/ 0 w 175869"/>
                <a:gd name="connsiteY3" fmla="*/ 128525 h 176175"/>
                <a:gd name="connsiteX4" fmla="*/ 6095 w 175869"/>
                <a:gd name="connsiteY4" fmla="*/ 122428 h 176175"/>
                <a:gd name="connsiteX5" fmla="*/ 6198 w 175869"/>
                <a:gd name="connsiteY5" fmla="*/ 122429 h 176175"/>
                <a:gd name="connsiteX6" fmla="*/ 12395 w 175869"/>
                <a:gd name="connsiteY6" fmla="*/ 128525 h 176175"/>
                <a:gd name="connsiteX7" fmla="*/ 12395 w 175869"/>
                <a:gd name="connsiteY7" fmla="*/ 163882 h 176175"/>
                <a:gd name="connsiteX8" fmla="*/ 150470 w 175869"/>
                <a:gd name="connsiteY8" fmla="*/ 163882 h 176175"/>
                <a:gd name="connsiteX9" fmla="*/ 163678 w 175869"/>
                <a:gd name="connsiteY9" fmla="*/ 150674 h 176175"/>
                <a:gd name="connsiteX10" fmla="*/ 163678 w 175869"/>
                <a:gd name="connsiteY10" fmla="*/ 12600 h 176175"/>
                <a:gd name="connsiteX11" fmla="*/ 129032 w 175869"/>
                <a:gd name="connsiteY11" fmla="*/ 12600 h 176175"/>
                <a:gd name="connsiteX12" fmla="*/ 132080 w 175869"/>
                <a:gd name="connsiteY12" fmla="*/ 37796 h 176175"/>
                <a:gd name="connsiteX13" fmla="*/ 87307 w 175869"/>
                <a:gd name="connsiteY13" fmla="*/ 66991 h 176175"/>
                <a:gd name="connsiteX14" fmla="*/ 57302 w 175869"/>
                <a:gd name="connsiteY14" fmla="*/ 29668 h 176175"/>
                <a:gd name="connsiteX15" fmla="*/ 61366 w 175869"/>
                <a:gd name="connsiteY15" fmla="*/ 12904 h 176175"/>
                <a:gd name="connsiteX16" fmla="*/ 12395 w 175869"/>
                <a:gd name="connsiteY16" fmla="*/ 12396 h 176175"/>
                <a:gd name="connsiteX17" fmla="*/ 12395 w 175869"/>
                <a:gd name="connsiteY17" fmla="*/ 47144 h 176175"/>
                <a:gd name="connsiteX18" fmla="*/ 6198 w 175869"/>
                <a:gd name="connsiteY18" fmla="*/ 53240 h 176175"/>
                <a:gd name="connsiteX19" fmla="*/ 1 w 175869"/>
                <a:gd name="connsiteY19" fmla="*/ 47246 h 176175"/>
                <a:gd name="connsiteX20" fmla="*/ 0 w 175869"/>
                <a:gd name="connsiteY20" fmla="*/ 47144 h 176175"/>
                <a:gd name="connsiteX21" fmla="*/ 0 w 175869"/>
                <a:gd name="connsiteY21" fmla="*/ 6504 h 176175"/>
                <a:gd name="connsiteX22" fmla="*/ 6198 w 175869"/>
                <a:gd name="connsiteY22" fmla="*/ 306 h 176175"/>
                <a:gd name="connsiteX23" fmla="*/ 61163 w 175869"/>
                <a:gd name="connsiteY23" fmla="*/ 306 h 176175"/>
                <a:gd name="connsiteX24" fmla="*/ 71831 w 175869"/>
                <a:gd name="connsiteY24" fmla="*/ 6300 h 176175"/>
                <a:gd name="connsiteX25" fmla="*/ 71831 w 175869"/>
                <a:gd name="connsiteY25" fmla="*/ 18696 h 176175"/>
                <a:gd name="connsiteX26" fmla="*/ 70104 w 175869"/>
                <a:gd name="connsiteY26" fmla="*/ 29668 h 176175"/>
                <a:gd name="connsiteX27" fmla="*/ 95724 w 175869"/>
                <a:gd name="connsiteY27" fmla="*/ 55051 h 176175"/>
                <a:gd name="connsiteX28" fmla="*/ 100584 w 175869"/>
                <a:gd name="connsiteY28" fmla="*/ 54560 h 176175"/>
                <a:gd name="connsiteX29" fmla="*/ 119947 w 175869"/>
                <a:gd name="connsiteY29" fmla="*/ 24305 h 176175"/>
                <a:gd name="connsiteX30" fmla="*/ 117856 w 175869"/>
                <a:gd name="connsiteY30" fmla="*/ 18391 h 176175"/>
                <a:gd name="connsiteX31" fmla="*/ 118364 w 175869"/>
                <a:gd name="connsiteY31" fmla="*/ 5996 h 176175"/>
                <a:gd name="connsiteX32" fmla="*/ 129032 w 175869"/>
                <a:gd name="connsiteY32" fmla="*/ 1 h 176175"/>
                <a:gd name="connsiteX33" fmla="*/ 169672 w 175869"/>
                <a:gd name="connsiteY33" fmla="*/ 1 h 176175"/>
                <a:gd name="connsiteX34" fmla="*/ 175870 w 175869"/>
                <a:gd name="connsiteY34" fmla="*/ 6199 h 176175"/>
                <a:gd name="connsiteX35" fmla="*/ 175870 w 175869"/>
                <a:gd name="connsiteY35" fmla="*/ 150471 h 176175"/>
                <a:gd name="connsiteX36" fmla="*/ 150470 w 175869"/>
                <a:gd name="connsiteY36" fmla="*/ 176176 h 176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75869" h="176175">
                  <a:moveTo>
                    <a:pt x="150470" y="176176"/>
                  </a:moveTo>
                  <a:lnTo>
                    <a:pt x="6198" y="176176"/>
                  </a:lnTo>
                  <a:cubicBezTo>
                    <a:pt x="2775" y="176176"/>
                    <a:pt x="0" y="173401"/>
                    <a:pt x="0" y="169978"/>
                  </a:cubicBezTo>
                  <a:lnTo>
                    <a:pt x="0" y="128525"/>
                  </a:lnTo>
                  <a:cubicBezTo>
                    <a:pt x="0" y="125158"/>
                    <a:pt x="2728" y="122429"/>
                    <a:pt x="6095" y="122428"/>
                  </a:cubicBezTo>
                  <a:cubicBezTo>
                    <a:pt x="6129" y="122428"/>
                    <a:pt x="6163" y="122429"/>
                    <a:pt x="6198" y="122429"/>
                  </a:cubicBezTo>
                  <a:cubicBezTo>
                    <a:pt x="9581" y="122429"/>
                    <a:pt x="12340" y="125142"/>
                    <a:pt x="12395" y="128525"/>
                  </a:cubicBezTo>
                  <a:lnTo>
                    <a:pt x="12395" y="163882"/>
                  </a:lnTo>
                  <a:lnTo>
                    <a:pt x="150470" y="163882"/>
                  </a:lnTo>
                  <a:cubicBezTo>
                    <a:pt x="157741" y="163827"/>
                    <a:pt x="163622" y="157945"/>
                    <a:pt x="163678" y="150674"/>
                  </a:cubicBezTo>
                  <a:lnTo>
                    <a:pt x="163678" y="12600"/>
                  </a:lnTo>
                  <a:lnTo>
                    <a:pt x="129032" y="12600"/>
                  </a:lnTo>
                  <a:cubicBezTo>
                    <a:pt x="132712" y="20458"/>
                    <a:pt x="133780" y="29287"/>
                    <a:pt x="132080" y="37796"/>
                  </a:cubicBezTo>
                  <a:cubicBezTo>
                    <a:pt x="127778" y="58222"/>
                    <a:pt x="107733" y="71293"/>
                    <a:pt x="87307" y="66991"/>
                  </a:cubicBezTo>
                  <a:cubicBezTo>
                    <a:pt x="69694" y="63282"/>
                    <a:pt x="57141" y="47667"/>
                    <a:pt x="57302" y="29668"/>
                  </a:cubicBezTo>
                  <a:cubicBezTo>
                    <a:pt x="57309" y="23837"/>
                    <a:pt x="58702" y="18091"/>
                    <a:pt x="61366" y="12904"/>
                  </a:cubicBezTo>
                  <a:lnTo>
                    <a:pt x="12395" y="12396"/>
                  </a:lnTo>
                  <a:lnTo>
                    <a:pt x="12395" y="47144"/>
                  </a:lnTo>
                  <a:cubicBezTo>
                    <a:pt x="12340" y="50527"/>
                    <a:pt x="9581" y="53240"/>
                    <a:pt x="6198" y="53240"/>
                  </a:cubicBezTo>
                  <a:cubicBezTo>
                    <a:pt x="2831" y="53296"/>
                    <a:pt x="57" y="50612"/>
                    <a:pt x="1" y="47246"/>
                  </a:cubicBezTo>
                  <a:cubicBezTo>
                    <a:pt x="0" y="47212"/>
                    <a:pt x="0" y="47178"/>
                    <a:pt x="0" y="47144"/>
                  </a:cubicBezTo>
                  <a:lnTo>
                    <a:pt x="0" y="6504"/>
                  </a:lnTo>
                  <a:cubicBezTo>
                    <a:pt x="0" y="3081"/>
                    <a:pt x="2775" y="306"/>
                    <a:pt x="6198" y="306"/>
                  </a:cubicBezTo>
                  <a:lnTo>
                    <a:pt x="61163" y="306"/>
                  </a:lnTo>
                  <a:cubicBezTo>
                    <a:pt x="65526" y="287"/>
                    <a:pt x="69578" y="2564"/>
                    <a:pt x="71831" y="6300"/>
                  </a:cubicBezTo>
                  <a:cubicBezTo>
                    <a:pt x="74004" y="10146"/>
                    <a:pt x="74004" y="14850"/>
                    <a:pt x="71831" y="18696"/>
                  </a:cubicBezTo>
                  <a:cubicBezTo>
                    <a:pt x="70412" y="22170"/>
                    <a:pt x="69820" y="25926"/>
                    <a:pt x="70104" y="29668"/>
                  </a:cubicBezTo>
                  <a:cubicBezTo>
                    <a:pt x="70170" y="43752"/>
                    <a:pt x="81640" y="55116"/>
                    <a:pt x="95724" y="55051"/>
                  </a:cubicBezTo>
                  <a:cubicBezTo>
                    <a:pt x="97356" y="55043"/>
                    <a:pt x="98983" y="54879"/>
                    <a:pt x="100584" y="54560"/>
                  </a:cubicBezTo>
                  <a:cubicBezTo>
                    <a:pt x="114286" y="51553"/>
                    <a:pt x="122955" y="38007"/>
                    <a:pt x="119947" y="24305"/>
                  </a:cubicBezTo>
                  <a:cubicBezTo>
                    <a:pt x="119497" y="22255"/>
                    <a:pt x="118795" y="20268"/>
                    <a:pt x="117856" y="18391"/>
                  </a:cubicBezTo>
                  <a:cubicBezTo>
                    <a:pt x="115838" y="14456"/>
                    <a:pt x="116031" y="9752"/>
                    <a:pt x="118364" y="5996"/>
                  </a:cubicBezTo>
                  <a:cubicBezTo>
                    <a:pt x="120587" y="2228"/>
                    <a:pt x="124658" y="-59"/>
                    <a:pt x="129032" y="1"/>
                  </a:cubicBezTo>
                  <a:lnTo>
                    <a:pt x="169672" y="1"/>
                  </a:lnTo>
                  <a:cubicBezTo>
                    <a:pt x="173095" y="1"/>
                    <a:pt x="175870" y="2776"/>
                    <a:pt x="175870" y="6199"/>
                  </a:cubicBezTo>
                  <a:lnTo>
                    <a:pt x="175870" y="150471"/>
                  </a:lnTo>
                  <a:cubicBezTo>
                    <a:pt x="175926" y="164572"/>
                    <a:pt x="164570" y="176064"/>
                    <a:pt x="150470" y="176176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E918E123-459A-8045-B930-B1A7779023D4}"/>
                </a:ext>
              </a:extLst>
            </p:cNvPr>
            <p:cNvSpPr/>
            <p:nvPr/>
          </p:nvSpPr>
          <p:spPr>
            <a:xfrm>
              <a:off x="5771433" y="2423590"/>
              <a:ext cx="176483" cy="175992"/>
            </a:xfrm>
            <a:custGeom>
              <a:avLst/>
              <a:gdLst>
                <a:gd name="connsiteX0" fmla="*/ 169774 w 176483"/>
                <a:gd name="connsiteY0" fmla="*/ 175971 h 175992"/>
                <a:gd name="connsiteX1" fmla="*/ 25502 w 176483"/>
                <a:gd name="connsiteY1" fmla="*/ 175971 h 175992"/>
                <a:gd name="connsiteX2" fmla="*/ 0 w 176483"/>
                <a:gd name="connsiteY2" fmla="*/ 150470 h 175992"/>
                <a:gd name="connsiteX3" fmla="*/ 0 w 176483"/>
                <a:gd name="connsiteY3" fmla="*/ 6198 h 175992"/>
                <a:gd name="connsiteX4" fmla="*/ 6198 w 176483"/>
                <a:gd name="connsiteY4" fmla="*/ 0 h 175992"/>
                <a:gd name="connsiteX5" fmla="*/ 31293 w 176483"/>
                <a:gd name="connsiteY5" fmla="*/ 0 h 175992"/>
                <a:gd name="connsiteX6" fmla="*/ 37490 w 176483"/>
                <a:gd name="connsiteY6" fmla="*/ 6198 h 175992"/>
                <a:gd name="connsiteX7" fmla="*/ 31293 w 176483"/>
                <a:gd name="connsiteY7" fmla="*/ 12395 h 175992"/>
                <a:gd name="connsiteX8" fmla="*/ 12294 w 176483"/>
                <a:gd name="connsiteY8" fmla="*/ 12395 h 175992"/>
                <a:gd name="connsiteX9" fmla="*/ 12294 w 176483"/>
                <a:gd name="connsiteY9" fmla="*/ 150470 h 175992"/>
                <a:gd name="connsiteX10" fmla="*/ 25502 w 176483"/>
                <a:gd name="connsiteY10" fmla="*/ 163678 h 175992"/>
                <a:gd name="connsiteX11" fmla="*/ 163576 w 176483"/>
                <a:gd name="connsiteY11" fmla="*/ 163678 h 175992"/>
                <a:gd name="connsiteX12" fmla="*/ 163576 w 176483"/>
                <a:gd name="connsiteY12" fmla="*/ 119278 h 175992"/>
                <a:gd name="connsiteX13" fmla="*/ 134620 w 176483"/>
                <a:gd name="connsiteY13" fmla="*/ 125070 h 175992"/>
                <a:gd name="connsiteX14" fmla="*/ 104851 w 176483"/>
                <a:gd name="connsiteY14" fmla="*/ 96114 h 175992"/>
                <a:gd name="connsiteX15" fmla="*/ 112471 w 176483"/>
                <a:gd name="connsiteY15" fmla="*/ 64211 h 175992"/>
                <a:gd name="connsiteX16" fmla="*/ 142240 w 176483"/>
                <a:gd name="connsiteY16" fmla="*/ 50292 h 175992"/>
                <a:gd name="connsiteX17" fmla="*/ 163576 w 176483"/>
                <a:gd name="connsiteY17" fmla="*/ 56896 h 175992"/>
                <a:gd name="connsiteX18" fmla="*/ 164084 w 176483"/>
                <a:gd name="connsiteY18" fmla="*/ 12395 h 175992"/>
                <a:gd name="connsiteX19" fmla="*/ 115824 w 176483"/>
                <a:gd name="connsiteY19" fmla="*/ 12395 h 175992"/>
                <a:gd name="connsiteX20" fmla="*/ 109626 w 176483"/>
                <a:gd name="connsiteY20" fmla="*/ 6198 h 175992"/>
                <a:gd name="connsiteX21" fmla="*/ 115824 w 176483"/>
                <a:gd name="connsiteY21" fmla="*/ 0 h 175992"/>
                <a:gd name="connsiteX22" fmla="*/ 169774 w 176483"/>
                <a:gd name="connsiteY22" fmla="*/ 0 h 175992"/>
                <a:gd name="connsiteX23" fmla="*/ 175971 w 176483"/>
                <a:gd name="connsiteY23" fmla="*/ 6198 h 175992"/>
                <a:gd name="connsiteX24" fmla="*/ 175971 w 176483"/>
                <a:gd name="connsiteY24" fmla="*/ 56998 h 175992"/>
                <a:gd name="connsiteX25" fmla="*/ 163271 w 176483"/>
                <a:gd name="connsiteY25" fmla="*/ 69698 h 175992"/>
                <a:gd name="connsiteX26" fmla="*/ 155651 w 176483"/>
                <a:gd name="connsiteY26" fmla="*/ 67158 h 175992"/>
                <a:gd name="connsiteX27" fmla="*/ 142240 w 176483"/>
                <a:gd name="connsiteY27" fmla="*/ 62586 h 175992"/>
                <a:gd name="connsiteX28" fmla="*/ 116937 w 176483"/>
                <a:gd name="connsiteY28" fmla="*/ 88082 h 175992"/>
                <a:gd name="connsiteX29" fmla="*/ 117450 w 176483"/>
                <a:gd name="connsiteY29" fmla="*/ 93066 h 175992"/>
                <a:gd name="connsiteX30" fmla="*/ 147604 w 176483"/>
                <a:gd name="connsiteY30" fmla="*/ 112319 h 175992"/>
                <a:gd name="connsiteX31" fmla="*/ 156566 w 176483"/>
                <a:gd name="connsiteY31" fmla="*/ 108407 h 175992"/>
                <a:gd name="connsiteX32" fmla="*/ 169672 w 176483"/>
                <a:gd name="connsiteY32" fmla="*/ 107594 h 175992"/>
                <a:gd name="connsiteX33" fmla="*/ 176479 w 176483"/>
                <a:gd name="connsiteY33" fmla="*/ 118770 h 175992"/>
                <a:gd name="connsiteX34" fmla="*/ 176479 w 176483"/>
                <a:gd name="connsiteY34" fmla="*/ 169570 h 175992"/>
                <a:gd name="connsiteX35" fmla="*/ 170510 w 176483"/>
                <a:gd name="connsiteY35" fmla="*/ 175988 h 175992"/>
                <a:gd name="connsiteX36" fmla="*/ 169774 w 176483"/>
                <a:gd name="connsiteY36" fmla="*/ 175971 h 17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76483" h="175992">
                  <a:moveTo>
                    <a:pt x="169774" y="175971"/>
                  </a:moveTo>
                  <a:lnTo>
                    <a:pt x="25502" y="175971"/>
                  </a:lnTo>
                  <a:cubicBezTo>
                    <a:pt x="11441" y="175916"/>
                    <a:pt x="56" y="164531"/>
                    <a:pt x="0" y="150470"/>
                  </a:cubicBezTo>
                  <a:lnTo>
                    <a:pt x="0" y="6198"/>
                  </a:lnTo>
                  <a:cubicBezTo>
                    <a:pt x="0" y="2775"/>
                    <a:pt x="2775" y="0"/>
                    <a:pt x="6198" y="0"/>
                  </a:cubicBezTo>
                  <a:lnTo>
                    <a:pt x="31293" y="0"/>
                  </a:lnTo>
                  <a:cubicBezTo>
                    <a:pt x="34716" y="0"/>
                    <a:pt x="37490" y="2775"/>
                    <a:pt x="37490" y="6198"/>
                  </a:cubicBezTo>
                  <a:cubicBezTo>
                    <a:pt x="37490" y="9620"/>
                    <a:pt x="34716" y="12395"/>
                    <a:pt x="31293" y="12395"/>
                  </a:cubicBezTo>
                  <a:lnTo>
                    <a:pt x="12294" y="12395"/>
                  </a:lnTo>
                  <a:lnTo>
                    <a:pt x="12294" y="150470"/>
                  </a:lnTo>
                  <a:cubicBezTo>
                    <a:pt x="12294" y="157764"/>
                    <a:pt x="18207" y="163678"/>
                    <a:pt x="25502" y="163678"/>
                  </a:cubicBezTo>
                  <a:lnTo>
                    <a:pt x="163576" y="163678"/>
                  </a:lnTo>
                  <a:lnTo>
                    <a:pt x="163576" y="119278"/>
                  </a:lnTo>
                  <a:cubicBezTo>
                    <a:pt x="155039" y="124888"/>
                    <a:pt x="144658" y="126964"/>
                    <a:pt x="134620" y="125070"/>
                  </a:cubicBezTo>
                  <a:cubicBezTo>
                    <a:pt x="119782" y="122272"/>
                    <a:pt x="108058" y="110868"/>
                    <a:pt x="104851" y="96114"/>
                  </a:cubicBezTo>
                  <a:cubicBezTo>
                    <a:pt x="102450" y="84874"/>
                    <a:pt x="105250" y="73152"/>
                    <a:pt x="112471" y="64211"/>
                  </a:cubicBezTo>
                  <a:cubicBezTo>
                    <a:pt x="119743" y="55263"/>
                    <a:pt x="130710" y="50134"/>
                    <a:pt x="142240" y="50292"/>
                  </a:cubicBezTo>
                  <a:cubicBezTo>
                    <a:pt x="149865" y="50228"/>
                    <a:pt x="157321" y="52536"/>
                    <a:pt x="163576" y="56896"/>
                  </a:cubicBezTo>
                  <a:lnTo>
                    <a:pt x="164084" y="12395"/>
                  </a:lnTo>
                  <a:lnTo>
                    <a:pt x="115824" y="12395"/>
                  </a:lnTo>
                  <a:cubicBezTo>
                    <a:pt x="112401" y="12395"/>
                    <a:pt x="109626" y="9620"/>
                    <a:pt x="109626" y="6198"/>
                  </a:cubicBezTo>
                  <a:cubicBezTo>
                    <a:pt x="109626" y="2775"/>
                    <a:pt x="112401" y="0"/>
                    <a:pt x="115824" y="0"/>
                  </a:cubicBezTo>
                  <a:lnTo>
                    <a:pt x="169774" y="0"/>
                  </a:lnTo>
                  <a:cubicBezTo>
                    <a:pt x="173174" y="54"/>
                    <a:pt x="175917" y="2798"/>
                    <a:pt x="175971" y="6198"/>
                  </a:cubicBezTo>
                  <a:lnTo>
                    <a:pt x="175971" y="56998"/>
                  </a:lnTo>
                  <a:cubicBezTo>
                    <a:pt x="175971" y="64012"/>
                    <a:pt x="170285" y="69698"/>
                    <a:pt x="163271" y="69698"/>
                  </a:cubicBezTo>
                  <a:cubicBezTo>
                    <a:pt x="160523" y="69698"/>
                    <a:pt x="157850" y="68806"/>
                    <a:pt x="155651" y="67158"/>
                  </a:cubicBezTo>
                  <a:cubicBezTo>
                    <a:pt x="151724" y="64356"/>
                    <a:pt x="147061" y="62767"/>
                    <a:pt x="142240" y="62586"/>
                  </a:cubicBezTo>
                  <a:cubicBezTo>
                    <a:pt x="128212" y="62639"/>
                    <a:pt x="116883" y="74054"/>
                    <a:pt x="116937" y="88082"/>
                  </a:cubicBezTo>
                  <a:cubicBezTo>
                    <a:pt x="116943" y="89756"/>
                    <a:pt x="117115" y="91425"/>
                    <a:pt x="117450" y="93066"/>
                  </a:cubicBezTo>
                  <a:cubicBezTo>
                    <a:pt x="120460" y="106709"/>
                    <a:pt x="133961" y="115330"/>
                    <a:pt x="147604" y="112319"/>
                  </a:cubicBezTo>
                  <a:cubicBezTo>
                    <a:pt x="150817" y="111610"/>
                    <a:pt x="153861" y="110282"/>
                    <a:pt x="156566" y="108407"/>
                  </a:cubicBezTo>
                  <a:cubicBezTo>
                    <a:pt x="160444" y="105723"/>
                    <a:pt x="165491" y="105410"/>
                    <a:pt x="169672" y="107594"/>
                  </a:cubicBezTo>
                  <a:cubicBezTo>
                    <a:pt x="173866" y="109739"/>
                    <a:pt x="176498" y="114060"/>
                    <a:pt x="176479" y="118770"/>
                  </a:cubicBezTo>
                  <a:lnTo>
                    <a:pt x="176479" y="169570"/>
                  </a:lnTo>
                  <a:cubicBezTo>
                    <a:pt x="176603" y="172991"/>
                    <a:pt x="173931" y="175864"/>
                    <a:pt x="170510" y="175988"/>
                  </a:cubicBezTo>
                  <a:cubicBezTo>
                    <a:pt x="170264" y="175997"/>
                    <a:pt x="170019" y="175992"/>
                    <a:pt x="169774" y="17597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DE180AF3-47F2-D941-8B47-EF05075F5FB5}"/>
                </a:ext>
              </a:extLst>
            </p:cNvPr>
            <p:cNvSpPr/>
            <p:nvPr/>
          </p:nvSpPr>
          <p:spPr>
            <a:xfrm>
              <a:off x="5771433" y="2260014"/>
              <a:ext cx="175972" cy="176025"/>
            </a:xfrm>
            <a:custGeom>
              <a:avLst/>
              <a:gdLst>
                <a:gd name="connsiteX0" fmla="*/ 169774 w 175972"/>
                <a:gd name="connsiteY0" fmla="*/ 175971 h 176025"/>
                <a:gd name="connsiteX1" fmla="*/ 103632 w 175972"/>
                <a:gd name="connsiteY1" fmla="*/ 175971 h 176025"/>
                <a:gd name="connsiteX2" fmla="*/ 92659 w 175972"/>
                <a:gd name="connsiteY2" fmla="*/ 169570 h 176025"/>
                <a:gd name="connsiteX3" fmla="*/ 92659 w 175972"/>
                <a:gd name="connsiteY3" fmla="*/ 157378 h 176025"/>
                <a:gd name="connsiteX4" fmla="*/ 95809 w 175972"/>
                <a:gd name="connsiteY4" fmla="*/ 145186 h 176025"/>
                <a:gd name="connsiteX5" fmla="*/ 86462 w 175972"/>
                <a:gd name="connsiteY5" fmla="*/ 125476 h 176025"/>
                <a:gd name="connsiteX6" fmla="*/ 50780 w 175972"/>
                <a:gd name="connsiteY6" fmla="*/ 129612 h 176025"/>
                <a:gd name="connsiteX7" fmla="*/ 45822 w 175972"/>
                <a:gd name="connsiteY7" fmla="*/ 140208 h 176025"/>
                <a:gd name="connsiteX8" fmla="*/ 48362 w 175972"/>
                <a:gd name="connsiteY8" fmla="*/ 157175 h 176025"/>
                <a:gd name="connsiteX9" fmla="*/ 48362 w 175972"/>
                <a:gd name="connsiteY9" fmla="*/ 169774 h 176025"/>
                <a:gd name="connsiteX10" fmla="*/ 37491 w 175972"/>
                <a:gd name="connsiteY10" fmla="*/ 175971 h 176025"/>
                <a:gd name="connsiteX11" fmla="*/ 7011 w 175972"/>
                <a:gd name="connsiteY11" fmla="*/ 175971 h 176025"/>
                <a:gd name="connsiteX12" fmla="*/ 54 w 175972"/>
                <a:gd name="connsiteY12" fmla="*/ 170640 h 176025"/>
                <a:gd name="connsiteX13" fmla="*/ 0 w 175972"/>
                <a:gd name="connsiteY13" fmla="*/ 169774 h 176025"/>
                <a:gd name="connsiteX14" fmla="*/ 0 w 175972"/>
                <a:gd name="connsiteY14" fmla="*/ 25502 h 176025"/>
                <a:gd name="connsiteX15" fmla="*/ 25502 w 175972"/>
                <a:gd name="connsiteY15" fmla="*/ 0 h 176025"/>
                <a:gd name="connsiteX16" fmla="*/ 169774 w 175972"/>
                <a:gd name="connsiteY16" fmla="*/ 0 h 176025"/>
                <a:gd name="connsiteX17" fmla="*/ 175971 w 175972"/>
                <a:gd name="connsiteY17" fmla="*/ 6198 h 176025"/>
                <a:gd name="connsiteX18" fmla="*/ 175971 w 175972"/>
                <a:gd name="connsiteY18" fmla="*/ 36678 h 176025"/>
                <a:gd name="connsiteX19" fmla="*/ 169774 w 175972"/>
                <a:gd name="connsiteY19" fmla="*/ 42875 h 176025"/>
                <a:gd name="connsiteX20" fmla="*/ 163576 w 175972"/>
                <a:gd name="connsiteY20" fmla="*/ 36678 h 176025"/>
                <a:gd name="connsiteX21" fmla="*/ 163576 w 175972"/>
                <a:gd name="connsiteY21" fmla="*/ 12294 h 176025"/>
                <a:gd name="connsiteX22" fmla="*/ 25502 w 175972"/>
                <a:gd name="connsiteY22" fmla="*/ 12294 h 176025"/>
                <a:gd name="connsiteX23" fmla="*/ 12294 w 175972"/>
                <a:gd name="connsiteY23" fmla="*/ 25502 h 176025"/>
                <a:gd name="connsiteX24" fmla="*/ 12294 w 175972"/>
                <a:gd name="connsiteY24" fmla="*/ 163576 h 176025"/>
                <a:gd name="connsiteX25" fmla="*/ 36881 w 175972"/>
                <a:gd name="connsiteY25" fmla="*/ 163576 h 176025"/>
                <a:gd name="connsiteX26" fmla="*/ 33223 w 175972"/>
                <a:gd name="connsiteY26" fmla="*/ 137871 h 176025"/>
                <a:gd name="connsiteX27" fmla="*/ 77991 w 175972"/>
                <a:gd name="connsiteY27" fmla="*/ 108668 h 176025"/>
                <a:gd name="connsiteX28" fmla="*/ 108001 w 175972"/>
                <a:gd name="connsiteY28" fmla="*/ 145186 h 176025"/>
                <a:gd name="connsiteX29" fmla="*/ 103226 w 175972"/>
                <a:gd name="connsiteY29" fmla="*/ 163474 h 176025"/>
                <a:gd name="connsiteX30" fmla="*/ 163576 w 175972"/>
                <a:gd name="connsiteY30" fmla="*/ 163474 h 176025"/>
                <a:gd name="connsiteX31" fmla="*/ 163576 w 175972"/>
                <a:gd name="connsiteY31" fmla="*/ 118770 h 176025"/>
                <a:gd name="connsiteX32" fmla="*/ 169774 w 175972"/>
                <a:gd name="connsiteY32" fmla="*/ 112573 h 176025"/>
                <a:gd name="connsiteX33" fmla="*/ 175971 w 175972"/>
                <a:gd name="connsiteY33" fmla="*/ 118770 h 176025"/>
                <a:gd name="connsiteX34" fmla="*/ 175971 w 175972"/>
                <a:gd name="connsiteY34" fmla="*/ 169570 h 176025"/>
                <a:gd name="connsiteX35" fmla="*/ 169775 w 175972"/>
                <a:gd name="connsiteY35" fmla="*/ 175971 h 176025"/>
                <a:gd name="connsiteX36" fmla="*/ 169774 w 175972"/>
                <a:gd name="connsiteY36" fmla="*/ 175971 h 17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75972" h="176025">
                  <a:moveTo>
                    <a:pt x="169774" y="175971"/>
                  </a:moveTo>
                  <a:lnTo>
                    <a:pt x="103632" y="175971"/>
                  </a:lnTo>
                  <a:cubicBezTo>
                    <a:pt x="99099" y="175931"/>
                    <a:pt x="94926" y="173496"/>
                    <a:pt x="92659" y="169570"/>
                  </a:cubicBezTo>
                  <a:cubicBezTo>
                    <a:pt x="90482" y="165798"/>
                    <a:pt x="90482" y="161151"/>
                    <a:pt x="92659" y="157378"/>
                  </a:cubicBezTo>
                  <a:cubicBezTo>
                    <a:pt x="94763" y="153662"/>
                    <a:pt x="95850" y="149457"/>
                    <a:pt x="95809" y="145186"/>
                  </a:cubicBezTo>
                  <a:cubicBezTo>
                    <a:pt x="95788" y="137551"/>
                    <a:pt x="92361" y="130324"/>
                    <a:pt x="86462" y="125476"/>
                  </a:cubicBezTo>
                  <a:cubicBezTo>
                    <a:pt x="75466" y="116765"/>
                    <a:pt x="59491" y="118616"/>
                    <a:pt x="50780" y="129612"/>
                  </a:cubicBezTo>
                  <a:cubicBezTo>
                    <a:pt x="48325" y="132710"/>
                    <a:pt x="46627" y="136338"/>
                    <a:pt x="45822" y="140208"/>
                  </a:cubicBezTo>
                  <a:cubicBezTo>
                    <a:pt x="44700" y="145988"/>
                    <a:pt x="45597" y="151977"/>
                    <a:pt x="48362" y="157175"/>
                  </a:cubicBezTo>
                  <a:cubicBezTo>
                    <a:pt x="50592" y="161079"/>
                    <a:pt x="50592" y="165870"/>
                    <a:pt x="48362" y="169774"/>
                  </a:cubicBezTo>
                  <a:cubicBezTo>
                    <a:pt x="46108" y="173636"/>
                    <a:pt x="41962" y="175999"/>
                    <a:pt x="37491" y="175971"/>
                  </a:cubicBezTo>
                  <a:lnTo>
                    <a:pt x="7011" y="175971"/>
                  </a:lnTo>
                  <a:cubicBezTo>
                    <a:pt x="3617" y="176420"/>
                    <a:pt x="503" y="174033"/>
                    <a:pt x="54" y="170640"/>
                  </a:cubicBezTo>
                  <a:cubicBezTo>
                    <a:pt x="16" y="170353"/>
                    <a:pt x="-2" y="170063"/>
                    <a:pt x="0" y="169774"/>
                  </a:cubicBezTo>
                  <a:lnTo>
                    <a:pt x="0" y="25502"/>
                  </a:lnTo>
                  <a:cubicBezTo>
                    <a:pt x="56" y="11441"/>
                    <a:pt x="11441" y="56"/>
                    <a:pt x="25502" y="0"/>
                  </a:cubicBezTo>
                  <a:lnTo>
                    <a:pt x="169774" y="0"/>
                  </a:lnTo>
                  <a:cubicBezTo>
                    <a:pt x="173197" y="0"/>
                    <a:pt x="175971" y="2775"/>
                    <a:pt x="175971" y="6198"/>
                  </a:cubicBezTo>
                  <a:lnTo>
                    <a:pt x="175971" y="36678"/>
                  </a:lnTo>
                  <a:cubicBezTo>
                    <a:pt x="175971" y="40100"/>
                    <a:pt x="173197" y="42875"/>
                    <a:pt x="169774" y="42875"/>
                  </a:cubicBezTo>
                  <a:cubicBezTo>
                    <a:pt x="166351" y="42875"/>
                    <a:pt x="163576" y="40100"/>
                    <a:pt x="163576" y="36678"/>
                  </a:cubicBezTo>
                  <a:lnTo>
                    <a:pt x="163576" y="12294"/>
                  </a:lnTo>
                  <a:lnTo>
                    <a:pt x="25502" y="12294"/>
                  </a:lnTo>
                  <a:cubicBezTo>
                    <a:pt x="18207" y="12294"/>
                    <a:pt x="12294" y="18207"/>
                    <a:pt x="12294" y="25502"/>
                  </a:cubicBezTo>
                  <a:lnTo>
                    <a:pt x="12294" y="163576"/>
                  </a:lnTo>
                  <a:lnTo>
                    <a:pt x="36881" y="163576"/>
                  </a:lnTo>
                  <a:cubicBezTo>
                    <a:pt x="32884" y="155638"/>
                    <a:pt x="31599" y="146609"/>
                    <a:pt x="33223" y="137871"/>
                  </a:cubicBezTo>
                  <a:cubicBezTo>
                    <a:pt x="37522" y="117445"/>
                    <a:pt x="57565" y="104370"/>
                    <a:pt x="77991" y="108668"/>
                  </a:cubicBezTo>
                  <a:cubicBezTo>
                    <a:pt x="95311" y="112313"/>
                    <a:pt x="107782" y="127489"/>
                    <a:pt x="108001" y="145186"/>
                  </a:cubicBezTo>
                  <a:cubicBezTo>
                    <a:pt x="108011" y="151592"/>
                    <a:pt x="106366" y="157891"/>
                    <a:pt x="103226" y="163474"/>
                  </a:cubicBezTo>
                  <a:lnTo>
                    <a:pt x="163576" y="163474"/>
                  </a:lnTo>
                  <a:lnTo>
                    <a:pt x="163576" y="118770"/>
                  </a:lnTo>
                  <a:cubicBezTo>
                    <a:pt x="163576" y="115348"/>
                    <a:pt x="166351" y="112573"/>
                    <a:pt x="169774" y="112573"/>
                  </a:cubicBezTo>
                  <a:cubicBezTo>
                    <a:pt x="173197" y="112573"/>
                    <a:pt x="175971" y="115348"/>
                    <a:pt x="175971" y="118770"/>
                  </a:cubicBezTo>
                  <a:lnTo>
                    <a:pt x="175971" y="169570"/>
                  </a:lnTo>
                  <a:cubicBezTo>
                    <a:pt x="176028" y="173049"/>
                    <a:pt x="173254" y="175915"/>
                    <a:pt x="169775" y="175971"/>
                  </a:cubicBezTo>
                  <a:cubicBezTo>
                    <a:pt x="169775" y="175971"/>
                    <a:pt x="169774" y="175971"/>
                    <a:pt x="169774" y="175971"/>
                  </a:cubicBezTo>
                  <a:close/>
                </a:path>
              </a:pathLst>
            </a:custGeom>
            <a:grpFill/>
            <a:ln w="101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97" name="Graphic 38">
            <a:extLst>
              <a:ext uri="{FF2B5EF4-FFF2-40B4-BE49-F238E27FC236}">
                <a16:creationId xmlns:a16="http://schemas.microsoft.com/office/drawing/2014/main" id="{26BB5EAC-0A8F-6B45-ACD5-24440A3C6798}"/>
              </a:ext>
            </a:extLst>
          </p:cNvPr>
          <p:cNvGrpSpPr/>
          <p:nvPr/>
        </p:nvGrpSpPr>
        <p:grpSpPr>
          <a:xfrm>
            <a:off x="6764805" y="2552490"/>
            <a:ext cx="363012" cy="299824"/>
            <a:chOff x="5757464" y="2279857"/>
            <a:chExt cx="363012" cy="299824"/>
          </a:xfrm>
          <a:solidFill>
            <a:srgbClr val="FFFFFF"/>
          </a:solidFill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DFA82AD-5067-D44B-9569-A004AFF71A74}"/>
                </a:ext>
              </a:extLst>
            </p:cNvPr>
            <p:cNvSpPr/>
            <p:nvPr/>
          </p:nvSpPr>
          <p:spPr>
            <a:xfrm>
              <a:off x="5757464" y="2279857"/>
              <a:ext cx="363012" cy="220281"/>
            </a:xfrm>
            <a:custGeom>
              <a:avLst/>
              <a:gdLst>
                <a:gd name="connsiteX0" fmla="*/ 286010 w 363012"/>
                <a:gd name="connsiteY0" fmla="*/ 220230 h 220281"/>
                <a:gd name="connsiteX1" fmla="*/ 228932 w 363012"/>
                <a:gd name="connsiteY1" fmla="*/ 220230 h 220281"/>
                <a:gd name="connsiteX2" fmla="*/ 221845 w 363012"/>
                <a:gd name="connsiteY2" fmla="*/ 214898 h 220281"/>
                <a:gd name="connsiteX3" fmla="*/ 227315 w 363012"/>
                <a:gd name="connsiteY3" fmla="*/ 207989 h 220281"/>
                <a:gd name="connsiteX4" fmla="*/ 228932 w 363012"/>
                <a:gd name="connsiteY4" fmla="*/ 207989 h 220281"/>
                <a:gd name="connsiteX5" fmla="*/ 286010 w 363012"/>
                <a:gd name="connsiteY5" fmla="*/ 207989 h 220281"/>
                <a:gd name="connsiteX6" fmla="*/ 350592 w 363012"/>
                <a:gd name="connsiteY6" fmla="*/ 145301 h 220281"/>
                <a:gd name="connsiteX7" fmla="*/ 286283 w 363012"/>
                <a:gd name="connsiteY7" fmla="*/ 82346 h 220281"/>
                <a:gd name="connsiteX8" fmla="*/ 254877 w 363012"/>
                <a:gd name="connsiteY8" fmla="*/ 90237 h 220281"/>
                <a:gd name="connsiteX9" fmla="*/ 248339 w 363012"/>
                <a:gd name="connsiteY9" fmla="*/ 90237 h 220281"/>
                <a:gd name="connsiteX10" fmla="*/ 245537 w 363012"/>
                <a:gd name="connsiteY10" fmla="*/ 84470 h 220281"/>
                <a:gd name="connsiteX11" fmla="*/ 246159 w 363012"/>
                <a:gd name="connsiteY11" fmla="*/ 76479 h 220281"/>
                <a:gd name="connsiteX12" fmla="*/ 181714 w 363012"/>
                <a:gd name="connsiteY12" fmla="*/ 13657 h 220281"/>
                <a:gd name="connsiteX13" fmla="*/ 117268 w 363012"/>
                <a:gd name="connsiteY13" fmla="*/ 76479 h 220281"/>
                <a:gd name="connsiteX14" fmla="*/ 117787 w 363012"/>
                <a:gd name="connsiteY14" fmla="*/ 84470 h 220281"/>
                <a:gd name="connsiteX15" fmla="*/ 115089 w 363012"/>
                <a:gd name="connsiteY15" fmla="*/ 90237 h 220281"/>
                <a:gd name="connsiteX16" fmla="*/ 108551 w 363012"/>
                <a:gd name="connsiteY16" fmla="*/ 90237 h 220281"/>
                <a:gd name="connsiteX17" fmla="*/ 20930 w 363012"/>
                <a:gd name="connsiteY17" fmla="*/ 114686 h 220281"/>
                <a:gd name="connsiteX18" fmla="*/ 46012 w 363012"/>
                <a:gd name="connsiteY18" fmla="*/ 200099 h 220281"/>
                <a:gd name="connsiteX19" fmla="*/ 77418 w 363012"/>
                <a:gd name="connsiteY19" fmla="*/ 207989 h 220281"/>
                <a:gd name="connsiteX20" fmla="*/ 134495 w 363012"/>
                <a:gd name="connsiteY20" fmla="*/ 207989 h 220281"/>
                <a:gd name="connsiteX21" fmla="*/ 141583 w 363012"/>
                <a:gd name="connsiteY21" fmla="*/ 213321 h 220281"/>
                <a:gd name="connsiteX22" fmla="*/ 136113 w 363012"/>
                <a:gd name="connsiteY22" fmla="*/ 220230 h 220281"/>
                <a:gd name="connsiteX23" fmla="*/ 134495 w 363012"/>
                <a:gd name="connsiteY23" fmla="*/ 220230 h 220281"/>
                <a:gd name="connsiteX24" fmla="*/ 77003 w 363012"/>
                <a:gd name="connsiteY24" fmla="*/ 220230 h 220281"/>
                <a:gd name="connsiteX25" fmla="*/ 0 w 363012"/>
                <a:gd name="connsiteY25" fmla="*/ 145168 h 220281"/>
                <a:gd name="connsiteX26" fmla="*/ 77003 w 363012"/>
                <a:gd name="connsiteY26" fmla="*/ 70105 h 220281"/>
                <a:gd name="connsiteX27" fmla="*/ 104504 w 363012"/>
                <a:gd name="connsiteY27" fmla="*/ 75062 h 220281"/>
                <a:gd name="connsiteX28" fmla="*/ 181506 w 363012"/>
                <a:gd name="connsiteY28" fmla="*/ 0 h 220281"/>
                <a:gd name="connsiteX29" fmla="*/ 258509 w 363012"/>
                <a:gd name="connsiteY29" fmla="*/ 75062 h 220281"/>
                <a:gd name="connsiteX30" fmla="*/ 286010 w 363012"/>
                <a:gd name="connsiteY30" fmla="*/ 70105 h 220281"/>
                <a:gd name="connsiteX31" fmla="*/ 363012 w 363012"/>
                <a:gd name="connsiteY31" fmla="*/ 145168 h 220281"/>
                <a:gd name="connsiteX32" fmla="*/ 286010 w 363012"/>
                <a:gd name="connsiteY32" fmla="*/ 220230 h 22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3012" h="220281">
                  <a:moveTo>
                    <a:pt x="286010" y="220230"/>
                  </a:moveTo>
                  <a:lnTo>
                    <a:pt x="228932" y="220230"/>
                  </a:lnTo>
                  <a:cubicBezTo>
                    <a:pt x="225465" y="220665"/>
                    <a:pt x="222292" y="218278"/>
                    <a:pt x="221845" y="214898"/>
                  </a:cubicBezTo>
                  <a:cubicBezTo>
                    <a:pt x="221398" y="211518"/>
                    <a:pt x="223847" y="208425"/>
                    <a:pt x="227315" y="207989"/>
                  </a:cubicBezTo>
                  <a:cubicBezTo>
                    <a:pt x="227852" y="207922"/>
                    <a:pt x="228395" y="207922"/>
                    <a:pt x="228932" y="207989"/>
                  </a:cubicBezTo>
                  <a:lnTo>
                    <a:pt x="286010" y="207989"/>
                  </a:lnTo>
                  <a:cubicBezTo>
                    <a:pt x="321602" y="208063"/>
                    <a:pt x="350516" y="179996"/>
                    <a:pt x="350592" y="145301"/>
                  </a:cubicBezTo>
                  <a:cubicBezTo>
                    <a:pt x="350667" y="110605"/>
                    <a:pt x="321875" y="82420"/>
                    <a:pt x="286283" y="82346"/>
                  </a:cubicBezTo>
                  <a:cubicBezTo>
                    <a:pt x="275295" y="82324"/>
                    <a:pt x="264484" y="85040"/>
                    <a:pt x="254877" y="90237"/>
                  </a:cubicBezTo>
                  <a:cubicBezTo>
                    <a:pt x="252873" y="91442"/>
                    <a:pt x="250343" y="91442"/>
                    <a:pt x="248339" y="90237"/>
                  </a:cubicBezTo>
                  <a:cubicBezTo>
                    <a:pt x="246379" y="88971"/>
                    <a:pt x="245300" y="86750"/>
                    <a:pt x="245537" y="84470"/>
                  </a:cubicBezTo>
                  <a:cubicBezTo>
                    <a:pt x="245925" y="81823"/>
                    <a:pt x="246133" y="79153"/>
                    <a:pt x="246159" y="76479"/>
                  </a:cubicBezTo>
                  <a:cubicBezTo>
                    <a:pt x="246159" y="41783"/>
                    <a:pt x="217306" y="13657"/>
                    <a:pt x="181714" y="13657"/>
                  </a:cubicBezTo>
                  <a:cubicBezTo>
                    <a:pt x="146121" y="13657"/>
                    <a:pt x="117268" y="41783"/>
                    <a:pt x="117268" y="76479"/>
                  </a:cubicBezTo>
                  <a:cubicBezTo>
                    <a:pt x="117268" y="78906"/>
                    <a:pt x="117268" y="81435"/>
                    <a:pt x="117787" y="84470"/>
                  </a:cubicBezTo>
                  <a:cubicBezTo>
                    <a:pt x="118095" y="86738"/>
                    <a:pt x="117047" y="88977"/>
                    <a:pt x="115089" y="90237"/>
                  </a:cubicBezTo>
                  <a:cubicBezTo>
                    <a:pt x="113085" y="91442"/>
                    <a:pt x="110555" y="91442"/>
                    <a:pt x="108551" y="90237"/>
                  </a:cubicBezTo>
                  <a:cubicBezTo>
                    <a:pt x="77429" y="73402"/>
                    <a:pt x="38200" y="84348"/>
                    <a:pt x="20930" y="114686"/>
                  </a:cubicBezTo>
                  <a:cubicBezTo>
                    <a:pt x="3660" y="145024"/>
                    <a:pt x="14890" y="183264"/>
                    <a:pt x="46012" y="200099"/>
                  </a:cubicBezTo>
                  <a:cubicBezTo>
                    <a:pt x="55619" y="205296"/>
                    <a:pt x="66430" y="208012"/>
                    <a:pt x="77418" y="207989"/>
                  </a:cubicBezTo>
                  <a:lnTo>
                    <a:pt x="134495" y="207989"/>
                  </a:lnTo>
                  <a:cubicBezTo>
                    <a:pt x="137963" y="207554"/>
                    <a:pt x="141136" y="209941"/>
                    <a:pt x="141583" y="213321"/>
                  </a:cubicBezTo>
                  <a:cubicBezTo>
                    <a:pt x="142029" y="216701"/>
                    <a:pt x="139580" y="219794"/>
                    <a:pt x="136113" y="220230"/>
                  </a:cubicBezTo>
                  <a:cubicBezTo>
                    <a:pt x="135576" y="220297"/>
                    <a:pt x="135032" y="220297"/>
                    <a:pt x="134495" y="220230"/>
                  </a:cubicBezTo>
                  <a:lnTo>
                    <a:pt x="77003" y="220230"/>
                  </a:lnTo>
                  <a:cubicBezTo>
                    <a:pt x="34475" y="220230"/>
                    <a:pt x="0" y="186623"/>
                    <a:pt x="0" y="145168"/>
                  </a:cubicBezTo>
                  <a:cubicBezTo>
                    <a:pt x="0" y="103712"/>
                    <a:pt x="34475" y="70105"/>
                    <a:pt x="77003" y="70105"/>
                  </a:cubicBezTo>
                  <a:cubicBezTo>
                    <a:pt x="86407" y="70065"/>
                    <a:pt x="95736" y="71747"/>
                    <a:pt x="104504" y="75062"/>
                  </a:cubicBezTo>
                  <a:cubicBezTo>
                    <a:pt x="104504" y="33607"/>
                    <a:pt x="138979" y="0"/>
                    <a:pt x="181506" y="0"/>
                  </a:cubicBezTo>
                  <a:cubicBezTo>
                    <a:pt x="224034" y="0"/>
                    <a:pt x="258509" y="33607"/>
                    <a:pt x="258509" y="75062"/>
                  </a:cubicBezTo>
                  <a:cubicBezTo>
                    <a:pt x="267277" y="71747"/>
                    <a:pt x="276605" y="70065"/>
                    <a:pt x="286010" y="70105"/>
                  </a:cubicBezTo>
                  <a:cubicBezTo>
                    <a:pt x="328537" y="70105"/>
                    <a:pt x="363012" y="103712"/>
                    <a:pt x="363012" y="145168"/>
                  </a:cubicBezTo>
                  <a:cubicBezTo>
                    <a:pt x="363012" y="186623"/>
                    <a:pt x="328537" y="220230"/>
                    <a:pt x="286010" y="220230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0D8790A0-6177-2E40-A507-DC02CCE6BD05}"/>
                </a:ext>
              </a:extLst>
            </p:cNvPr>
            <p:cNvSpPr/>
            <p:nvPr/>
          </p:nvSpPr>
          <p:spPr>
            <a:xfrm>
              <a:off x="5861954" y="2281029"/>
              <a:ext cx="154018" cy="115670"/>
            </a:xfrm>
            <a:custGeom>
              <a:avLst/>
              <a:gdLst>
                <a:gd name="connsiteX0" fmla="*/ 138244 w 154018"/>
                <a:gd name="connsiteY0" fmla="*/ 115670 h 115670"/>
                <a:gd name="connsiteX1" fmla="*/ 135131 w 154018"/>
                <a:gd name="connsiteY1" fmla="*/ 114861 h 115670"/>
                <a:gd name="connsiteX2" fmla="*/ 132848 w 154018"/>
                <a:gd name="connsiteY2" fmla="*/ 106464 h 115670"/>
                <a:gd name="connsiteX3" fmla="*/ 109203 w 154018"/>
                <a:gd name="connsiteY3" fmla="*/ 20663 h 115670"/>
                <a:gd name="connsiteX4" fmla="*/ 21183 w 154018"/>
                <a:gd name="connsiteY4" fmla="*/ 43712 h 115670"/>
                <a:gd name="connsiteX5" fmla="*/ 21183 w 154018"/>
                <a:gd name="connsiteY5" fmla="*/ 106464 h 115670"/>
                <a:gd name="connsiteX6" fmla="*/ 19088 w 154018"/>
                <a:gd name="connsiteY6" fmla="*/ 114654 h 115670"/>
                <a:gd name="connsiteX7" fmla="*/ 18900 w 154018"/>
                <a:gd name="connsiteY7" fmla="*/ 114760 h 115670"/>
                <a:gd name="connsiteX8" fmla="*/ 10287 w 154018"/>
                <a:gd name="connsiteY8" fmla="*/ 112534 h 115670"/>
                <a:gd name="connsiteX9" fmla="*/ 38588 w 154018"/>
                <a:gd name="connsiteY9" fmla="*/ 10028 h 115670"/>
                <a:gd name="connsiteX10" fmla="*/ 143744 w 154018"/>
                <a:gd name="connsiteY10" fmla="*/ 37616 h 115670"/>
                <a:gd name="connsiteX11" fmla="*/ 143744 w 154018"/>
                <a:gd name="connsiteY11" fmla="*/ 112534 h 115670"/>
                <a:gd name="connsiteX12" fmla="*/ 138244 w 154018"/>
                <a:gd name="connsiteY12" fmla="*/ 115670 h 1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4018" h="115670">
                  <a:moveTo>
                    <a:pt x="138244" y="115670"/>
                  </a:moveTo>
                  <a:cubicBezTo>
                    <a:pt x="137156" y="115642"/>
                    <a:pt x="136089" y="115365"/>
                    <a:pt x="135131" y="114861"/>
                  </a:cubicBezTo>
                  <a:cubicBezTo>
                    <a:pt x="132136" y="113147"/>
                    <a:pt x="131117" y="109400"/>
                    <a:pt x="132848" y="106464"/>
                  </a:cubicBezTo>
                  <a:cubicBezTo>
                    <a:pt x="150624" y="76406"/>
                    <a:pt x="140038" y="37992"/>
                    <a:pt x="109203" y="20663"/>
                  </a:cubicBezTo>
                  <a:cubicBezTo>
                    <a:pt x="78368" y="3335"/>
                    <a:pt x="38960" y="13654"/>
                    <a:pt x="21183" y="43712"/>
                  </a:cubicBezTo>
                  <a:cubicBezTo>
                    <a:pt x="9699" y="63132"/>
                    <a:pt x="9699" y="87045"/>
                    <a:pt x="21183" y="106464"/>
                  </a:cubicBezTo>
                  <a:cubicBezTo>
                    <a:pt x="22925" y="109290"/>
                    <a:pt x="21987" y="112957"/>
                    <a:pt x="19088" y="114654"/>
                  </a:cubicBezTo>
                  <a:cubicBezTo>
                    <a:pt x="19026" y="114691"/>
                    <a:pt x="18963" y="114726"/>
                    <a:pt x="18900" y="114760"/>
                  </a:cubicBezTo>
                  <a:cubicBezTo>
                    <a:pt x="15889" y="116447"/>
                    <a:pt x="12046" y="115454"/>
                    <a:pt x="10287" y="112534"/>
                  </a:cubicBezTo>
                  <a:cubicBezTo>
                    <a:pt x="-10936" y="76610"/>
                    <a:pt x="1735" y="30716"/>
                    <a:pt x="38588" y="10028"/>
                  </a:cubicBezTo>
                  <a:cubicBezTo>
                    <a:pt x="75441" y="-10661"/>
                    <a:pt x="122521" y="1691"/>
                    <a:pt x="143744" y="37616"/>
                  </a:cubicBezTo>
                  <a:cubicBezTo>
                    <a:pt x="157443" y="60803"/>
                    <a:pt x="157443" y="89346"/>
                    <a:pt x="143744" y="112534"/>
                  </a:cubicBezTo>
                  <a:cubicBezTo>
                    <a:pt x="142608" y="114453"/>
                    <a:pt x="140517" y="115645"/>
                    <a:pt x="138244" y="115670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3F720D41-EE61-6F44-9437-218157E745F1}"/>
                </a:ext>
              </a:extLst>
            </p:cNvPr>
            <p:cNvSpPr/>
            <p:nvPr/>
          </p:nvSpPr>
          <p:spPr>
            <a:xfrm>
              <a:off x="5878837" y="2394227"/>
              <a:ext cx="120022" cy="185453"/>
            </a:xfrm>
            <a:custGeom>
              <a:avLst/>
              <a:gdLst>
                <a:gd name="connsiteX0" fmla="*/ 87011 w 120022"/>
                <a:gd name="connsiteY0" fmla="*/ 184664 h 185453"/>
                <a:gd name="connsiteX1" fmla="*/ 80680 w 120022"/>
                <a:gd name="connsiteY1" fmla="*/ 178494 h 185453"/>
                <a:gd name="connsiteX2" fmla="*/ 80680 w 120022"/>
                <a:gd name="connsiteY2" fmla="*/ 67215 h 185453"/>
                <a:gd name="connsiteX3" fmla="*/ 86906 w 120022"/>
                <a:gd name="connsiteY3" fmla="*/ 61145 h 185453"/>
                <a:gd name="connsiteX4" fmla="*/ 87011 w 120022"/>
                <a:gd name="connsiteY4" fmla="*/ 61146 h 185453"/>
                <a:gd name="connsiteX5" fmla="*/ 100087 w 120022"/>
                <a:gd name="connsiteY5" fmla="*/ 61146 h 185453"/>
                <a:gd name="connsiteX6" fmla="*/ 60133 w 120022"/>
                <a:gd name="connsiteY6" fmla="*/ 15825 h 185453"/>
                <a:gd name="connsiteX7" fmla="*/ 20075 w 120022"/>
                <a:gd name="connsiteY7" fmla="*/ 61146 h 185453"/>
                <a:gd name="connsiteX8" fmla="*/ 33254 w 120022"/>
                <a:gd name="connsiteY8" fmla="*/ 61146 h 185453"/>
                <a:gd name="connsiteX9" fmla="*/ 39584 w 120022"/>
                <a:gd name="connsiteY9" fmla="*/ 67113 h 185453"/>
                <a:gd name="connsiteX10" fmla="*/ 39585 w 120022"/>
                <a:gd name="connsiteY10" fmla="*/ 67215 h 185453"/>
                <a:gd name="connsiteX11" fmla="*/ 39585 w 120022"/>
                <a:gd name="connsiteY11" fmla="*/ 178494 h 185453"/>
                <a:gd name="connsiteX12" fmla="*/ 34115 w 120022"/>
                <a:gd name="connsiteY12" fmla="*/ 185402 h 185453"/>
                <a:gd name="connsiteX13" fmla="*/ 27028 w 120022"/>
                <a:gd name="connsiteY13" fmla="*/ 180070 h 185453"/>
                <a:gd name="connsiteX14" fmla="*/ 27028 w 120022"/>
                <a:gd name="connsiteY14" fmla="*/ 178494 h 185453"/>
                <a:gd name="connsiteX15" fmla="*/ 27028 w 120022"/>
                <a:gd name="connsiteY15" fmla="*/ 72880 h 185453"/>
                <a:gd name="connsiteX16" fmla="*/ 6272 w 120022"/>
                <a:gd name="connsiteY16" fmla="*/ 72880 h 185453"/>
                <a:gd name="connsiteX17" fmla="*/ 564 w 120022"/>
                <a:gd name="connsiteY17" fmla="*/ 69238 h 185453"/>
                <a:gd name="connsiteX18" fmla="*/ 1498 w 120022"/>
                <a:gd name="connsiteY18" fmla="*/ 62764 h 185453"/>
                <a:gd name="connsiteX19" fmla="*/ 55255 w 120022"/>
                <a:gd name="connsiteY19" fmla="*/ 2067 h 185453"/>
                <a:gd name="connsiteX20" fmla="*/ 64343 w 120022"/>
                <a:gd name="connsiteY20" fmla="*/ 1619 h 185453"/>
                <a:gd name="connsiteX21" fmla="*/ 64803 w 120022"/>
                <a:gd name="connsiteY21" fmla="*/ 2067 h 185453"/>
                <a:gd name="connsiteX22" fmla="*/ 118455 w 120022"/>
                <a:gd name="connsiteY22" fmla="*/ 62764 h 185453"/>
                <a:gd name="connsiteX23" fmla="*/ 119493 w 120022"/>
                <a:gd name="connsiteY23" fmla="*/ 69238 h 185453"/>
                <a:gd name="connsiteX24" fmla="*/ 113682 w 120022"/>
                <a:gd name="connsiteY24" fmla="*/ 72880 h 185453"/>
                <a:gd name="connsiteX25" fmla="*/ 92926 w 120022"/>
                <a:gd name="connsiteY25" fmla="*/ 72880 h 185453"/>
                <a:gd name="connsiteX26" fmla="*/ 92926 w 120022"/>
                <a:gd name="connsiteY26" fmla="*/ 178494 h 185453"/>
                <a:gd name="connsiteX27" fmla="*/ 87011 w 120022"/>
                <a:gd name="connsiteY27" fmla="*/ 184664 h 185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022" h="185453">
                  <a:moveTo>
                    <a:pt x="87011" y="184664"/>
                  </a:moveTo>
                  <a:cubicBezTo>
                    <a:pt x="83515" y="184664"/>
                    <a:pt x="80680" y="181902"/>
                    <a:pt x="80680" y="178494"/>
                  </a:cubicBezTo>
                  <a:lnTo>
                    <a:pt x="80680" y="67215"/>
                  </a:lnTo>
                  <a:cubicBezTo>
                    <a:pt x="80680" y="63863"/>
                    <a:pt x="83467" y="61145"/>
                    <a:pt x="86906" y="61145"/>
                  </a:cubicBezTo>
                  <a:cubicBezTo>
                    <a:pt x="86941" y="61145"/>
                    <a:pt x="86976" y="61145"/>
                    <a:pt x="87011" y="61146"/>
                  </a:cubicBezTo>
                  <a:lnTo>
                    <a:pt x="100087" y="61146"/>
                  </a:lnTo>
                  <a:lnTo>
                    <a:pt x="60133" y="15825"/>
                  </a:lnTo>
                  <a:lnTo>
                    <a:pt x="20075" y="61146"/>
                  </a:lnTo>
                  <a:lnTo>
                    <a:pt x="33254" y="61146"/>
                  </a:lnTo>
                  <a:cubicBezTo>
                    <a:pt x="36693" y="61090"/>
                    <a:pt x="39526" y="63761"/>
                    <a:pt x="39584" y="67113"/>
                  </a:cubicBezTo>
                  <a:cubicBezTo>
                    <a:pt x="39584" y="67147"/>
                    <a:pt x="39585" y="67181"/>
                    <a:pt x="39585" y="67215"/>
                  </a:cubicBezTo>
                  <a:lnTo>
                    <a:pt x="39585" y="178494"/>
                  </a:lnTo>
                  <a:cubicBezTo>
                    <a:pt x="40031" y="181874"/>
                    <a:pt x="37583" y="184967"/>
                    <a:pt x="34115" y="185402"/>
                  </a:cubicBezTo>
                  <a:cubicBezTo>
                    <a:pt x="30647" y="185838"/>
                    <a:pt x="27474" y="183451"/>
                    <a:pt x="27028" y="180070"/>
                  </a:cubicBezTo>
                  <a:cubicBezTo>
                    <a:pt x="26958" y="179547"/>
                    <a:pt x="26958" y="179017"/>
                    <a:pt x="27028" y="178494"/>
                  </a:cubicBezTo>
                  <a:lnTo>
                    <a:pt x="27028" y="72880"/>
                  </a:lnTo>
                  <a:lnTo>
                    <a:pt x="6272" y="72880"/>
                  </a:lnTo>
                  <a:cubicBezTo>
                    <a:pt x="3804" y="72855"/>
                    <a:pt x="1576" y="71433"/>
                    <a:pt x="564" y="69238"/>
                  </a:cubicBezTo>
                  <a:cubicBezTo>
                    <a:pt x="-445" y="67087"/>
                    <a:pt x="-81" y="64560"/>
                    <a:pt x="1498" y="62764"/>
                  </a:cubicBezTo>
                  <a:lnTo>
                    <a:pt x="55255" y="2067"/>
                  </a:lnTo>
                  <a:cubicBezTo>
                    <a:pt x="57638" y="-503"/>
                    <a:pt x="61706" y="-704"/>
                    <a:pt x="64343" y="1619"/>
                  </a:cubicBezTo>
                  <a:cubicBezTo>
                    <a:pt x="64504" y="1760"/>
                    <a:pt x="64657" y="1910"/>
                    <a:pt x="64803" y="2067"/>
                  </a:cubicBezTo>
                  <a:lnTo>
                    <a:pt x="118455" y="62764"/>
                  </a:lnTo>
                  <a:cubicBezTo>
                    <a:pt x="120069" y="64539"/>
                    <a:pt x="120475" y="67068"/>
                    <a:pt x="119493" y="69238"/>
                  </a:cubicBezTo>
                  <a:cubicBezTo>
                    <a:pt x="118445" y="71449"/>
                    <a:pt x="116180" y="72869"/>
                    <a:pt x="113682" y="72880"/>
                  </a:cubicBezTo>
                  <a:lnTo>
                    <a:pt x="92926" y="72880"/>
                  </a:lnTo>
                  <a:lnTo>
                    <a:pt x="92926" y="178494"/>
                  </a:lnTo>
                  <a:cubicBezTo>
                    <a:pt x="92986" y="181770"/>
                    <a:pt x="90368" y="184501"/>
                    <a:pt x="87011" y="184664"/>
                  </a:cubicBezTo>
                  <a:close/>
                </a:path>
              </a:pathLst>
            </a:custGeom>
            <a:grpFill/>
            <a:ln w="10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01" name="Graphic 40">
            <a:extLst>
              <a:ext uri="{FF2B5EF4-FFF2-40B4-BE49-F238E27FC236}">
                <a16:creationId xmlns:a16="http://schemas.microsoft.com/office/drawing/2014/main" id="{6BFBF8B2-C544-F54D-A28D-377AB3094084}"/>
              </a:ext>
            </a:extLst>
          </p:cNvPr>
          <p:cNvGrpSpPr/>
          <p:nvPr/>
        </p:nvGrpSpPr>
        <p:grpSpPr>
          <a:xfrm>
            <a:off x="6635799" y="4583227"/>
            <a:ext cx="375279" cy="379662"/>
            <a:chOff x="5750489" y="2238830"/>
            <a:chExt cx="375279" cy="379662"/>
          </a:xfrm>
          <a:solidFill>
            <a:srgbClr val="FFFFFF"/>
          </a:solidFill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CE3E740E-7423-2F43-8347-CBF68D1F1D36}"/>
                </a:ext>
              </a:extLst>
            </p:cNvPr>
            <p:cNvSpPr/>
            <p:nvPr/>
          </p:nvSpPr>
          <p:spPr>
            <a:xfrm>
              <a:off x="5922253" y="2300429"/>
              <a:ext cx="12335" cy="311946"/>
            </a:xfrm>
            <a:custGeom>
              <a:avLst/>
              <a:gdLst>
                <a:gd name="connsiteX0" fmla="*/ 0 w 12335"/>
                <a:gd name="connsiteY0" fmla="*/ 0 h 311946"/>
                <a:gd name="connsiteX1" fmla="*/ 12335 w 12335"/>
                <a:gd name="connsiteY1" fmla="*/ 0 h 311946"/>
                <a:gd name="connsiteX2" fmla="*/ 12335 w 12335"/>
                <a:gd name="connsiteY2" fmla="*/ 311946 h 311946"/>
                <a:gd name="connsiteX3" fmla="*/ 0 w 12335"/>
                <a:gd name="connsiteY3" fmla="*/ 311946 h 311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35" h="311946">
                  <a:moveTo>
                    <a:pt x="0" y="0"/>
                  </a:moveTo>
                  <a:lnTo>
                    <a:pt x="12335" y="0"/>
                  </a:lnTo>
                  <a:lnTo>
                    <a:pt x="12335" y="311946"/>
                  </a:lnTo>
                  <a:lnTo>
                    <a:pt x="0" y="311946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B44EBA4E-1C3E-214F-A9A0-9B4CB66071AD}"/>
                </a:ext>
              </a:extLst>
            </p:cNvPr>
            <p:cNvSpPr/>
            <p:nvPr/>
          </p:nvSpPr>
          <p:spPr>
            <a:xfrm>
              <a:off x="5857213" y="2450184"/>
              <a:ext cx="227231" cy="12335"/>
            </a:xfrm>
            <a:custGeom>
              <a:avLst/>
              <a:gdLst>
                <a:gd name="connsiteX0" fmla="*/ 0 w 227231"/>
                <a:gd name="connsiteY0" fmla="*/ 0 h 12335"/>
                <a:gd name="connsiteX1" fmla="*/ 227232 w 227231"/>
                <a:gd name="connsiteY1" fmla="*/ 0 h 12335"/>
                <a:gd name="connsiteX2" fmla="*/ 227232 w 227231"/>
                <a:gd name="connsiteY2" fmla="*/ 12335 h 12335"/>
                <a:gd name="connsiteX3" fmla="*/ 0 w 227231"/>
                <a:gd name="connsiteY3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231" h="12335">
                  <a:moveTo>
                    <a:pt x="0" y="0"/>
                  </a:moveTo>
                  <a:lnTo>
                    <a:pt x="227232" y="0"/>
                  </a:lnTo>
                  <a:lnTo>
                    <a:pt x="227232" y="12335"/>
                  </a:lnTo>
                  <a:lnTo>
                    <a:pt x="0" y="12335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AF9C6565-831F-9C42-B6C8-37552C71AAE9}"/>
                </a:ext>
              </a:extLst>
            </p:cNvPr>
            <p:cNvSpPr/>
            <p:nvPr/>
          </p:nvSpPr>
          <p:spPr>
            <a:xfrm>
              <a:off x="5867305" y="2374950"/>
              <a:ext cx="170551" cy="12335"/>
            </a:xfrm>
            <a:custGeom>
              <a:avLst/>
              <a:gdLst>
                <a:gd name="connsiteX0" fmla="*/ 0 w 170551"/>
                <a:gd name="connsiteY0" fmla="*/ 0 h 12335"/>
                <a:gd name="connsiteX1" fmla="*/ 170551 w 170551"/>
                <a:gd name="connsiteY1" fmla="*/ 0 h 12335"/>
                <a:gd name="connsiteX2" fmla="*/ 170551 w 170551"/>
                <a:gd name="connsiteY2" fmla="*/ 12335 h 12335"/>
                <a:gd name="connsiteX3" fmla="*/ 0 w 170551"/>
                <a:gd name="connsiteY3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551" h="12335">
                  <a:moveTo>
                    <a:pt x="0" y="0"/>
                  </a:moveTo>
                  <a:lnTo>
                    <a:pt x="170551" y="0"/>
                  </a:lnTo>
                  <a:lnTo>
                    <a:pt x="170551" y="12335"/>
                  </a:lnTo>
                  <a:lnTo>
                    <a:pt x="0" y="12335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1C427BDA-4917-9349-915C-ABAB1791B469}"/>
                </a:ext>
              </a:extLst>
            </p:cNvPr>
            <p:cNvSpPr/>
            <p:nvPr/>
          </p:nvSpPr>
          <p:spPr>
            <a:xfrm>
              <a:off x="5790032" y="2525520"/>
              <a:ext cx="276775" cy="12335"/>
            </a:xfrm>
            <a:custGeom>
              <a:avLst/>
              <a:gdLst>
                <a:gd name="connsiteX0" fmla="*/ 0 w 276775"/>
                <a:gd name="connsiteY0" fmla="*/ 0 h 12335"/>
                <a:gd name="connsiteX1" fmla="*/ 276776 w 276775"/>
                <a:gd name="connsiteY1" fmla="*/ 0 h 12335"/>
                <a:gd name="connsiteX2" fmla="*/ 276776 w 276775"/>
                <a:gd name="connsiteY2" fmla="*/ 12335 h 12335"/>
                <a:gd name="connsiteX3" fmla="*/ 0 w 276775"/>
                <a:gd name="connsiteY3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775" h="12335">
                  <a:moveTo>
                    <a:pt x="0" y="0"/>
                  </a:moveTo>
                  <a:lnTo>
                    <a:pt x="276776" y="0"/>
                  </a:lnTo>
                  <a:lnTo>
                    <a:pt x="276776" y="12335"/>
                  </a:lnTo>
                  <a:lnTo>
                    <a:pt x="0" y="12335"/>
                  </a:ln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C1386DCF-F9CE-0E44-B232-04EA20CB7FA7}"/>
                </a:ext>
              </a:extLst>
            </p:cNvPr>
            <p:cNvSpPr/>
            <p:nvPr/>
          </p:nvSpPr>
          <p:spPr>
            <a:xfrm>
              <a:off x="5996479" y="2238830"/>
              <a:ext cx="129289" cy="174450"/>
            </a:xfrm>
            <a:custGeom>
              <a:avLst/>
              <a:gdLst>
                <a:gd name="connsiteX0" fmla="*/ 64722 w 129289"/>
                <a:gd name="connsiteY0" fmla="*/ 174450 h 174450"/>
                <a:gd name="connsiteX1" fmla="*/ 47494 w 129289"/>
                <a:gd name="connsiteY1" fmla="*/ 164256 h 174450"/>
                <a:gd name="connsiteX2" fmla="*/ 9469 w 129289"/>
                <a:gd name="connsiteY2" fmla="*/ 100643 h 174450"/>
                <a:gd name="connsiteX3" fmla="*/ 7634 w 129289"/>
                <a:gd name="connsiteY3" fmla="*/ 34992 h 174450"/>
                <a:gd name="connsiteX4" fmla="*/ 58809 w 129289"/>
                <a:gd name="connsiteY4" fmla="*/ 229 h 174450"/>
                <a:gd name="connsiteX5" fmla="*/ 70635 w 129289"/>
                <a:gd name="connsiteY5" fmla="*/ 229 h 174450"/>
                <a:gd name="connsiteX6" fmla="*/ 121607 w 129289"/>
                <a:gd name="connsiteY6" fmla="*/ 34788 h 174450"/>
                <a:gd name="connsiteX7" fmla="*/ 119874 w 129289"/>
                <a:gd name="connsiteY7" fmla="*/ 100338 h 174450"/>
                <a:gd name="connsiteX8" fmla="*/ 81849 w 129289"/>
                <a:gd name="connsiteY8" fmla="*/ 164460 h 174450"/>
                <a:gd name="connsiteX9" fmla="*/ 64722 w 129289"/>
                <a:gd name="connsiteY9" fmla="*/ 174450 h 174450"/>
                <a:gd name="connsiteX10" fmla="*/ 64722 w 129289"/>
                <a:gd name="connsiteY10" fmla="*/ 12564 h 174450"/>
                <a:gd name="connsiteX11" fmla="*/ 59829 w 129289"/>
                <a:gd name="connsiteY11" fmla="*/ 12564 h 174450"/>
                <a:gd name="connsiteX12" fmla="*/ 19052 w 129289"/>
                <a:gd name="connsiteY12" fmla="*/ 41007 h 174450"/>
                <a:gd name="connsiteX13" fmla="*/ 20479 w 129289"/>
                <a:gd name="connsiteY13" fmla="*/ 94629 h 174450"/>
                <a:gd name="connsiteX14" fmla="*/ 58504 w 129289"/>
                <a:gd name="connsiteY14" fmla="*/ 158649 h 174450"/>
                <a:gd name="connsiteX15" fmla="*/ 65130 w 129289"/>
                <a:gd name="connsiteY15" fmla="*/ 162421 h 174450"/>
                <a:gd name="connsiteX16" fmla="*/ 71858 w 129289"/>
                <a:gd name="connsiteY16" fmla="*/ 158649 h 174450"/>
                <a:gd name="connsiteX17" fmla="*/ 109781 w 129289"/>
                <a:gd name="connsiteY17" fmla="*/ 94629 h 174450"/>
                <a:gd name="connsiteX18" fmla="*/ 110801 w 129289"/>
                <a:gd name="connsiteY18" fmla="*/ 41007 h 174450"/>
                <a:gd name="connsiteX19" fmla="*/ 70023 w 129289"/>
                <a:gd name="connsiteY19" fmla="*/ 13074 h 17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9289" h="174450">
                  <a:moveTo>
                    <a:pt x="64722" y="174450"/>
                  </a:moveTo>
                  <a:cubicBezTo>
                    <a:pt x="57592" y="174299"/>
                    <a:pt x="51058" y="170433"/>
                    <a:pt x="47494" y="164256"/>
                  </a:cubicBezTo>
                  <a:lnTo>
                    <a:pt x="9469" y="100643"/>
                  </a:lnTo>
                  <a:cubicBezTo>
                    <a:pt x="-2468" y="80553"/>
                    <a:pt x="-3162" y="55717"/>
                    <a:pt x="7634" y="34992"/>
                  </a:cubicBezTo>
                  <a:cubicBezTo>
                    <a:pt x="17530" y="15331"/>
                    <a:pt x="36886" y="2183"/>
                    <a:pt x="58809" y="229"/>
                  </a:cubicBezTo>
                  <a:cubicBezTo>
                    <a:pt x="62745" y="-76"/>
                    <a:pt x="66699" y="-76"/>
                    <a:pt x="70635" y="229"/>
                  </a:cubicBezTo>
                  <a:cubicBezTo>
                    <a:pt x="92461" y="2152"/>
                    <a:pt x="111741" y="15224"/>
                    <a:pt x="121607" y="34788"/>
                  </a:cubicBezTo>
                  <a:cubicBezTo>
                    <a:pt x="132436" y="55460"/>
                    <a:pt x="131780" y="80267"/>
                    <a:pt x="119874" y="100338"/>
                  </a:cubicBezTo>
                  <a:lnTo>
                    <a:pt x="81849" y="164460"/>
                  </a:lnTo>
                  <a:cubicBezTo>
                    <a:pt x="78253" y="170528"/>
                    <a:pt x="71775" y="174307"/>
                    <a:pt x="64722" y="174450"/>
                  </a:cubicBezTo>
                  <a:close/>
                  <a:moveTo>
                    <a:pt x="64722" y="12564"/>
                  </a:moveTo>
                  <a:lnTo>
                    <a:pt x="59829" y="12564"/>
                  </a:lnTo>
                  <a:cubicBezTo>
                    <a:pt x="42171" y="14187"/>
                    <a:pt x="26675" y="24996"/>
                    <a:pt x="19052" y="41007"/>
                  </a:cubicBezTo>
                  <a:cubicBezTo>
                    <a:pt x="10218" y="57924"/>
                    <a:pt x="10757" y="78206"/>
                    <a:pt x="20479" y="94629"/>
                  </a:cubicBezTo>
                  <a:lnTo>
                    <a:pt x="58504" y="158649"/>
                  </a:lnTo>
                  <a:cubicBezTo>
                    <a:pt x="59852" y="161028"/>
                    <a:pt x="62396" y="162477"/>
                    <a:pt x="65130" y="162421"/>
                  </a:cubicBezTo>
                  <a:cubicBezTo>
                    <a:pt x="67889" y="162470"/>
                    <a:pt x="70461" y="161028"/>
                    <a:pt x="71858" y="158649"/>
                  </a:cubicBezTo>
                  <a:lnTo>
                    <a:pt x="109781" y="94629"/>
                  </a:lnTo>
                  <a:cubicBezTo>
                    <a:pt x="119433" y="78151"/>
                    <a:pt x="119819" y="57839"/>
                    <a:pt x="110801" y="41007"/>
                  </a:cubicBezTo>
                  <a:cubicBezTo>
                    <a:pt x="103074" y="25166"/>
                    <a:pt x="87585" y="14557"/>
                    <a:pt x="70023" y="1307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CD7BCC9-6878-4C4C-8058-CBC6F357EB0D}"/>
                </a:ext>
              </a:extLst>
            </p:cNvPr>
            <p:cNvSpPr/>
            <p:nvPr/>
          </p:nvSpPr>
          <p:spPr>
            <a:xfrm>
              <a:off x="5750489" y="2342608"/>
              <a:ext cx="129229" cy="174144"/>
            </a:xfrm>
            <a:custGeom>
              <a:avLst/>
              <a:gdLst>
                <a:gd name="connsiteX0" fmla="*/ 64723 w 129229"/>
                <a:gd name="connsiteY0" fmla="*/ 174144 h 174144"/>
                <a:gd name="connsiteX1" fmla="*/ 47495 w 129229"/>
                <a:gd name="connsiteY1" fmla="*/ 163950 h 174144"/>
                <a:gd name="connsiteX2" fmla="*/ 9470 w 129229"/>
                <a:gd name="connsiteY2" fmla="*/ 100338 h 174144"/>
                <a:gd name="connsiteX3" fmla="*/ 7635 w 129229"/>
                <a:gd name="connsiteY3" fmla="*/ 34788 h 174144"/>
                <a:gd name="connsiteX4" fmla="*/ 58607 w 129229"/>
                <a:gd name="connsiteY4" fmla="*/ 229 h 174144"/>
                <a:gd name="connsiteX5" fmla="*/ 70432 w 129229"/>
                <a:gd name="connsiteY5" fmla="*/ 229 h 174144"/>
                <a:gd name="connsiteX6" fmla="*/ 121404 w 129229"/>
                <a:gd name="connsiteY6" fmla="*/ 34686 h 174144"/>
                <a:gd name="connsiteX7" fmla="*/ 119977 w 129229"/>
                <a:gd name="connsiteY7" fmla="*/ 100338 h 174144"/>
                <a:gd name="connsiteX8" fmla="*/ 81544 w 129229"/>
                <a:gd name="connsiteY8" fmla="*/ 164256 h 174144"/>
                <a:gd name="connsiteX9" fmla="*/ 64723 w 129229"/>
                <a:gd name="connsiteY9" fmla="*/ 174144 h 174144"/>
                <a:gd name="connsiteX10" fmla="*/ 64723 w 129229"/>
                <a:gd name="connsiteY10" fmla="*/ 12157 h 174144"/>
                <a:gd name="connsiteX11" fmla="*/ 59728 w 129229"/>
                <a:gd name="connsiteY11" fmla="*/ 12157 h 174144"/>
                <a:gd name="connsiteX12" fmla="*/ 18951 w 129229"/>
                <a:gd name="connsiteY12" fmla="*/ 40089 h 174144"/>
                <a:gd name="connsiteX13" fmla="*/ 20378 w 129229"/>
                <a:gd name="connsiteY13" fmla="*/ 93915 h 174144"/>
                <a:gd name="connsiteX14" fmla="*/ 58097 w 129229"/>
                <a:gd name="connsiteY14" fmla="*/ 157935 h 174144"/>
                <a:gd name="connsiteX15" fmla="*/ 68738 w 129229"/>
                <a:gd name="connsiteY15" fmla="*/ 160547 h 174144"/>
                <a:gd name="connsiteX16" fmla="*/ 71350 w 129229"/>
                <a:gd name="connsiteY16" fmla="*/ 157935 h 174144"/>
                <a:gd name="connsiteX17" fmla="*/ 109374 w 129229"/>
                <a:gd name="connsiteY17" fmla="*/ 93915 h 174144"/>
                <a:gd name="connsiteX18" fmla="*/ 110802 w 129229"/>
                <a:gd name="connsiteY18" fmla="*/ 40293 h 174144"/>
                <a:gd name="connsiteX19" fmla="*/ 70024 w 129229"/>
                <a:gd name="connsiteY19" fmla="*/ 12361 h 17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9229" h="174144">
                  <a:moveTo>
                    <a:pt x="64723" y="174144"/>
                  </a:moveTo>
                  <a:cubicBezTo>
                    <a:pt x="57593" y="173994"/>
                    <a:pt x="51059" y="170128"/>
                    <a:pt x="47495" y="163950"/>
                  </a:cubicBezTo>
                  <a:lnTo>
                    <a:pt x="9470" y="100338"/>
                  </a:lnTo>
                  <a:cubicBezTo>
                    <a:pt x="-2468" y="80285"/>
                    <a:pt x="-3163" y="55477"/>
                    <a:pt x="7635" y="34788"/>
                  </a:cubicBezTo>
                  <a:cubicBezTo>
                    <a:pt x="17485" y="15211"/>
                    <a:pt x="36774" y="2133"/>
                    <a:pt x="58607" y="229"/>
                  </a:cubicBezTo>
                  <a:cubicBezTo>
                    <a:pt x="62543" y="-76"/>
                    <a:pt x="66496" y="-76"/>
                    <a:pt x="70432" y="229"/>
                  </a:cubicBezTo>
                  <a:cubicBezTo>
                    <a:pt x="92237" y="2131"/>
                    <a:pt x="111512" y="15161"/>
                    <a:pt x="121404" y="34686"/>
                  </a:cubicBezTo>
                  <a:cubicBezTo>
                    <a:pt x="132325" y="55341"/>
                    <a:pt x="131785" y="80176"/>
                    <a:pt x="119977" y="100338"/>
                  </a:cubicBezTo>
                  <a:lnTo>
                    <a:pt x="81544" y="164256"/>
                  </a:lnTo>
                  <a:cubicBezTo>
                    <a:pt x="77981" y="170195"/>
                    <a:pt x="71646" y="173919"/>
                    <a:pt x="64723" y="174144"/>
                  </a:cubicBezTo>
                  <a:close/>
                  <a:moveTo>
                    <a:pt x="64723" y="12157"/>
                  </a:moveTo>
                  <a:lnTo>
                    <a:pt x="59728" y="12157"/>
                  </a:lnTo>
                  <a:cubicBezTo>
                    <a:pt x="42229" y="13814"/>
                    <a:pt x="26818" y="24370"/>
                    <a:pt x="18951" y="40089"/>
                  </a:cubicBezTo>
                  <a:cubicBezTo>
                    <a:pt x="9980" y="57046"/>
                    <a:pt x="10522" y="77457"/>
                    <a:pt x="20378" y="93915"/>
                  </a:cubicBezTo>
                  <a:lnTo>
                    <a:pt x="58097" y="157935"/>
                  </a:lnTo>
                  <a:cubicBezTo>
                    <a:pt x="60314" y="161595"/>
                    <a:pt x="65079" y="162764"/>
                    <a:pt x="68738" y="160547"/>
                  </a:cubicBezTo>
                  <a:cubicBezTo>
                    <a:pt x="69806" y="159900"/>
                    <a:pt x="70702" y="159004"/>
                    <a:pt x="71350" y="157935"/>
                  </a:cubicBezTo>
                  <a:lnTo>
                    <a:pt x="109374" y="93915"/>
                  </a:lnTo>
                  <a:cubicBezTo>
                    <a:pt x="119155" y="77509"/>
                    <a:pt x="119695" y="57196"/>
                    <a:pt x="110802" y="40293"/>
                  </a:cubicBezTo>
                  <a:cubicBezTo>
                    <a:pt x="102935" y="24574"/>
                    <a:pt x="87524" y="14017"/>
                    <a:pt x="70024" y="1236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EAD1CF53-2CB6-0B40-A455-F2186A27F0FC}"/>
                </a:ext>
              </a:extLst>
            </p:cNvPr>
            <p:cNvSpPr/>
            <p:nvPr/>
          </p:nvSpPr>
          <p:spPr>
            <a:xfrm>
              <a:off x="5766280" y="2294485"/>
              <a:ext cx="324422" cy="324007"/>
            </a:xfrm>
            <a:custGeom>
              <a:avLst/>
              <a:gdLst>
                <a:gd name="connsiteX0" fmla="*/ 162192 w 324422"/>
                <a:gd name="connsiteY0" fmla="*/ 324008 h 324007"/>
                <a:gd name="connsiteX1" fmla="*/ 0 w 324422"/>
                <a:gd name="connsiteY1" fmla="*/ 161918 h 324007"/>
                <a:gd name="connsiteX2" fmla="*/ 0 w 324422"/>
                <a:gd name="connsiteY2" fmla="*/ 158656 h 324007"/>
                <a:gd name="connsiteX3" fmla="*/ 612 w 324422"/>
                <a:gd name="connsiteY3" fmla="*/ 136024 h 324007"/>
                <a:gd name="connsiteX4" fmla="*/ 42306 w 324422"/>
                <a:gd name="connsiteY4" fmla="*/ 206059 h 324007"/>
                <a:gd name="connsiteX5" fmla="*/ 53141 w 324422"/>
                <a:gd name="connsiteY5" fmla="*/ 208477 h 324007"/>
                <a:gd name="connsiteX6" fmla="*/ 55559 w 324422"/>
                <a:gd name="connsiteY6" fmla="*/ 206059 h 324007"/>
                <a:gd name="connsiteX7" fmla="*/ 93584 w 324422"/>
                <a:gd name="connsiteY7" fmla="*/ 142039 h 324007"/>
                <a:gd name="connsiteX8" fmla="*/ 95011 w 324422"/>
                <a:gd name="connsiteY8" fmla="*/ 88417 h 324007"/>
                <a:gd name="connsiteX9" fmla="*/ 54234 w 324422"/>
                <a:gd name="connsiteY9" fmla="*/ 60484 h 324007"/>
                <a:gd name="connsiteX10" fmla="*/ 35170 w 324422"/>
                <a:gd name="connsiteY10" fmla="*/ 60484 h 324007"/>
                <a:gd name="connsiteX11" fmla="*/ 45365 w 324422"/>
                <a:gd name="connsiteY11" fmla="*/ 50290 h 324007"/>
                <a:gd name="connsiteX12" fmla="*/ 241402 w 324422"/>
                <a:gd name="connsiteY12" fmla="*/ 20421 h 324007"/>
                <a:gd name="connsiteX13" fmla="*/ 243746 w 324422"/>
                <a:gd name="connsiteY13" fmla="*/ 21746 h 324007"/>
                <a:gd name="connsiteX14" fmla="*/ 244358 w 324422"/>
                <a:gd name="connsiteY14" fmla="*/ 24294 h 324007"/>
                <a:gd name="connsiteX15" fmla="*/ 250271 w 324422"/>
                <a:gd name="connsiteY15" fmla="*/ 38668 h 324007"/>
                <a:gd name="connsiteX16" fmla="*/ 288296 w 324422"/>
                <a:gd name="connsiteY16" fmla="*/ 102689 h 324007"/>
                <a:gd name="connsiteX17" fmla="*/ 294922 w 324422"/>
                <a:gd name="connsiteY17" fmla="*/ 106461 h 324007"/>
                <a:gd name="connsiteX18" fmla="*/ 301650 w 324422"/>
                <a:gd name="connsiteY18" fmla="*/ 102689 h 324007"/>
                <a:gd name="connsiteX19" fmla="*/ 308582 w 324422"/>
                <a:gd name="connsiteY19" fmla="*/ 90965 h 324007"/>
                <a:gd name="connsiteX20" fmla="*/ 313170 w 324422"/>
                <a:gd name="connsiteY20" fmla="*/ 102689 h 324007"/>
                <a:gd name="connsiteX21" fmla="*/ 221518 w 324422"/>
                <a:gd name="connsiteY21" fmla="*/ 312799 h 324007"/>
                <a:gd name="connsiteX22" fmla="*/ 162192 w 324422"/>
                <a:gd name="connsiteY22" fmla="*/ 324008 h 324007"/>
                <a:gd name="connsiteX23" fmla="*/ 13762 w 324422"/>
                <a:gd name="connsiteY23" fmla="*/ 182204 h 324007"/>
                <a:gd name="connsiteX24" fmla="*/ 183177 w 324422"/>
                <a:gd name="connsiteY24" fmla="*/ 309294 h 324007"/>
                <a:gd name="connsiteX25" fmla="*/ 310266 w 324422"/>
                <a:gd name="connsiteY25" fmla="*/ 139880 h 324007"/>
                <a:gd name="connsiteX26" fmla="*/ 304912 w 324422"/>
                <a:gd name="connsiteY26" fmla="*/ 116247 h 324007"/>
                <a:gd name="connsiteX27" fmla="*/ 294718 w 324422"/>
                <a:gd name="connsiteY27" fmla="*/ 118796 h 324007"/>
                <a:gd name="connsiteX28" fmla="*/ 277490 w 324422"/>
                <a:gd name="connsiteY28" fmla="*/ 108601 h 324007"/>
                <a:gd name="connsiteX29" fmla="*/ 239669 w 324422"/>
                <a:gd name="connsiteY29" fmla="*/ 44989 h 324007"/>
                <a:gd name="connsiteX30" fmla="*/ 233144 w 324422"/>
                <a:gd name="connsiteY30" fmla="*/ 30003 h 324007"/>
                <a:gd name="connsiteX31" fmla="*/ 63205 w 324422"/>
                <a:gd name="connsiteY31" fmla="*/ 49474 h 324007"/>
                <a:gd name="connsiteX32" fmla="*/ 106531 w 324422"/>
                <a:gd name="connsiteY32" fmla="*/ 82708 h 324007"/>
                <a:gd name="connsiteX33" fmla="*/ 104186 w 324422"/>
                <a:gd name="connsiteY33" fmla="*/ 148461 h 324007"/>
                <a:gd name="connsiteX34" fmla="*/ 65753 w 324422"/>
                <a:gd name="connsiteY34" fmla="*/ 212380 h 324007"/>
                <a:gd name="connsiteX35" fmla="*/ 37622 w 324422"/>
                <a:gd name="connsiteY35" fmla="*/ 218705 h 324007"/>
                <a:gd name="connsiteX36" fmla="*/ 31297 w 324422"/>
                <a:gd name="connsiteY36" fmla="*/ 212380 h 324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4422" h="324007">
                  <a:moveTo>
                    <a:pt x="162192" y="324008"/>
                  </a:moveTo>
                  <a:cubicBezTo>
                    <a:pt x="72679" y="323951"/>
                    <a:pt x="112" y="251431"/>
                    <a:pt x="0" y="161918"/>
                  </a:cubicBezTo>
                  <a:cubicBezTo>
                    <a:pt x="0" y="160796"/>
                    <a:pt x="0" y="159777"/>
                    <a:pt x="0" y="158656"/>
                  </a:cubicBezTo>
                  <a:lnTo>
                    <a:pt x="612" y="136024"/>
                  </a:lnTo>
                  <a:lnTo>
                    <a:pt x="42306" y="206059"/>
                  </a:lnTo>
                  <a:cubicBezTo>
                    <a:pt x="44631" y="209719"/>
                    <a:pt x="49481" y="210801"/>
                    <a:pt x="53141" y="208477"/>
                  </a:cubicBezTo>
                  <a:cubicBezTo>
                    <a:pt x="54115" y="207859"/>
                    <a:pt x="54941" y="207033"/>
                    <a:pt x="55559" y="206059"/>
                  </a:cubicBezTo>
                  <a:lnTo>
                    <a:pt x="93584" y="142039"/>
                  </a:lnTo>
                  <a:cubicBezTo>
                    <a:pt x="103364" y="125633"/>
                    <a:pt x="103905" y="105320"/>
                    <a:pt x="95011" y="88417"/>
                  </a:cubicBezTo>
                  <a:cubicBezTo>
                    <a:pt x="87144" y="72698"/>
                    <a:pt x="71733" y="62141"/>
                    <a:pt x="54234" y="60484"/>
                  </a:cubicBezTo>
                  <a:lnTo>
                    <a:pt x="35170" y="60484"/>
                  </a:lnTo>
                  <a:lnTo>
                    <a:pt x="45365" y="50290"/>
                  </a:lnTo>
                  <a:cubicBezTo>
                    <a:pt x="96270" y="-3173"/>
                    <a:pt x="176884" y="-15455"/>
                    <a:pt x="241402" y="20421"/>
                  </a:cubicBezTo>
                  <a:lnTo>
                    <a:pt x="243746" y="21746"/>
                  </a:lnTo>
                  <a:lnTo>
                    <a:pt x="244358" y="24294"/>
                  </a:lnTo>
                  <a:cubicBezTo>
                    <a:pt x="245652" y="29337"/>
                    <a:pt x="247642" y="34175"/>
                    <a:pt x="250271" y="38668"/>
                  </a:cubicBezTo>
                  <a:lnTo>
                    <a:pt x="288296" y="102689"/>
                  </a:lnTo>
                  <a:cubicBezTo>
                    <a:pt x="289644" y="105068"/>
                    <a:pt x="292188" y="106516"/>
                    <a:pt x="294922" y="106461"/>
                  </a:cubicBezTo>
                  <a:cubicBezTo>
                    <a:pt x="297681" y="106510"/>
                    <a:pt x="300252" y="105068"/>
                    <a:pt x="301650" y="102689"/>
                  </a:cubicBezTo>
                  <a:lnTo>
                    <a:pt x="308582" y="90965"/>
                  </a:lnTo>
                  <a:lnTo>
                    <a:pt x="313170" y="102689"/>
                  </a:lnTo>
                  <a:cubicBezTo>
                    <a:pt x="345881" y="186018"/>
                    <a:pt x="304847" y="280087"/>
                    <a:pt x="221518" y="312799"/>
                  </a:cubicBezTo>
                  <a:cubicBezTo>
                    <a:pt x="202619" y="320217"/>
                    <a:pt x="182495" y="324020"/>
                    <a:pt x="162192" y="324008"/>
                  </a:cubicBezTo>
                  <a:close/>
                  <a:moveTo>
                    <a:pt x="13762" y="182204"/>
                  </a:moveTo>
                  <a:cubicBezTo>
                    <a:pt x="25450" y="264082"/>
                    <a:pt x="101299" y="320982"/>
                    <a:pt x="183177" y="309294"/>
                  </a:cubicBezTo>
                  <a:cubicBezTo>
                    <a:pt x="265054" y="297606"/>
                    <a:pt x="321954" y="221757"/>
                    <a:pt x="310266" y="139880"/>
                  </a:cubicBezTo>
                  <a:cubicBezTo>
                    <a:pt x="309123" y="131871"/>
                    <a:pt x="307332" y="123967"/>
                    <a:pt x="304912" y="116247"/>
                  </a:cubicBezTo>
                  <a:cubicBezTo>
                    <a:pt x="301783" y="117943"/>
                    <a:pt x="298277" y="118819"/>
                    <a:pt x="294718" y="118796"/>
                  </a:cubicBezTo>
                  <a:cubicBezTo>
                    <a:pt x="287587" y="118645"/>
                    <a:pt x="281054" y="114779"/>
                    <a:pt x="277490" y="108601"/>
                  </a:cubicBezTo>
                  <a:lnTo>
                    <a:pt x="239669" y="44989"/>
                  </a:lnTo>
                  <a:cubicBezTo>
                    <a:pt x="236918" y="40265"/>
                    <a:pt x="234728" y="35235"/>
                    <a:pt x="233144" y="30003"/>
                  </a:cubicBezTo>
                  <a:cubicBezTo>
                    <a:pt x="178017" y="230"/>
                    <a:pt x="110170" y="8003"/>
                    <a:pt x="63205" y="49474"/>
                  </a:cubicBezTo>
                  <a:cubicBezTo>
                    <a:pt x="81909" y="53475"/>
                    <a:pt x="97819" y="65680"/>
                    <a:pt x="106531" y="82708"/>
                  </a:cubicBezTo>
                  <a:cubicBezTo>
                    <a:pt x="117210" y="103548"/>
                    <a:pt x="116323" y="128435"/>
                    <a:pt x="104186" y="148461"/>
                  </a:cubicBezTo>
                  <a:lnTo>
                    <a:pt x="65753" y="212380"/>
                  </a:lnTo>
                  <a:cubicBezTo>
                    <a:pt x="59732" y="221895"/>
                    <a:pt x="47137" y="224727"/>
                    <a:pt x="37622" y="218705"/>
                  </a:cubicBezTo>
                  <a:cubicBezTo>
                    <a:pt x="35071" y="217091"/>
                    <a:pt x="32911" y="214930"/>
                    <a:pt x="31297" y="21238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AB6FDA0B-4940-0948-BC44-B99D8CFDAD59}"/>
                </a:ext>
              </a:extLst>
            </p:cNvPr>
            <p:cNvSpPr/>
            <p:nvPr/>
          </p:nvSpPr>
          <p:spPr>
            <a:xfrm>
              <a:off x="5845897" y="2294281"/>
              <a:ext cx="165657" cy="324211"/>
            </a:xfrm>
            <a:custGeom>
              <a:avLst/>
              <a:gdLst>
                <a:gd name="connsiteX0" fmla="*/ 82574 w 165657"/>
                <a:gd name="connsiteY0" fmla="*/ 324211 h 324211"/>
                <a:gd name="connsiteX1" fmla="*/ 38942 w 165657"/>
                <a:gd name="connsiteY1" fmla="*/ 318298 h 324211"/>
                <a:gd name="connsiteX2" fmla="*/ 37107 w 165657"/>
                <a:gd name="connsiteY2" fmla="*/ 317585 h 324211"/>
                <a:gd name="connsiteX3" fmla="*/ 35782 w 165657"/>
                <a:gd name="connsiteY3" fmla="*/ 315648 h 324211"/>
                <a:gd name="connsiteX4" fmla="*/ 0 w 165657"/>
                <a:gd name="connsiteY4" fmla="*/ 168238 h 324211"/>
                <a:gd name="connsiteX5" fmla="*/ 0 w 165657"/>
                <a:gd name="connsiteY5" fmla="*/ 166505 h 324211"/>
                <a:gd name="connsiteX6" fmla="*/ 14374 w 165657"/>
                <a:gd name="connsiteY6" fmla="*/ 142242 h 324211"/>
                <a:gd name="connsiteX7" fmla="*/ 10500 w 165657"/>
                <a:gd name="connsiteY7" fmla="*/ 80363 h 324211"/>
                <a:gd name="connsiteX8" fmla="*/ 8665 w 165657"/>
                <a:gd name="connsiteY8" fmla="*/ 78120 h 324211"/>
                <a:gd name="connsiteX9" fmla="*/ 9379 w 165657"/>
                <a:gd name="connsiteY9" fmla="*/ 75265 h 324211"/>
                <a:gd name="connsiteX10" fmla="*/ 35782 w 165657"/>
                <a:gd name="connsiteY10" fmla="*/ 8493 h 324211"/>
                <a:gd name="connsiteX11" fmla="*/ 37107 w 165657"/>
                <a:gd name="connsiteY11" fmla="*/ 6556 h 324211"/>
                <a:gd name="connsiteX12" fmla="*/ 38942 w 165657"/>
                <a:gd name="connsiteY12" fmla="*/ 5944 h 324211"/>
                <a:gd name="connsiteX13" fmla="*/ 126206 w 165657"/>
                <a:gd name="connsiteY13" fmla="*/ 5944 h 324211"/>
                <a:gd name="connsiteX14" fmla="*/ 128448 w 165657"/>
                <a:gd name="connsiteY14" fmla="*/ 6556 h 324211"/>
                <a:gd name="connsiteX15" fmla="*/ 129774 w 165657"/>
                <a:gd name="connsiteY15" fmla="*/ 8493 h 324211"/>
                <a:gd name="connsiteX16" fmla="*/ 165658 w 165657"/>
                <a:gd name="connsiteY16" fmla="*/ 162121 h 324211"/>
                <a:gd name="connsiteX17" fmla="*/ 129774 w 165657"/>
                <a:gd name="connsiteY17" fmla="*/ 315648 h 324211"/>
                <a:gd name="connsiteX18" fmla="*/ 128448 w 165657"/>
                <a:gd name="connsiteY18" fmla="*/ 317585 h 324211"/>
                <a:gd name="connsiteX19" fmla="*/ 126206 w 165657"/>
                <a:gd name="connsiteY19" fmla="*/ 318298 h 324211"/>
                <a:gd name="connsiteX20" fmla="*/ 82574 w 165657"/>
                <a:gd name="connsiteY20" fmla="*/ 324211 h 324211"/>
                <a:gd name="connsiteX21" fmla="*/ 44447 w 165657"/>
                <a:gd name="connsiteY21" fmla="*/ 306982 h 324211"/>
                <a:gd name="connsiteX22" fmla="*/ 120701 w 165657"/>
                <a:gd name="connsiteY22" fmla="*/ 306982 h 324211"/>
                <a:gd name="connsiteX23" fmla="*/ 153221 w 165657"/>
                <a:gd name="connsiteY23" fmla="*/ 162121 h 324211"/>
                <a:gd name="connsiteX24" fmla="*/ 120701 w 165657"/>
                <a:gd name="connsiteY24" fmla="*/ 17260 h 324211"/>
                <a:gd name="connsiteX25" fmla="*/ 44447 w 165657"/>
                <a:gd name="connsiteY25" fmla="*/ 17260 h 324211"/>
                <a:gd name="connsiteX26" fmla="*/ 21612 w 165657"/>
                <a:gd name="connsiteY26" fmla="*/ 75265 h 324211"/>
                <a:gd name="connsiteX27" fmla="*/ 24568 w 165657"/>
                <a:gd name="connsiteY27" fmla="*/ 148665 h 324211"/>
                <a:gd name="connsiteX28" fmla="*/ 11927 w 165657"/>
                <a:gd name="connsiteY28" fmla="*/ 169869 h 324211"/>
                <a:gd name="connsiteX29" fmla="*/ 44447 w 165657"/>
                <a:gd name="connsiteY29" fmla="*/ 306982 h 32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5657" h="324211">
                  <a:moveTo>
                    <a:pt x="82574" y="324211"/>
                  </a:moveTo>
                  <a:cubicBezTo>
                    <a:pt x="67829" y="324235"/>
                    <a:pt x="53149" y="322246"/>
                    <a:pt x="38942" y="318298"/>
                  </a:cubicBezTo>
                  <a:lnTo>
                    <a:pt x="37107" y="317585"/>
                  </a:lnTo>
                  <a:lnTo>
                    <a:pt x="35782" y="315648"/>
                  </a:lnTo>
                  <a:cubicBezTo>
                    <a:pt x="14272" y="282822"/>
                    <a:pt x="816" y="227671"/>
                    <a:pt x="0" y="168238"/>
                  </a:cubicBezTo>
                  <a:lnTo>
                    <a:pt x="0" y="166505"/>
                  </a:lnTo>
                  <a:lnTo>
                    <a:pt x="14374" y="142242"/>
                  </a:lnTo>
                  <a:cubicBezTo>
                    <a:pt x="25725" y="122733"/>
                    <a:pt x="24196" y="98304"/>
                    <a:pt x="10500" y="80363"/>
                  </a:cubicBezTo>
                  <a:lnTo>
                    <a:pt x="8665" y="78120"/>
                  </a:lnTo>
                  <a:lnTo>
                    <a:pt x="9379" y="75265"/>
                  </a:lnTo>
                  <a:cubicBezTo>
                    <a:pt x="14312" y="51666"/>
                    <a:pt x="23242" y="29084"/>
                    <a:pt x="35782" y="8493"/>
                  </a:cubicBezTo>
                  <a:lnTo>
                    <a:pt x="37107" y="6556"/>
                  </a:lnTo>
                  <a:lnTo>
                    <a:pt x="38942" y="5944"/>
                  </a:lnTo>
                  <a:cubicBezTo>
                    <a:pt x="67490" y="-1981"/>
                    <a:pt x="97658" y="-1981"/>
                    <a:pt x="126206" y="5944"/>
                  </a:cubicBezTo>
                  <a:lnTo>
                    <a:pt x="128448" y="6556"/>
                  </a:lnTo>
                  <a:lnTo>
                    <a:pt x="129774" y="8493"/>
                  </a:lnTo>
                  <a:cubicBezTo>
                    <a:pt x="152201" y="42746"/>
                    <a:pt x="165658" y="100242"/>
                    <a:pt x="165658" y="162121"/>
                  </a:cubicBezTo>
                  <a:cubicBezTo>
                    <a:pt x="165658" y="224001"/>
                    <a:pt x="152201" y="281191"/>
                    <a:pt x="129774" y="315648"/>
                  </a:cubicBezTo>
                  <a:lnTo>
                    <a:pt x="128448" y="317585"/>
                  </a:lnTo>
                  <a:lnTo>
                    <a:pt x="126206" y="318298"/>
                  </a:lnTo>
                  <a:cubicBezTo>
                    <a:pt x="111997" y="322239"/>
                    <a:pt x="97319" y="324229"/>
                    <a:pt x="82574" y="324211"/>
                  </a:cubicBezTo>
                  <a:close/>
                  <a:moveTo>
                    <a:pt x="44447" y="306982"/>
                  </a:moveTo>
                  <a:cubicBezTo>
                    <a:pt x="69446" y="313507"/>
                    <a:pt x="95702" y="313507"/>
                    <a:pt x="120701" y="306982"/>
                  </a:cubicBezTo>
                  <a:cubicBezTo>
                    <a:pt x="141089" y="274361"/>
                    <a:pt x="153221" y="220535"/>
                    <a:pt x="153221" y="162121"/>
                  </a:cubicBezTo>
                  <a:cubicBezTo>
                    <a:pt x="153221" y="103708"/>
                    <a:pt x="141089" y="49780"/>
                    <a:pt x="120701" y="17260"/>
                  </a:cubicBezTo>
                  <a:cubicBezTo>
                    <a:pt x="95715" y="10633"/>
                    <a:pt x="69433" y="10633"/>
                    <a:pt x="44447" y="17260"/>
                  </a:cubicBezTo>
                  <a:cubicBezTo>
                    <a:pt x="33907" y="35310"/>
                    <a:pt x="26205" y="54874"/>
                    <a:pt x="21612" y="75265"/>
                  </a:cubicBezTo>
                  <a:cubicBezTo>
                    <a:pt x="37071" y="96979"/>
                    <a:pt x="38231" y="125778"/>
                    <a:pt x="24568" y="148665"/>
                  </a:cubicBezTo>
                  <a:lnTo>
                    <a:pt x="11927" y="169869"/>
                  </a:lnTo>
                  <a:cubicBezTo>
                    <a:pt x="12947" y="225122"/>
                    <a:pt x="25078" y="275992"/>
                    <a:pt x="44447" y="30698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0696910-B5CB-DA41-83A8-DBF3E269845C}"/>
                </a:ext>
              </a:extLst>
            </p:cNvPr>
            <p:cNvSpPr/>
            <p:nvPr/>
          </p:nvSpPr>
          <p:spPr>
            <a:xfrm>
              <a:off x="6039997" y="2257613"/>
              <a:ext cx="42612" cy="42612"/>
            </a:xfrm>
            <a:custGeom>
              <a:avLst/>
              <a:gdLst>
                <a:gd name="connsiteX0" fmla="*/ 21204 w 42612"/>
                <a:gd name="connsiteY0" fmla="*/ 42612 h 42612"/>
                <a:gd name="connsiteX1" fmla="*/ 0 w 42612"/>
                <a:gd name="connsiteY1" fmla="*/ 21204 h 42612"/>
                <a:gd name="connsiteX2" fmla="*/ 21408 w 42612"/>
                <a:gd name="connsiteY2" fmla="*/ 0 h 42612"/>
                <a:gd name="connsiteX3" fmla="*/ 42612 w 42612"/>
                <a:gd name="connsiteY3" fmla="*/ 21306 h 42612"/>
                <a:gd name="connsiteX4" fmla="*/ 21204 w 42612"/>
                <a:gd name="connsiteY4" fmla="*/ 42612 h 42612"/>
                <a:gd name="connsiteX5" fmla="*/ 21204 w 42612"/>
                <a:gd name="connsiteY5" fmla="*/ 12029 h 42612"/>
                <a:gd name="connsiteX6" fmla="*/ 12233 w 42612"/>
                <a:gd name="connsiteY6" fmla="*/ 21000 h 42612"/>
                <a:gd name="connsiteX7" fmla="*/ 21204 w 42612"/>
                <a:gd name="connsiteY7" fmla="*/ 29971 h 42612"/>
                <a:gd name="connsiteX8" fmla="*/ 30175 w 42612"/>
                <a:gd name="connsiteY8" fmla="*/ 21000 h 42612"/>
                <a:gd name="connsiteX9" fmla="*/ 21204 w 42612"/>
                <a:gd name="connsiteY9" fmla="*/ 12029 h 4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12" h="42612">
                  <a:moveTo>
                    <a:pt x="21204" y="42612"/>
                  </a:moveTo>
                  <a:cubicBezTo>
                    <a:pt x="9437" y="42556"/>
                    <a:pt x="-56" y="32971"/>
                    <a:pt x="0" y="21204"/>
                  </a:cubicBezTo>
                  <a:cubicBezTo>
                    <a:pt x="57" y="9437"/>
                    <a:pt x="9641" y="-56"/>
                    <a:pt x="21408" y="0"/>
                  </a:cubicBezTo>
                  <a:cubicBezTo>
                    <a:pt x="33135" y="56"/>
                    <a:pt x="42612" y="9579"/>
                    <a:pt x="42612" y="21306"/>
                  </a:cubicBezTo>
                  <a:cubicBezTo>
                    <a:pt x="42556" y="33089"/>
                    <a:pt x="32988" y="42612"/>
                    <a:pt x="21204" y="42612"/>
                  </a:cubicBezTo>
                  <a:close/>
                  <a:moveTo>
                    <a:pt x="21204" y="12029"/>
                  </a:moveTo>
                  <a:cubicBezTo>
                    <a:pt x="16250" y="12029"/>
                    <a:pt x="12233" y="16046"/>
                    <a:pt x="12233" y="21000"/>
                  </a:cubicBezTo>
                  <a:cubicBezTo>
                    <a:pt x="12233" y="25955"/>
                    <a:pt x="16250" y="29971"/>
                    <a:pt x="21204" y="29971"/>
                  </a:cubicBezTo>
                  <a:cubicBezTo>
                    <a:pt x="26159" y="29971"/>
                    <a:pt x="30175" y="25955"/>
                    <a:pt x="30175" y="21000"/>
                  </a:cubicBezTo>
                  <a:cubicBezTo>
                    <a:pt x="30175" y="16046"/>
                    <a:pt x="26159" y="12029"/>
                    <a:pt x="21204" y="1202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11207A7-FE84-344C-A02E-9F29F47D7693}"/>
                </a:ext>
              </a:extLst>
            </p:cNvPr>
            <p:cNvSpPr/>
            <p:nvPr/>
          </p:nvSpPr>
          <p:spPr>
            <a:xfrm>
              <a:off x="6022565" y="2303386"/>
              <a:ext cx="77272" cy="40267"/>
            </a:xfrm>
            <a:custGeom>
              <a:avLst/>
              <a:gdLst>
                <a:gd name="connsiteX0" fmla="*/ 71156 w 77272"/>
                <a:gd name="connsiteY0" fmla="*/ 40268 h 40267"/>
                <a:gd name="connsiteX1" fmla="*/ 64938 w 77272"/>
                <a:gd name="connsiteY1" fmla="*/ 34049 h 40267"/>
                <a:gd name="connsiteX2" fmla="*/ 64938 w 77272"/>
                <a:gd name="connsiteY2" fmla="*/ 22529 h 40267"/>
                <a:gd name="connsiteX3" fmla="*/ 54744 w 77272"/>
                <a:gd name="connsiteY3" fmla="*/ 12335 h 40267"/>
                <a:gd name="connsiteX4" fmla="*/ 22631 w 77272"/>
                <a:gd name="connsiteY4" fmla="*/ 12335 h 40267"/>
                <a:gd name="connsiteX5" fmla="*/ 12437 w 77272"/>
                <a:gd name="connsiteY5" fmla="*/ 22529 h 40267"/>
                <a:gd name="connsiteX6" fmla="*/ 12437 w 77272"/>
                <a:gd name="connsiteY6" fmla="*/ 34049 h 40267"/>
                <a:gd name="connsiteX7" fmla="*/ 6219 w 77272"/>
                <a:gd name="connsiteY7" fmla="*/ 40268 h 40267"/>
                <a:gd name="connsiteX8" fmla="*/ 0 w 77272"/>
                <a:gd name="connsiteY8" fmla="*/ 34049 h 40267"/>
                <a:gd name="connsiteX9" fmla="*/ 0 w 77272"/>
                <a:gd name="connsiteY9" fmla="*/ 22529 h 40267"/>
                <a:gd name="connsiteX10" fmla="*/ 22631 w 77272"/>
                <a:gd name="connsiteY10" fmla="*/ 0 h 40267"/>
                <a:gd name="connsiteX11" fmla="*/ 54744 w 77272"/>
                <a:gd name="connsiteY11" fmla="*/ 0 h 40267"/>
                <a:gd name="connsiteX12" fmla="*/ 77273 w 77272"/>
                <a:gd name="connsiteY12" fmla="*/ 22529 h 40267"/>
                <a:gd name="connsiteX13" fmla="*/ 77273 w 77272"/>
                <a:gd name="connsiteY13" fmla="*/ 34049 h 40267"/>
                <a:gd name="connsiteX14" fmla="*/ 71156 w 77272"/>
                <a:gd name="connsiteY14" fmla="*/ 40268 h 40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272" h="40267">
                  <a:moveTo>
                    <a:pt x="71156" y="40268"/>
                  </a:moveTo>
                  <a:cubicBezTo>
                    <a:pt x="67722" y="40268"/>
                    <a:pt x="64938" y="37483"/>
                    <a:pt x="64938" y="34049"/>
                  </a:cubicBezTo>
                  <a:lnTo>
                    <a:pt x="64938" y="22529"/>
                  </a:lnTo>
                  <a:cubicBezTo>
                    <a:pt x="64938" y="16899"/>
                    <a:pt x="60374" y="12335"/>
                    <a:pt x="54744" y="12335"/>
                  </a:cubicBezTo>
                  <a:lnTo>
                    <a:pt x="22631" y="12335"/>
                  </a:lnTo>
                  <a:cubicBezTo>
                    <a:pt x="17001" y="12335"/>
                    <a:pt x="12437" y="16899"/>
                    <a:pt x="12437" y="22529"/>
                  </a:cubicBezTo>
                  <a:lnTo>
                    <a:pt x="12437" y="34049"/>
                  </a:lnTo>
                  <a:cubicBezTo>
                    <a:pt x="12437" y="37483"/>
                    <a:pt x="9653" y="40268"/>
                    <a:pt x="6219" y="40268"/>
                  </a:cubicBezTo>
                  <a:cubicBezTo>
                    <a:pt x="2784" y="40268"/>
                    <a:pt x="0" y="37483"/>
                    <a:pt x="0" y="34049"/>
                  </a:cubicBezTo>
                  <a:lnTo>
                    <a:pt x="0" y="22529"/>
                  </a:lnTo>
                  <a:cubicBezTo>
                    <a:pt x="56" y="10070"/>
                    <a:pt x="10172" y="0"/>
                    <a:pt x="22631" y="0"/>
                  </a:cubicBezTo>
                  <a:lnTo>
                    <a:pt x="54744" y="0"/>
                  </a:lnTo>
                  <a:cubicBezTo>
                    <a:pt x="67186" y="0"/>
                    <a:pt x="77273" y="10087"/>
                    <a:pt x="77273" y="22529"/>
                  </a:cubicBezTo>
                  <a:lnTo>
                    <a:pt x="77273" y="34049"/>
                  </a:lnTo>
                  <a:cubicBezTo>
                    <a:pt x="77273" y="37444"/>
                    <a:pt x="74551" y="40212"/>
                    <a:pt x="71156" y="402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41010BB-D931-6E47-96E8-EE9DD86B9878}"/>
                </a:ext>
              </a:extLst>
            </p:cNvPr>
            <p:cNvSpPr/>
            <p:nvPr/>
          </p:nvSpPr>
          <p:spPr>
            <a:xfrm>
              <a:off x="5793703" y="2360474"/>
              <a:ext cx="42816" cy="42816"/>
            </a:xfrm>
            <a:custGeom>
              <a:avLst/>
              <a:gdLst>
                <a:gd name="connsiteX0" fmla="*/ 21510 w 42816"/>
                <a:gd name="connsiteY0" fmla="*/ 42816 h 42816"/>
                <a:gd name="connsiteX1" fmla="*/ 0 w 42816"/>
                <a:gd name="connsiteY1" fmla="*/ 21510 h 42816"/>
                <a:gd name="connsiteX2" fmla="*/ 21306 w 42816"/>
                <a:gd name="connsiteY2" fmla="*/ 0 h 42816"/>
                <a:gd name="connsiteX3" fmla="*/ 42816 w 42816"/>
                <a:gd name="connsiteY3" fmla="*/ 21306 h 42816"/>
                <a:gd name="connsiteX4" fmla="*/ 21510 w 42816"/>
                <a:gd name="connsiteY4" fmla="*/ 42816 h 42816"/>
                <a:gd name="connsiteX5" fmla="*/ 21510 w 42816"/>
                <a:gd name="connsiteY5" fmla="*/ 42816 h 42816"/>
                <a:gd name="connsiteX6" fmla="*/ 21510 w 42816"/>
                <a:gd name="connsiteY6" fmla="*/ 12233 h 42816"/>
                <a:gd name="connsiteX7" fmla="*/ 12539 w 42816"/>
                <a:gd name="connsiteY7" fmla="*/ 21204 h 42816"/>
                <a:gd name="connsiteX8" fmla="*/ 21510 w 42816"/>
                <a:gd name="connsiteY8" fmla="*/ 30175 h 42816"/>
                <a:gd name="connsiteX9" fmla="*/ 30481 w 42816"/>
                <a:gd name="connsiteY9" fmla="*/ 21204 h 42816"/>
                <a:gd name="connsiteX10" fmla="*/ 21510 w 42816"/>
                <a:gd name="connsiteY10" fmla="*/ 12437 h 4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2816">
                  <a:moveTo>
                    <a:pt x="21510" y="42816"/>
                  </a:moveTo>
                  <a:cubicBezTo>
                    <a:pt x="9687" y="42872"/>
                    <a:pt x="56" y="33333"/>
                    <a:pt x="0" y="21510"/>
                  </a:cubicBezTo>
                  <a:cubicBezTo>
                    <a:pt x="-56" y="9687"/>
                    <a:pt x="9483" y="56"/>
                    <a:pt x="21306" y="0"/>
                  </a:cubicBezTo>
                  <a:cubicBezTo>
                    <a:pt x="33129" y="-56"/>
                    <a:pt x="42759" y="9483"/>
                    <a:pt x="42816" y="21306"/>
                  </a:cubicBezTo>
                  <a:cubicBezTo>
                    <a:pt x="42872" y="33129"/>
                    <a:pt x="33333" y="42759"/>
                    <a:pt x="21510" y="42816"/>
                  </a:cubicBezTo>
                  <a:cubicBezTo>
                    <a:pt x="21510" y="42816"/>
                    <a:pt x="21510" y="42816"/>
                    <a:pt x="21510" y="42816"/>
                  </a:cubicBezTo>
                  <a:close/>
                  <a:moveTo>
                    <a:pt x="21510" y="12233"/>
                  </a:moveTo>
                  <a:cubicBezTo>
                    <a:pt x="16555" y="12233"/>
                    <a:pt x="12539" y="16249"/>
                    <a:pt x="12539" y="21204"/>
                  </a:cubicBezTo>
                  <a:cubicBezTo>
                    <a:pt x="12539" y="26158"/>
                    <a:pt x="16555" y="30175"/>
                    <a:pt x="21510" y="30175"/>
                  </a:cubicBezTo>
                  <a:cubicBezTo>
                    <a:pt x="26464" y="30175"/>
                    <a:pt x="30481" y="26158"/>
                    <a:pt x="30481" y="21204"/>
                  </a:cubicBezTo>
                  <a:cubicBezTo>
                    <a:pt x="30370" y="16329"/>
                    <a:pt x="26386" y="12436"/>
                    <a:pt x="21510" y="12437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D197AE5C-177F-5F4B-AC70-89CE4232E222}"/>
                </a:ext>
              </a:extLst>
            </p:cNvPr>
            <p:cNvSpPr/>
            <p:nvPr/>
          </p:nvSpPr>
          <p:spPr>
            <a:xfrm>
              <a:off x="5776627" y="2406756"/>
              <a:ext cx="77222" cy="41062"/>
            </a:xfrm>
            <a:custGeom>
              <a:avLst/>
              <a:gdLst>
                <a:gd name="connsiteX0" fmla="*/ 71003 w 77222"/>
                <a:gd name="connsiteY0" fmla="*/ 40268 h 41062"/>
                <a:gd name="connsiteX1" fmla="*/ 64886 w 77222"/>
                <a:gd name="connsiteY1" fmla="*/ 34152 h 41062"/>
                <a:gd name="connsiteX2" fmla="*/ 64887 w 77222"/>
                <a:gd name="connsiteY2" fmla="*/ 34049 h 41062"/>
                <a:gd name="connsiteX3" fmla="*/ 64887 w 77222"/>
                <a:gd name="connsiteY3" fmla="*/ 22631 h 41062"/>
                <a:gd name="connsiteX4" fmla="*/ 54693 w 77222"/>
                <a:gd name="connsiteY4" fmla="*/ 12437 h 41062"/>
                <a:gd name="connsiteX5" fmla="*/ 22580 w 77222"/>
                <a:gd name="connsiteY5" fmla="*/ 12437 h 41062"/>
                <a:gd name="connsiteX6" fmla="*/ 12386 w 77222"/>
                <a:gd name="connsiteY6" fmla="*/ 22631 h 41062"/>
                <a:gd name="connsiteX7" fmla="*/ 12386 w 77222"/>
                <a:gd name="connsiteY7" fmla="*/ 34049 h 41062"/>
                <a:gd name="connsiteX8" fmla="*/ 7013 w 77222"/>
                <a:gd name="connsiteY8" fmla="*/ 41011 h 41062"/>
                <a:gd name="connsiteX9" fmla="*/ 51 w 77222"/>
                <a:gd name="connsiteY9" fmla="*/ 35638 h 41062"/>
                <a:gd name="connsiteX10" fmla="*/ 51 w 77222"/>
                <a:gd name="connsiteY10" fmla="*/ 34049 h 41062"/>
                <a:gd name="connsiteX11" fmla="*/ 51 w 77222"/>
                <a:gd name="connsiteY11" fmla="*/ 22631 h 41062"/>
                <a:gd name="connsiteX12" fmla="*/ 22682 w 77222"/>
                <a:gd name="connsiteY12" fmla="*/ 0 h 41062"/>
                <a:gd name="connsiteX13" fmla="*/ 54591 w 77222"/>
                <a:gd name="connsiteY13" fmla="*/ 0 h 41062"/>
                <a:gd name="connsiteX14" fmla="*/ 77222 w 77222"/>
                <a:gd name="connsiteY14" fmla="*/ 22631 h 41062"/>
                <a:gd name="connsiteX15" fmla="*/ 77222 w 77222"/>
                <a:gd name="connsiteY15" fmla="*/ 34049 h 41062"/>
                <a:gd name="connsiteX16" fmla="*/ 71003 w 77222"/>
                <a:gd name="connsiteY16" fmla="*/ 40268 h 4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222" h="41062">
                  <a:moveTo>
                    <a:pt x="71003" y="40268"/>
                  </a:moveTo>
                  <a:cubicBezTo>
                    <a:pt x="67625" y="40268"/>
                    <a:pt x="64886" y="37530"/>
                    <a:pt x="64886" y="34152"/>
                  </a:cubicBezTo>
                  <a:cubicBezTo>
                    <a:pt x="64886" y="34118"/>
                    <a:pt x="64886" y="34083"/>
                    <a:pt x="64887" y="34049"/>
                  </a:cubicBezTo>
                  <a:lnTo>
                    <a:pt x="64887" y="22631"/>
                  </a:lnTo>
                  <a:cubicBezTo>
                    <a:pt x="64887" y="17001"/>
                    <a:pt x="60323" y="12437"/>
                    <a:pt x="54693" y="12437"/>
                  </a:cubicBezTo>
                  <a:lnTo>
                    <a:pt x="22580" y="12437"/>
                  </a:lnTo>
                  <a:cubicBezTo>
                    <a:pt x="16950" y="12437"/>
                    <a:pt x="12386" y="17001"/>
                    <a:pt x="12386" y="22631"/>
                  </a:cubicBezTo>
                  <a:lnTo>
                    <a:pt x="12386" y="34049"/>
                  </a:lnTo>
                  <a:cubicBezTo>
                    <a:pt x="12825" y="37455"/>
                    <a:pt x="10419" y="40572"/>
                    <a:pt x="7013" y="41011"/>
                  </a:cubicBezTo>
                  <a:cubicBezTo>
                    <a:pt x="3607" y="41450"/>
                    <a:pt x="490" y="39044"/>
                    <a:pt x="51" y="35638"/>
                  </a:cubicBezTo>
                  <a:cubicBezTo>
                    <a:pt x="-17" y="35111"/>
                    <a:pt x="-17" y="34577"/>
                    <a:pt x="51" y="34049"/>
                  </a:cubicBezTo>
                  <a:lnTo>
                    <a:pt x="51" y="22631"/>
                  </a:lnTo>
                  <a:cubicBezTo>
                    <a:pt x="51" y="10132"/>
                    <a:pt x="10183" y="0"/>
                    <a:pt x="22682" y="0"/>
                  </a:cubicBezTo>
                  <a:lnTo>
                    <a:pt x="54591" y="0"/>
                  </a:lnTo>
                  <a:cubicBezTo>
                    <a:pt x="67090" y="0"/>
                    <a:pt x="77222" y="10132"/>
                    <a:pt x="77222" y="22631"/>
                  </a:cubicBezTo>
                  <a:lnTo>
                    <a:pt x="77222" y="34049"/>
                  </a:lnTo>
                  <a:cubicBezTo>
                    <a:pt x="77222" y="37483"/>
                    <a:pt x="74438" y="40268"/>
                    <a:pt x="71003" y="402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grpSp>
        <p:nvGrpSpPr>
          <p:cNvPr id="114" name="Graphic 42">
            <a:extLst>
              <a:ext uri="{FF2B5EF4-FFF2-40B4-BE49-F238E27FC236}">
                <a16:creationId xmlns:a16="http://schemas.microsoft.com/office/drawing/2014/main" id="{BD8D7979-BE85-9E44-8346-E14002F45ACB}"/>
              </a:ext>
            </a:extLst>
          </p:cNvPr>
          <p:cNvGrpSpPr/>
          <p:nvPr/>
        </p:nvGrpSpPr>
        <p:grpSpPr>
          <a:xfrm>
            <a:off x="7216967" y="3629747"/>
            <a:ext cx="308876" cy="386631"/>
            <a:chOff x="5785403" y="2232074"/>
            <a:chExt cx="308876" cy="386631"/>
          </a:xfrm>
          <a:solidFill>
            <a:srgbClr val="FFFFFF"/>
          </a:solidFill>
        </p:grpSpPr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B21AB90-72C4-A64C-8E76-354B2E68D2D8}"/>
                </a:ext>
              </a:extLst>
            </p:cNvPr>
            <p:cNvSpPr/>
            <p:nvPr/>
          </p:nvSpPr>
          <p:spPr>
            <a:xfrm>
              <a:off x="5785403" y="2288175"/>
              <a:ext cx="251404" cy="330530"/>
            </a:xfrm>
            <a:custGeom>
              <a:avLst/>
              <a:gdLst>
                <a:gd name="connsiteX0" fmla="*/ 227022 w 251404"/>
                <a:gd name="connsiteY0" fmla="*/ 330530 h 330530"/>
                <a:gd name="connsiteX1" fmla="*/ 24280 w 251404"/>
                <a:gd name="connsiteY1" fmla="*/ 330530 h 330530"/>
                <a:gd name="connsiteX2" fmla="*/ 0 w 251404"/>
                <a:gd name="connsiteY2" fmla="*/ 306134 h 330530"/>
                <a:gd name="connsiteX3" fmla="*/ 0 w 251404"/>
                <a:gd name="connsiteY3" fmla="*/ 24499 h 330530"/>
                <a:gd name="connsiteX4" fmla="*/ 24280 w 251404"/>
                <a:gd name="connsiteY4" fmla="*/ 0 h 330530"/>
                <a:gd name="connsiteX5" fmla="*/ 227022 w 251404"/>
                <a:gd name="connsiteY5" fmla="*/ 0 h 330530"/>
                <a:gd name="connsiteX6" fmla="*/ 251404 w 251404"/>
                <a:gd name="connsiteY6" fmla="*/ 24499 h 330530"/>
                <a:gd name="connsiteX7" fmla="*/ 251404 w 251404"/>
                <a:gd name="connsiteY7" fmla="*/ 306134 h 330530"/>
                <a:gd name="connsiteX8" fmla="*/ 227022 w 251404"/>
                <a:gd name="connsiteY8" fmla="*/ 330530 h 330530"/>
                <a:gd name="connsiteX9" fmla="*/ 24280 w 251404"/>
                <a:gd name="connsiteY9" fmla="*/ 12455 h 330530"/>
                <a:gd name="connsiteX10" fmla="*/ 12396 w 251404"/>
                <a:gd name="connsiteY10" fmla="*/ 24396 h 330530"/>
                <a:gd name="connsiteX11" fmla="*/ 12396 w 251404"/>
                <a:gd name="connsiteY11" fmla="*/ 24499 h 330530"/>
                <a:gd name="connsiteX12" fmla="*/ 12396 w 251404"/>
                <a:gd name="connsiteY12" fmla="*/ 306134 h 330530"/>
                <a:gd name="connsiteX13" fmla="*/ 24280 w 251404"/>
                <a:gd name="connsiteY13" fmla="*/ 318075 h 330530"/>
                <a:gd name="connsiteX14" fmla="*/ 227022 w 251404"/>
                <a:gd name="connsiteY14" fmla="*/ 318075 h 330530"/>
                <a:gd name="connsiteX15" fmla="*/ 238906 w 251404"/>
                <a:gd name="connsiteY15" fmla="*/ 306134 h 330530"/>
                <a:gd name="connsiteX16" fmla="*/ 238906 w 251404"/>
                <a:gd name="connsiteY16" fmla="*/ 24499 h 330530"/>
                <a:gd name="connsiteX17" fmla="*/ 227125 w 251404"/>
                <a:gd name="connsiteY17" fmla="*/ 12456 h 330530"/>
                <a:gd name="connsiteX18" fmla="*/ 227022 w 251404"/>
                <a:gd name="connsiteY18" fmla="*/ 12455 h 33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1404" h="330530">
                  <a:moveTo>
                    <a:pt x="227022" y="330530"/>
                  </a:moveTo>
                  <a:lnTo>
                    <a:pt x="24280" y="330530"/>
                  </a:lnTo>
                  <a:cubicBezTo>
                    <a:pt x="10870" y="330530"/>
                    <a:pt x="0" y="319608"/>
                    <a:pt x="0" y="306134"/>
                  </a:cubicBezTo>
                  <a:lnTo>
                    <a:pt x="0" y="24499"/>
                  </a:lnTo>
                  <a:cubicBezTo>
                    <a:pt x="0" y="11009"/>
                    <a:pt x="10854" y="57"/>
                    <a:pt x="24280" y="0"/>
                  </a:cubicBezTo>
                  <a:lnTo>
                    <a:pt x="227022" y="0"/>
                  </a:lnTo>
                  <a:cubicBezTo>
                    <a:pt x="240464" y="56"/>
                    <a:pt x="251348" y="10992"/>
                    <a:pt x="251404" y="24499"/>
                  </a:cubicBezTo>
                  <a:lnTo>
                    <a:pt x="251404" y="306134"/>
                  </a:lnTo>
                  <a:cubicBezTo>
                    <a:pt x="251348" y="319624"/>
                    <a:pt x="240448" y="330530"/>
                    <a:pt x="227022" y="330530"/>
                  </a:cubicBezTo>
                  <a:close/>
                  <a:moveTo>
                    <a:pt x="24280" y="12455"/>
                  </a:moveTo>
                  <a:cubicBezTo>
                    <a:pt x="17717" y="12455"/>
                    <a:pt x="12396" y="17801"/>
                    <a:pt x="12396" y="24396"/>
                  </a:cubicBezTo>
                  <a:cubicBezTo>
                    <a:pt x="12396" y="24430"/>
                    <a:pt x="12396" y="24465"/>
                    <a:pt x="12396" y="24499"/>
                  </a:cubicBezTo>
                  <a:lnTo>
                    <a:pt x="12396" y="306134"/>
                  </a:lnTo>
                  <a:cubicBezTo>
                    <a:pt x="12396" y="312729"/>
                    <a:pt x="17717" y="318075"/>
                    <a:pt x="24280" y="318075"/>
                  </a:cubicBezTo>
                  <a:lnTo>
                    <a:pt x="227022" y="318075"/>
                  </a:lnTo>
                  <a:cubicBezTo>
                    <a:pt x="233585" y="318075"/>
                    <a:pt x="238906" y="312729"/>
                    <a:pt x="238906" y="306134"/>
                  </a:cubicBezTo>
                  <a:lnTo>
                    <a:pt x="238906" y="24499"/>
                  </a:lnTo>
                  <a:cubicBezTo>
                    <a:pt x="238962" y="17905"/>
                    <a:pt x="233688" y="12513"/>
                    <a:pt x="227125" y="12456"/>
                  </a:cubicBezTo>
                  <a:cubicBezTo>
                    <a:pt x="227090" y="12456"/>
                    <a:pt x="227056" y="12455"/>
                    <a:pt x="227022" y="12455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EF1DF497-5B99-8641-AE0E-1D3B9341EB03}"/>
                </a:ext>
              </a:extLst>
            </p:cNvPr>
            <p:cNvSpPr/>
            <p:nvPr/>
          </p:nvSpPr>
          <p:spPr>
            <a:xfrm>
              <a:off x="5872688" y="2313704"/>
              <a:ext cx="76630" cy="76996"/>
            </a:xfrm>
            <a:custGeom>
              <a:avLst/>
              <a:gdLst>
                <a:gd name="connsiteX0" fmla="*/ 38418 w 76630"/>
                <a:gd name="connsiteY0" fmla="*/ 76997 h 76996"/>
                <a:gd name="connsiteX1" fmla="*/ 0 w 76630"/>
                <a:gd name="connsiteY1" fmla="*/ 38601 h 76996"/>
                <a:gd name="connsiteX2" fmla="*/ 38213 w 76630"/>
                <a:gd name="connsiteY2" fmla="*/ 0 h 76996"/>
                <a:gd name="connsiteX3" fmla="*/ 76630 w 76630"/>
                <a:gd name="connsiteY3" fmla="*/ 38395 h 76996"/>
                <a:gd name="connsiteX4" fmla="*/ 76630 w 76630"/>
                <a:gd name="connsiteY4" fmla="*/ 38498 h 76996"/>
                <a:gd name="connsiteX5" fmla="*/ 38418 w 76630"/>
                <a:gd name="connsiteY5" fmla="*/ 76997 h 76996"/>
                <a:gd name="connsiteX6" fmla="*/ 38418 w 76630"/>
                <a:gd name="connsiteY6" fmla="*/ 12558 h 76996"/>
                <a:gd name="connsiteX7" fmla="*/ 12396 w 76630"/>
                <a:gd name="connsiteY7" fmla="*/ 38498 h 76996"/>
                <a:gd name="connsiteX8" fmla="*/ 38213 w 76630"/>
                <a:gd name="connsiteY8" fmla="*/ 64644 h 76996"/>
                <a:gd name="connsiteX9" fmla="*/ 64234 w 76630"/>
                <a:gd name="connsiteY9" fmla="*/ 38704 h 76996"/>
                <a:gd name="connsiteX10" fmla="*/ 64234 w 76630"/>
                <a:gd name="connsiteY10" fmla="*/ 38498 h 76996"/>
                <a:gd name="connsiteX11" fmla="*/ 38418 w 76630"/>
                <a:gd name="connsiteY11" fmla="*/ 12558 h 76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630" h="76996">
                  <a:moveTo>
                    <a:pt x="38418" y="76997"/>
                  </a:moveTo>
                  <a:cubicBezTo>
                    <a:pt x="17257" y="77053"/>
                    <a:pt x="57" y="59863"/>
                    <a:pt x="0" y="38601"/>
                  </a:cubicBezTo>
                  <a:cubicBezTo>
                    <a:pt x="-56" y="17339"/>
                    <a:pt x="17052" y="57"/>
                    <a:pt x="38213" y="0"/>
                  </a:cubicBezTo>
                  <a:cubicBezTo>
                    <a:pt x="59373" y="-57"/>
                    <a:pt x="76573" y="17133"/>
                    <a:pt x="76630" y="38395"/>
                  </a:cubicBezTo>
                  <a:cubicBezTo>
                    <a:pt x="76630" y="38430"/>
                    <a:pt x="76630" y="38464"/>
                    <a:pt x="76630" y="38498"/>
                  </a:cubicBezTo>
                  <a:cubicBezTo>
                    <a:pt x="76630" y="59720"/>
                    <a:pt x="59538" y="76940"/>
                    <a:pt x="38418" y="76997"/>
                  </a:cubicBezTo>
                  <a:close/>
                  <a:moveTo>
                    <a:pt x="38418" y="12558"/>
                  </a:moveTo>
                  <a:cubicBezTo>
                    <a:pt x="24103" y="12501"/>
                    <a:pt x="12453" y="24115"/>
                    <a:pt x="12396" y="38498"/>
                  </a:cubicBezTo>
                  <a:cubicBezTo>
                    <a:pt x="12340" y="52881"/>
                    <a:pt x="23898" y="64587"/>
                    <a:pt x="38213" y="64644"/>
                  </a:cubicBezTo>
                  <a:cubicBezTo>
                    <a:pt x="52528" y="64701"/>
                    <a:pt x="64178" y="53087"/>
                    <a:pt x="64234" y="38704"/>
                  </a:cubicBezTo>
                  <a:cubicBezTo>
                    <a:pt x="64234" y="38635"/>
                    <a:pt x="64234" y="38567"/>
                    <a:pt x="64234" y="38498"/>
                  </a:cubicBezTo>
                  <a:cubicBezTo>
                    <a:pt x="64234" y="24172"/>
                    <a:pt x="52676" y="12558"/>
                    <a:pt x="38418" y="1255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C9F88614-CD0D-8C45-9AA2-508C485B41A9}"/>
                </a:ext>
              </a:extLst>
            </p:cNvPr>
            <p:cNvSpPr/>
            <p:nvPr/>
          </p:nvSpPr>
          <p:spPr>
            <a:xfrm>
              <a:off x="5843798" y="2391106"/>
              <a:ext cx="134308" cy="79473"/>
            </a:xfrm>
            <a:custGeom>
              <a:avLst/>
              <a:gdLst>
                <a:gd name="connsiteX0" fmla="*/ 128366 w 134308"/>
                <a:gd name="connsiteY0" fmla="*/ 79473 h 79473"/>
                <a:gd name="connsiteX1" fmla="*/ 6249 w 134308"/>
                <a:gd name="connsiteY1" fmla="*/ 79473 h 79473"/>
                <a:gd name="connsiteX2" fmla="*/ 0 w 134308"/>
                <a:gd name="connsiteY2" fmla="*/ 73194 h 79473"/>
                <a:gd name="connsiteX3" fmla="*/ 0 w 134308"/>
                <a:gd name="connsiteY3" fmla="*/ 37269 h 79473"/>
                <a:gd name="connsiteX4" fmla="*/ 37086 w 134308"/>
                <a:gd name="connsiteY4" fmla="*/ 6 h 79473"/>
                <a:gd name="connsiteX5" fmla="*/ 39032 w 134308"/>
                <a:gd name="connsiteY5" fmla="*/ 6 h 79473"/>
                <a:gd name="connsiteX6" fmla="*/ 50301 w 134308"/>
                <a:gd name="connsiteY6" fmla="*/ 4947 h 79473"/>
                <a:gd name="connsiteX7" fmla="*/ 67307 w 134308"/>
                <a:gd name="connsiteY7" fmla="*/ 27593 h 79473"/>
                <a:gd name="connsiteX8" fmla="*/ 84109 w 134308"/>
                <a:gd name="connsiteY8" fmla="*/ 5667 h 79473"/>
                <a:gd name="connsiteX9" fmla="*/ 95275 w 134308"/>
                <a:gd name="connsiteY9" fmla="*/ 6 h 79473"/>
                <a:gd name="connsiteX10" fmla="*/ 97222 w 134308"/>
                <a:gd name="connsiteY10" fmla="*/ 6 h 79473"/>
                <a:gd name="connsiteX11" fmla="*/ 134308 w 134308"/>
                <a:gd name="connsiteY11" fmla="*/ 37269 h 79473"/>
                <a:gd name="connsiteX12" fmla="*/ 134308 w 134308"/>
                <a:gd name="connsiteY12" fmla="*/ 73194 h 79473"/>
                <a:gd name="connsiteX13" fmla="*/ 128366 w 134308"/>
                <a:gd name="connsiteY13" fmla="*/ 79473 h 79473"/>
                <a:gd name="connsiteX14" fmla="*/ 12498 w 134308"/>
                <a:gd name="connsiteY14" fmla="*/ 67429 h 79473"/>
                <a:gd name="connsiteX15" fmla="*/ 122116 w 134308"/>
                <a:gd name="connsiteY15" fmla="*/ 67429 h 79473"/>
                <a:gd name="connsiteX16" fmla="*/ 122116 w 134308"/>
                <a:gd name="connsiteY16" fmla="*/ 37269 h 79473"/>
                <a:gd name="connsiteX17" fmla="*/ 97427 w 134308"/>
                <a:gd name="connsiteY17" fmla="*/ 12461 h 79473"/>
                <a:gd name="connsiteX18" fmla="*/ 95275 w 134308"/>
                <a:gd name="connsiteY18" fmla="*/ 12461 h 79473"/>
                <a:gd name="connsiteX19" fmla="*/ 93534 w 134308"/>
                <a:gd name="connsiteY19" fmla="*/ 13079 h 79473"/>
                <a:gd name="connsiteX20" fmla="*/ 72020 w 134308"/>
                <a:gd name="connsiteY20" fmla="*/ 41695 h 79473"/>
                <a:gd name="connsiteX21" fmla="*/ 62805 w 134308"/>
                <a:gd name="connsiteY21" fmla="*/ 42730 h 79473"/>
                <a:gd name="connsiteX22" fmla="*/ 61775 w 134308"/>
                <a:gd name="connsiteY22" fmla="*/ 41695 h 79473"/>
                <a:gd name="connsiteX23" fmla="*/ 40569 w 134308"/>
                <a:gd name="connsiteY23" fmla="*/ 12770 h 79473"/>
                <a:gd name="connsiteX24" fmla="*/ 39032 w 134308"/>
                <a:gd name="connsiteY24" fmla="*/ 12770 h 79473"/>
                <a:gd name="connsiteX25" fmla="*/ 37086 w 134308"/>
                <a:gd name="connsiteY25" fmla="*/ 12770 h 79473"/>
                <a:gd name="connsiteX26" fmla="*/ 12498 w 134308"/>
                <a:gd name="connsiteY26" fmla="*/ 37578 h 7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4308" h="79473">
                  <a:moveTo>
                    <a:pt x="128366" y="79473"/>
                  </a:moveTo>
                  <a:lnTo>
                    <a:pt x="6249" y="79473"/>
                  </a:lnTo>
                  <a:cubicBezTo>
                    <a:pt x="2798" y="79473"/>
                    <a:pt x="0" y="76662"/>
                    <a:pt x="0" y="73194"/>
                  </a:cubicBezTo>
                  <a:lnTo>
                    <a:pt x="0" y="37269"/>
                  </a:lnTo>
                  <a:cubicBezTo>
                    <a:pt x="56" y="16713"/>
                    <a:pt x="16627" y="62"/>
                    <a:pt x="37086" y="6"/>
                  </a:cubicBezTo>
                  <a:lnTo>
                    <a:pt x="39032" y="6"/>
                  </a:lnTo>
                  <a:cubicBezTo>
                    <a:pt x="43333" y="-116"/>
                    <a:pt x="47465" y="1695"/>
                    <a:pt x="50301" y="4947"/>
                  </a:cubicBezTo>
                  <a:lnTo>
                    <a:pt x="67307" y="27593"/>
                  </a:lnTo>
                  <a:lnTo>
                    <a:pt x="84109" y="5667"/>
                  </a:lnTo>
                  <a:cubicBezTo>
                    <a:pt x="86811" y="2210"/>
                    <a:pt x="90902" y="136"/>
                    <a:pt x="95275" y="6"/>
                  </a:cubicBezTo>
                  <a:lnTo>
                    <a:pt x="97222" y="6"/>
                  </a:lnTo>
                  <a:cubicBezTo>
                    <a:pt x="117704" y="6"/>
                    <a:pt x="134308" y="16689"/>
                    <a:pt x="134308" y="37269"/>
                  </a:cubicBezTo>
                  <a:lnTo>
                    <a:pt x="134308" y="73194"/>
                  </a:lnTo>
                  <a:cubicBezTo>
                    <a:pt x="134365" y="76566"/>
                    <a:pt x="131720" y="79361"/>
                    <a:pt x="128366" y="79473"/>
                  </a:cubicBezTo>
                  <a:close/>
                  <a:moveTo>
                    <a:pt x="12498" y="67429"/>
                  </a:moveTo>
                  <a:lnTo>
                    <a:pt x="122116" y="67429"/>
                  </a:lnTo>
                  <a:lnTo>
                    <a:pt x="122116" y="37269"/>
                  </a:lnTo>
                  <a:cubicBezTo>
                    <a:pt x="122116" y="23568"/>
                    <a:pt x="111063" y="12461"/>
                    <a:pt x="97427" y="12461"/>
                  </a:cubicBezTo>
                  <a:lnTo>
                    <a:pt x="95275" y="12461"/>
                  </a:lnTo>
                  <a:cubicBezTo>
                    <a:pt x="94637" y="12432"/>
                    <a:pt x="94012" y="12653"/>
                    <a:pt x="93534" y="13079"/>
                  </a:cubicBezTo>
                  <a:lnTo>
                    <a:pt x="72020" y="41695"/>
                  </a:lnTo>
                  <a:cubicBezTo>
                    <a:pt x="69760" y="44538"/>
                    <a:pt x="65634" y="45001"/>
                    <a:pt x="62805" y="42730"/>
                  </a:cubicBezTo>
                  <a:cubicBezTo>
                    <a:pt x="62425" y="42424"/>
                    <a:pt x="62079" y="42077"/>
                    <a:pt x="61775" y="41695"/>
                  </a:cubicBezTo>
                  <a:lnTo>
                    <a:pt x="40569" y="12770"/>
                  </a:lnTo>
                  <a:cubicBezTo>
                    <a:pt x="40062" y="12662"/>
                    <a:pt x="39539" y="12662"/>
                    <a:pt x="39032" y="12770"/>
                  </a:cubicBezTo>
                  <a:lnTo>
                    <a:pt x="37086" y="12770"/>
                  </a:lnTo>
                  <a:cubicBezTo>
                    <a:pt x="23490" y="12827"/>
                    <a:pt x="12498" y="23917"/>
                    <a:pt x="12498" y="3757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5F7772D6-260B-4D45-BBAF-9D91C01D62BF}"/>
                </a:ext>
              </a:extLst>
            </p:cNvPr>
            <p:cNvSpPr/>
            <p:nvPr/>
          </p:nvSpPr>
          <p:spPr>
            <a:xfrm>
              <a:off x="5818574" y="2499658"/>
              <a:ext cx="186659" cy="12558"/>
            </a:xfrm>
            <a:custGeom>
              <a:avLst/>
              <a:gdLst>
                <a:gd name="connsiteX0" fmla="*/ 179611 w 186659"/>
                <a:gd name="connsiteY0" fmla="*/ 12508 h 12558"/>
                <a:gd name="connsiteX1" fmla="*/ 5451 w 186659"/>
                <a:gd name="connsiteY1" fmla="*/ 12508 h 12558"/>
                <a:gd name="connsiteX2" fmla="*/ 52 w 186659"/>
                <a:gd name="connsiteY2" fmla="*/ 5478 h 12558"/>
                <a:gd name="connsiteX3" fmla="*/ 5451 w 186659"/>
                <a:gd name="connsiteY3" fmla="*/ 52 h 12558"/>
                <a:gd name="connsiteX4" fmla="*/ 179611 w 186659"/>
                <a:gd name="connsiteY4" fmla="*/ 52 h 12558"/>
                <a:gd name="connsiteX5" fmla="*/ 186607 w 186659"/>
                <a:gd name="connsiteY5" fmla="*/ 5478 h 12558"/>
                <a:gd name="connsiteX6" fmla="*/ 181208 w 186659"/>
                <a:gd name="connsiteY6" fmla="*/ 12508 h 12558"/>
                <a:gd name="connsiteX7" fmla="*/ 179611 w 186659"/>
                <a:gd name="connsiteY7" fmla="*/ 12508 h 1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659" h="12558">
                  <a:moveTo>
                    <a:pt x="179611" y="12508"/>
                  </a:moveTo>
                  <a:lnTo>
                    <a:pt x="5451" y="12508"/>
                  </a:lnTo>
                  <a:cubicBezTo>
                    <a:pt x="2028" y="12064"/>
                    <a:pt x="-389" y="8917"/>
                    <a:pt x="52" y="5478"/>
                  </a:cubicBezTo>
                  <a:cubicBezTo>
                    <a:pt x="415" y="2646"/>
                    <a:pt x="2633" y="417"/>
                    <a:pt x="5451" y="52"/>
                  </a:cubicBezTo>
                  <a:lnTo>
                    <a:pt x="179611" y="52"/>
                  </a:lnTo>
                  <a:cubicBezTo>
                    <a:pt x="183034" y="-391"/>
                    <a:pt x="186166" y="2038"/>
                    <a:pt x="186607" y="5478"/>
                  </a:cubicBezTo>
                  <a:cubicBezTo>
                    <a:pt x="187048" y="8917"/>
                    <a:pt x="184631" y="12064"/>
                    <a:pt x="181208" y="12508"/>
                  </a:cubicBezTo>
                  <a:cubicBezTo>
                    <a:pt x="180678" y="12576"/>
                    <a:pt x="180141" y="12576"/>
                    <a:pt x="179611" y="1250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DD4AC5CC-D528-6847-8543-94D0F3F76EB3}"/>
                </a:ext>
              </a:extLst>
            </p:cNvPr>
            <p:cNvSpPr/>
            <p:nvPr/>
          </p:nvSpPr>
          <p:spPr>
            <a:xfrm>
              <a:off x="5818574" y="2533421"/>
              <a:ext cx="186659" cy="12558"/>
            </a:xfrm>
            <a:custGeom>
              <a:avLst/>
              <a:gdLst>
                <a:gd name="connsiteX0" fmla="*/ 179611 w 186659"/>
                <a:gd name="connsiteY0" fmla="*/ 12508 h 12558"/>
                <a:gd name="connsiteX1" fmla="*/ 5451 w 186659"/>
                <a:gd name="connsiteY1" fmla="*/ 12508 h 12558"/>
                <a:gd name="connsiteX2" fmla="*/ 52 w 186659"/>
                <a:gd name="connsiteY2" fmla="*/ 5478 h 12558"/>
                <a:gd name="connsiteX3" fmla="*/ 5451 w 186659"/>
                <a:gd name="connsiteY3" fmla="*/ 52 h 12558"/>
                <a:gd name="connsiteX4" fmla="*/ 179611 w 186659"/>
                <a:gd name="connsiteY4" fmla="*/ 52 h 12558"/>
                <a:gd name="connsiteX5" fmla="*/ 186607 w 186659"/>
                <a:gd name="connsiteY5" fmla="*/ 5478 h 12558"/>
                <a:gd name="connsiteX6" fmla="*/ 181208 w 186659"/>
                <a:gd name="connsiteY6" fmla="*/ 12508 h 12558"/>
                <a:gd name="connsiteX7" fmla="*/ 179611 w 186659"/>
                <a:gd name="connsiteY7" fmla="*/ 12508 h 1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659" h="12558">
                  <a:moveTo>
                    <a:pt x="179611" y="12508"/>
                  </a:moveTo>
                  <a:lnTo>
                    <a:pt x="5451" y="12508"/>
                  </a:lnTo>
                  <a:cubicBezTo>
                    <a:pt x="2028" y="12064"/>
                    <a:pt x="-389" y="8917"/>
                    <a:pt x="52" y="5478"/>
                  </a:cubicBezTo>
                  <a:cubicBezTo>
                    <a:pt x="415" y="2646"/>
                    <a:pt x="2633" y="417"/>
                    <a:pt x="5451" y="52"/>
                  </a:cubicBezTo>
                  <a:lnTo>
                    <a:pt x="179611" y="52"/>
                  </a:lnTo>
                  <a:cubicBezTo>
                    <a:pt x="183034" y="-391"/>
                    <a:pt x="186166" y="2038"/>
                    <a:pt x="186607" y="5478"/>
                  </a:cubicBezTo>
                  <a:cubicBezTo>
                    <a:pt x="187048" y="8917"/>
                    <a:pt x="184631" y="12064"/>
                    <a:pt x="181208" y="12508"/>
                  </a:cubicBezTo>
                  <a:cubicBezTo>
                    <a:pt x="180678" y="12576"/>
                    <a:pt x="180141" y="12576"/>
                    <a:pt x="179611" y="1250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D06AB4A6-A65A-A64C-AAC6-AEA1CE59D4EE}"/>
                </a:ext>
              </a:extLst>
            </p:cNvPr>
            <p:cNvSpPr/>
            <p:nvPr/>
          </p:nvSpPr>
          <p:spPr>
            <a:xfrm>
              <a:off x="5818574" y="2567185"/>
              <a:ext cx="186659" cy="12558"/>
            </a:xfrm>
            <a:custGeom>
              <a:avLst/>
              <a:gdLst>
                <a:gd name="connsiteX0" fmla="*/ 179611 w 186659"/>
                <a:gd name="connsiteY0" fmla="*/ 12508 h 12558"/>
                <a:gd name="connsiteX1" fmla="*/ 5451 w 186659"/>
                <a:gd name="connsiteY1" fmla="*/ 12508 h 12558"/>
                <a:gd name="connsiteX2" fmla="*/ 52 w 186659"/>
                <a:gd name="connsiteY2" fmla="*/ 5478 h 12558"/>
                <a:gd name="connsiteX3" fmla="*/ 5451 w 186659"/>
                <a:gd name="connsiteY3" fmla="*/ 52 h 12558"/>
                <a:gd name="connsiteX4" fmla="*/ 179611 w 186659"/>
                <a:gd name="connsiteY4" fmla="*/ 52 h 12558"/>
                <a:gd name="connsiteX5" fmla="*/ 186607 w 186659"/>
                <a:gd name="connsiteY5" fmla="*/ 5478 h 12558"/>
                <a:gd name="connsiteX6" fmla="*/ 181208 w 186659"/>
                <a:gd name="connsiteY6" fmla="*/ 12508 h 12558"/>
                <a:gd name="connsiteX7" fmla="*/ 179611 w 186659"/>
                <a:gd name="connsiteY7" fmla="*/ 12508 h 1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659" h="12558">
                  <a:moveTo>
                    <a:pt x="179611" y="12508"/>
                  </a:moveTo>
                  <a:lnTo>
                    <a:pt x="5451" y="12508"/>
                  </a:lnTo>
                  <a:cubicBezTo>
                    <a:pt x="2028" y="12064"/>
                    <a:pt x="-389" y="8917"/>
                    <a:pt x="52" y="5478"/>
                  </a:cubicBezTo>
                  <a:cubicBezTo>
                    <a:pt x="415" y="2646"/>
                    <a:pt x="2633" y="417"/>
                    <a:pt x="5451" y="52"/>
                  </a:cubicBezTo>
                  <a:lnTo>
                    <a:pt x="179611" y="52"/>
                  </a:lnTo>
                  <a:cubicBezTo>
                    <a:pt x="183034" y="-391"/>
                    <a:pt x="186166" y="2038"/>
                    <a:pt x="186607" y="5478"/>
                  </a:cubicBezTo>
                  <a:cubicBezTo>
                    <a:pt x="187048" y="8917"/>
                    <a:pt x="184631" y="12064"/>
                    <a:pt x="181208" y="12508"/>
                  </a:cubicBezTo>
                  <a:cubicBezTo>
                    <a:pt x="180678" y="12576"/>
                    <a:pt x="180141" y="12576"/>
                    <a:pt x="179611" y="1250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52E6437A-225C-6543-9D36-88FB24DF9392}"/>
                </a:ext>
              </a:extLst>
            </p:cNvPr>
            <p:cNvSpPr/>
            <p:nvPr/>
          </p:nvSpPr>
          <p:spPr>
            <a:xfrm>
              <a:off x="5842978" y="2232074"/>
              <a:ext cx="251302" cy="330530"/>
            </a:xfrm>
            <a:custGeom>
              <a:avLst/>
              <a:gdLst>
                <a:gd name="connsiteX0" fmla="*/ 227023 w 251302"/>
                <a:gd name="connsiteY0" fmla="*/ 330530 h 330530"/>
                <a:gd name="connsiteX1" fmla="*/ 216778 w 251302"/>
                <a:gd name="connsiteY1" fmla="*/ 330530 h 330530"/>
                <a:gd name="connsiteX2" fmla="*/ 210529 w 251302"/>
                <a:gd name="connsiteY2" fmla="*/ 324251 h 330530"/>
                <a:gd name="connsiteX3" fmla="*/ 210529 w 251302"/>
                <a:gd name="connsiteY3" fmla="*/ 52498 h 330530"/>
                <a:gd name="connsiteX4" fmla="*/ 198645 w 251302"/>
                <a:gd name="connsiteY4" fmla="*/ 40557 h 330530"/>
                <a:gd name="connsiteX5" fmla="*/ 198543 w 251302"/>
                <a:gd name="connsiteY5" fmla="*/ 40557 h 330530"/>
                <a:gd name="connsiteX6" fmla="*/ 6148 w 251302"/>
                <a:gd name="connsiteY6" fmla="*/ 40557 h 330530"/>
                <a:gd name="connsiteX7" fmla="*/ 0 w 251302"/>
                <a:gd name="connsiteY7" fmla="*/ 34382 h 330530"/>
                <a:gd name="connsiteX8" fmla="*/ 1 w 251302"/>
                <a:gd name="connsiteY8" fmla="*/ 34278 h 330530"/>
                <a:gd name="connsiteX9" fmla="*/ 1 w 251302"/>
                <a:gd name="connsiteY9" fmla="*/ 23985 h 330530"/>
                <a:gd name="connsiteX10" fmla="*/ 24383 w 251302"/>
                <a:gd name="connsiteY10" fmla="*/ 0 h 330530"/>
                <a:gd name="connsiteX11" fmla="*/ 227023 w 251302"/>
                <a:gd name="connsiteY11" fmla="*/ 0 h 330530"/>
                <a:gd name="connsiteX12" fmla="*/ 251303 w 251302"/>
                <a:gd name="connsiteY12" fmla="*/ 24396 h 330530"/>
                <a:gd name="connsiteX13" fmla="*/ 251303 w 251302"/>
                <a:gd name="connsiteY13" fmla="*/ 306134 h 330530"/>
                <a:gd name="connsiteX14" fmla="*/ 227023 w 251302"/>
                <a:gd name="connsiteY14" fmla="*/ 330530 h 330530"/>
                <a:gd name="connsiteX15" fmla="*/ 222515 w 251302"/>
                <a:gd name="connsiteY15" fmla="*/ 318075 h 330530"/>
                <a:gd name="connsiteX16" fmla="*/ 227023 w 251302"/>
                <a:gd name="connsiteY16" fmla="*/ 318075 h 330530"/>
                <a:gd name="connsiteX17" fmla="*/ 238906 w 251302"/>
                <a:gd name="connsiteY17" fmla="*/ 306134 h 330530"/>
                <a:gd name="connsiteX18" fmla="*/ 238906 w 251302"/>
                <a:gd name="connsiteY18" fmla="*/ 24396 h 330530"/>
                <a:gd name="connsiteX19" fmla="*/ 227023 w 251302"/>
                <a:gd name="connsiteY19" fmla="*/ 12456 h 330530"/>
                <a:gd name="connsiteX20" fmla="*/ 24383 w 251302"/>
                <a:gd name="connsiteY20" fmla="*/ 12456 h 330530"/>
                <a:gd name="connsiteX21" fmla="*/ 12397 w 251302"/>
                <a:gd name="connsiteY21" fmla="*/ 24293 h 330530"/>
                <a:gd name="connsiteX22" fmla="*/ 12397 w 251302"/>
                <a:gd name="connsiteY22" fmla="*/ 24396 h 330530"/>
                <a:gd name="connsiteX23" fmla="*/ 12397 w 251302"/>
                <a:gd name="connsiteY23" fmla="*/ 28102 h 330530"/>
                <a:gd name="connsiteX24" fmla="*/ 198543 w 251302"/>
                <a:gd name="connsiteY24" fmla="*/ 28102 h 330530"/>
                <a:gd name="connsiteX25" fmla="*/ 222515 w 251302"/>
                <a:gd name="connsiteY25" fmla="*/ 52498 h 33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51302" h="330530">
                  <a:moveTo>
                    <a:pt x="227023" y="330530"/>
                  </a:moveTo>
                  <a:lnTo>
                    <a:pt x="216778" y="330530"/>
                  </a:lnTo>
                  <a:cubicBezTo>
                    <a:pt x="213327" y="330530"/>
                    <a:pt x="210529" y="327719"/>
                    <a:pt x="210529" y="324251"/>
                  </a:cubicBezTo>
                  <a:lnTo>
                    <a:pt x="210529" y="52498"/>
                  </a:lnTo>
                  <a:cubicBezTo>
                    <a:pt x="210529" y="45903"/>
                    <a:pt x="205209" y="40557"/>
                    <a:pt x="198645" y="40557"/>
                  </a:cubicBezTo>
                  <a:cubicBezTo>
                    <a:pt x="198611" y="40557"/>
                    <a:pt x="198577" y="40557"/>
                    <a:pt x="198543" y="40557"/>
                  </a:cubicBezTo>
                  <a:lnTo>
                    <a:pt x="6148" y="40557"/>
                  </a:lnTo>
                  <a:cubicBezTo>
                    <a:pt x="2753" y="40558"/>
                    <a:pt x="0" y="37793"/>
                    <a:pt x="0" y="34382"/>
                  </a:cubicBezTo>
                  <a:cubicBezTo>
                    <a:pt x="0" y="34347"/>
                    <a:pt x="0" y="34313"/>
                    <a:pt x="1" y="34278"/>
                  </a:cubicBezTo>
                  <a:lnTo>
                    <a:pt x="1" y="23985"/>
                  </a:lnTo>
                  <a:cubicBezTo>
                    <a:pt x="225" y="10632"/>
                    <a:pt x="11092" y="-58"/>
                    <a:pt x="24383" y="0"/>
                  </a:cubicBezTo>
                  <a:lnTo>
                    <a:pt x="227023" y="0"/>
                  </a:lnTo>
                  <a:cubicBezTo>
                    <a:pt x="240432" y="0"/>
                    <a:pt x="251303" y="10923"/>
                    <a:pt x="251303" y="24396"/>
                  </a:cubicBezTo>
                  <a:lnTo>
                    <a:pt x="251303" y="306134"/>
                  </a:lnTo>
                  <a:cubicBezTo>
                    <a:pt x="251246" y="319585"/>
                    <a:pt x="240409" y="330474"/>
                    <a:pt x="227023" y="330530"/>
                  </a:cubicBezTo>
                  <a:close/>
                  <a:moveTo>
                    <a:pt x="222515" y="318075"/>
                  </a:moveTo>
                  <a:lnTo>
                    <a:pt x="227023" y="318075"/>
                  </a:lnTo>
                  <a:cubicBezTo>
                    <a:pt x="233586" y="318075"/>
                    <a:pt x="238906" y="312729"/>
                    <a:pt x="238906" y="306134"/>
                  </a:cubicBezTo>
                  <a:lnTo>
                    <a:pt x="238906" y="24396"/>
                  </a:lnTo>
                  <a:cubicBezTo>
                    <a:pt x="238906" y="17802"/>
                    <a:pt x="233586" y="12456"/>
                    <a:pt x="227023" y="12456"/>
                  </a:cubicBezTo>
                  <a:lnTo>
                    <a:pt x="24383" y="12456"/>
                  </a:lnTo>
                  <a:cubicBezTo>
                    <a:pt x="17820" y="12399"/>
                    <a:pt x="12454" y="17698"/>
                    <a:pt x="12397" y="24293"/>
                  </a:cubicBezTo>
                  <a:cubicBezTo>
                    <a:pt x="12397" y="24327"/>
                    <a:pt x="12397" y="24362"/>
                    <a:pt x="12397" y="24396"/>
                  </a:cubicBezTo>
                  <a:lnTo>
                    <a:pt x="12397" y="28102"/>
                  </a:lnTo>
                  <a:lnTo>
                    <a:pt x="198543" y="28102"/>
                  </a:lnTo>
                  <a:cubicBezTo>
                    <a:pt x="211832" y="28271"/>
                    <a:pt x="222516" y="39144"/>
                    <a:pt x="222515" y="5249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52DFCBD9-7327-3843-94E1-C94E1B7D407E}"/>
                </a:ext>
              </a:extLst>
            </p:cNvPr>
            <p:cNvSpPr/>
            <p:nvPr/>
          </p:nvSpPr>
          <p:spPr>
            <a:xfrm>
              <a:off x="5814191" y="2260176"/>
              <a:ext cx="251301" cy="330530"/>
            </a:xfrm>
            <a:custGeom>
              <a:avLst/>
              <a:gdLst>
                <a:gd name="connsiteX0" fmla="*/ 227329 w 251301"/>
                <a:gd name="connsiteY0" fmla="*/ 330530 h 330530"/>
                <a:gd name="connsiteX1" fmla="*/ 217084 w 251301"/>
                <a:gd name="connsiteY1" fmla="*/ 330530 h 330530"/>
                <a:gd name="connsiteX2" fmla="*/ 210835 w 251301"/>
                <a:gd name="connsiteY2" fmla="*/ 324251 h 330530"/>
                <a:gd name="connsiteX3" fmla="*/ 210835 w 251301"/>
                <a:gd name="connsiteY3" fmla="*/ 52498 h 330530"/>
                <a:gd name="connsiteX4" fmla="*/ 199054 w 251301"/>
                <a:gd name="connsiteY4" fmla="*/ 40455 h 330530"/>
                <a:gd name="connsiteX5" fmla="*/ 198951 w 251301"/>
                <a:gd name="connsiteY5" fmla="*/ 40454 h 330530"/>
                <a:gd name="connsiteX6" fmla="*/ 6147 w 251301"/>
                <a:gd name="connsiteY6" fmla="*/ 40454 h 330530"/>
                <a:gd name="connsiteX7" fmla="*/ 0 w 251301"/>
                <a:gd name="connsiteY7" fmla="*/ 34278 h 330530"/>
                <a:gd name="connsiteX8" fmla="*/ 0 w 251301"/>
                <a:gd name="connsiteY8" fmla="*/ 23984 h 330530"/>
                <a:gd name="connsiteX9" fmla="*/ 24280 w 251301"/>
                <a:gd name="connsiteY9" fmla="*/ 0 h 330530"/>
                <a:gd name="connsiteX10" fmla="*/ 227329 w 251301"/>
                <a:gd name="connsiteY10" fmla="*/ 0 h 330530"/>
                <a:gd name="connsiteX11" fmla="*/ 251302 w 251301"/>
                <a:gd name="connsiteY11" fmla="*/ 24396 h 330530"/>
                <a:gd name="connsiteX12" fmla="*/ 251302 w 251301"/>
                <a:gd name="connsiteY12" fmla="*/ 306031 h 330530"/>
                <a:gd name="connsiteX13" fmla="*/ 227329 w 251301"/>
                <a:gd name="connsiteY13" fmla="*/ 330530 h 330530"/>
                <a:gd name="connsiteX14" fmla="*/ 222924 w 251301"/>
                <a:gd name="connsiteY14" fmla="*/ 317972 h 330530"/>
                <a:gd name="connsiteX15" fmla="*/ 227329 w 251301"/>
                <a:gd name="connsiteY15" fmla="*/ 317972 h 330530"/>
                <a:gd name="connsiteX16" fmla="*/ 239213 w 251301"/>
                <a:gd name="connsiteY16" fmla="*/ 306031 h 330530"/>
                <a:gd name="connsiteX17" fmla="*/ 239213 w 251301"/>
                <a:gd name="connsiteY17" fmla="*/ 24396 h 330530"/>
                <a:gd name="connsiteX18" fmla="*/ 227329 w 251301"/>
                <a:gd name="connsiteY18" fmla="*/ 12455 h 330530"/>
                <a:gd name="connsiteX19" fmla="*/ 24280 w 251301"/>
                <a:gd name="connsiteY19" fmla="*/ 12455 h 330530"/>
                <a:gd name="connsiteX20" fmla="*/ 12193 w 251301"/>
                <a:gd name="connsiteY20" fmla="*/ 24188 h 330530"/>
                <a:gd name="connsiteX21" fmla="*/ 12191 w 251301"/>
                <a:gd name="connsiteY21" fmla="*/ 24396 h 330530"/>
                <a:gd name="connsiteX22" fmla="*/ 12191 w 251301"/>
                <a:gd name="connsiteY22" fmla="*/ 27999 h 330530"/>
                <a:gd name="connsiteX23" fmla="*/ 198234 w 251301"/>
                <a:gd name="connsiteY23" fmla="*/ 27999 h 330530"/>
                <a:gd name="connsiteX24" fmla="*/ 222617 w 251301"/>
                <a:gd name="connsiteY24" fmla="*/ 52498 h 33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1301" h="330530">
                  <a:moveTo>
                    <a:pt x="227329" y="330530"/>
                  </a:moveTo>
                  <a:lnTo>
                    <a:pt x="217084" y="330530"/>
                  </a:lnTo>
                  <a:cubicBezTo>
                    <a:pt x="213656" y="330475"/>
                    <a:pt x="210890" y="327696"/>
                    <a:pt x="210835" y="324251"/>
                  </a:cubicBezTo>
                  <a:lnTo>
                    <a:pt x="210835" y="52498"/>
                  </a:lnTo>
                  <a:cubicBezTo>
                    <a:pt x="210892" y="45903"/>
                    <a:pt x="205617" y="40511"/>
                    <a:pt x="199054" y="40455"/>
                  </a:cubicBezTo>
                  <a:cubicBezTo>
                    <a:pt x="199020" y="40454"/>
                    <a:pt x="198986" y="40454"/>
                    <a:pt x="198951" y="40454"/>
                  </a:cubicBezTo>
                  <a:lnTo>
                    <a:pt x="6147" y="40454"/>
                  </a:lnTo>
                  <a:cubicBezTo>
                    <a:pt x="2752" y="40454"/>
                    <a:pt x="0" y="37689"/>
                    <a:pt x="0" y="34278"/>
                  </a:cubicBezTo>
                  <a:lnTo>
                    <a:pt x="0" y="23984"/>
                  </a:lnTo>
                  <a:cubicBezTo>
                    <a:pt x="224" y="10672"/>
                    <a:pt x="11029" y="-2"/>
                    <a:pt x="24280" y="0"/>
                  </a:cubicBezTo>
                  <a:lnTo>
                    <a:pt x="227329" y="0"/>
                  </a:lnTo>
                  <a:cubicBezTo>
                    <a:pt x="240618" y="169"/>
                    <a:pt x="251303" y="11042"/>
                    <a:pt x="251302" y="24396"/>
                  </a:cubicBezTo>
                  <a:lnTo>
                    <a:pt x="251302" y="306031"/>
                  </a:lnTo>
                  <a:cubicBezTo>
                    <a:pt x="251304" y="319402"/>
                    <a:pt x="240635" y="330305"/>
                    <a:pt x="227329" y="330530"/>
                  </a:cubicBezTo>
                  <a:close/>
                  <a:moveTo>
                    <a:pt x="222924" y="317972"/>
                  </a:moveTo>
                  <a:lnTo>
                    <a:pt x="227329" y="317972"/>
                  </a:lnTo>
                  <a:cubicBezTo>
                    <a:pt x="233892" y="317972"/>
                    <a:pt x="239213" y="312626"/>
                    <a:pt x="239213" y="306031"/>
                  </a:cubicBezTo>
                  <a:lnTo>
                    <a:pt x="239213" y="24396"/>
                  </a:lnTo>
                  <a:cubicBezTo>
                    <a:pt x="239213" y="17801"/>
                    <a:pt x="233892" y="12455"/>
                    <a:pt x="227329" y="12455"/>
                  </a:cubicBezTo>
                  <a:lnTo>
                    <a:pt x="24280" y="12455"/>
                  </a:lnTo>
                  <a:cubicBezTo>
                    <a:pt x="17718" y="12342"/>
                    <a:pt x="12306" y="17595"/>
                    <a:pt x="12193" y="24188"/>
                  </a:cubicBezTo>
                  <a:cubicBezTo>
                    <a:pt x="12192" y="24258"/>
                    <a:pt x="12191" y="24327"/>
                    <a:pt x="12191" y="24396"/>
                  </a:cubicBezTo>
                  <a:lnTo>
                    <a:pt x="12191" y="27999"/>
                  </a:lnTo>
                  <a:lnTo>
                    <a:pt x="198234" y="27999"/>
                  </a:lnTo>
                  <a:cubicBezTo>
                    <a:pt x="211677" y="28055"/>
                    <a:pt x="222560" y="38991"/>
                    <a:pt x="222617" y="52498"/>
                  </a:cubicBezTo>
                  <a:close/>
                </a:path>
              </a:pathLst>
            </a:custGeom>
            <a:grpFill/>
            <a:ln w="1016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EG"/>
            </a:p>
          </p:txBody>
        </p: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66D0E490-7C14-4A4D-9DAA-8D256903CCD5}"/>
              </a:ext>
            </a:extLst>
          </p:cNvPr>
          <p:cNvSpPr txBox="1"/>
          <p:nvPr/>
        </p:nvSpPr>
        <p:spPr>
          <a:xfrm>
            <a:off x="6261123" y="2234911"/>
            <a:ext cx="20518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07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094B4E52-28C0-0E4D-B44B-3F9C05A0EF71}"/>
              </a:ext>
            </a:extLst>
          </p:cNvPr>
          <p:cNvSpPr txBox="1"/>
          <p:nvPr/>
        </p:nvSpPr>
        <p:spPr>
          <a:xfrm>
            <a:off x="7245755" y="2968728"/>
            <a:ext cx="1865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9EFEE804-33ED-1E45-853A-55B3D5982087}"/>
              </a:ext>
            </a:extLst>
          </p:cNvPr>
          <p:cNvSpPr txBox="1"/>
          <p:nvPr/>
        </p:nvSpPr>
        <p:spPr>
          <a:xfrm>
            <a:off x="7272392" y="4195381"/>
            <a:ext cx="20518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6B7EC999-F6BB-8145-BF1E-787EC9D7A27F}"/>
              </a:ext>
            </a:extLst>
          </p:cNvPr>
          <p:cNvSpPr txBox="1"/>
          <p:nvPr/>
        </p:nvSpPr>
        <p:spPr>
          <a:xfrm>
            <a:off x="6368086" y="4979791"/>
            <a:ext cx="20518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41BBF60-EA51-504C-B2D9-7267E42BED4D}"/>
              </a:ext>
            </a:extLst>
          </p:cNvPr>
          <p:cNvSpPr txBox="1"/>
          <p:nvPr/>
        </p:nvSpPr>
        <p:spPr>
          <a:xfrm>
            <a:off x="5173899" y="4755527"/>
            <a:ext cx="20518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8714E635-44A4-DD49-8FDC-54628ACF2D11}"/>
              </a:ext>
            </a:extLst>
          </p:cNvPr>
          <p:cNvSpPr txBox="1"/>
          <p:nvPr/>
        </p:nvSpPr>
        <p:spPr>
          <a:xfrm>
            <a:off x="4593605" y="3690268"/>
            <a:ext cx="20518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A7740850-925A-8843-AB95-9EE92DFFAA56}"/>
              </a:ext>
            </a:extLst>
          </p:cNvPr>
          <p:cNvSpPr txBox="1"/>
          <p:nvPr/>
        </p:nvSpPr>
        <p:spPr>
          <a:xfrm>
            <a:off x="5048400" y="2595527"/>
            <a:ext cx="20518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EG" sz="1400" b="1" dirty="0">
                <a:solidFill>
                  <a:srgbClr val="FFFFFF"/>
                </a:solidFill>
                <a:latin typeface="Open Sans SemiBold" panose="020B0606030504020204" pitchFamily="34" charset="0"/>
                <a:ea typeface="Open Sans SemiBold" panose="020B0606030504020204" pitchFamily="34" charset="0"/>
                <a:cs typeface="Open Sans SemiBold" panose="020B0606030504020204" pitchFamily="34" charset="0"/>
              </a:rPr>
              <a:t>06</a:t>
            </a:r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F6D4347A-1B54-BB44-8561-FE9827DC2D13}"/>
              </a:ext>
            </a:extLst>
          </p:cNvPr>
          <p:cNvGrpSpPr/>
          <p:nvPr/>
        </p:nvGrpSpPr>
        <p:grpSpPr>
          <a:xfrm flipH="1">
            <a:off x="1006059" y="2814861"/>
            <a:ext cx="2783072" cy="723275"/>
            <a:chOff x="7825488" y="1404017"/>
            <a:chExt cx="3368029" cy="723275"/>
          </a:xfrm>
        </p:grpSpPr>
        <p:sp>
          <p:nvSpPr>
            <p:cNvPr id="131" name="Inhaltsplatzhalter 4">
              <a:extLst>
                <a:ext uri="{FF2B5EF4-FFF2-40B4-BE49-F238E27FC236}">
                  <a16:creationId xmlns:a16="http://schemas.microsoft.com/office/drawing/2014/main" id="{435E5A25-907C-0043-8264-6AA3553791E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06.Title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8C3F57FC-4DC5-374D-8671-F54F49FEE811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6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FB6DEA2-E724-DD4A-A07B-E22FA6CF5C75}"/>
              </a:ext>
            </a:extLst>
          </p:cNvPr>
          <p:cNvGrpSpPr/>
          <p:nvPr/>
        </p:nvGrpSpPr>
        <p:grpSpPr>
          <a:xfrm>
            <a:off x="7871856" y="1607882"/>
            <a:ext cx="2783072" cy="723275"/>
            <a:chOff x="7825488" y="1404017"/>
            <a:chExt cx="3368029" cy="723275"/>
          </a:xfrm>
        </p:grpSpPr>
        <p:sp>
          <p:nvSpPr>
            <p:cNvPr id="134" name="Inhaltsplatzhalter 4">
              <a:extLst>
                <a:ext uri="{FF2B5EF4-FFF2-40B4-BE49-F238E27FC236}">
                  <a16:creationId xmlns:a16="http://schemas.microsoft.com/office/drawing/2014/main" id="{93069280-4FBB-2049-89D3-25CA178090F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01.Title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C47C6B26-72C9-0244-8FEC-F3D32DEA329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1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CE51A564-9250-7F41-944F-5BFC7D7E6BAF}"/>
              </a:ext>
            </a:extLst>
          </p:cNvPr>
          <p:cNvGrpSpPr/>
          <p:nvPr/>
        </p:nvGrpSpPr>
        <p:grpSpPr>
          <a:xfrm flipH="1">
            <a:off x="1572477" y="5292827"/>
            <a:ext cx="2783072" cy="723275"/>
            <a:chOff x="7825488" y="1404017"/>
            <a:chExt cx="3368029" cy="723275"/>
          </a:xfrm>
        </p:grpSpPr>
        <p:sp>
          <p:nvSpPr>
            <p:cNvPr id="137" name="Inhaltsplatzhalter 4">
              <a:extLst>
                <a:ext uri="{FF2B5EF4-FFF2-40B4-BE49-F238E27FC236}">
                  <a16:creationId xmlns:a16="http://schemas.microsoft.com/office/drawing/2014/main" id="{7A6CF844-BD4B-BD47-A3EC-DACC41AEBE5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4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04.Title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718CE6AA-82B2-7249-A14F-BE4A30BB8E9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4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C4D1A5F-466D-6D46-8123-3019910EFFFC}"/>
              </a:ext>
            </a:extLst>
          </p:cNvPr>
          <p:cNvGrpSpPr/>
          <p:nvPr/>
        </p:nvGrpSpPr>
        <p:grpSpPr>
          <a:xfrm>
            <a:off x="7919824" y="5126830"/>
            <a:ext cx="2783072" cy="723275"/>
            <a:chOff x="7825488" y="1404017"/>
            <a:chExt cx="3368029" cy="723275"/>
          </a:xfrm>
        </p:grpSpPr>
        <p:sp>
          <p:nvSpPr>
            <p:cNvPr id="140" name="Inhaltsplatzhalter 4">
              <a:extLst>
                <a:ext uri="{FF2B5EF4-FFF2-40B4-BE49-F238E27FC236}">
                  <a16:creationId xmlns:a16="http://schemas.microsoft.com/office/drawing/2014/main" id="{28D73B6D-0B0D-9945-9A78-4CAF78DE361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03.Title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681B71CB-62CA-BB48-B0BA-B3DE76359BF0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2FA3D5D8-198F-F249-B773-96117ECFD7AC}"/>
              </a:ext>
            </a:extLst>
          </p:cNvPr>
          <p:cNvGrpSpPr/>
          <p:nvPr/>
        </p:nvGrpSpPr>
        <p:grpSpPr>
          <a:xfrm>
            <a:off x="8506931" y="3367356"/>
            <a:ext cx="2783072" cy="723275"/>
            <a:chOff x="7825488" y="1404017"/>
            <a:chExt cx="3368029" cy="723275"/>
          </a:xfrm>
        </p:grpSpPr>
        <p:sp>
          <p:nvSpPr>
            <p:cNvPr id="143" name="Inhaltsplatzhalter 4">
              <a:extLst>
                <a:ext uri="{FF2B5EF4-FFF2-40B4-BE49-F238E27FC236}">
                  <a16:creationId xmlns:a16="http://schemas.microsoft.com/office/drawing/2014/main" id="{23E5C8B4-4B60-6343-B90D-86324CBF38B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02.Title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456C1227-03D0-6241-BEFC-7F3E8110439F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2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E2286D06-ACD3-0140-A31F-F56F13CF0FC9}"/>
              </a:ext>
            </a:extLst>
          </p:cNvPr>
          <p:cNvGrpSpPr/>
          <p:nvPr/>
        </p:nvGrpSpPr>
        <p:grpSpPr>
          <a:xfrm flipH="1">
            <a:off x="991912" y="4239297"/>
            <a:ext cx="2783072" cy="723275"/>
            <a:chOff x="7825488" y="1404017"/>
            <a:chExt cx="3368029" cy="723275"/>
          </a:xfrm>
        </p:grpSpPr>
        <p:sp>
          <p:nvSpPr>
            <p:cNvPr id="146" name="Inhaltsplatzhalter 4">
              <a:extLst>
                <a:ext uri="{FF2B5EF4-FFF2-40B4-BE49-F238E27FC236}">
                  <a16:creationId xmlns:a16="http://schemas.microsoft.com/office/drawing/2014/main" id="{3C49924E-2A64-F947-A64D-B61500BDD49B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5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05.Title Goes Here</a:t>
              </a:r>
              <a:br>
                <a:rPr lang="en-US" sz="700" b="1" dirty="0">
                  <a:solidFill>
                    <a:schemeClr val="accent2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F8AEE69F-C1A9-B843-8262-EACF4BBC286A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F8073345-4E9D-0146-A81F-4C12E443391E}"/>
              </a:ext>
            </a:extLst>
          </p:cNvPr>
          <p:cNvGrpSpPr/>
          <p:nvPr/>
        </p:nvGrpSpPr>
        <p:grpSpPr>
          <a:xfrm flipH="1">
            <a:off x="1572477" y="1532899"/>
            <a:ext cx="2783072" cy="723275"/>
            <a:chOff x="7825488" y="1404017"/>
            <a:chExt cx="3368029" cy="723275"/>
          </a:xfrm>
        </p:grpSpPr>
        <p:sp>
          <p:nvSpPr>
            <p:cNvPr id="149" name="Inhaltsplatzhalter 4">
              <a:extLst>
                <a:ext uri="{FF2B5EF4-FFF2-40B4-BE49-F238E27FC236}">
                  <a16:creationId xmlns:a16="http://schemas.microsoft.com/office/drawing/2014/main" id="{D8AC6899-BA72-C54F-A66A-4079F63D567C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7941590" y="1404017"/>
              <a:ext cx="3251927" cy="7232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</a:bodyPr>
            <a:lstStyle>
              <a:lvl1pPr marL="272967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23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1pPr>
              <a:lvl2pPr marL="807798" indent="-272967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20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2pPr>
              <a:lvl3pPr marL="1080764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9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3pPr>
              <a:lvl4pPr marL="1436256" indent="-177748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4pPr>
              <a:lvl5pPr marL="1793335" indent="-179335" algn="l" defTabSz="914127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Symbol" panose="05050102010706020507" pitchFamily="18" charset="2"/>
                <a:buChar char="-"/>
                <a:defRPr sz="1600" kern="1200">
                  <a:solidFill>
                    <a:schemeClr val="bg1"/>
                  </a:solidFill>
                  <a:latin typeface="Calibri Light" panose="020F0302020204030204" pitchFamily="34" charset="0"/>
                  <a:ea typeface="+mn-ea"/>
                  <a:cs typeface="+mn-cs"/>
                </a:defRPr>
              </a:lvl5pPr>
              <a:lvl6pPr marL="2513847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0910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7972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5034" indent="-228532" algn="l" defTabSz="914127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00000"/>
                </a:lnSpc>
                <a:spcAft>
                  <a:spcPts val="1200"/>
                </a:spcAft>
                <a:buNone/>
              </a:pPr>
              <a:r>
                <a:rPr lang="en-US" sz="14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07.Title Goes Here</a:t>
              </a:r>
              <a:br>
                <a:rPr lang="en-US" sz="700" b="1" dirty="0">
                  <a:solidFill>
                    <a:schemeClr val="accent3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US" sz="1050" dirty="0">
                  <a:solidFill>
                    <a:schemeClr val="tx2">
                      <a:alpha val="7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This is a sample text. You simply add your own text and description here. This text is fully editable. This is a sample text. </a:t>
              </a:r>
              <a:endParaRPr lang="en-US" sz="1200" dirty="0">
                <a:solidFill>
                  <a:schemeClr val="tx2">
                    <a:alpha val="7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C9A00FA3-9243-CD4E-B7F5-C41E795A8618}"/>
                </a:ext>
              </a:extLst>
            </p:cNvPr>
            <p:cNvCxnSpPr>
              <a:cxnSpLocks/>
            </p:cNvCxnSpPr>
            <p:nvPr/>
          </p:nvCxnSpPr>
          <p:spPr>
            <a:xfrm>
              <a:off x="7825488" y="1479710"/>
              <a:ext cx="0" cy="592556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E38A5EC1-B258-2844-8847-DA833FF9078D}"/>
              </a:ext>
            </a:extLst>
          </p:cNvPr>
          <p:cNvGrpSpPr/>
          <p:nvPr/>
        </p:nvGrpSpPr>
        <p:grpSpPr>
          <a:xfrm>
            <a:off x="5421520" y="3127898"/>
            <a:ext cx="1338870" cy="1238019"/>
            <a:chOff x="5398240" y="3718434"/>
            <a:chExt cx="1338870" cy="1238019"/>
          </a:xfrm>
        </p:grpSpPr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8A689B2D-A61B-B344-B9F0-795558BBE3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92329" y="3718434"/>
              <a:ext cx="550692" cy="487687"/>
            </a:xfrm>
            <a:custGeom>
              <a:avLst/>
              <a:gdLst>
                <a:gd name="T0" fmla="*/ 232 w 256"/>
                <a:gd name="T1" fmla="*/ 84 h 227"/>
                <a:gd name="T2" fmla="*/ 172 w 256"/>
                <a:gd name="T3" fmla="*/ 44 h 227"/>
                <a:gd name="T4" fmla="*/ 120 w 256"/>
                <a:gd name="T5" fmla="*/ 48 h 227"/>
                <a:gd name="T6" fmla="*/ 64 w 256"/>
                <a:gd name="T7" fmla="*/ 107 h 227"/>
                <a:gd name="T8" fmla="*/ 0 w 256"/>
                <a:gd name="T9" fmla="*/ 131 h 227"/>
                <a:gd name="T10" fmla="*/ 32 w 256"/>
                <a:gd name="T11" fmla="*/ 227 h 227"/>
                <a:gd name="T12" fmla="*/ 87 w 256"/>
                <a:gd name="T13" fmla="*/ 212 h 227"/>
                <a:gd name="T14" fmla="*/ 103 w 256"/>
                <a:gd name="T15" fmla="*/ 219 h 227"/>
                <a:gd name="T16" fmla="*/ 232 w 256"/>
                <a:gd name="T17" fmla="*/ 197 h 227"/>
                <a:gd name="T18" fmla="*/ 240 w 256"/>
                <a:gd name="T19" fmla="*/ 169 h 227"/>
                <a:gd name="T20" fmla="*/ 248 w 256"/>
                <a:gd name="T21" fmla="*/ 140 h 227"/>
                <a:gd name="T22" fmla="*/ 256 w 256"/>
                <a:gd name="T23" fmla="*/ 108 h 227"/>
                <a:gd name="T24" fmla="*/ 32 w 256"/>
                <a:gd name="T25" fmla="*/ 211 h 227"/>
                <a:gd name="T26" fmla="*/ 16 w 256"/>
                <a:gd name="T27" fmla="*/ 131 h 227"/>
                <a:gd name="T28" fmla="*/ 64 w 256"/>
                <a:gd name="T29" fmla="*/ 123 h 227"/>
                <a:gd name="T30" fmla="*/ 72 w 256"/>
                <a:gd name="T31" fmla="*/ 198 h 227"/>
                <a:gd name="T32" fmla="*/ 72 w 256"/>
                <a:gd name="T33" fmla="*/ 203 h 227"/>
                <a:gd name="T34" fmla="*/ 210 w 256"/>
                <a:gd name="T35" fmla="*/ 203 h 227"/>
                <a:gd name="T36" fmla="*/ 88 w 256"/>
                <a:gd name="T37" fmla="*/ 194 h 227"/>
                <a:gd name="T38" fmla="*/ 86 w 256"/>
                <a:gd name="T39" fmla="*/ 121 h 227"/>
                <a:gd name="T40" fmla="*/ 140 w 256"/>
                <a:gd name="T41" fmla="*/ 16 h 227"/>
                <a:gd name="T42" fmla="*/ 152 w 256"/>
                <a:gd name="T43" fmla="*/ 90 h 227"/>
                <a:gd name="T44" fmla="*/ 160 w 256"/>
                <a:gd name="T45" fmla="*/ 100 h 227"/>
                <a:gd name="T46" fmla="*/ 240 w 256"/>
                <a:gd name="T47" fmla="*/ 108 h 227"/>
                <a:gd name="T48" fmla="*/ 223 w 256"/>
                <a:gd name="T49" fmla="*/ 116 h 227"/>
                <a:gd name="T50" fmla="*/ 223 w 256"/>
                <a:gd name="T51" fmla="*/ 132 h 227"/>
                <a:gd name="T52" fmla="*/ 224 w 256"/>
                <a:gd name="T53" fmla="*/ 132 h 227"/>
                <a:gd name="T54" fmla="*/ 224 w 256"/>
                <a:gd name="T55" fmla="*/ 148 h 227"/>
                <a:gd name="T56" fmla="*/ 218 w 256"/>
                <a:gd name="T57" fmla="*/ 147 h 227"/>
                <a:gd name="T58" fmla="*/ 215 w 256"/>
                <a:gd name="T59" fmla="*/ 148 h 227"/>
                <a:gd name="T60" fmla="*/ 215 w 256"/>
                <a:gd name="T61" fmla="*/ 164 h 227"/>
                <a:gd name="T62" fmla="*/ 224 w 256"/>
                <a:gd name="T63" fmla="*/ 169 h 227"/>
                <a:gd name="T64" fmla="*/ 210 w 256"/>
                <a:gd name="T65" fmla="*/ 175 h 227"/>
                <a:gd name="T66" fmla="*/ 210 w 256"/>
                <a:gd name="T67" fmla="*/ 175 h 227"/>
                <a:gd name="T68" fmla="*/ 210 w 256"/>
                <a:gd name="T69" fmla="*/ 191 h 227"/>
                <a:gd name="T70" fmla="*/ 210 w 256"/>
                <a:gd name="T71" fmla="*/ 2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227">
                  <a:moveTo>
                    <a:pt x="256" y="108"/>
                  </a:moveTo>
                  <a:cubicBezTo>
                    <a:pt x="256" y="94"/>
                    <a:pt x="245" y="84"/>
                    <a:pt x="232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71" y="74"/>
                    <a:pt x="172" y="59"/>
                    <a:pt x="172" y="44"/>
                  </a:cubicBezTo>
                  <a:cubicBezTo>
                    <a:pt x="172" y="13"/>
                    <a:pt x="156" y="0"/>
                    <a:pt x="140" y="0"/>
                  </a:cubicBezTo>
                  <a:cubicBezTo>
                    <a:pt x="120" y="0"/>
                    <a:pt x="120" y="21"/>
                    <a:pt x="120" y="48"/>
                  </a:cubicBezTo>
                  <a:cubicBezTo>
                    <a:pt x="120" y="67"/>
                    <a:pt x="90" y="97"/>
                    <a:pt x="75" y="110"/>
                  </a:cubicBezTo>
                  <a:cubicBezTo>
                    <a:pt x="71" y="108"/>
                    <a:pt x="68" y="107"/>
                    <a:pt x="64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11" y="107"/>
                    <a:pt x="0" y="118"/>
                    <a:pt x="0" y="131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0" y="216"/>
                    <a:pt x="19" y="227"/>
                    <a:pt x="32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74" y="227"/>
                    <a:pt x="83" y="221"/>
                    <a:pt x="87" y="212"/>
                  </a:cubicBezTo>
                  <a:cubicBezTo>
                    <a:pt x="100" y="219"/>
                    <a:pt x="100" y="219"/>
                    <a:pt x="100" y="219"/>
                  </a:cubicBezTo>
                  <a:cubicBezTo>
                    <a:pt x="101" y="219"/>
                    <a:pt x="102" y="219"/>
                    <a:pt x="103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22" y="219"/>
                    <a:pt x="232" y="210"/>
                    <a:pt x="232" y="197"/>
                  </a:cubicBezTo>
                  <a:cubicBezTo>
                    <a:pt x="232" y="194"/>
                    <a:pt x="231" y="191"/>
                    <a:pt x="230" y="188"/>
                  </a:cubicBezTo>
                  <a:cubicBezTo>
                    <a:pt x="236" y="184"/>
                    <a:pt x="240" y="177"/>
                    <a:pt x="240" y="169"/>
                  </a:cubicBezTo>
                  <a:cubicBezTo>
                    <a:pt x="240" y="166"/>
                    <a:pt x="239" y="162"/>
                    <a:pt x="238" y="159"/>
                  </a:cubicBezTo>
                  <a:cubicBezTo>
                    <a:pt x="244" y="155"/>
                    <a:pt x="248" y="148"/>
                    <a:pt x="248" y="140"/>
                  </a:cubicBezTo>
                  <a:cubicBezTo>
                    <a:pt x="248" y="135"/>
                    <a:pt x="247" y="131"/>
                    <a:pt x="245" y="128"/>
                  </a:cubicBezTo>
                  <a:cubicBezTo>
                    <a:pt x="252" y="123"/>
                    <a:pt x="256" y="116"/>
                    <a:pt x="256" y="108"/>
                  </a:cubicBezTo>
                  <a:close/>
                  <a:moveTo>
                    <a:pt x="64" y="211"/>
                  </a:moveTo>
                  <a:cubicBezTo>
                    <a:pt x="32" y="211"/>
                    <a:pt x="32" y="211"/>
                    <a:pt x="32" y="211"/>
                  </a:cubicBezTo>
                  <a:cubicBezTo>
                    <a:pt x="28" y="211"/>
                    <a:pt x="25" y="206"/>
                    <a:pt x="24" y="20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27"/>
                    <a:pt x="20" y="123"/>
                    <a:pt x="24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9" y="123"/>
                    <a:pt x="72" y="127"/>
                    <a:pt x="72" y="131"/>
                  </a:cubicBezTo>
                  <a:cubicBezTo>
                    <a:pt x="72" y="198"/>
                    <a:pt x="72" y="198"/>
                    <a:pt x="72" y="198"/>
                  </a:cubicBezTo>
                  <a:cubicBezTo>
                    <a:pt x="72" y="199"/>
                    <a:pt x="72" y="200"/>
                    <a:pt x="72" y="201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8"/>
                    <a:pt x="69" y="211"/>
                    <a:pt x="64" y="211"/>
                  </a:cubicBezTo>
                  <a:close/>
                  <a:moveTo>
                    <a:pt x="210" y="203"/>
                  </a:moveTo>
                  <a:cubicBezTo>
                    <a:pt x="105" y="203"/>
                    <a:pt x="105" y="203"/>
                    <a:pt x="105" y="203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28"/>
                    <a:pt x="87" y="124"/>
                    <a:pt x="86" y="121"/>
                  </a:cubicBezTo>
                  <a:cubicBezTo>
                    <a:pt x="100" y="109"/>
                    <a:pt x="136" y="75"/>
                    <a:pt x="136" y="48"/>
                  </a:cubicBezTo>
                  <a:cubicBezTo>
                    <a:pt x="136" y="31"/>
                    <a:pt x="136" y="16"/>
                    <a:pt x="140" y="16"/>
                  </a:cubicBezTo>
                  <a:cubicBezTo>
                    <a:pt x="148" y="16"/>
                    <a:pt x="156" y="25"/>
                    <a:pt x="156" y="44"/>
                  </a:cubicBezTo>
                  <a:cubicBezTo>
                    <a:pt x="156" y="67"/>
                    <a:pt x="152" y="90"/>
                    <a:pt x="152" y="90"/>
                  </a:cubicBezTo>
                  <a:cubicBezTo>
                    <a:pt x="152" y="93"/>
                    <a:pt x="153" y="95"/>
                    <a:pt x="154" y="97"/>
                  </a:cubicBezTo>
                  <a:cubicBezTo>
                    <a:pt x="156" y="98"/>
                    <a:pt x="158" y="100"/>
                    <a:pt x="160" y="100"/>
                  </a:cubicBezTo>
                  <a:cubicBezTo>
                    <a:pt x="232" y="100"/>
                    <a:pt x="232" y="100"/>
                    <a:pt x="232" y="100"/>
                  </a:cubicBezTo>
                  <a:cubicBezTo>
                    <a:pt x="237" y="100"/>
                    <a:pt x="240" y="103"/>
                    <a:pt x="240" y="108"/>
                  </a:cubicBezTo>
                  <a:cubicBezTo>
                    <a:pt x="240" y="112"/>
                    <a:pt x="237" y="116"/>
                    <a:pt x="232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19" y="116"/>
                    <a:pt x="215" y="119"/>
                    <a:pt x="215" y="124"/>
                  </a:cubicBezTo>
                  <a:cubicBezTo>
                    <a:pt x="215" y="128"/>
                    <a:pt x="219" y="132"/>
                    <a:pt x="223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29" y="132"/>
                    <a:pt x="232" y="135"/>
                    <a:pt x="232" y="140"/>
                  </a:cubicBezTo>
                  <a:cubicBezTo>
                    <a:pt x="232" y="144"/>
                    <a:pt x="229" y="148"/>
                    <a:pt x="224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19" y="148"/>
                    <a:pt x="218" y="147"/>
                    <a:pt x="218" y="147"/>
                  </a:cubicBezTo>
                  <a:cubicBezTo>
                    <a:pt x="218" y="147"/>
                    <a:pt x="218" y="148"/>
                    <a:pt x="218" y="148"/>
                  </a:cubicBezTo>
                  <a:cubicBezTo>
                    <a:pt x="215" y="148"/>
                    <a:pt x="215" y="148"/>
                    <a:pt x="215" y="148"/>
                  </a:cubicBezTo>
                  <a:cubicBezTo>
                    <a:pt x="211" y="148"/>
                    <a:pt x="207" y="151"/>
                    <a:pt x="207" y="156"/>
                  </a:cubicBezTo>
                  <a:cubicBezTo>
                    <a:pt x="207" y="160"/>
                    <a:pt x="211" y="164"/>
                    <a:pt x="215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2" y="164"/>
                    <a:pt x="224" y="166"/>
                    <a:pt x="224" y="169"/>
                  </a:cubicBezTo>
                  <a:cubicBezTo>
                    <a:pt x="224" y="173"/>
                    <a:pt x="221" y="175"/>
                    <a:pt x="218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06" y="175"/>
                    <a:pt x="202" y="179"/>
                    <a:pt x="202" y="183"/>
                  </a:cubicBezTo>
                  <a:cubicBezTo>
                    <a:pt x="202" y="188"/>
                    <a:pt x="206" y="191"/>
                    <a:pt x="210" y="191"/>
                  </a:cubicBezTo>
                  <a:cubicBezTo>
                    <a:pt x="213" y="191"/>
                    <a:pt x="216" y="194"/>
                    <a:pt x="216" y="197"/>
                  </a:cubicBezTo>
                  <a:cubicBezTo>
                    <a:pt x="216" y="201"/>
                    <a:pt x="213" y="203"/>
                    <a:pt x="210" y="203"/>
                  </a:cubicBezTo>
                  <a:close/>
                </a:path>
              </a:pathLst>
            </a:custGeom>
            <a:solidFill>
              <a:srgbClr val="3B4550">
                <a:alpha val="70000"/>
              </a:srgbClr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840" dirty="0">
                <a:solidFill>
                  <a:schemeClr val="tx2"/>
                </a:solidFill>
              </a:endParaRPr>
            </a:p>
          </p:txBody>
        </p:sp>
        <p:sp>
          <p:nvSpPr>
            <p:cNvPr id="153" name="Title 1">
              <a:extLst>
                <a:ext uri="{FF2B5EF4-FFF2-40B4-BE49-F238E27FC236}">
                  <a16:creationId xmlns:a16="http://schemas.microsoft.com/office/drawing/2014/main" id="{FE6AF3ED-703B-0748-9D04-E3AB2148147F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398240" y="4310122"/>
              <a:ext cx="133887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b="1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INSERT</a:t>
              </a:r>
            </a:p>
            <a:p>
              <a:pPr algn="ctr" defTabSz="457152">
                <a:buClr>
                  <a:srgbClr val="0070C0"/>
                </a:buClr>
                <a:defRPr/>
              </a:pPr>
              <a:r>
                <a:rPr lang="en-IN" sz="2000" dirty="0">
                  <a:solidFill>
                    <a:srgbClr val="3B4550">
                      <a:alpha val="70000"/>
                    </a:srgb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TITLE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644320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Custom 1">
      <a:dk1>
        <a:srgbClr val="000000"/>
      </a:dk1>
      <a:lt1>
        <a:srgbClr val="FFFFFF"/>
      </a:lt1>
      <a:dk2>
        <a:srgbClr val="3B4550"/>
      </a:dk2>
      <a:lt2>
        <a:srgbClr val="E6E5E5"/>
      </a:lt2>
      <a:accent1>
        <a:srgbClr val="627FCA"/>
      </a:accent1>
      <a:accent2>
        <a:srgbClr val="00B5EF"/>
      </a:accent2>
      <a:accent3>
        <a:srgbClr val="00C5B7"/>
      </a:accent3>
      <a:accent4>
        <a:srgbClr val="82D235"/>
      </a:accent4>
      <a:accent5>
        <a:srgbClr val="FFAD00"/>
      </a:accent5>
      <a:accent6>
        <a:srgbClr val="FF0046"/>
      </a:accent6>
      <a:hlink>
        <a:srgbClr val="AB8ED3"/>
      </a:hlink>
      <a:folHlink>
        <a:srgbClr val="005AC4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13474</TotalTime>
  <Words>8965</Words>
  <Application>Microsoft Macintosh PowerPoint</Application>
  <PresentationFormat>Widescreen</PresentationFormat>
  <Paragraphs>507</Paragraphs>
  <Slides>51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51</vt:i4>
      </vt:variant>
    </vt:vector>
  </HeadingPairs>
  <TitlesOfParts>
    <vt:vector size="63" baseType="lpstr">
      <vt:lpstr>Arial</vt:lpstr>
      <vt:lpstr>Calibri</vt:lpstr>
      <vt:lpstr>Calibri Light</vt:lpstr>
      <vt:lpstr>Lato Light</vt:lpstr>
      <vt:lpstr>Montserrat Light</vt:lpstr>
      <vt:lpstr>Montserrat SemiBold</vt:lpstr>
      <vt:lpstr>Open Sans</vt:lpstr>
      <vt:lpstr>Open Sans Extrabold</vt:lpstr>
      <vt:lpstr>Open Sans SemiBold</vt:lpstr>
      <vt:lpstr>Proxima Nova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pozza magdy</dc:creator>
  <cp:lastModifiedBy>pozza magdy</cp:lastModifiedBy>
  <cp:revision>546</cp:revision>
  <dcterms:created xsi:type="dcterms:W3CDTF">2019-10-01T09:38:56Z</dcterms:created>
  <dcterms:modified xsi:type="dcterms:W3CDTF">2020-02-20T08:56:28Z</dcterms:modified>
</cp:coreProperties>
</file>